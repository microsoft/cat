
<file path=[Content_Types].xml><?xml version="1.0" encoding="utf-8"?>
<ct:Types xmlns:ct="http://schemas.openxmlformats.org/package/2006/content-types">
  <ct:Default Extension="emf" ContentType="image/x-emf"/>
  <ct:Default Extension="gif" ContentType="image/gif"/>
  <ct:Default Extension="jpeg" ContentType="image/jpeg"/>
  <ct:Default Extension="png" ContentType="image/png"/>
  <ct:Default Extension="rels" ContentType="application/vnd.openxmlformats-package.relationships+xml"/>
  <ct:Default Extension="svg" ContentType="image/svg+xml"/>
  <ct:Default Extension="wdp" ContentType="image/vnd.ms-photo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slideMasters/slideMaster2.xml" ContentType="application/vnd.openxmlformats-officedocument.presentationml.slideMaster+xml"/>
  <ct:Override PartName="/ppt/slideMasters/slideMaster3.xml" ContentType="application/vnd.openxmlformats-officedocument.presentationml.slideMaster+xml"/>
  <ct:Override PartName="/ppt/slideMasters/slideMaster4.xml" ContentType="application/vnd.openxmlformats-officedocument.presentationml.slideMaster+xml"/>
  <ct:Override PartName="/ppt/slides/slide1.xml" ContentType="application/vnd.openxmlformats-officedocument.presentationml.slide+xml"/>
  <ct:Override PartName="/ppt/slides/slide2.xml" ContentType="application/vnd.openxmlformats-officedocument.presentationml.slide+xml"/>
  <ct:Override PartName="/ppt/slides/slide3.xml" ContentType="application/vnd.openxmlformats-officedocument.presentationml.slide+xml"/>
  <ct:Override PartName="/ppt/slides/slide4.xml" ContentType="application/vnd.openxmlformats-officedocument.presentationml.slide+xml"/>
  <ct:Override PartName="/ppt/slides/slide5.xml" ContentType="application/vnd.openxmlformats-officedocument.presentationml.slide+xml"/>
  <ct:Override PartName="/ppt/slides/slide6.xml" ContentType="application/vnd.openxmlformats-officedocument.presentationml.slide+xml"/>
  <ct:Override PartName="/ppt/slides/slide7.xml" ContentType="application/vnd.openxmlformats-officedocument.presentationml.slide+xml"/>
  <ct:Override PartName="/ppt/slides/slide8.xml" ContentType="application/vnd.openxmlformats-officedocument.presentationml.slide+xml"/>
  <ct:Override PartName="/ppt/slides/slide9.xml" ContentType="application/vnd.openxmlformats-officedocument.presentationml.slide+xml"/>
  <ct:Override PartName="/ppt/slides/slide10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11.xml" ContentType="application/vnd.openxmlformats-officedocument.presentationml.slideLayout+xml"/>
  <ct:Override PartName="/ppt/slideLayouts/slideLayout12.xml" ContentType="application/vnd.openxmlformats-officedocument.presentationml.slideLayout+xml"/>
  <ct:Override PartName="/ppt/slideLayouts/slideLayout13.xml" ContentType="application/vnd.openxmlformats-officedocument.presentationml.slideLayout+xml"/>
  <ct:Override PartName="/ppt/slideLayouts/slideLayout14.xml" ContentType="application/vnd.openxmlformats-officedocument.presentationml.slideLayout+xml"/>
  <ct:Override PartName="/ppt/slideLayouts/slideLayout15.xml" ContentType="application/vnd.openxmlformats-officedocument.presentationml.slideLayout+xml"/>
  <ct:Override PartName="/ppt/slideLayouts/slideLayout16.xml" ContentType="application/vnd.openxmlformats-officedocument.presentationml.slideLayout+xml"/>
  <ct:Override PartName="/ppt/slideLayouts/slideLayout17.xml" ContentType="application/vnd.openxmlformats-officedocument.presentationml.slideLayout+xml"/>
  <ct:Override PartName="/ppt/slideLayouts/slideLayout18.xml" ContentType="application/vnd.openxmlformats-officedocument.presentationml.slideLayout+xml"/>
  <ct:Override PartName="/ppt/slideLayouts/slideLayout19.xml" ContentType="application/vnd.openxmlformats-officedocument.presentationml.slideLayout+xml"/>
  <ct:Override PartName="/ppt/slideLayouts/slideLayout20.xml" ContentType="application/vnd.openxmlformats-officedocument.presentationml.slideLayout+xml"/>
  <ct:Override PartName="/ppt/slideLayouts/slideLayout21.xml" ContentType="application/vnd.openxmlformats-officedocument.presentationml.slideLayout+xml"/>
  <ct:Override PartName="/ppt/slideLayouts/slideLayout22.xml" ContentType="application/vnd.openxmlformats-officedocument.presentationml.slideLayout+xml"/>
  <ct:Override PartName="/ppt/slideLayouts/slideLayout23.xml" ContentType="application/vnd.openxmlformats-officedocument.presentationml.slideLayout+xml"/>
  <ct:Override PartName="/ppt/slideLayouts/slideLayout24.xml" ContentType="application/vnd.openxmlformats-officedocument.presentationml.slideLayout+xml"/>
  <ct:Override PartName="/ppt/slideLayouts/slideLayout25.xml" ContentType="application/vnd.openxmlformats-officedocument.presentationml.slideLayout+xml"/>
  <ct:Override PartName="/ppt/slideLayouts/slideLayout26.xml" ContentType="application/vnd.openxmlformats-officedocument.presentationml.slideLayout+xml"/>
  <ct:Override PartName="/ppt/slideLayouts/slideLayout27.xml" ContentType="application/vnd.openxmlformats-officedocument.presentationml.slideLayout+xml"/>
  <ct:Override PartName="/ppt/slideLayouts/slideLayout28.xml" ContentType="application/vnd.openxmlformats-officedocument.presentationml.slideLayout+xml"/>
  <ct:Override PartName="/ppt/slideLayouts/slideLayout29.xml" ContentType="application/vnd.openxmlformats-officedocument.presentationml.slideLayout+xml"/>
  <ct:Override PartName="/ppt/slideLayouts/slideLayout30.xml" ContentType="application/vnd.openxmlformats-officedocument.presentationml.slideLayout+xml"/>
  <ct:Override PartName="/ppt/slideLayouts/slideLayout31.xml" ContentType="application/vnd.openxmlformats-officedocument.presentationml.slideLayout+xml"/>
  <ct:Override PartName="/ppt/slideLayouts/slideLayout32.xml" ContentType="application/vnd.openxmlformats-officedocument.presentationml.slideLayout+xml"/>
  <ct:Override PartName="/ppt/slideLayouts/slideLayout33.xml" ContentType="application/vnd.openxmlformats-officedocument.presentationml.slideLayout+xml"/>
  <ct:Override PartName="/ppt/slideLayouts/slideLayout34.xml" ContentType="application/vnd.openxmlformats-officedocument.presentationml.slideLayout+xml"/>
  <ct:Override PartName="/ppt/slideLayouts/slideLayout35.xml" ContentType="application/vnd.openxmlformats-officedocument.presentationml.slideLayout+xml"/>
  <ct:Override PartName="/ppt/slideLayouts/slideLayout36.xml" ContentType="application/vnd.openxmlformats-officedocument.presentationml.slideLayout+xml"/>
  <ct:Override PartName="/ppt/slideLayouts/slideLayout37.xml" ContentType="application/vnd.openxmlformats-officedocument.presentationml.slideLayout+xml"/>
  <ct:Override PartName="/ppt/slideLayouts/slideLayout38.xml" ContentType="application/vnd.openxmlformats-officedocument.presentationml.slideLayout+xml"/>
  <ct:Override PartName="/ppt/slideLayouts/slideLayout39.xml" ContentType="application/vnd.openxmlformats-officedocument.presentationml.slideLayout+xml"/>
  <ct:Override PartName="/ppt/slideLayouts/slideLayout40.xml" ContentType="application/vnd.openxmlformats-officedocument.presentationml.slideLayout+xml"/>
  <ct:Override PartName="/ppt/slideLayouts/slideLayout41.xml" ContentType="application/vnd.openxmlformats-officedocument.presentationml.slideLayout+xml"/>
  <ct:Override PartName="/ppt/slideLayouts/slideLayout42.xml" ContentType="application/vnd.openxmlformats-officedocument.presentationml.slideLayout+xml"/>
  <ct:Override PartName="/ppt/slideLayouts/slideLayout43.xml" ContentType="application/vnd.openxmlformats-officedocument.presentationml.slideLayout+xml"/>
  <ct:Override PartName="/ppt/slideLayouts/slideLayout44.xml" ContentType="application/vnd.openxmlformats-officedocument.presentationml.slideLayout+xml"/>
  <ct:Override PartName="/ppt/slideLayouts/slideLayout45.xml" ContentType="application/vnd.openxmlformats-officedocument.presentationml.slideLayout+xml"/>
  <ct:Override PartName="/ppt/slideLayouts/slideLayout46.xml" ContentType="application/vnd.openxmlformats-officedocument.presentationml.slideLayout+xml"/>
  <ct:Override PartName="/ppt/slideLayouts/slideLayout47.xml" ContentType="application/vnd.openxmlformats-officedocument.presentationml.slideLayout+xml"/>
  <ct:Override PartName="/ppt/slideLayouts/slideLayout48.xml" ContentType="application/vnd.openxmlformats-officedocument.presentationml.slideLayout+xml"/>
  <ct:Override PartName="/ppt/slideLayouts/slideLayout49.xml" ContentType="application/vnd.openxmlformats-officedocument.presentationml.slideLayout+xml"/>
  <ct:Override PartName="/ppt/slideLayouts/slideLayout50.xml" ContentType="application/vnd.openxmlformats-officedocument.presentationml.slideLayout+xml"/>
  <ct:Override PartName="/ppt/slideLayouts/slideLayout51.xml" ContentType="application/vnd.openxmlformats-officedocument.presentationml.slideLayout+xml"/>
  <ct:Override PartName="/ppt/slideLayouts/slideLayout52.xml" ContentType="application/vnd.openxmlformats-officedocument.presentationml.slideLayout+xml"/>
  <ct:Override PartName="/ppt/slideLayouts/slideLayout53.xml" ContentType="application/vnd.openxmlformats-officedocument.presentationml.slideLayout+xml"/>
  <ct:Override PartName="/ppt/slideLayouts/slideLayout54.xml" ContentType="application/vnd.openxmlformats-officedocument.presentationml.slideLayout+xml"/>
  <ct:Override PartName="/ppt/slideLayouts/slideLayout55.xml" ContentType="application/vnd.openxmlformats-officedocument.presentationml.slideLayout+xml"/>
  <ct:Override PartName="/ppt/slideLayouts/slideLayout56.xml" ContentType="application/vnd.openxmlformats-officedocument.presentationml.slideLayout+xml"/>
  <ct:Override PartName="/ppt/slideLayouts/slideLayout57.xml" ContentType="application/vnd.openxmlformats-officedocument.presentationml.slideLayout+xml"/>
  <ct:Override PartName="/ppt/slideLayouts/slideLayout58.xml" ContentType="application/vnd.openxmlformats-officedocument.presentationml.slideLayout+xml"/>
  <ct:Override PartName="/ppt/slideLayouts/slideLayout59.xml" ContentType="application/vnd.openxmlformats-officedocument.presentationml.slideLayout+xml"/>
  <ct:Override PartName="/ppt/slideLayouts/slideLayout60.xml" ContentType="application/vnd.openxmlformats-officedocument.presentationml.slideLayout+xml"/>
  <ct:Override PartName="/ppt/slideLayouts/slideLayout61.xml" ContentType="application/vnd.openxmlformats-officedocument.presentationml.slideLayout+xml"/>
  <ct:Override PartName="/ppt/slideLayouts/slideLayout62.xml" ContentType="application/vnd.openxmlformats-officedocument.presentationml.slideLayout+xml"/>
  <ct:Override PartName="/ppt/slideLayouts/slideLayout63.xml" ContentType="application/vnd.openxmlformats-officedocument.presentationml.slideLayout+xml"/>
  <ct:Override PartName="/ppt/slideLayouts/slideLayout64.xml" ContentType="application/vnd.openxmlformats-officedocument.presentationml.slideLayout+xml"/>
  <ct:Override PartName="/ppt/slideLayouts/slideLayout65.xml" ContentType="application/vnd.openxmlformats-officedocument.presentationml.slideLayout+xml"/>
  <ct:Override PartName="/ppt/slideLayouts/slideLayout66.xml" ContentType="application/vnd.openxmlformats-officedocument.presentationml.slideLayout+xml"/>
  <ct:Override PartName="/ppt/slideLayouts/slideLayout67.xml" ContentType="application/vnd.openxmlformats-officedocument.presentationml.slideLayout+xml"/>
  <ct:Override PartName="/ppt/slideLayouts/slideLayout68.xml" ContentType="application/vnd.openxmlformats-officedocument.presentationml.slideLayout+xml"/>
  <ct:Override PartName="/ppt/slideLayouts/slideLayout69.xml" ContentType="application/vnd.openxmlformats-officedocument.presentationml.slideLayout+xml"/>
  <ct:Override PartName="/ppt/slideLayouts/slideLayout70.xml" ContentType="application/vnd.openxmlformats-officedocument.presentationml.slideLayout+xml"/>
  <ct:Override PartName="/ppt/slideLayouts/slideLayout71.xml" ContentType="application/vnd.openxmlformats-officedocument.presentationml.slideLayout+xml"/>
  <ct:Override PartName="/ppt/slideLayouts/slideLayout72.xml" ContentType="application/vnd.openxmlformats-officedocument.presentationml.slideLayout+xml"/>
  <ct:Override PartName="/ppt/slideLayouts/slideLayout73.xml" ContentType="application/vnd.openxmlformats-officedocument.presentationml.slideLayout+xml"/>
  <ct:Override PartName="/ppt/slideLayouts/slideLayout74.xml" ContentType="application/vnd.openxmlformats-officedocument.presentationml.slideLayout+xml"/>
  <ct:Override PartName="/ppt/slideLayouts/slideLayout75.xml" ContentType="application/vnd.openxmlformats-officedocument.presentationml.slideLayout+xml"/>
  <ct:Override PartName="/ppt/slideLayouts/slideLayout76.xml" ContentType="application/vnd.openxmlformats-officedocument.presentationml.slideLayout+xml"/>
  <ct:Override PartName="/ppt/slideLayouts/slideLayout77.xml" ContentType="application/vnd.openxmlformats-officedocument.presentationml.slideLayout+xml"/>
  <ct:Override PartName="/ppt/slideLayouts/slideLayout78.xml" ContentType="application/vnd.openxmlformats-officedocument.presentationml.slideLayout+xml"/>
  <ct:Override PartName="/ppt/slideLayouts/slideLayout79.xml" ContentType="application/vnd.openxmlformats-officedocument.presentationml.slideLayout+xml"/>
  <ct:Override PartName="/ppt/slideLayouts/slideLayout80.xml" ContentType="application/vnd.openxmlformats-officedocument.presentationml.slideLayout+xml"/>
  <ct:Override PartName="/ppt/slideLayouts/slideLayout81.xml" ContentType="application/vnd.openxmlformats-officedocument.presentationml.slideLayout+xml"/>
  <ct:Override PartName="/ppt/slideLayouts/slideLayout82.xml" ContentType="application/vnd.openxmlformats-officedocument.presentationml.slideLayout+xml"/>
  <ct:Override PartName="/ppt/slideLayouts/slideLayout83.xml" ContentType="application/vnd.openxmlformats-officedocument.presentationml.slideLayout+xml"/>
  <ct:Override PartName="/ppt/slideLayouts/slideLayout84.xml" ContentType="application/vnd.openxmlformats-officedocument.presentationml.slideLayout+xml"/>
  <ct:Override PartName="/ppt/slideLayouts/slideLayout85.xml" ContentType="application/vnd.openxmlformats-officedocument.presentationml.slideLayout+xml"/>
  <ct:Override PartName="/ppt/slideLayouts/slideLayout86.xml" ContentType="application/vnd.openxmlformats-officedocument.presentationml.slideLayout+xml"/>
  <ct:Override PartName="/ppt/slideLayouts/slideLayout87.xml" ContentType="application/vnd.openxmlformats-officedocument.presentationml.slideLayout+xml"/>
  <ct:Override PartName="/ppt/slideLayouts/slideLayout88.xml" ContentType="application/vnd.openxmlformats-officedocument.presentationml.slideLayout+xml"/>
  <ct:Override PartName="/ppt/slideLayouts/slideLayout89.xml" ContentType="application/vnd.openxmlformats-officedocument.presentationml.slideLayout+xml"/>
  <ct:Override PartName="/ppt/slideLayouts/slideLayout90.xml" ContentType="application/vnd.openxmlformats-officedocument.presentationml.slideLayout+xml"/>
  <ct:Override PartName="/ppt/slideLayouts/slideLayout91.xml" ContentType="application/vnd.openxmlformats-officedocument.presentationml.slideLayout+xml"/>
  <ct:Override PartName="/ppt/slideLayouts/slideLayout92.xml" ContentType="application/vnd.openxmlformats-officedocument.presentationml.slideLayout+xml"/>
  <ct:Override PartName="/ppt/slideLayouts/slideLayout93.xml" ContentType="application/vnd.openxmlformats-officedocument.presentationml.slideLayout+xml"/>
  <ct:Override PartName="/ppt/slideLayouts/slideLayout94.xml" ContentType="application/vnd.openxmlformats-officedocument.presentationml.slideLayout+xml"/>
  <ct:Override PartName="/ppt/slideLayouts/slideLayout95.xml" ContentType="application/vnd.openxmlformats-officedocument.presentationml.slideLayout+xml"/>
  <ct:Override PartName="/ppt/slideLayouts/slideLayout96.xml" ContentType="application/vnd.openxmlformats-officedocument.presentationml.slideLayout+xml"/>
  <ct:Override PartName="/ppt/slideLayouts/slideLayout97.xml" ContentType="application/vnd.openxmlformats-officedocument.presentationml.slideLayout+xml"/>
  <ct:Override PartName="/ppt/slideLayouts/slideLayout98.xml" ContentType="application/vnd.openxmlformats-officedocument.presentationml.slideLayout+xml"/>
  <ct:Override PartName="/ppt/slideLayouts/slideLayout99.xml" ContentType="application/vnd.openxmlformats-officedocument.presentationml.slideLayout+xml"/>
  <ct:Override PartName="/ppt/slideLayouts/slideLayout100.xml" ContentType="application/vnd.openxmlformats-officedocument.presentationml.slideLayout+xml"/>
  <ct:Override PartName="/ppt/slideLayouts/slideLayout101.xml" ContentType="application/vnd.openxmlformats-officedocument.presentationml.slideLayout+xml"/>
  <ct:Override PartName="/ppt/slideLayouts/slideLayout102.xml" ContentType="application/vnd.openxmlformats-officedocument.presentationml.slideLayout+xml"/>
  <ct:Override PartName="/ppt/slideLayouts/slideLayout103.xml" ContentType="application/vnd.openxmlformats-officedocument.presentationml.slideLayout+xml"/>
  <ct:Override PartName="/ppt/slideLayouts/slideLayout104.xml" ContentType="application/vnd.openxmlformats-officedocument.presentationml.slideLayout+xml"/>
  <ct:Override PartName="/ppt/slideLayouts/slideLayout105.xml" ContentType="application/vnd.openxmlformats-officedocument.presentationml.slideLayout+xml"/>
  <ct:Override PartName="/ppt/slideLayouts/slideLayout106.xml" ContentType="application/vnd.openxmlformats-officedocument.presentationml.slideLayout+xml"/>
  <ct:Override PartName="/ppt/slideLayouts/slideLayout107.xml" ContentType="application/vnd.openxmlformats-officedocument.presentationml.slideLayout+xml"/>
  <ct:Override PartName="/ppt/slideLayouts/slideLayout108.xml" ContentType="application/vnd.openxmlformats-officedocument.presentationml.slideLayout+xml"/>
  <ct:Override PartName="/ppt/slideLayouts/slideLayout109.xml" ContentType="application/vnd.openxmlformats-officedocument.presentationml.slideLayout+xml"/>
  <ct:Override PartName="/ppt/slideLayouts/slideLayout110.xml" ContentType="application/vnd.openxmlformats-officedocument.presentationml.slideLayout+xml"/>
  <ct:Override PartName="/ppt/slideLayouts/slideLayout111.xml" ContentType="application/vnd.openxmlformats-officedocument.presentationml.slideLayout+xml"/>
  <ct:Override PartName="/ppt/slideLayouts/slideLayout112.xml" ContentType="application/vnd.openxmlformats-officedocument.presentationml.slideLayout+xml"/>
  <ct:Override PartName="/ppt/slideLayouts/slideLayout113.xml" ContentType="application/vnd.openxmlformats-officedocument.presentationml.slideLayout+xml"/>
  <ct:Override PartName="/ppt/slideLayouts/slideLayout114.xml" ContentType="application/vnd.openxmlformats-officedocument.presentationml.slideLayout+xml"/>
  <ct:Override PartName="/ppt/slideLayouts/slideLayout115.xml" ContentType="application/vnd.openxmlformats-officedocument.presentationml.slideLayout+xml"/>
  <ct:Override PartName="/ppt/slideLayouts/slideLayout116.xml" ContentType="application/vnd.openxmlformats-officedocument.presentationml.slideLayout+xml"/>
  <ct:Override PartName="/ppt/slideLayouts/slideLayout117.xml" ContentType="application/vnd.openxmlformats-officedocument.presentationml.slideLayout+xml"/>
  <ct:Override PartName="/ppt/slideLayouts/slideLayout118.xml" ContentType="application/vnd.openxmlformats-officedocument.presentationml.slideLayout+xml"/>
  <ct:Override PartName="/ppt/slideLayouts/slideLayout119.xml" ContentType="application/vnd.openxmlformats-officedocument.presentationml.slideLayout+xml"/>
  <ct:Override PartName="/ppt/slideLayouts/slideLayout120.xml" ContentType="application/vnd.openxmlformats-officedocument.presentationml.slideLayout+xml"/>
  <ct:Override PartName="/ppt/slideLayouts/slideLayout121.xml" ContentType="application/vnd.openxmlformats-officedocument.presentationml.slideLayout+xml"/>
  <ct:Override PartName="/ppt/theme/theme2.xml" ContentType="application/vnd.openxmlformats-officedocument.theme+xml"/>
  <ct:Override PartName="/ppt/slideLayouts/slideLayout122.xml" ContentType="application/vnd.openxmlformats-officedocument.presentationml.slideLayout+xml"/>
  <ct:Override PartName="/ppt/slideLayouts/slideLayout123.xml" ContentType="application/vnd.openxmlformats-officedocument.presentationml.slideLayout+xml"/>
  <ct:Override PartName="/ppt/slideLayouts/slideLayout124.xml" ContentType="application/vnd.openxmlformats-officedocument.presentationml.slideLayout+xml"/>
  <ct:Override PartName="/ppt/slideLayouts/slideLayout125.xml" ContentType="application/vnd.openxmlformats-officedocument.presentationml.slideLayout+xml"/>
  <ct:Override PartName="/ppt/slideLayouts/slideLayout126.xml" ContentType="application/vnd.openxmlformats-officedocument.presentationml.slideLayout+xml"/>
  <ct:Override PartName="/ppt/slideLayouts/slideLayout127.xml" ContentType="application/vnd.openxmlformats-officedocument.presentationml.slideLayout+xml"/>
  <ct:Override PartName="/ppt/slideLayouts/slideLayout128.xml" ContentType="application/vnd.openxmlformats-officedocument.presentationml.slideLayout+xml"/>
  <ct:Override PartName="/ppt/slideLayouts/slideLayout129.xml" ContentType="application/vnd.openxmlformats-officedocument.presentationml.slideLayout+xml"/>
  <ct:Override PartName="/ppt/slideLayouts/slideLayout130.xml" ContentType="application/vnd.openxmlformats-officedocument.presentationml.slideLayout+xml"/>
  <ct:Override PartName="/ppt/theme/theme3.xml" ContentType="application/vnd.openxmlformats-officedocument.theme+xml"/>
  <ct:Override PartName="/ppt/tags/tag1.xml" ContentType="application/vnd.openxmlformats-officedocument.presentationml.tags+xml"/>
  <ct:Override PartName="/ppt/tags/tag2.xml" ContentType="application/vnd.openxmlformats-officedocument.presentationml.tags+xml"/>
  <ct:Override PartName="/ppt/tags/tag3.xml" ContentType="application/vnd.openxmlformats-officedocument.presentationml.tags+xml"/>
  <ct:Override PartName="/ppt/tags/tag4.xml" ContentType="application/vnd.openxmlformats-officedocument.presentationml.tags+xml"/>
  <ct:Override PartName="/ppt/slideLayouts/slideLayout131.xml" ContentType="application/vnd.openxmlformats-officedocument.presentationml.slideLayout+xml"/>
  <ct:Override PartName="/ppt/slideLayouts/slideLayout132.xml" ContentType="application/vnd.openxmlformats-officedocument.presentationml.slideLayout+xml"/>
  <ct:Override PartName="/ppt/slideLayouts/slideLayout133.xml" ContentType="application/vnd.openxmlformats-officedocument.presentationml.slideLayout+xml"/>
  <ct:Override PartName="/ppt/slideLayouts/slideLayout134.xml" ContentType="application/vnd.openxmlformats-officedocument.presentationml.slideLayout+xml"/>
  <ct:Override PartName="/ppt/slideLayouts/slideLayout135.xml" ContentType="application/vnd.openxmlformats-officedocument.presentationml.slideLayout+xml"/>
  <ct:Override PartName="/ppt/theme/theme4.xml" ContentType="application/vnd.openxmlformats-officedocument.theme+xml"/>
  <ct:Override PartName="/ppt/tags/tag5.xml" ContentType="application/vnd.openxmlformats-officedocument.presentationml.tags+xml"/>
  <ct:Override PartName="/ppt/tags/tag6.xml" ContentType="application/vnd.openxmlformats-officedocument.presentationml.tags+xml"/>
  <ct:Override PartName="/ppt/tags/tag7.xml" ContentType="application/vnd.openxmlformats-officedocument.presentationml.tags+xml"/>
  <ct:Override PartName="/ppt/theme/theme5.xml" ContentType="application/vnd.openxmlformats-officedocument.theme+xml"/>
  <ct:Override PartName="/ppt/theme/theme6.xml" ContentType="application/vnd.openxmlformats-officedocument.theme+xml"/>
  <ct:Override PartName="/ppt/tags/tag8.xml" ContentType="application/vnd.openxmlformats-officedocument.presentationml.tags+xml"/>
  <ct:Override PartName="/ppt/revisionInfo.xml" ContentType="application/vnd.ms-powerpoint.revisioninfo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docProps/custom.xml" ContentType="application/vnd.openxmlformats-officedocument.custom-properties+xml"/>
  <ct:Override PartName="/docMetadata/LabelInfo.xml" ContentType="application/vnd.ms-office.classificationlabels+xml"/>
</ct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0/main" xmlns:ns4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3" r:id="rId4"/>
    <p:sldMasterId id="2147483723" r:id="rId5"/>
    <p:sldMasterId id="2147483788" r:id="rId6"/>
    <p:sldMasterId id="2147483798" r:id="rId7"/>
  </p:sldMasterIdLst>
  <p:sldIdLst>
    <p:sldId id="2147483644" r:id="rId8"/>
    <p:sldId id="2141412431" r:id="rId9"/>
    <p:sldId id="2141412444" r:id="rId10"/>
    <p:sldId id="426" r:id="rId11"/>
    <p:sldId id="2147483485" r:id="rId12"/>
    <p:sldId id="2141412524" r:id="rId13"/>
    <p:sldId id="275" r:id="rId14"/>
    <p:sldId id="2147483590" r:id="rId15"/>
    <p:sldId id="2141412507" r:id="rId16"/>
    <p:sldId id="264" r:id="rId17"/>
    <p:sldId id="2147483589" r:id="rId18"/>
    <p:sldId id="273" r:id="rId19"/>
    <p:sldId id="265" r:id="rId20"/>
    <p:sldId id="332" r:id="rId21"/>
  </p:sldIdLst>
  <p:sldSz cx="12192000" cy="6858000"/>
  <p:notesSz cx="6858000" cy="9144000"/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521415D9-36F7-43E2-AB2F-B90AF26B5E84}">
      <ns3:sectionLst>
        <ns3:section name="Default Section" id="{D3684C8E-2640-4F34-88EB-F10E59D757B1}">
          <ns3:sldIdLst>
            <ns3:sldId id="2147483644"/>
          </ns3:sldIdLst>
        </ns3:section>
        <ns3:section name="Main presentation" id="{B044CE88-A6CA-406D-9F2D-54188BEC34C4}">
          <ns3:sldIdLst>
            <ns3:sldId id="2141412431"/>
            <ns3:sldId id="2141412444"/>
            <ns3:sldId id="426"/>
          </ns3:sldIdLst>
        </ns3:section>
        <ns3:section name="Intro to Graebel" id="{9C0CAC4D-DFD0-445A-9981-19001D5D7B6C}">
          <ns3:sldIdLst>
            <ns3:sldId id="2147483485"/>
            <ns3:sldId id="2141412524"/>
          </ns3:sldIdLst>
        </ns3:section>
        <ns3:section name="Be Bold" id="{F1791A1C-D43A-47F1-BC10-0758424C6DB7}">
          <ns3:sldIdLst>
            <ns3:sldId id="275"/>
          </ns3:sldIdLst>
        </ns3:section>
        <ns3:section name="Solution Demos" id="{AC46C82E-1B2C-4BB0-94AD-C6898DDD1360}">
          <ns3:sldIdLst>
            <ns3:sldId id="2147483590"/>
            <ns3:sldId id="2141412507"/>
            <ns3:sldId id="264"/>
            <ns3:sldId id="2147483589"/>
            <ns3:sldId id="273"/>
          </ns3:sldIdLst>
        </ns3:section>
        <ns3:section name="Key Takeaways" id="{707F249F-3B41-45A6-A84A-A0A1530A6F59}">
          <ns3:sldIdLst>
            <ns3:sldId id="265"/>
          </ns3:sldIdLst>
        </ns3:section>
        <ns3:section name="Panel and Discussion" id="{0277A3B0-9851-4982-8258-E6A167128110}">
          <ns3:sldIdLst>
            <ns3:sldId id="332"/>
          </ns3:sldIdLst>
        </ns3:section>
      </ns3:sectionLst>
    </p:ext>
    <p:ext uri="{EFAFB233-063F-42B5-8137-9DF3F51BA10A}">
      <ns4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D8E62-8F76-3FD4-28EA-8F28652572D7}" v="2" dt="2026-06-16T16:38:56.821"/>
    <p1510:client id="{F2A9F14A-5BED-3690-1677-7348DA1F0358}" v="22" dt="2026-06-16T16:53:42.740"/>
    <p1510:client id="{FFF10839-5D77-8525-9BD1-A408D72281F7}" v="1" dt="2026-06-16T16:40:40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:Relationships xmlns:rel="http://schemas.openxmlformats.org/package/2006/relationships"><rel:Relationship Id="rId8" Type="http://schemas.openxmlformats.org/officeDocument/2006/relationships/slide" Target="slides/slide1.xml" /><rel:Relationship Id="rId13" Type="http://schemas.openxmlformats.org/officeDocument/2006/relationships/slide" Target="slides/slide6.xml" /><rel:Relationship Id="rId18" Type="http://schemas.openxmlformats.org/officeDocument/2006/relationships/slide" Target="slides/slide11.xml" /><rel:Relationship Id="rId26" Type="http://schemas.openxmlformats.org/officeDocument/2006/relationships/theme" Target="theme/theme1.xml" /><rel:Relationship Id="rId21" Type="http://schemas.openxmlformats.org/officeDocument/2006/relationships/slide" Target="slides/slide14.xml" /><rel:Relationship Id="rId7" Type="http://schemas.openxmlformats.org/officeDocument/2006/relationships/slideMaster" Target="slideMasters/slideMaster4.xml" /><rel:Relationship Id="rId12" Type="http://schemas.openxmlformats.org/officeDocument/2006/relationships/slide" Target="slides/slide5.xml" /><rel:Relationship Id="rId17" Type="http://schemas.openxmlformats.org/officeDocument/2006/relationships/slide" Target="slides/slide10.xml" /><rel:Relationship Id="rId25" Type="http://schemas.openxmlformats.org/officeDocument/2006/relationships/viewProps" Target="viewProps.xml" /><rel:Relationship Id="rId16" Type="http://schemas.openxmlformats.org/officeDocument/2006/relationships/slide" Target="slides/slide9.xml" /><rel:Relationship Id="rId20" Type="http://schemas.openxmlformats.org/officeDocument/2006/relationships/slide" Target="slides/slide13.xml" /><rel:Relationship Id="rId6" Type="http://schemas.openxmlformats.org/officeDocument/2006/relationships/slideMaster" Target="slideMasters/slideMaster3.xml" /><rel:Relationship Id="rId11" Type="http://schemas.openxmlformats.org/officeDocument/2006/relationships/slide" Target="slides/slide4.xml" /><rel:Relationship Id="rId24" Type="http://schemas.openxmlformats.org/officeDocument/2006/relationships/presProps" Target="presProps.xml" /><rel:Relationship Id="rId5" Type="http://schemas.openxmlformats.org/officeDocument/2006/relationships/slideMaster" Target="slideMasters/slideMaster2.xml" /><rel:Relationship Id="rId15" Type="http://schemas.openxmlformats.org/officeDocument/2006/relationships/slide" Target="slides/slide8.xml" /><rel:Relationship Id="rId28" Type="http://schemas.microsoft.com/office/2015/10/relationships/revisionInfo" Target="revisionInfo.xml" /><rel:Relationship Id="rId10" Type="http://schemas.openxmlformats.org/officeDocument/2006/relationships/slide" Target="slides/slide3.xml" /><rel:Relationship Id="rId19" Type="http://schemas.openxmlformats.org/officeDocument/2006/relationships/slide" Target="slides/slide12.xml" /><rel:Relationship Id="rId4" Type="http://schemas.openxmlformats.org/officeDocument/2006/relationships/slideMaster" Target="slideMasters/slideMaster1.xml" /><rel:Relationship Id="rId9" Type="http://schemas.openxmlformats.org/officeDocument/2006/relationships/slide" Target="slides/slide2.xml" /><rel:Relationship Id="rId14" Type="http://schemas.openxmlformats.org/officeDocument/2006/relationships/slide" Target="slides/slide7.xml" /><rel:Relationship Id="rId27" Type="http://schemas.openxmlformats.org/officeDocument/2006/relationships/tableStyles" Target="tableStyles.xml" /></rel: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6.svg"/><Relationship Id="rId4" Type="http://schemas.openxmlformats.org/officeDocument/2006/relationships/image" Target="../media/image3.emf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jpe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emf"/><Relationship Id="rId4" Type="http://schemas.openxmlformats.org/officeDocument/2006/relationships/image" Target="../media/image5.png"/></Relationships>
</file>

<file path=ppt/slideLayouts/_rels/slideLayout1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0.png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6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29CF09-A44F-0926-3589-0830B4F0EE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A11EC012-CDC5-CAA7-F351-E8B645EEC5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5" name="Graphic 2">
            <a:extLst>
              <a:ext uri="{FF2B5EF4-FFF2-40B4-BE49-F238E27FC236}">
                <a16:creationId xmlns:a16="http://schemas.microsoft.com/office/drawing/2014/main" id="{B550DCE4-4C0B-AEF5-C52A-8C1CCDBE3E76}"/>
              </a:ext>
            </a:extLst>
          </p:cNvPr>
          <p:cNvSpPr/>
          <p:nvPr userDrawn="1"/>
        </p:nvSpPr>
        <p:spPr>
          <a:xfrm>
            <a:off x="584728" y="2517698"/>
            <a:ext cx="3633699" cy="1822605"/>
          </a:xfrm>
          <a:custGeom>
            <a:avLst/>
            <a:gdLst>
              <a:gd name="connsiteX0" fmla="*/ 452057 w 3246882"/>
              <a:gd name="connsiteY0" fmla="*/ 39338 h 1628584"/>
              <a:gd name="connsiteX1" fmla="*/ 576739 w 3246882"/>
              <a:gd name="connsiteY1" fmla="*/ 39338 h 1628584"/>
              <a:gd name="connsiteX2" fmla="*/ 576739 w 3246882"/>
              <a:gd name="connsiteY2" fmla="*/ 572929 h 1628584"/>
              <a:gd name="connsiteX3" fmla="*/ 486347 w 3246882"/>
              <a:gd name="connsiteY3" fmla="*/ 572929 h 1628584"/>
              <a:gd name="connsiteX4" fmla="*/ 486347 w 3246882"/>
              <a:gd name="connsiteY4" fmla="*/ 234315 h 1628584"/>
              <a:gd name="connsiteX5" fmla="*/ 486918 w 3246882"/>
              <a:gd name="connsiteY5" fmla="*/ 193548 h 1628584"/>
              <a:gd name="connsiteX6" fmla="*/ 487871 w 3246882"/>
              <a:gd name="connsiteY6" fmla="*/ 149066 h 1628584"/>
              <a:gd name="connsiteX7" fmla="*/ 485680 w 3246882"/>
              <a:gd name="connsiteY7" fmla="*/ 149066 h 1628584"/>
              <a:gd name="connsiteX8" fmla="*/ 479393 w 3246882"/>
              <a:gd name="connsiteY8" fmla="*/ 168593 h 1628584"/>
              <a:gd name="connsiteX9" fmla="*/ 472726 w 3246882"/>
              <a:gd name="connsiteY9" fmla="*/ 186309 h 1628584"/>
              <a:gd name="connsiteX10" fmla="*/ 319088 w 3246882"/>
              <a:gd name="connsiteY10" fmla="*/ 572929 h 1628584"/>
              <a:gd name="connsiteX11" fmla="*/ 254699 w 3246882"/>
              <a:gd name="connsiteY11" fmla="*/ 572929 h 1628584"/>
              <a:gd name="connsiteX12" fmla="*/ 99727 w 3246882"/>
              <a:gd name="connsiteY12" fmla="*/ 189643 h 1628584"/>
              <a:gd name="connsiteX13" fmla="*/ 93631 w 3246882"/>
              <a:gd name="connsiteY13" fmla="*/ 172307 h 1628584"/>
              <a:gd name="connsiteX14" fmla="*/ 85630 w 3246882"/>
              <a:gd name="connsiteY14" fmla="*/ 149066 h 1628584"/>
              <a:gd name="connsiteX15" fmla="*/ 83439 w 3246882"/>
              <a:gd name="connsiteY15" fmla="*/ 149066 h 1628584"/>
              <a:gd name="connsiteX16" fmla="*/ 84582 w 3246882"/>
              <a:gd name="connsiteY16" fmla="*/ 195739 h 1628584"/>
              <a:gd name="connsiteX17" fmla="*/ 84963 w 3246882"/>
              <a:gd name="connsiteY17" fmla="*/ 246507 h 1628584"/>
              <a:gd name="connsiteX18" fmla="*/ 84963 w 3246882"/>
              <a:gd name="connsiteY18" fmla="*/ 572834 h 1628584"/>
              <a:gd name="connsiteX19" fmla="*/ 0 w 3246882"/>
              <a:gd name="connsiteY19" fmla="*/ 572834 h 1628584"/>
              <a:gd name="connsiteX20" fmla="*/ 0 w 3246882"/>
              <a:gd name="connsiteY20" fmla="*/ 39338 h 1628584"/>
              <a:gd name="connsiteX21" fmla="*/ 129826 w 3246882"/>
              <a:gd name="connsiteY21" fmla="*/ 39338 h 1628584"/>
              <a:gd name="connsiteX22" fmla="*/ 266414 w 3246882"/>
              <a:gd name="connsiteY22" fmla="*/ 383477 h 1628584"/>
              <a:gd name="connsiteX23" fmla="*/ 278892 w 3246882"/>
              <a:gd name="connsiteY23" fmla="*/ 415671 h 1628584"/>
              <a:gd name="connsiteX24" fmla="*/ 288036 w 3246882"/>
              <a:gd name="connsiteY24" fmla="*/ 444913 h 1628584"/>
              <a:gd name="connsiteX25" fmla="*/ 290227 w 3246882"/>
              <a:gd name="connsiteY25" fmla="*/ 444913 h 1628584"/>
              <a:gd name="connsiteX26" fmla="*/ 302324 w 3246882"/>
              <a:gd name="connsiteY26" fmla="*/ 412528 h 1628584"/>
              <a:gd name="connsiteX27" fmla="*/ 313658 w 3246882"/>
              <a:gd name="connsiteY27" fmla="*/ 382429 h 1628584"/>
              <a:gd name="connsiteX28" fmla="*/ 452057 w 3246882"/>
              <a:gd name="connsiteY28" fmla="*/ 39338 h 1628584"/>
              <a:gd name="connsiteX29" fmla="*/ 712375 w 3246882"/>
              <a:gd name="connsiteY29" fmla="*/ 120872 h 1628584"/>
              <a:gd name="connsiteX30" fmla="*/ 752570 w 3246882"/>
              <a:gd name="connsiteY30" fmla="*/ 105632 h 1628584"/>
              <a:gd name="connsiteX31" fmla="*/ 767810 w 3246882"/>
              <a:gd name="connsiteY31" fmla="*/ 67723 h 1628584"/>
              <a:gd name="connsiteX32" fmla="*/ 752570 w 3246882"/>
              <a:gd name="connsiteY32" fmla="*/ 29813 h 1628584"/>
              <a:gd name="connsiteX33" fmla="*/ 712375 w 3246882"/>
              <a:gd name="connsiteY33" fmla="*/ 14573 h 1628584"/>
              <a:gd name="connsiteX34" fmla="*/ 672941 w 3246882"/>
              <a:gd name="connsiteY34" fmla="*/ 29813 h 1628584"/>
              <a:gd name="connsiteX35" fmla="*/ 657701 w 3246882"/>
              <a:gd name="connsiteY35" fmla="*/ 67437 h 1628584"/>
              <a:gd name="connsiteX36" fmla="*/ 672941 w 3246882"/>
              <a:gd name="connsiteY36" fmla="*/ 105156 h 1628584"/>
              <a:gd name="connsiteX37" fmla="*/ 712375 w 3246882"/>
              <a:gd name="connsiteY37" fmla="*/ 120968 h 1628584"/>
              <a:gd name="connsiteX38" fmla="*/ 667703 w 3246882"/>
              <a:gd name="connsiteY38" fmla="*/ 572929 h 1628584"/>
              <a:gd name="connsiteX39" fmla="*/ 756666 w 3246882"/>
              <a:gd name="connsiteY39" fmla="*/ 572929 h 1628584"/>
              <a:gd name="connsiteX40" fmla="*/ 756666 w 3246882"/>
              <a:gd name="connsiteY40" fmla="*/ 191929 h 1628584"/>
              <a:gd name="connsiteX41" fmla="*/ 667703 w 3246882"/>
              <a:gd name="connsiteY41" fmla="*/ 191929 h 1628584"/>
              <a:gd name="connsiteX42" fmla="*/ 667703 w 3246882"/>
              <a:gd name="connsiteY42" fmla="*/ 572929 h 1628584"/>
              <a:gd name="connsiteX43" fmla="*/ 1179100 w 3246882"/>
              <a:gd name="connsiteY43" fmla="*/ 500348 h 1628584"/>
              <a:gd name="connsiteX44" fmla="*/ 1110234 w 3246882"/>
              <a:gd name="connsiteY44" fmla="*/ 461677 h 1628584"/>
              <a:gd name="connsiteX45" fmla="*/ 1072325 w 3246882"/>
              <a:gd name="connsiteY45" fmla="*/ 497205 h 1628584"/>
              <a:gd name="connsiteX46" fmla="*/ 1025843 w 3246882"/>
              <a:gd name="connsiteY46" fmla="*/ 507778 h 1628584"/>
              <a:gd name="connsiteX47" fmla="*/ 948500 w 3246882"/>
              <a:gd name="connsiteY47" fmla="*/ 475393 h 1628584"/>
              <a:gd name="connsiteX48" fmla="*/ 919448 w 3246882"/>
              <a:gd name="connsiteY48" fmla="*/ 383096 h 1628584"/>
              <a:gd name="connsiteX49" fmla="*/ 948881 w 3246882"/>
              <a:gd name="connsiteY49" fmla="*/ 288608 h 1628584"/>
              <a:gd name="connsiteX50" fmla="*/ 1023652 w 3246882"/>
              <a:gd name="connsiteY50" fmla="*/ 254794 h 1628584"/>
              <a:gd name="connsiteX51" fmla="*/ 1069753 w 3246882"/>
              <a:gd name="connsiteY51" fmla="*/ 265557 h 1628584"/>
              <a:gd name="connsiteX52" fmla="*/ 1106996 w 3246882"/>
              <a:gd name="connsiteY52" fmla="*/ 302038 h 1628584"/>
              <a:gd name="connsiteX53" fmla="*/ 1176909 w 3246882"/>
              <a:gd name="connsiteY53" fmla="*/ 267462 h 1628584"/>
              <a:gd name="connsiteX54" fmla="*/ 1116806 w 3246882"/>
              <a:gd name="connsiteY54" fmla="*/ 204407 h 1628584"/>
              <a:gd name="connsiteX55" fmla="*/ 1026605 w 3246882"/>
              <a:gd name="connsiteY55" fmla="*/ 182975 h 1628584"/>
              <a:gd name="connsiteX56" fmla="*/ 883730 w 3246882"/>
              <a:gd name="connsiteY56" fmla="*/ 238220 h 1628584"/>
              <a:gd name="connsiteX57" fmla="*/ 828675 w 3246882"/>
              <a:gd name="connsiteY57" fmla="*/ 389096 h 1628584"/>
              <a:gd name="connsiteX58" fmla="*/ 880396 w 3246882"/>
              <a:gd name="connsiteY58" fmla="*/ 529019 h 1628584"/>
              <a:gd name="connsiteX59" fmla="*/ 1023652 w 3246882"/>
              <a:gd name="connsiteY59" fmla="*/ 581882 h 1628584"/>
              <a:gd name="connsiteX60" fmla="*/ 1113473 w 3246882"/>
              <a:gd name="connsiteY60" fmla="*/ 561785 h 1628584"/>
              <a:gd name="connsiteX61" fmla="*/ 1179100 w 3246882"/>
              <a:gd name="connsiteY61" fmla="*/ 500348 h 1628584"/>
              <a:gd name="connsiteX62" fmla="*/ 1438656 w 3246882"/>
              <a:gd name="connsiteY62" fmla="*/ 185166 h 1628584"/>
              <a:gd name="connsiteX63" fmla="*/ 1378363 w 3246882"/>
              <a:gd name="connsiteY63" fmla="*/ 204692 h 1628584"/>
              <a:gd name="connsiteX64" fmla="*/ 1338929 w 3246882"/>
              <a:gd name="connsiteY64" fmla="*/ 260699 h 1628584"/>
              <a:gd name="connsiteX65" fmla="*/ 1337405 w 3246882"/>
              <a:gd name="connsiteY65" fmla="*/ 260699 h 1628584"/>
              <a:gd name="connsiteX66" fmla="*/ 1337405 w 3246882"/>
              <a:gd name="connsiteY66" fmla="*/ 191834 h 1628584"/>
              <a:gd name="connsiteX67" fmla="*/ 1248442 w 3246882"/>
              <a:gd name="connsiteY67" fmla="*/ 191834 h 1628584"/>
              <a:gd name="connsiteX68" fmla="*/ 1248442 w 3246882"/>
              <a:gd name="connsiteY68" fmla="*/ 572834 h 1628584"/>
              <a:gd name="connsiteX69" fmla="*/ 1337405 w 3246882"/>
              <a:gd name="connsiteY69" fmla="*/ 572834 h 1628584"/>
              <a:gd name="connsiteX70" fmla="*/ 1337405 w 3246882"/>
              <a:gd name="connsiteY70" fmla="*/ 384524 h 1628584"/>
              <a:gd name="connsiteX71" fmla="*/ 1361027 w 3246882"/>
              <a:gd name="connsiteY71" fmla="*/ 296323 h 1628584"/>
              <a:gd name="connsiteX72" fmla="*/ 1422940 w 3246882"/>
              <a:gd name="connsiteY72" fmla="*/ 262795 h 1628584"/>
              <a:gd name="connsiteX73" fmla="*/ 1446181 w 3246882"/>
              <a:gd name="connsiteY73" fmla="*/ 265176 h 1628584"/>
              <a:gd name="connsiteX74" fmla="*/ 1467993 w 3246882"/>
              <a:gd name="connsiteY74" fmla="*/ 271653 h 1628584"/>
              <a:gd name="connsiteX75" fmla="*/ 1491806 w 3246882"/>
              <a:gd name="connsiteY75" fmla="*/ 195739 h 1628584"/>
              <a:gd name="connsiteX76" fmla="*/ 1465421 w 3246882"/>
              <a:gd name="connsiteY76" fmla="*/ 187166 h 1628584"/>
              <a:gd name="connsiteX77" fmla="*/ 1438656 w 3246882"/>
              <a:gd name="connsiteY77" fmla="*/ 184976 h 1628584"/>
              <a:gd name="connsiteX78" fmla="*/ 1855375 w 3246882"/>
              <a:gd name="connsiteY78" fmla="*/ 237649 h 1628584"/>
              <a:gd name="connsiteX79" fmla="*/ 1907667 w 3246882"/>
              <a:gd name="connsiteY79" fmla="*/ 379000 h 1628584"/>
              <a:gd name="connsiteX80" fmla="*/ 1852613 w 3246882"/>
              <a:gd name="connsiteY80" fmla="*/ 524637 h 1628584"/>
              <a:gd name="connsiteX81" fmla="*/ 1707166 w 3246882"/>
              <a:gd name="connsiteY81" fmla="*/ 581787 h 1628584"/>
              <a:gd name="connsiteX82" fmla="*/ 1562957 w 3246882"/>
              <a:gd name="connsiteY82" fmla="*/ 528542 h 1628584"/>
              <a:gd name="connsiteX83" fmla="*/ 1509522 w 3246882"/>
              <a:gd name="connsiteY83" fmla="*/ 385286 h 1628584"/>
              <a:gd name="connsiteX84" fmla="*/ 1566101 w 3246882"/>
              <a:gd name="connsiteY84" fmla="*/ 238506 h 1628584"/>
              <a:gd name="connsiteX85" fmla="*/ 1712309 w 3246882"/>
              <a:gd name="connsiteY85" fmla="*/ 182880 h 1628584"/>
              <a:gd name="connsiteX86" fmla="*/ 1855375 w 3246882"/>
              <a:gd name="connsiteY86" fmla="*/ 237554 h 1628584"/>
              <a:gd name="connsiteX87" fmla="*/ 1816513 w 3246882"/>
              <a:gd name="connsiteY87" fmla="*/ 381286 h 1628584"/>
              <a:gd name="connsiteX88" fmla="*/ 1788605 w 3246882"/>
              <a:gd name="connsiteY88" fmla="*/ 289751 h 1628584"/>
              <a:gd name="connsiteX89" fmla="*/ 1710118 w 3246882"/>
              <a:gd name="connsiteY89" fmla="*/ 255175 h 1628584"/>
              <a:gd name="connsiteX90" fmla="*/ 1630299 w 3246882"/>
              <a:gd name="connsiteY90" fmla="*/ 290894 h 1628584"/>
              <a:gd name="connsiteX91" fmla="*/ 1600391 w 3246882"/>
              <a:gd name="connsiteY91" fmla="*/ 383572 h 1628584"/>
              <a:gd name="connsiteX92" fmla="*/ 1630013 w 3246882"/>
              <a:gd name="connsiteY92" fmla="*/ 476250 h 1628584"/>
              <a:gd name="connsiteX93" fmla="*/ 1710595 w 3246882"/>
              <a:gd name="connsiteY93" fmla="*/ 510064 h 1628584"/>
              <a:gd name="connsiteX94" fmla="*/ 1788890 w 3246882"/>
              <a:gd name="connsiteY94" fmla="*/ 475107 h 1628584"/>
              <a:gd name="connsiteX95" fmla="*/ 1816608 w 3246882"/>
              <a:gd name="connsiteY95" fmla="*/ 381381 h 1628584"/>
              <a:gd name="connsiteX96" fmla="*/ 2123313 w 3246882"/>
              <a:gd name="connsiteY96" fmla="*/ 339566 h 1628584"/>
              <a:gd name="connsiteX97" fmla="*/ 2068068 w 3246882"/>
              <a:gd name="connsiteY97" fmla="*/ 321374 h 1628584"/>
              <a:gd name="connsiteX98" fmla="*/ 2053400 w 3246882"/>
              <a:gd name="connsiteY98" fmla="*/ 292322 h 1628584"/>
              <a:gd name="connsiteX99" fmla="*/ 2067497 w 3246882"/>
              <a:gd name="connsiteY99" fmla="*/ 261461 h 1628584"/>
              <a:gd name="connsiteX100" fmla="*/ 2108835 w 3246882"/>
              <a:gd name="connsiteY100" fmla="*/ 249555 h 1628584"/>
              <a:gd name="connsiteX101" fmla="*/ 2152555 w 3246882"/>
              <a:gd name="connsiteY101" fmla="*/ 258509 h 1628584"/>
              <a:gd name="connsiteX102" fmla="*/ 2188083 w 3246882"/>
              <a:gd name="connsiteY102" fmla="*/ 285274 h 1628584"/>
              <a:gd name="connsiteX103" fmla="*/ 2239804 w 3246882"/>
              <a:gd name="connsiteY103" fmla="*/ 238411 h 1628584"/>
              <a:gd name="connsiteX104" fmla="*/ 2184368 w 3246882"/>
              <a:gd name="connsiteY104" fmla="*/ 196691 h 1628584"/>
              <a:gd name="connsiteX105" fmla="*/ 2111407 w 3246882"/>
              <a:gd name="connsiteY105" fmla="*/ 182880 h 1628584"/>
              <a:gd name="connsiteX106" fmla="*/ 2010251 w 3246882"/>
              <a:gd name="connsiteY106" fmla="*/ 214694 h 1628584"/>
              <a:gd name="connsiteX107" fmla="*/ 1970056 w 3246882"/>
              <a:gd name="connsiteY107" fmla="*/ 302324 h 1628584"/>
              <a:gd name="connsiteX108" fmla="*/ 1999679 w 3246882"/>
              <a:gd name="connsiteY108" fmla="*/ 375476 h 1628584"/>
              <a:gd name="connsiteX109" fmla="*/ 2104073 w 3246882"/>
              <a:gd name="connsiteY109" fmla="*/ 418052 h 1628584"/>
              <a:gd name="connsiteX110" fmla="*/ 2149983 w 3246882"/>
              <a:gd name="connsiteY110" fmla="*/ 436055 h 1628584"/>
              <a:gd name="connsiteX111" fmla="*/ 2165414 w 3246882"/>
              <a:gd name="connsiteY111" fmla="*/ 467106 h 1628584"/>
              <a:gd name="connsiteX112" fmla="*/ 2149031 w 3246882"/>
              <a:gd name="connsiteY112" fmla="*/ 502253 h 1628584"/>
              <a:gd name="connsiteX113" fmla="*/ 2103311 w 3246882"/>
              <a:gd name="connsiteY113" fmla="*/ 514731 h 1628584"/>
              <a:gd name="connsiteX114" fmla="*/ 2053685 w 3246882"/>
              <a:gd name="connsiteY114" fmla="*/ 503015 h 1628584"/>
              <a:gd name="connsiteX115" fmla="*/ 2009204 w 3246882"/>
              <a:gd name="connsiteY115" fmla="*/ 463772 h 1628584"/>
              <a:gd name="connsiteX116" fmla="*/ 1955673 w 3246882"/>
              <a:gd name="connsiteY116" fmla="*/ 511778 h 1628584"/>
              <a:gd name="connsiteX117" fmla="*/ 2015966 w 3246882"/>
              <a:gd name="connsiteY117" fmla="*/ 563880 h 1628584"/>
              <a:gd name="connsiteX118" fmla="*/ 2102644 w 3246882"/>
              <a:gd name="connsiteY118" fmla="*/ 581787 h 1628584"/>
              <a:gd name="connsiteX119" fmla="*/ 2208657 w 3246882"/>
              <a:gd name="connsiteY119" fmla="*/ 547973 h 1628584"/>
              <a:gd name="connsiteX120" fmla="*/ 2249234 w 3246882"/>
              <a:gd name="connsiteY120" fmla="*/ 459010 h 1628584"/>
              <a:gd name="connsiteX121" fmla="*/ 2217992 w 3246882"/>
              <a:gd name="connsiteY121" fmla="*/ 380143 h 1628584"/>
              <a:gd name="connsiteX122" fmla="*/ 2123504 w 3246882"/>
              <a:gd name="connsiteY122" fmla="*/ 339566 h 1628584"/>
              <a:gd name="connsiteX123" fmla="*/ 2658332 w 3246882"/>
              <a:gd name="connsiteY123" fmla="*/ 237649 h 1628584"/>
              <a:gd name="connsiteX124" fmla="*/ 2710624 w 3246882"/>
              <a:gd name="connsiteY124" fmla="*/ 379000 h 1628584"/>
              <a:gd name="connsiteX125" fmla="*/ 2655570 w 3246882"/>
              <a:gd name="connsiteY125" fmla="*/ 524637 h 1628584"/>
              <a:gd name="connsiteX126" fmla="*/ 2510123 w 3246882"/>
              <a:gd name="connsiteY126" fmla="*/ 581787 h 1628584"/>
              <a:gd name="connsiteX127" fmla="*/ 2365915 w 3246882"/>
              <a:gd name="connsiteY127" fmla="*/ 528542 h 1628584"/>
              <a:gd name="connsiteX128" fmla="*/ 2312480 w 3246882"/>
              <a:gd name="connsiteY128" fmla="*/ 385286 h 1628584"/>
              <a:gd name="connsiteX129" fmla="*/ 2369058 w 3246882"/>
              <a:gd name="connsiteY129" fmla="*/ 238506 h 1628584"/>
              <a:gd name="connsiteX130" fmla="*/ 2515267 w 3246882"/>
              <a:gd name="connsiteY130" fmla="*/ 182880 h 1628584"/>
              <a:gd name="connsiteX131" fmla="*/ 2658332 w 3246882"/>
              <a:gd name="connsiteY131" fmla="*/ 237554 h 1628584"/>
              <a:gd name="connsiteX132" fmla="*/ 2619375 w 3246882"/>
              <a:gd name="connsiteY132" fmla="*/ 381286 h 1628584"/>
              <a:gd name="connsiteX133" fmla="*/ 2591467 w 3246882"/>
              <a:gd name="connsiteY133" fmla="*/ 289751 h 1628584"/>
              <a:gd name="connsiteX134" fmla="*/ 2512981 w 3246882"/>
              <a:gd name="connsiteY134" fmla="*/ 255175 h 1628584"/>
              <a:gd name="connsiteX135" fmla="*/ 2433161 w 3246882"/>
              <a:gd name="connsiteY135" fmla="*/ 290894 h 1628584"/>
              <a:gd name="connsiteX136" fmla="*/ 2403253 w 3246882"/>
              <a:gd name="connsiteY136" fmla="*/ 383572 h 1628584"/>
              <a:gd name="connsiteX137" fmla="*/ 2432876 w 3246882"/>
              <a:gd name="connsiteY137" fmla="*/ 476250 h 1628584"/>
              <a:gd name="connsiteX138" fmla="*/ 2513457 w 3246882"/>
              <a:gd name="connsiteY138" fmla="*/ 510064 h 1628584"/>
              <a:gd name="connsiteX139" fmla="*/ 2591753 w 3246882"/>
              <a:gd name="connsiteY139" fmla="*/ 475107 h 1628584"/>
              <a:gd name="connsiteX140" fmla="*/ 2619470 w 3246882"/>
              <a:gd name="connsiteY140" fmla="*/ 381381 h 1628584"/>
              <a:gd name="connsiteX141" fmla="*/ 3219260 w 3246882"/>
              <a:gd name="connsiteY141" fmla="*/ 494729 h 1628584"/>
              <a:gd name="connsiteX142" fmla="*/ 3196209 w 3246882"/>
              <a:gd name="connsiteY142" fmla="*/ 507397 h 1628584"/>
              <a:gd name="connsiteX143" fmla="*/ 3175349 w 3246882"/>
              <a:gd name="connsiteY143" fmla="*/ 511112 h 1628584"/>
              <a:gd name="connsiteX144" fmla="*/ 3144107 w 3246882"/>
              <a:gd name="connsiteY144" fmla="*/ 497872 h 1628584"/>
              <a:gd name="connsiteX145" fmla="*/ 3132963 w 3246882"/>
              <a:gd name="connsiteY145" fmla="*/ 456724 h 1628584"/>
              <a:gd name="connsiteX146" fmla="*/ 3132963 w 3246882"/>
              <a:gd name="connsiteY146" fmla="*/ 260985 h 1628584"/>
              <a:gd name="connsiteX147" fmla="*/ 3230118 w 3246882"/>
              <a:gd name="connsiteY147" fmla="*/ 260985 h 1628584"/>
              <a:gd name="connsiteX148" fmla="*/ 3230118 w 3246882"/>
              <a:gd name="connsiteY148" fmla="*/ 191738 h 1628584"/>
              <a:gd name="connsiteX149" fmla="*/ 3132963 w 3246882"/>
              <a:gd name="connsiteY149" fmla="*/ 191738 h 1628584"/>
              <a:gd name="connsiteX150" fmla="*/ 3132963 w 3246882"/>
              <a:gd name="connsiteY150" fmla="*/ 82677 h 1628584"/>
              <a:gd name="connsiteX151" fmla="*/ 3043999 w 3246882"/>
              <a:gd name="connsiteY151" fmla="*/ 98298 h 1628584"/>
              <a:gd name="connsiteX152" fmla="*/ 3043999 w 3246882"/>
              <a:gd name="connsiteY152" fmla="*/ 191643 h 1628584"/>
              <a:gd name="connsiteX153" fmla="*/ 2893028 w 3246882"/>
              <a:gd name="connsiteY153" fmla="*/ 191643 h 1628584"/>
              <a:gd name="connsiteX154" fmla="*/ 2893028 w 3246882"/>
              <a:gd name="connsiteY154" fmla="*/ 130969 h 1628584"/>
              <a:gd name="connsiteX155" fmla="*/ 2905887 w 3246882"/>
              <a:gd name="connsiteY155" fmla="*/ 86297 h 1628584"/>
              <a:gd name="connsiteX156" fmla="*/ 2942558 w 3246882"/>
              <a:gd name="connsiteY156" fmla="*/ 71438 h 1628584"/>
              <a:gd name="connsiteX157" fmla="*/ 2965037 w 3246882"/>
              <a:gd name="connsiteY157" fmla="*/ 74962 h 1628584"/>
              <a:gd name="connsiteX158" fmla="*/ 2984945 w 3246882"/>
              <a:gd name="connsiteY158" fmla="*/ 84868 h 1628584"/>
              <a:gd name="connsiteX159" fmla="*/ 3021425 w 3246882"/>
              <a:gd name="connsiteY159" fmla="*/ 20479 h 1628584"/>
              <a:gd name="connsiteX160" fmla="*/ 2981230 w 3246882"/>
              <a:gd name="connsiteY160" fmla="*/ 5048 h 1628584"/>
              <a:gd name="connsiteX161" fmla="*/ 2938844 w 3246882"/>
              <a:gd name="connsiteY161" fmla="*/ 0 h 1628584"/>
              <a:gd name="connsiteX162" fmla="*/ 2839688 w 3246882"/>
              <a:gd name="connsiteY162" fmla="*/ 34957 h 1628584"/>
              <a:gd name="connsiteX163" fmla="*/ 2804541 w 3246882"/>
              <a:gd name="connsiteY163" fmla="*/ 130207 h 1628584"/>
              <a:gd name="connsiteX164" fmla="*/ 2804541 w 3246882"/>
              <a:gd name="connsiteY164" fmla="*/ 191643 h 1628584"/>
              <a:gd name="connsiteX165" fmla="*/ 2739771 w 3246882"/>
              <a:gd name="connsiteY165" fmla="*/ 191643 h 1628584"/>
              <a:gd name="connsiteX166" fmla="*/ 2739771 w 3246882"/>
              <a:gd name="connsiteY166" fmla="*/ 260890 h 1628584"/>
              <a:gd name="connsiteX167" fmla="*/ 2804541 w 3246882"/>
              <a:gd name="connsiteY167" fmla="*/ 260890 h 1628584"/>
              <a:gd name="connsiteX168" fmla="*/ 2804541 w 3246882"/>
              <a:gd name="connsiteY168" fmla="*/ 572643 h 1628584"/>
              <a:gd name="connsiteX169" fmla="*/ 2893124 w 3246882"/>
              <a:gd name="connsiteY169" fmla="*/ 572643 h 1628584"/>
              <a:gd name="connsiteX170" fmla="*/ 2893124 w 3246882"/>
              <a:gd name="connsiteY170" fmla="*/ 261080 h 1628584"/>
              <a:gd name="connsiteX171" fmla="*/ 3044095 w 3246882"/>
              <a:gd name="connsiteY171" fmla="*/ 261080 h 1628584"/>
              <a:gd name="connsiteX172" fmla="*/ 3044095 w 3246882"/>
              <a:gd name="connsiteY172" fmla="*/ 469487 h 1628584"/>
              <a:gd name="connsiteX173" fmla="*/ 3072384 w 3246882"/>
              <a:gd name="connsiteY173" fmla="*/ 553212 h 1628584"/>
              <a:gd name="connsiteX174" fmla="*/ 3156871 w 3246882"/>
              <a:gd name="connsiteY174" fmla="*/ 581882 h 1628584"/>
              <a:gd name="connsiteX175" fmla="*/ 3208020 w 3246882"/>
              <a:gd name="connsiteY175" fmla="*/ 574643 h 1628584"/>
              <a:gd name="connsiteX176" fmla="*/ 3246882 w 3246882"/>
              <a:gd name="connsiteY176" fmla="*/ 555117 h 1628584"/>
              <a:gd name="connsiteX177" fmla="*/ 3219355 w 3246882"/>
              <a:gd name="connsiteY177" fmla="*/ 494824 h 1628584"/>
              <a:gd name="connsiteX178" fmla="*/ 0 w 3246882"/>
              <a:gd name="connsiteY178" fmla="*/ 1449229 h 1628584"/>
              <a:gd name="connsiteX179" fmla="*/ 91154 w 3246882"/>
              <a:gd name="connsiteY179" fmla="*/ 1449229 h 1628584"/>
              <a:gd name="connsiteX180" fmla="*/ 91154 w 3246882"/>
              <a:gd name="connsiteY180" fmla="*/ 915638 h 1628584"/>
              <a:gd name="connsiteX181" fmla="*/ 0 w 3246882"/>
              <a:gd name="connsiteY181" fmla="*/ 915638 h 1628584"/>
              <a:gd name="connsiteX182" fmla="*/ 0 w 3246882"/>
              <a:gd name="connsiteY182" fmla="*/ 1449229 h 1628584"/>
              <a:gd name="connsiteX183" fmla="*/ 463391 w 3246882"/>
              <a:gd name="connsiteY183" fmla="*/ 1068229 h 1628584"/>
              <a:gd name="connsiteX184" fmla="*/ 552355 w 3246882"/>
              <a:gd name="connsiteY184" fmla="*/ 1068229 h 1628584"/>
              <a:gd name="connsiteX185" fmla="*/ 552355 w 3246882"/>
              <a:gd name="connsiteY185" fmla="*/ 1426559 h 1628584"/>
              <a:gd name="connsiteX186" fmla="*/ 499682 w 3246882"/>
              <a:gd name="connsiteY186" fmla="*/ 1575721 h 1628584"/>
              <a:gd name="connsiteX187" fmla="*/ 354806 w 3246882"/>
              <a:gd name="connsiteY187" fmla="*/ 1628585 h 1628584"/>
              <a:gd name="connsiteX188" fmla="*/ 254318 w 3246882"/>
              <a:gd name="connsiteY188" fmla="*/ 1608677 h 1628584"/>
              <a:gd name="connsiteX189" fmla="*/ 176213 w 3246882"/>
              <a:gd name="connsiteY189" fmla="*/ 1547431 h 1628584"/>
              <a:gd name="connsiteX190" fmla="*/ 240983 w 3246882"/>
              <a:gd name="connsiteY190" fmla="*/ 1499426 h 1628584"/>
              <a:gd name="connsiteX191" fmla="*/ 290322 w 3246882"/>
              <a:gd name="connsiteY191" fmla="*/ 1543907 h 1628584"/>
              <a:gd name="connsiteX192" fmla="*/ 356330 w 3246882"/>
              <a:gd name="connsiteY192" fmla="*/ 1558576 h 1628584"/>
              <a:gd name="connsiteX193" fmla="*/ 434816 w 3246882"/>
              <a:gd name="connsiteY193" fmla="*/ 1529144 h 1628584"/>
              <a:gd name="connsiteX194" fmla="*/ 463487 w 3246882"/>
              <a:gd name="connsiteY194" fmla="*/ 1441704 h 1628584"/>
              <a:gd name="connsiteX195" fmla="*/ 463487 w 3246882"/>
              <a:gd name="connsiteY195" fmla="*/ 1398175 h 1628584"/>
              <a:gd name="connsiteX196" fmla="*/ 461963 w 3246882"/>
              <a:gd name="connsiteY196" fmla="*/ 1398175 h 1628584"/>
              <a:gd name="connsiteX197" fmla="*/ 411194 w 3246882"/>
              <a:gd name="connsiteY197" fmla="*/ 1442847 h 1628584"/>
              <a:gd name="connsiteX198" fmla="*/ 336995 w 3246882"/>
              <a:gd name="connsiteY198" fmla="*/ 1458087 h 1628584"/>
              <a:gd name="connsiteX199" fmla="*/ 217932 w 3246882"/>
              <a:gd name="connsiteY199" fmla="*/ 1408081 h 1628584"/>
              <a:gd name="connsiteX200" fmla="*/ 172879 w 3246882"/>
              <a:gd name="connsiteY200" fmla="*/ 1268730 h 1628584"/>
              <a:gd name="connsiteX201" fmla="*/ 224790 w 3246882"/>
              <a:gd name="connsiteY201" fmla="*/ 1114520 h 1628584"/>
              <a:gd name="connsiteX202" fmla="*/ 353759 w 3246882"/>
              <a:gd name="connsiteY202" fmla="*/ 1059275 h 1628584"/>
              <a:gd name="connsiteX203" fmla="*/ 416052 w 3246882"/>
              <a:gd name="connsiteY203" fmla="*/ 1071944 h 1628584"/>
              <a:gd name="connsiteX204" fmla="*/ 461963 w 3246882"/>
              <a:gd name="connsiteY204" fmla="*/ 1108043 h 1628584"/>
              <a:gd name="connsiteX205" fmla="*/ 463487 w 3246882"/>
              <a:gd name="connsiteY205" fmla="*/ 1108043 h 1628584"/>
              <a:gd name="connsiteX206" fmla="*/ 463487 w 3246882"/>
              <a:gd name="connsiteY206" fmla="*/ 1068229 h 1628584"/>
              <a:gd name="connsiteX207" fmla="*/ 464153 w 3246882"/>
              <a:gd name="connsiteY207" fmla="*/ 1228154 h 1628584"/>
              <a:gd name="connsiteX208" fmla="*/ 437007 w 3246882"/>
              <a:gd name="connsiteY208" fmla="*/ 1159478 h 1628584"/>
              <a:gd name="connsiteX209" fmla="*/ 367094 w 3246882"/>
              <a:gd name="connsiteY209" fmla="*/ 1130999 h 1628584"/>
              <a:gd name="connsiteX210" fmla="*/ 291560 w 3246882"/>
              <a:gd name="connsiteY210" fmla="*/ 1165765 h 1628584"/>
              <a:gd name="connsiteX211" fmla="*/ 263652 w 3246882"/>
              <a:gd name="connsiteY211" fmla="*/ 1263777 h 1628584"/>
              <a:gd name="connsiteX212" fmla="*/ 289465 w 3246882"/>
              <a:gd name="connsiteY212" fmla="*/ 1353407 h 1628584"/>
              <a:gd name="connsiteX213" fmla="*/ 361093 w 3246882"/>
              <a:gd name="connsiteY213" fmla="*/ 1386173 h 1628584"/>
              <a:gd name="connsiteX214" fmla="*/ 435483 w 3246882"/>
              <a:gd name="connsiteY214" fmla="*/ 1354360 h 1628584"/>
              <a:gd name="connsiteX215" fmla="*/ 464153 w 3246882"/>
              <a:gd name="connsiteY215" fmla="*/ 1271588 h 1628584"/>
              <a:gd name="connsiteX216" fmla="*/ 464153 w 3246882"/>
              <a:gd name="connsiteY216" fmla="*/ 1228058 h 1628584"/>
              <a:gd name="connsiteX217" fmla="*/ 860965 w 3246882"/>
              <a:gd name="connsiteY217" fmla="*/ 1059275 h 1628584"/>
              <a:gd name="connsiteX218" fmla="*/ 791432 w 3246882"/>
              <a:gd name="connsiteY218" fmla="*/ 1075087 h 1628584"/>
              <a:gd name="connsiteX219" fmla="*/ 738950 w 3246882"/>
              <a:gd name="connsiteY219" fmla="*/ 1119950 h 1628584"/>
              <a:gd name="connsiteX220" fmla="*/ 737426 w 3246882"/>
              <a:gd name="connsiteY220" fmla="*/ 1119950 h 1628584"/>
              <a:gd name="connsiteX221" fmla="*/ 737426 w 3246882"/>
              <a:gd name="connsiteY221" fmla="*/ 1068229 h 1628584"/>
              <a:gd name="connsiteX222" fmla="*/ 648462 w 3246882"/>
              <a:gd name="connsiteY222" fmla="*/ 1068229 h 1628584"/>
              <a:gd name="connsiteX223" fmla="*/ 648462 w 3246882"/>
              <a:gd name="connsiteY223" fmla="*/ 1449229 h 1628584"/>
              <a:gd name="connsiteX224" fmla="*/ 737426 w 3246882"/>
              <a:gd name="connsiteY224" fmla="*/ 1449229 h 1628584"/>
              <a:gd name="connsiteX225" fmla="*/ 737426 w 3246882"/>
              <a:gd name="connsiteY225" fmla="*/ 1231964 h 1628584"/>
              <a:gd name="connsiteX226" fmla="*/ 762572 w 3246882"/>
              <a:gd name="connsiteY226" fmla="*/ 1159764 h 1628584"/>
              <a:gd name="connsiteX227" fmla="*/ 827151 w 3246882"/>
              <a:gd name="connsiteY227" fmla="*/ 1131094 h 1628584"/>
              <a:gd name="connsiteX228" fmla="*/ 882968 w 3246882"/>
              <a:gd name="connsiteY228" fmla="*/ 1155668 h 1628584"/>
              <a:gd name="connsiteX229" fmla="*/ 901541 w 3246882"/>
              <a:gd name="connsiteY229" fmla="*/ 1226725 h 1628584"/>
              <a:gd name="connsiteX230" fmla="*/ 901541 w 3246882"/>
              <a:gd name="connsiteY230" fmla="*/ 1449229 h 1628584"/>
              <a:gd name="connsiteX231" fmla="*/ 990505 w 3246882"/>
              <a:gd name="connsiteY231" fmla="*/ 1449229 h 1628584"/>
              <a:gd name="connsiteX232" fmla="*/ 990505 w 3246882"/>
              <a:gd name="connsiteY232" fmla="*/ 1214819 h 1628584"/>
              <a:gd name="connsiteX233" fmla="*/ 957358 w 3246882"/>
              <a:gd name="connsiteY233" fmla="*/ 1099661 h 1628584"/>
              <a:gd name="connsiteX234" fmla="*/ 860965 w 3246882"/>
              <a:gd name="connsiteY234" fmla="*/ 1059275 h 1628584"/>
              <a:gd name="connsiteX235" fmla="*/ 1124236 w 3246882"/>
              <a:gd name="connsiteY235" fmla="*/ 890683 h 1628584"/>
              <a:gd name="connsiteX236" fmla="*/ 1084802 w 3246882"/>
              <a:gd name="connsiteY236" fmla="*/ 905923 h 1628584"/>
              <a:gd name="connsiteX237" fmla="*/ 1069562 w 3246882"/>
              <a:gd name="connsiteY237" fmla="*/ 943547 h 1628584"/>
              <a:gd name="connsiteX238" fmla="*/ 1084802 w 3246882"/>
              <a:gd name="connsiteY238" fmla="*/ 981266 h 1628584"/>
              <a:gd name="connsiteX239" fmla="*/ 1124236 w 3246882"/>
              <a:gd name="connsiteY239" fmla="*/ 997077 h 1628584"/>
              <a:gd name="connsiteX240" fmla="*/ 1164431 w 3246882"/>
              <a:gd name="connsiteY240" fmla="*/ 981837 h 1628584"/>
              <a:gd name="connsiteX241" fmla="*/ 1179671 w 3246882"/>
              <a:gd name="connsiteY241" fmla="*/ 943928 h 1628584"/>
              <a:gd name="connsiteX242" fmla="*/ 1164431 w 3246882"/>
              <a:gd name="connsiteY242" fmla="*/ 906018 h 1628584"/>
              <a:gd name="connsiteX243" fmla="*/ 1124236 w 3246882"/>
              <a:gd name="connsiteY243" fmla="*/ 890778 h 1628584"/>
              <a:gd name="connsiteX244" fmla="*/ 1079564 w 3246882"/>
              <a:gd name="connsiteY244" fmla="*/ 1449229 h 1628584"/>
              <a:gd name="connsiteX245" fmla="*/ 1168527 w 3246882"/>
              <a:gd name="connsiteY245" fmla="*/ 1449229 h 1628584"/>
              <a:gd name="connsiteX246" fmla="*/ 1168527 w 3246882"/>
              <a:gd name="connsiteY246" fmla="*/ 1068229 h 1628584"/>
              <a:gd name="connsiteX247" fmla="*/ 1079564 w 3246882"/>
              <a:gd name="connsiteY247" fmla="*/ 1068229 h 1628584"/>
              <a:gd name="connsiteX248" fmla="*/ 1079564 w 3246882"/>
              <a:gd name="connsiteY248" fmla="*/ 1449229 h 1628584"/>
              <a:gd name="connsiteX249" fmla="*/ 1440656 w 3246882"/>
              <a:gd name="connsiteY249" fmla="*/ 1383697 h 1628584"/>
              <a:gd name="connsiteX250" fmla="*/ 1419797 w 3246882"/>
              <a:gd name="connsiteY250" fmla="*/ 1387412 h 1628584"/>
              <a:gd name="connsiteX251" fmla="*/ 1388555 w 3246882"/>
              <a:gd name="connsiteY251" fmla="*/ 1374172 h 1628584"/>
              <a:gd name="connsiteX252" fmla="*/ 1377410 w 3246882"/>
              <a:gd name="connsiteY252" fmla="*/ 1333024 h 1628584"/>
              <a:gd name="connsiteX253" fmla="*/ 1377410 w 3246882"/>
              <a:gd name="connsiteY253" fmla="*/ 1137285 h 1628584"/>
              <a:gd name="connsiteX254" fmla="*/ 1474565 w 3246882"/>
              <a:gd name="connsiteY254" fmla="*/ 1137285 h 1628584"/>
              <a:gd name="connsiteX255" fmla="*/ 1474565 w 3246882"/>
              <a:gd name="connsiteY255" fmla="*/ 1068038 h 1628584"/>
              <a:gd name="connsiteX256" fmla="*/ 1377410 w 3246882"/>
              <a:gd name="connsiteY256" fmla="*/ 1068038 h 1628584"/>
              <a:gd name="connsiteX257" fmla="*/ 1377410 w 3246882"/>
              <a:gd name="connsiteY257" fmla="*/ 958977 h 1628584"/>
              <a:gd name="connsiteX258" fmla="*/ 1288447 w 3246882"/>
              <a:gd name="connsiteY258" fmla="*/ 974598 h 1628584"/>
              <a:gd name="connsiteX259" fmla="*/ 1288447 w 3246882"/>
              <a:gd name="connsiteY259" fmla="*/ 1067943 h 1628584"/>
              <a:gd name="connsiteX260" fmla="*/ 1224820 w 3246882"/>
              <a:gd name="connsiteY260" fmla="*/ 1067943 h 1628584"/>
              <a:gd name="connsiteX261" fmla="*/ 1224820 w 3246882"/>
              <a:gd name="connsiteY261" fmla="*/ 1137190 h 1628584"/>
              <a:gd name="connsiteX262" fmla="*/ 1288447 w 3246882"/>
              <a:gd name="connsiteY262" fmla="*/ 1137190 h 1628584"/>
              <a:gd name="connsiteX263" fmla="*/ 1288447 w 3246882"/>
              <a:gd name="connsiteY263" fmla="*/ 1345597 h 1628584"/>
              <a:gd name="connsiteX264" fmla="*/ 1316736 w 3246882"/>
              <a:gd name="connsiteY264" fmla="*/ 1429322 h 1628584"/>
              <a:gd name="connsiteX265" fmla="*/ 1401223 w 3246882"/>
              <a:gd name="connsiteY265" fmla="*/ 1457992 h 1628584"/>
              <a:gd name="connsiteX266" fmla="*/ 1452372 w 3246882"/>
              <a:gd name="connsiteY266" fmla="*/ 1450753 h 1628584"/>
              <a:gd name="connsiteX267" fmla="*/ 1491234 w 3246882"/>
              <a:gd name="connsiteY267" fmla="*/ 1431227 h 1628584"/>
              <a:gd name="connsiteX268" fmla="*/ 1463707 w 3246882"/>
              <a:gd name="connsiteY268" fmla="*/ 1370933 h 1628584"/>
              <a:gd name="connsiteX269" fmla="*/ 1440656 w 3246882"/>
              <a:gd name="connsiteY269" fmla="*/ 1383602 h 1628584"/>
              <a:gd name="connsiteX270" fmla="*/ 1829657 w 3246882"/>
              <a:gd name="connsiteY270" fmla="*/ 1107662 h 1628584"/>
              <a:gd name="connsiteX271" fmla="*/ 1873949 w 3246882"/>
              <a:gd name="connsiteY271" fmla="*/ 1247204 h 1628584"/>
              <a:gd name="connsiteX272" fmla="*/ 1873949 w 3246882"/>
              <a:gd name="connsiteY272" fmla="*/ 1280731 h 1628584"/>
              <a:gd name="connsiteX273" fmla="*/ 1612392 w 3246882"/>
              <a:gd name="connsiteY273" fmla="*/ 1280731 h 1628584"/>
              <a:gd name="connsiteX274" fmla="*/ 1641824 w 3246882"/>
              <a:gd name="connsiteY274" fmla="*/ 1362075 h 1628584"/>
              <a:gd name="connsiteX275" fmla="*/ 1711738 w 3246882"/>
              <a:gd name="connsiteY275" fmla="*/ 1389031 h 1628584"/>
              <a:gd name="connsiteX276" fmla="*/ 1763459 w 3246882"/>
              <a:gd name="connsiteY276" fmla="*/ 1375220 h 1628584"/>
              <a:gd name="connsiteX277" fmla="*/ 1802130 w 3246882"/>
              <a:gd name="connsiteY277" fmla="*/ 1334262 h 1628584"/>
              <a:gd name="connsiteX278" fmla="*/ 1870234 w 3246882"/>
              <a:gd name="connsiteY278" fmla="*/ 1371505 h 1628584"/>
              <a:gd name="connsiteX279" fmla="*/ 1803464 w 3246882"/>
              <a:gd name="connsiteY279" fmla="*/ 1435703 h 1628584"/>
              <a:gd name="connsiteX280" fmla="*/ 1708785 w 3246882"/>
              <a:gd name="connsiteY280" fmla="*/ 1458182 h 1628584"/>
              <a:gd name="connsiteX281" fmla="*/ 1573149 w 3246882"/>
              <a:gd name="connsiteY281" fmla="*/ 1407605 h 1628584"/>
              <a:gd name="connsiteX282" fmla="*/ 1522381 w 3246882"/>
              <a:gd name="connsiteY282" fmla="*/ 1262158 h 1628584"/>
              <a:gd name="connsiteX283" fmla="*/ 1574673 w 3246882"/>
              <a:gd name="connsiteY283" fmla="*/ 1115568 h 1628584"/>
              <a:gd name="connsiteX284" fmla="*/ 1705070 w 3246882"/>
              <a:gd name="connsiteY284" fmla="*/ 1059371 h 1628584"/>
              <a:gd name="connsiteX285" fmla="*/ 1829753 w 3246882"/>
              <a:gd name="connsiteY285" fmla="*/ 1107758 h 1628584"/>
              <a:gd name="connsiteX286" fmla="*/ 1788414 w 3246882"/>
              <a:gd name="connsiteY286" fmla="*/ 1218152 h 1628584"/>
              <a:gd name="connsiteX287" fmla="*/ 1766602 w 3246882"/>
              <a:gd name="connsiteY287" fmla="*/ 1149858 h 1628584"/>
              <a:gd name="connsiteX288" fmla="*/ 1706499 w 3246882"/>
              <a:gd name="connsiteY288" fmla="*/ 1125855 h 1628584"/>
              <a:gd name="connsiteX289" fmla="*/ 1641729 w 3246882"/>
              <a:gd name="connsiteY289" fmla="*/ 1152049 h 1628584"/>
              <a:gd name="connsiteX290" fmla="*/ 1612011 w 3246882"/>
              <a:gd name="connsiteY290" fmla="*/ 1218057 h 1628584"/>
              <a:gd name="connsiteX291" fmla="*/ 1788414 w 3246882"/>
              <a:gd name="connsiteY291" fmla="*/ 1218057 h 1628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</a:cxnLst>
            <a:rect l="l" t="t" r="r" b="b"/>
            <a:pathLst>
              <a:path w="3246882" h="1628584">
                <a:moveTo>
                  <a:pt x="452057" y="39338"/>
                </a:moveTo>
                <a:lnTo>
                  <a:pt x="576739" y="39338"/>
                </a:lnTo>
                <a:lnTo>
                  <a:pt x="576739" y="572929"/>
                </a:lnTo>
                <a:lnTo>
                  <a:pt x="486347" y="572929"/>
                </a:lnTo>
                <a:lnTo>
                  <a:pt x="486347" y="234315"/>
                </a:lnTo>
                <a:cubicBezTo>
                  <a:pt x="486347" y="220218"/>
                  <a:pt x="486537" y="206597"/>
                  <a:pt x="486918" y="193548"/>
                </a:cubicBezTo>
                <a:cubicBezTo>
                  <a:pt x="487299" y="180499"/>
                  <a:pt x="487585" y="165735"/>
                  <a:pt x="487871" y="149066"/>
                </a:cubicBezTo>
                <a:lnTo>
                  <a:pt x="485680" y="149066"/>
                </a:lnTo>
                <a:cubicBezTo>
                  <a:pt x="483489" y="156496"/>
                  <a:pt x="481298" y="162973"/>
                  <a:pt x="479393" y="168593"/>
                </a:cubicBezTo>
                <a:cubicBezTo>
                  <a:pt x="477393" y="174212"/>
                  <a:pt x="475202" y="180023"/>
                  <a:pt x="472726" y="186309"/>
                </a:cubicBezTo>
                <a:lnTo>
                  <a:pt x="319088" y="572929"/>
                </a:lnTo>
                <a:lnTo>
                  <a:pt x="254699" y="572929"/>
                </a:lnTo>
                <a:lnTo>
                  <a:pt x="99727" y="189643"/>
                </a:lnTo>
                <a:cubicBezTo>
                  <a:pt x="97727" y="183928"/>
                  <a:pt x="95726" y="178213"/>
                  <a:pt x="93631" y="172307"/>
                </a:cubicBezTo>
                <a:cubicBezTo>
                  <a:pt x="91535" y="166497"/>
                  <a:pt x="88868" y="158686"/>
                  <a:pt x="85630" y="149066"/>
                </a:cubicBezTo>
                <a:lnTo>
                  <a:pt x="83439" y="149066"/>
                </a:lnTo>
                <a:cubicBezTo>
                  <a:pt x="83915" y="164402"/>
                  <a:pt x="84296" y="180023"/>
                  <a:pt x="84582" y="195739"/>
                </a:cubicBezTo>
                <a:cubicBezTo>
                  <a:pt x="84868" y="211455"/>
                  <a:pt x="84963" y="228410"/>
                  <a:pt x="84963" y="246507"/>
                </a:cubicBezTo>
                <a:lnTo>
                  <a:pt x="84963" y="572834"/>
                </a:lnTo>
                <a:lnTo>
                  <a:pt x="0" y="572834"/>
                </a:lnTo>
                <a:lnTo>
                  <a:pt x="0" y="39338"/>
                </a:lnTo>
                <a:lnTo>
                  <a:pt x="129826" y="39338"/>
                </a:lnTo>
                <a:lnTo>
                  <a:pt x="266414" y="383477"/>
                </a:lnTo>
                <a:cubicBezTo>
                  <a:pt x="271653" y="396145"/>
                  <a:pt x="275749" y="406813"/>
                  <a:pt x="278892" y="415671"/>
                </a:cubicBezTo>
                <a:cubicBezTo>
                  <a:pt x="282035" y="424434"/>
                  <a:pt x="284988" y="434245"/>
                  <a:pt x="288036" y="444913"/>
                </a:cubicBezTo>
                <a:lnTo>
                  <a:pt x="290227" y="444913"/>
                </a:lnTo>
                <a:cubicBezTo>
                  <a:pt x="294704" y="433007"/>
                  <a:pt x="298704" y="422243"/>
                  <a:pt x="302324" y="412528"/>
                </a:cubicBezTo>
                <a:cubicBezTo>
                  <a:pt x="305943" y="402812"/>
                  <a:pt x="309658" y="392811"/>
                  <a:pt x="313658" y="382429"/>
                </a:cubicBezTo>
                <a:lnTo>
                  <a:pt x="452057" y="39338"/>
                </a:lnTo>
                <a:close/>
                <a:moveTo>
                  <a:pt x="712375" y="120872"/>
                </a:moveTo>
                <a:cubicBezTo>
                  <a:pt x="728948" y="120872"/>
                  <a:pt x="742379" y="115824"/>
                  <a:pt x="752570" y="105632"/>
                </a:cubicBezTo>
                <a:cubicBezTo>
                  <a:pt x="762762" y="95441"/>
                  <a:pt x="767810" y="82772"/>
                  <a:pt x="767810" y="67723"/>
                </a:cubicBezTo>
                <a:cubicBezTo>
                  <a:pt x="767810" y="52673"/>
                  <a:pt x="762762" y="39910"/>
                  <a:pt x="752570" y="29813"/>
                </a:cubicBezTo>
                <a:cubicBezTo>
                  <a:pt x="742379" y="19622"/>
                  <a:pt x="729044" y="14573"/>
                  <a:pt x="712375" y="14573"/>
                </a:cubicBezTo>
                <a:cubicBezTo>
                  <a:pt x="695706" y="14573"/>
                  <a:pt x="683133" y="19622"/>
                  <a:pt x="672941" y="29813"/>
                </a:cubicBezTo>
                <a:cubicBezTo>
                  <a:pt x="662750" y="40005"/>
                  <a:pt x="657701" y="52483"/>
                  <a:pt x="657701" y="67437"/>
                </a:cubicBezTo>
                <a:cubicBezTo>
                  <a:pt x="657701" y="82391"/>
                  <a:pt x="662750" y="94679"/>
                  <a:pt x="672941" y="105156"/>
                </a:cubicBezTo>
                <a:cubicBezTo>
                  <a:pt x="683133" y="115729"/>
                  <a:pt x="696278" y="120968"/>
                  <a:pt x="712375" y="120968"/>
                </a:cubicBezTo>
                <a:close/>
                <a:moveTo>
                  <a:pt x="667703" y="572929"/>
                </a:moveTo>
                <a:lnTo>
                  <a:pt x="756666" y="572929"/>
                </a:lnTo>
                <a:lnTo>
                  <a:pt x="756666" y="191929"/>
                </a:lnTo>
                <a:lnTo>
                  <a:pt x="667703" y="191929"/>
                </a:lnTo>
                <a:lnTo>
                  <a:pt x="667703" y="572929"/>
                </a:lnTo>
                <a:close/>
                <a:moveTo>
                  <a:pt x="1179100" y="500348"/>
                </a:moveTo>
                <a:lnTo>
                  <a:pt x="1110234" y="461677"/>
                </a:lnTo>
                <a:cubicBezTo>
                  <a:pt x="1099090" y="478346"/>
                  <a:pt x="1086422" y="490157"/>
                  <a:pt x="1072325" y="497205"/>
                </a:cubicBezTo>
                <a:cubicBezTo>
                  <a:pt x="1058228" y="504254"/>
                  <a:pt x="1042702" y="507778"/>
                  <a:pt x="1025843" y="507778"/>
                </a:cubicBezTo>
                <a:cubicBezTo>
                  <a:pt x="993553" y="507778"/>
                  <a:pt x="967835" y="497015"/>
                  <a:pt x="948500" y="475393"/>
                </a:cubicBezTo>
                <a:cubicBezTo>
                  <a:pt x="929164" y="453771"/>
                  <a:pt x="919448" y="423101"/>
                  <a:pt x="919448" y="383096"/>
                </a:cubicBezTo>
                <a:cubicBezTo>
                  <a:pt x="919448" y="343091"/>
                  <a:pt x="929259" y="311182"/>
                  <a:pt x="948881" y="288608"/>
                </a:cubicBezTo>
                <a:cubicBezTo>
                  <a:pt x="968502" y="266033"/>
                  <a:pt x="993362" y="254794"/>
                  <a:pt x="1023652" y="254794"/>
                </a:cubicBezTo>
                <a:cubicBezTo>
                  <a:pt x="1040987" y="254794"/>
                  <a:pt x="1056418" y="258413"/>
                  <a:pt x="1069753" y="265557"/>
                </a:cubicBezTo>
                <a:cubicBezTo>
                  <a:pt x="1083183" y="272796"/>
                  <a:pt x="1095566" y="284893"/>
                  <a:pt x="1106996" y="302038"/>
                </a:cubicBezTo>
                <a:lnTo>
                  <a:pt x="1176909" y="267462"/>
                </a:lnTo>
                <a:cubicBezTo>
                  <a:pt x="1163479" y="239649"/>
                  <a:pt x="1143476" y="218694"/>
                  <a:pt x="1116806" y="204407"/>
                </a:cubicBezTo>
                <a:cubicBezTo>
                  <a:pt x="1090136" y="190119"/>
                  <a:pt x="1060037" y="182975"/>
                  <a:pt x="1026605" y="182975"/>
                </a:cubicBezTo>
                <a:cubicBezTo>
                  <a:pt x="968026" y="182975"/>
                  <a:pt x="920401" y="201359"/>
                  <a:pt x="883730" y="238220"/>
                </a:cubicBezTo>
                <a:cubicBezTo>
                  <a:pt x="847058" y="275082"/>
                  <a:pt x="828675" y="325374"/>
                  <a:pt x="828675" y="389096"/>
                </a:cubicBezTo>
                <a:cubicBezTo>
                  <a:pt x="828675" y="447104"/>
                  <a:pt x="845915" y="493776"/>
                  <a:pt x="880396" y="529019"/>
                </a:cubicBezTo>
                <a:cubicBezTo>
                  <a:pt x="914876" y="564261"/>
                  <a:pt x="962597" y="581882"/>
                  <a:pt x="1023652" y="581882"/>
                </a:cubicBezTo>
                <a:cubicBezTo>
                  <a:pt x="1056608" y="581882"/>
                  <a:pt x="1086612" y="575215"/>
                  <a:pt x="1113473" y="561785"/>
                </a:cubicBezTo>
                <a:cubicBezTo>
                  <a:pt x="1140333" y="548354"/>
                  <a:pt x="1162241" y="527971"/>
                  <a:pt x="1179100" y="500348"/>
                </a:cubicBezTo>
                <a:close/>
                <a:moveTo>
                  <a:pt x="1438656" y="185166"/>
                </a:moveTo>
                <a:cubicBezTo>
                  <a:pt x="1415796" y="185166"/>
                  <a:pt x="1395698" y="191643"/>
                  <a:pt x="1378363" y="204692"/>
                </a:cubicBezTo>
                <a:cubicBezTo>
                  <a:pt x="1361027" y="217742"/>
                  <a:pt x="1347883" y="236411"/>
                  <a:pt x="1338929" y="260699"/>
                </a:cubicBezTo>
                <a:lnTo>
                  <a:pt x="1337405" y="260699"/>
                </a:lnTo>
                <a:lnTo>
                  <a:pt x="1337405" y="191834"/>
                </a:lnTo>
                <a:lnTo>
                  <a:pt x="1248442" y="191834"/>
                </a:lnTo>
                <a:lnTo>
                  <a:pt x="1248442" y="572834"/>
                </a:lnTo>
                <a:lnTo>
                  <a:pt x="1337405" y="572834"/>
                </a:lnTo>
                <a:lnTo>
                  <a:pt x="1337405" y="384524"/>
                </a:lnTo>
                <a:cubicBezTo>
                  <a:pt x="1337405" y="348043"/>
                  <a:pt x="1345311" y="318707"/>
                  <a:pt x="1361027" y="296323"/>
                </a:cubicBezTo>
                <a:cubicBezTo>
                  <a:pt x="1376743" y="274034"/>
                  <a:pt x="1397413" y="262795"/>
                  <a:pt x="1422940" y="262795"/>
                </a:cubicBezTo>
                <a:cubicBezTo>
                  <a:pt x="1431131" y="262795"/>
                  <a:pt x="1438847" y="263557"/>
                  <a:pt x="1446181" y="265176"/>
                </a:cubicBezTo>
                <a:cubicBezTo>
                  <a:pt x="1453515" y="266795"/>
                  <a:pt x="1460754" y="268986"/>
                  <a:pt x="1467993" y="271653"/>
                </a:cubicBezTo>
                <a:lnTo>
                  <a:pt x="1491806" y="195739"/>
                </a:lnTo>
                <a:cubicBezTo>
                  <a:pt x="1482376" y="191548"/>
                  <a:pt x="1473613" y="188690"/>
                  <a:pt x="1465421" y="187166"/>
                </a:cubicBezTo>
                <a:cubicBezTo>
                  <a:pt x="1457230" y="185642"/>
                  <a:pt x="1448276" y="184976"/>
                  <a:pt x="1438656" y="184976"/>
                </a:cubicBezTo>
                <a:close/>
                <a:moveTo>
                  <a:pt x="1855375" y="237649"/>
                </a:moveTo>
                <a:cubicBezTo>
                  <a:pt x="1890236" y="274130"/>
                  <a:pt x="1907667" y="321278"/>
                  <a:pt x="1907667" y="379000"/>
                </a:cubicBezTo>
                <a:cubicBezTo>
                  <a:pt x="1907667" y="436721"/>
                  <a:pt x="1889284" y="486632"/>
                  <a:pt x="1852613" y="524637"/>
                </a:cubicBezTo>
                <a:cubicBezTo>
                  <a:pt x="1815941" y="562737"/>
                  <a:pt x="1767364" y="581787"/>
                  <a:pt x="1707166" y="581787"/>
                </a:cubicBezTo>
                <a:cubicBezTo>
                  <a:pt x="1646968" y="581787"/>
                  <a:pt x="1598581" y="564071"/>
                  <a:pt x="1562957" y="528542"/>
                </a:cubicBezTo>
                <a:cubicBezTo>
                  <a:pt x="1527334" y="493109"/>
                  <a:pt x="1509522" y="445294"/>
                  <a:pt x="1509522" y="385286"/>
                </a:cubicBezTo>
                <a:cubicBezTo>
                  <a:pt x="1509808" y="324517"/>
                  <a:pt x="1528667" y="275558"/>
                  <a:pt x="1566101" y="238506"/>
                </a:cubicBezTo>
                <a:cubicBezTo>
                  <a:pt x="1603534" y="201454"/>
                  <a:pt x="1652302" y="182880"/>
                  <a:pt x="1712309" y="182880"/>
                </a:cubicBezTo>
                <a:cubicBezTo>
                  <a:pt x="1772317" y="182880"/>
                  <a:pt x="1820513" y="201073"/>
                  <a:pt x="1855375" y="237554"/>
                </a:cubicBezTo>
                <a:close/>
                <a:moveTo>
                  <a:pt x="1816513" y="381286"/>
                </a:moveTo>
                <a:cubicBezTo>
                  <a:pt x="1816513" y="343376"/>
                  <a:pt x="1807178" y="312801"/>
                  <a:pt x="1788605" y="289751"/>
                </a:cubicBezTo>
                <a:cubicBezTo>
                  <a:pt x="1770031" y="266700"/>
                  <a:pt x="1743837" y="255175"/>
                  <a:pt x="1710118" y="255175"/>
                </a:cubicBezTo>
                <a:cubicBezTo>
                  <a:pt x="1676400" y="255175"/>
                  <a:pt x="1650302" y="267081"/>
                  <a:pt x="1630299" y="290894"/>
                </a:cubicBezTo>
                <a:cubicBezTo>
                  <a:pt x="1610297" y="314706"/>
                  <a:pt x="1600391" y="345567"/>
                  <a:pt x="1600391" y="383572"/>
                </a:cubicBezTo>
                <a:cubicBezTo>
                  <a:pt x="1600391" y="421577"/>
                  <a:pt x="1610297" y="453676"/>
                  <a:pt x="1630013" y="476250"/>
                </a:cubicBezTo>
                <a:cubicBezTo>
                  <a:pt x="1649730" y="498824"/>
                  <a:pt x="1676591" y="510064"/>
                  <a:pt x="1710595" y="510064"/>
                </a:cubicBezTo>
                <a:cubicBezTo>
                  <a:pt x="1744599" y="510064"/>
                  <a:pt x="1770412" y="498443"/>
                  <a:pt x="1788890" y="475107"/>
                </a:cubicBezTo>
                <a:cubicBezTo>
                  <a:pt x="1807369" y="451771"/>
                  <a:pt x="1816608" y="420529"/>
                  <a:pt x="1816608" y="381381"/>
                </a:cubicBezTo>
                <a:close/>
                <a:moveTo>
                  <a:pt x="2123313" y="339566"/>
                </a:moveTo>
                <a:cubicBezTo>
                  <a:pt x="2096262" y="334328"/>
                  <a:pt x="2077879" y="328327"/>
                  <a:pt x="2068068" y="321374"/>
                </a:cubicBezTo>
                <a:cubicBezTo>
                  <a:pt x="2058257" y="314420"/>
                  <a:pt x="2053400" y="304800"/>
                  <a:pt x="2053400" y="292322"/>
                </a:cubicBezTo>
                <a:cubicBezTo>
                  <a:pt x="2053400" y="279845"/>
                  <a:pt x="2058067" y="269367"/>
                  <a:pt x="2067497" y="261461"/>
                </a:cubicBezTo>
                <a:cubicBezTo>
                  <a:pt x="2076926" y="253556"/>
                  <a:pt x="2090642" y="249555"/>
                  <a:pt x="2108835" y="249555"/>
                </a:cubicBezTo>
                <a:cubicBezTo>
                  <a:pt x="2125694" y="249555"/>
                  <a:pt x="2140268" y="252508"/>
                  <a:pt x="2152555" y="258509"/>
                </a:cubicBezTo>
                <a:cubicBezTo>
                  <a:pt x="2164842" y="264509"/>
                  <a:pt x="2176653" y="273368"/>
                  <a:pt x="2188083" y="285274"/>
                </a:cubicBezTo>
                <a:lnTo>
                  <a:pt x="2239804" y="238411"/>
                </a:lnTo>
                <a:cubicBezTo>
                  <a:pt x="2225421" y="219837"/>
                  <a:pt x="2206943" y="205931"/>
                  <a:pt x="2184368" y="196691"/>
                </a:cubicBezTo>
                <a:cubicBezTo>
                  <a:pt x="2161794" y="187547"/>
                  <a:pt x="2137505" y="182880"/>
                  <a:pt x="2111407" y="182880"/>
                </a:cubicBezTo>
                <a:cubicBezTo>
                  <a:pt x="2070735" y="182880"/>
                  <a:pt x="2037017" y="193453"/>
                  <a:pt x="2010251" y="214694"/>
                </a:cubicBezTo>
                <a:cubicBezTo>
                  <a:pt x="1983486" y="235934"/>
                  <a:pt x="1970056" y="265081"/>
                  <a:pt x="1970056" y="302324"/>
                </a:cubicBezTo>
                <a:cubicBezTo>
                  <a:pt x="1970056" y="331375"/>
                  <a:pt x="1979962" y="355759"/>
                  <a:pt x="1999679" y="375476"/>
                </a:cubicBezTo>
                <a:cubicBezTo>
                  <a:pt x="2019395" y="395192"/>
                  <a:pt x="2054162" y="409385"/>
                  <a:pt x="2104073" y="418052"/>
                </a:cubicBezTo>
                <a:cubicBezTo>
                  <a:pt x="2124361" y="421767"/>
                  <a:pt x="2139696" y="427768"/>
                  <a:pt x="2149983" y="436055"/>
                </a:cubicBezTo>
                <a:cubicBezTo>
                  <a:pt x="2160270" y="444341"/>
                  <a:pt x="2165414" y="454724"/>
                  <a:pt x="2165414" y="467106"/>
                </a:cubicBezTo>
                <a:cubicBezTo>
                  <a:pt x="2165414" y="482251"/>
                  <a:pt x="2159984" y="493967"/>
                  <a:pt x="2149031" y="502253"/>
                </a:cubicBezTo>
                <a:cubicBezTo>
                  <a:pt x="2138077" y="510540"/>
                  <a:pt x="2122837" y="514731"/>
                  <a:pt x="2103311" y="514731"/>
                </a:cubicBezTo>
                <a:cubicBezTo>
                  <a:pt x="2085975" y="514731"/>
                  <a:pt x="2069402" y="510826"/>
                  <a:pt x="2053685" y="503015"/>
                </a:cubicBezTo>
                <a:cubicBezTo>
                  <a:pt x="2037969" y="495205"/>
                  <a:pt x="2023110" y="482156"/>
                  <a:pt x="2009204" y="463772"/>
                </a:cubicBezTo>
                <a:lnTo>
                  <a:pt x="1955673" y="511778"/>
                </a:lnTo>
                <a:cubicBezTo>
                  <a:pt x="1969770" y="534638"/>
                  <a:pt x="1989868" y="551974"/>
                  <a:pt x="2015966" y="563880"/>
                </a:cubicBezTo>
                <a:cubicBezTo>
                  <a:pt x="2042065" y="575786"/>
                  <a:pt x="2070926" y="581787"/>
                  <a:pt x="2102644" y="581787"/>
                </a:cubicBezTo>
                <a:cubicBezTo>
                  <a:pt x="2146268" y="581787"/>
                  <a:pt x="2181606" y="570548"/>
                  <a:pt x="2208657" y="547973"/>
                </a:cubicBezTo>
                <a:cubicBezTo>
                  <a:pt x="2235708" y="525399"/>
                  <a:pt x="2249234" y="495776"/>
                  <a:pt x="2249234" y="459010"/>
                </a:cubicBezTo>
                <a:cubicBezTo>
                  <a:pt x="2249234" y="426244"/>
                  <a:pt x="2238851" y="399955"/>
                  <a:pt x="2217992" y="380143"/>
                </a:cubicBezTo>
                <a:cubicBezTo>
                  <a:pt x="2197132" y="360331"/>
                  <a:pt x="2165604" y="346805"/>
                  <a:pt x="2123504" y="339566"/>
                </a:cubicBezTo>
                <a:close/>
                <a:moveTo>
                  <a:pt x="2658332" y="237649"/>
                </a:moveTo>
                <a:cubicBezTo>
                  <a:pt x="2693194" y="274130"/>
                  <a:pt x="2710624" y="321278"/>
                  <a:pt x="2710624" y="379000"/>
                </a:cubicBezTo>
                <a:cubicBezTo>
                  <a:pt x="2710624" y="436721"/>
                  <a:pt x="2692241" y="486632"/>
                  <a:pt x="2655570" y="524637"/>
                </a:cubicBezTo>
                <a:cubicBezTo>
                  <a:pt x="2618899" y="562737"/>
                  <a:pt x="2570321" y="581787"/>
                  <a:pt x="2510123" y="581787"/>
                </a:cubicBezTo>
                <a:cubicBezTo>
                  <a:pt x="2449925" y="581787"/>
                  <a:pt x="2401538" y="564071"/>
                  <a:pt x="2365915" y="528542"/>
                </a:cubicBezTo>
                <a:cubicBezTo>
                  <a:pt x="2330291" y="493109"/>
                  <a:pt x="2312480" y="445294"/>
                  <a:pt x="2312480" y="385286"/>
                </a:cubicBezTo>
                <a:cubicBezTo>
                  <a:pt x="2312765" y="324517"/>
                  <a:pt x="2331625" y="275558"/>
                  <a:pt x="2369058" y="238506"/>
                </a:cubicBezTo>
                <a:cubicBezTo>
                  <a:pt x="2406491" y="201454"/>
                  <a:pt x="2455259" y="182880"/>
                  <a:pt x="2515267" y="182880"/>
                </a:cubicBezTo>
                <a:cubicBezTo>
                  <a:pt x="2575274" y="182880"/>
                  <a:pt x="2623471" y="201073"/>
                  <a:pt x="2658332" y="237554"/>
                </a:cubicBezTo>
                <a:close/>
                <a:moveTo>
                  <a:pt x="2619375" y="381286"/>
                </a:moveTo>
                <a:cubicBezTo>
                  <a:pt x="2619375" y="343376"/>
                  <a:pt x="2610041" y="312801"/>
                  <a:pt x="2591467" y="289751"/>
                </a:cubicBezTo>
                <a:cubicBezTo>
                  <a:pt x="2572893" y="266700"/>
                  <a:pt x="2546699" y="255175"/>
                  <a:pt x="2512981" y="255175"/>
                </a:cubicBezTo>
                <a:cubicBezTo>
                  <a:pt x="2479262" y="255175"/>
                  <a:pt x="2453164" y="267081"/>
                  <a:pt x="2433161" y="290894"/>
                </a:cubicBezTo>
                <a:cubicBezTo>
                  <a:pt x="2413159" y="314706"/>
                  <a:pt x="2403253" y="345567"/>
                  <a:pt x="2403253" y="383572"/>
                </a:cubicBezTo>
                <a:cubicBezTo>
                  <a:pt x="2403253" y="421577"/>
                  <a:pt x="2413159" y="453676"/>
                  <a:pt x="2432876" y="476250"/>
                </a:cubicBezTo>
                <a:cubicBezTo>
                  <a:pt x="2452592" y="498824"/>
                  <a:pt x="2479453" y="510064"/>
                  <a:pt x="2513457" y="510064"/>
                </a:cubicBezTo>
                <a:cubicBezTo>
                  <a:pt x="2547461" y="510064"/>
                  <a:pt x="2573274" y="498443"/>
                  <a:pt x="2591753" y="475107"/>
                </a:cubicBezTo>
                <a:cubicBezTo>
                  <a:pt x="2610231" y="451771"/>
                  <a:pt x="2619470" y="420529"/>
                  <a:pt x="2619470" y="381381"/>
                </a:cubicBezTo>
                <a:close/>
                <a:moveTo>
                  <a:pt x="3219260" y="494729"/>
                </a:moveTo>
                <a:cubicBezTo>
                  <a:pt x="3210782" y="500634"/>
                  <a:pt x="3203162" y="504920"/>
                  <a:pt x="3196209" y="507397"/>
                </a:cubicBezTo>
                <a:cubicBezTo>
                  <a:pt x="3189256" y="509873"/>
                  <a:pt x="3182303" y="511112"/>
                  <a:pt x="3175349" y="511112"/>
                </a:cubicBezTo>
                <a:cubicBezTo>
                  <a:pt x="3161919" y="511112"/>
                  <a:pt x="3151537" y="506730"/>
                  <a:pt x="3144107" y="497872"/>
                </a:cubicBezTo>
                <a:cubicBezTo>
                  <a:pt x="3136678" y="489109"/>
                  <a:pt x="3132963" y="475393"/>
                  <a:pt x="3132963" y="456724"/>
                </a:cubicBezTo>
                <a:lnTo>
                  <a:pt x="3132963" y="260985"/>
                </a:lnTo>
                <a:lnTo>
                  <a:pt x="3230118" y="260985"/>
                </a:lnTo>
                <a:lnTo>
                  <a:pt x="3230118" y="191738"/>
                </a:lnTo>
                <a:lnTo>
                  <a:pt x="3132963" y="191738"/>
                </a:lnTo>
                <a:lnTo>
                  <a:pt x="3132963" y="82677"/>
                </a:lnTo>
                <a:lnTo>
                  <a:pt x="3043999" y="98298"/>
                </a:lnTo>
                <a:lnTo>
                  <a:pt x="3043999" y="191643"/>
                </a:lnTo>
                <a:lnTo>
                  <a:pt x="2893028" y="191643"/>
                </a:lnTo>
                <a:lnTo>
                  <a:pt x="2893028" y="130969"/>
                </a:lnTo>
                <a:cubicBezTo>
                  <a:pt x="2893028" y="111157"/>
                  <a:pt x="2897315" y="96203"/>
                  <a:pt x="2905887" y="86297"/>
                </a:cubicBezTo>
                <a:cubicBezTo>
                  <a:pt x="2914460" y="76391"/>
                  <a:pt x="2926652" y="71438"/>
                  <a:pt x="2942558" y="71438"/>
                </a:cubicBezTo>
                <a:cubicBezTo>
                  <a:pt x="2950750" y="71438"/>
                  <a:pt x="2958274" y="72581"/>
                  <a:pt x="2965037" y="74962"/>
                </a:cubicBezTo>
                <a:cubicBezTo>
                  <a:pt x="2971895" y="77343"/>
                  <a:pt x="2978468" y="80582"/>
                  <a:pt x="2984945" y="84868"/>
                </a:cubicBezTo>
                <a:lnTo>
                  <a:pt x="3021425" y="20479"/>
                </a:lnTo>
                <a:cubicBezTo>
                  <a:pt x="3008281" y="13526"/>
                  <a:pt x="2994851" y="8382"/>
                  <a:pt x="2981230" y="5048"/>
                </a:cubicBezTo>
                <a:cubicBezTo>
                  <a:pt x="2967609" y="1715"/>
                  <a:pt x="2953417" y="0"/>
                  <a:pt x="2938844" y="0"/>
                </a:cubicBezTo>
                <a:cubicBezTo>
                  <a:pt x="2896172" y="0"/>
                  <a:pt x="2863120" y="11621"/>
                  <a:pt x="2839688" y="34957"/>
                </a:cubicBezTo>
                <a:cubicBezTo>
                  <a:pt x="2816257" y="58293"/>
                  <a:pt x="2804541" y="90011"/>
                  <a:pt x="2804541" y="130207"/>
                </a:cubicBezTo>
                <a:lnTo>
                  <a:pt x="2804541" y="191643"/>
                </a:lnTo>
                <a:lnTo>
                  <a:pt x="2739771" y="191643"/>
                </a:lnTo>
                <a:lnTo>
                  <a:pt x="2739771" y="260890"/>
                </a:lnTo>
                <a:lnTo>
                  <a:pt x="2804541" y="260890"/>
                </a:lnTo>
                <a:lnTo>
                  <a:pt x="2804541" y="572643"/>
                </a:lnTo>
                <a:lnTo>
                  <a:pt x="2893124" y="572643"/>
                </a:lnTo>
                <a:lnTo>
                  <a:pt x="2893124" y="261080"/>
                </a:lnTo>
                <a:lnTo>
                  <a:pt x="3044095" y="261080"/>
                </a:lnTo>
                <a:lnTo>
                  <a:pt x="3044095" y="469487"/>
                </a:lnTo>
                <a:cubicBezTo>
                  <a:pt x="3044095" y="506159"/>
                  <a:pt x="3053524" y="534067"/>
                  <a:pt x="3072384" y="553212"/>
                </a:cubicBezTo>
                <a:cubicBezTo>
                  <a:pt x="3091244" y="572357"/>
                  <a:pt x="3119342" y="581882"/>
                  <a:pt x="3156871" y="581882"/>
                </a:cubicBezTo>
                <a:cubicBezTo>
                  <a:pt x="3175254" y="581882"/>
                  <a:pt x="3192304" y="579501"/>
                  <a:pt x="3208020" y="574643"/>
                </a:cubicBezTo>
                <a:cubicBezTo>
                  <a:pt x="3223736" y="569786"/>
                  <a:pt x="3236690" y="563309"/>
                  <a:pt x="3246882" y="555117"/>
                </a:cubicBezTo>
                <a:lnTo>
                  <a:pt x="3219355" y="494824"/>
                </a:lnTo>
                <a:close/>
                <a:moveTo>
                  <a:pt x="0" y="1449229"/>
                </a:moveTo>
                <a:lnTo>
                  <a:pt x="91154" y="1449229"/>
                </a:lnTo>
                <a:lnTo>
                  <a:pt x="91154" y="915638"/>
                </a:lnTo>
                <a:lnTo>
                  <a:pt x="0" y="915638"/>
                </a:lnTo>
                <a:lnTo>
                  <a:pt x="0" y="1449229"/>
                </a:lnTo>
                <a:close/>
                <a:moveTo>
                  <a:pt x="463391" y="1068229"/>
                </a:moveTo>
                <a:lnTo>
                  <a:pt x="552355" y="1068229"/>
                </a:lnTo>
                <a:lnTo>
                  <a:pt x="552355" y="1426559"/>
                </a:lnTo>
                <a:cubicBezTo>
                  <a:pt x="552355" y="1490758"/>
                  <a:pt x="534829" y="1540574"/>
                  <a:pt x="499682" y="1575721"/>
                </a:cubicBezTo>
                <a:cubicBezTo>
                  <a:pt x="464534" y="1610963"/>
                  <a:pt x="416243" y="1628585"/>
                  <a:pt x="354806" y="1628585"/>
                </a:cubicBezTo>
                <a:cubicBezTo>
                  <a:pt x="318325" y="1628585"/>
                  <a:pt x="284893" y="1621917"/>
                  <a:pt x="254318" y="1608677"/>
                </a:cubicBezTo>
                <a:cubicBezTo>
                  <a:pt x="223838" y="1595438"/>
                  <a:pt x="197739" y="1574959"/>
                  <a:pt x="176213" y="1547431"/>
                </a:cubicBezTo>
                <a:lnTo>
                  <a:pt x="240983" y="1499426"/>
                </a:lnTo>
                <a:cubicBezTo>
                  <a:pt x="255365" y="1519238"/>
                  <a:pt x="271844" y="1534097"/>
                  <a:pt x="290322" y="1543907"/>
                </a:cubicBezTo>
                <a:cubicBezTo>
                  <a:pt x="308800" y="1553718"/>
                  <a:pt x="330803" y="1558576"/>
                  <a:pt x="356330" y="1558576"/>
                </a:cubicBezTo>
                <a:cubicBezTo>
                  <a:pt x="389573" y="1558576"/>
                  <a:pt x="415766" y="1548765"/>
                  <a:pt x="434816" y="1529144"/>
                </a:cubicBezTo>
                <a:cubicBezTo>
                  <a:pt x="453962" y="1509522"/>
                  <a:pt x="463487" y="1480376"/>
                  <a:pt x="463487" y="1441704"/>
                </a:cubicBezTo>
                <a:lnTo>
                  <a:pt x="463487" y="1398175"/>
                </a:lnTo>
                <a:lnTo>
                  <a:pt x="461963" y="1398175"/>
                </a:lnTo>
                <a:cubicBezTo>
                  <a:pt x="448056" y="1417796"/>
                  <a:pt x="431101" y="1432655"/>
                  <a:pt x="411194" y="1442847"/>
                </a:cubicBezTo>
                <a:cubicBezTo>
                  <a:pt x="391287" y="1453039"/>
                  <a:pt x="366522" y="1458087"/>
                  <a:pt x="336995" y="1458087"/>
                </a:cubicBezTo>
                <a:cubicBezTo>
                  <a:pt x="287655" y="1458087"/>
                  <a:pt x="247936" y="1441418"/>
                  <a:pt x="217932" y="1408081"/>
                </a:cubicBezTo>
                <a:cubicBezTo>
                  <a:pt x="187928" y="1374743"/>
                  <a:pt x="172879" y="1328261"/>
                  <a:pt x="172879" y="1268730"/>
                </a:cubicBezTo>
                <a:cubicBezTo>
                  <a:pt x="172879" y="1202722"/>
                  <a:pt x="190214" y="1151382"/>
                  <a:pt x="224790" y="1114520"/>
                </a:cubicBezTo>
                <a:cubicBezTo>
                  <a:pt x="259366" y="1077659"/>
                  <a:pt x="302324" y="1059275"/>
                  <a:pt x="353759" y="1059275"/>
                </a:cubicBezTo>
                <a:cubicBezTo>
                  <a:pt x="376333" y="1059275"/>
                  <a:pt x="397097" y="1063466"/>
                  <a:pt x="416052" y="1071944"/>
                </a:cubicBezTo>
                <a:cubicBezTo>
                  <a:pt x="435007" y="1080421"/>
                  <a:pt x="450342" y="1092422"/>
                  <a:pt x="461963" y="1108043"/>
                </a:cubicBezTo>
                <a:lnTo>
                  <a:pt x="463487" y="1108043"/>
                </a:lnTo>
                <a:lnTo>
                  <a:pt x="463487" y="1068229"/>
                </a:lnTo>
                <a:close/>
                <a:moveTo>
                  <a:pt x="464153" y="1228154"/>
                </a:moveTo>
                <a:cubicBezTo>
                  <a:pt x="464153" y="1201388"/>
                  <a:pt x="455105" y="1178528"/>
                  <a:pt x="437007" y="1159478"/>
                </a:cubicBezTo>
                <a:cubicBezTo>
                  <a:pt x="418910" y="1140428"/>
                  <a:pt x="395573" y="1130999"/>
                  <a:pt x="367094" y="1130999"/>
                </a:cubicBezTo>
                <a:cubicBezTo>
                  <a:pt x="335375" y="1130999"/>
                  <a:pt x="310134" y="1142619"/>
                  <a:pt x="291560" y="1165765"/>
                </a:cubicBezTo>
                <a:cubicBezTo>
                  <a:pt x="272987" y="1189006"/>
                  <a:pt x="263652" y="1221677"/>
                  <a:pt x="263652" y="1263777"/>
                </a:cubicBezTo>
                <a:cubicBezTo>
                  <a:pt x="263652" y="1301687"/>
                  <a:pt x="272225" y="1331595"/>
                  <a:pt x="289465" y="1353407"/>
                </a:cubicBezTo>
                <a:cubicBezTo>
                  <a:pt x="306705" y="1375220"/>
                  <a:pt x="330613" y="1386173"/>
                  <a:pt x="361093" y="1386173"/>
                </a:cubicBezTo>
                <a:cubicBezTo>
                  <a:pt x="391573" y="1386173"/>
                  <a:pt x="416433" y="1375601"/>
                  <a:pt x="435483" y="1354360"/>
                </a:cubicBezTo>
                <a:cubicBezTo>
                  <a:pt x="454533" y="1333119"/>
                  <a:pt x="464153" y="1305592"/>
                  <a:pt x="464153" y="1271588"/>
                </a:cubicBezTo>
                <a:lnTo>
                  <a:pt x="464153" y="1228058"/>
                </a:lnTo>
                <a:close/>
                <a:moveTo>
                  <a:pt x="860965" y="1059275"/>
                </a:moveTo>
                <a:cubicBezTo>
                  <a:pt x="835914" y="1059275"/>
                  <a:pt x="812673" y="1064514"/>
                  <a:pt x="791432" y="1075087"/>
                </a:cubicBezTo>
                <a:cubicBezTo>
                  <a:pt x="770096" y="1085660"/>
                  <a:pt x="752570" y="1100614"/>
                  <a:pt x="738950" y="1119950"/>
                </a:cubicBezTo>
                <a:lnTo>
                  <a:pt x="737426" y="1119950"/>
                </a:lnTo>
                <a:lnTo>
                  <a:pt x="737426" y="1068229"/>
                </a:lnTo>
                <a:lnTo>
                  <a:pt x="648462" y="1068229"/>
                </a:lnTo>
                <a:lnTo>
                  <a:pt x="648462" y="1449229"/>
                </a:lnTo>
                <a:lnTo>
                  <a:pt x="737426" y="1449229"/>
                </a:lnTo>
                <a:lnTo>
                  <a:pt x="737426" y="1231964"/>
                </a:lnTo>
                <a:cubicBezTo>
                  <a:pt x="737426" y="1202912"/>
                  <a:pt x="745808" y="1178909"/>
                  <a:pt x="762572" y="1159764"/>
                </a:cubicBezTo>
                <a:cubicBezTo>
                  <a:pt x="779336" y="1140714"/>
                  <a:pt x="800862" y="1131094"/>
                  <a:pt x="827151" y="1131094"/>
                </a:cubicBezTo>
                <a:cubicBezTo>
                  <a:pt x="851916" y="1131094"/>
                  <a:pt x="870585" y="1139285"/>
                  <a:pt x="882968" y="1155668"/>
                </a:cubicBezTo>
                <a:cubicBezTo>
                  <a:pt x="895350" y="1172051"/>
                  <a:pt x="901541" y="1195769"/>
                  <a:pt x="901541" y="1226725"/>
                </a:cubicBezTo>
                <a:lnTo>
                  <a:pt x="901541" y="1449229"/>
                </a:lnTo>
                <a:lnTo>
                  <a:pt x="990505" y="1449229"/>
                </a:lnTo>
                <a:lnTo>
                  <a:pt x="990505" y="1214819"/>
                </a:lnTo>
                <a:cubicBezTo>
                  <a:pt x="990505" y="1165003"/>
                  <a:pt x="979456" y="1126617"/>
                  <a:pt x="957358" y="1099661"/>
                </a:cubicBezTo>
                <a:cubicBezTo>
                  <a:pt x="935260" y="1072706"/>
                  <a:pt x="903161" y="1059275"/>
                  <a:pt x="860965" y="1059275"/>
                </a:cubicBezTo>
                <a:close/>
                <a:moveTo>
                  <a:pt x="1124236" y="890683"/>
                </a:moveTo>
                <a:cubicBezTo>
                  <a:pt x="1108139" y="890683"/>
                  <a:pt x="1094994" y="895731"/>
                  <a:pt x="1084802" y="905923"/>
                </a:cubicBezTo>
                <a:cubicBezTo>
                  <a:pt x="1074611" y="916115"/>
                  <a:pt x="1069562" y="928592"/>
                  <a:pt x="1069562" y="943547"/>
                </a:cubicBezTo>
                <a:cubicBezTo>
                  <a:pt x="1069562" y="958501"/>
                  <a:pt x="1074611" y="970788"/>
                  <a:pt x="1084802" y="981266"/>
                </a:cubicBezTo>
                <a:cubicBezTo>
                  <a:pt x="1094994" y="991838"/>
                  <a:pt x="1108139" y="997077"/>
                  <a:pt x="1124236" y="997077"/>
                </a:cubicBezTo>
                <a:cubicBezTo>
                  <a:pt x="1140333" y="997077"/>
                  <a:pt x="1154240" y="992029"/>
                  <a:pt x="1164431" y="981837"/>
                </a:cubicBezTo>
                <a:cubicBezTo>
                  <a:pt x="1174623" y="971645"/>
                  <a:pt x="1179671" y="958977"/>
                  <a:pt x="1179671" y="943928"/>
                </a:cubicBezTo>
                <a:cubicBezTo>
                  <a:pt x="1179671" y="928878"/>
                  <a:pt x="1174623" y="916115"/>
                  <a:pt x="1164431" y="906018"/>
                </a:cubicBezTo>
                <a:cubicBezTo>
                  <a:pt x="1154240" y="895826"/>
                  <a:pt x="1140905" y="890778"/>
                  <a:pt x="1124236" y="890778"/>
                </a:cubicBezTo>
                <a:close/>
                <a:moveTo>
                  <a:pt x="1079564" y="1449229"/>
                </a:moveTo>
                <a:lnTo>
                  <a:pt x="1168527" y="1449229"/>
                </a:lnTo>
                <a:lnTo>
                  <a:pt x="1168527" y="1068229"/>
                </a:lnTo>
                <a:lnTo>
                  <a:pt x="1079564" y="1068229"/>
                </a:lnTo>
                <a:lnTo>
                  <a:pt x="1079564" y="1449229"/>
                </a:lnTo>
                <a:close/>
                <a:moveTo>
                  <a:pt x="1440656" y="1383697"/>
                </a:moveTo>
                <a:cubicBezTo>
                  <a:pt x="1433703" y="1386173"/>
                  <a:pt x="1426750" y="1387412"/>
                  <a:pt x="1419797" y="1387412"/>
                </a:cubicBezTo>
                <a:cubicBezTo>
                  <a:pt x="1406366" y="1387412"/>
                  <a:pt x="1395984" y="1383030"/>
                  <a:pt x="1388555" y="1374172"/>
                </a:cubicBezTo>
                <a:cubicBezTo>
                  <a:pt x="1381125" y="1365409"/>
                  <a:pt x="1377410" y="1351693"/>
                  <a:pt x="1377410" y="1333024"/>
                </a:cubicBezTo>
                <a:lnTo>
                  <a:pt x="1377410" y="1137285"/>
                </a:lnTo>
                <a:lnTo>
                  <a:pt x="1474565" y="1137285"/>
                </a:lnTo>
                <a:lnTo>
                  <a:pt x="1474565" y="1068038"/>
                </a:lnTo>
                <a:lnTo>
                  <a:pt x="1377410" y="1068038"/>
                </a:lnTo>
                <a:lnTo>
                  <a:pt x="1377410" y="958977"/>
                </a:lnTo>
                <a:lnTo>
                  <a:pt x="1288447" y="974598"/>
                </a:lnTo>
                <a:lnTo>
                  <a:pt x="1288447" y="1067943"/>
                </a:lnTo>
                <a:lnTo>
                  <a:pt x="1224820" y="1067943"/>
                </a:lnTo>
                <a:lnTo>
                  <a:pt x="1224820" y="1137190"/>
                </a:lnTo>
                <a:lnTo>
                  <a:pt x="1288447" y="1137190"/>
                </a:lnTo>
                <a:lnTo>
                  <a:pt x="1288447" y="1345597"/>
                </a:lnTo>
                <a:cubicBezTo>
                  <a:pt x="1288447" y="1382268"/>
                  <a:pt x="1297877" y="1410176"/>
                  <a:pt x="1316736" y="1429322"/>
                </a:cubicBezTo>
                <a:cubicBezTo>
                  <a:pt x="1335596" y="1448467"/>
                  <a:pt x="1363789" y="1457992"/>
                  <a:pt x="1401223" y="1457992"/>
                </a:cubicBezTo>
                <a:cubicBezTo>
                  <a:pt x="1419606" y="1457992"/>
                  <a:pt x="1436656" y="1455610"/>
                  <a:pt x="1452372" y="1450753"/>
                </a:cubicBezTo>
                <a:cubicBezTo>
                  <a:pt x="1468088" y="1445895"/>
                  <a:pt x="1481042" y="1439418"/>
                  <a:pt x="1491234" y="1431227"/>
                </a:cubicBezTo>
                <a:lnTo>
                  <a:pt x="1463707" y="1370933"/>
                </a:lnTo>
                <a:cubicBezTo>
                  <a:pt x="1455230" y="1376839"/>
                  <a:pt x="1447610" y="1381125"/>
                  <a:pt x="1440656" y="1383602"/>
                </a:cubicBezTo>
                <a:close/>
                <a:moveTo>
                  <a:pt x="1829657" y="1107662"/>
                </a:moveTo>
                <a:cubicBezTo>
                  <a:pt x="1859185" y="1139952"/>
                  <a:pt x="1873949" y="1186434"/>
                  <a:pt x="1873949" y="1247204"/>
                </a:cubicBezTo>
                <a:lnTo>
                  <a:pt x="1873949" y="1280731"/>
                </a:lnTo>
                <a:lnTo>
                  <a:pt x="1612392" y="1280731"/>
                </a:lnTo>
                <a:cubicBezTo>
                  <a:pt x="1613154" y="1316927"/>
                  <a:pt x="1622965" y="1344073"/>
                  <a:pt x="1641824" y="1362075"/>
                </a:cubicBezTo>
                <a:cubicBezTo>
                  <a:pt x="1660684" y="1380077"/>
                  <a:pt x="1684020" y="1389031"/>
                  <a:pt x="1711738" y="1389031"/>
                </a:cubicBezTo>
                <a:cubicBezTo>
                  <a:pt x="1731074" y="1389031"/>
                  <a:pt x="1748314" y="1384459"/>
                  <a:pt x="1763459" y="1375220"/>
                </a:cubicBezTo>
                <a:cubicBezTo>
                  <a:pt x="1778603" y="1366076"/>
                  <a:pt x="1791462" y="1352360"/>
                  <a:pt x="1802130" y="1334262"/>
                </a:cubicBezTo>
                <a:lnTo>
                  <a:pt x="1870234" y="1371505"/>
                </a:lnTo>
                <a:cubicBezTo>
                  <a:pt x="1852613" y="1399318"/>
                  <a:pt x="1830324" y="1420654"/>
                  <a:pt x="1803464" y="1435703"/>
                </a:cubicBezTo>
                <a:cubicBezTo>
                  <a:pt x="1776508" y="1450753"/>
                  <a:pt x="1744980" y="1458182"/>
                  <a:pt x="1708785" y="1458182"/>
                </a:cubicBezTo>
                <a:cubicBezTo>
                  <a:pt x="1652207" y="1458182"/>
                  <a:pt x="1607058" y="1441323"/>
                  <a:pt x="1573149" y="1407605"/>
                </a:cubicBezTo>
                <a:cubicBezTo>
                  <a:pt x="1539335" y="1373886"/>
                  <a:pt x="1522381" y="1325404"/>
                  <a:pt x="1522381" y="1262158"/>
                </a:cubicBezTo>
                <a:cubicBezTo>
                  <a:pt x="1522667" y="1201865"/>
                  <a:pt x="1540097" y="1153001"/>
                  <a:pt x="1574673" y="1115568"/>
                </a:cubicBezTo>
                <a:cubicBezTo>
                  <a:pt x="1609249" y="1078135"/>
                  <a:pt x="1652778" y="1059371"/>
                  <a:pt x="1705070" y="1059371"/>
                </a:cubicBezTo>
                <a:cubicBezTo>
                  <a:pt x="1757363" y="1059371"/>
                  <a:pt x="1800225" y="1075468"/>
                  <a:pt x="1829753" y="1107758"/>
                </a:cubicBezTo>
                <a:close/>
                <a:moveTo>
                  <a:pt x="1788414" y="1218152"/>
                </a:moveTo>
                <a:cubicBezTo>
                  <a:pt x="1788414" y="1188625"/>
                  <a:pt x="1781175" y="1165860"/>
                  <a:pt x="1766602" y="1149858"/>
                </a:cubicBezTo>
                <a:cubicBezTo>
                  <a:pt x="1752029" y="1133856"/>
                  <a:pt x="1732026" y="1125855"/>
                  <a:pt x="1706499" y="1125855"/>
                </a:cubicBezTo>
                <a:cubicBezTo>
                  <a:pt x="1680972" y="1125855"/>
                  <a:pt x="1658398" y="1134618"/>
                  <a:pt x="1641729" y="1152049"/>
                </a:cubicBezTo>
                <a:cubicBezTo>
                  <a:pt x="1625060" y="1169575"/>
                  <a:pt x="1615154" y="1191578"/>
                  <a:pt x="1612011" y="1218057"/>
                </a:cubicBezTo>
                <a:lnTo>
                  <a:pt x="1788414" y="1218057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71000">
                <a:srgbClr val="FFEBB6"/>
              </a:gs>
              <a:gs pos="100000">
                <a:srgbClr val="FFE6A4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3847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DFC294-8A26-120C-670A-C3BCB5E87E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793622C4-2B8D-1043-10DA-33B5AD9815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305051"/>
            <a:ext cx="5577840" cy="122872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>
                <a:solidFill>
                  <a:srgbClr val="FFF0C9"/>
                </a:solidFill>
              </a:defRPr>
            </a:lvl1pPr>
          </a:lstStyle>
          <a:p>
            <a:pPr lvl="0"/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37653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4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485144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3553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622069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2522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21824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415518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38714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6826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41023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F440FCB3-ECF5-52A2-C75D-DA911BBEA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0"/>
            <a:ext cx="6197600" cy="6858000"/>
          </a:xfrm>
          <a:prstGeom prst="rect">
            <a:avLst/>
          </a:prstGeom>
        </p:spPr>
      </p:pic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8F8B7ACC-CA50-BF7A-1DE2-BBA9A505FD5E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DA30B6C4-9C39-0A86-3056-CE1B7099E2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132267ED-95CF-B057-E4EC-D5AE00D2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92344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8F8B7ACC-CA50-BF7A-1DE2-BBA9A505FD5E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DA30B6C4-9C39-0A86-3056-CE1B7099E2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231DA7-D218-3D74-3EBC-2E6F1F67FD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"/>
          </a:blip>
          <a:srcRect l="9069" t="23997" r="42229" b="40674"/>
          <a:stretch/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043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231DA7-D218-3D74-3EBC-2E6F1F67F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</a:blip>
          <a:srcRect l="9069" t="23997" r="42229" b="40674"/>
          <a:stretch/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8F8B7ACC-CA50-BF7A-1DE2-BBA9A505FD5E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DA30B6C4-9C39-0A86-3056-CE1B7099E2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630638E-3DB9-A5E2-124E-ED03F3C0E2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33106" y="2230593"/>
            <a:ext cx="1998663" cy="2006871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FCC7ED3-396A-79D4-AEBF-E51921BAF0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92872" y="2230593"/>
            <a:ext cx="1998663" cy="2006871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7EC9E64-D28C-807B-6D2D-42E2849CA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E0C4667-91CF-CDC1-B103-5421C61399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8273" y="4408488"/>
            <a:ext cx="3888328" cy="369332"/>
          </a:xfrm>
        </p:spPr>
        <p:txBody>
          <a:bodyPr/>
          <a:lstStyle>
            <a:lvl1pPr algn="ctr">
              <a:buNone/>
              <a:defRPr sz="2400" b="1"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41BB0E2-13C3-25E7-F5E7-5600DDC806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8273" y="4809932"/>
            <a:ext cx="3888328" cy="246221"/>
          </a:xfrm>
        </p:spPr>
        <p:txBody>
          <a:bodyPr/>
          <a:lstStyle>
            <a:lvl1pPr algn="ctr">
              <a:buNone/>
              <a:defRPr sz="1600">
                <a:solidFill>
                  <a:srgbClr val="D9ECF7"/>
                </a:solidFill>
              </a:defRPr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37E65F2-F2D0-3474-3985-31C24FE093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8039" y="4408488"/>
            <a:ext cx="3888328" cy="369332"/>
          </a:xfrm>
        </p:spPr>
        <p:txBody>
          <a:bodyPr/>
          <a:lstStyle>
            <a:lvl1pPr algn="ctr">
              <a:buNone/>
              <a:defRPr sz="2400" b="1"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B1AAAEE-695C-59C0-1718-3CC16E2DF1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8039" y="4809932"/>
            <a:ext cx="3888328" cy="246221"/>
          </a:xfrm>
        </p:spPr>
        <p:txBody>
          <a:bodyPr/>
          <a:lstStyle>
            <a:lvl1pPr algn="ctr">
              <a:buNone/>
              <a:defRPr sz="1600">
                <a:solidFill>
                  <a:srgbClr val="D9ECF7"/>
                </a:solidFill>
              </a:defRPr>
            </a:lvl1pPr>
          </a:lstStyle>
          <a:p>
            <a:pPr lvl="0"/>
            <a:r>
              <a:rPr lang="en-US"/>
              <a:t>Full name</a:t>
            </a:r>
          </a:p>
        </p:txBody>
      </p:sp>
    </p:spTree>
    <p:extLst>
      <p:ext uri="{BB962C8B-B14F-4D97-AF65-F5344CB8AC3E}">
        <p14:creationId xmlns:p14="http://schemas.microsoft.com/office/powerpoint/2010/main" val="2064083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8F8B7ACC-CA50-BF7A-1DE2-BBA9A505FD5E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DA30B6C4-9C39-0A86-3056-CE1B7099E2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231DA7-D218-3D74-3EBC-2E6F1F67FD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"/>
          </a:blip>
          <a:srcRect l="9069" t="23997" r="42229" b="40674"/>
          <a:stretch/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FCC7ED3-396A-79D4-AEBF-E51921BAF0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78939" y="1468398"/>
            <a:ext cx="2434121" cy="244411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6EB63EF3-9F31-0364-8563-7881AA5C8D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1836" y="4162918"/>
            <a:ext cx="3888328" cy="369332"/>
          </a:xfrm>
        </p:spPr>
        <p:txBody>
          <a:bodyPr/>
          <a:lstStyle>
            <a:lvl1pPr algn="ctr">
              <a:buNone/>
              <a:defRPr sz="2400" b="1"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562D8B0-ADC0-B69F-79EF-262A0F86C6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1836" y="4564362"/>
            <a:ext cx="3888328" cy="246221"/>
          </a:xfrm>
        </p:spPr>
        <p:txBody>
          <a:bodyPr/>
          <a:lstStyle>
            <a:lvl1pPr algn="ctr">
              <a:buNone/>
              <a:defRPr sz="1600">
                <a:solidFill>
                  <a:srgbClr val="D9ECF7"/>
                </a:solidFill>
              </a:defRPr>
            </a:lvl1pPr>
          </a:lstStyle>
          <a:p>
            <a:pPr lvl="0"/>
            <a:r>
              <a:rPr lang="en-US"/>
              <a:t>Full name</a:t>
            </a:r>
          </a:p>
        </p:txBody>
      </p:sp>
    </p:spTree>
    <p:extLst>
      <p:ext uri="{BB962C8B-B14F-4D97-AF65-F5344CB8AC3E}">
        <p14:creationId xmlns:p14="http://schemas.microsoft.com/office/powerpoint/2010/main" val="2941736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94960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76677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836938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459018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329249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011432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08786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16734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506644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034769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423534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0070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38799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256662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8288512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234829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160050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174056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97128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38992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7441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4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3B6E1FF4-0C6A-F602-EB66-39B3871D51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4400" y="0"/>
            <a:ext cx="6197600" cy="6858000"/>
          </a:xfrm>
          <a:prstGeom prst="rect">
            <a:avLst/>
          </a:prstGeom>
        </p:spPr>
      </p:pic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B6E9D2FE-6349-D51D-1C6E-E13752E0D334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90E667C9-B80B-0FE5-D32C-A528A7A830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059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44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0115666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4387468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8618667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610017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A1F847-CE64-A34B-15E6-0B12962D9A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E5DEF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769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912341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769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70154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280CCC-ED0A-7299-2F0C-04B3B632D2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E5DEF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07072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1619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3447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294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6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7712246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19305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C9C5B2-E9B4-7DDE-F1E3-96ED171C64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69682" y="-135215"/>
            <a:ext cx="12672768" cy="712843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1A140F8-9092-8E4F-986C-E73CB7FF0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430" y="799721"/>
            <a:ext cx="5574310" cy="5346555"/>
          </a:xfrm>
        </p:spPr>
        <p:txBody>
          <a:bodyPr lIns="0" tIns="0" bIns="0" anchor="t">
            <a:noAutofit/>
          </a:bodyPr>
          <a:lstStyle>
            <a:lvl1pPr>
              <a:defRPr sz="60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8616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11911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1000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499491"/>
            <a:ext cx="11033124" cy="492443"/>
          </a:xfrm>
        </p:spPr>
        <p:txBody>
          <a:bodyPr/>
          <a:lstStyle>
            <a:lvl1pPr algn="ctr"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946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bg>
      <p:bgPr>
        <a:blipFill dpi="0" rotWithShape="1">
          <a:blip r:embed="rId2">
            <a:alphaModFix amt="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411A-D5DC-059F-6306-BA7067DD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292100"/>
            <a:ext cx="11018520" cy="461665"/>
          </a:xfrm>
        </p:spPr>
        <p:txBody>
          <a:bodyPr/>
          <a:lstStyle>
            <a:lvl1pPr>
              <a:defRPr sz="3000" b="1" i="0" spc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E32D8-945D-F04D-386C-F9063486BD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7375" y="792164"/>
            <a:ext cx="11025188" cy="265112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05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00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00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pic>
        <p:nvPicPr>
          <p:cNvPr id="10" name="Image 3" descr="Une image contenant capture d’écran, Graphique, symbole, conception&#10;&#10;Description générée automatiquement">
            <a:extLst>
              <a:ext uri="{FF2B5EF4-FFF2-40B4-BE49-F238E27FC236}">
                <a16:creationId xmlns:a16="http://schemas.microsoft.com/office/drawing/2014/main" id="{B49F8A13-32CE-CC29-46A9-E813A90FF4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18" t="-9139" r="-5503" b="-13625"/>
          <a:stretch/>
        </p:blipFill>
        <p:spPr>
          <a:xfrm>
            <a:off x="11779067" y="6503119"/>
            <a:ext cx="251191" cy="213023"/>
          </a:xfrm>
          <a:prstGeom prst="rect">
            <a:avLst/>
          </a:prstGeom>
          <a:noFill/>
        </p:spPr>
      </p:pic>
      <p:cxnSp>
        <p:nvCxnSpPr>
          <p:cNvPr id="11" name="Connecteur droit 21">
            <a:extLst>
              <a:ext uri="{FF2B5EF4-FFF2-40B4-BE49-F238E27FC236}">
                <a16:creationId xmlns:a16="http://schemas.microsoft.com/office/drawing/2014/main" id="{AC93EBB4-BEAB-EEDE-8D3A-B12025151DF8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897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>
          <p15:clr>
            <a:srgbClr val="FBAE40"/>
          </p15:clr>
        </p15:guide>
        <p15:guide id="2" pos="4021">
          <p15:clr>
            <a:srgbClr val="FBAE40"/>
          </p15:clr>
        </p15:guide>
        <p15:guide id="3" orient="horz" pos="890">
          <p15:clr>
            <a:srgbClr val="FBAE40"/>
          </p15:clr>
        </p15:guide>
        <p15:guide id="4" orient="horz" pos="1298">
          <p15:clr>
            <a:srgbClr val="FBAE40"/>
          </p15:clr>
        </p15:guide>
        <p15:guide id="5" orient="horz" pos="168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99E7F4F9-EF38-9BF9-95D1-126195DC4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4400" y="0"/>
            <a:ext cx="6197600" cy="6858000"/>
          </a:xfrm>
          <a:prstGeom prst="rect">
            <a:avLst/>
          </a:prstGeom>
        </p:spPr>
      </p:pic>
      <p:sp>
        <p:nvSpPr>
          <p:cNvPr id="4" name="Espace réservé du texte 16">
            <a:extLst>
              <a:ext uri="{FF2B5EF4-FFF2-40B4-BE49-F238E27FC236}">
                <a16:creationId xmlns:a16="http://schemas.microsoft.com/office/drawing/2014/main" id="{8B9F4690-C01E-4903-3DFA-CA0113CB81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4117" y="2348850"/>
            <a:ext cx="7745698" cy="21603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4000" b="1">
                <a:solidFill>
                  <a:schemeClr val="bg1"/>
                </a:solidFill>
              </a:defRPr>
            </a:lvl1pPr>
            <a:lvl2pPr marL="228600" indent="0">
              <a:buFontTx/>
              <a:buNone/>
              <a:defRPr/>
            </a:lvl2pPr>
            <a:lvl3pPr marL="457200" indent="0">
              <a:buFontTx/>
              <a:buNone/>
              <a:defRPr/>
            </a:lvl3pPr>
            <a:lvl4pPr marL="661988" indent="0">
              <a:buFontTx/>
              <a:buNone/>
              <a:defRPr/>
            </a:lvl4pPr>
            <a:lvl5pPr marL="855663" indent="0">
              <a:buFontTx/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fr-FR"/>
              <a:t>EVENT NAME OR PRESENTATION TITLE</a:t>
            </a:r>
          </a:p>
        </p:txBody>
      </p:sp>
      <p:sp>
        <p:nvSpPr>
          <p:cNvPr id="5" name="Espace réservé du texte 18">
            <a:extLst>
              <a:ext uri="{FF2B5EF4-FFF2-40B4-BE49-F238E27FC236}">
                <a16:creationId xmlns:a16="http://schemas.microsoft.com/office/drawing/2014/main" id="{4A9BAFB4-5F60-57BC-7E37-A0C980994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4116" y="4509150"/>
            <a:ext cx="7745695" cy="2655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>
                    <a:lumMod val="90000"/>
                  </a:schemeClr>
                </a:solidFill>
              </a:defRPr>
            </a:lvl1pPr>
            <a:lvl2pPr>
              <a:defRPr sz="1600">
                <a:solidFill>
                  <a:schemeClr val="bg2">
                    <a:lumMod val="90000"/>
                  </a:schemeClr>
                </a:solidFill>
              </a:defRPr>
            </a:lvl2pPr>
            <a:lvl3pPr>
              <a:defRPr sz="1600">
                <a:solidFill>
                  <a:schemeClr val="bg2">
                    <a:lumMod val="90000"/>
                  </a:schemeClr>
                </a:solidFill>
              </a:defRPr>
            </a:lvl3pPr>
            <a:lvl4pPr>
              <a:defRPr sz="1600">
                <a:solidFill>
                  <a:schemeClr val="bg2">
                    <a:lumMod val="90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90000"/>
                  </a:schemeClr>
                </a:solidFill>
              </a:defRPr>
            </a:lvl5pPr>
          </a:lstStyle>
          <a:p>
            <a:pPr lvl="0"/>
            <a:r>
              <a:rPr lang="fr-FR"/>
              <a:t>Speaker </a:t>
            </a:r>
            <a:r>
              <a:rPr lang="fr-FR" err="1"/>
              <a:t>name</a:t>
            </a:r>
            <a:r>
              <a:rPr lang="fr-FR"/>
              <a:t> or </a:t>
            </a:r>
            <a:r>
              <a:rPr lang="fr-FR" err="1"/>
              <a:t>subtitle</a:t>
            </a:r>
            <a:endParaRPr lang="fr-FR"/>
          </a:p>
        </p:txBody>
      </p:sp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09CCF768-F127-991A-0524-8D5B02DB48D8}"/>
              </a:ext>
            </a:extLst>
          </p:cNvPr>
          <p:cNvCxnSpPr>
            <a:cxnSpLocks/>
          </p:cNvCxnSpPr>
          <p:nvPr userDrawn="1"/>
        </p:nvCxnSpPr>
        <p:spPr>
          <a:xfrm>
            <a:off x="3101302" y="2112579"/>
            <a:ext cx="0" cy="2662121"/>
          </a:xfrm>
          <a:prstGeom prst="line">
            <a:avLst/>
          </a:prstGeom>
          <a:ln w="15875">
            <a:solidFill>
              <a:schemeClr val="bg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MS logo white - EMF" descr="Microsoft logo white text version">
            <a:extLst>
              <a:ext uri="{FF2B5EF4-FFF2-40B4-BE49-F238E27FC236}">
                <a16:creationId xmlns:a16="http://schemas.microsoft.com/office/drawing/2014/main" id="{2CD0783F-08EB-85C2-4F0A-94BFF61A08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C0C4DEA-F299-53C3-92BC-C590A5001F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" y="3173639"/>
            <a:ext cx="21168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53219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F440FCB3-ECF5-52A2-C75D-DA911BBEA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0"/>
            <a:ext cx="6197600" cy="6858000"/>
          </a:xfrm>
          <a:prstGeom prst="rect">
            <a:avLst/>
          </a:prstGeom>
        </p:spPr>
      </p:pic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8F8B7ACC-CA50-BF7A-1DE2-BBA9A505FD5E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DA30B6C4-9C39-0A86-3056-CE1B7099E2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75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29CF09-A44F-0926-3589-0830B4F0EE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A11EC012-CDC5-CAA7-F351-E8B645EEC5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5" name="Graphic 2">
            <a:extLst>
              <a:ext uri="{FF2B5EF4-FFF2-40B4-BE49-F238E27FC236}">
                <a16:creationId xmlns:a16="http://schemas.microsoft.com/office/drawing/2014/main" id="{B550DCE4-4C0B-AEF5-C52A-8C1CCDBE3E76}"/>
              </a:ext>
            </a:extLst>
          </p:cNvPr>
          <p:cNvSpPr/>
          <p:nvPr userDrawn="1"/>
        </p:nvSpPr>
        <p:spPr>
          <a:xfrm>
            <a:off x="584728" y="2517698"/>
            <a:ext cx="3633699" cy="1822605"/>
          </a:xfrm>
          <a:custGeom>
            <a:avLst/>
            <a:gdLst>
              <a:gd name="connsiteX0" fmla="*/ 452057 w 3246882"/>
              <a:gd name="connsiteY0" fmla="*/ 39338 h 1628584"/>
              <a:gd name="connsiteX1" fmla="*/ 576739 w 3246882"/>
              <a:gd name="connsiteY1" fmla="*/ 39338 h 1628584"/>
              <a:gd name="connsiteX2" fmla="*/ 576739 w 3246882"/>
              <a:gd name="connsiteY2" fmla="*/ 572929 h 1628584"/>
              <a:gd name="connsiteX3" fmla="*/ 486347 w 3246882"/>
              <a:gd name="connsiteY3" fmla="*/ 572929 h 1628584"/>
              <a:gd name="connsiteX4" fmla="*/ 486347 w 3246882"/>
              <a:gd name="connsiteY4" fmla="*/ 234315 h 1628584"/>
              <a:gd name="connsiteX5" fmla="*/ 486918 w 3246882"/>
              <a:gd name="connsiteY5" fmla="*/ 193548 h 1628584"/>
              <a:gd name="connsiteX6" fmla="*/ 487871 w 3246882"/>
              <a:gd name="connsiteY6" fmla="*/ 149066 h 1628584"/>
              <a:gd name="connsiteX7" fmla="*/ 485680 w 3246882"/>
              <a:gd name="connsiteY7" fmla="*/ 149066 h 1628584"/>
              <a:gd name="connsiteX8" fmla="*/ 479393 w 3246882"/>
              <a:gd name="connsiteY8" fmla="*/ 168593 h 1628584"/>
              <a:gd name="connsiteX9" fmla="*/ 472726 w 3246882"/>
              <a:gd name="connsiteY9" fmla="*/ 186309 h 1628584"/>
              <a:gd name="connsiteX10" fmla="*/ 319088 w 3246882"/>
              <a:gd name="connsiteY10" fmla="*/ 572929 h 1628584"/>
              <a:gd name="connsiteX11" fmla="*/ 254699 w 3246882"/>
              <a:gd name="connsiteY11" fmla="*/ 572929 h 1628584"/>
              <a:gd name="connsiteX12" fmla="*/ 99727 w 3246882"/>
              <a:gd name="connsiteY12" fmla="*/ 189643 h 1628584"/>
              <a:gd name="connsiteX13" fmla="*/ 93631 w 3246882"/>
              <a:gd name="connsiteY13" fmla="*/ 172307 h 1628584"/>
              <a:gd name="connsiteX14" fmla="*/ 85630 w 3246882"/>
              <a:gd name="connsiteY14" fmla="*/ 149066 h 1628584"/>
              <a:gd name="connsiteX15" fmla="*/ 83439 w 3246882"/>
              <a:gd name="connsiteY15" fmla="*/ 149066 h 1628584"/>
              <a:gd name="connsiteX16" fmla="*/ 84582 w 3246882"/>
              <a:gd name="connsiteY16" fmla="*/ 195739 h 1628584"/>
              <a:gd name="connsiteX17" fmla="*/ 84963 w 3246882"/>
              <a:gd name="connsiteY17" fmla="*/ 246507 h 1628584"/>
              <a:gd name="connsiteX18" fmla="*/ 84963 w 3246882"/>
              <a:gd name="connsiteY18" fmla="*/ 572834 h 1628584"/>
              <a:gd name="connsiteX19" fmla="*/ 0 w 3246882"/>
              <a:gd name="connsiteY19" fmla="*/ 572834 h 1628584"/>
              <a:gd name="connsiteX20" fmla="*/ 0 w 3246882"/>
              <a:gd name="connsiteY20" fmla="*/ 39338 h 1628584"/>
              <a:gd name="connsiteX21" fmla="*/ 129826 w 3246882"/>
              <a:gd name="connsiteY21" fmla="*/ 39338 h 1628584"/>
              <a:gd name="connsiteX22" fmla="*/ 266414 w 3246882"/>
              <a:gd name="connsiteY22" fmla="*/ 383477 h 1628584"/>
              <a:gd name="connsiteX23" fmla="*/ 278892 w 3246882"/>
              <a:gd name="connsiteY23" fmla="*/ 415671 h 1628584"/>
              <a:gd name="connsiteX24" fmla="*/ 288036 w 3246882"/>
              <a:gd name="connsiteY24" fmla="*/ 444913 h 1628584"/>
              <a:gd name="connsiteX25" fmla="*/ 290227 w 3246882"/>
              <a:gd name="connsiteY25" fmla="*/ 444913 h 1628584"/>
              <a:gd name="connsiteX26" fmla="*/ 302324 w 3246882"/>
              <a:gd name="connsiteY26" fmla="*/ 412528 h 1628584"/>
              <a:gd name="connsiteX27" fmla="*/ 313658 w 3246882"/>
              <a:gd name="connsiteY27" fmla="*/ 382429 h 1628584"/>
              <a:gd name="connsiteX28" fmla="*/ 452057 w 3246882"/>
              <a:gd name="connsiteY28" fmla="*/ 39338 h 1628584"/>
              <a:gd name="connsiteX29" fmla="*/ 712375 w 3246882"/>
              <a:gd name="connsiteY29" fmla="*/ 120872 h 1628584"/>
              <a:gd name="connsiteX30" fmla="*/ 752570 w 3246882"/>
              <a:gd name="connsiteY30" fmla="*/ 105632 h 1628584"/>
              <a:gd name="connsiteX31" fmla="*/ 767810 w 3246882"/>
              <a:gd name="connsiteY31" fmla="*/ 67723 h 1628584"/>
              <a:gd name="connsiteX32" fmla="*/ 752570 w 3246882"/>
              <a:gd name="connsiteY32" fmla="*/ 29813 h 1628584"/>
              <a:gd name="connsiteX33" fmla="*/ 712375 w 3246882"/>
              <a:gd name="connsiteY33" fmla="*/ 14573 h 1628584"/>
              <a:gd name="connsiteX34" fmla="*/ 672941 w 3246882"/>
              <a:gd name="connsiteY34" fmla="*/ 29813 h 1628584"/>
              <a:gd name="connsiteX35" fmla="*/ 657701 w 3246882"/>
              <a:gd name="connsiteY35" fmla="*/ 67437 h 1628584"/>
              <a:gd name="connsiteX36" fmla="*/ 672941 w 3246882"/>
              <a:gd name="connsiteY36" fmla="*/ 105156 h 1628584"/>
              <a:gd name="connsiteX37" fmla="*/ 712375 w 3246882"/>
              <a:gd name="connsiteY37" fmla="*/ 120968 h 1628584"/>
              <a:gd name="connsiteX38" fmla="*/ 667703 w 3246882"/>
              <a:gd name="connsiteY38" fmla="*/ 572929 h 1628584"/>
              <a:gd name="connsiteX39" fmla="*/ 756666 w 3246882"/>
              <a:gd name="connsiteY39" fmla="*/ 572929 h 1628584"/>
              <a:gd name="connsiteX40" fmla="*/ 756666 w 3246882"/>
              <a:gd name="connsiteY40" fmla="*/ 191929 h 1628584"/>
              <a:gd name="connsiteX41" fmla="*/ 667703 w 3246882"/>
              <a:gd name="connsiteY41" fmla="*/ 191929 h 1628584"/>
              <a:gd name="connsiteX42" fmla="*/ 667703 w 3246882"/>
              <a:gd name="connsiteY42" fmla="*/ 572929 h 1628584"/>
              <a:gd name="connsiteX43" fmla="*/ 1179100 w 3246882"/>
              <a:gd name="connsiteY43" fmla="*/ 500348 h 1628584"/>
              <a:gd name="connsiteX44" fmla="*/ 1110234 w 3246882"/>
              <a:gd name="connsiteY44" fmla="*/ 461677 h 1628584"/>
              <a:gd name="connsiteX45" fmla="*/ 1072325 w 3246882"/>
              <a:gd name="connsiteY45" fmla="*/ 497205 h 1628584"/>
              <a:gd name="connsiteX46" fmla="*/ 1025843 w 3246882"/>
              <a:gd name="connsiteY46" fmla="*/ 507778 h 1628584"/>
              <a:gd name="connsiteX47" fmla="*/ 948500 w 3246882"/>
              <a:gd name="connsiteY47" fmla="*/ 475393 h 1628584"/>
              <a:gd name="connsiteX48" fmla="*/ 919448 w 3246882"/>
              <a:gd name="connsiteY48" fmla="*/ 383096 h 1628584"/>
              <a:gd name="connsiteX49" fmla="*/ 948881 w 3246882"/>
              <a:gd name="connsiteY49" fmla="*/ 288608 h 1628584"/>
              <a:gd name="connsiteX50" fmla="*/ 1023652 w 3246882"/>
              <a:gd name="connsiteY50" fmla="*/ 254794 h 1628584"/>
              <a:gd name="connsiteX51" fmla="*/ 1069753 w 3246882"/>
              <a:gd name="connsiteY51" fmla="*/ 265557 h 1628584"/>
              <a:gd name="connsiteX52" fmla="*/ 1106996 w 3246882"/>
              <a:gd name="connsiteY52" fmla="*/ 302038 h 1628584"/>
              <a:gd name="connsiteX53" fmla="*/ 1176909 w 3246882"/>
              <a:gd name="connsiteY53" fmla="*/ 267462 h 1628584"/>
              <a:gd name="connsiteX54" fmla="*/ 1116806 w 3246882"/>
              <a:gd name="connsiteY54" fmla="*/ 204407 h 1628584"/>
              <a:gd name="connsiteX55" fmla="*/ 1026605 w 3246882"/>
              <a:gd name="connsiteY55" fmla="*/ 182975 h 1628584"/>
              <a:gd name="connsiteX56" fmla="*/ 883730 w 3246882"/>
              <a:gd name="connsiteY56" fmla="*/ 238220 h 1628584"/>
              <a:gd name="connsiteX57" fmla="*/ 828675 w 3246882"/>
              <a:gd name="connsiteY57" fmla="*/ 389096 h 1628584"/>
              <a:gd name="connsiteX58" fmla="*/ 880396 w 3246882"/>
              <a:gd name="connsiteY58" fmla="*/ 529019 h 1628584"/>
              <a:gd name="connsiteX59" fmla="*/ 1023652 w 3246882"/>
              <a:gd name="connsiteY59" fmla="*/ 581882 h 1628584"/>
              <a:gd name="connsiteX60" fmla="*/ 1113473 w 3246882"/>
              <a:gd name="connsiteY60" fmla="*/ 561785 h 1628584"/>
              <a:gd name="connsiteX61" fmla="*/ 1179100 w 3246882"/>
              <a:gd name="connsiteY61" fmla="*/ 500348 h 1628584"/>
              <a:gd name="connsiteX62" fmla="*/ 1438656 w 3246882"/>
              <a:gd name="connsiteY62" fmla="*/ 185166 h 1628584"/>
              <a:gd name="connsiteX63" fmla="*/ 1378363 w 3246882"/>
              <a:gd name="connsiteY63" fmla="*/ 204692 h 1628584"/>
              <a:gd name="connsiteX64" fmla="*/ 1338929 w 3246882"/>
              <a:gd name="connsiteY64" fmla="*/ 260699 h 1628584"/>
              <a:gd name="connsiteX65" fmla="*/ 1337405 w 3246882"/>
              <a:gd name="connsiteY65" fmla="*/ 260699 h 1628584"/>
              <a:gd name="connsiteX66" fmla="*/ 1337405 w 3246882"/>
              <a:gd name="connsiteY66" fmla="*/ 191834 h 1628584"/>
              <a:gd name="connsiteX67" fmla="*/ 1248442 w 3246882"/>
              <a:gd name="connsiteY67" fmla="*/ 191834 h 1628584"/>
              <a:gd name="connsiteX68" fmla="*/ 1248442 w 3246882"/>
              <a:gd name="connsiteY68" fmla="*/ 572834 h 1628584"/>
              <a:gd name="connsiteX69" fmla="*/ 1337405 w 3246882"/>
              <a:gd name="connsiteY69" fmla="*/ 572834 h 1628584"/>
              <a:gd name="connsiteX70" fmla="*/ 1337405 w 3246882"/>
              <a:gd name="connsiteY70" fmla="*/ 384524 h 1628584"/>
              <a:gd name="connsiteX71" fmla="*/ 1361027 w 3246882"/>
              <a:gd name="connsiteY71" fmla="*/ 296323 h 1628584"/>
              <a:gd name="connsiteX72" fmla="*/ 1422940 w 3246882"/>
              <a:gd name="connsiteY72" fmla="*/ 262795 h 1628584"/>
              <a:gd name="connsiteX73" fmla="*/ 1446181 w 3246882"/>
              <a:gd name="connsiteY73" fmla="*/ 265176 h 1628584"/>
              <a:gd name="connsiteX74" fmla="*/ 1467993 w 3246882"/>
              <a:gd name="connsiteY74" fmla="*/ 271653 h 1628584"/>
              <a:gd name="connsiteX75" fmla="*/ 1491806 w 3246882"/>
              <a:gd name="connsiteY75" fmla="*/ 195739 h 1628584"/>
              <a:gd name="connsiteX76" fmla="*/ 1465421 w 3246882"/>
              <a:gd name="connsiteY76" fmla="*/ 187166 h 1628584"/>
              <a:gd name="connsiteX77" fmla="*/ 1438656 w 3246882"/>
              <a:gd name="connsiteY77" fmla="*/ 184976 h 1628584"/>
              <a:gd name="connsiteX78" fmla="*/ 1855375 w 3246882"/>
              <a:gd name="connsiteY78" fmla="*/ 237649 h 1628584"/>
              <a:gd name="connsiteX79" fmla="*/ 1907667 w 3246882"/>
              <a:gd name="connsiteY79" fmla="*/ 379000 h 1628584"/>
              <a:gd name="connsiteX80" fmla="*/ 1852613 w 3246882"/>
              <a:gd name="connsiteY80" fmla="*/ 524637 h 1628584"/>
              <a:gd name="connsiteX81" fmla="*/ 1707166 w 3246882"/>
              <a:gd name="connsiteY81" fmla="*/ 581787 h 1628584"/>
              <a:gd name="connsiteX82" fmla="*/ 1562957 w 3246882"/>
              <a:gd name="connsiteY82" fmla="*/ 528542 h 1628584"/>
              <a:gd name="connsiteX83" fmla="*/ 1509522 w 3246882"/>
              <a:gd name="connsiteY83" fmla="*/ 385286 h 1628584"/>
              <a:gd name="connsiteX84" fmla="*/ 1566101 w 3246882"/>
              <a:gd name="connsiteY84" fmla="*/ 238506 h 1628584"/>
              <a:gd name="connsiteX85" fmla="*/ 1712309 w 3246882"/>
              <a:gd name="connsiteY85" fmla="*/ 182880 h 1628584"/>
              <a:gd name="connsiteX86" fmla="*/ 1855375 w 3246882"/>
              <a:gd name="connsiteY86" fmla="*/ 237554 h 1628584"/>
              <a:gd name="connsiteX87" fmla="*/ 1816513 w 3246882"/>
              <a:gd name="connsiteY87" fmla="*/ 381286 h 1628584"/>
              <a:gd name="connsiteX88" fmla="*/ 1788605 w 3246882"/>
              <a:gd name="connsiteY88" fmla="*/ 289751 h 1628584"/>
              <a:gd name="connsiteX89" fmla="*/ 1710118 w 3246882"/>
              <a:gd name="connsiteY89" fmla="*/ 255175 h 1628584"/>
              <a:gd name="connsiteX90" fmla="*/ 1630299 w 3246882"/>
              <a:gd name="connsiteY90" fmla="*/ 290894 h 1628584"/>
              <a:gd name="connsiteX91" fmla="*/ 1600391 w 3246882"/>
              <a:gd name="connsiteY91" fmla="*/ 383572 h 1628584"/>
              <a:gd name="connsiteX92" fmla="*/ 1630013 w 3246882"/>
              <a:gd name="connsiteY92" fmla="*/ 476250 h 1628584"/>
              <a:gd name="connsiteX93" fmla="*/ 1710595 w 3246882"/>
              <a:gd name="connsiteY93" fmla="*/ 510064 h 1628584"/>
              <a:gd name="connsiteX94" fmla="*/ 1788890 w 3246882"/>
              <a:gd name="connsiteY94" fmla="*/ 475107 h 1628584"/>
              <a:gd name="connsiteX95" fmla="*/ 1816608 w 3246882"/>
              <a:gd name="connsiteY95" fmla="*/ 381381 h 1628584"/>
              <a:gd name="connsiteX96" fmla="*/ 2123313 w 3246882"/>
              <a:gd name="connsiteY96" fmla="*/ 339566 h 1628584"/>
              <a:gd name="connsiteX97" fmla="*/ 2068068 w 3246882"/>
              <a:gd name="connsiteY97" fmla="*/ 321374 h 1628584"/>
              <a:gd name="connsiteX98" fmla="*/ 2053400 w 3246882"/>
              <a:gd name="connsiteY98" fmla="*/ 292322 h 1628584"/>
              <a:gd name="connsiteX99" fmla="*/ 2067497 w 3246882"/>
              <a:gd name="connsiteY99" fmla="*/ 261461 h 1628584"/>
              <a:gd name="connsiteX100" fmla="*/ 2108835 w 3246882"/>
              <a:gd name="connsiteY100" fmla="*/ 249555 h 1628584"/>
              <a:gd name="connsiteX101" fmla="*/ 2152555 w 3246882"/>
              <a:gd name="connsiteY101" fmla="*/ 258509 h 1628584"/>
              <a:gd name="connsiteX102" fmla="*/ 2188083 w 3246882"/>
              <a:gd name="connsiteY102" fmla="*/ 285274 h 1628584"/>
              <a:gd name="connsiteX103" fmla="*/ 2239804 w 3246882"/>
              <a:gd name="connsiteY103" fmla="*/ 238411 h 1628584"/>
              <a:gd name="connsiteX104" fmla="*/ 2184368 w 3246882"/>
              <a:gd name="connsiteY104" fmla="*/ 196691 h 1628584"/>
              <a:gd name="connsiteX105" fmla="*/ 2111407 w 3246882"/>
              <a:gd name="connsiteY105" fmla="*/ 182880 h 1628584"/>
              <a:gd name="connsiteX106" fmla="*/ 2010251 w 3246882"/>
              <a:gd name="connsiteY106" fmla="*/ 214694 h 1628584"/>
              <a:gd name="connsiteX107" fmla="*/ 1970056 w 3246882"/>
              <a:gd name="connsiteY107" fmla="*/ 302324 h 1628584"/>
              <a:gd name="connsiteX108" fmla="*/ 1999679 w 3246882"/>
              <a:gd name="connsiteY108" fmla="*/ 375476 h 1628584"/>
              <a:gd name="connsiteX109" fmla="*/ 2104073 w 3246882"/>
              <a:gd name="connsiteY109" fmla="*/ 418052 h 1628584"/>
              <a:gd name="connsiteX110" fmla="*/ 2149983 w 3246882"/>
              <a:gd name="connsiteY110" fmla="*/ 436055 h 1628584"/>
              <a:gd name="connsiteX111" fmla="*/ 2165414 w 3246882"/>
              <a:gd name="connsiteY111" fmla="*/ 467106 h 1628584"/>
              <a:gd name="connsiteX112" fmla="*/ 2149031 w 3246882"/>
              <a:gd name="connsiteY112" fmla="*/ 502253 h 1628584"/>
              <a:gd name="connsiteX113" fmla="*/ 2103311 w 3246882"/>
              <a:gd name="connsiteY113" fmla="*/ 514731 h 1628584"/>
              <a:gd name="connsiteX114" fmla="*/ 2053685 w 3246882"/>
              <a:gd name="connsiteY114" fmla="*/ 503015 h 1628584"/>
              <a:gd name="connsiteX115" fmla="*/ 2009204 w 3246882"/>
              <a:gd name="connsiteY115" fmla="*/ 463772 h 1628584"/>
              <a:gd name="connsiteX116" fmla="*/ 1955673 w 3246882"/>
              <a:gd name="connsiteY116" fmla="*/ 511778 h 1628584"/>
              <a:gd name="connsiteX117" fmla="*/ 2015966 w 3246882"/>
              <a:gd name="connsiteY117" fmla="*/ 563880 h 1628584"/>
              <a:gd name="connsiteX118" fmla="*/ 2102644 w 3246882"/>
              <a:gd name="connsiteY118" fmla="*/ 581787 h 1628584"/>
              <a:gd name="connsiteX119" fmla="*/ 2208657 w 3246882"/>
              <a:gd name="connsiteY119" fmla="*/ 547973 h 1628584"/>
              <a:gd name="connsiteX120" fmla="*/ 2249234 w 3246882"/>
              <a:gd name="connsiteY120" fmla="*/ 459010 h 1628584"/>
              <a:gd name="connsiteX121" fmla="*/ 2217992 w 3246882"/>
              <a:gd name="connsiteY121" fmla="*/ 380143 h 1628584"/>
              <a:gd name="connsiteX122" fmla="*/ 2123504 w 3246882"/>
              <a:gd name="connsiteY122" fmla="*/ 339566 h 1628584"/>
              <a:gd name="connsiteX123" fmla="*/ 2658332 w 3246882"/>
              <a:gd name="connsiteY123" fmla="*/ 237649 h 1628584"/>
              <a:gd name="connsiteX124" fmla="*/ 2710624 w 3246882"/>
              <a:gd name="connsiteY124" fmla="*/ 379000 h 1628584"/>
              <a:gd name="connsiteX125" fmla="*/ 2655570 w 3246882"/>
              <a:gd name="connsiteY125" fmla="*/ 524637 h 1628584"/>
              <a:gd name="connsiteX126" fmla="*/ 2510123 w 3246882"/>
              <a:gd name="connsiteY126" fmla="*/ 581787 h 1628584"/>
              <a:gd name="connsiteX127" fmla="*/ 2365915 w 3246882"/>
              <a:gd name="connsiteY127" fmla="*/ 528542 h 1628584"/>
              <a:gd name="connsiteX128" fmla="*/ 2312480 w 3246882"/>
              <a:gd name="connsiteY128" fmla="*/ 385286 h 1628584"/>
              <a:gd name="connsiteX129" fmla="*/ 2369058 w 3246882"/>
              <a:gd name="connsiteY129" fmla="*/ 238506 h 1628584"/>
              <a:gd name="connsiteX130" fmla="*/ 2515267 w 3246882"/>
              <a:gd name="connsiteY130" fmla="*/ 182880 h 1628584"/>
              <a:gd name="connsiteX131" fmla="*/ 2658332 w 3246882"/>
              <a:gd name="connsiteY131" fmla="*/ 237554 h 1628584"/>
              <a:gd name="connsiteX132" fmla="*/ 2619375 w 3246882"/>
              <a:gd name="connsiteY132" fmla="*/ 381286 h 1628584"/>
              <a:gd name="connsiteX133" fmla="*/ 2591467 w 3246882"/>
              <a:gd name="connsiteY133" fmla="*/ 289751 h 1628584"/>
              <a:gd name="connsiteX134" fmla="*/ 2512981 w 3246882"/>
              <a:gd name="connsiteY134" fmla="*/ 255175 h 1628584"/>
              <a:gd name="connsiteX135" fmla="*/ 2433161 w 3246882"/>
              <a:gd name="connsiteY135" fmla="*/ 290894 h 1628584"/>
              <a:gd name="connsiteX136" fmla="*/ 2403253 w 3246882"/>
              <a:gd name="connsiteY136" fmla="*/ 383572 h 1628584"/>
              <a:gd name="connsiteX137" fmla="*/ 2432876 w 3246882"/>
              <a:gd name="connsiteY137" fmla="*/ 476250 h 1628584"/>
              <a:gd name="connsiteX138" fmla="*/ 2513457 w 3246882"/>
              <a:gd name="connsiteY138" fmla="*/ 510064 h 1628584"/>
              <a:gd name="connsiteX139" fmla="*/ 2591753 w 3246882"/>
              <a:gd name="connsiteY139" fmla="*/ 475107 h 1628584"/>
              <a:gd name="connsiteX140" fmla="*/ 2619470 w 3246882"/>
              <a:gd name="connsiteY140" fmla="*/ 381381 h 1628584"/>
              <a:gd name="connsiteX141" fmla="*/ 3219260 w 3246882"/>
              <a:gd name="connsiteY141" fmla="*/ 494729 h 1628584"/>
              <a:gd name="connsiteX142" fmla="*/ 3196209 w 3246882"/>
              <a:gd name="connsiteY142" fmla="*/ 507397 h 1628584"/>
              <a:gd name="connsiteX143" fmla="*/ 3175349 w 3246882"/>
              <a:gd name="connsiteY143" fmla="*/ 511112 h 1628584"/>
              <a:gd name="connsiteX144" fmla="*/ 3144107 w 3246882"/>
              <a:gd name="connsiteY144" fmla="*/ 497872 h 1628584"/>
              <a:gd name="connsiteX145" fmla="*/ 3132963 w 3246882"/>
              <a:gd name="connsiteY145" fmla="*/ 456724 h 1628584"/>
              <a:gd name="connsiteX146" fmla="*/ 3132963 w 3246882"/>
              <a:gd name="connsiteY146" fmla="*/ 260985 h 1628584"/>
              <a:gd name="connsiteX147" fmla="*/ 3230118 w 3246882"/>
              <a:gd name="connsiteY147" fmla="*/ 260985 h 1628584"/>
              <a:gd name="connsiteX148" fmla="*/ 3230118 w 3246882"/>
              <a:gd name="connsiteY148" fmla="*/ 191738 h 1628584"/>
              <a:gd name="connsiteX149" fmla="*/ 3132963 w 3246882"/>
              <a:gd name="connsiteY149" fmla="*/ 191738 h 1628584"/>
              <a:gd name="connsiteX150" fmla="*/ 3132963 w 3246882"/>
              <a:gd name="connsiteY150" fmla="*/ 82677 h 1628584"/>
              <a:gd name="connsiteX151" fmla="*/ 3043999 w 3246882"/>
              <a:gd name="connsiteY151" fmla="*/ 98298 h 1628584"/>
              <a:gd name="connsiteX152" fmla="*/ 3043999 w 3246882"/>
              <a:gd name="connsiteY152" fmla="*/ 191643 h 1628584"/>
              <a:gd name="connsiteX153" fmla="*/ 2893028 w 3246882"/>
              <a:gd name="connsiteY153" fmla="*/ 191643 h 1628584"/>
              <a:gd name="connsiteX154" fmla="*/ 2893028 w 3246882"/>
              <a:gd name="connsiteY154" fmla="*/ 130969 h 1628584"/>
              <a:gd name="connsiteX155" fmla="*/ 2905887 w 3246882"/>
              <a:gd name="connsiteY155" fmla="*/ 86297 h 1628584"/>
              <a:gd name="connsiteX156" fmla="*/ 2942558 w 3246882"/>
              <a:gd name="connsiteY156" fmla="*/ 71438 h 1628584"/>
              <a:gd name="connsiteX157" fmla="*/ 2965037 w 3246882"/>
              <a:gd name="connsiteY157" fmla="*/ 74962 h 1628584"/>
              <a:gd name="connsiteX158" fmla="*/ 2984945 w 3246882"/>
              <a:gd name="connsiteY158" fmla="*/ 84868 h 1628584"/>
              <a:gd name="connsiteX159" fmla="*/ 3021425 w 3246882"/>
              <a:gd name="connsiteY159" fmla="*/ 20479 h 1628584"/>
              <a:gd name="connsiteX160" fmla="*/ 2981230 w 3246882"/>
              <a:gd name="connsiteY160" fmla="*/ 5048 h 1628584"/>
              <a:gd name="connsiteX161" fmla="*/ 2938844 w 3246882"/>
              <a:gd name="connsiteY161" fmla="*/ 0 h 1628584"/>
              <a:gd name="connsiteX162" fmla="*/ 2839688 w 3246882"/>
              <a:gd name="connsiteY162" fmla="*/ 34957 h 1628584"/>
              <a:gd name="connsiteX163" fmla="*/ 2804541 w 3246882"/>
              <a:gd name="connsiteY163" fmla="*/ 130207 h 1628584"/>
              <a:gd name="connsiteX164" fmla="*/ 2804541 w 3246882"/>
              <a:gd name="connsiteY164" fmla="*/ 191643 h 1628584"/>
              <a:gd name="connsiteX165" fmla="*/ 2739771 w 3246882"/>
              <a:gd name="connsiteY165" fmla="*/ 191643 h 1628584"/>
              <a:gd name="connsiteX166" fmla="*/ 2739771 w 3246882"/>
              <a:gd name="connsiteY166" fmla="*/ 260890 h 1628584"/>
              <a:gd name="connsiteX167" fmla="*/ 2804541 w 3246882"/>
              <a:gd name="connsiteY167" fmla="*/ 260890 h 1628584"/>
              <a:gd name="connsiteX168" fmla="*/ 2804541 w 3246882"/>
              <a:gd name="connsiteY168" fmla="*/ 572643 h 1628584"/>
              <a:gd name="connsiteX169" fmla="*/ 2893124 w 3246882"/>
              <a:gd name="connsiteY169" fmla="*/ 572643 h 1628584"/>
              <a:gd name="connsiteX170" fmla="*/ 2893124 w 3246882"/>
              <a:gd name="connsiteY170" fmla="*/ 261080 h 1628584"/>
              <a:gd name="connsiteX171" fmla="*/ 3044095 w 3246882"/>
              <a:gd name="connsiteY171" fmla="*/ 261080 h 1628584"/>
              <a:gd name="connsiteX172" fmla="*/ 3044095 w 3246882"/>
              <a:gd name="connsiteY172" fmla="*/ 469487 h 1628584"/>
              <a:gd name="connsiteX173" fmla="*/ 3072384 w 3246882"/>
              <a:gd name="connsiteY173" fmla="*/ 553212 h 1628584"/>
              <a:gd name="connsiteX174" fmla="*/ 3156871 w 3246882"/>
              <a:gd name="connsiteY174" fmla="*/ 581882 h 1628584"/>
              <a:gd name="connsiteX175" fmla="*/ 3208020 w 3246882"/>
              <a:gd name="connsiteY175" fmla="*/ 574643 h 1628584"/>
              <a:gd name="connsiteX176" fmla="*/ 3246882 w 3246882"/>
              <a:gd name="connsiteY176" fmla="*/ 555117 h 1628584"/>
              <a:gd name="connsiteX177" fmla="*/ 3219355 w 3246882"/>
              <a:gd name="connsiteY177" fmla="*/ 494824 h 1628584"/>
              <a:gd name="connsiteX178" fmla="*/ 0 w 3246882"/>
              <a:gd name="connsiteY178" fmla="*/ 1449229 h 1628584"/>
              <a:gd name="connsiteX179" fmla="*/ 91154 w 3246882"/>
              <a:gd name="connsiteY179" fmla="*/ 1449229 h 1628584"/>
              <a:gd name="connsiteX180" fmla="*/ 91154 w 3246882"/>
              <a:gd name="connsiteY180" fmla="*/ 915638 h 1628584"/>
              <a:gd name="connsiteX181" fmla="*/ 0 w 3246882"/>
              <a:gd name="connsiteY181" fmla="*/ 915638 h 1628584"/>
              <a:gd name="connsiteX182" fmla="*/ 0 w 3246882"/>
              <a:gd name="connsiteY182" fmla="*/ 1449229 h 1628584"/>
              <a:gd name="connsiteX183" fmla="*/ 463391 w 3246882"/>
              <a:gd name="connsiteY183" fmla="*/ 1068229 h 1628584"/>
              <a:gd name="connsiteX184" fmla="*/ 552355 w 3246882"/>
              <a:gd name="connsiteY184" fmla="*/ 1068229 h 1628584"/>
              <a:gd name="connsiteX185" fmla="*/ 552355 w 3246882"/>
              <a:gd name="connsiteY185" fmla="*/ 1426559 h 1628584"/>
              <a:gd name="connsiteX186" fmla="*/ 499682 w 3246882"/>
              <a:gd name="connsiteY186" fmla="*/ 1575721 h 1628584"/>
              <a:gd name="connsiteX187" fmla="*/ 354806 w 3246882"/>
              <a:gd name="connsiteY187" fmla="*/ 1628585 h 1628584"/>
              <a:gd name="connsiteX188" fmla="*/ 254318 w 3246882"/>
              <a:gd name="connsiteY188" fmla="*/ 1608677 h 1628584"/>
              <a:gd name="connsiteX189" fmla="*/ 176213 w 3246882"/>
              <a:gd name="connsiteY189" fmla="*/ 1547431 h 1628584"/>
              <a:gd name="connsiteX190" fmla="*/ 240983 w 3246882"/>
              <a:gd name="connsiteY190" fmla="*/ 1499426 h 1628584"/>
              <a:gd name="connsiteX191" fmla="*/ 290322 w 3246882"/>
              <a:gd name="connsiteY191" fmla="*/ 1543907 h 1628584"/>
              <a:gd name="connsiteX192" fmla="*/ 356330 w 3246882"/>
              <a:gd name="connsiteY192" fmla="*/ 1558576 h 1628584"/>
              <a:gd name="connsiteX193" fmla="*/ 434816 w 3246882"/>
              <a:gd name="connsiteY193" fmla="*/ 1529144 h 1628584"/>
              <a:gd name="connsiteX194" fmla="*/ 463487 w 3246882"/>
              <a:gd name="connsiteY194" fmla="*/ 1441704 h 1628584"/>
              <a:gd name="connsiteX195" fmla="*/ 463487 w 3246882"/>
              <a:gd name="connsiteY195" fmla="*/ 1398175 h 1628584"/>
              <a:gd name="connsiteX196" fmla="*/ 461963 w 3246882"/>
              <a:gd name="connsiteY196" fmla="*/ 1398175 h 1628584"/>
              <a:gd name="connsiteX197" fmla="*/ 411194 w 3246882"/>
              <a:gd name="connsiteY197" fmla="*/ 1442847 h 1628584"/>
              <a:gd name="connsiteX198" fmla="*/ 336995 w 3246882"/>
              <a:gd name="connsiteY198" fmla="*/ 1458087 h 1628584"/>
              <a:gd name="connsiteX199" fmla="*/ 217932 w 3246882"/>
              <a:gd name="connsiteY199" fmla="*/ 1408081 h 1628584"/>
              <a:gd name="connsiteX200" fmla="*/ 172879 w 3246882"/>
              <a:gd name="connsiteY200" fmla="*/ 1268730 h 1628584"/>
              <a:gd name="connsiteX201" fmla="*/ 224790 w 3246882"/>
              <a:gd name="connsiteY201" fmla="*/ 1114520 h 1628584"/>
              <a:gd name="connsiteX202" fmla="*/ 353759 w 3246882"/>
              <a:gd name="connsiteY202" fmla="*/ 1059275 h 1628584"/>
              <a:gd name="connsiteX203" fmla="*/ 416052 w 3246882"/>
              <a:gd name="connsiteY203" fmla="*/ 1071944 h 1628584"/>
              <a:gd name="connsiteX204" fmla="*/ 461963 w 3246882"/>
              <a:gd name="connsiteY204" fmla="*/ 1108043 h 1628584"/>
              <a:gd name="connsiteX205" fmla="*/ 463487 w 3246882"/>
              <a:gd name="connsiteY205" fmla="*/ 1108043 h 1628584"/>
              <a:gd name="connsiteX206" fmla="*/ 463487 w 3246882"/>
              <a:gd name="connsiteY206" fmla="*/ 1068229 h 1628584"/>
              <a:gd name="connsiteX207" fmla="*/ 464153 w 3246882"/>
              <a:gd name="connsiteY207" fmla="*/ 1228154 h 1628584"/>
              <a:gd name="connsiteX208" fmla="*/ 437007 w 3246882"/>
              <a:gd name="connsiteY208" fmla="*/ 1159478 h 1628584"/>
              <a:gd name="connsiteX209" fmla="*/ 367094 w 3246882"/>
              <a:gd name="connsiteY209" fmla="*/ 1130999 h 1628584"/>
              <a:gd name="connsiteX210" fmla="*/ 291560 w 3246882"/>
              <a:gd name="connsiteY210" fmla="*/ 1165765 h 1628584"/>
              <a:gd name="connsiteX211" fmla="*/ 263652 w 3246882"/>
              <a:gd name="connsiteY211" fmla="*/ 1263777 h 1628584"/>
              <a:gd name="connsiteX212" fmla="*/ 289465 w 3246882"/>
              <a:gd name="connsiteY212" fmla="*/ 1353407 h 1628584"/>
              <a:gd name="connsiteX213" fmla="*/ 361093 w 3246882"/>
              <a:gd name="connsiteY213" fmla="*/ 1386173 h 1628584"/>
              <a:gd name="connsiteX214" fmla="*/ 435483 w 3246882"/>
              <a:gd name="connsiteY214" fmla="*/ 1354360 h 1628584"/>
              <a:gd name="connsiteX215" fmla="*/ 464153 w 3246882"/>
              <a:gd name="connsiteY215" fmla="*/ 1271588 h 1628584"/>
              <a:gd name="connsiteX216" fmla="*/ 464153 w 3246882"/>
              <a:gd name="connsiteY216" fmla="*/ 1228058 h 1628584"/>
              <a:gd name="connsiteX217" fmla="*/ 860965 w 3246882"/>
              <a:gd name="connsiteY217" fmla="*/ 1059275 h 1628584"/>
              <a:gd name="connsiteX218" fmla="*/ 791432 w 3246882"/>
              <a:gd name="connsiteY218" fmla="*/ 1075087 h 1628584"/>
              <a:gd name="connsiteX219" fmla="*/ 738950 w 3246882"/>
              <a:gd name="connsiteY219" fmla="*/ 1119950 h 1628584"/>
              <a:gd name="connsiteX220" fmla="*/ 737426 w 3246882"/>
              <a:gd name="connsiteY220" fmla="*/ 1119950 h 1628584"/>
              <a:gd name="connsiteX221" fmla="*/ 737426 w 3246882"/>
              <a:gd name="connsiteY221" fmla="*/ 1068229 h 1628584"/>
              <a:gd name="connsiteX222" fmla="*/ 648462 w 3246882"/>
              <a:gd name="connsiteY222" fmla="*/ 1068229 h 1628584"/>
              <a:gd name="connsiteX223" fmla="*/ 648462 w 3246882"/>
              <a:gd name="connsiteY223" fmla="*/ 1449229 h 1628584"/>
              <a:gd name="connsiteX224" fmla="*/ 737426 w 3246882"/>
              <a:gd name="connsiteY224" fmla="*/ 1449229 h 1628584"/>
              <a:gd name="connsiteX225" fmla="*/ 737426 w 3246882"/>
              <a:gd name="connsiteY225" fmla="*/ 1231964 h 1628584"/>
              <a:gd name="connsiteX226" fmla="*/ 762572 w 3246882"/>
              <a:gd name="connsiteY226" fmla="*/ 1159764 h 1628584"/>
              <a:gd name="connsiteX227" fmla="*/ 827151 w 3246882"/>
              <a:gd name="connsiteY227" fmla="*/ 1131094 h 1628584"/>
              <a:gd name="connsiteX228" fmla="*/ 882968 w 3246882"/>
              <a:gd name="connsiteY228" fmla="*/ 1155668 h 1628584"/>
              <a:gd name="connsiteX229" fmla="*/ 901541 w 3246882"/>
              <a:gd name="connsiteY229" fmla="*/ 1226725 h 1628584"/>
              <a:gd name="connsiteX230" fmla="*/ 901541 w 3246882"/>
              <a:gd name="connsiteY230" fmla="*/ 1449229 h 1628584"/>
              <a:gd name="connsiteX231" fmla="*/ 990505 w 3246882"/>
              <a:gd name="connsiteY231" fmla="*/ 1449229 h 1628584"/>
              <a:gd name="connsiteX232" fmla="*/ 990505 w 3246882"/>
              <a:gd name="connsiteY232" fmla="*/ 1214819 h 1628584"/>
              <a:gd name="connsiteX233" fmla="*/ 957358 w 3246882"/>
              <a:gd name="connsiteY233" fmla="*/ 1099661 h 1628584"/>
              <a:gd name="connsiteX234" fmla="*/ 860965 w 3246882"/>
              <a:gd name="connsiteY234" fmla="*/ 1059275 h 1628584"/>
              <a:gd name="connsiteX235" fmla="*/ 1124236 w 3246882"/>
              <a:gd name="connsiteY235" fmla="*/ 890683 h 1628584"/>
              <a:gd name="connsiteX236" fmla="*/ 1084802 w 3246882"/>
              <a:gd name="connsiteY236" fmla="*/ 905923 h 1628584"/>
              <a:gd name="connsiteX237" fmla="*/ 1069562 w 3246882"/>
              <a:gd name="connsiteY237" fmla="*/ 943547 h 1628584"/>
              <a:gd name="connsiteX238" fmla="*/ 1084802 w 3246882"/>
              <a:gd name="connsiteY238" fmla="*/ 981266 h 1628584"/>
              <a:gd name="connsiteX239" fmla="*/ 1124236 w 3246882"/>
              <a:gd name="connsiteY239" fmla="*/ 997077 h 1628584"/>
              <a:gd name="connsiteX240" fmla="*/ 1164431 w 3246882"/>
              <a:gd name="connsiteY240" fmla="*/ 981837 h 1628584"/>
              <a:gd name="connsiteX241" fmla="*/ 1179671 w 3246882"/>
              <a:gd name="connsiteY241" fmla="*/ 943928 h 1628584"/>
              <a:gd name="connsiteX242" fmla="*/ 1164431 w 3246882"/>
              <a:gd name="connsiteY242" fmla="*/ 906018 h 1628584"/>
              <a:gd name="connsiteX243" fmla="*/ 1124236 w 3246882"/>
              <a:gd name="connsiteY243" fmla="*/ 890778 h 1628584"/>
              <a:gd name="connsiteX244" fmla="*/ 1079564 w 3246882"/>
              <a:gd name="connsiteY244" fmla="*/ 1449229 h 1628584"/>
              <a:gd name="connsiteX245" fmla="*/ 1168527 w 3246882"/>
              <a:gd name="connsiteY245" fmla="*/ 1449229 h 1628584"/>
              <a:gd name="connsiteX246" fmla="*/ 1168527 w 3246882"/>
              <a:gd name="connsiteY246" fmla="*/ 1068229 h 1628584"/>
              <a:gd name="connsiteX247" fmla="*/ 1079564 w 3246882"/>
              <a:gd name="connsiteY247" fmla="*/ 1068229 h 1628584"/>
              <a:gd name="connsiteX248" fmla="*/ 1079564 w 3246882"/>
              <a:gd name="connsiteY248" fmla="*/ 1449229 h 1628584"/>
              <a:gd name="connsiteX249" fmla="*/ 1440656 w 3246882"/>
              <a:gd name="connsiteY249" fmla="*/ 1383697 h 1628584"/>
              <a:gd name="connsiteX250" fmla="*/ 1419797 w 3246882"/>
              <a:gd name="connsiteY250" fmla="*/ 1387412 h 1628584"/>
              <a:gd name="connsiteX251" fmla="*/ 1388555 w 3246882"/>
              <a:gd name="connsiteY251" fmla="*/ 1374172 h 1628584"/>
              <a:gd name="connsiteX252" fmla="*/ 1377410 w 3246882"/>
              <a:gd name="connsiteY252" fmla="*/ 1333024 h 1628584"/>
              <a:gd name="connsiteX253" fmla="*/ 1377410 w 3246882"/>
              <a:gd name="connsiteY253" fmla="*/ 1137285 h 1628584"/>
              <a:gd name="connsiteX254" fmla="*/ 1474565 w 3246882"/>
              <a:gd name="connsiteY254" fmla="*/ 1137285 h 1628584"/>
              <a:gd name="connsiteX255" fmla="*/ 1474565 w 3246882"/>
              <a:gd name="connsiteY255" fmla="*/ 1068038 h 1628584"/>
              <a:gd name="connsiteX256" fmla="*/ 1377410 w 3246882"/>
              <a:gd name="connsiteY256" fmla="*/ 1068038 h 1628584"/>
              <a:gd name="connsiteX257" fmla="*/ 1377410 w 3246882"/>
              <a:gd name="connsiteY257" fmla="*/ 958977 h 1628584"/>
              <a:gd name="connsiteX258" fmla="*/ 1288447 w 3246882"/>
              <a:gd name="connsiteY258" fmla="*/ 974598 h 1628584"/>
              <a:gd name="connsiteX259" fmla="*/ 1288447 w 3246882"/>
              <a:gd name="connsiteY259" fmla="*/ 1067943 h 1628584"/>
              <a:gd name="connsiteX260" fmla="*/ 1224820 w 3246882"/>
              <a:gd name="connsiteY260" fmla="*/ 1067943 h 1628584"/>
              <a:gd name="connsiteX261" fmla="*/ 1224820 w 3246882"/>
              <a:gd name="connsiteY261" fmla="*/ 1137190 h 1628584"/>
              <a:gd name="connsiteX262" fmla="*/ 1288447 w 3246882"/>
              <a:gd name="connsiteY262" fmla="*/ 1137190 h 1628584"/>
              <a:gd name="connsiteX263" fmla="*/ 1288447 w 3246882"/>
              <a:gd name="connsiteY263" fmla="*/ 1345597 h 1628584"/>
              <a:gd name="connsiteX264" fmla="*/ 1316736 w 3246882"/>
              <a:gd name="connsiteY264" fmla="*/ 1429322 h 1628584"/>
              <a:gd name="connsiteX265" fmla="*/ 1401223 w 3246882"/>
              <a:gd name="connsiteY265" fmla="*/ 1457992 h 1628584"/>
              <a:gd name="connsiteX266" fmla="*/ 1452372 w 3246882"/>
              <a:gd name="connsiteY266" fmla="*/ 1450753 h 1628584"/>
              <a:gd name="connsiteX267" fmla="*/ 1491234 w 3246882"/>
              <a:gd name="connsiteY267" fmla="*/ 1431227 h 1628584"/>
              <a:gd name="connsiteX268" fmla="*/ 1463707 w 3246882"/>
              <a:gd name="connsiteY268" fmla="*/ 1370933 h 1628584"/>
              <a:gd name="connsiteX269" fmla="*/ 1440656 w 3246882"/>
              <a:gd name="connsiteY269" fmla="*/ 1383602 h 1628584"/>
              <a:gd name="connsiteX270" fmla="*/ 1829657 w 3246882"/>
              <a:gd name="connsiteY270" fmla="*/ 1107662 h 1628584"/>
              <a:gd name="connsiteX271" fmla="*/ 1873949 w 3246882"/>
              <a:gd name="connsiteY271" fmla="*/ 1247204 h 1628584"/>
              <a:gd name="connsiteX272" fmla="*/ 1873949 w 3246882"/>
              <a:gd name="connsiteY272" fmla="*/ 1280731 h 1628584"/>
              <a:gd name="connsiteX273" fmla="*/ 1612392 w 3246882"/>
              <a:gd name="connsiteY273" fmla="*/ 1280731 h 1628584"/>
              <a:gd name="connsiteX274" fmla="*/ 1641824 w 3246882"/>
              <a:gd name="connsiteY274" fmla="*/ 1362075 h 1628584"/>
              <a:gd name="connsiteX275" fmla="*/ 1711738 w 3246882"/>
              <a:gd name="connsiteY275" fmla="*/ 1389031 h 1628584"/>
              <a:gd name="connsiteX276" fmla="*/ 1763459 w 3246882"/>
              <a:gd name="connsiteY276" fmla="*/ 1375220 h 1628584"/>
              <a:gd name="connsiteX277" fmla="*/ 1802130 w 3246882"/>
              <a:gd name="connsiteY277" fmla="*/ 1334262 h 1628584"/>
              <a:gd name="connsiteX278" fmla="*/ 1870234 w 3246882"/>
              <a:gd name="connsiteY278" fmla="*/ 1371505 h 1628584"/>
              <a:gd name="connsiteX279" fmla="*/ 1803464 w 3246882"/>
              <a:gd name="connsiteY279" fmla="*/ 1435703 h 1628584"/>
              <a:gd name="connsiteX280" fmla="*/ 1708785 w 3246882"/>
              <a:gd name="connsiteY280" fmla="*/ 1458182 h 1628584"/>
              <a:gd name="connsiteX281" fmla="*/ 1573149 w 3246882"/>
              <a:gd name="connsiteY281" fmla="*/ 1407605 h 1628584"/>
              <a:gd name="connsiteX282" fmla="*/ 1522381 w 3246882"/>
              <a:gd name="connsiteY282" fmla="*/ 1262158 h 1628584"/>
              <a:gd name="connsiteX283" fmla="*/ 1574673 w 3246882"/>
              <a:gd name="connsiteY283" fmla="*/ 1115568 h 1628584"/>
              <a:gd name="connsiteX284" fmla="*/ 1705070 w 3246882"/>
              <a:gd name="connsiteY284" fmla="*/ 1059371 h 1628584"/>
              <a:gd name="connsiteX285" fmla="*/ 1829753 w 3246882"/>
              <a:gd name="connsiteY285" fmla="*/ 1107758 h 1628584"/>
              <a:gd name="connsiteX286" fmla="*/ 1788414 w 3246882"/>
              <a:gd name="connsiteY286" fmla="*/ 1218152 h 1628584"/>
              <a:gd name="connsiteX287" fmla="*/ 1766602 w 3246882"/>
              <a:gd name="connsiteY287" fmla="*/ 1149858 h 1628584"/>
              <a:gd name="connsiteX288" fmla="*/ 1706499 w 3246882"/>
              <a:gd name="connsiteY288" fmla="*/ 1125855 h 1628584"/>
              <a:gd name="connsiteX289" fmla="*/ 1641729 w 3246882"/>
              <a:gd name="connsiteY289" fmla="*/ 1152049 h 1628584"/>
              <a:gd name="connsiteX290" fmla="*/ 1612011 w 3246882"/>
              <a:gd name="connsiteY290" fmla="*/ 1218057 h 1628584"/>
              <a:gd name="connsiteX291" fmla="*/ 1788414 w 3246882"/>
              <a:gd name="connsiteY291" fmla="*/ 1218057 h 1628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</a:cxnLst>
            <a:rect l="l" t="t" r="r" b="b"/>
            <a:pathLst>
              <a:path w="3246882" h="1628584">
                <a:moveTo>
                  <a:pt x="452057" y="39338"/>
                </a:moveTo>
                <a:lnTo>
                  <a:pt x="576739" y="39338"/>
                </a:lnTo>
                <a:lnTo>
                  <a:pt x="576739" y="572929"/>
                </a:lnTo>
                <a:lnTo>
                  <a:pt x="486347" y="572929"/>
                </a:lnTo>
                <a:lnTo>
                  <a:pt x="486347" y="234315"/>
                </a:lnTo>
                <a:cubicBezTo>
                  <a:pt x="486347" y="220218"/>
                  <a:pt x="486537" y="206597"/>
                  <a:pt x="486918" y="193548"/>
                </a:cubicBezTo>
                <a:cubicBezTo>
                  <a:pt x="487299" y="180499"/>
                  <a:pt x="487585" y="165735"/>
                  <a:pt x="487871" y="149066"/>
                </a:cubicBezTo>
                <a:lnTo>
                  <a:pt x="485680" y="149066"/>
                </a:lnTo>
                <a:cubicBezTo>
                  <a:pt x="483489" y="156496"/>
                  <a:pt x="481298" y="162973"/>
                  <a:pt x="479393" y="168593"/>
                </a:cubicBezTo>
                <a:cubicBezTo>
                  <a:pt x="477393" y="174212"/>
                  <a:pt x="475202" y="180023"/>
                  <a:pt x="472726" y="186309"/>
                </a:cubicBezTo>
                <a:lnTo>
                  <a:pt x="319088" y="572929"/>
                </a:lnTo>
                <a:lnTo>
                  <a:pt x="254699" y="572929"/>
                </a:lnTo>
                <a:lnTo>
                  <a:pt x="99727" y="189643"/>
                </a:lnTo>
                <a:cubicBezTo>
                  <a:pt x="97727" y="183928"/>
                  <a:pt x="95726" y="178213"/>
                  <a:pt x="93631" y="172307"/>
                </a:cubicBezTo>
                <a:cubicBezTo>
                  <a:pt x="91535" y="166497"/>
                  <a:pt x="88868" y="158686"/>
                  <a:pt x="85630" y="149066"/>
                </a:cubicBezTo>
                <a:lnTo>
                  <a:pt x="83439" y="149066"/>
                </a:lnTo>
                <a:cubicBezTo>
                  <a:pt x="83915" y="164402"/>
                  <a:pt x="84296" y="180023"/>
                  <a:pt x="84582" y="195739"/>
                </a:cubicBezTo>
                <a:cubicBezTo>
                  <a:pt x="84868" y="211455"/>
                  <a:pt x="84963" y="228410"/>
                  <a:pt x="84963" y="246507"/>
                </a:cubicBezTo>
                <a:lnTo>
                  <a:pt x="84963" y="572834"/>
                </a:lnTo>
                <a:lnTo>
                  <a:pt x="0" y="572834"/>
                </a:lnTo>
                <a:lnTo>
                  <a:pt x="0" y="39338"/>
                </a:lnTo>
                <a:lnTo>
                  <a:pt x="129826" y="39338"/>
                </a:lnTo>
                <a:lnTo>
                  <a:pt x="266414" y="383477"/>
                </a:lnTo>
                <a:cubicBezTo>
                  <a:pt x="271653" y="396145"/>
                  <a:pt x="275749" y="406813"/>
                  <a:pt x="278892" y="415671"/>
                </a:cubicBezTo>
                <a:cubicBezTo>
                  <a:pt x="282035" y="424434"/>
                  <a:pt x="284988" y="434245"/>
                  <a:pt x="288036" y="444913"/>
                </a:cubicBezTo>
                <a:lnTo>
                  <a:pt x="290227" y="444913"/>
                </a:lnTo>
                <a:cubicBezTo>
                  <a:pt x="294704" y="433007"/>
                  <a:pt x="298704" y="422243"/>
                  <a:pt x="302324" y="412528"/>
                </a:cubicBezTo>
                <a:cubicBezTo>
                  <a:pt x="305943" y="402812"/>
                  <a:pt x="309658" y="392811"/>
                  <a:pt x="313658" y="382429"/>
                </a:cubicBezTo>
                <a:lnTo>
                  <a:pt x="452057" y="39338"/>
                </a:lnTo>
                <a:close/>
                <a:moveTo>
                  <a:pt x="712375" y="120872"/>
                </a:moveTo>
                <a:cubicBezTo>
                  <a:pt x="728948" y="120872"/>
                  <a:pt x="742379" y="115824"/>
                  <a:pt x="752570" y="105632"/>
                </a:cubicBezTo>
                <a:cubicBezTo>
                  <a:pt x="762762" y="95441"/>
                  <a:pt x="767810" y="82772"/>
                  <a:pt x="767810" y="67723"/>
                </a:cubicBezTo>
                <a:cubicBezTo>
                  <a:pt x="767810" y="52673"/>
                  <a:pt x="762762" y="39910"/>
                  <a:pt x="752570" y="29813"/>
                </a:cubicBezTo>
                <a:cubicBezTo>
                  <a:pt x="742379" y="19622"/>
                  <a:pt x="729044" y="14573"/>
                  <a:pt x="712375" y="14573"/>
                </a:cubicBezTo>
                <a:cubicBezTo>
                  <a:pt x="695706" y="14573"/>
                  <a:pt x="683133" y="19622"/>
                  <a:pt x="672941" y="29813"/>
                </a:cubicBezTo>
                <a:cubicBezTo>
                  <a:pt x="662750" y="40005"/>
                  <a:pt x="657701" y="52483"/>
                  <a:pt x="657701" y="67437"/>
                </a:cubicBezTo>
                <a:cubicBezTo>
                  <a:pt x="657701" y="82391"/>
                  <a:pt x="662750" y="94679"/>
                  <a:pt x="672941" y="105156"/>
                </a:cubicBezTo>
                <a:cubicBezTo>
                  <a:pt x="683133" y="115729"/>
                  <a:pt x="696278" y="120968"/>
                  <a:pt x="712375" y="120968"/>
                </a:cubicBezTo>
                <a:close/>
                <a:moveTo>
                  <a:pt x="667703" y="572929"/>
                </a:moveTo>
                <a:lnTo>
                  <a:pt x="756666" y="572929"/>
                </a:lnTo>
                <a:lnTo>
                  <a:pt x="756666" y="191929"/>
                </a:lnTo>
                <a:lnTo>
                  <a:pt x="667703" y="191929"/>
                </a:lnTo>
                <a:lnTo>
                  <a:pt x="667703" y="572929"/>
                </a:lnTo>
                <a:close/>
                <a:moveTo>
                  <a:pt x="1179100" y="500348"/>
                </a:moveTo>
                <a:lnTo>
                  <a:pt x="1110234" y="461677"/>
                </a:lnTo>
                <a:cubicBezTo>
                  <a:pt x="1099090" y="478346"/>
                  <a:pt x="1086422" y="490157"/>
                  <a:pt x="1072325" y="497205"/>
                </a:cubicBezTo>
                <a:cubicBezTo>
                  <a:pt x="1058228" y="504254"/>
                  <a:pt x="1042702" y="507778"/>
                  <a:pt x="1025843" y="507778"/>
                </a:cubicBezTo>
                <a:cubicBezTo>
                  <a:pt x="993553" y="507778"/>
                  <a:pt x="967835" y="497015"/>
                  <a:pt x="948500" y="475393"/>
                </a:cubicBezTo>
                <a:cubicBezTo>
                  <a:pt x="929164" y="453771"/>
                  <a:pt x="919448" y="423101"/>
                  <a:pt x="919448" y="383096"/>
                </a:cubicBezTo>
                <a:cubicBezTo>
                  <a:pt x="919448" y="343091"/>
                  <a:pt x="929259" y="311182"/>
                  <a:pt x="948881" y="288608"/>
                </a:cubicBezTo>
                <a:cubicBezTo>
                  <a:pt x="968502" y="266033"/>
                  <a:pt x="993362" y="254794"/>
                  <a:pt x="1023652" y="254794"/>
                </a:cubicBezTo>
                <a:cubicBezTo>
                  <a:pt x="1040987" y="254794"/>
                  <a:pt x="1056418" y="258413"/>
                  <a:pt x="1069753" y="265557"/>
                </a:cubicBezTo>
                <a:cubicBezTo>
                  <a:pt x="1083183" y="272796"/>
                  <a:pt x="1095566" y="284893"/>
                  <a:pt x="1106996" y="302038"/>
                </a:cubicBezTo>
                <a:lnTo>
                  <a:pt x="1176909" y="267462"/>
                </a:lnTo>
                <a:cubicBezTo>
                  <a:pt x="1163479" y="239649"/>
                  <a:pt x="1143476" y="218694"/>
                  <a:pt x="1116806" y="204407"/>
                </a:cubicBezTo>
                <a:cubicBezTo>
                  <a:pt x="1090136" y="190119"/>
                  <a:pt x="1060037" y="182975"/>
                  <a:pt x="1026605" y="182975"/>
                </a:cubicBezTo>
                <a:cubicBezTo>
                  <a:pt x="968026" y="182975"/>
                  <a:pt x="920401" y="201359"/>
                  <a:pt x="883730" y="238220"/>
                </a:cubicBezTo>
                <a:cubicBezTo>
                  <a:pt x="847058" y="275082"/>
                  <a:pt x="828675" y="325374"/>
                  <a:pt x="828675" y="389096"/>
                </a:cubicBezTo>
                <a:cubicBezTo>
                  <a:pt x="828675" y="447104"/>
                  <a:pt x="845915" y="493776"/>
                  <a:pt x="880396" y="529019"/>
                </a:cubicBezTo>
                <a:cubicBezTo>
                  <a:pt x="914876" y="564261"/>
                  <a:pt x="962597" y="581882"/>
                  <a:pt x="1023652" y="581882"/>
                </a:cubicBezTo>
                <a:cubicBezTo>
                  <a:pt x="1056608" y="581882"/>
                  <a:pt x="1086612" y="575215"/>
                  <a:pt x="1113473" y="561785"/>
                </a:cubicBezTo>
                <a:cubicBezTo>
                  <a:pt x="1140333" y="548354"/>
                  <a:pt x="1162241" y="527971"/>
                  <a:pt x="1179100" y="500348"/>
                </a:cubicBezTo>
                <a:close/>
                <a:moveTo>
                  <a:pt x="1438656" y="185166"/>
                </a:moveTo>
                <a:cubicBezTo>
                  <a:pt x="1415796" y="185166"/>
                  <a:pt x="1395698" y="191643"/>
                  <a:pt x="1378363" y="204692"/>
                </a:cubicBezTo>
                <a:cubicBezTo>
                  <a:pt x="1361027" y="217742"/>
                  <a:pt x="1347883" y="236411"/>
                  <a:pt x="1338929" y="260699"/>
                </a:cubicBezTo>
                <a:lnTo>
                  <a:pt x="1337405" y="260699"/>
                </a:lnTo>
                <a:lnTo>
                  <a:pt x="1337405" y="191834"/>
                </a:lnTo>
                <a:lnTo>
                  <a:pt x="1248442" y="191834"/>
                </a:lnTo>
                <a:lnTo>
                  <a:pt x="1248442" y="572834"/>
                </a:lnTo>
                <a:lnTo>
                  <a:pt x="1337405" y="572834"/>
                </a:lnTo>
                <a:lnTo>
                  <a:pt x="1337405" y="384524"/>
                </a:lnTo>
                <a:cubicBezTo>
                  <a:pt x="1337405" y="348043"/>
                  <a:pt x="1345311" y="318707"/>
                  <a:pt x="1361027" y="296323"/>
                </a:cubicBezTo>
                <a:cubicBezTo>
                  <a:pt x="1376743" y="274034"/>
                  <a:pt x="1397413" y="262795"/>
                  <a:pt x="1422940" y="262795"/>
                </a:cubicBezTo>
                <a:cubicBezTo>
                  <a:pt x="1431131" y="262795"/>
                  <a:pt x="1438847" y="263557"/>
                  <a:pt x="1446181" y="265176"/>
                </a:cubicBezTo>
                <a:cubicBezTo>
                  <a:pt x="1453515" y="266795"/>
                  <a:pt x="1460754" y="268986"/>
                  <a:pt x="1467993" y="271653"/>
                </a:cubicBezTo>
                <a:lnTo>
                  <a:pt x="1491806" y="195739"/>
                </a:lnTo>
                <a:cubicBezTo>
                  <a:pt x="1482376" y="191548"/>
                  <a:pt x="1473613" y="188690"/>
                  <a:pt x="1465421" y="187166"/>
                </a:cubicBezTo>
                <a:cubicBezTo>
                  <a:pt x="1457230" y="185642"/>
                  <a:pt x="1448276" y="184976"/>
                  <a:pt x="1438656" y="184976"/>
                </a:cubicBezTo>
                <a:close/>
                <a:moveTo>
                  <a:pt x="1855375" y="237649"/>
                </a:moveTo>
                <a:cubicBezTo>
                  <a:pt x="1890236" y="274130"/>
                  <a:pt x="1907667" y="321278"/>
                  <a:pt x="1907667" y="379000"/>
                </a:cubicBezTo>
                <a:cubicBezTo>
                  <a:pt x="1907667" y="436721"/>
                  <a:pt x="1889284" y="486632"/>
                  <a:pt x="1852613" y="524637"/>
                </a:cubicBezTo>
                <a:cubicBezTo>
                  <a:pt x="1815941" y="562737"/>
                  <a:pt x="1767364" y="581787"/>
                  <a:pt x="1707166" y="581787"/>
                </a:cubicBezTo>
                <a:cubicBezTo>
                  <a:pt x="1646968" y="581787"/>
                  <a:pt x="1598581" y="564071"/>
                  <a:pt x="1562957" y="528542"/>
                </a:cubicBezTo>
                <a:cubicBezTo>
                  <a:pt x="1527334" y="493109"/>
                  <a:pt x="1509522" y="445294"/>
                  <a:pt x="1509522" y="385286"/>
                </a:cubicBezTo>
                <a:cubicBezTo>
                  <a:pt x="1509808" y="324517"/>
                  <a:pt x="1528667" y="275558"/>
                  <a:pt x="1566101" y="238506"/>
                </a:cubicBezTo>
                <a:cubicBezTo>
                  <a:pt x="1603534" y="201454"/>
                  <a:pt x="1652302" y="182880"/>
                  <a:pt x="1712309" y="182880"/>
                </a:cubicBezTo>
                <a:cubicBezTo>
                  <a:pt x="1772317" y="182880"/>
                  <a:pt x="1820513" y="201073"/>
                  <a:pt x="1855375" y="237554"/>
                </a:cubicBezTo>
                <a:close/>
                <a:moveTo>
                  <a:pt x="1816513" y="381286"/>
                </a:moveTo>
                <a:cubicBezTo>
                  <a:pt x="1816513" y="343376"/>
                  <a:pt x="1807178" y="312801"/>
                  <a:pt x="1788605" y="289751"/>
                </a:cubicBezTo>
                <a:cubicBezTo>
                  <a:pt x="1770031" y="266700"/>
                  <a:pt x="1743837" y="255175"/>
                  <a:pt x="1710118" y="255175"/>
                </a:cubicBezTo>
                <a:cubicBezTo>
                  <a:pt x="1676400" y="255175"/>
                  <a:pt x="1650302" y="267081"/>
                  <a:pt x="1630299" y="290894"/>
                </a:cubicBezTo>
                <a:cubicBezTo>
                  <a:pt x="1610297" y="314706"/>
                  <a:pt x="1600391" y="345567"/>
                  <a:pt x="1600391" y="383572"/>
                </a:cubicBezTo>
                <a:cubicBezTo>
                  <a:pt x="1600391" y="421577"/>
                  <a:pt x="1610297" y="453676"/>
                  <a:pt x="1630013" y="476250"/>
                </a:cubicBezTo>
                <a:cubicBezTo>
                  <a:pt x="1649730" y="498824"/>
                  <a:pt x="1676591" y="510064"/>
                  <a:pt x="1710595" y="510064"/>
                </a:cubicBezTo>
                <a:cubicBezTo>
                  <a:pt x="1744599" y="510064"/>
                  <a:pt x="1770412" y="498443"/>
                  <a:pt x="1788890" y="475107"/>
                </a:cubicBezTo>
                <a:cubicBezTo>
                  <a:pt x="1807369" y="451771"/>
                  <a:pt x="1816608" y="420529"/>
                  <a:pt x="1816608" y="381381"/>
                </a:cubicBezTo>
                <a:close/>
                <a:moveTo>
                  <a:pt x="2123313" y="339566"/>
                </a:moveTo>
                <a:cubicBezTo>
                  <a:pt x="2096262" y="334328"/>
                  <a:pt x="2077879" y="328327"/>
                  <a:pt x="2068068" y="321374"/>
                </a:cubicBezTo>
                <a:cubicBezTo>
                  <a:pt x="2058257" y="314420"/>
                  <a:pt x="2053400" y="304800"/>
                  <a:pt x="2053400" y="292322"/>
                </a:cubicBezTo>
                <a:cubicBezTo>
                  <a:pt x="2053400" y="279845"/>
                  <a:pt x="2058067" y="269367"/>
                  <a:pt x="2067497" y="261461"/>
                </a:cubicBezTo>
                <a:cubicBezTo>
                  <a:pt x="2076926" y="253556"/>
                  <a:pt x="2090642" y="249555"/>
                  <a:pt x="2108835" y="249555"/>
                </a:cubicBezTo>
                <a:cubicBezTo>
                  <a:pt x="2125694" y="249555"/>
                  <a:pt x="2140268" y="252508"/>
                  <a:pt x="2152555" y="258509"/>
                </a:cubicBezTo>
                <a:cubicBezTo>
                  <a:pt x="2164842" y="264509"/>
                  <a:pt x="2176653" y="273368"/>
                  <a:pt x="2188083" y="285274"/>
                </a:cubicBezTo>
                <a:lnTo>
                  <a:pt x="2239804" y="238411"/>
                </a:lnTo>
                <a:cubicBezTo>
                  <a:pt x="2225421" y="219837"/>
                  <a:pt x="2206943" y="205931"/>
                  <a:pt x="2184368" y="196691"/>
                </a:cubicBezTo>
                <a:cubicBezTo>
                  <a:pt x="2161794" y="187547"/>
                  <a:pt x="2137505" y="182880"/>
                  <a:pt x="2111407" y="182880"/>
                </a:cubicBezTo>
                <a:cubicBezTo>
                  <a:pt x="2070735" y="182880"/>
                  <a:pt x="2037017" y="193453"/>
                  <a:pt x="2010251" y="214694"/>
                </a:cubicBezTo>
                <a:cubicBezTo>
                  <a:pt x="1983486" y="235934"/>
                  <a:pt x="1970056" y="265081"/>
                  <a:pt x="1970056" y="302324"/>
                </a:cubicBezTo>
                <a:cubicBezTo>
                  <a:pt x="1970056" y="331375"/>
                  <a:pt x="1979962" y="355759"/>
                  <a:pt x="1999679" y="375476"/>
                </a:cubicBezTo>
                <a:cubicBezTo>
                  <a:pt x="2019395" y="395192"/>
                  <a:pt x="2054162" y="409385"/>
                  <a:pt x="2104073" y="418052"/>
                </a:cubicBezTo>
                <a:cubicBezTo>
                  <a:pt x="2124361" y="421767"/>
                  <a:pt x="2139696" y="427768"/>
                  <a:pt x="2149983" y="436055"/>
                </a:cubicBezTo>
                <a:cubicBezTo>
                  <a:pt x="2160270" y="444341"/>
                  <a:pt x="2165414" y="454724"/>
                  <a:pt x="2165414" y="467106"/>
                </a:cubicBezTo>
                <a:cubicBezTo>
                  <a:pt x="2165414" y="482251"/>
                  <a:pt x="2159984" y="493967"/>
                  <a:pt x="2149031" y="502253"/>
                </a:cubicBezTo>
                <a:cubicBezTo>
                  <a:pt x="2138077" y="510540"/>
                  <a:pt x="2122837" y="514731"/>
                  <a:pt x="2103311" y="514731"/>
                </a:cubicBezTo>
                <a:cubicBezTo>
                  <a:pt x="2085975" y="514731"/>
                  <a:pt x="2069402" y="510826"/>
                  <a:pt x="2053685" y="503015"/>
                </a:cubicBezTo>
                <a:cubicBezTo>
                  <a:pt x="2037969" y="495205"/>
                  <a:pt x="2023110" y="482156"/>
                  <a:pt x="2009204" y="463772"/>
                </a:cubicBezTo>
                <a:lnTo>
                  <a:pt x="1955673" y="511778"/>
                </a:lnTo>
                <a:cubicBezTo>
                  <a:pt x="1969770" y="534638"/>
                  <a:pt x="1989868" y="551974"/>
                  <a:pt x="2015966" y="563880"/>
                </a:cubicBezTo>
                <a:cubicBezTo>
                  <a:pt x="2042065" y="575786"/>
                  <a:pt x="2070926" y="581787"/>
                  <a:pt x="2102644" y="581787"/>
                </a:cubicBezTo>
                <a:cubicBezTo>
                  <a:pt x="2146268" y="581787"/>
                  <a:pt x="2181606" y="570548"/>
                  <a:pt x="2208657" y="547973"/>
                </a:cubicBezTo>
                <a:cubicBezTo>
                  <a:pt x="2235708" y="525399"/>
                  <a:pt x="2249234" y="495776"/>
                  <a:pt x="2249234" y="459010"/>
                </a:cubicBezTo>
                <a:cubicBezTo>
                  <a:pt x="2249234" y="426244"/>
                  <a:pt x="2238851" y="399955"/>
                  <a:pt x="2217992" y="380143"/>
                </a:cubicBezTo>
                <a:cubicBezTo>
                  <a:pt x="2197132" y="360331"/>
                  <a:pt x="2165604" y="346805"/>
                  <a:pt x="2123504" y="339566"/>
                </a:cubicBezTo>
                <a:close/>
                <a:moveTo>
                  <a:pt x="2658332" y="237649"/>
                </a:moveTo>
                <a:cubicBezTo>
                  <a:pt x="2693194" y="274130"/>
                  <a:pt x="2710624" y="321278"/>
                  <a:pt x="2710624" y="379000"/>
                </a:cubicBezTo>
                <a:cubicBezTo>
                  <a:pt x="2710624" y="436721"/>
                  <a:pt x="2692241" y="486632"/>
                  <a:pt x="2655570" y="524637"/>
                </a:cubicBezTo>
                <a:cubicBezTo>
                  <a:pt x="2618899" y="562737"/>
                  <a:pt x="2570321" y="581787"/>
                  <a:pt x="2510123" y="581787"/>
                </a:cubicBezTo>
                <a:cubicBezTo>
                  <a:pt x="2449925" y="581787"/>
                  <a:pt x="2401538" y="564071"/>
                  <a:pt x="2365915" y="528542"/>
                </a:cubicBezTo>
                <a:cubicBezTo>
                  <a:pt x="2330291" y="493109"/>
                  <a:pt x="2312480" y="445294"/>
                  <a:pt x="2312480" y="385286"/>
                </a:cubicBezTo>
                <a:cubicBezTo>
                  <a:pt x="2312765" y="324517"/>
                  <a:pt x="2331625" y="275558"/>
                  <a:pt x="2369058" y="238506"/>
                </a:cubicBezTo>
                <a:cubicBezTo>
                  <a:pt x="2406491" y="201454"/>
                  <a:pt x="2455259" y="182880"/>
                  <a:pt x="2515267" y="182880"/>
                </a:cubicBezTo>
                <a:cubicBezTo>
                  <a:pt x="2575274" y="182880"/>
                  <a:pt x="2623471" y="201073"/>
                  <a:pt x="2658332" y="237554"/>
                </a:cubicBezTo>
                <a:close/>
                <a:moveTo>
                  <a:pt x="2619375" y="381286"/>
                </a:moveTo>
                <a:cubicBezTo>
                  <a:pt x="2619375" y="343376"/>
                  <a:pt x="2610041" y="312801"/>
                  <a:pt x="2591467" y="289751"/>
                </a:cubicBezTo>
                <a:cubicBezTo>
                  <a:pt x="2572893" y="266700"/>
                  <a:pt x="2546699" y="255175"/>
                  <a:pt x="2512981" y="255175"/>
                </a:cubicBezTo>
                <a:cubicBezTo>
                  <a:pt x="2479262" y="255175"/>
                  <a:pt x="2453164" y="267081"/>
                  <a:pt x="2433161" y="290894"/>
                </a:cubicBezTo>
                <a:cubicBezTo>
                  <a:pt x="2413159" y="314706"/>
                  <a:pt x="2403253" y="345567"/>
                  <a:pt x="2403253" y="383572"/>
                </a:cubicBezTo>
                <a:cubicBezTo>
                  <a:pt x="2403253" y="421577"/>
                  <a:pt x="2413159" y="453676"/>
                  <a:pt x="2432876" y="476250"/>
                </a:cubicBezTo>
                <a:cubicBezTo>
                  <a:pt x="2452592" y="498824"/>
                  <a:pt x="2479453" y="510064"/>
                  <a:pt x="2513457" y="510064"/>
                </a:cubicBezTo>
                <a:cubicBezTo>
                  <a:pt x="2547461" y="510064"/>
                  <a:pt x="2573274" y="498443"/>
                  <a:pt x="2591753" y="475107"/>
                </a:cubicBezTo>
                <a:cubicBezTo>
                  <a:pt x="2610231" y="451771"/>
                  <a:pt x="2619470" y="420529"/>
                  <a:pt x="2619470" y="381381"/>
                </a:cubicBezTo>
                <a:close/>
                <a:moveTo>
                  <a:pt x="3219260" y="494729"/>
                </a:moveTo>
                <a:cubicBezTo>
                  <a:pt x="3210782" y="500634"/>
                  <a:pt x="3203162" y="504920"/>
                  <a:pt x="3196209" y="507397"/>
                </a:cubicBezTo>
                <a:cubicBezTo>
                  <a:pt x="3189256" y="509873"/>
                  <a:pt x="3182303" y="511112"/>
                  <a:pt x="3175349" y="511112"/>
                </a:cubicBezTo>
                <a:cubicBezTo>
                  <a:pt x="3161919" y="511112"/>
                  <a:pt x="3151537" y="506730"/>
                  <a:pt x="3144107" y="497872"/>
                </a:cubicBezTo>
                <a:cubicBezTo>
                  <a:pt x="3136678" y="489109"/>
                  <a:pt x="3132963" y="475393"/>
                  <a:pt x="3132963" y="456724"/>
                </a:cubicBezTo>
                <a:lnTo>
                  <a:pt x="3132963" y="260985"/>
                </a:lnTo>
                <a:lnTo>
                  <a:pt x="3230118" y="260985"/>
                </a:lnTo>
                <a:lnTo>
                  <a:pt x="3230118" y="191738"/>
                </a:lnTo>
                <a:lnTo>
                  <a:pt x="3132963" y="191738"/>
                </a:lnTo>
                <a:lnTo>
                  <a:pt x="3132963" y="82677"/>
                </a:lnTo>
                <a:lnTo>
                  <a:pt x="3043999" y="98298"/>
                </a:lnTo>
                <a:lnTo>
                  <a:pt x="3043999" y="191643"/>
                </a:lnTo>
                <a:lnTo>
                  <a:pt x="2893028" y="191643"/>
                </a:lnTo>
                <a:lnTo>
                  <a:pt x="2893028" y="130969"/>
                </a:lnTo>
                <a:cubicBezTo>
                  <a:pt x="2893028" y="111157"/>
                  <a:pt x="2897315" y="96203"/>
                  <a:pt x="2905887" y="86297"/>
                </a:cubicBezTo>
                <a:cubicBezTo>
                  <a:pt x="2914460" y="76391"/>
                  <a:pt x="2926652" y="71438"/>
                  <a:pt x="2942558" y="71438"/>
                </a:cubicBezTo>
                <a:cubicBezTo>
                  <a:pt x="2950750" y="71438"/>
                  <a:pt x="2958274" y="72581"/>
                  <a:pt x="2965037" y="74962"/>
                </a:cubicBezTo>
                <a:cubicBezTo>
                  <a:pt x="2971895" y="77343"/>
                  <a:pt x="2978468" y="80582"/>
                  <a:pt x="2984945" y="84868"/>
                </a:cubicBezTo>
                <a:lnTo>
                  <a:pt x="3021425" y="20479"/>
                </a:lnTo>
                <a:cubicBezTo>
                  <a:pt x="3008281" y="13526"/>
                  <a:pt x="2994851" y="8382"/>
                  <a:pt x="2981230" y="5048"/>
                </a:cubicBezTo>
                <a:cubicBezTo>
                  <a:pt x="2967609" y="1715"/>
                  <a:pt x="2953417" y="0"/>
                  <a:pt x="2938844" y="0"/>
                </a:cubicBezTo>
                <a:cubicBezTo>
                  <a:pt x="2896172" y="0"/>
                  <a:pt x="2863120" y="11621"/>
                  <a:pt x="2839688" y="34957"/>
                </a:cubicBezTo>
                <a:cubicBezTo>
                  <a:pt x="2816257" y="58293"/>
                  <a:pt x="2804541" y="90011"/>
                  <a:pt x="2804541" y="130207"/>
                </a:cubicBezTo>
                <a:lnTo>
                  <a:pt x="2804541" y="191643"/>
                </a:lnTo>
                <a:lnTo>
                  <a:pt x="2739771" y="191643"/>
                </a:lnTo>
                <a:lnTo>
                  <a:pt x="2739771" y="260890"/>
                </a:lnTo>
                <a:lnTo>
                  <a:pt x="2804541" y="260890"/>
                </a:lnTo>
                <a:lnTo>
                  <a:pt x="2804541" y="572643"/>
                </a:lnTo>
                <a:lnTo>
                  <a:pt x="2893124" y="572643"/>
                </a:lnTo>
                <a:lnTo>
                  <a:pt x="2893124" y="261080"/>
                </a:lnTo>
                <a:lnTo>
                  <a:pt x="3044095" y="261080"/>
                </a:lnTo>
                <a:lnTo>
                  <a:pt x="3044095" y="469487"/>
                </a:lnTo>
                <a:cubicBezTo>
                  <a:pt x="3044095" y="506159"/>
                  <a:pt x="3053524" y="534067"/>
                  <a:pt x="3072384" y="553212"/>
                </a:cubicBezTo>
                <a:cubicBezTo>
                  <a:pt x="3091244" y="572357"/>
                  <a:pt x="3119342" y="581882"/>
                  <a:pt x="3156871" y="581882"/>
                </a:cubicBezTo>
                <a:cubicBezTo>
                  <a:pt x="3175254" y="581882"/>
                  <a:pt x="3192304" y="579501"/>
                  <a:pt x="3208020" y="574643"/>
                </a:cubicBezTo>
                <a:cubicBezTo>
                  <a:pt x="3223736" y="569786"/>
                  <a:pt x="3236690" y="563309"/>
                  <a:pt x="3246882" y="555117"/>
                </a:cubicBezTo>
                <a:lnTo>
                  <a:pt x="3219355" y="494824"/>
                </a:lnTo>
                <a:close/>
                <a:moveTo>
                  <a:pt x="0" y="1449229"/>
                </a:moveTo>
                <a:lnTo>
                  <a:pt x="91154" y="1449229"/>
                </a:lnTo>
                <a:lnTo>
                  <a:pt x="91154" y="915638"/>
                </a:lnTo>
                <a:lnTo>
                  <a:pt x="0" y="915638"/>
                </a:lnTo>
                <a:lnTo>
                  <a:pt x="0" y="1449229"/>
                </a:lnTo>
                <a:close/>
                <a:moveTo>
                  <a:pt x="463391" y="1068229"/>
                </a:moveTo>
                <a:lnTo>
                  <a:pt x="552355" y="1068229"/>
                </a:lnTo>
                <a:lnTo>
                  <a:pt x="552355" y="1426559"/>
                </a:lnTo>
                <a:cubicBezTo>
                  <a:pt x="552355" y="1490758"/>
                  <a:pt x="534829" y="1540574"/>
                  <a:pt x="499682" y="1575721"/>
                </a:cubicBezTo>
                <a:cubicBezTo>
                  <a:pt x="464534" y="1610963"/>
                  <a:pt x="416243" y="1628585"/>
                  <a:pt x="354806" y="1628585"/>
                </a:cubicBezTo>
                <a:cubicBezTo>
                  <a:pt x="318325" y="1628585"/>
                  <a:pt x="284893" y="1621917"/>
                  <a:pt x="254318" y="1608677"/>
                </a:cubicBezTo>
                <a:cubicBezTo>
                  <a:pt x="223838" y="1595438"/>
                  <a:pt x="197739" y="1574959"/>
                  <a:pt x="176213" y="1547431"/>
                </a:cubicBezTo>
                <a:lnTo>
                  <a:pt x="240983" y="1499426"/>
                </a:lnTo>
                <a:cubicBezTo>
                  <a:pt x="255365" y="1519238"/>
                  <a:pt x="271844" y="1534097"/>
                  <a:pt x="290322" y="1543907"/>
                </a:cubicBezTo>
                <a:cubicBezTo>
                  <a:pt x="308800" y="1553718"/>
                  <a:pt x="330803" y="1558576"/>
                  <a:pt x="356330" y="1558576"/>
                </a:cubicBezTo>
                <a:cubicBezTo>
                  <a:pt x="389573" y="1558576"/>
                  <a:pt x="415766" y="1548765"/>
                  <a:pt x="434816" y="1529144"/>
                </a:cubicBezTo>
                <a:cubicBezTo>
                  <a:pt x="453962" y="1509522"/>
                  <a:pt x="463487" y="1480376"/>
                  <a:pt x="463487" y="1441704"/>
                </a:cubicBezTo>
                <a:lnTo>
                  <a:pt x="463487" y="1398175"/>
                </a:lnTo>
                <a:lnTo>
                  <a:pt x="461963" y="1398175"/>
                </a:lnTo>
                <a:cubicBezTo>
                  <a:pt x="448056" y="1417796"/>
                  <a:pt x="431101" y="1432655"/>
                  <a:pt x="411194" y="1442847"/>
                </a:cubicBezTo>
                <a:cubicBezTo>
                  <a:pt x="391287" y="1453039"/>
                  <a:pt x="366522" y="1458087"/>
                  <a:pt x="336995" y="1458087"/>
                </a:cubicBezTo>
                <a:cubicBezTo>
                  <a:pt x="287655" y="1458087"/>
                  <a:pt x="247936" y="1441418"/>
                  <a:pt x="217932" y="1408081"/>
                </a:cubicBezTo>
                <a:cubicBezTo>
                  <a:pt x="187928" y="1374743"/>
                  <a:pt x="172879" y="1328261"/>
                  <a:pt x="172879" y="1268730"/>
                </a:cubicBezTo>
                <a:cubicBezTo>
                  <a:pt x="172879" y="1202722"/>
                  <a:pt x="190214" y="1151382"/>
                  <a:pt x="224790" y="1114520"/>
                </a:cubicBezTo>
                <a:cubicBezTo>
                  <a:pt x="259366" y="1077659"/>
                  <a:pt x="302324" y="1059275"/>
                  <a:pt x="353759" y="1059275"/>
                </a:cubicBezTo>
                <a:cubicBezTo>
                  <a:pt x="376333" y="1059275"/>
                  <a:pt x="397097" y="1063466"/>
                  <a:pt x="416052" y="1071944"/>
                </a:cubicBezTo>
                <a:cubicBezTo>
                  <a:pt x="435007" y="1080421"/>
                  <a:pt x="450342" y="1092422"/>
                  <a:pt x="461963" y="1108043"/>
                </a:cubicBezTo>
                <a:lnTo>
                  <a:pt x="463487" y="1108043"/>
                </a:lnTo>
                <a:lnTo>
                  <a:pt x="463487" y="1068229"/>
                </a:lnTo>
                <a:close/>
                <a:moveTo>
                  <a:pt x="464153" y="1228154"/>
                </a:moveTo>
                <a:cubicBezTo>
                  <a:pt x="464153" y="1201388"/>
                  <a:pt x="455105" y="1178528"/>
                  <a:pt x="437007" y="1159478"/>
                </a:cubicBezTo>
                <a:cubicBezTo>
                  <a:pt x="418910" y="1140428"/>
                  <a:pt x="395573" y="1130999"/>
                  <a:pt x="367094" y="1130999"/>
                </a:cubicBezTo>
                <a:cubicBezTo>
                  <a:pt x="335375" y="1130999"/>
                  <a:pt x="310134" y="1142619"/>
                  <a:pt x="291560" y="1165765"/>
                </a:cubicBezTo>
                <a:cubicBezTo>
                  <a:pt x="272987" y="1189006"/>
                  <a:pt x="263652" y="1221677"/>
                  <a:pt x="263652" y="1263777"/>
                </a:cubicBezTo>
                <a:cubicBezTo>
                  <a:pt x="263652" y="1301687"/>
                  <a:pt x="272225" y="1331595"/>
                  <a:pt x="289465" y="1353407"/>
                </a:cubicBezTo>
                <a:cubicBezTo>
                  <a:pt x="306705" y="1375220"/>
                  <a:pt x="330613" y="1386173"/>
                  <a:pt x="361093" y="1386173"/>
                </a:cubicBezTo>
                <a:cubicBezTo>
                  <a:pt x="391573" y="1386173"/>
                  <a:pt x="416433" y="1375601"/>
                  <a:pt x="435483" y="1354360"/>
                </a:cubicBezTo>
                <a:cubicBezTo>
                  <a:pt x="454533" y="1333119"/>
                  <a:pt x="464153" y="1305592"/>
                  <a:pt x="464153" y="1271588"/>
                </a:cubicBezTo>
                <a:lnTo>
                  <a:pt x="464153" y="1228058"/>
                </a:lnTo>
                <a:close/>
                <a:moveTo>
                  <a:pt x="860965" y="1059275"/>
                </a:moveTo>
                <a:cubicBezTo>
                  <a:pt x="835914" y="1059275"/>
                  <a:pt x="812673" y="1064514"/>
                  <a:pt x="791432" y="1075087"/>
                </a:cubicBezTo>
                <a:cubicBezTo>
                  <a:pt x="770096" y="1085660"/>
                  <a:pt x="752570" y="1100614"/>
                  <a:pt x="738950" y="1119950"/>
                </a:cubicBezTo>
                <a:lnTo>
                  <a:pt x="737426" y="1119950"/>
                </a:lnTo>
                <a:lnTo>
                  <a:pt x="737426" y="1068229"/>
                </a:lnTo>
                <a:lnTo>
                  <a:pt x="648462" y="1068229"/>
                </a:lnTo>
                <a:lnTo>
                  <a:pt x="648462" y="1449229"/>
                </a:lnTo>
                <a:lnTo>
                  <a:pt x="737426" y="1449229"/>
                </a:lnTo>
                <a:lnTo>
                  <a:pt x="737426" y="1231964"/>
                </a:lnTo>
                <a:cubicBezTo>
                  <a:pt x="737426" y="1202912"/>
                  <a:pt x="745808" y="1178909"/>
                  <a:pt x="762572" y="1159764"/>
                </a:cubicBezTo>
                <a:cubicBezTo>
                  <a:pt x="779336" y="1140714"/>
                  <a:pt x="800862" y="1131094"/>
                  <a:pt x="827151" y="1131094"/>
                </a:cubicBezTo>
                <a:cubicBezTo>
                  <a:pt x="851916" y="1131094"/>
                  <a:pt x="870585" y="1139285"/>
                  <a:pt x="882968" y="1155668"/>
                </a:cubicBezTo>
                <a:cubicBezTo>
                  <a:pt x="895350" y="1172051"/>
                  <a:pt x="901541" y="1195769"/>
                  <a:pt x="901541" y="1226725"/>
                </a:cubicBezTo>
                <a:lnTo>
                  <a:pt x="901541" y="1449229"/>
                </a:lnTo>
                <a:lnTo>
                  <a:pt x="990505" y="1449229"/>
                </a:lnTo>
                <a:lnTo>
                  <a:pt x="990505" y="1214819"/>
                </a:lnTo>
                <a:cubicBezTo>
                  <a:pt x="990505" y="1165003"/>
                  <a:pt x="979456" y="1126617"/>
                  <a:pt x="957358" y="1099661"/>
                </a:cubicBezTo>
                <a:cubicBezTo>
                  <a:pt x="935260" y="1072706"/>
                  <a:pt x="903161" y="1059275"/>
                  <a:pt x="860965" y="1059275"/>
                </a:cubicBezTo>
                <a:close/>
                <a:moveTo>
                  <a:pt x="1124236" y="890683"/>
                </a:moveTo>
                <a:cubicBezTo>
                  <a:pt x="1108139" y="890683"/>
                  <a:pt x="1094994" y="895731"/>
                  <a:pt x="1084802" y="905923"/>
                </a:cubicBezTo>
                <a:cubicBezTo>
                  <a:pt x="1074611" y="916115"/>
                  <a:pt x="1069562" y="928592"/>
                  <a:pt x="1069562" y="943547"/>
                </a:cubicBezTo>
                <a:cubicBezTo>
                  <a:pt x="1069562" y="958501"/>
                  <a:pt x="1074611" y="970788"/>
                  <a:pt x="1084802" y="981266"/>
                </a:cubicBezTo>
                <a:cubicBezTo>
                  <a:pt x="1094994" y="991838"/>
                  <a:pt x="1108139" y="997077"/>
                  <a:pt x="1124236" y="997077"/>
                </a:cubicBezTo>
                <a:cubicBezTo>
                  <a:pt x="1140333" y="997077"/>
                  <a:pt x="1154240" y="992029"/>
                  <a:pt x="1164431" y="981837"/>
                </a:cubicBezTo>
                <a:cubicBezTo>
                  <a:pt x="1174623" y="971645"/>
                  <a:pt x="1179671" y="958977"/>
                  <a:pt x="1179671" y="943928"/>
                </a:cubicBezTo>
                <a:cubicBezTo>
                  <a:pt x="1179671" y="928878"/>
                  <a:pt x="1174623" y="916115"/>
                  <a:pt x="1164431" y="906018"/>
                </a:cubicBezTo>
                <a:cubicBezTo>
                  <a:pt x="1154240" y="895826"/>
                  <a:pt x="1140905" y="890778"/>
                  <a:pt x="1124236" y="890778"/>
                </a:cubicBezTo>
                <a:close/>
                <a:moveTo>
                  <a:pt x="1079564" y="1449229"/>
                </a:moveTo>
                <a:lnTo>
                  <a:pt x="1168527" y="1449229"/>
                </a:lnTo>
                <a:lnTo>
                  <a:pt x="1168527" y="1068229"/>
                </a:lnTo>
                <a:lnTo>
                  <a:pt x="1079564" y="1068229"/>
                </a:lnTo>
                <a:lnTo>
                  <a:pt x="1079564" y="1449229"/>
                </a:lnTo>
                <a:close/>
                <a:moveTo>
                  <a:pt x="1440656" y="1383697"/>
                </a:moveTo>
                <a:cubicBezTo>
                  <a:pt x="1433703" y="1386173"/>
                  <a:pt x="1426750" y="1387412"/>
                  <a:pt x="1419797" y="1387412"/>
                </a:cubicBezTo>
                <a:cubicBezTo>
                  <a:pt x="1406366" y="1387412"/>
                  <a:pt x="1395984" y="1383030"/>
                  <a:pt x="1388555" y="1374172"/>
                </a:cubicBezTo>
                <a:cubicBezTo>
                  <a:pt x="1381125" y="1365409"/>
                  <a:pt x="1377410" y="1351693"/>
                  <a:pt x="1377410" y="1333024"/>
                </a:cubicBezTo>
                <a:lnTo>
                  <a:pt x="1377410" y="1137285"/>
                </a:lnTo>
                <a:lnTo>
                  <a:pt x="1474565" y="1137285"/>
                </a:lnTo>
                <a:lnTo>
                  <a:pt x="1474565" y="1068038"/>
                </a:lnTo>
                <a:lnTo>
                  <a:pt x="1377410" y="1068038"/>
                </a:lnTo>
                <a:lnTo>
                  <a:pt x="1377410" y="958977"/>
                </a:lnTo>
                <a:lnTo>
                  <a:pt x="1288447" y="974598"/>
                </a:lnTo>
                <a:lnTo>
                  <a:pt x="1288447" y="1067943"/>
                </a:lnTo>
                <a:lnTo>
                  <a:pt x="1224820" y="1067943"/>
                </a:lnTo>
                <a:lnTo>
                  <a:pt x="1224820" y="1137190"/>
                </a:lnTo>
                <a:lnTo>
                  <a:pt x="1288447" y="1137190"/>
                </a:lnTo>
                <a:lnTo>
                  <a:pt x="1288447" y="1345597"/>
                </a:lnTo>
                <a:cubicBezTo>
                  <a:pt x="1288447" y="1382268"/>
                  <a:pt x="1297877" y="1410176"/>
                  <a:pt x="1316736" y="1429322"/>
                </a:cubicBezTo>
                <a:cubicBezTo>
                  <a:pt x="1335596" y="1448467"/>
                  <a:pt x="1363789" y="1457992"/>
                  <a:pt x="1401223" y="1457992"/>
                </a:cubicBezTo>
                <a:cubicBezTo>
                  <a:pt x="1419606" y="1457992"/>
                  <a:pt x="1436656" y="1455610"/>
                  <a:pt x="1452372" y="1450753"/>
                </a:cubicBezTo>
                <a:cubicBezTo>
                  <a:pt x="1468088" y="1445895"/>
                  <a:pt x="1481042" y="1439418"/>
                  <a:pt x="1491234" y="1431227"/>
                </a:cubicBezTo>
                <a:lnTo>
                  <a:pt x="1463707" y="1370933"/>
                </a:lnTo>
                <a:cubicBezTo>
                  <a:pt x="1455230" y="1376839"/>
                  <a:pt x="1447610" y="1381125"/>
                  <a:pt x="1440656" y="1383602"/>
                </a:cubicBezTo>
                <a:close/>
                <a:moveTo>
                  <a:pt x="1829657" y="1107662"/>
                </a:moveTo>
                <a:cubicBezTo>
                  <a:pt x="1859185" y="1139952"/>
                  <a:pt x="1873949" y="1186434"/>
                  <a:pt x="1873949" y="1247204"/>
                </a:cubicBezTo>
                <a:lnTo>
                  <a:pt x="1873949" y="1280731"/>
                </a:lnTo>
                <a:lnTo>
                  <a:pt x="1612392" y="1280731"/>
                </a:lnTo>
                <a:cubicBezTo>
                  <a:pt x="1613154" y="1316927"/>
                  <a:pt x="1622965" y="1344073"/>
                  <a:pt x="1641824" y="1362075"/>
                </a:cubicBezTo>
                <a:cubicBezTo>
                  <a:pt x="1660684" y="1380077"/>
                  <a:pt x="1684020" y="1389031"/>
                  <a:pt x="1711738" y="1389031"/>
                </a:cubicBezTo>
                <a:cubicBezTo>
                  <a:pt x="1731074" y="1389031"/>
                  <a:pt x="1748314" y="1384459"/>
                  <a:pt x="1763459" y="1375220"/>
                </a:cubicBezTo>
                <a:cubicBezTo>
                  <a:pt x="1778603" y="1366076"/>
                  <a:pt x="1791462" y="1352360"/>
                  <a:pt x="1802130" y="1334262"/>
                </a:cubicBezTo>
                <a:lnTo>
                  <a:pt x="1870234" y="1371505"/>
                </a:lnTo>
                <a:cubicBezTo>
                  <a:pt x="1852613" y="1399318"/>
                  <a:pt x="1830324" y="1420654"/>
                  <a:pt x="1803464" y="1435703"/>
                </a:cubicBezTo>
                <a:cubicBezTo>
                  <a:pt x="1776508" y="1450753"/>
                  <a:pt x="1744980" y="1458182"/>
                  <a:pt x="1708785" y="1458182"/>
                </a:cubicBezTo>
                <a:cubicBezTo>
                  <a:pt x="1652207" y="1458182"/>
                  <a:pt x="1607058" y="1441323"/>
                  <a:pt x="1573149" y="1407605"/>
                </a:cubicBezTo>
                <a:cubicBezTo>
                  <a:pt x="1539335" y="1373886"/>
                  <a:pt x="1522381" y="1325404"/>
                  <a:pt x="1522381" y="1262158"/>
                </a:cubicBezTo>
                <a:cubicBezTo>
                  <a:pt x="1522667" y="1201865"/>
                  <a:pt x="1540097" y="1153001"/>
                  <a:pt x="1574673" y="1115568"/>
                </a:cubicBezTo>
                <a:cubicBezTo>
                  <a:pt x="1609249" y="1078135"/>
                  <a:pt x="1652778" y="1059371"/>
                  <a:pt x="1705070" y="1059371"/>
                </a:cubicBezTo>
                <a:cubicBezTo>
                  <a:pt x="1757363" y="1059371"/>
                  <a:pt x="1800225" y="1075468"/>
                  <a:pt x="1829753" y="1107758"/>
                </a:cubicBezTo>
                <a:close/>
                <a:moveTo>
                  <a:pt x="1788414" y="1218152"/>
                </a:moveTo>
                <a:cubicBezTo>
                  <a:pt x="1788414" y="1188625"/>
                  <a:pt x="1781175" y="1165860"/>
                  <a:pt x="1766602" y="1149858"/>
                </a:cubicBezTo>
                <a:cubicBezTo>
                  <a:pt x="1752029" y="1133856"/>
                  <a:pt x="1732026" y="1125855"/>
                  <a:pt x="1706499" y="1125855"/>
                </a:cubicBezTo>
                <a:cubicBezTo>
                  <a:pt x="1680972" y="1125855"/>
                  <a:pt x="1658398" y="1134618"/>
                  <a:pt x="1641729" y="1152049"/>
                </a:cubicBezTo>
                <a:cubicBezTo>
                  <a:pt x="1625060" y="1169575"/>
                  <a:pt x="1615154" y="1191578"/>
                  <a:pt x="1612011" y="1218057"/>
                </a:cubicBezTo>
                <a:lnTo>
                  <a:pt x="1788414" y="1218057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71000">
                <a:srgbClr val="FFEBB6"/>
              </a:gs>
              <a:gs pos="100000">
                <a:srgbClr val="FFE6A4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96045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DFC294-8A26-120C-670A-C3BCB5E87E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793622C4-2B8D-1043-10DA-33B5AD9815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305051"/>
            <a:ext cx="5577840" cy="122872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>
                <a:solidFill>
                  <a:srgbClr val="FFF0C9"/>
                </a:solidFill>
              </a:defRPr>
            </a:lvl1pPr>
          </a:lstStyle>
          <a:p>
            <a:pPr lvl="0"/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19812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00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216743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9552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51426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5975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88812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898234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47124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34154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19392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F440FCB3-ECF5-52A2-C75D-DA911BBEA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0"/>
            <a:ext cx="6197600" cy="6858000"/>
          </a:xfrm>
          <a:prstGeom prst="rect">
            <a:avLst/>
          </a:prstGeom>
        </p:spPr>
      </p:pic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8F8B7ACC-CA50-BF7A-1DE2-BBA9A505FD5E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DA30B6C4-9C39-0A86-3056-CE1B7099E2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070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8F8B7ACC-CA50-BF7A-1DE2-BBA9A505FD5E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DA30B6C4-9C39-0A86-3056-CE1B7099E2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231DA7-D218-3D74-3EBC-2E6F1F67FD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"/>
          </a:blip>
          <a:srcRect l="9069" t="23997" r="42229" b="40674"/>
          <a:stretch/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290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77854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70861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3371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45242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503571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084941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53340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587812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01228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286025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513401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26220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644720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385116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68899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38035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22436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601681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178704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412564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8193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4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3B6E1FF4-0C6A-F602-EB66-39B3871D51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4400" y="0"/>
            <a:ext cx="6197600" cy="6858000"/>
          </a:xfrm>
          <a:prstGeom prst="rect">
            <a:avLst/>
          </a:prstGeom>
        </p:spPr>
      </p:pic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B6E9D2FE-6349-D51D-1C6E-E13752E0D334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90E667C9-B80B-0FE5-D32C-A528A7A830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77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4937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67594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528313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4267778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3537312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A1F847-CE64-A34B-15E6-0B12962D9A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E5DEF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769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982146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769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62358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280CCC-ED0A-7299-2F0C-04B3B632D2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E5DEF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71159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5679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6388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634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35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12683158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56128"/>
      </p:ext>
    </p:extLst>
  </p:cSld>
  <p:clrMapOvr>
    <a:masterClrMapping/>
  </p:clrMapOvr>
  <p:transition>
    <p:fad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C9C5B2-E9B4-7DDE-F1E3-96ED171C64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69682" y="-135215"/>
            <a:ext cx="12672768" cy="712843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1A140F8-9092-8E4F-986C-E73CB7FF0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430" y="799721"/>
            <a:ext cx="5574310" cy="5346555"/>
          </a:xfrm>
        </p:spPr>
        <p:txBody>
          <a:bodyPr lIns="0" tIns="0" bIns="0" anchor="t">
            <a:noAutofit/>
          </a:bodyPr>
          <a:lstStyle>
            <a:lvl1pPr>
              <a:defRPr sz="60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639375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10143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13573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499491"/>
            <a:ext cx="11033124" cy="492443"/>
          </a:xfrm>
        </p:spPr>
        <p:txBody>
          <a:bodyPr/>
          <a:lstStyle>
            <a:lvl1pPr algn="ctr"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18825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A933-FE52-FC27-DCF4-2DAD3995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C4A36-59F6-94E6-9546-7477E5ED7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1891E-B540-0830-3ACD-854437BD9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AAE4-6C6A-4337-9322-F43ACAC73CC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1937F-9B8E-8125-912D-A10A344A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8A1A6-D5AC-607A-E5A8-244BFB04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74CFF-0500-4008-9756-F9312FF8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2309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graphic2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AD5FBE95-C345-C737-C697-1F308DCF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4400" y="0"/>
            <a:ext cx="6197600" cy="6858000"/>
          </a:xfrm>
          <a:prstGeom prst="rect">
            <a:avLst/>
          </a:prstGeom>
        </p:spPr>
      </p:pic>
      <p:sp>
        <p:nvSpPr>
          <p:cNvPr id="6" name="Espace réservé du texte 16">
            <a:extLst>
              <a:ext uri="{FF2B5EF4-FFF2-40B4-BE49-F238E27FC236}">
                <a16:creationId xmlns:a16="http://schemas.microsoft.com/office/drawing/2014/main" id="{D4F6DCA2-8C6E-DFAD-531C-169D0DEB65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19828" y="2348850"/>
            <a:ext cx="7745698" cy="21603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4000" b="1">
                <a:solidFill>
                  <a:schemeClr val="tx1"/>
                </a:solidFill>
              </a:defRPr>
            </a:lvl1pPr>
            <a:lvl2pPr marL="228600" indent="0">
              <a:buFontTx/>
              <a:buNone/>
              <a:defRPr/>
            </a:lvl2pPr>
            <a:lvl3pPr marL="457200" indent="0">
              <a:buFontTx/>
              <a:buNone/>
              <a:defRPr/>
            </a:lvl3pPr>
            <a:lvl4pPr marL="661988" indent="0">
              <a:buFontTx/>
              <a:buNone/>
              <a:defRPr/>
            </a:lvl4pPr>
            <a:lvl5pPr marL="855663" indent="0">
              <a:buFontTx/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fr-FR"/>
              <a:t>EVENT NAME OR PRESENTATION TITLE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5D54038E-A067-FEAB-5B38-090D1B97C1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19827" y="4509150"/>
            <a:ext cx="7745695" cy="2655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bg2">
                    <a:lumMod val="90000"/>
                  </a:schemeClr>
                </a:solidFill>
              </a:defRPr>
            </a:lvl2pPr>
            <a:lvl3pPr>
              <a:defRPr sz="1600">
                <a:solidFill>
                  <a:schemeClr val="bg2">
                    <a:lumMod val="90000"/>
                  </a:schemeClr>
                </a:solidFill>
              </a:defRPr>
            </a:lvl3pPr>
            <a:lvl4pPr>
              <a:defRPr sz="1600">
                <a:solidFill>
                  <a:schemeClr val="bg2">
                    <a:lumMod val="90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90000"/>
                  </a:schemeClr>
                </a:solidFill>
              </a:defRPr>
            </a:lvl5pPr>
          </a:lstStyle>
          <a:p>
            <a:pPr lvl="0"/>
            <a:r>
              <a:rPr lang="fr-FR"/>
              <a:t>Speaker </a:t>
            </a:r>
            <a:r>
              <a:rPr lang="fr-FR" err="1"/>
              <a:t>name</a:t>
            </a:r>
            <a:r>
              <a:rPr lang="fr-FR"/>
              <a:t> or </a:t>
            </a:r>
            <a:r>
              <a:rPr lang="fr-FR" err="1"/>
              <a:t>subtitle</a:t>
            </a:r>
            <a:endParaRPr lang="fr-FR"/>
          </a:p>
        </p:txBody>
      </p:sp>
      <p:pic>
        <p:nvPicPr>
          <p:cNvPr id="8" name="Image 20">
            <a:extLst>
              <a:ext uri="{FF2B5EF4-FFF2-40B4-BE49-F238E27FC236}">
                <a16:creationId xmlns:a16="http://schemas.microsoft.com/office/drawing/2014/main" id="{49CAEF87-1024-830E-CEF3-D85D80737E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4200" y="3059188"/>
            <a:ext cx="1725673" cy="553998"/>
          </a:xfrm>
          <a:prstGeom prst="rect">
            <a:avLst/>
          </a:prstGeom>
        </p:spPr>
      </p:pic>
      <p:cxnSp>
        <p:nvCxnSpPr>
          <p:cNvPr id="9" name="Connecteur droit 21">
            <a:extLst>
              <a:ext uri="{FF2B5EF4-FFF2-40B4-BE49-F238E27FC236}">
                <a16:creationId xmlns:a16="http://schemas.microsoft.com/office/drawing/2014/main" id="{9BA87284-BE9E-B700-3AB0-173BFAA1DBCB}"/>
              </a:ext>
            </a:extLst>
          </p:cNvPr>
          <p:cNvCxnSpPr>
            <a:cxnSpLocks/>
          </p:cNvCxnSpPr>
          <p:nvPr userDrawn="1"/>
        </p:nvCxnSpPr>
        <p:spPr>
          <a:xfrm>
            <a:off x="2754463" y="2112579"/>
            <a:ext cx="0" cy="2662121"/>
          </a:xfrm>
          <a:prstGeom prst="line">
            <a:avLst/>
          </a:prstGeom>
          <a:ln w="15875">
            <a:solidFill>
              <a:srgbClr val="FDFDFD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MS logo white - EMF" descr="Microsoft logo white text version">
            <a:extLst>
              <a:ext uri="{FF2B5EF4-FFF2-40B4-BE49-F238E27FC236}">
                <a16:creationId xmlns:a16="http://schemas.microsoft.com/office/drawing/2014/main" id="{7F411FE4-BD7E-DB92-3739-2B617706400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2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bg>
      <p:bgPr>
        <a:solidFill>
          <a:srgbClr val="12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295ED579-CE67-2DC9-E23F-619BB8EBD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4400" y="0"/>
            <a:ext cx="6197600" cy="6858000"/>
          </a:xfrm>
          <a:prstGeom prst="rect">
            <a:avLst/>
          </a:prstGeom>
        </p:spPr>
      </p:pic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9A21FC18-7BB2-93C5-22D8-AA8C2D30395A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20">
            <a:extLst>
              <a:ext uri="{FF2B5EF4-FFF2-40B4-BE49-F238E27FC236}">
                <a16:creationId xmlns:a16="http://schemas.microsoft.com/office/drawing/2014/main" id="{7AD73BDA-60A4-A6C7-653E-72A7A1B501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3741" t="-20759" r="52945" b="-5827"/>
          <a:stretch/>
        </p:blipFill>
        <p:spPr>
          <a:xfrm>
            <a:off x="11736000" y="6443999"/>
            <a:ext cx="3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40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bg>
      <p:bgPr>
        <a:blipFill dpi="0" rotWithShape="1">
          <a:blip r:embed="rId2">
            <a:alphaModFix amt="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411A-D5DC-059F-6306-BA7067DD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292100"/>
            <a:ext cx="11018520" cy="461665"/>
          </a:xfrm>
        </p:spPr>
        <p:txBody>
          <a:bodyPr/>
          <a:lstStyle>
            <a:lvl1pPr>
              <a:defRPr sz="3000" b="1" i="0" spc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E32D8-945D-F04D-386C-F9063486BD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7375" y="792164"/>
            <a:ext cx="11025188" cy="265112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05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00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000" b="0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pic>
        <p:nvPicPr>
          <p:cNvPr id="10" name="Image 3" descr="Une image contenant capture d’écran, Graphique, symbole, conception&#10;&#10;Description générée automatiquement">
            <a:extLst>
              <a:ext uri="{FF2B5EF4-FFF2-40B4-BE49-F238E27FC236}">
                <a16:creationId xmlns:a16="http://schemas.microsoft.com/office/drawing/2014/main" id="{B49F8A13-32CE-CC29-46A9-E813A90FF4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18" t="-9139" r="-5503" b="-13625"/>
          <a:stretch/>
        </p:blipFill>
        <p:spPr>
          <a:xfrm>
            <a:off x="11779067" y="6503119"/>
            <a:ext cx="251191" cy="213023"/>
          </a:xfrm>
          <a:prstGeom prst="rect">
            <a:avLst/>
          </a:prstGeom>
          <a:noFill/>
        </p:spPr>
      </p:pic>
      <p:cxnSp>
        <p:nvCxnSpPr>
          <p:cNvPr id="11" name="Connecteur droit 21">
            <a:extLst>
              <a:ext uri="{FF2B5EF4-FFF2-40B4-BE49-F238E27FC236}">
                <a16:creationId xmlns:a16="http://schemas.microsoft.com/office/drawing/2014/main" id="{AC93EBB4-BEAB-EEDE-8D3A-B12025151DF8}"/>
              </a:ext>
            </a:extLst>
          </p:cNvPr>
          <p:cNvCxnSpPr>
            <a:cxnSpLocks/>
          </p:cNvCxnSpPr>
          <p:nvPr userDrawn="1"/>
        </p:nvCxnSpPr>
        <p:spPr>
          <a:xfrm>
            <a:off x="11609388" y="6381328"/>
            <a:ext cx="0" cy="476672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80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>
          <p15:clr>
            <a:srgbClr val="FBAE40"/>
          </p15:clr>
        </p15:guide>
        <p15:guide id="2" pos="4021">
          <p15:clr>
            <a:srgbClr val="FBAE40"/>
          </p15:clr>
        </p15:guide>
        <p15:guide id="3" orient="horz" pos="890">
          <p15:clr>
            <a:srgbClr val="FBAE40"/>
          </p15:clr>
        </p15:guide>
        <p15:guide id="4" orient="horz" pos="1298">
          <p15:clr>
            <a:srgbClr val="FBAE40"/>
          </p15:clr>
        </p15:guide>
        <p15:guide id="5" orient="horz" pos="168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22" descr="Une image contenant capture d’écran, Graphique, noir, conception&#10;&#10;Description générée automatiquement">
            <a:extLst>
              <a:ext uri="{FF2B5EF4-FFF2-40B4-BE49-F238E27FC236}">
                <a16:creationId xmlns:a16="http://schemas.microsoft.com/office/drawing/2014/main" id="{99E7F4F9-EF38-9BF9-95D1-126195DC4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4400" y="0"/>
            <a:ext cx="6197600" cy="6858000"/>
          </a:xfrm>
          <a:prstGeom prst="rect">
            <a:avLst/>
          </a:prstGeom>
        </p:spPr>
      </p:pic>
      <p:sp>
        <p:nvSpPr>
          <p:cNvPr id="4" name="Espace réservé du texte 16">
            <a:extLst>
              <a:ext uri="{FF2B5EF4-FFF2-40B4-BE49-F238E27FC236}">
                <a16:creationId xmlns:a16="http://schemas.microsoft.com/office/drawing/2014/main" id="{8B9F4690-C01E-4903-3DFA-CA0113CB81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4117" y="2348850"/>
            <a:ext cx="7745698" cy="21603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4000" b="1">
                <a:solidFill>
                  <a:schemeClr val="bg1"/>
                </a:solidFill>
              </a:defRPr>
            </a:lvl1pPr>
            <a:lvl2pPr marL="228600" indent="0">
              <a:buFontTx/>
              <a:buNone/>
              <a:defRPr/>
            </a:lvl2pPr>
            <a:lvl3pPr marL="457200" indent="0">
              <a:buFontTx/>
              <a:buNone/>
              <a:defRPr/>
            </a:lvl3pPr>
            <a:lvl4pPr marL="661988" indent="0">
              <a:buFontTx/>
              <a:buNone/>
              <a:defRPr/>
            </a:lvl4pPr>
            <a:lvl5pPr marL="855663" indent="0">
              <a:buFontTx/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fr-FR"/>
              <a:t>EVENT NAME OR PRESENTATION TITLE</a:t>
            </a:r>
          </a:p>
        </p:txBody>
      </p:sp>
      <p:sp>
        <p:nvSpPr>
          <p:cNvPr id="5" name="Espace réservé du texte 18">
            <a:extLst>
              <a:ext uri="{FF2B5EF4-FFF2-40B4-BE49-F238E27FC236}">
                <a16:creationId xmlns:a16="http://schemas.microsoft.com/office/drawing/2014/main" id="{4A9BAFB4-5F60-57BC-7E37-A0C980994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4116" y="4509150"/>
            <a:ext cx="7745695" cy="2655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>
                    <a:lumMod val="90000"/>
                  </a:schemeClr>
                </a:solidFill>
              </a:defRPr>
            </a:lvl1pPr>
            <a:lvl2pPr>
              <a:defRPr sz="1600">
                <a:solidFill>
                  <a:schemeClr val="bg2">
                    <a:lumMod val="90000"/>
                  </a:schemeClr>
                </a:solidFill>
              </a:defRPr>
            </a:lvl2pPr>
            <a:lvl3pPr>
              <a:defRPr sz="1600">
                <a:solidFill>
                  <a:schemeClr val="bg2">
                    <a:lumMod val="90000"/>
                  </a:schemeClr>
                </a:solidFill>
              </a:defRPr>
            </a:lvl3pPr>
            <a:lvl4pPr>
              <a:defRPr sz="1600">
                <a:solidFill>
                  <a:schemeClr val="bg2">
                    <a:lumMod val="90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90000"/>
                  </a:schemeClr>
                </a:solidFill>
              </a:defRPr>
            </a:lvl5pPr>
          </a:lstStyle>
          <a:p>
            <a:pPr lvl="0"/>
            <a:r>
              <a:rPr lang="fr-FR"/>
              <a:t>Speaker </a:t>
            </a:r>
            <a:r>
              <a:rPr lang="fr-FR" err="1"/>
              <a:t>name</a:t>
            </a:r>
            <a:r>
              <a:rPr lang="fr-FR"/>
              <a:t> or </a:t>
            </a:r>
            <a:r>
              <a:rPr lang="fr-FR" err="1"/>
              <a:t>subtitle</a:t>
            </a:r>
            <a:endParaRPr lang="fr-FR"/>
          </a:p>
        </p:txBody>
      </p:sp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09CCF768-F127-991A-0524-8D5B02DB48D8}"/>
              </a:ext>
            </a:extLst>
          </p:cNvPr>
          <p:cNvCxnSpPr>
            <a:cxnSpLocks/>
          </p:cNvCxnSpPr>
          <p:nvPr userDrawn="1"/>
        </p:nvCxnSpPr>
        <p:spPr>
          <a:xfrm>
            <a:off x="3101302" y="2112579"/>
            <a:ext cx="0" cy="2662121"/>
          </a:xfrm>
          <a:prstGeom prst="line">
            <a:avLst/>
          </a:prstGeom>
          <a:ln w="15875">
            <a:solidFill>
              <a:schemeClr val="bg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MS logo white - EMF" descr="Microsoft logo white text version">
            <a:extLst>
              <a:ext uri="{FF2B5EF4-FFF2-40B4-BE49-F238E27FC236}">
                <a16:creationId xmlns:a16="http://schemas.microsoft.com/office/drawing/2014/main" id="{2CD0783F-08EB-85C2-4F0A-94BFF61A08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46525"/>
      </p:ext>
    </p:extLst>
  </p:cSld>
  <p:clrMapOvr>
    <a:masterClrMapping/>
  </p:clrMapOvr>
  <p:transition>
    <p:fad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53413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white lines and dots&#10;&#10;AI-generated content may be incorrect.">
            <a:extLst>
              <a:ext uri="{FF2B5EF4-FFF2-40B4-BE49-F238E27FC236}">
                <a16:creationId xmlns:a16="http://schemas.microsoft.com/office/drawing/2014/main" id="{431B92D4-50D5-7DCC-711A-5147CA121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E2F0A0D5-2049-D6E2-DF86-30A746038F6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389" y="452284"/>
            <a:ext cx="2616200" cy="249492"/>
          </a:xfrm>
          <a:prstGeom prst="rect">
            <a:avLst/>
          </a:prstGeom>
        </p:spPr>
      </p:pic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0CA4A97-543E-067F-2176-EAE4672EF4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09385" y="-148965"/>
            <a:ext cx="5082615" cy="210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06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96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64085"/>
            <a:ext cx="676656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334324"/>
            <a:ext cx="59436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4320" y="0"/>
            <a:ext cx="42976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3657600" cy="91887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486400" y="6583680"/>
            <a:ext cx="89768" cy="92333"/>
          </a:xfrm>
        </p:spPr>
        <p:txBody>
          <a:bodyPr/>
          <a:lstStyle>
            <a:lvl1pPr>
              <a:defRPr>
                <a:solidFill>
                  <a:srgbClr val="191919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5665756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191919"/>
                </a:solidFill>
                <a:latin typeface="Adobe Clean" panose="020B0503020404020204" pitchFamily="34" charset="0"/>
              </a:rPr>
              <a:t>© 2026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503997"/>
            <a:ext cx="1748393" cy="201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1FE3EA7-D92D-4A30-9EBB-F43D697D029C}" type="datetime1">
              <a:rPr lang="en-US" smtClean="0"/>
              <a:t>7/16/2026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9820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Image 1">
            <a:extLst>
              <a:ext uri="{FF2B5EF4-FFF2-40B4-BE49-F238E27FC236}">
                <a16:creationId xmlns:a16="http://schemas.microsoft.com/office/drawing/2014/main" id="{C5D8781B-DE88-79F0-0C79-C2D25CA4E1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58" y="-1"/>
            <a:ext cx="12201529" cy="6858000"/>
          </a:xfrm>
          <a:prstGeom prst="rect">
            <a:avLst/>
          </a:prstGeom>
        </p:spPr>
      </p:pic>
      <p:sp>
        <p:nvSpPr>
          <p:cNvPr id="5" name="Blue Gradient">
            <a:extLst>
              <a:ext uri="{FF2B5EF4-FFF2-40B4-BE49-F238E27FC236}">
                <a16:creationId xmlns:a16="http://schemas.microsoft.com/office/drawing/2014/main" id="{419C158B-37E7-6AB4-0304-A21FF32FB43C}"/>
              </a:ext>
            </a:extLst>
          </p:cNvPr>
          <p:cNvSpPr/>
          <p:nvPr userDrawn="1"/>
        </p:nvSpPr>
        <p:spPr>
          <a:xfrm>
            <a:off x="-28587" y="0"/>
            <a:ext cx="12211058" cy="6858000"/>
          </a:xfrm>
          <a:prstGeom prst="rect">
            <a:avLst/>
          </a:prstGeom>
          <a:gradFill flip="none" rotWithShape="1">
            <a:gsLst>
              <a:gs pos="23000">
                <a:schemeClr val="accent1">
                  <a:alpha val="81581"/>
                </a:schemeClr>
              </a:gs>
              <a:gs pos="80000">
                <a:schemeClr val="accent6">
                  <a:alpha val="75646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66AD5547-6C2E-4FF2-B0D1-8938A69B5FE3}"/>
              </a:ext>
            </a:extLst>
          </p:cNvPr>
          <p:cNvSpPr/>
          <p:nvPr userDrawn="1"/>
        </p:nvSpPr>
        <p:spPr>
          <a:xfrm>
            <a:off x="-9529" y="4927600"/>
            <a:ext cx="12201529" cy="1930400"/>
          </a:xfrm>
          <a:custGeom>
            <a:avLst/>
            <a:gdLst>
              <a:gd name="connsiteX0" fmla="*/ 0 w 12201529"/>
              <a:gd name="connsiteY0" fmla="*/ 0 h 2121154"/>
              <a:gd name="connsiteX1" fmla="*/ 2267 w 12201529"/>
              <a:gd name="connsiteY1" fmla="*/ 0 h 2121154"/>
              <a:gd name="connsiteX2" fmla="*/ 2267 w 12201529"/>
              <a:gd name="connsiteY2" fmla="*/ 1277395 h 2121154"/>
              <a:gd name="connsiteX3" fmla="*/ 59094 w 12201529"/>
              <a:gd name="connsiteY3" fmla="*/ 1278553 h 2121154"/>
              <a:gd name="connsiteX4" fmla="*/ 5686396 w 12201529"/>
              <a:gd name="connsiteY4" fmla="*/ 661229 h 2121154"/>
              <a:gd name="connsiteX5" fmla="*/ 8200916 w 12201529"/>
              <a:gd name="connsiteY5" fmla="*/ 148797 h 2121154"/>
              <a:gd name="connsiteX6" fmla="*/ 8200916 w 12201529"/>
              <a:gd name="connsiteY6" fmla="*/ 148775 h 2121154"/>
              <a:gd name="connsiteX7" fmla="*/ 11735669 w 12201529"/>
              <a:gd name="connsiteY7" fmla="*/ 518640 h 2121154"/>
              <a:gd name="connsiteX8" fmla="*/ 12201529 w 12201529"/>
              <a:gd name="connsiteY8" fmla="*/ 641183 h 2121154"/>
              <a:gd name="connsiteX9" fmla="*/ 12201529 w 12201529"/>
              <a:gd name="connsiteY9" fmla="*/ 2121154 h 2121154"/>
              <a:gd name="connsiteX10" fmla="*/ 0 w 12201529"/>
              <a:gd name="connsiteY10" fmla="*/ 2121154 h 2121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01529" h="2121154">
                <a:moveTo>
                  <a:pt x="0" y="0"/>
                </a:moveTo>
                <a:lnTo>
                  <a:pt x="2267" y="0"/>
                </a:lnTo>
                <a:lnTo>
                  <a:pt x="2267" y="1277395"/>
                </a:lnTo>
                <a:lnTo>
                  <a:pt x="59094" y="1278553"/>
                </a:lnTo>
                <a:cubicBezTo>
                  <a:pt x="1952220" y="1291773"/>
                  <a:pt x="3847152" y="1085328"/>
                  <a:pt x="5686396" y="661229"/>
                </a:cubicBezTo>
                <a:cubicBezTo>
                  <a:pt x="6520180" y="468966"/>
                  <a:pt x="7347160" y="231770"/>
                  <a:pt x="8200916" y="148797"/>
                </a:cubicBezTo>
                <a:lnTo>
                  <a:pt x="8200916" y="148775"/>
                </a:lnTo>
                <a:cubicBezTo>
                  <a:pt x="9392096" y="32999"/>
                  <a:pt x="10567805" y="218877"/>
                  <a:pt x="11735669" y="518640"/>
                </a:cubicBezTo>
                <a:lnTo>
                  <a:pt x="12201529" y="641183"/>
                </a:lnTo>
                <a:lnTo>
                  <a:pt x="12201529" y="2121154"/>
                </a:lnTo>
                <a:lnTo>
                  <a:pt x="0" y="2121154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oogle Shape;192;p52">
            <a:extLst>
              <a:ext uri="{FF2B5EF4-FFF2-40B4-BE49-F238E27FC236}">
                <a16:creationId xmlns:a16="http://schemas.microsoft.com/office/drawing/2014/main" id="{CB6C06A7-CE9B-4105-7AAB-AEA79A06ACF9}"/>
              </a:ext>
            </a:extLst>
          </p:cNvPr>
          <p:cNvGrpSpPr/>
          <p:nvPr userDrawn="1"/>
        </p:nvGrpSpPr>
        <p:grpSpPr>
          <a:xfrm>
            <a:off x="7289801" y="5658600"/>
            <a:ext cx="3086100" cy="533811"/>
            <a:chOff x="2565400" y="2819400"/>
            <a:chExt cx="7048500" cy="1219200"/>
          </a:xfrm>
          <a:solidFill>
            <a:schemeClr val="bg1"/>
          </a:solidFill>
        </p:grpSpPr>
        <p:sp>
          <p:nvSpPr>
            <p:cNvPr id="22" name="Google Shape;193;p52">
              <a:extLst>
                <a:ext uri="{FF2B5EF4-FFF2-40B4-BE49-F238E27FC236}">
                  <a16:creationId xmlns:a16="http://schemas.microsoft.com/office/drawing/2014/main" id="{D6BE6BEA-FD3F-5D8C-98FE-69B07D356ADF}"/>
                </a:ext>
              </a:extLst>
            </p:cNvPr>
            <p:cNvSpPr/>
            <p:nvPr/>
          </p:nvSpPr>
          <p:spPr>
            <a:xfrm>
              <a:off x="2565400" y="2819400"/>
              <a:ext cx="1206500" cy="1219200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4" y="4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3" y="85"/>
                    <a:pt x="60" y="86"/>
                    <a:pt x="55" y="86"/>
                  </a:cubicBezTo>
                  <a:cubicBezTo>
                    <a:pt x="41" y="86"/>
                    <a:pt x="31" y="75"/>
                    <a:pt x="31" y="59"/>
                  </a:cubicBezTo>
                  <a:cubicBezTo>
                    <a:pt x="31" y="44"/>
                    <a:pt x="42" y="21"/>
                    <a:pt x="70" y="21"/>
                  </a:cubicBezTo>
                  <a:cubicBezTo>
                    <a:pt x="77" y="21"/>
                    <a:pt x="90" y="23"/>
                    <a:pt x="101" y="30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5" y="2"/>
                    <a:pt x="83" y="0"/>
                    <a:pt x="70" y="0"/>
                  </a:cubicBezTo>
                  <a:cubicBezTo>
                    <a:pt x="61" y="0"/>
                    <a:pt x="39" y="0"/>
                    <a:pt x="21" y="15"/>
                  </a:cubicBezTo>
                  <a:cubicBezTo>
                    <a:pt x="8" y="26"/>
                    <a:pt x="0" y="43"/>
                    <a:pt x="0" y="60"/>
                  </a:cubicBezTo>
                  <a:cubicBezTo>
                    <a:pt x="0" y="90"/>
                    <a:pt x="22" y="107"/>
                    <a:pt x="52" y="107"/>
                  </a:cubicBezTo>
                  <a:cubicBezTo>
                    <a:pt x="65" y="107"/>
                    <a:pt x="79" y="103"/>
                    <a:pt x="91" y="9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64" y="47"/>
                    <a:pt x="64" y="47"/>
                    <a:pt x="64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94;p52">
              <a:extLst>
                <a:ext uri="{FF2B5EF4-FFF2-40B4-BE49-F238E27FC236}">
                  <a16:creationId xmlns:a16="http://schemas.microsoft.com/office/drawing/2014/main" id="{B3BFD928-62F6-3D16-0766-DC6603A1303F}"/>
                </a:ext>
              </a:extLst>
            </p:cNvPr>
            <p:cNvSpPr/>
            <p:nvPr/>
          </p:nvSpPr>
          <p:spPr>
            <a:xfrm>
              <a:off x="3670300" y="2854325"/>
              <a:ext cx="1162050" cy="1149350"/>
            </a:xfrm>
            <a:custGeom>
              <a:avLst/>
              <a:gdLst/>
              <a:ahLst/>
              <a:cxnLst/>
              <a:rect l="l" t="t" r="r" b="b"/>
              <a:pathLst>
                <a:path w="103" h="101" extrusionOk="0">
                  <a:moveTo>
                    <a:pt x="81" y="56"/>
                  </a:moveTo>
                  <a:cubicBezTo>
                    <a:pt x="83" y="55"/>
                    <a:pt x="88" y="53"/>
                    <a:pt x="92" y="50"/>
                  </a:cubicBezTo>
                  <a:cubicBezTo>
                    <a:pt x="99" y="45"/>
                    <a:pt x="103" y="36"/>
                    <a:pt x="103" y="27"/>
                  </a:cubicBezTo>
                  <a:cubicBezTo>
                    <a:pt x="103" y="8"/>
                    <a:pt x="86" y="0"/>
                    <a:pt x="7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43" y="59"/>
                    <a:pt x="45" y="59"/>
                    <a:pt x="48" y="59"/>
                  </a:cubicBezTo>
                  <a:cubicBezTo>
                    <a:pt x="49" y="59"/>
                    <a:pt x="50" y="59"/>
                    <a:pt x="52" y="59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81" y="56"/>
                    <a:pt x="81" y="56"/>
                    <a:pt x="81" y="56"/>
                  </a:cubicBezTo>
                  <a:close/>
                  <a:moveTo>
                    <a:pt x="43" y="56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6" y="22"/>
                    <a:pt x="73" y="23"/>
                    <a:pt x="73" y="31"/>
                  </a:cubicBezTo>
                  <a:cubicBezTo>
                    <a:pt x="73" y="36"/>
                    <a:pt x="69" y="40"/>
                    <a:pt x="62" y="40"/>
                  </a:cubicBezTo>
                  <a:cubicBezTo>
                    <a:pt x="61" y="40"/>
                    <a:pt x="61" y="40"/>
                    <a:pt x="60" y="40"/>
                  </a:cubicBezTo>
                  <a:cubicBezTo>
                    <a:pt x="43" y="56"/>
                    <a:pt x="43" y="56"/>
                    <a:pt x="43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95;p52">
              <a:extLst>
                <a:ext uri="{FF2B5EF4-FFF2-40B4-BE49-F238E27FC236}">
                  <a16:creationId xmlns:a16="http://schemas.microsoft.com/office/drawing/2014/main" id="{696723F1-1ACD-766A-0038-561B22E73446}"/>
                </a:ext>
              </a:extLst>
            </p:cNvPr>
            <p:cNvSpPr/>
            <p:nvPr/>
          </p:nvSpPr>
          <p:spPr>
            <a:xfrm>
              <a:off x="4560888" y="2854325"/>
              <a:ext cx="1195388" cy="1149350"/>
            </a:xfrm>
            <a:custGeom>
              <a:avLst/>
              <a:gdLst/>
              <a:ahLst/>
              <a:cxnLst/>
              <a:rect l="l" t="t" r="r" b="b"/>
              <a:pathLst>
                <a:path w="753" h="724" extrusionOk="0">
                  <a:moveTo>
                    <a:pt x="704" y="0"/>
                  </a:moveTo>
                  <a:lnTo>
                    <a:pt x="462" y="0"/>
                  </a:lnTo>
                  <a:lnTo>
                    <a:pt x="0" y="724"/>
                  </a:lnTo>
                  <a:lnTo>
                    <a:pt x="235" y="724"/>
                  </a:lnTo>
                  <a:lnTo>
                    <a:pt x="306" y="602"/>
                  </a:lnTo>
                  <a:lnTo>
                    <a:pt x="533" y="602"/>
                  </a:lnTo>
                  <a:lnTo>
                    <a:pt x="540" y="724"/>
                  </a:lnTo>
                  <a:lnTo>
                    <a:pt x="753" y="724"/>
                  </a:lnTo>
                  <a:lnTo>
                    <a:pt x="704" y="0"/>
                  </a:lnTo>
                  <a:lnTo>
                    <a:pt x="704" y="0"/>
                  </a:lnTo>
                  <a:close/>
                  <a:moveTo>
                    <a:pt x="391" y="452"/>
                  </a:moveTo>
                  <a:lnTo>
                    <a:pt x="519" y="244"/>
                  </a:lnTo>
                  <a:lnTo>
                    <a:pt x="526" y="452"/>
                  </a:lnTo>
                  <a:lnTo>
                    <a:pt x="391" y="452"/>
                  </a:lnTo>
                  <a:lnTo>
                    <a:pt x="391" y="4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96;p52">
              <a:extLst>
                <a:ext uri="{FF2B5EF4-FFF2-40B4-BE49-F238E27FC236}">
                  <a16:creationId xmlns:a16="http://schemas.microsoft.com/office/drawing/2014/main" id="{5E032B2D-8BA7-C3E5-4041-65C5975AD303}"/>
                </a:ext>
              </a:extLst>
            </p:cNvPr>
            <p:cNvSpPr/>
            <p:nvPr/>
          </p:nvSpPr>
          <p:spPr>
            <a:xfrm>
              <a:off x="5756275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97;p52">
              <a:extLst>
                <a:ext uri="{FF2B5EF4-FFF2-40B4-BE49-F238E27FC236}">
                  <a16:creationId xmlns:a16="http://schemas.microsoft.com/office/drawing/2014/main" id="{2076B581-14C4-C6CF-5432-6DAC56E88284}"/>
                </a:ext>
              </a:extLst>
            </p:cNvPr>
            <p:cNvSpPr/>
            <p:nvPr/>
          </p:nvSpPr>
          <p:spPr>
            <a:xfrm>
              <a:off x="6681788" y="2854325"/>
              <a:ext cx="1138238" cy="114935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0" y="101"/>
                  </a:moveTo>
                  <a:cubicBezTo>
                    <a:pt x="54" y="101"/>
                    <a:pt x="54" y="101"/>
                    <a:pt x="54" y="101"/>
                  </a:cubicBezTo>
                  <a:cubicBezTo>
                    <a:pt x="62" y="101"/>
                    <a:pt x="72" y="100"/>
                    <a:pt x="82" y="93"/>
                  </a:cubicBezTo>
                  <a:cubicBezTo>
                    <a:pt x="89" y="87"/>
                    <a:pt x="93" y="78"/>
                    <a:pt x="93" y="70"/>
                  </a:cubicBezTo>
                  <a:cubicBezTo>
                    <a:pt x="93" y="63"/>
                    <a:pt x="90" y="57"/>
                    <a:pt x="86" y="54"/>
                  </a:cubicBezTo>
                  <a:cubicBezTo>
                    <a:pt x="84" y="51"/>
                    <a:pt x="81" y="50"/>
                    <a:pt x="79" y="50"/>
                  </a:cubicBezTo>
                  <a:cubicBezTo>
                    <a:pt x="92" y="47"/>
                    <a:pt x="101" y="38"/>
                    <a:pt x="101" y="25"/>
                  </a:cubicBezTo>
                  <a:cubicBezTo>
                    <a:pt x="101" y="6"/>
                    <a:pt x="85" y="0"/>
                    <a:pt x="71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lose/>
                  <a:moveTo>
                    <a:pt x="43" y="55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5" y="22"/>
                    <a:pt x="68" y="22"/>
                    <a:pt x="70" y="25"/>
                  </a:cubicBezTo>
                  <a:cubicBezTo>
                    <a:pt x="71" y="27"/>
                    <a:pt x="72" y="28"/>
                    <a:pt x="72" y="30"/>
                  </a:cubicBezTo>
                  <a:cubicBezTo>
                    <a:pt x="72" y="33"/>
                    <a:pt x="70" y="38"/>
                    <a:pt x="63" y="39"/>
                  </a:cubicBezTo>
                  <a:cubicBezTo>
                    <a:pt x="61" y="40"/>
                    <a:pt x="60" y="40"/>
                    <a:pt x="58" y="40"/>
                  </a:cubicBezTo>
                  <a:cubicBezTo>
                    <a:pt x="43" y="55"/>
                    <a:pt x="43" y="55"/>
                    <a:pt x="43" y="55"/>
                  </a:cubicBezTo>
                  <a:close/>
                  <a:moveTo>
                    <a:pt x="49" y="57"/>
                  </a:moveTo>
                  <a:cubicBezTo>
                    <a:pt x="53" y="57"/>
                    <a:pt x="58" y="57"/>
                    <a:pt x="61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9"/>
                    <a:pt x="61" y="75"/>
                    <a:pt x="52" y="78"/>
                  </a:cubicBezTo>
                  <a:cubicBezTo>
                    <a:pt x="50" y="79"/>
                    <a:pt x="47" y="79"/>
                    <a:pt x="4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49" y="57"/>
                    <a:pt x="49" y="57"/>
                    <a:pt x="49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98;p52">
              <a:extLst>
                <a:ext uri="{FF2B5EF4-FFF2-40B4-BE49-F238E27FC236}">
                  <a16:creationId xmlns:a16="http://schemas.microsoft.com/office/drawing/2014/main" id="{1237947F-1B05-FDAF-6C88-F36D89D1A8B8}"/>
                </a:ext>
              </a:extLst>
            </p:cNvPr>
            <p:cNvSpPr/>
            <p:nvPr/>
          </p:nvSpPr>
          <p:spPr>
            <a:xfrm>
              <a:off x="7707313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99;p52">
              <a:extLst>
                <a:ext uri="{FF2B5EF4-FFF2-40B4-BE49-F238E27FC236}">
                  <a16:creationId xmlns:a16="http://schemas.microsoft.com/office/drawing/2014/main" id="{BAA73E2B-5C5D-62F5-82E9-2E39788D6DB7}"/>
                </a:ext>
              </a:extLst>
            </p:cNvPr>
            <p:cNvSpPr/>
            <p:nvPr/>
          </p:nvSpPr>
          <p:spPr>
            <a:xfrm>
              <a:off x="8632825" y="2854325"/>
              <a:ext cx="981075" cy="1149350"/>
            </a:xfrm>
            <a:custGeom>
              <a:avLst/>
              <a:gdLst/>
              <a:ahLst/>
              <a:cxnLst/>
              <a:rect l="l" t="t" r="r" b="b"/>
              <a:pathLst>
                <a:path w="618" h="724" extrusionOk="0">
                  <a:moveTo>
                    <a:pt x="270" y="552"/>
                  </a:moveTo>
                  <a:lnTo>
                    <a:pt x="41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62" y="724"/>
                  </a:lnTo>
                  <a:lnTo>
                    <a:pt x="618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00;p52">
              <a:extLst>
                <a:ext uri="{FF2B5EF4-FFF2-40B4-BE49-F238E27FC236}">
                  <a16:creationId xmlns:a16="http://schemas.microsoft.com/office/drawing/2014/main" id="{BA5BAAEE-76CC-3A9B-1456-B8AEE1C6040E}"/>
                </a:ext>
              </a:extLst>
            </p:cNvPr>
            <p:cNvSpPr/>
            <p:nvPr/>
          </p:nvSpPr>
          <p:spPr>
            <a:xfrm>
              <a:off x="9421813" y="285432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" y="8"/>
                  </a:moveTo>
                  <a:cubicBezTo>
                    <a:pt x="1" y="12"/>
                    <a:pt x="4" y="15"/>
                    <a:pt x="8" y="15"/>
                  </a:cubicBezTo>
                  <a:cubicBezTo>
                    <a:pt x="12" y="15"/>
                    <a:pt x="15" y="12"/>
                    <a:pt x="15" y="8"/>
                  </a:cubicBezTo>
                  <a:cubicBezTo>
                    <a:pt x="15" y="4"/>
                    <a:pt x="12" y="1"/>
                    <a:pt x="8" y="1"/>
                  </a:cubicBezTo>
                  <a:cubicBezTo>
                    <a:pt x="4" y="1"/>
                    <a:pt x="1" y="4"/>
                    <a:pt x="1" y="8"/>
                  </a:cubicBezTo>
                  <a:close/>
                  <a:moveTo>
                    <a:pt x="6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1" y="5"/>
                    <a:pt x="11" y="6"/>
                  </a:cubicBezTo>
                  <a:cubicBezTo>
                    <a:pt x="11" y="7"/>
                    <a:pt x="10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9"/>
                    <a:pt x="11" y="10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9" y="12"/>
                    <a:pt x="9" y="11"/>
                    <a:pt x="9" y="10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lnTo>
                    <a:pt x="6" y="13"/>
                  </a:lnTo>
                  <a:close/>
                  <a:moveTo>
                    <a:pt x="6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EBBEB1-F653-7F69-6A77-8AFE26BC11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3238" y="1079410"/>
            <a:ext cx="6464300" cy="1776412"/>
          </a:xfr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5F196-DF53-3863-259D-F18E9E5ADD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3238" y="3034860"/>
            <a:ext cx="6464299" cy="788277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7AF0D5-D057-A32A-7B62-0858F0B5BB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4102281"/>
            <a:ext cx="6464300" cy="515227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client name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A60D387-C290-DB4C-B017-60172F95C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4636997"/>
            <a:ext cx="6464300" cy="515227"/>
          </a:xfrm>
        </p:spPr>
        <p:txBody>
          <a:bodyPr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date</a:t>
            </a:r>
          </a:p>
        </p:txBody>
      </p:sp>
      <p:grpSp>
        <p:nvGrpSpPr>
          <p:cNvPr id="11" name="Google Shape;192;p52" hidden="1">
            <a:extLst>
              <a:ext uri="{FF2B5EF4-FFF2-40B4-BE49-F238E27FC236}">
                <a16:creationId xmlns:a16="http://schemas.microsoft.com/office/drawing/2014/main" id="{93B6D0C2-0CE1-4041-CDB6-52CF2AB4212F}"/>
              </a:ext>
            </a:extLst>
          </p:cNvPr>
          <p:cNvGrpSpPr/>
          <p:nvPr/>
        </p:nvGrpSpPr>
        <p:grpSpPr>
          <a:xfrm>
            <a:off x="508635" y="503347"/>
            <a:ext cx="1882140" cy="325559"/>
            <a:chOff x="2565400" y="2819400"/>
            <a:chExt cx="7048500" cy="1219200"/>
          </a:xfrm>
          <a:solidFill>
            <a:schemeClr val="bg1"/>
          </a:solidFill>
        </p:grpSpPr>
        <p:sp>
          <p:nvSpPr>
            <p:cNvPr id="12" name="Google Shape;193;p52" hidden="1">
              <a:extLst>
                <a:ext uri="{FF2B5EF4-FFF2-40B4-BE49-F238E27FC236}">
                  <a16:creationId xmlns:a16="http://schemas.microsoft.com/office/drawing/2014/main" id="{BD46AAF4-1C60-6B2B-AB87-C34FE9C9C852}"/>
                </a:ext>
              </a:extLst>
            </p:cNvPr>
            <p:cNvSpPr/>
            <p:nvPr/>
          </p:nvSpPr>
          <p:spPr>
            <a:xfrm>
              <a:off x="2565400" y="2819400"/>
              <a:ext cx="1206500" cy="1219200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4" y="4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3" y="85"/>
                    <a:pt x="60" y="86"/>
                    <a:pt x="55" y="86"/>
                  </a:cubicBezTo>
                  <a:cubicBezTo>
                    <a:pt x="41" y="86"/>
                    <a:pt x="31" y="75"/>
                    <a:pt x="31" y="59"/>
                  </a:cubicBezTo>
                  <a:cubicBezTo>
                    <a:pt x="31" y="44"/>
                    <a:pt x="42" y="21"/>
                    <a:pt x="70" y="21"/>
                  </a:cubicBezTo>
                  <a:cubicBezTo>
                    <a:pt x="77" y="21"/>
                    <a:pt x="90" y="23"/>
                    <a:pt x="101" y="30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5" y="2"/>
                    <a:pt x="83" y="0"/>
                    <a:pt x="70" y="0"/>
                  </a:cubicBezTo>
                  <a:cubicBezTo>
                    <a:pt x="61" y="0"/>
                    <a:pt x="39" y="0"/>
                    <a:pt x="21" y="15"/>
                  </a:cubicBezTo>
                  <a:cubicBezTo>
                    <a:pt x="8" y="26"/>
                    <a:pt x="0" y="43"/>
                    <a:pt x="0" y="60"/>
                  </a:cubicBezTo>
                  <a:cubicBezTo>
                    <a:pt x="0" y="90"/>
                    <a:pt x="22" y="107"/>
                    <a:pt x="52" y="107"/>
                  </a:cubicBezTo>
                  <a:cubicBezTo>
                    <a:pt x="65" y="107"/>
                    <a:pt x="79" y="103"/>
                    <a:pt x="91" y="9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64" y="47"/>
                    <a:pt x="64" y="47"/>
                    <a:pt x="64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94;p52" hidden="1">
              <a:extLst>
                <a:ext uri="{FF2B5EF4-FFF2-40B4-BE49-F238E27FC236}">
                  <a16:creationId xmlns:a16="http://schemas.microsoft.com/office/drawing/2014/main" id="{1A5618AA-FAD2-751C-ED95-D66B7843AA42}"/>
                </a:ext>
              </a:extLst>
            </p:cNvPr>
            <p:cNvSpPr/>
            <p:nvPr/>
          </p:nvSpPr>
          <p:spPr>
            <a:xfrm>
              <a:off x="3670300" y="2854325"/>
              <a:ext cx="1162050" cy="1149350"/>
            </a:xfrm>
            <a:custGeom>
              <a:avLst/>
              <a:gdLst/>
              <a:ahLst/>
              <a:cxnLst/>
              <a:rect l="l" t="t" r="r" b="b"/>
              <a:pathLst>
                <a:path w="103" h="101" extrusionOk="0">
                  <a:moveTo>
                    <a:pt x="81" y="56"/>
                  </a:moveTo>
                  <a:cubicBezTo>
                    <a:pt x="83" y="55"/>
                    <a:pt x="88" y="53"/>
                    <a:pt x="92" y="50"/>
                  </a:cubicBezTo>
                  <a:cubicBezTo>
                    <a:pt x="99" y="45"/>
                    <a:pt x="103" y="36"/>
                    <a:pt x="103" y="27"/>
                  </a:cubicBezTo>
                  <a:cubicBezTo>
                    <a:pt x="103" y="8"/>
                    <a:pt x="86" y="0"/>
                    <a:pt x="7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43" y="59"/>
                    <a:pt x="45" y="59"/>
                    <a:pt x="48" y="59"/>
                  </a:cubicBezTo>
                  <a:cubicBezTo>
                    <a:pt x="49" y="59"/>
                    <a:pt x="50" y="59"/>
                    <a:pt x="52" y="59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81" y="56"/>
                    <a:pt x="81" y="56"/>
                    <a:pt x="81" y="56"/>
                  </a:cubicBezTo>
                  <a:close/>
                  <a:moveTo>
                    <a:pt x="43" y="56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6" y="22"/>
                    <a:pt x="73" y="23"/>
                    <a:pt x="73" y="31"/>
                  </a:cubicBezTo>
                  <a:cubicBezTo>
                    <a:pt x="73" y="36"/>
                    <a:pt x="69" y="40"/>
                    <a:pt x="62" y="40"/>
                  </a:cubicBezTo>
                  <a:cubicBezTo>
                    <a:pt x="61" y="40"/>
                    <a:pt x="61" y="40"/>
                    <a:pt x="60" y="40"/>
                  </a:cubicBezTo>
                  <a:cubicBezTo>
                    <a:pt x="43" y="56"/>
                    <a:pt x="43" y="56"/>
                    <a:pt x="43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95;p52" hidden="1">
              <a:extLst>
                <a:ext uri="{FF2B5EF4-FFF2-40B4-BE49-F238E27FC236}">
                  <a16:creationId xmlns:a16="http://schemas.microsoft.com/office/drawing/2014/main" id="{6E1E93FD-6560-F53F-A2BD-4B94F06C63AD}"/>
                </a:ext>
              </a:extLst>
            </p:cNvPr>
            <p:cNvSpPr/>
            <p:nvPr/>
          </p:nvSpPr>
          <p:spPr>
            <a:xfrm>
              <a:off x="4560888" y="2854325"/>
              <a:ext cx="1195388" cy="1149350"/>
            </a:xfrm>
            <a:custGeom>
              <a:avLst/>
              <a:gdLst/>
              <a:ahLst/>
              <a:cxnLst/>
              <a:rect l="l" t="t" r="r" b="b"/>
              <a:pathLst>
                <a:path w="753" h="724" extrusionOk="0">
                  <a:moveTo>
                    <a:pt x="704" y="0"/>
                  </a:moveTo>
                  <a:lnTo>
                    <a:pt x="462" y="0"/>
                  </a:lnTo>
                  <a:lnTo>
                    <a:pt x="0" y="724"/>
                  </a:lnTo>
                  <a:lnTo>
                    <a:pt x="235" y="724"/>
                  </a:lnTo>
                  <a:lnTo>
                    <a:pt x="306" y="602"/>
                  </a:lnTo>
                  <a:lnTo>
                    <a:pt x="533" y="602"/>
                  </a:lnTo>
                  <a:lnTo>
                    <a:pt x="540" y="724"/>
                  </a:lnTo>
                  <a:lnTo>
                    <a:pt x="753" y="724"/>
                  </a:lnTo>
                  <a:lnTo>
                    <a:pt x="704" y="0"/>
                  </a:lnTo>
                  <a:lnTo>
                    <a:pt x="704" y="0"/>
                  </a:lnTo>
                  <a:close/>
                  <a:moveTo>
                    <a:pt x="391" y="452"/>
                  </a:moveTo>
                  <a:lnTo>
                    <a:pt x="519" y="244"/>
                  </a:lnTo>
                  <a:lnTo>
                    <a:pt x="526" y="452"/>
                  </a:lnTo>
                  <a:lnTo>
                    <a:pt x="391" y="452"/>
                  </a:lnTo>
                  <a:lnTo>
                    <a:pt x="391" y="4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96;p52" hidden="1">
              <a:extLst>
                <a:ext uri="{FF2B5EF4-FFF2-40B4-BE49-F238E27FC236}">
                  <a16:creationId xmlns:a16="http://schemas.microsoft.com/office/drawing/2014/main" id="{67D47C96-C390-0F80-157E-B306F4DBE84A}"/>
                </a:ext>
              </a:extLst>
            </p:cNvPr>
            <p:cNvSpPr/>
            <p:nvPr/>
          </p:nvSpPr>
          <p:spPr>
            <a:xfrm>
              <a:off x="5756275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97;p52" hidden="1">
              <a:extLst>
                <a:ext uri="{FF2B5EF4-FFF2-40B4-BE49-F238E27FC236}">
                  <a16:creationId xmlns:a16="http://schemas.microsoft.com/office/drawing/2014/main" id="{8A077430-8C6C-C3B4-07AB-9EA811F7856E}"/>
                </a:ext>
              </a:extLst>
            </p:cNvPr>
            <p:cNvSpPr/>
            <p:nvPr/>
          </p:nvSpPr>
          <p:spPr>
            <a:xfrm>
              <a:off x="6681788" y="2854325"/>
              <a:ext cx="1138238" cy="114935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0" y="101"/>
                  </a:moveTo>
                  <a:cubicBezTo>
                    <a:pt x="54" y="101"/>
                    <a:pt x="54" y="101"/>
                    <a:pt x="54" y="101"/>
                  </a:cubicBezTo>
                  <a:cubicBezTo>
                    <a:pt x="62" y="101"/>
                    <a:pt x="72" y="100"/>
                    <a:pt x="82" y="93"/>
                  </a:cubicBezTo>
                  <a:cubicBezTo>
                    <a:pt x="89" y="87"/>
                    <a:pt x="93" y="78"/>
                    <a:pt x="93" y="70"/>
                  </a:cubicBezTo>
                  <a:cubicBezTo>
                    <a:pt x="93" y="63"/>
                    <a:pt x="90" y="57"/>
                    <a:pt x="86" y="54"/>
                  </a:cubicBezTo>
                  <a:cubicBezTo>
                    <a:pt x="84" y="51"/>
                    <a:pt x="81" y="50"/>
                    <a:pt x="79" y="50"/>
                  </a:cubicBezTo>
                  <a:cubicBezTo>
                    <a:pt x="92" y="47"/>
                    <a:pt x="101" y="38"/>
                    <a:pt x="101" y="25"/>
                  </a:cubicBezTo>
                  <a:cubicBezTo>
                    <a:pt x="101" y="6"/>
                    <a:pt x="85" y="0"/>
                    <a:pt x="71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lose/>
                  <a:moveTo>
                    <a:pt x="43" y="55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5" y="22"/>
                    <a:pt x="68" y="22"/>
                    <a:pt x="70" y="25"/>
                  </a:cubicBezTo>
                  <a:cubicBezTo>
                    <a:pt x="71" y="27"/>
                    <a:pt x="72" y="28"/>
                    <a:pt x="72" y="30"/>
                  </a:cubicBezTo>
                  <a:cubicBezTo>
                    <a:pt x="72" y="33"/>
                    <a:pt x="70" y="38"/>
                    <a:pt x="63" y="39"/>
                  </a:cubicBezTo>
                  <a:cubicBezTo>
                    <a:pt x="61" y="40"/>
                    <a:pt x="60" y="40"/>
                    <a:pt x="58" y="40"/>
                  </a:cubicBezTo>
                  <a:cubicBezTo>
                    <a:pt x="43" y="55"/>
                    <a:pt x="43" y="55"/>
                    <a:pt x="43" y="55"/>
                  </a:cubicBezTo>
                  <a:close/>
                  <a:moveTo>
                    <a:pt x="49" y="57"/>
                  </a:moveTo>
                  <a:cubicBezTo>
                    <a:pt x="53" y="57"/>
                    <a:pt x="58" y="57"/>
                    <a:pt x="61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9"/>
                    <a:pt x="61" y="75"/>
                    <a:pt x="52" y="78"/>
                  </a:cubicBezTo>
                  <a:cubicBezTo>
                    <a:pt x="50" y="79"/>
                    <a:pt x="47" y="79"/>
                    <a:pt x="4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49" y="57"/>
                    <a:pt x="49" y="57"/>
                    <a:pt x="49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98;p52" hidden="1">
              <a:extLst>
                <a:ext uri="{FF2B5EF4-FFF2-40B4-BE49-F238E27FC236}">
                  <a16:creationId xmlns:a16="http://schemas.microsoft.com/office/drawing/2014/main" id="{0741CB1A-F759-0FC8-0C4F-8F43032C8FEE}"/>
                </a:ext>
              </a:extLst>
            </p:cNvPr>
            <p:cNvSpPr/>
            <p:nvPr/>
          </p:nvSpPr>
          <p:spPr>
            <a:xfrm>
              <a:off x="7707313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99;p52" hidden="1">
              <a:extLst>
                <a:ext uri="{FF2B5EF4-FFF2-40B4-BE49-F238E27FC236}">
                  <a16:creationId xmlns:a16="http://schemas.microsoft.com/office/drawing/2014/main" id="{E167A81D-0F8B-5972-E7BE-1C4A49C7B401}"/>
                </a:ext>
              </a:extLst>
            </p:cNvPr>
            <p:cNvSpPr/>
            <p:nvPr/>
          </p:nvSpPr>
          <p:spPr>
            <a:xfrm>
              <a:off x="8632825" y="2854325"/>
              <a:ext cx="981075" cy="1149350"/>
            </a:xfrm>
            <a:custGeom>
              <a:avLst/>
              <a:gdLst/>
              <a:ahLst/>
              <a:cxnLst/>
              <a:rect l="l" t="t" r="r" b="b"/>
              <a:pathLst>
                <a:path w="618" h="724" extrusionOk="0">
                  <a:moveTo>
                    <a:pt x="270" y="552"/>
                  </a:moveTo>
                  <a:lnTo>
                    <a:pt x="41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62" y="724"/>
                  </a:lnTo>
                  <a:lnTo>
                    <a:pt x="618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00;p52" hidden="1">
              <a:extLst>
                <a:ext uri="{FF2B5EF4-FFF2-40B4-BE49-F238E27FC236}">
                  <a16:creationId xmlns:a16="http://schemas.microsoft.com/office/drawing/2014/main" id="{524E1DDC-8DC9-1D21-E206-8A96BF8A6627}"/>
                </a:ext>
              </a:extLst>
            </p:cNvPr>
            <p:cNvSpPr/>
            <p:nvPr/>
          </p:nvSpPr>
          <p:spPr>
            <a:xfrm>
              <a:off x="9421813" y="285432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" y="8"/>
                  </a:moveTo>
                  <a:cubicBezTo>
                    <a:pt x="1" y="12"/>
                    <a:pt x="4" y="15"/>
                    <a:pt x="8" y="15"/>
                  </a:cubicBezTo>
                  <a:cubicBezTo>
                    <a:pt x="12" y="15"/>
                    <a:pt x="15" y="12"/>
                    <a:pt x="15" y="8"/>
                  </a:cubicBezTo>
                  <a:cubicBezTo>
                    <a:pt x="15" y="4"/>
                    <a:pt x="12" y="1"/>
                    <a:pt x="8" y="1"/>
                  </a:cubicBezTo>
                  <a:cubicBezTo>
                    <a:pt x="4" y="1"/>
                    <a:pt x="1" y="4"/>
                    <a:pt x="1" y="8"/>
                  </a:cubicBezTo>
                  <a:close/>
                  <a:moveTo>
                    <a:pt x="6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1" y="5"/>
                    <a:pt x="11" y="6"/>
                  </a:cubicBezTo>
                  <a:cubicBezTo>
                    <a:pt x="11" y="7"/>
                    <a:pt x="10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9"/>
                    <a:pt x="11" y="10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9" y="12"/>
                    <a:pt x="9" y="11"/>
                    <a:pt x="9" y="10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lnTo>
                    <a:pt x="6" y="13"/>
                  </a:lnTo>
                  <a:close/>
                  <a:moveTo>
                    <a:pt x="6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452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0.03889 L -2.08333E-7 -2.22222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08333E-7 0.03889 L -2.08333E-7 2.59259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0.03889 L -2.08333E-7 -3.7037E-7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2.08333E-7 0.03889 L -2.08333E-7 3.7037E-7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250"/>
                  </p:stCondLst>
                  <p:childTnLst>
                    <p:animMotion origin="layout" path="M -2.08333E-7 0.03889 L -2.08333E-7 2.59259E-6 " pathEditMode="relative" rAng="0" ptsTypes="AA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2.08333E-7 0.03889 L -2.08333E-7 -3.7037E-7 " pathEditMode="relative" rAng="0" ptsTypes="AA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750"/>
                  </p:stCondLst>
                  <p:childTnLst>
                    <p:animMotion origin="layout" path="M -2.08333E-7 0.03889 L -2.08333E-7 3.7037E-7 " pathEditMode="relative" rAng="0" ptsTypes="AA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lue Gradient">
            <a:extLst>
              <a:ext uri="{FF2B5EF4-FFF2-40B4-BE49-F238E27FC236}">
                <a16:creationId xmlns:a16="http://schemas.microsoft.com/office/drawing/2014/main" id="{FF6770A7-F000-9DE5-C903-BA60B2E218C5}"/>
              </a:ext>
            </a:extLst>
          </p:cNvPr>
          <p:cNvSpPr/>
          <p:nvPr userDrawn="1"/>
        </p:nvSpPr>
        <p:spPr>
          <a:xfrm flipH="1">
            <a:off x="3016" y="-47"/>
            <a:ext cx="12188984" cy="6867526"/>
          </a:xfrm>
          <a:prstGeom prst="rect">
            <a:avLst/>
          </a:prstGeom>
          <a:gradFill flip="none" rotWithShape="1">
            <a:gsLst>
              <a:gs pos="40000">
                <a:srgbClr val="146B98"/>
              </a:gs>
              <a:gs pos="65000">
                <a:schemeClr val="accent2">
                  <a:alpha val="85885"/>
                </a:schemeClr>
              </a:gs>
              <a:gs pos="17000">
                <a:schemeClr val="accent1">
                  <a:alpha val="88000"/>
                </a:schemeClr>
              </a:gs>
              <a:gs pos="88000">
                <a:schemeClr val="accent6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20">
            <a:extLst>
              <a:ext uri="{FF2B5EF4-FFF2-40B4-BE49-F238E27FC236}">
                <a16:creationId xmlns:a16="http://schemas.microsoft.com/office/drawing/2014/main" id="{B7FA230E-75D7-346C-61BE-1EAFFB34318F}"/>
              </a:ext>
            </a:extLst>
          </p:cNvPr>
          <p:cNvSpPr/>
          <p:nvPr userDrawn="1"/>
        </p:nvSpPr>
        <p:spPr>
          <a:xfrm rot="16200000" flipH="1">
            <a:off x="5145920" y="-185064"/>
            <a:ext cx="6871602" cy="7214526"/>
          </a:xfrm>
          <a:custGeom>
            <a:avLst/>
            <a:gdLst>
              <a:gd name="connsiteX0" fmla="*/ 12188161 w 12202949"/>
              <a:gd name="connsiteY0" fmla="*/ 4235676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3851388"/>
              <a:gd name="connsiteX1" fmla="*/ 12202949 w 12202949"/>
              <a:gd name="connsiteY1" fmla="*/ 760596 h 3851388"/>
              <a:gd name="connsiteX2" fmla="*/ 11741071 w 12202949"/>
              <a:gd name="connsiteY2" fmla="*/ 910806 h 3851388"/>
              <a:gd name="connsiteX3" fmla="*/ 8204008 w 12202949"/>
              <a:gd name="connsiteY3" fmla="*/ 1353765 h 3851388"/>
              <a:gd name="connsiteX4" fmla="*/ 8204008 w 12202949"/>
              <a:gd name="connsiteY4" fmla="*/ 1353739 h 3851388"/>
              <a:gd name="connsiteX5" fmla="*/ 5687844 w 12202949"/>
              <a:gd name="connsiteY5" fmla="*/ 740037 h 3851388"/>
              <a:gd name="connsiteX6" fmla="*/ 56864 w 12202949"/>
              <a:gd name="connsiteY6" fmla="*/ 714 h 3851388"/>
              <a:gd name="connsiteX7" fmla="*/ 0 w 12202949"/>
              <a:gd name="connsiteY7" fmla="*/ 2101 h 3851388"/>
              <a:gd name="connsiteX8" fmla="*/ 0 w 12202949"/>
              <a:gd name="connsiteY8" fmla="*/ 3851388 h 3851388"/>
              <a:gd name="connsiteX9" fmla="*/ 12188161 w 12202949"/>
              <a:gd name="connsiteY9" fmla="*/ 3851388 h 3851388"/>
              <a:gd name="connsiteX0" fmla="*/ 12213561 w 12214333"/>
              <a:gd name="connsiteY0" fmla="*/ 3837619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37619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32810 h 3854840"/>
              <a:gd name="connsiteX1" fmla="*/ 12218189 w 12218189"/>
              <a:gd name="connsiteY1" fmla="*/ 764048 h 3854840"/>
              <a:gd name="connsiteX2" fmla="*/ 11741071 w 12218189"/>
              <a:gd name="connsiteY2" fmla="*/ 914258 h 3854840"/>
              <a:gd name="connsiteX3" fmla="*/ 8204008 w 12218189"/>
              <a:gd name="connsiteY3" fmla="*/ 1357217 h 3854840"/>
              <a:gd name="connsiteX4" fmla="*/ 8204008 w 12218189"/>
              <a:gd name="connsiteY4" fmla="*/ 1357191 h 3854840"/>
              <a:gd name="connsiteX5" fmla="*/ 5237607 w 12218189"/>
              <a:gd name="connsiteY5" fmla="*/ 500131 h 3854840"/>
              <a:gd name="connsiteX6" fmla="*/ 56864 w 12218189"/>
              <a:gd name="connsiteY6" fmla="*/ 4166 h 3854840"/>
              <a:gd name="connsiteX7" fmla="*/ 0 w 12218189"/>
              <a:gd name="connsiteY7" fmla="*/ 5553 h 3854840"/>
              <a:gd name="connsiteX8" fmla="*/ 0 w 12218189"/>
              <a:gd name="connsiteY8" fmla="*/ 3854840 h 3854840"/>
              <a:gd name="connsiteX9" fmla="*/ 12213561 w 12218189"/>
              <a:gd name="connsiteY9" fmla="*/ 3832810 h 3854840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8204008 w 12218189"/>
              <a:gd name="connsiteY3" fmla="*/ 1353641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10121145 w 12218189"/>
              <a:gd name="connsiteY3" fmla="*/ 1040753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9162576 w 12218189"/>
              <a:gd name="connsiteY3" fmla="*/ 1231936 h 3851264"/>
              <a:gd name="connsiteX4" fmla="*/ 5237607 w 12218189"/>
              <a:gd name="connsiteY4" fmla="*/ 496555 h 3851264"/>
              <a:gd name="connsiteX5" fmla="*/ 56864 w 12218189"/>
              <a:gd name="connsiteY5" fmla="*/ 590 h 3851264"/>
              <a:gd name="connsiteX6" fmla="*/ 0 w 12218189"/>
              <a:gd name="connsiteY6" fmla="*/ 1977 h 3851264"/>
              <a:gd name="connsiteX7" fmla="*/ 0 w 12218189"/>
              <a:gd name="connsiteY7" fmla="*/ 3851264 h 3851264"/>
              <a:gd name="connsiteX8" fmla="*/ 12213561 w 12218189"/>
              <a:gd name="connsiteY8" fmla="*/ 3829234 h 3851264"/>
              <a:gd name="connsiteX0" fmla="*/ 12213561 w 12218189"/>
              <a:gd name="connsiteY0" fmla="*/ 3829199 h 3851229"/>
              <a:gd name="connsiteX1" fmla="*/ 12218189 w 12218189"/>
              <a:gd name="connsiteY1" fmla="*/ 760437 h 3851229"/>
              <a:gd name="connsiteX2" fmla="*/ 11741071 w 12218189"/>
              <a:gd name="connsiteY2" fmla="*/ 910647 h 3851229"/>
              <a:gd name="connsiteX3" fmla="*/ 8581626 w 12218189"/>
              <a:gd name="connsiteY3" fmla="*/ 1110222 h 3851229"/>
              <a:gd name="connsiteX4" fmla="*/ 5237607 w 12218189"/>
              <a:gd name="connsiteY4" fmla="*/ 496520 h 3851229"/>
              <a:gd name="connsiteX5" fmla="*/ 56864 w 12218189"/>
              <a:gd name="connsiteY5" fmla="*/ 555 h 3851229"/>
              <a:gd name="connsiteX6" fmla="*/ 0 w 12218189"/>
              <a:gd name="connsiteY6" fmla="*/ 1942 h 3851229"/>
              <a:gd name="connsiteX7" fmla="*/ 0 w 12218189"/>
              <a:gd name="connsiteY7" fmla="*/ 3851229 h 3851229"/>
              <a:gd name="connsiteX8" fmla="*/ 12213561 w 12218189"/>
              <a:gd name="connsiteY8" fmla="*/ 3829199 h 385122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741071 w 12218189"/>
              <a:gd name="connsiteY2" fmla="*/ 910637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98 h 3851228"/>
              <a:gd name="connsiteX1" fmla="*/ 12218189 w 12218189"/>
              <a:gd name="connsiteY1" fmla="*/ 308486 h 3851228"/>
              <a:gd name="connsiteX2" fmla="*/ 10956787 w 12218189"/>
              <a:gd name="connsiteY2" fmla="*/ 893263 h 3851228"/>
              <a:gd name="connsiteX3" fmla="*/ 8392818 w 12218189"/>
              <a:gd name="connsiteY3" fmla="*/ 1110221 h 3851228"/>
              <a:gd name="connsiteX4" fmla="*/ 5237607 w 12218189"/>
              <a:gd name="connsiteY4" fmla="*/ 496519 h 3851228"/>
              <a:gd name="connsiteX5" fmla="*/ 56864 w 12218189"/>
              <a:gd name="connsiteY5" fmla="*/ 554 h 3851228"/>
              <a:gd name="connsiteX6" fmla="*/ 0 w 12218189"/>
              <a:gd name="connsiteY6" fmla="*/ 1941 h 3851228"/>
              <a:gd name="connsiteX7" fmla="*/ 0 w 12218189"/>
              <a:gd name="connsiteY7" fmla="*/ 3851228 h 3851228"/>
              <a:gd name="connsiteX8" fmla="*/ 12213561 w 12218189"/>
              <a:gd name="connsiteY8" fmla="*/ 3829198 h 3851228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741389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30090 h 3852120"/>
              <a:gd name="connsiteX1" fmla="*/ 12218189 w 12218189"/>
              <a:gd name="connsiteY1" fmla="*/ 309378 h 3852120"/>
              <a:gd name="connsiteX2" fmla="*/ 10956787 w 12218189"/>
              <a:gd name="connsiteY2" fmla="*/ 894155 h 3852120"/>
              <a:gd name="connsiteX3" fmla="*/ 8741389 w 12218189"/>
              <a:gd name="connsiteY3" fmla="*/ 1128495 h 3852120"/>
              <a:gd name="connsiteX4" fmla="*/ 4947131 w 12218189"/>
              <a:gd name="connsiteY4" fmla="*/ 288819 h 3852120"/>
              <a:gd name="connsiteX5" fmla="*/ 56864 w 12218189"/>
              <a:gd name="connsiteY5" fmla="*/ 1446 h 3852120"/>
              <a:gd name="connsiteX6" fmla="*/ 0 w 12218189"/>
              <a:gd name="connsiteY6" fmla="*/ 2833 h 3852120"/>
              <a:gd name="connsiteX7" fmla="*/ 0 w 12218189"/>
              <a:gd name="connsiteY7" fmla="*/ 3852120 h 3852120"/>
              <a:gd name="connsiteX8" fmla="*/ 12213561 w 12218189"/>
              <a:gd name="connsiteY8" fmla="*/ 3830090 h 3852120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7710201 w 12218189"/>
              <a:gd name="connsiteY2" fmla="*/ 1006629 h 3851933"/>
              <a:gd name="connsiteX3" fmla="*/ 4947131 w 12218189"/>
              <a:gd name="connsiteY3" fmla="*/ 288632 h 3851933"/>
              <a:gd name="connsiteX4" fmla="*/ 56864 w 12218189"/>
              <a:gd name="connsiteY4" fmla="*/ 1259 h 3851933"/>
              <a:gd name="connsiteX5" fmla="*/ 0 w 12218189"/>
              <a:gd name="connsiteY5" fmla="*/ 2646 h 3851933"/>
              <a:gd name="connsiteX6" fmla="*/ 0 w 12218189"/>
              <a:gd name="connsiteY6" fmla="*/ 3851933 h 3851933"/>
              <a:gd name="connsiteX7" fmla="*/ 12213561 w 12218189"/>
              <a:gd name="connsiteY7" fmla="*/ 3829903 h 3851933"/>
              <a:gd name="connsiteX0" fmla="*/ 12213561 w 12218189"/>
              <a:gd name="connsiteY0" fmla="*/ 3829976 h 3852006"/>
              <a:gd name="connsiteX1" fmla="*/ 12218189 w 12218189"/>
              <a:gd name="connsiteY1" fmla="*/ 309264 h 3852006"/>
              <a:gd name="connsiteX2" fmla="*/ 7899010 w 12218189"/>
              <a:gd name="connsiteY2" fmla="*/ 1058851 h 3852006"/>
              <a:gd name="connsiteX3" fmla="*/ 4947131 w 12218189"/>
              <a:gd name="connsiteY3" fmla="*/ 288705 h 3852006"/>
              <a:gd name="connsiteX4" fmla="*/ 56864 w 12218189"/>
              <a:gd name="connsiteY4" fmla="*/ 1332 h 3852006"/>
              <a:gd name="connsiteX5" fmla="*/ 0 w 12218189"/>
              <a:gd name="connsiteY5" fmla="*/ 2719 h 3852006"/>
              <a:gd name="connsiteX6" fmla="*/ 0 w 12218189"/>
              <a:gd name="connsiteY6" fmla="*/ 3852006 h 3852006"/>
              <a:gd name="connsiteX7" fmla="*/ 12213561 w 12218189"/>
              <a:gd name="connsiteY7" fmla="*/ 3829976 h 3852006"/>
              <a:gd name="connsiteX0" fmla="*/ 12213561 w 12218277"/>
              <a:gd name="connsiteY0" fmla="*/ 3829976 h 3852006"/>
              <a:gd name="connsiteX1" fmla="*/ 12218189 w 12218277"/>
              <a:gd name="connsiteY1" fmla="*/ 309264 h 3852006"/>
              <a:gd name="connsiteX2" fmla="*/ 7899010 w 12218277"/>
              <a:gd name="connsiteY2" fmla="*/ 1058851 h 3852006"/>
              <a:gd name="connsiteX3" fmla="*/ 4947131 w 12218277"/>
              <a:gd name="connsiteY3" fmla="*/ 288705 h 3852006"/>
              <a:gd name="connsiteX4" fmla="*/ 56864 w 12218277"/>
              <a:gd name="connsiteY4" fmla="*/ 1332 h 3852006"/>
              <a:gd name="connsiteX5" fmla="*/ 0 w 12218277"/>
              <a:gd name="connsiteY5" fmla="*/ 2719 h 3852006"/>
              <a:gd name="connsiteX6" fmla="*/ 0 w 12218277"/>
              <a:gd name="connsiteY6" fmla="*/ 3852006 h 3852006"/>
              <a:gd name="connsiteX7" fmla="*/ 12213561 w 12218277"/>
              <a:gd name="connsiteY7" fmla="*/ 3829976 h 3852006"/>
              <a:gd name="connsiteX0" fmla="*/ 12213561 w 12218294"/>
              <a:gd name="connsiteY0" fmla="*/ 3830004 h 3852034"/>
              <a:gd name="connsiteX1" fmla="*/ 12218189 w 12218294"/>
              <a:gd name="connsiteY1" fmla="*/ 309292 h 3852034"/>
              <a:gd name="connsiteX2" fmla="*/ 8407343 w 12218294"/>
              <a:gd name="connsiteY2" fmla="*/ 1076261 h 3852034"/>
              <a:gd name="connsiteX3" fmla="*/ 4947131 w 12218294"/>
              <a:gd name="connsiteY3" fmla="*/ 288733 h 3852034"/>
              <a:gd name="connsiteX4" fmla="*/ 56864 w 12218294"/>
              <a:gd name="connsiteY4" fmla="*/ 1360 h 3852034"/>
              <a:gd name="connsiteX5" fmla="*/ 0 w 12218294"/>
              <a:gd name="connsiteY5" fmla="*/ 2747 h 3852034"/>
              <a:gd name="connsiteX6" fmla="*/ 0 w 12218294"/>
              <a:gd name="connsiteY6" fmla="*/ 3852034 h 3852034"/>
              <a:gd name="connsiteX7" fmla="*/ 12213561 w 12218294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298"/>
              <a:gd name="connsiteY0" fmla="*/ 3831244 h 3853274"/>
              <a:gd name="connsiteX1" fmla="*/ 12218189 w 12218298"/>
              <a:gd name="connsiteY1" fmla="*/ 310532 h 3853274"/>
              <a:gd name="connsiteX2" fmla="*/ 8407343 w 12218298"/>
              <a:gd name="connsiteY2" fmla="*/ 1077501 h 3853274"/>
              <a:gd name="connsiteX3" fmla="*/ 4366180 w 12218298"/>
              <a:gd name="connsiteY3" fmla="*/ 220443 h 3853274"/>
              <a:gd name="connsiteX4" fmla="*/ 56864 w 12218298"/>
              <a:gd name="connsiteY4" fmla="*/ 2600 h 3853274"/>
              <a:gd name="connsiteX5" fmla="*/ 0 w 12218298"/>
              <a:gd name="connsiteY5" fmla="*/ 3987 h 3853274"/>
              <a:gd name="connsiteX6" fmla="*/ 0 w 12218298"/>
              <a:gd name="connsiteY6" fmla="*/ 3853274 h 3853274"/>
              <a:gd name="connsiteX7" fmla="*/ 12213561 w 12218298"/>
              <a:gd name="connsiteY7" fmla="*/ 3831244 h 3853274"/>
              <a:gd name="connsiteX0" fmla="*/ 12213561 w 12218298"/>
              <a:gd name="connsiteY0" fmla="*/ 3837797 h 3859827"/>
              <a:gd name="connsiteX1" fmla="*/ 12218189 w 12218298"/>
              <a:gd name="connsiteY1" fmla="*/ 317085 h 3859827"/>
              <a:gd name="connsiteX2" fmla="*/ 8407343 w 12218298"/>
              <a:gd name="connsiteY2" fmla="*/ 1084054 h 3859827"/>
              <a:gd name="connsiteX3" fmla="*/ 4366180 w 12218298"/>
              <a:gd name="connsiteY3" fmla="*/ 226996 h 3859827"/>
              <a:gd name="connsiteX4" fmla="*/ 56864 w 12218298"/>
              <a:gd name="connsiteY4" fmla="*/ 9153 h 3859827"/>
              <a:gd name="connsiteX5" fmla="*/ 0 w 12218298"/>
              <a:gd name="connsiteY5" fmla="*/ 10540 h 3859827"/>
              <a:gd name="connsiteX6" fmla="*/ 0 w 12218298"/>
              <a:gd name="connsiteY6" fmla="*/ 3859827 h 3859827"/>
              <a:gd name="connsiteX7" fmla="*/ 12213561 w 12218298"/>
              <a:gd name="connsiteY7" fmla="*/ 3837797 h 3859827"/>
              <a:gd name="connsiteX0" fmla="*/ 12213561 w 12218296"/>
              <a:gd name="connsiteY0" fmla="*/ 3829747 h 3851777"/>
              <a:gd name="connsiteX1" fmla="*/ 12218189 w 12218296"/>
              <a:gd name="connsiteY1" fmla="*/ 309035 h 3851777"/>
              <a:gd name="connsiteX2" fmla="*/ 8373408 w 12218296"/>
              <a:gd name="connsiteY2" fmla="*/ 451414 h 3851777"/>
              <a:gd name="connsiteX3" fmla="*/ 4366180 w 12218296"/>
              <a:gd name="connsiteY3" fmla="*/ 218946 h 3851777"/>
              <a:gd name="connsiteX4" fmla="*/ 56864 w 12218296"/>
              <a:gd name="connsiteY4" fmla="*/ 1103 h 3851777"/>
              <a:gd name="connsiteX5" fmla="*/ 0 w 12218296"/>
              <a:gd name="connsiteY5" fmla="*/ 2490 h 3851777"/>
              <a:gd name="connsiteX6" fmla="*/ 0 w 12218296"/>
              <a:gd name="connsiteY6" fmla="*/ 3851777 h 3851777"/>
              <a:gd name="connsiteX7" fmla="*/ 12213561 w 12218296"/>
              <a:gd name="connsiteY7" fmla="*/ 3829747 h 3851777"/>
              <a:gd name="connsiteX0" fmla="*/ 12213561 w 12218296"/>
              <a:gd name="connsiteY0" fmla="*/ 3829532 h 3851562"/>
              <a:gd name="connsiteX1" fmla="*/ 12218189 w 12218296"/>
              <a:gd name="connsiteY1" fmla="*/ 308820 h 3851562"/>
              <a:gd name="connsiteX2" fmla="*/ 8373408 w 12218296"/>
              <a:gd name="connsiteY2" fmla="*/ 451199 h 3851562"/>
              <a:gd name="connsiteX3" fmla="*/ 4366180 w 12218296"/>
              <a:gd name="connsiteY3" fmla="*/ 218731 h 3851562"/>
              <a:gd name="connsiteX4" fmla="*/ 56864 w 12218296"/>
              <a:gd name="connsiteY4" fmla="*/ 888 h 3851562"/>
              <a:gd name="connsiteX5" fmla="*/ 0 w 12218296"/>
              <a:gd name="connsiteY5" fmla="*/ 2275 h 3851562"/>
              <a:gd name="connsiteX6" fmla="*/ 0 w 12218296"/>
              <a:gd name="connsiteY6" fmla="*/ 3851562 h 3851562"/>
              <a:gd name="connsiteX7" fmla="*/ 12213561 w 12218296"/>
              <a:gd name="connsiteY7" fmla="*/ 3829532 h 3851562"/>
              <a:gd name="connsiteX0" fmla="*/ 12213561 w 12218323"/>
              <a:gd name="connsiteY0" fmla="*/ 3829732 h 3851762"/>
              <a:gd name="connsiteX1" fmla="*/ 12218189 w 12218323"/>
              <a:gd name="connsiteY1" fmla="*/ 309020 h 3851762"/>
              <a:gd name="connsiteX2" fmla="*/ 8882505 w 12218323"/>
              <a:gd name="connsiteY2" fmla="*/ 437363 h 3851762"/>
              <a:gd name="connsiteX3" fmla="*/ 4366180 w 12218323"/>
              <a:gd name="connsiteY3" fmla="*/ 218931 h 3851762"/>
              <a:gd name="connsiteX4" fmla="*/ 56864 w 12218323"/>
              <a:gd name="connsiteY4" fmla="*/ 1088 h 3851762"/>
              <a:gd name="connsiteX5" fmla="*/ 0 w 12218323"/>
              <a:gd name="connsiteY5" fmla="*/ 2475 h 3851762"/>
              <a:gd name="connsiteX6" fmla="*/ 0 w 12218323"/>
              <a:gd name="connsiteY6" fmla="*/ 3851762 h 3851762"/>
              <a:gd name="connsiteX7" fmla="*/ 12213561 w 12218323"/>
              <a:gd name="connsiteY7" fmla="*/ 3829732 h 3851762"/>
              <a:gd name="connsiteX0" fmla="*/ 12213561 w 12218323"/>
              <a:gd name="connsiteY0" fmla="*/ 3828644 h 3850674"/>
              <a:gd name="connsiteX1" fmla="*/ 12218189 w 12218323"/>
              <a:gd name="connsiteY1" fmla="*/ 307932 h 3850674"/>
              <a:gd name="connsiteX2" fmla="*/ 8882505 w 12218323"/>
              <a:gd name="connsiteY2" fmla="*/ 436275 h 3850674"/>
              <a:gd name="connsiteX3" fmla="*/ 4366180 w 12218323"/>
              <a:gd name="connsiteY3" fmla="*/ 217843 h 3850674"/>
              <a:gd name="connsiteX4" fmla="*/ 3767309 w 12218323"/>
              <a:gd name="connsiteY4" fmla="*/ 264544 h 3850674"/>
              <a:gd name="connsiteX5" fmla="*/ 56864 w 12218323"/>
              <a:gd name="connsiteY5" fmla="*/ 0 h 3850674"/>
              <a:gd name="connsiteX6" fmla="*/ 0 w 12218323"/>
              <a:gd name="connsiteY6" fmla="*/ 1387 h 3850674"/>
              <a:gd name="connsiteX7" fmla="*/ 0 w 12218323"/>
              <a:gd name="connsiteY7" fmla="*/ 3850674 h 3850674"/>
              <a:gd name="connsiteX8" fmla="*/ 12213561 w 12218323"/>
              <a:gd name="connsiteY8" fmla="*/ 3828644 h 3850674"/>
              <a:gd name="connsiteX0" fmla="*/ 12213561 w 12218328"/>
              <a:gd name="connsiteY0" fmla="*/ 3828644 h 3850674"/>
              <a:gd name="connsiteX1" fmla="*/ 12218189 w 12218328"/>
              <a:gd name="connsiteY1" fmla="*/ 307932 h 3850674"/>
              <a:gd name="connsiteX2" fmla="*/ 8882505 w 12218328"/>
              <a:gd name="connsiteY2" fmla="*/ 436275 h 3850674"/>
              <a:gd name="connsiteX3" fmla="*/ 3767309 w 12218328"/>
              <a:gd name="connsiteY3" fmla="*/ 264544 h 3850674"/>
              <a:gd name="connsiteX4" fmla="*/ 56864 w 12218328"/>
              <a:gd name="connsiteY4" fmla="*/ 0 h 3850674"/>
              <a:gd name="connsiteX5" fmla="*/ 0 w 12218328"/>
              <a:gd name="connsiteY5" fmla="*/ 1387 h 3850674"/>
              <a:gd name="connsiteX6" fmla="*/ 0 w 12218328"/>
              <a:gd name="connsiteY6" fmla="*/ 3850674 h 3850674"/>
              <a:gd name="connsiteX7" fmla="*/ 12213561 w 12218328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67309 w 12218305"/>
              <a:gd name="connsiteY3" fmla="*/ 264544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1 w 12218350"/>
              <a:gd name="connsiteY0" fmla="*/ 3828644 h 3850674"/>
              <a:gd name="connsiteX1" fmla="*/ 12218189 w 12218350"/>
              <a:gd name="connsiteY1" fmla="*/ 307932 h 3850674"/>
              <a:gd name="connsiteX2" fmla="*/ 8475228 w 12218350"/>
              <a:gd name="connsiteY2" fmla="*/ 78364 h 3850674"/>
              <a:gd name="connsiteX3" fmla="*/ 3767309 w 12218350"/>
              <a:gd name="connsiteY3" fmla="*/ 264544 h 3850674"/>
              <a:gd name="connsiteX4" fmla="*/ 56864 w 12218350"/>
              <a:gd name="connsiteY4" fmla="*/ 0 h 3850674"/>
              <a:gd name="connsiteX5" fmla="*/ 0 w 12218350"/>
              <a:gd name="connsiteY5" fmla="*/ 1387 h 3850674"/>
              <a:gd name="connsiteX6" fmla="*/ 0 w 12218350"/>
              <a:gd name="connsiteY6" fmla="*/ 3850674 h 3850674"/>
              <a:gd name="connsiteX7" fmla="*/ 12213561 w 12218350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33370 w 12218305"/>
              <a:gd name="connsiteY3" fmla="*/ 222437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5 w 12218307"/>
              <a:gd name="connsiteY0" fmla="*/ 3858572 h 3858572"/>
              <a:gd name="connsiteX1" fmla="*/ 12218189 w 12218307"/>
              <a:gd name="connsiteY1" fmla="*/ 307932 h 3858572"/>
              <a:gd name="connsiteX2" fmla="*/ 8475228 w 12218307"/>
              <a:gd name="connsiteY2" fmla="*/ 78364 h 3858572"/>
              <a:gd name="connsiteX3" fmla="*/ 3733370 w 12218307"/>
              <a:gd name="connsiteY3" fmla="*/ 222437 h 3858572"/>
              <a:gd name="connsiteX4" fmla="*/ 56864 w 12218307"/>
              <a:gd name="connsiteY4" fmla="*/ 0 h 3858572"/>
              <a:gd name="connsiteX5" fmla="*/ 0 w 12218307"/>
              <a:gd name="connsiteY5" fmla="*/ 1387 h 3858572"/>
              <a:gd name="connsiteX6" fmla="*/ 0 w 12218307"/>
              <a:gd name="connsiteY6" fmla="*/ 3850674 h 3858572"/>
              <a:gd name="connsiteX7" fmla="*/ 12213565 w 12218307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9"/>
              <a:gd name="connsiteY0" fmla="*/ 3858572 h 3858572"/>
              <a:gd name="connsiteX1" fmla="*/ 12218189 w 12218309"/>
              <a:gd name="connsiteY1" fmla="*/ 307932 h 3858572"/>
              <a:gd name="connsiteX2" fmla="*/ 8565739 w 12218309"/>
              <a:gd name="connsiteY2" fmla="*/ 144870 h 3858572"/>
              <a:gd name="connsiteX3" fmla="*/ 3869130 w 12218309"/>
              <a:gd name="connsiteY3" fmla="*/ 372075 h 3858572"/>
              <a:gd name="connsiteX4" fmla="*/ 56864 w 12218309"/>
              <a:gd name="connsiteY4" fmla="*/ 0 h 3858572"/>
              <a:gd name="connsiteX5" fmla="*/ 0 w 12218309"/>
              <a:gd name="connsiteY5" fmla="*/ 1387 h 3858572"/>
              <a:gd name="connsiteX6" fmla="*/ 0 w 12218309"/>
              <a:gd name="connsiteY6" fmla="*/ 3850674 h 3858572"/>
              <a:gd name="connsiteX7" fmla="*/ 12213565 w 12218309"/>
              <a:gd name="connsiteY7" fmla="*/ 3858572 h 3858572"/>
              <a:gd name="connsiteX0" fmla="*/ 12213565 w 12218311"/>
              <a:gd name="connsiteY0" fmla="*/ 3858572 h 3858572"/>
              <a:gd name="connsiteX1" fmla="*/ 12218189 w 12218311"/>
              <a:gd name="connsiteY1" fmla="*/ 307932 h 3858572"/>
              <a:gd name="connsiteX2" fmla="*/ 8565739 w 12218311"/>
              <a:gd name="connsiteY2" fmla="*/ 144870 h 3858572"/>
              <a:gd name="connsiteX3" fmla="*/ 3778628 w 12218311"/>
              <a:gd name="connsiteY3" fmla="*/ 358775 h 3858572"/>
              <a:gd name="connsiteX4" fmla="*/ 56864 w 12218311"/>
              <a:gd name="connsiteY4" fmla="*/ 0 h 3858572"/>
              <a:gd name="connsiteX5" fmla="*/ 0 w 12218311"/>
              <a:gd name="connsiteY5" fmla="*/ 1387 h 3858572"/>
              <a:gd name="connsiteX6" fmla="*/ 0 w 12218311"/>
              <a:gd name="connsiteY6" fmla="*/ 3850674 h 3858572"/>
              <a:gd name="connsiteX7" fmla="*/ 12213565 w 12218311"/>
              <a:gd name="connsiteY7" fmla="*/ 3858572 h 3858572"/>
              <a:gd name="connsiteX0" fmla="*/ 12575589 w 12580333"/>
              <a:gd name="connsiteY0" fmla="*/ 3858572 h 3858572"/>
              <a:gd name="connsiteX1" fmla="*/ 12580213 w 12580333"/>
              <a:gd name="connsiteY1" fmla="*/ 307932 h 3858572"/>
              <a:gd name="connsiteX2" fmla="*/ 8927763 w 12580333"/>
              <a:gd name="connsiteY2" fmla="*/ 144870 h 3858572"/>
              <a:gd name="connsiteX3" fmla="*/ 4140652 w 12580333"/>
              <a:gd name="connsiteY3" fmla="*/ 358775 h 3858572"/>
              <a:gd name="connsiteX4" fmla="*/ 418888 w 12580333"/>
              <a:gd name="connsiteY4" fmla="*/ 0 h 3858572"/>
              <a:gd name="connsiteX5" fmla="*/ 0 w 12580333"/>
              <a:gd name="connsiteY5" fmla="*/ 101146 h 3858572"/>
              <a:gd name="connsiteX6" fmla="*/ 362024 w 12580333"/>
              <a:gd name="connsiteY6" fmla="*/ 3850674 h 3858572"/>
              <a:gd name="connsiteX7" fmla="*/ 12575589 w 12580333"/>
              <a:gd name="connsiteY7" fmla="*/ 3858572 h 3858572"/>
              <a:gd name="connsiteX0" fmla="*/ 12575589 w 12580335"/>
              <a:gd name="connsiteY0" fmla="*/ 3963913 h 3963913"/>
              <a:gd name="connsiteX1" fmla="*/ 12580213 w 12580335"/>
              <a:gd name="connsiteY1" fmla="*/ 413273 h 3963913"/>
              <a:gd name="connsiteX2" fmla="*/ 8927763 w 12580335"/>
              <a:gd name="connsiteY2" fmla="*/ 250211 h 3963913"/>
              <a:gd name="connsiteX3" fmla="*/ 4140652 w 12580335"/>
              <a:gd name="connsiteY3" fmla="*/ 464116 h 3963913"/>
              <a:gd name="connsiteX4" fmla="*/ 0 w 12580335"/>
              <a:gd name="connsiteY4" fmla="*/ 206487 h 3963913"/>
              <a:gd name="connsiteX5" fmla="*/ 362024 w 12580335"/>
              <a:gd name="connsiteY5" fmla="*/ 3956015 h 3963913"/>
              <a:gd name="connsiteX6" fmla="*/ 12575589 w 12580335"/>
              <a:gd name="connsiteY6" fmla="*/ 3963913 h 3963913"/>
              <a:gd name="connsiteX0" fmla="*/ 12349321 w 12354065"/>
              <a:gd name="connsiteY0" fmla="*/ 3981083 h 3981083"/>
              <a:gd name="connsiteX1" fmla="*/ 12353945 w 12354065"/>
              <a:gd name="connsiteY1" fmla="*/ 430443 h 3981083"/>
              <a:gd name="connsiteX2" fmla="*/ 8701495 w 12354065"/>
              <a:gd name="connsiteY2" fmla="*/ 267381 h 3981083"/>
              <a:gd name="connsiteX3" fmla="*/ 3914384 w 12354065"/>
              <a:gd name="connsiteY3" fmla="*/ 481286 h 3981083"/>
              <a:gd name="connsiteX4" fmla="*/ 1 w 12354065"/>
              <a:gd name="connsiteY4" fmla="*/ 203705 h 3981083"/>
              <a:gd name="connsiteX5" fmla="*/ 135756 w 12354065"/>
              <a:gd name="connsiteY5" fmla="*/ 3973185 h 3981083"/>
              <a:gd name="connsiteX6" fmla="*/ 12349321 w 12354065"/>
              <a:gd name="connsiteY6" fmla="*/ 3981083 h 3981083"/>
              <a:gd name="connsiteX0" fmla="*/ 12349319 w 12354065"/>
              <a:gd name="connsiteY0" fmla="*/ 3778086 h 3778086"/>
              <a:gd name="connsiteX1" fmla="*/ 12353943 w 12354065"/>
              <a:gd name="connsiteY1" fmla="*/ 227446 h 3778086"/>
              <a:gd name="connsiteX2" fmla="*/ 8701493 w 12354065"/>
              <a:gd name="connsiteY2" fmla="*/ 64384 h 3778086"/>
              <a:gd name="connsiteX3" fmla="*/ 3914382 w 12354065"/>
              <a:gd name="connsiteY3" fmla="*/ 278289 h 3778086"/>
              <a:gd name="connsiteX4" fmla="*/ -1 w 12354065"/>
              <a:gd name="connsiteY4" fmla="*/ 708 h 3778086"/>
              <a:gd name="connsiteX5" fmla="*/ 135754 w 12354065"/>
              <a:gd name="connsiteY5" fmla="*/ 3770188 h 3778086"/>
              <a:gd name="connsiteX6" fmla="*/ 12349319 w 12354065"/>
              <a:gd name="connsiteY6" fmla="*/ 3778086 h 3778086"/>
              <a:gd name="connsiteX0" fmla="*/ 12349321 w 12354065"/>
              <a:gd name="connsiteY0" fmla="*/ 3778042 h 3778042"/>
              <a:gd name="connsiteX1" fmla="*/ 12353945 w 12354065"/>
              <a:gd name="connsiteY1" fmla="*/ 227402 h 3778042"/>
              <a:gd name="connsiteX2" fmla="*/ 8701495 w 12354065"/>
              <a:gd name="connsiteY2" fmla="*/ 64340 h 3778042"/>
              <a:gd name="connsiteX3" fmla="*/ 3914385 w 12354065"/>
              <a:gd name="connsiteY3" fmla="*/ 298197 h 3778042"/>
              <a:gd name="connsiteX4" fmla="*/ 1 w 12354065"/>
              <a:gd name="connsiteY4" fmla="*/ 664 h 3778042"/>
              <a:gd name="connsiteX5" fmla="*/ 135756 w 12354065"/>
              <a:gd name="connsiteY5" fmla="*/ 3770144 h 3778042"/>
              <a:gd name="connsiteX6" fmla="*/ 12349321 w 12354065"/>
              <a:gd name="connsiteY6" fmla="*/ 3778042 h 3778042"/>
              <a:gd name="connsiteX0" fmla="*/ 12349319 w 12354065"/>
              <a:gd name="connsiteY0" fmla="*/ 3778015 h 3778015"/>
              <a:gd name="connsiteX1" fmla="*/ 12353943 w 12354065"/>
              <a:gd name="connsiteY1" fmla="*/ 227375 h 3778015"/>
              <a:gd name="connsiteX2" fmla="*/ 8701493 w 12354065"/>
              <a:gd name="connsiteY2" fmla="*/ 64313 h 3778015"/>
              <a:gd name="connsiteX3" fmla="*/ 3914383 w 12354065"/>
              <a:gd name="connsiteY3" fmla="*/ 298170 h 3778015"/>
              <a:gd name="connsiteX4" fmla="*/ -1 w 12354065"/>
              <a:gd name="connsiteY4" fmla="*/ 637 h 3778015"/>
              <a:gd name="connsiteX5" fmla="*/ 135754 w 12354065"/>
              <a:gd name="connsiteY5" fmla="*/ 3770117 h 3778015"/>
              <a:gd name="connsiteX6" fmla="*/ 12349319 w 12354065"/>
              <a:gd name="connsiteY6" fmla="*/ 3778015 h 3778015"/>
              <a:gd name="connsiteX0" fmla="*/ 12349321 w 12354095"/>
              <a:gd name="connsiteY0" fmla="*/ 3778043 h 3778043"/>
              <a:gd name="connsiteX1" fmla="*/ 12353945 w 12354095"/>
              <a:gd name="connsiteY1" fmla="*/ 227403 h 3778043"/>
              <a:gd name="connsiteX2" fmla="*/ 9154025 w 12354095"/>
              <a:gd name="connsiteY2" fmla="*/ 70992 h 3778043"/>
              <a:gd name="connsiteX3" fmla="*/ 3914385 w 12354095"/>
              <a:gd name="connsiteY3" fmla="*/ 298198 h 3778043"/>
              <a:gd name="connsiteX4" fmla="*/ 1 w 12354095"/>
              <a:gd name="connsiteY4" fmla="*/ 665 h 3778043"/>
              <a:gd name="connsiteX5" fmla="*/ 135756 w 12354095"/>
              <a:gd name="connsiteY5" fmla="*/ 3770145 h 3778043"/>
              <a:gd name="connsiteX6" fmla="*/ 12349321 w 12354095"/>
              <a:gd name="connsiteY6" fmla="*/ 3778043 h 3778043"/>
              <a:gd name="connsiteX0" fmla="*/ 12349319 w 12354095"/>
              <a:gd name="connsiteY0" fmla="*/ 3778005 h 3778005"/>
              <a:gd name="connsiteX1" fmla="*/ 12353943 w 12354095"/>
              <a:gd name="connsiteY1" fmla="*/ 227365 h 3778005"/>
              <a:gd name="connsiteX2" fmla="*/ 9154023 w 12354095"/>
              <a:gd name="connsiteY2" fmla="*/ 70954 h 3778005"/>
              <a:gd name="connsiteX3" fmla="*/ 3914383 w 12354095"/>
              <a:gd name="connsiteY3" fmla="*/ 298160 h 3778005"/>
              <a:gd name="connsiteX4" fmla="*/ -1 w 12354095"/>
              <a:gd name="connsiteY4" fmla="*/ 627 h 3778005"/>
              <a:gd name="connsiteX5" fmla="*/ 135754 w 12354095"/>
              <a:gd name="connsiteY5" fmla="*/ 3770107 h 3778005"/>
              <a:gd name="connsiteX6" fmla="*/ 12349319 w 12354095"/>
              <a:gd name="connsiteY6" fmla="*/ 3778005 h 3778005"/>
              <a:gd name="connsiteX0" fmla="*/ 12349321 w 12354163"/>
              <a:gd name="connsiteY0" fmla="*/ 3778005 h 3778005"/>
              <a:gd name="connsiteX1" fmla="*/ 12353945 w 12354163"/>
              <a:gd name="connsiteY1" fmla="*/ 227365 h 3778005"/>
              <a:gd name="connsiteX2" fmla="*/ 9154025 w 12354163"/>
              <a:gd name="connsiteY2" fmla="*/ 70954 h 3778005"/>
              <a:gd name="connsiteX3" fmla="*/ 3914385 w 12354163"/>
              <a:gd name="connsiteY3" fmla="*/ 298160 h 3778005"/>
              <a:gd name="connsiteX4" fmla="*/ 1 w 12354163"/>
              <a:gd name="connsiteY4" fmla="*/ 627 h 3778005"/>
              <a:gd name="connsiteX5" fmla="*/ 135756 w 12354163"/>
              <a:gd name="connsiteY5" fmla="*/ 3770107 h 3778005"/>
              <a:gd name="connsiteX6" fmla="*/ 12349321 w 12354163"/>
              <a:gd name="connsiteY6" fmla="*/ 3778005 h 3778005"/>
              <a:gd name="connsiteX0" fmla="*/ 12373710 w 12378552"/>
              <a:gd name="connsiteY0" fmla="*/ 3778005 h 3778005"/>
              <a:gd name="connsiteX1" fmla="*/ 12378334 w 12378552"/>
              <a:gd name="connsiteY1" fmla="*/ 227365 h 3778005"/>
              <a:gd name="connsiteX2" fmla="*/ 9178414 w 12378552"/>
              <a:gd name="connsiteY2" fmla="*/ 70954 h 3778005"/>
              <a:gd name="connsiteX3" fmla="*/ 3938774 w 12378552"/>
              <a:gd name="connsiteY3" fmla="*/ 298160 h 3778005"/>
              <a:gd name="connsiteX4" fmla="*/ 24390 w 12378552"/>
              <a:gd name="connsiteY4" fmla="*/ 627 h 3778005"/>
              <a:gd name="connsiteX5" fmla="*/ -1 w 12378552"/>
              <a:gd name="connsiteY5" fmla="*/ 3770108 h 3778005"/>
              <a:gd name="connsiteX6" fmla="*/ 12373710 w 12378552"/>
              <a:gd name="connsiteY6" fmla="*/ 3778005 h 377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78552" h="3778005">
                <a:moveTo>
                  <a:pt x="12373710" y="3778005"/>
                </a:moveTo>
                <a:cubicBezTo>
                  <a:pt x="12378639" y="2747741"/>
                  <a:pt x="12373405" y="1257629"/>
                  <a:pt x="12378334" y="227365"/>
                </a:cubicBezTo>
                <a:cubicBezTo>
                  <a:pt x="12397534" y="226152"/>
                  <a:pt x="11150663" y="59155"/>
                  <a:pt x="9178414" y="70954"/>
                </a:cubicBezTo>
                <a:cubicBezTo>
                  <a:pt x="7206165" y="82753"/>
                  <a:pt x="6346878" y="289929"/>
                  <a:pt x="3938774" y="298160"/>
                </a:cubicBezTo>
                <a:cubicBezTo>
                  <a:pt x="1530670" y="306391"/>
                  <a:pt x="43246" y="-16058"/>
                  <a:pt x="24390" y="627"/>
                </a:cubicBezTo>
                <a:lnTo>
                  <a:pt x="-1" y="3770108"/>
                </a:lnTo>
                <a:lnTo>
                  <a:pt x="12373710" y="37780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Freeform: Shape 20">
            <a:extLst>
              <a:ext uri="{FF2B5EF4-FFF2-40B4-BE49-F238E27FC236}">
                <a16:creationId xmlns:a16="http://schemas.microsoft.com/office/drawing/2014/main" id="{3674D656-49BF-BB9C-A321-F8624236BFA6}"/>
              </a:ext>
            </a:extLst>
          </p:cNvPr>
          <p:cNvSpPr/>
          <p:nvPr userDrawn="1"/>
        </p:nvSpPr>
        <p:spPr>
          <a:xfrm rot="16200000" flipH="1">
            <a:off x="5262241" y="-190487"/>
            <a:ext cx="6871602" cy="7214526"/>
          </a:xfrm>
          <a:custGeom>
            <a:avLst/>
            <a:gdLst>
              <a:gd name="connsiteX0" fmla="*/ 12188161 w 12202949"/>
              <a:gd name="connsiteY0" fmla="*/ 4235676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3851388"/>
              <a:gd name="connsiteX1" fmla="*/ 12202949 w 12202949"/>
              <a:gd name="connsiteY1" fmla="*/ 760596 h 3851388"/>
              <a:gd name="connsiteX2" fmla="*/ 11741071 w 12202949"/>
              <a:gd name="connsiteY2" fmla="*/ 910806 h 3851388"/>
              <a:gd name="connsiteX3" fmla="*/ 8204008 w 12202949"/>
              <a:gd name="connsiteY3" fmla="*/ 1353765 h 3851388"/>
              <a:gd name="connsiteX4" fmla="*/ 8204008 w 12202949"/>
              <a:gd name="connsiteY4" fmla="*/ 1353739 h 3851388"/>
              <a:gd name="connsiteX5" fmla="*/ 5687844 w 12202949"/>
              <a:gd name="connsiteY5" fmla="*/ 740037 h 3851388"/>
              <a:gd name="connsiteX6" fmla="*/ 56864 w 12202949"/>
              <a:gd name="connsiteY6" fmla="*/ 714 h 3851388"/>
              <a:gd name="connsiteX7" fmla="*/ 0 w 12202949"/>
              <a:gd name="connsiteY7" fmla="*/ 2101 h 3851388"/>
              <a:gd name="connsiteX8" fmla="*/ 0 w 12202949"/>
              <a:gd name="connsiteY8" fmla="*/ 3851388 h 3851388"/>
              <a:gd name="connsiteX9" fmla="*/ 12188161 w 12202949"/>
              <a:gd name="connsiteY9" fmla="*/ 3851388 h 3851388"/>
              <a:gd name="connsiteX0" fmla="*/ 12213561 w 12214333"/>
              <a:gd name="connsiteY0" fmla="*/ 3837619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37619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32810 h 3854840"/>
              <a:gd name="connsiteX1" fmla="*/ 12218189 w 12218189"/>
              <a:gd name="connsiteY1" fmla="*/ 764048 h 3854840"/>
              <a:gd name="connsiteX2" fmla="*/ 11741071 w 12218189"/>
              <a:gd name="connsiteY2" fmla="*/ 914258 h 3854840"/>
              <a:gd name="connsiteX3" fmla="*/ 8204008 w 12218189"/>
              <a:gd name="connsiteY3" fmla="*/ 1357217 h 3854840"/>
              <a:gd name="connsiteX4" fmla="*/ 8204008 w 12218189"/>
              <a:gd name="connsiteY4" fmla="*/ 1357191 h 3854840"/>
              <a:gd name="connsiteX5" fmla="*/ 5237607 w 12218189"/>
              <a:gd name="connsiteY5" fmla="*/ 500131 h 3854840"/>
              <a:gd name="connsiteX6" fmla="*/ 56864 w 12218189"/>
              <a:gd name="connsiteY6" fmla="*/ 4166 h 3854840"/>
              <a:gd name="connsiteX7" fmla="*/ 0 w 12218189"/>
              <a:gd name="connsiteY7" fmla="*/ 5553 h 3854840"/>
              <a:gd name="connsiteX8" fmla="*/ 0 w 12218189"/>
              <a:gd name="connsiteY8" fmla="*/ 3854840 h 3854840"/>
              <a:gd name="connsiteX9" fmla="*/ 12213561 w 12218189"/>
              <a:gd name="connsiteY9" fmla="*/ 3832810 h 3854840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8204008 w 12218189"/>
              <a:gd name="connsiteY3" fmla="*/ 1353641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10121145 w 12218189"/>
              <a:gd name="connsiteY3" fmla="*/ 1040753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9162576 w 12218189"/>
              <a:gd name="connsiteY3" fmla="*/ 1231936 h 3851264"/>
              <a:gd name="connsiteX4" fmla="*/ 5237607 w 12218189"/>
              <a:gd name="connsiteY4" fmla="*/ 496555 h 3851264"/>
              <a:gd name="connsiteX5" fmla="*/ 56864 w 12218189"/>
              <a:gd name="connsiteY5" fmla="*/ 590 h 3851264"/>
              <a:gd name="connsiteX6" fmla="*/ 0 w 12218189"/>
              <a:gd name="connsiteY6" fmla="*/ 1977 h 3851264"/>
              <a:gd name="connsiteX7" fmla="*/ 0 w 12218189"/>
              <a:gd name="connsiteY7" fmla="*/ 3851264 h 3851264"/>
              <a:gd name="connsiteX8" fmla="*/ 12213561 w 12218189"/>
              <a:gd name="connsiteY8" fmla="*/ 3829234 h 3851264"/>
              <a:gd name="connsiteX0" fmla="*/ 12213561 w 12218189"/>
              <a:gd name="connsiteY0" fmla="*/ 3829199 h 3851229"/>
              <a:gd name="connsiteX1" fmla="*/ 12218189 w 12218189"/>
              <a:gd name="connsiteY1" fmla="*/ 760437 h 3851229"/>
              <a:gd name="connsiteX2" fmla="*/ 11741071 w 12218189"/>
              <a:gd name="connsiteY2" fmla="*/ 910647 h 3851229"/>
              <a:gd name="connsiteX3" fmla="*/ 8581626 w 12218189"/>
              <a:gd name="connsiteY3" fmla="*/ 1110222 h 3851229"/>
              <a:gd name="connsiteX4" fmla="*/ 5237607 w 12218189"/>
              <a:gd name="connsiteY4" fmla="*/ 496520 h 3851229"/>
              <a:gd name="connsiteX5" fmla="*/ 56864 w 12218189"/>
              <a:gd name="connsiteY5" fmla="*/ 555 h 3851229"/>
              <a:gd name="connsiteX6" fmla="*/ 0 w 12218189"/>
              <a:gd name="connsiteY6" fmla="*/ 1942 h 3851229"/>
              <a:gd name="connsiteX7" fmla="*/ 0 w 12218189"/>
              <a:gd name="connsiteY7" fmla="*/ 3851229 h 3851229"/>
              <a:gd name="connsiteX8" fmla="*/ 12213561 w 12218189"/>
              <a:gd name="connsiteY8" fmla="*/ 3829199 h 385122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741071 w 12218189"/>
              <a:gd name="connsiteY2" fmla="*/ 910637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98 h 3851228"/>
              <a:gd name="connsiteX1" fmla="*/ 12218189 w 12218189"/>
              <a:gd name="connsiteY1" fmla="*/ 308486 h 3851228"/>
              <a:gd name="connsiteX2" fmla="*/ 10956787 w 12218189"/>
              <a:gd name="connsiteY2" fmla="*/ 893263 h 3851228"/>
              <a:gd name="connsiteX3" fmla="*/ 8392818 w 12218189"/>
              <a:gd name="connsiteY3" fmla="*/ 1110221 h 3851228"/>
              <a:gd name="connsiteX4" fmla="*/ 5237607 w 12218189"/>
              <a:gd name="connsiteY4" fmla="*/ 496519 h 3851228"/>
              <a:gd name="connsiteX5" fmla="*/ 56864 w 12218189"/>
              <a:gd name="connsiteY5" fmla="*/ 554 h 3851228"/>
              <a:gd name="connsiteX6" fmla="*/ 0 w 12218189"/>
              <a:gd name="connsiteY6" fmla="*/ 1941 h 3851228"/>
              <a:gd name="connsiteX7" fmla="*/ 0 w 12218189"/>
              <a:gd name="connsiteY7" fmla="*/ 3851228 h 3851228"/>
              <a:gd name="connsiteX8" fmla="*/ 12213561 w 12218189"/>
              <a:gd name="connsiteY8" fmla="*/ 3829198 h 3851228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741389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30090 h 3852120"/>
              <a:gd name="connsiteX1" fmla="*/ 12218189 w 12218189"/>
              <a:gd name="connsiteY1" fmla="*/ 309378 h 3852120"/>
              <a:gd name="connsiteX2" fmla="*/ 10956787 w 12218189"/>
              <a:gd name="connsiteY2" fmla="*/ 894155 h 3852120"/>
              <a:gd name="connsiteX3" fmla="*/ 8741389 w 12218189"/>
              <a:gd name="connsiteY3" fmla="*/ 1128495 h 3852120"/>
              <a:gd name="connsiteX4" fmla="*/ 4947131 w 12218189"/>
              <a:gd name="connsiteY4" fmla="*/ 288819 h 3852120"/>
              <a:gd name="connsiteX5" fmla="*/ 56864 w 12218189"/>
              <a:gd name="connsiteY5" fmla="*/ 1446 h 3852120"/>
              <a:gd name="connsiteX6" fmla="*/ 0 w 12218189"/>
              <a:gd name="connsiteY6" fmla="*/ 2833 h 3852120"/>
              <a:gd name="connsiteX7" fmla="*/ 0 w 12218189"/>
              <a:gd name="connsiteY7" fmla="*/ 3852120 h 3852120"/>
              <a:gd name="connsiteX8" fmla="*/ 12213561 w 12218189"/>
              <a:gd name="connsiteY8" fmla="*/ 3830090 h 3852120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7710201 w 12218189"/>
              <a:gd name="connsiteY2" fmla="*/ 1006629 h 3851933"/>
              <a:gd name="connsiteX3" fmla="*/ 4947131 w 12218189"/>
              <a:gd name="connsiteY3" fmla="*/ 288632 h 3851933"/>
              <a:gd name="connsiteX4" fmla="*/ 56864 w 12218189"/>
              <a:gd name="connsiteY4" fmla="*/ 1259 h 3851933"/>
              <a:gd name="connsiteX5" fmla="*/ 0 w 12218189"/>
              <a:gd name="connsiteY5" fmla="*/ 2646 h 3851933"/>
              <a:gd name="connsiteX6" fmla="*/ 0 w 12218189"/>
              <a:gd name="connsiteY6" fmla="*/ 3851933 h 3851933"/>
              <a:gd name="connsiteX7" fmla="*/ 12213561 w 12218189"/>
              <a:gd name="connsiteY7" fmla="*/ 3829903 h 3851933"/>
              <a:gd name="connsiteX0" fmla="*/ 12213561 w 12218189"/>
              <a:gd name="connsiteY0" fmla="*/ 3829976 h 3852006"/>
              <a:gd name="connsiteX1" fmla="*/ 12218189 w 12218189"/>
              <a:gd name="connsiteY1" fmla="*/ 309264 h 3852006"/>
              <a:gd name="connsiteX2" fmla="*/ 7899010 w 12218189"/>
              <a:gd name="connsiteY2" fmla="*/ 1058851 h 3852006"/>
              <a:gd name="connsiteX3" fmla="*/ 4947131 w 12218189"/>
              <a:gd name="connsiteY3" fmla="*/ 288705 h 3852006"/>
              <a:gd name="connsiteX4" fmla="*/ 56864 w 12218189"/>
              <a:gd name="connsiteY4" fmla="*/ 1332 h 3852006"/>
              <a:gd name="connsiteX5" fmla="*/ 0 w 12218189"/>
              <a:gd name="connsiteY5" fmla="*/ 2719 h 3852006"/>
              <a:gd name="connsiteX6" fmla="*/ 0 w 12218189"/>
              <a:gd name="connsiteY6" fmla="*/ 3852006 h 3852006"/>
              <a:gd name="connsiteX7" fmla="*/ 12213561 w 12218189"/>
              <a:gd name="connsiteY7" fmla="*/ 3829976 h 3852006"/>
              <a:gd name="connsiteX0" fmla="*/ 12213561 w 12218277"/>
              <a:gd name="connsiteY0" fmla="*/ 3829976 h 3852006"/>
              <a:gd name="connsiteX1" fmla="*/ 12218189 w 12218277"/>
              <a:gd name="connsiteY1" fmla="*/ 309264 h 3852006"/>
              <a:gd name="connsiteX2" fmla="*/ 7899010 w 12218277"/>
              <a:gd name="connsiteY2" fmla="*/ 1058851 h 3852006"/>
              <a:gd name="connsiteX3" fmla="*/ 4947131 w 12218277"/>
              <a:gd name="connsiteY3" fmla="*/ 288705 h 3852006"/>
              <a:gd name="connsiteX4" fmla="*/ 56864 w 12218277"/>
              <a:gd name="connsiteY4" fmla="*/ 1332 h 3852006"/>
              <a:gd name="connsiteX5" fmla="*/ 0 w 12218277"/>
              <a:gd name="connsiteY5" fmla="*/ 2719 h 3852006"/>
              <a:gd name="connsiteX6" fmla="*/ 0 w 12218277"/>
              <a:gd name="connsiteY6" fmla="*/ 3852006 h 3852006"/>
              <a:gd name="connsiteX7" fmla="*/ 12213561 w 12218277"/>
              <a:gd name="connsiteY7" fmla="*/ 3829976 h 3852006"/>
              <a:gd name="connsiteX0" fmla="*/ 12213561 w 12218294"/>
              <a:gd name="connsiteY0" fmla="*/ 3830004 h 3852034"/>
              <a:gd name="connsiteX1" fmla="*/ 12218189 w 12218294"/>
              <a:gd name="connsiteY1" fmla="*/ 309292 h 3852034"/>
              <a:gd name="connsiteX2" fmla="*/ 8407343 w 12218294"/>
              <a:gd name="connsiteY2" fmla="*/ 1076261 h 3852034"/>
              <a:gd name="connsiteX3" fmla="*/ 4947131 w 12218294"/>
              <a:gd name="connsiteY3" fmla="*/ 288733 h 3852034"/>
              <a:gd name="connsiteX4" fmla="*/ 56864 w 12218294"/>
              <a:gd name="connsiteY4" fmla="*/ 1360 h 3852034"/>
              <a:gd name="connsiteX5" fmla="*/ 0 w 12218294"/>
              <a:gd name="connsiteY5" fmla="*/ 2747 h 3852034"/>
              <a:gd name="connsiteX6" fmla="*/ 0 w 12218294"/>
              <a:gd name="connsiteY6" fmla="*/ 3852034 h 3852034"/>
              <a:gd name="connsiteX7" fmla="*/ 12213561 w 12218294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298"/>
              <a:gd name="connsiteY0" fmla="*/ 3831244 h 3853274"/>
              <a:gd name="connsiteX1" fmla="*/ 12218189 w 12218298"/>
              <a:gd name="connsiteY1" fmla="*/ 310532 h 3853274"/>
              <a:gd name="connsiteX2" fmla="*/ 8407343 w 12218298"/>
              <a:gd name="connsiteY2" fmla="*/ 1077501 h 3853274"/>
              <a:gd name="connsiteX3" fmla="*/ 4366180 w 12218298"/>
              <a:gd name="connsiteY3" fmla="*/ 220443 h 3853274"/>
              <a:gd name="connsiteX4" fmla="*/ 56864 w 12218298"/>
              <a:gd name="connsiteY4" fmla="*/ 2600 h 3853274"/>
              <a:gd name="connsiteX5" fmla="*/ 0 w 12218298"/>
              <a:gd name="connsiteY5" fmla="*/ 3987 h 3853274"/>
              <a:gd name="connsiteX6" fmla="*/ 0 w 12218298"/>
              <a:gd name="connsiteY6" fmla="*/ 3853274 h 3853274"/>
              <a:gd name="connsiteX7" fmla="*/ 12213561 w 12218298"/>
              <a:gd name="connsiteY7" fmla="*/ 3831244 h 3853274"/>
              <a:gd name="connsiteX0" fmla="*/ 12213561 w 12218298"/>
              <a:gd name="connsiteY0" fmla="*/ 3837797 h 3859827"/>
              <a:gd name="connsiteX1" fmla="*/ 12218189 w 12218298"/>
              <a:gd name="connsiteY1" fmla="*/ 317085 h 3859827"/>
              <a:gd name="connsiteX2" fmla="*/ 8407343 w 12218298"/>
              <a:gd name="connsiteY2" fmla="*/ 1084054 h 3859827"/>
              <a:gd name="connsiteX3" fmla="*/ 4366180 w 12218298"/>
              <a:gd name="connsiteY3" fmla="*/ 226996 h 3859827"/>
              <a:gd name="connsiteX4" fmla="*/ 56864 w 12218298"/>
              <a:gd name="connsiteY4" fmla="*/ 9153 h 3859827"/>
              <a:gd name="connsiteX5" fmla="*/ 0 w 12218298"/>
              <a:gd name="connsiteY5" fmla="*/ 10540 h 3859827"/>
              <a:gd name="connsiteX6" fmla="*/ 0 w 12218298"/>
              <a:gd name="connsiteY6" fmla="*/ 3859827 h 3859827"/>
              <a:gd name="connsiteX7" fmla="*/ 12213561 w 12218298"/>
              <a:gd name="connsiteY7" fmla="*/ 3837797 h 3859827"/>
              <a:gd name="connsiteX0" fmla="*/ 12213561 w 12218296"/>
              <a:gd name="connsiteY0" fmla="*/ 3829747 h 3851777"/>
              <a:gd name="connsiteX1" fmla="*/ 12218189 w 12218296"/>
              <a:gd name="connsiteY1" fmla="*/ 309035 h 3851777"/>
              <a:gd name="connsiteX2" fmla="*/ 8373408 w 12218296"/>
              <a:gd name="connsiteY2" fmla="*/ 451414 h 3851777"/>
              <a:gd name="connsiteX3" fmla="*/ 4366180 w 12218296"/>
              <a:gd name="connsiteY3" fmla="*/ 218946 h 3851777"/>
              <a:gd name="connsiteX4" fmla="*/ 56864 w 12218296"/>
              <a:gd name="connsiteY4" fmla="*/ 1103 h 3851777"/>
              <a:gd name="connsiteX5" fmla="*/ 0 w 12218296"/>
              <a:gd name="connsiteY5" fmla="*/ 2490 h 3851777"/>
              <a:gd name="connsiteX6" fmla="*/ 0 w 12218296"/>
              <a:gd name="connsiteY6" fmla="*/ 3851777 h 3851777"/>
              <a:gd name="connsiteX7" fmla="*/ 12213561 w 12218296"/>
              <a:gd name="connsiteY7" fmla="*/ 3829747 h 3851777"/>
              <a:gd name="connsiteX0" fmla="*/ 12213561 w 12218296"/>
              <a:gd name="connsiteY0" fmla="*/ 3829532 h 3851562"/>
              <a:gd name="connsiteX1" fmla="*/ 12218189 w 12218296"/>
              <a:gd name="connsiteY1" fmla="*/ 308820 h 3851562"/>
              <a:gd name="connsiteX2" fmla="*/ 8373408 w 12218296"/>
              <a:gd name="connsiteY2" fmla="*/ 451199 h 3851562"/>
              <a:gd name="connsiteX3" fmla="*/ 4366180 w 12218296"/>
              <a:gd name="connsiteY3" fmla="*/ 218731 h 3851562"/>
              <a:gd name="connsiteX4" fmla="*/ 56864 w 12218296"/>
              <a:gd name="connsiteY4" fmla="*/ 888 h 3851562"/>
              <a:gd name="connsiteX5" fmla="*/ 0 w 12218296"/>
              <a:gd name="connsiteY5" fmla="*/ 2275 h 3851562"/>
              <a:gd name="connsiteX6" fmla="*/ 0 w 12218296"/>
              <a:gd name="connsiteY6" fmla="*/ 3851562 h 3851562"/>
              <a:gd name="connsiteX7" fmla="*/ 12213561 w 12218296"/>
              <a:gd name="connsiteY7" fmla="*/ 3829532 h 3851562"/>
              <a:gd name="connsiteX0" fmla="*/ 12213561 w 12218323"/>
              <a:gd name="connsiteY0" fmla="*/ 3829732 h 3851762"/>
              <a:gd name="connsiteX1" fmla="*/ 12218189 w 12218323"/>
              <a:gd name="connsiteY1" fmla="*/ 309020 h 3851762"/>
              <a:gd name="connsiteX2" fmla="*/ 8882505 w 12218323"/>
              <a:gd name="connsiteY2" fmla="*/ 437363 h 3851762"/>
              <a:gd name="connsiteX3" fmla="*/ 4366180 w 12218323"/>
              <a:gd name="connsiteY3" fmla="*/ 218931 h 3851762"/>
              <a:gd name="connsiteX4" fmla="*/ 56864 w 12218323"/>
              <a:gd name="connsiteY4" fmla="*/ 1088 h 3851762"/>
              <a:gd name="connsiteX5" fmla="*/ 0 w 12218323"/>
              <a:gd name="connsiteY5" fmla="*/ 2475 h 3851762"/>
              <a:gd name="connsiteX6" fmla="*/ 0 w 12218323"/>
              <a:gd name="connsiteY6" fmla="*/ 3851762 h 3851762"/>
              <a:gd name="connsiteX7" fmla="*/ 12213561 w 12218323"/>
              <a:gd name="connsiteY7" fmla="*/ 3829732 h 3851762"/>
              <a:gd name="connsiteX0" fmla="*/ 12213561 w 12218323"/>
              <a:gd name="connsiteY0" fmla="*/ 3828644 h 3850674"/>
              <a:gd name="connsiteX1" fmla="*/ 12218189 w 12218323"/>
              <a:gd name="connsiteY1" fmla="*/ 307932 h 3850674"/>
              <a:gd name="connsiteX2" fmla="*/ 8882505 w 12218323"/>
              <a:gd name="connsiteY2" fmla="*/ 436275 h 3850674"/>
              <a:gd name="connsiteX3" fmla="*/ 4366180 w 12218323"/>
              <a:gd name="connsiteY3" fmla="*/ 217843 h 3850674"/>
              <a:gd name="connsiteX4" fmla="*/ 3767309 w 12218323"/>
              <a:gd name="connsiteY4" fmla="*/ 264544 h 3850674"/>
              <a:gd name="connsiteX5" fmla="*/ 56864 w 12218323"/>
              <a:gd name="connsiteY5" fmla="*/ 0 h 3850674"/>
              <a:gd name="connsiteX6" fmla="*/ 0 w 12218323"/>
              <a:gd name="connsiteY6" fmla="*/ 1387 h 3850674"/>
              <a:gd name="connsiteX7" fmla="*/ 0 w 12218323"/>
              <a:gd name="connsiteY7" fmla="*/ 3850674 h 3850674"/>
              <a:gd name="connsiteX8" fmla="*/ 12213561 w 12218323"/>
              <a:gd name="connsiteY8" fmla="*/ 3828644 h 3850674"/>
              <a:gd name="connsiteX0" fmla="*/ 12213561 w 12218328"/>
              <a:gd name="connsiteY0" fmla="*/ 3828644 h 3850674"/>
              <a:gd name="connsiteX1" fmla="*/ 12218189 w 12218328"/>
              <a:gd name="connsiteY1" fmla="*/ 307932 h 3850674"/>
              <a:gd name="connsiteX2" fmla="*/ 8882505 w 12218328"/>
              <a:gd name="connsiteY2" fmla="*/ 436275 h 3850674"/>
              <a:gd name="connsiteX3" fmla="*/ 3767309 w 12218328"/>
              <a:gd name="connsiteY3" fmla="*/ 264544 h 3850674"/>
              <a:gd name="connsiteX4" fmla="*/ 56864 w 12218328"/>
              <a:gd name="connsiteY4" fmla="*/ 0 h 3850674"/>
              <a:gd name="connsiteX5" fmla="*/ 0 w 12218328"/>
              <a:gd name="connsiteY5" fmla="*/ 1387 h 3850674"/>
              <a:gd name="connsiteX6" fmla="*/ 0 w 12218328"/>
              <a:gd name="connsiteY6" fmla="*/ 3850674 h 3850674"/>
              <a:gd name="connsiteX7" fmla="*/ 12213561 w 12218328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67309 w 12218305"/>
              <a:gd name="connsiteY3" fmla="*/ 264544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1 w 12218350"/>
              <a:gd name="connsiteY0" fmla="*/ 3828644 h 3850674"/>
              <a:gd name="connsiteX1" fmla="*/ 12218189 w 12218350"/>
              <a:gd name="connsiteY1" fmla="*/ 307932 h 3850674"/>
              <a:gd name="connsiteX2" fmla="*/ 8475228 w 12218350"/>
              <a:gd name="connsiteY2" fmla="*/ 78364 h 3850674"/>
              <a:gd name="connsiteX3" fmla="*/ 3767309 w 12218350"/>
              <a:gd name="connsiteY3" fmla="*/ 264544 h 3850674"/>
              <a:gd name="connsiteX4" fmla="*/ 56864 w 12218350"/>
              <a:gd name="connsiteY4" fmla="*/ 0 h 3850674"/>
              <a:gd name="connsiteX5" fmla="*/ 0 w 12218350"/>
              <a:gd name="connsiteY5" fmla="*/ 1387 h 3850674"/>
              <a:gd name="connsiteX6" fmla="*/ 0 w 12218350"/>
              <a:gd name="connsiteY6" fmla="*/ 3850674 h 3850674"/>
              <a:gd name="connsiteX7" fmla="*/ 12213561 w 12218350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33370 w 12218305"/>
              <a:gd name="connsiteY3" fmla="*/ 222437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5 w 12218307"/>
              <a:gd name="connsiteY0" fmla="*/ 3858572 h 3858572"/>
              <a:gd name="connsiteX1" fmla="*/ 12218189 w 12218307"/>
              <a:gd name="connsiteY1" fmla="*/ 307932 h 3858572"/>
              <a:gd name="connsiteX2" fmla="*/ 8475228 w 12218307"/>
              <a:gd name="connsiteY2" fmla="*/ 78364 h 3858572"/>
              <a:gd name="connsiteX3" fmla="*/ 3733370 w 12218307"/>
              <a:gd name="connsiteY3" fmla="*/ 222437 h 3858572"/>
              <a:gd name="connsiteX4" fmla="*/ 56864 w 12218307"/>
              <a:gd name="connsiteY4" fmla="*/ 0 h 3858572"/>
              <a:gd name="connsiteX5" fmla="*/ 0 w 12218307"/>
              <a:gd name="connsiteY5" fmla="*/ 1387 h 3858572"/>
              <a:gd name="connsiteX6" fmla="*/ 0 w 12218307"/>
              <a:gd name="connsiteY6" fmla="*/ 3850674 h 3858572"/>
              <a:gd name="connsiteX7" fmla="*/ 12213565 w 12218307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9"/>
              <a:gd name="connsiteY0" fmla="*/ 3858572 h 3858572"/>
              <a:gd name="connsiteX1" fmla="*/ 12218189 w 12218309"/>
              <a:gd name="connsiteY1" fmla="*/ 307932 h 3858572"/>
              <a:gd name="connsiteX2" fmla="*/ 8565739 w 12218309"/>
              <a:gd name="connsiteY2" fmla="*/ 144870 h 3858572"/>
              <a:gd name="connsiteX3" fmla="*/ 3869130 w 12218309"/>
              <a:gd name="connsiteY3" fmla="*/ 372075 h 3858572"/>
              <a:gd name="connsiteX4" fmla="*/ 56864 w 12218309"/>
              <a:gd name="connsiteY4" fmla="*/ 0 h 3858572"/>
              <a:gd name="connsiteX5" fmla="*/ 0 w 12218309"/>
              <a:gd name="connsiteY5" fmla="*/ 1387 h 3858572"/>
              <a:gd name="connsiteX6" fmla="*/ 0 w 12218309"/>
              <a:gd name="connsiteY6" fmla="*/ 3850674 h 3858572"/>
              <a:gd name="connsiteX7" fmla="*/ 12213565 w 12218309"/>
              <a:gd name="connsiteY7" fmla="*/ 3858572 h 3858572"/>
              <a:gd name="connsiteX0" fmla="*/ 12213565 w 12218311"/>
              <a:gd name="connsiteY0" fmla="*/ 3858572 h 3858572"/>
              <a:gd name="connsiteX1" fmla="*/ 12218189 w 12218311"/>
              <a:gd name="connsiteY1" fmla="*/ 307932 h 3858572"/>
              <a:gd name="connsiteX2" fmla="*/ 8565739 w 12218311"/>
              <a:gd name="connsiteY2" fmla="*/ 144870 h 3858572"/>
              <a:gd name="connsiteX3" fmla="*/ 3778628 w 12218311"/>
              <a:gd name="connsiteY3" fmla="*/ 358775 h 3858572"/>
              <a:gd name="connsiteX4" fmla="*/ 56864 w 12218311"/>
              <a:gd name="connsiteY4" fmla="*/ 0 h 3858572"/>
              <a:gd name="connsiteX5" fmla="*/ 0 w 12218311"/>
              <a:gd name="connsiteY5" fmla="*/ 1387 h 3858572"/>
              <a:gd name="connsiteX6" fmla="*/ 0 w 12218311"/>
              <a:gd name="connsiteY6" fmla="*/ 3850674 h 3858572"/>
              <a:gd name="connsiteX7" fmla="*/ 12213565 w 12218311"/>
              <a:gd name="connsiteY7" fmla="*/ 3858572 h 3858572"/>
              <a:gd name="connsiteX0" fmla="*/ 12575589 w 12580333"/>
              <a:gd name="connsiteY0" fmla="*/ 3858572 h 3858572"/>
              <a:gd name="connsiteX1" fmla="*/ 12580213 w 12580333"/>
              <a:gd name="connsiteY1" fmla="*/ 307932 h 3858572"/>
              <a:gd name="connsiteX2" fmla="*/ 8927763 w 12580333"/>
              <a:gd name="connsiteY2" fmla="*/ 144870 h 3858572"/>
              <a:gd name="connsiteX3" fmla="*/ 4140652 w 12580333"/>
              <a:gd name="connsiteY3" fmla="*/ 358775 h 3858572"/>
              <a:gd name="connsiteX4" fmla="*/ 418888 w 12580333"/>
              <a:gd name="connsiteY4" fmla="*/ 0 h 3858572"/>
              <a:gd name="connsiteX5" fmla="*/ 0 w 12580333"/>
              <a:gd name="connsiteY5" fmla="*/ 101146 h 3858572"/>
              <a:gd name="connsiteX6" fmla="*/ 362024 w 12580333"/>
              <a:gd name="connsiteY6" fmla="*/ 3850674 h 3858572"/>
              <a:gd name="connsiteX7" fmla="*/ 12575589 w 12580333"/>
              <a:gd name="connsiteY7" fmla="*/ 3858572 h 3858572"/>
              <a:gd name="connsiteX0" fmla="*/ 12575589 w 12580335"/>
              <a:gd name="connsiteY0" fmla="*/ 3963913 h 3963913"/>
              <a:gd name="connsiteX1" fmla="*/ 12580213 w 12580335"/>
              <a:gd name="connsiteY1" fmla="*/ 413273 h 3963913"/>
              <a:gd name="connsiteX2" fmla="*/ 8927763 w 12580335"/>
              <a:gd name="connsiteY2" fmla="*/ 250211 h 3963913"/>
              <a:gd name="connsiteX3" fmla="*/ 4140652 w 12580335"/>
              <a:gd name="connsiteY3" fmla="*/ 464116 h 3963913"/>
              <a:gd name="connsiteX4" fmla="*/ 0 w 12580335"/>
              <a:gd name="connsiteY4" fmla="*/ 206487 h 3963913"/>
              <a:gd name="connsiteX5" fmla="*/ 362024 w 12580335"/>
              <a:gd name="connsiteY5" fmla="*/ 3956015 h 3963913"/>
              <a:gd name="connsiteX6" fmla="*/ 12575589 w 12580335"/>
              <a:gd name="connsiteY6" fmla="*/ 3963913 h 3963913"/>
              <a:gd name="connsiteX0" fmla="*/ 12349321 w 12354065"/>
              <a:gd name="connsiteY0" fmla="*/ 3981083 h 3981083"/>
              <a:gd name="connsiteX1" fmla="*/ 12353945 w 12354065"/>
              <a:gd name="connsiteY1" fmla="*/ 430443 h 3981083"/>
              <a:gd name="connsiteX2" fmla="*/ 8701495 w 12354065"/>
              <a:gd name="connsiteY2" fmla="*/ 267381 h 3981083"/>
              <a:gd name="connsiteX3" fmla="*/ 3914384 w 12354065"/>
              <a:gd name="connsiteY3" fmla="*/ 481286 h 3981083"/>
              <a:gd name="connsiteX4" fmla="*/ 1 w 12354065"/>
              <a:gd name="connsiteY4" fmla="*/ 203705 h 3981083"/>
              <a:gd name="connsiteX5" fmla="*/ 135756 w 12354065"/>
              <a:gd name="connsiteY5" fmla="*/ 3973185 h 3981083"/>
              <a:gd name="connsiteX6" fmla="*/ 12349321 w 12354065"/>
              <a:gd name="connsiteY6" fmla="*/ 3981083 h 3981083"/>
              <a:gd name="connsiteX0" fmla="*/ 12349319 w 12354065"/>
              <a:gd name="connsiteY0" fmla="*/ 3778086 h 3778086"/>
              <a:gd name="connsiteX1" fmla="*/ 12353943 w 12354065"/>
              <a:gd name="connsiteY1" fmla="*/ 227446 h 3778086"/>
              <a:gd name="connsiteX2" fmla="*/ 8701493 w 12354065"/>
              <a:gd name="connsiteY2" fmla="*/ 64384 h 3778086"/>
              <a:gd name="connsiteX3" fmla="*/ 3914382 w 12354065"/>
              <a:gd name="connsiteY3" fmla="*/ 278289 h 3778086"/>
              <a:gd name="connsiteX4" fmla="*/ -1 w 12354065"/>
              <a:gd name="connsiteY4" fmla="*/ 708 h 3778086"/>
              <a:gd name="connsiteX5" fmla="*/ 135754 w 12354065"/>
              <a:gd name="connsiteY5" fmla="*/ 3770188 h 3778086"/>
              <a:gd name="connsiteX6" fmla="*/ 12349319 w 12354065"/>
              <a:gd name="connsiteY6" fmla="*/ 3778086 h 3778086"/>
              <a:gd name="connsiteX0" fmla="*/ 12349321 w 12354065"/>
              <a:gd name="connsiteY0" fmla="*/ 3778042 h 3778042"/>
              <a:gd name="connsiteX1" fmla="*/ 12353945 w 12354065"/>
              <a:gd name="connsiteY1" fmla="*/ 227402 h 3778042"/>
              <a:gd name="connsiteX2" fmla="*/ 8701495 w 12354065"/>
              <a:gd name="connsiteY2" fmla="*/ 64340 h 3778042"/>
              <a:gd name="connsiteX3" fmla="*/ 3914385 w 12354065"/>
              <a:gd name="connsiteY3" fmla="*/ 298197 h 3778042"/>
              <a:gd name="connsiteX4" fmla="*/ 1 w 12354065"/>
              <a:gd name="connsiteY4" fmla="*/ 664 h 3778042"/>
              <a:gd name="connsiteX5" fmla="*/ 135756 w 12354065"/>
              <a:gd name="connsiteY5" fmla="*/ 3770144 h 3778042"/>
              <a:gd name="connsiteX6" fmla="*/ 12349321 w 12354065"/>
              <a:gd name="connsiteY6" fmla="*/ 3778042 h 3778042"/>
              <a:gd name="connsiteX0" fmla="*/ 12349319 w 12354065"/>
              <a:gd name="connsiteY0" fmla="*/ 3778015 h 3778015"/>
              <a:gd name="connsiteX1" fmla="*/ 12353943 w 12354065"/>
              <a:gd name="connsiteY1" fmla="*/ 227375 h 3778015"/>
              <a:gd name="connsiteX2" fmla="*/ 8701493 w 12354065"/>
              <a:gd name="connsiteY2" fmla="*/ 64313 h 3778015"/>
              <a:gd name="connsiteX3" fmla="*/ 3914383 w 12354065"/>
              <a:gd name="connsiteY3" fmla="*/ 298170 h 3778015"/>
              <a:gd name="connsiteX4" fmla="*/ -1 w 12354065"/>
              <a:gd name="connsiteY4" fmla="*/ 637 h 3778015"/>
              <a:gd name="connsiteX5" fmla="*/ 135754 w 12354065"/>
              <a:gd name="connsiteY5" fmla="*/ 3770117 h 3778015"/>
              <a:gd name="connsiteX6" fmla="*/ 12349319 w 12354065"/>
              <a:gd name="connsiteY6" fmla="*/ 3778015 h 3778015"/>
              <a:gd name="connsiteX0" fmla="*/ 12349321 w 12354095"/>
              <a:gd name="connsiteY0" fmla="*/ 3778043 h 3778043"/>
              <a:gd name="connsiteX1" fmla="*/ 12353945 w 12354095"/>
              <a:gd name="connsiteY1" fmla="*/ 227403 h 3778043"/>
              <a:gd name="connsiteX2" fmla="*/ 9154025 w 12354095"/>
              <a:gd name="connsiteY2" fmla="*/ 70992 h 3778043"/>
              <a:gd name="connsiteX3" fmla="*/ 3914385 w 12354095"/>
              <a:gd name="connsiteY3" fmla="*/ 298198 h 3778043"/>
              <a:gd name="connsiteX4" fmla="*/ 1 w 12354095"/>
              <a:gd name="connsiteY4" fmla="*/ 665 h 3778043"/>
              <a:gd name="connsiteX5" fmla="*/ 135756 w 12354095"/>
              <a:gd name="connsiteY5" fmla="*/ 3770145 h 3778043"/>
              <a:gd name="connsiteX6" fmla="*/ 12349321 w 12354095"/>
              <a:gd name="connsiteY6" fmla="*/ 3778043 h 3778043"/>
              <a:gd name="connsiteX0" fmla="*/ 12349319 w 12354095"/>
              <a:gd name="connsiteY0" fmla="*/ 3778005 h 3778005"/>
              <a:gd name="connsiteX1" fmla="*/ 12353943 w 12354095"/>
              <a:gd name="connsiteY1" fmla="*/ 227365 h 3778005"/>
              <a:gd name="connsiteX2" fmla="*/ 9154023 w 12354095"/>
              <a:gd name="connsiteY2" fmla="*/ 70954 h 3778005"/>
              <a:gd name="connsiteX3" fmla="*/ 3914383 w 12354095"/>
              <a:gd name="connsiteY3" fmla="*/ 298160 h 3778005"/>
              <a:gd name="connsiteX4" fmla="*/ -1 w 12354095"/>
              <a:gd name="connsiteY4" fmla="*/ 627 h 3778005"/>
              <a:gd name="connsiteX5" fmla="*/ 135754 w 12354095"/>
              <a:gd name="connsiteY5" fmla="*/ 3770107 h 3778005"/>
              <a:gd name="connsiteX6" fmla="*/ 12349319 w 12354095"/>
              <a:gd name="connsiteY6" fmla="*/ 3778005 h 3778005"/>
              <a:gd name="connsiteX0" fmla="*/ 12349321 w 12354163"/>
              <a:gd name="connsiteY0" fmla="*/ 3778005 h 3778005"/>
              <a:gd name="connsiteX1" fmla="*/ 12353945 w 12354163"/>
              <a:gd name="connsiteY1" fmla="*/ 227365 h 3778005"/>
              <a:gd name="connsiteX2" fmla="*/ 9154025 w 12354163"/>
              <a:gd name="connsiteY2" fmla="*/ 70954 h 3778005"/>
              <a:gd name="connsiteX3" fmla="*/ 3914385 w 12354163"/>
              <a:gd name="connsiteY3" fmla="*/ 298160 h 3778005"/>
              <a:gd name="connsiteX4" fmla="*/ 1 w 12354163"/>
              <a:gd name="connsiteY4" fmla="*/ 627 h 3778005"/>
              <a:gd name="connsiteX5" fmla="*/ 135756 w 12354163"/>
              <a:gd name="connsiteY5" fmla="*/ 3770107 h 3778005"/>
              <a:gd name="connsiteX6" fmla="*/ 12349321 w 12354163"/>
              <a:gd name="connsiteY6" fmla="*/ 3778005 h 3778005"/>
              <a:gd name="connsiteX0" fmla="*/ 12373710 w 12378552"/>
              <a:gd name="connsiteY0" fmla="*/ 3778005 h 3778005"/>
              <a:gd name="connsiteX1" fmla="*/ 12378334 w 12378552"/>
              <a:gd name="connsiteY1" fmla="*/ 227365 h 3778005"/>
              <a:gd name="connsiteX2" fmla="*/ 9178414 w 12378552"/>
              <a:gd name="connsiteY2" fmla="*/ 70954 h 3778005"/>
              <a:gd name="connsiteX3" fmla="*/ 3938774 w 12378552"/>
              <a:gd name="connsiteY3" fmla="*/ 298160 h 3778005"/>
              <a:gd name="connsiteX4" fmla="*/ 24390 w 12378552"/>
              <a:gd name="connsiteY4" fmla="*/ 627 h 3778005"/>
              <a:gd name="connsiteX5" fmla="*/ -1 w 12378552"/>
              <a:gd name="connsiteY5" fmla="*/ 3770108 h 3778005"/>
              <a:gd name="connsiteX6" fmla="*/ 12373710 w 12378552"/>
              <a:gd name="connsiteY6" fmla="*/ 3778005 h 377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78552" h="3778005">
                <a:moveTo>
                  <a:pt x="12373710" y="3778005"/>
                </a:moveTo>
                <a:cubicBezTo>
                  <a:pt x="12378639" y="2747741"/>
                  <a:pt x="12373405" y="1257629"/>
                  <a:pt x="12378334" y="227365"/>
                </a:cubicBezTo>
                <a:cubicBezTo>
                  <a:pt x="12397534" y="226152"/>
                  <a:pt x="11150663" y="59155"/>
                  <a:pt x="9178414" y="70954"/>
                </a:cubicBezTo>
                <a:cubicBezTo>
                  <a:pt x="7206165" y="82753"/>
                  <a:pt x="6346878" y="289929"/>
                  <a:pt x="3938774" y="298160"/>
                </a:cubicBezTo>
                <a:cubicBezTo>
                  <a:pt x="1530670" y="306391"/>
                  <a:pt x="43246" y="-16058"/>
                  <a:pt x="24390" y="627"/>
                </a:cubicBezTo>
                <a:lnTo>
                  <a:pt x="-1" y="3770108"/>
                </a:lnTo>
                <a:lnTo>
                  <a:pt x="12373710" y="37780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69E0146-7E46-D948-9A2C-034C3AE10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518" y="1033690"/>
            <a:ext cx="4177619" cy="1776412"/>
          </a:xfrm>
        </p:spPr>
        <p:txBody>
          <a:bodyPr anchor="t"/>
          <a:lstStyle>
            <a:lvl1pPr algn="l">
              <a:defRPr sz="6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oogle Shape;184;p158">
            <a:extLst>
              <a:ext uri="{FF2B5EF4-FFF2-40B4-BE49-F238E27FC236}">
                <a16:creationId xmlns:a16="http://schemas.microsoft.com/office/drawing/2014/main" id="{D458F13C-3F27-01C9-FEF2-56828E84BDD0}"/>
              </a:ext>
            </a:extLst>
          </p:cNvPr>
          <p:cNvGrpSpPr/>
          <p:nvPr userDrawn="1"/>
        </p:nvGrpSpPr>
        <p:grpSpPr>
          <a:xfrm>
            <a:off x="0" y="6370638"/>
            <a:ext cx="12192000" cy="487362"/>
            <a:chOff x="0" y="5865814"/>
            <a:chExt cx="12192000" cy="487362"/>
          </a:xfrm>
        </p:grpSpPr>
        <p:sp>
          <p:nvSpPr>
            <p:cNvPr id="18" name="Google Shape;185;p158">
              <a:extLst>
                <a:ext uri="{FF2B5EF4-FFF2-40B4-BE49-F238E27FC236}">
                  <a16:creationId xmlns:a16="http://schemas.microsoft.com/office/drawing/2014/main" id="{72A13F17-A797-72B7-84A6-CB8683D9EFD4}"/>
                </a:ext>
              </a:extLst>
            </p:cNvPr>
            <p:cNvSpPr/>
            <p:nvPr/>
          </p:nvSpPr>
          <p:spPr>
            <a:xfrm>
              <a:off x="0" y="5865814"/>
              <a:ext cx="12192000" cy="4873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" name="Google Shape;186;p158">
              <a:extLst>
                <a:ext uri="{FF2B5EF4-FFF2-40B4-BE49-F238E27FC236}">
                  <a16:creationId xmlns:a16="http://schemas.microsoft.com/office/drawing/2014/main" id="{CA926853-72CF-6B43-1999-3C9B72FDC639}"/>
                </a:ext>
              </a:extLst>
            </p:cNvPr>
            <p:cNvGrpSpPr/>
            <p:nvPr/>
          </p:nvGrpSpPr>
          <p:grpSpPr>
            <a:xfrm>
              <a:off x="233187" y="6058089"/>
              <a:ext cx="734224" cy="127001"/>
              <a:chOff x="2565400" y="2819400"/>
              <a:chExt cx="7048500" cy="1219200"/>
            </a:xfrm>
          </p:grpSpPr>
          <p:sp>
            <p:nvSpPr>
              <p:cNvPr id="20" name="Google Shape;187;p158">
                <a:extLst>
                  <a:ext uri="{FF2B5EF4-FFF2-40B4-BE49-F238E27FC236}">
                    <a16:creationId xmlns:a16="http://schemas.microsoft.com/office/drawing/2014/main" id="{C676F216-7ECC-DDCD-6691-85B8F0828C06}"/>
                  </a:ext>
                </a:extLst>
              </p:cNvPr>
              <p:cNvSpPr/>
              <p:nvPr/>
            </p:nvSpPr>
            <p:spPr>
              <a:xfrm>
                <a:off x="2565400" y="2819400"/>
                <a:ext cx="12065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64" y="47"/>
                    </a:moveTo>
                    <a:cubicBezTo>
                      <a:pt x="47" y="67"/>
                      <a:pt x="47" y="67"/>
                      <a:pt x="47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3" y="85"/>
                      <a:pt x="60" y="86"/>
                      <a:pt x="55" y="86"/>
                    </a:cubicBezTo>
                    <a:cubicBezTo>
                      <a:pt x="41" y="86"/>
                      <a:pt x="31" y="75"/>
                      <a:pt x="31" y="59"/>
                    </a:cubicBezTo>
                    <a:cubicBezTo>
                      <a:pt x="31" y="44"/>
                      <a:pt x="42" y="21"/>
                      <a:pt x="70" y="21"/>
                    </a:cubicBezTo>
                    <a:cubicBezTo>
                      <a:pt x="77" y="21"/>
                      <a:pt x="90" y="23"/>
                      <a:pt x="101" y="30"/>
                    </a:cubicBezTo>
                    <a:cubicBezTo>
                      <a:pt x="107" y="6"/>
                      <a:pt x="107" y="6"/>
                      <a:pt x="107" y="6"/>
                    </a:cubicBezTo>
                    <a:cubicBezTo>
                      <a:pt x="95" y="2"/>
                      <a:pt x="83" y="0"/>
                      <a:pt x="70" y="0"/>
                    </a:cubicBezTo>
                    <a:cubicBezTo>
                      <a:pt x="61" y="0"/>
                      <a:pt x="39" y="0"/>
                      <a:pt x="21" y="15"/>
                    </a:cubicBezTo>
                    <a:cubicBezTo>
                      <a:pt x="8" y="26"/>
                      <a:pt x="0" y="43"/>
                      <a:pt x="0" y="60"/>
                    </a:cubicBezTo>
                    <a:cubicBezTo>
                      <a:pt x="0" y="90"/>
                      <a:pt x="22" y="107"/>
                      <a:pt x="52" y="107"/>
                    </a:cubicBezTo>
                    <a:cubicBezTo>
                      <a:pt x="65" y="107"/>
                      <a:pt x="79" y="103"/>
                      <a:pt x="91" y="9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64" y="47"/>
                      <a:pt x="64" y="47"/>
                      <a:pt x="64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188;p158">
                <a:extLst>
                  <a:ext uri="{FF2B5EF4-FFF2-40B4-BE49-F238E27FC236}">
                    <a16:creationId xmlns:a16="http://schemas.microsoft.com/office/drawing/2014/main" id="{C24FAF13-29D3-CA2A-11FE-142B19AB4E4F}"/>
                  </a:ext>
                </a:extLst>
              </p:cNvPr>
              <p:cNvSpPr/>
              <p:nvPr/>
            </p:nvSpPr>
            <p:spPr>
              <a:xfrm>
                <a:off x="3670300" y="2854325"/>
                <a:ext cx="1162050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1" extrusionOk="0">
                    <a:moveTo>
                      <a:pt x="81" y="56"/>
                    </a:moveTo>
                    <a:cubicBezTo>
                      <a:pt x="83" y="55"/>
                      <a:pt x="88" y="53"/>
                      <a:pt x="92" y="50"/>
                    </a:cubicBezTo>
                    <a:cubicBezTo>
                      <a:pt x="99" y="45"/>
                      <a:pt x="103" y="36"/>
                      <a:pt x="103" y="27"/>
                    </a:cubicBezTo>
                    <a:cubicBezTo>
                      <a:pt x="103" y="8"/>
                      <a:pt x="86" y="0"/>
                      <a:pt x="72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31" y="101"/>
                      <a:pt x="31" y="101"/>
                      <a:pt x="31" y="101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3" y="59"/>
                      <a:pt x="45" y="59"/>
                      <a:pt x="48" y="59"/>
                    </a:cubicBezTo>
                    <a:cubicBezTo>
                      <a:pt x="49" y="59"/>
                      <a:pt x="50" y="59"/>
                      <a:pt x="52" y="59"/>
                    </a:cubicBezTo>
                    <a:cubicBezTo>
                      <a:pt x="64" y="101"/>
                      <a:pt x="64" y="101"/>
                      <a:pt x="64" y="101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81" y="56"/>
                      <a:pt x="81" y="56"/>
                      <a:pt x="81" y="56"/>
                    </a:cubicBezTo>
                    <a:close/>
                    <a:moveTo>
                      <a:pt x="43" y="56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0" y="22"/>
                      <a:pt x="60" y="22"/>
                      <a:pt x="60" y="22"/>
                    </a:cubicBezTo>
                    <a:cubicBezTo>
                      <a:pt x="66" y="22"/>
                      <a:pt x="73" y="23"/>
                      <a:pt x="73" y="31"/>
                    </a:cubicBezTo>
                    <a:cubicBezTo>
                      <a:pt x="73" y="36"/>
                      <a:pt x="69" y="40"/>
                      <a:pt x="62" y="40"/>
                    </a:cubicBezTo>
                    <a:cubicBezTo>
                      <a:pt x="61" y="40"/>
                      <a:pt x="61" y="40"/>
                      <a:pt x="60" y="40"/>
                    </a:cubicBezTo>
                    <a:cubicBezTo>
                      <a:pt x="43" y="56"/>
                      <a:pt x="43" y="56"/>
                      <a:pt x="43" y="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189;p158">
                <a:extLst>
                  <a:ext uri="{FF2B5EF4-FFF2-40B4-BE49-F238E27FC236}">
                    <a16:creationId xmlns:a16="http://schemas.microsoft.com/office/drawing/2014/main" id="{08752D77-29ED-2FC7-070A-754DE9F7E337}"/>
                  </a:ext>
                </a:extLst>
              </p:cNvPr>
              <p:cNvSpPr/>
              <p:nvPr/>
            </p:nvSpPr>
            <p:spPr>
              <a:xfrm>
                <a:off x="4560888" y="2854325"/>
                <a:ext cx="119538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724" extrusionOk="0">
                    <a:moveTo>
                      <a:pt x="704" y="0"/>
                    </a:moveTo>
                    <a:lnTo>
                      <a:pt x="462" y="0"/>
                    </a:lnTo>
                    <a:lnTo>
                      <a:pt x="0" y="724"/>
                    </a:lnTo>
                    <a:lnTo>
                      <a:pt x="235" y="724"/>
                    </a:lnTo>
                    <a:lnTo>
                      <a:pt x="306" y="602"/>
                    </a:lnTo>
                    <a:lnTo>
                      <a:pt x="533" y="602"/>
                    </a:lnTo>
                    <a:lnTo>
                      <a:pt x="540" y="724"/>
                    </a:lnTo>
                    <a:lnTo>
                      <a:pt x="753" y="724"/>
                    </a:lnTo>
                    <a:lnTo>
                      <a:pt x="704" y="0"/>
                    </a:lnTo>
                    <a:lnTo>
                      <a:pt x="704" y="0"/>
                    </a:lnTo>
                    <a:close/>
                    <a:moveTo>
                      <a:pt x="391" y="452"/>
                    </a:moveTo>
                    <a:lnTo>
                      <a:pt x="519" y="244"/>
                    </a:lnTo>
                    <a:lnTo>
                      <a:pt x="526" y="452"/>
                    </a:lnTo>
                    <a:lnTo>
                      <a:pt x="391" y="452"/>
                    </a:lnTo>
                    <a:lnTo>
                      <a:pt x="391" y="4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90;p158">
                <a:extLst>
                  <a:ext uri="{FF2B5EF4-FFF2-40B4-BE49-F238E27FC236}">
                    <a16:creationId xmlns:a16="http://schemas.microsoft.com/office/drawing/2014/main" id="{E6CA2BFD-D8E1-EF38-06D9-E567E0D32911}"/>
                  </a:ext>
                </a:extLst>
              </p:cNvPr>
              <p:cNvSpPr/>
              <p:nvPr/>
            </p:nvSpPr>
            <p:spPr>
              <a:xfrm>
                <a:off x="5756275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191;p158">
                <a:extLst>
                  <a:ext uri="{FF2B5EF4-FFF2-40B4-BE49-F238E27FC236}">
                    <a16:creationId xmlns:a16="http://schemas.microsoft.com/office/drawing/2014/main" id="{8FB0F2C7-A76A-1C0D-6452-B22897B7D6BA}"/>
                  </a:ext>
                </a:extLst>
              </p:cNvPr>
              <p:cNvSpPr/>
              <p:nvPr/>
            </p:nvSpPr>
            <p:spPr>
              <a:xfrm>
                <a:off x="6681788" y="2854325"/>
                <a:ext cx="113823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0" y="101"/>
                    </a:moveTo>
                    <a:cubicBezTo>
                      <a:pt x="54" y="101"/>
                      <a:pt x="54" y="101"/>
                      <a:pt x="54" y="101"/>
                    </a:cubicBezTo>
                    <a:cubicBezTo>
                      <a:pt x="62" y="101"/>
                      <a:pt x="72" y="100"/>
                      <a:pt x="82" y="93"/>
                    </a:cubicBezTo>
                    <a:cubicBezTo>
                      <a:pt x="89" y="87"/>
                      <a:pt x="93" y="78"/>
                      <a:pt x="93" y="70"/>
                    </a:cubicBezTo>
                    <a:cubicBezTo>
                      <a:pt x="93" y="63"/>
                      <a:pt x="90" y="57"/>
                      <a:pt x="86" y="54"/>
                    </a:cubicBezTo>
                    <a:cubicBezTo>
                      <a:pt x="84" y="51"/>
                      <a:pt x="81" y="50"/>
                      <a:pt x="79" y="50"/>
                    </a:cubicBezTo>
                    <a:cubicBezTo>
                      <a:pt x="92" y="47"/>
                      <a:pt x="101" y="38"/>
                      <a:pt x="101" y="25"/>
                    </a:cubicBezTo>
                    <a:cubicBezTo>
                      <a:pt x="101" y="6"/>
                      <a:pt x="85" y="0"/>
                      <a:pt x="7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lose/>
                    <a:moveTo>
                      <a:pt x="43" y="55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65" y="22"/>
                      <a:pt x="68" y="22"/>
                      <a:pt x="70" y="25"/>
                    </a:cubicBezTo>
                    <a:cubicBezTo>
                      <a:pt x="71" y="27"/>
                      <a:pt x="72" y="28"/>
                      <a:pt x="72" y="30"/>
                    </a:cubicBezTo>
                    <a:cubicBezTo>
                      <a:pt x="72" y="33"/>
                      <a:pt x="70" y="38"/>
                      <a:pt x="63" y="39"/>
                    </a:cubicBezTo>
                    <a:cubicBezTo>
                      <a:pt x="61" y="40"/>
                      <a:pt x="60" y="40"/>
                      <a:pt x="58" y="40"/>
                    </a:cubicBezTo>
                    <a:cubicBezTo>
                      <a:pt x="43" y="55"/>
                      <a:pt x="43" y="55"/>
                      <a:pt x="43" y="55"/>
                    </a:cubicBezTo>
                    <a:close/>
                    <a:moveTo>
                      <a:pt x="49" y="57"/>
                    </a:moveTo>
                    <a:cubicBezTo>
                      <a:pt x="53" y="57"/>
                      <a:pt x="58" y="57"/>
                      <a:pt x="61" y="62"/>
                    </a:cubicBezTo>
                    <a:cubicBezTo>
                      <a:pt x="62" y="63"/>
                      <a:pt x="62" y="65"/>
                      <a:pt x="62" y="67"/>
                    </a:cubicBezTo>
                    <a:cubicBezTo>
                      <a:pt x="62" y="69"/>
                      <a:pt x="61" y="75"/>
                      <a:pt x="52" y="78"/>
                    </a:cubicBezTo>
                    <a:cubicBezTo>
                      <a:pt x="50" y="79"/>
                      <a:pt x="47" y="79"/>
                      <a:pt x="41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42" y="57"/>
                      <a:pt x="42" y="57"/>
                      <a:pt x="42" y="57"/>
                    </a:cubicBezTo>
                    <a:cubicBezTo>
                      <a:pt x="49" y="57"/>
                      <a:pt x="49" y="57"/>
                      <a:pt x="49" y="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192;p158">
                <a:extLst>
                  <a:ext uri="{FF2B5EF4-FFF2-40B4-BE49-F238E27FC236}">
                    <a16:creationId xmlns:a16="http://schemas.microsoft.com/office/drawing/2014/main" id="{7E7928F7-E08E-83D4-018E-F405F490D85E}"/>
                  </a:ext>
                </a:extLst>
              </p:cNvPr>
              <p:cNvSpPr/>
              <p:nvPr/>
            </p:nvSpPr>
            <p:spPr>
              <a:xfrm>
                <a:off x="7707313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193;p158">
                <a:extLst>
                  <a:ext uri="{FF2B5EF4-FFF2-40B4-BE49-F238E27FC236}">
                    <a16:creationId xmlns:a16="http://schemas.microsoft.com/office/drawing/2014/main" id="{A3AAFC0B-9B34-4354-B0D9-5A7A831D8082}"/>
                  </a:ext>
                </a:extLst>
              </p:cNvPr>
              <p:cNvSpPr/>
              <p:nvPr/>
            </p:nvSpPr>
            <p:spPr>
              <a:xfrm>
                <a:off x="8632825" y="2854325"/>
                <a:ext cx="9810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18" h="724" extrusionOk="0">
                    <a:moveTo>
                      <a:pt x="270" y="552"/>
                    </a:moveTo>
                    <a:lnTo>
                      <a:pt x="41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62" y="724"/>
                    </a:lnTo>
                    <a:lnTo>
                      <a:pt x="618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94;p158">
                <a:extLst>
                  <a:ext uri="{FF2B5EF4-FFF2-40B4-BE49-F238E27FC236}">
                    <a16:creationId xmlns:a16="http://schemas.microsoft.com/office/drawing/2014/main" id="{C3DA5FA1-6BA4-418A-50EE-05FA4295E366}"/>
                  </a:ext>
                </a:extLst>
              </p:cNvPr>
              <p:cNvSpPr/>
              <p:nvPr/>
            </p:nvSpPr>
            <p:spPr>
              <a:xfrm>
                <a:off x="9421813" y="285432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6" y="8"/>
                    </a:moveTo>
                    <a:cubicBezTo>
                      <a:pt x="16" y="13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6" y="4"/>
                      <a:pt x="16" y="8"/>
                    </a:cubicBezTo>
                    <a:close/>
                    <a:moveTo>
                      <a:pt x="1" y="8"/>
                    </a:moveTo>
                    <a:cubicBezTo>
                      <a:pt x="1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cubicBezTo>
                      <a:pt x="15" y="4"/>
                      <a:pt x="12" y="1"/>
                      <a:pt x="8" y="1"/>
                    </a:cubicBezTo>
                    <a:cubicBezTo>
                      <a:pt x="4" y="1"/>
                      <a:pt x="1" y="4"/>
                      <a:pt x="1" y="8"/>
                    </a:cubicBezTo>
                    <a:close/>
                    <a:moveTo>
                      <a:pt x="6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4"/>
                      <a:pt x="11" y="5"/>
                      <a:pt x="11" y="6"/>
                    </a:cubicBezTo>
                    <a:cubicBezTo>
                      <a:pt x="11" y="7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9"/>
                      <a:pt x="11" y="10"/>
                    </a:cubicBezTo>
                    <a:cubicBezTo>
                      <a:pt x="11" y="11"/>
                      <a:pt x="11" y="12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9" y="12"/>
                      <a:pt x="9" y="11"/>
                      <a:pt x="9" y="10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6" y="9"/>
                      <a:pt x="6" y="9"/>
                      <a:pt x="6" y="9"/>
                    </a:cubicBezTo>
                    <a:lnTo>
                      <a:pt x="6" y="13"/>
                    </a:lnTo>
                    <a:close/>
                    <a:moveTo>
                      <a:pt x="6" y="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7"/>
                      <a:pt x="10" y="6"/>
                    </a:cubicBezTo>
                    <a:cubicBezTo>
                      <a:pt x="10" y="5"/>
                      <a:pt x="9" y="5"/>
                      <a:pt x="8" y="5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0F71C69C-7154-C313-CF22-A552AA1FE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2875" y="6358336"/>
            <a:ext cx="5583277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[PRESENTATION] - [DATE]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757631-A8C6-D6E3-EE6C-EAED8D62949E}"/>
              </a:ext>
            </a:extLst>
          </p:cNvPr>
          <p:cNvSpPr txBox="1"/>
          <p:nvPr userDrawn="1"/>
        </p:nvSpPr>
        <p:spPr>
          <a:xfrm>
            <a:off x="10806152" y="6501439"/>
            <a:ext cx="9381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CONFIDENTIAL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85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animMotion origin="layout" path="M -2.08333E-7 0.03889 L -2.08333E-7 -2.22222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  <p:extLst>
    <p:ext uri="{DCECCB84-F9BA-43D5-87BE-67443E8EF086}">
      <p15:sldGuideLst xmlns:p15="http://schemas.microsoft.com/office/powerpoint/2012/main">
        <p15:guide id="1" orient="horz" pos="595">
          <p15:clr>
            <a:srgbClr val="00000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44BFC6-BEB7-0E9D-044E-84DE9F006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3" name="Google Shape;12;p137">
            <a:extLst>
              <a:ext uri="{FF2B5EF4-FFF2-40B4-BE49-F238E27FC236}">
                <a16:creationId xmlns:a16="http://schemas.microsoft.com/office/drawing/2014/main" id="{E8842F3F-72E5-0E3A-4BF2-45265290F67C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54000">
                <a:srgbClr val="1C7AA3">
                  <a:alpha val="64000"/>
                </a:srgbClr>
              </a:gs>
              <a:gs pos="8000">
                <a:srgbClr val="00447C">
                  <a:alpha val="96000"/>
                </a:srgbClr>
              </a:gs>
              <a:gs pos="100000">
                <a:schemeClr val="accent2">
                  <a:alpha val="89893"/>
                </a:schemeClr>
              </a:gs>
            </a:gsLst>
            <a:lin ang="18900000" scaled="0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92;p52">
            <a:extLst>
              <a:ext uri="{FF2B5EF4-FFF2-40B4-BE49-F238E27FC236}">
                <a16:creationId xmlns:a16="http://schemas.microsoft.com/office/drawing/2014/main" id="{C69815CD-9D42-7D8A-E552-C3CC75C68BA5}"/>
              </a:ext>
            </a:extLst>
          </p:cNvPr>
          <p:cNvGrpSpPr/>
          <p:nvPr userDrawn="1"/>
        </p:nvGrpSpPr>
        <p:grpSpPr>
          <a:xfrm>
            <a:off x="9479991" y="6232057"/>
            <a:ext cx="1658937" cy="286951"/>
            <a:chOff x="2565400" y="2819400"/>
            <a:chExt cx="7048500" cy="1219200"/>
          </a:xfrm>
          <a:solidFill>
            <a:schemeClr val="bg1"/>
          </a:solidFill>
        </p:grpSpPr>
        <p:sp>
          <p:nvSpPr>
            <p:cNvPr id="15" name="Google Shape;193;p52">
              <a:extLst>
                <a:ext uri="{FF2B5EF4-FFF2-40B4-BE49-F238E27FC236}">
                  <a16:creationId xmlns:a16="http://schemas.microsoft.com/office/drawing/2014/main" id="{432E234E-37F7-9F50-7A7B-897951067980}"/>
                </a:ext>
              </a:extLst>
            </p:cNvPr>
            <p:cNvSpPr/>
            <p:nvPr/>
          </p:nvSpPr>
          <p:spPr>
            <a:xfrm>
              <a:off x="2565400" y="2819400"/>
              <a:ext cx="1206500" cy="1219200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4" y="4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3" y="85"/>
                    <a:pt x="60" y="86"/>
                    <a:pt x="55" y="86"/>
                  </a:cubicBezTo>
                  <a:cubicBezTo>
                    <a:pt x="41" y="86"/>
                    <a:pt x="31" y="75"/>
                    <a:pt x="31" y="59"/>
                  </a:cubicBezTo>
                  <a:cubicBezTo>
                    <a:pt x="31" y="44"/>
                    <a:pt x="42" y="21"/>
                    <a:pt x="70" y="21"/>
                  </a:cubicBezTo>
                  <a:cubicBezTo>
                    <a:pt x="77" y="21"/>
                    <a:pt x="90" y="23"/>
                    <a:pt x="101" y="30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5" y="2"/>
                    <a:pt x="83" y="0"/>
                    <a:pt x="70" y="0"/>
                  </a:cubicBezTo>
                  <a:cubicBezTo>
                    <a:pt x="61" y="0"/>
                    <a:pt x="39" y="0"/>
                    <a:pt x="21" y="15"/>
                  </a:cubicBezTo>
                  <a:cubicBezTo>
                    <a:pt x="8" y="26"/>
                    <a:pt x="0" y="43"/>
                    <a:pt x="0" y="60"/>
                  </a:cubicBezTo>
                  <a:cubicBezTo>
                    <a:pt x="0" y="90"/>
                    <a:pt x="22" y="107"/>
                    <a:pt x="52" y="107"/>
                  </a:cubicBezTo>
                  <a:cubicBezTo>
                    <a:pt x="65" y="107"/>
                    <a:pt x="79" y="103"/>
                    <a:pt x="91" y="9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64" y="47"/>
                    <a:pt x="64" y="47"/>
                    <a:pt x="64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Google Shape;194;p52">
              <a:extLst>
                <a:ext uri="{FF2B5EF4-FFF2-40B4-BE49-F238E27FC236}">
                  <a16:creationId xmlns:a16="http://schemas.microsoft.com/office/drawing/2014/main" id="{C4A165B1-3AB0-17FF-DF6B-CC4EDA82BEDA}"/>
                </a:ext>
              </a:extLst>
            </p:cNvPr>
            <p:cNvSpPr/>
            <p:nvPr/>
          </p:nvSpPr>
          <p:spPr>
            <a:xfrm>
              <a:off x="3670300" y="2854325"/>
              <a:ext cx="1162050" cy="1149350"/>
            </a:xfrm>
            <a:custGeom>
              <a:avLst/>
              <a:gdLst/>
              <a:ahLst/>
              <a:cxnLst/>
              <a:rect l="l" t="t" r="r" b="b"/>
              <a:pathLst>
                <a:path w="103" h="101" extrusionOk="0">
                  <a:moveTo>
                    <a:pt x="81" y="56"/>
                  </a:moveTo>
                  <a:cubicBezTo>
                    <a:pt x="83" y="55"/>
                    <a:pt x="88" y="53"/>
                    <a:pt x="92" y="50"/>
                  </a:cubicBezTo>
                  <a:cubicBezTo>
                    <a:pt x="99" y="45"/>
                    <a:pt x="103" y="36"/>
                    <a:pt x="103" y="27"/>
                  </a:cubicBezTo>
                  <a:cubicBezTo>
                    <a:pt x="103" y="8"/>
                    <a:pt x="86" y="0"/>
                    <a:pt x="7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43" y="59"/>
                    <a:pt x="45" y="59"/>
                    <a:pt x="48" y="59"/>
                  </a:cubicBezTo>
                  <a:cubicBezTo>
                    <a:pt x="49" y="59"/>
                    <a:pt x="50" y="59"/>
                    <a:pt x="52" y="59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81" y="56"/>
                    <a:pt x="81" y="56"/>
                    <a:pt x="81" y="56"/>
                  </a:cubicBezTo>
                  <a:close/>
                  <a:moveTo>
                    <a:pt x="43" y="56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6" y="22"/>
                    <a:pt x="73" y="23"/>
                    <a:pt x="73" y="31"/>
                  </a:cubicBezTo>
                  <a:cubicBezTo>
                    <a:pt x="73" y="36"/>
                    <a:pt x="69" y="40"/>
                    <a:pt x="62" y="40"/>
                  </a:cubicBezTo>
                  <a:cubicBezTo>
                    <a:pt x="61" y="40"/>
                    <a:pt x="61" y="40"/>
                    <a:pt x="60" y="40"/>
                  </a:cubicBezTo>
                  <a:cubicBezTo>
                    <a:pt x="43" y="56"/>
                    <a:pt x="43" y="56"/>
                    <a:pt x="43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9" name="Google Shape;195;p52">
              <a:extLst>
                <a:ext uri="{FF2B5EF4-FFF2-40B4-BE49-F238E27FC236}">
                  <a16:creationId xmlns:a16="http://schemas.microsoft.com/office/drawing/2014/main" id="{21530CD4-470C-034C-F35E-A911AEE9F20E}"/>
                </a:ext>
              </a:extLst>
            </p:cNvPr>
            <p:cNvSpPr/>
            <p:nvPr/>
          </p:nvSpPr>
          <p:spPr>
            <a:xfrm>
              <a:off x="4560888" y="2854325"/>
              <a:ext cx="1195388" cy="1149350"/>
            </a:xfrm>
            <a:custGeom>
              <a:avLst/>
              <a:gdLst/>
              <a:ahLst/>
              <a:cxnLst/>
              <a:rect l="l" t="t" r="r" b="b"/>
              <a:pathLst>
                <a:path w="753" h="724" extrusionOk="0">
                  <a:moveTo>
                    <a:pt x="704" y="0"/>
                  </a:moveTo>
                  <a:lnTo>
                    <a:pt x="462" y="0"/>
                  </a:lnTo>
                  <a:lnTo>
                    <a:pt x="0" y="724"/>
                  </a:lnTo>
                  <a:lnTo>
                    <a:pt x="235" y="724"/>
                  </a:lnTo>
                  <a:lnTo>
                    <a:pt x="306" y="602"/>
                  </a:lnTo>
                  <a:lnTo>
                    <a:pt x="533" y="602"/>
                  </a:lnTo>
                  <a:lnTo>
                    <a:pt x="540" y="724"/>
                  </a:lnTo>
                  <a:lnTo>
                    <a:pt x="753" y="724"/>
                  </a:lnTo>
                  <a:lnTo>
                    <a:pt x="704" y="0"/>
                  </a:lnTo>
                  <a:lnTo>
                    <a:pt x="704" y="0"/>
                  </a:lnTo>
                  <a:close/>
                  <a:moveTo>
                    <a:pt x="391" y="452"/>
                  </a:moveTo>
                  <a:lnTo>
                    <a:pt x="519" y="244"/>
                  </a:lnTo>
                  <a:lnTo>
                    <a:pt x="526" y="452"/>
                  </a:lnTo>
                  <a:lnTo>
                    <a:pt x="391" y="452"/>
                  </a:lnTo>
                  <a:lnTo>
                    <a:pt x="391" y="4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21" name="Google Shape;196;p52">
              <a:extLst>
                <a:ext uri="{FF2B5EF4-FFF2-40B4-BE49-F238E27FC236}">
                  <a16:creationId xmlns:a16="http://schemas.microsoft.com/office/drawing/2014/main" id="{6A02CA2C-B33A-836D-C173-FEF49F655C34}"/>
                </a:ext>
              </a:extLst>
            </p:cNvPr>
            <p:cNvSpPr/>
            <p:nvPr/>
          </p:nvSpPr>
          <p:spPr>
            <a:xfrm>
              <a:off x="5756275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22" name="Google Shape;197;p52">
              <a:extLst>
                <a:ext uri="{FF2B5EF4-FFF2-40B4-BE49-F238E27FC236}">
                  <a16:creationId xmlns:a16="http://schemas.microsoft.com/office/drawing/2014/main" id="{B3869B0D-6ED1-1315-B670-C4BB5F86A660}"/>
                </a:ext>
              </a:extLst>
            </p:cNvPr>
            <p:cNvSpPr/>
            <p:nvPr/>
          </p:nvSpPr>
          <p:spPr>
            <a:xfrm>
              <a:off x="6681788" y="2854325"/>
              <a:ext cx="1138238" cy="114935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0" y="101"/>
                  </a:moveTo>
                  <a:cubicBezTo>
                    <a:pt x="54" y="101"/>
                    <a:pt x="54" y="101"/>
                    <a:pt x="54" y="101"/>
                  </a:cubicBezTo>
                  <a:cubicBezTo>
                    <a:pt x="62" y="101"/>
                    <a:pt x="72" y="100"/>
                    <a:pt x="82" y="93"/>
                  </a:cubicBezTo>
                  <a:cubicBezTo>
                    <a:pt x="89" y="87"/>
                    <a:pt x="93" y="78"/>
                    <a:pt x="93" y="70"/>
                  </a:cubicBezTo>
                  <a:cubicBezTo>
                    <a:pt x="93" y="63"/>
                    <a:pt x="90" y="57"/>
                    <a:pt x="86" y="54"/>
                  </a:cubicBezTo>
                  <a:cubicBezTo>
                    <a:pt x="84" y="51"/>
                    <a:pt x="81" y="50"/>
                    <a:pt x="79" y="50"/>
                  </a:cubicBezTo>
                  <a:cubicBezTo>
                    <a:pt x="92" y="47"/>
                    <a:pt x="101" y="38"/>
                    <a:pt x="101" y="25"/>
                  </a:cubicBezTo>
                  <a:cubicBezTo>
                    <a:pt x="101" y="6"/>
                    <a:pt x="85" y="0"/>
                    <a:pt x="71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lose/>
                  <a:moveTo>
                    <a:pt x="43" y="55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5" y="22"/>
                    <a:pt x="68" y="22"/>
                    <a:pt x="70" y="25"/>
                  </a:cubicBezTo>
                  <a:cubicBezTo>
                    <a:pt x="71" y="27"/>
                    <a:pt x="72" y="28"/>
                    <a:pt x="72" y="30"/>
                  </a:cubicBezTo>
                  <a:cubicBezTo>
                    <a:pt x="72" y="33"/>
                    <a:pt x="70" y="38"/>
                    <a:pt x="63" y="39"/>
                  </a:cubicBezTo>
                  <a:cubicBezTo>
                    <a:pt x="61" y="40"/>
                    <a:pt x="60" y="40"/>
                    <a:pt x="58" y="40"/>
                  </a:cubicBezTo>
                  <a:cubicBezTo>
                    <a:pt x="43" y="55"/>
                    <a:pt x="43" y="55"/>
                    <a:pt x="43" y="55"/>
                  </a:cubicBezTo>
                  <a:close/>
                  <a:moveTo>
                    <a:pt x="49" y="57"/>
                  </a:moveTo>
                  <a:cubicBezTo>
                    <a:pt x="53" y="57"/>
                    <a:pt x="58" y="57"/>
                    <a:pt x="61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9"/>
                    <a:pt x="61" y="75"/>
                    <a:pt x="52" y="78"/>
                  </a:cubicBezTo>
                  <a:cubicBezTo>
                    <a:pt x="50" y="79"/>
                    <a:pt x="47" y="79"/>
                    <a:pt x="4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49" y="57"/>
                    <a:pt x="49" y="57"/>
                    <a:pt x="49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23" name="Google Shape;198;p52">
              <a:extLst>
                <a:ext uri="{FF2B5EF4-FFF2-40B4-BE49-F238E27FC236}">
                  <a16:creationId xmlns:a16="http://schemas.microsoft.com/office/drawing/2014/main" id="{1CED598F-0543-AC30-6AF4-E99CB93E1773}"/>
                </a:ext>
              </a:extLst>
            </p:cNvPr>
            <p:cNvSpPr/>
            <p:nvPr/>
          </p:nvSpPr>
          <p:spPr>
            <a:xfrm>
              <a:off x="7707313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24" name="Google Shape;199;p52">
              <a:extLst>
                <a:ext uri="{FF2B5EF4-FFF2-40B4-BE49-F238E27FC236}">
                  <a16:creationId xmlns:a16="http://schemas.microsoft.com/office/drawing/2014/main" id="{A742CC94-98FB-7C6D-16EF-1B692952353E}"/>
                </a:ext>
              </a:extLst>
            </p:cNvPr>
            <p:cNvSpPr/>
            <p:nvPr/>
          </p:nvSpPr>
          <p:spPr>
            <a:xfrm>
              <a:off x="8632825" y="2854325"/>
              <a:ext cx="981075" cy="1149350"/>
            </a:xfrm>
            <a:custGeom>
              <a:avLst/>
              <a:gdLst/>
              <a:ahLst/>
              <a:cxnLst/>
              <a:rect l="l" t="t" r="r" b="b"/>
              <a:pathLst>
                <a:path w="618" h="724" extrusionOk="0">
                  <a:moveTo>
                    <a:pt x="270" y="552"/>
                  </a:moveTo>
                  <a:lnTo>
                    <a:pt x="41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62" y="724"/>
                  </a:lnTo>
                  <a:lnTo>
                    <a:pt x="618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25" name="Google Shape;200;p52">
              <a:extLst>
                <a:ext uri="{FF2B5EF4-FFF2-40B4-BE49-F238E27FC236}">
                  <a16:creationId xmlns:a16="http://schemas.microsoft.com/office/drawing/2014/main" id="{806A9D4A-93FF-FE2C-BAA9-CAD1FA438EC9}"/>
                </a:ext>
              </a:extLst>
            </p:cNvPr>
            <p:cNvSpPr/>
            <p:nvPr/>
          </p:nvSpPr>
          <p:spPr>
            <a:xfrm>
              <a:off x="9421813" y="285432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" y="8"/>
                  </a:moveTo>
                  <a:cubicBezTo>
                    <a:pt x="1" y="12"/>
                    <a:pt x="4" y="15"/>
                    <a:pt x="8" y="15"/>
                  </a:cubicBezTo>
                  <a:cubicBezTo>
                    <a:pt x="12" y="15"/>
                    <a:pt x="15" y="12"/>
                    <a:pt x="15" y="8"/>
                  </a:cubicBezTo>
                  <a:cubicBezTo>
                    <a:pt x="15" y="4"/>
                    <a:pt x="12" y="1"/>
                    <a:pt x="8" y="1"/>
                  </a:cubicBezTo>
                  <a:cubicBezTo>
                    <a:pt x="4" y="1"/>
                    <a:pt x="1" y="4"/>
                    <a:pt x="1" y="8"/>
                  </a:cubicBezTo>
                  <a:close/>
                  <a:moveTo>
                    <a:pt x="6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1" y="5"/>
                    <a:pt x="11" y="6"/>
                  </a:cubicBezTo>
                  <a:cubicBezTo>
                    <a:pt x="11" y="7"/>
                    <a:pt x="10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9"/>
                    <a:pt x="11" y="10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9" y="12"/>
                    <a:pt x="9" y="11"/>
                    <a:pt x="9" y="10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lnTo>
                    <a:pt x="6" y="13"/>
                  </a:lnTo>
                  <a:close/>
                  <a:moveTo>
                    <a:pt x="6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B6BE705-0FD0-49B8-1C6E-9D726BB7CED6}"/>
              </a:ext>
            </a:extLst>
          </p:cNvPr>
          <p:cNvCxnSpPr>
            <a:cxnSpLocks/>
          </p:cNvCxnSpPr>
          <p:nvPr userDrawn="1"/>
        </p:nvCxnSpPr>
        <p:spPr>
          <a:xfrm>
            <a:off x="520421" y="3962890"/>
            <a:ext cx="26876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itle 1">
            <a:extLst>
              <a:ext uri="{FF2B5EF4-FFF2-40B4-BE49-F238E27FC236}">
                <a16:creationId xmlns:a16="http://schemas.microsoft.com/office/drawing/2014/main" id="{FD9FE300-E3C4-D1DC-1D16-D6513BCC6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927" y="1924150"/>
            <a:ext cx="5463641" cy="1776412"/>
          </a:xfrm>
        </p:spPr>
        <p:txBody>
          <a:bodyPr anchor="b" anchorCtr="0"/>
          <a:lstStyle>
            <a:lvl1pPr algn="l">
              <a:defRPr sz="6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8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animMotion origin="layout" path="M -2.08333E-6 0.03889 L -2.08333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1" grpId="1"/>
    </p:bld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Background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ACB178F-2978-03CA-6854-49D34F1F56D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86" y="-1"/>
            <a:ext cx="12174494" cy="6858001"/>
          </a:xfrm>
          <a:prstGeom prst="rect">
            <a:avLst/>
          </a:prstGeom>
          <a:noFill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079AA60-651B-D59B-C881-27FC7916F62D}"/>
              </a:ext>
            </a:extLst>
          </p:cNvPr>
          <p:cNvSpPr/>
          <p:nvPr userDrawn="1"/>
        </p:nvSpPr>
        <p:spPr>
          <a:xfrm>
            <a:off x="0" y="6350"/>
            <a:ext cx="12174494" cy="6851650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12;p137">
            <a:extLst>
              <a:ext uri="{FF2B5EF4-FFF2-40B4-BE49-F238E27FC236}">
                <a16:creationId xmlns:a16="http://schemas.microsoft.com/office/drawing/2014/main" id="{51863026-21D5-BD84-1C28-1A1ADF7C024F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54000">
                <a:srgbClr val="1C7AA3">
                  <a:alpha val="64000"/>
                </a:srgbClr>
              </a:gs>
              <a:gs pos="8000">
                <a:srgbClr val="00447C">
                  <a:alpha val="96000"/>
                </a:srgbClr>
              </a:gs>
              <a:gs pos="100000">
                <a:schemeClr val="accent2">
                  <a:alpha val="89893"/>
                </a:schemeClr>
              </a:gs>
            </a:gsLst>
            <a:lin ang="18900000" scaled="0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oogle Shape;192;p52">
            <a:extLst>
              <a:ext uri="{FF2B5EF4-FFF2-40B4-BE49-F238E27FC236}">
                <a16:creationId xmlns:a16="http://schemas.microsoft.com/office/drawing/2014/main" id="{E98B0947-736B-5BB2-1A0C-FB7A16FC111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6680" y="6336998"/>
            <a:ext cx="1052248" cy="182010"/>
            <a:chOff x="2565400" y="2819400"/>
            <a:chExt cx="7048500" cy="1219200"/>
          </a:xfrm>
          <a:solidFill>
            <a:schemeClr val="bg1"/>
          </a:solidFill>
        </p:grpSpPr>
        <p:sp>
          <p:nvSpPr>
            <p:cNvPr id="9" name="Google Shape;193;p52">
              <a:extLst>
                <a:ext uri="{FF2B5EF4-FFF2-40B4-BE49-F238E27FC236}">
                  <a16:creationId xmlns:a16="http://schemas.microsoft.com/office/drawing/2014/main" id="{EF01E360-2C07-B380-1FAD-E01624AFB0C5}"/>
                </a:ext>
              </a:extLst>
            </p:cNvPr>
            <p:cNvSpPr/>
            <p:nvPr/>
          </p:nvSpPr>
          <p:spPr>
            <a:xfrm>
              <a:off x="2565400" y="2819400"/>
              <a:ext cx="1206500" cy="1219200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4" y="4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3" y="85"/>
                    <a:pt x="60" y="86"/>
                    <a:pt x="55" y="86"/>
                  </a:cubicBezTo>
                  <a:cubicBezTo>
                    <a:pt x="41" y="86"/>
                    <a:pt x="31" y="75"/>
                    <a:pt x="31" y="59"/>
                  </a:cubicBezTo>
                  <a:cubicBezTo>
                    <a:pt x="31" y="44"/>
                    <a:pt x="42" y="21"/>
                    <a:pt x="70" y="21"/>
                  </a:cubicBezTo>
                  <a:cubicBezTo>
                    <a:pt x="77" y="21"/>
                    <a:pt x="90" y="23"/>
                    <a:pt x="101" y="30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5" y="2"/>
                    <a:pt x="83" y="0"/>
                    <a:pt x="70" y="0"/>
                  </a:cubicBezTo>
                  <a:cubicBezTo>
                    <a:pt x="61" y="0"/>
                    <a:pt x="39" y="0"/>
                    <a:pt x="21" y="15"/>
                  </a:cubicBezTo>
                  <a:cubicBezTo>
                    <a:pt x="8" y="26"/>
                    <a:pt x="0" y="43"/>
                    <a:pt x="0" y="60"/>
                  </a:cubicBezTo>
                  <a:cubicBezTo>
                    <a:pt x="0" y="90"/>
                    <a:pt x="22" y="107"/>
                    <a:pt x="52" y="107"/>
                  </a:cubicBezTo>
                  <a:cubicBezTo>
                    <a:pt x="65" y="107"/>
                    <a:pt x="79" y="103"/>
                    <a:pt x="91" y="9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64" y="47"/>
                    <a:pt x="64" y="47"/>
                    <a:pt x="64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" name="Google Shape;194;p52">
              <a:extLst>
                <a:ext uri="{FF2B5EF4-FFF2-40B4-BE49-F238E27FC236}">
                  <a16:creationId xmlns:a16="http://schemas.microsoft.com/office/drawing/2014/main" id="{1AB2F96F-7900-6815-D913-13A868C35552}"/>
                </a:ext>
              </a:extLst>
            </p:cNvPr>
            <p:cNvSpPr/>
            <p:nvPr/>
          </p:nvSpPr>
          <p:spPr>
            <a:xfrm>
              <a:off x="3670300" y="2854325"/>
              <a:ext cx="1162050" cy="1149350"/>
            </a:xfrm>
            <a:custGeom>
              <a:avLst/>
              <a:gdLst/>
              <a:ahLst/>
              <a:cxnLst/>
              <a:rect l="l" t="t" r="r" b="b"/>
              <a:pathLst>
                <a:path w="103" h="101" extrusionOk="0">
                  <a:moveTo>
                    <a:pt x="81" y="56"/>
                  </a:moveTo>
                  <a:cubicBezTo>
                    <a:pt x="83" y="55"/>
                    <a:pt x="88" y="53"/>
                    <a:pt x="92" y="50"/>
                  </a:cubicBezTo>
                  <a:cubicBezTo>
                    <a:pt x="99" y="45"/>
                    <a:pt x="103" y="36"/>
                    <a:pt x="103" y="27"/>
                  </a:cubicBezTo>
                  <a:cubicBezTo>
                    <a:pt x="103" y="8"/>
                    <a:pt x="86" y="0"/>
                    <a:pt x="7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43" y="59"/>
                    <a:pt x="45" y="59"/>
                    <a:pt x="48" y="59"/>
                  </a:cubicBezTo>
                  <a:cubicBezTo>
                    <a:pt x="49" y="59"/>
                    <a:pt x="50" y="59"/>
                    <a:pt x="52" y="59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81" y="56"/>
                    <a:pt x="81" y="56"/>
                    <a:pt x="81" y="56"/>
                  </a:cubicBezTo>
                  <a:close/>
                  <a:moveTo>
                    <a:pt x="43" y="56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6" y="22"/>
                    <a:pt x="73" y="23"/>
                    <a:pt x="73" y="31"/>
                  </a:cubicBezTo>
                  <a:cubicBezTo>
                    <a:pt x="73" y="36"/>
                    <a:pt x="69" y="40"/>
                    <a:pt x="62" y="40"/>
                  </a:cubicBezTo>
                  <a:cubicBezTo>
                    <a:pt x="61" y="40"/>
                    <a:pt x="61" y="40"/>
                    <a:pt x="60" y="40"/>
                  </a:cubicBezTo>
                  <a:cubicBezTo>
                    <a:pt x="43" y="56"/>
                    <a:pt x="43" y="56"/>
                    <a:pt x="43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" name="Google Shape;195;p52">
              <a:extLst>
                <a:ext uri="{FF2B5EF4-FFF2-40B4-BE49-F238E27FC236}">
                  <a16:creationId xmlns:a16="http://schemas.microsoft.com/office/drawing/2014/main" id="{65FA431E-7C58-8B2F-35AE-596EC94F2094}"/>
                </a:ext>
              </a:extLst>
            </p:cNvPr>
            <p:cNvSpPr/>
            <p:nvPr/>
          </p:nvSpPr>
          <p:spPr>
            <a:xfrm>
              <a:off x="4560888" y="2854325"/>
              <a:ext cx="1195388" cy="1149350"/>
            </a:xfrm>
            <a:custGeom>
              <a:avLst/>
              <a:gdLst/>
              <a:ahLst/>
              <a:cxnLst/>
              <a:rect l="l" t="t" r="r" b="b"/>
              <a:pathLst>
                <a:path w="753" h="724" extrusionOk="0">
                  <a:moveTo>
                    <a:pt x="704" y="0"/>
                  </a:moveTo>
                  <a:lnTo>
                    <a:pt x="462" y="0"/>
                  </a:lnTo>
                  <a:lnTo>
                    <a:pt x="0" y="724"/>
                  </a:lnTo>
                  <a:lnTo>
                    <a:pt x="235" y="724"/>
                  </a:lnTo>
                  <a:lnTo>
                    <a:pt x="306" y="602"/>
                  </a:lnTo>
                  <a:lnTo>
                    <a:pt x="533" y="602"/>
                  </a:lnTo>
                  <a:lnTo>
                    <a:pt x="540" y="724"/>
                  </a:lnTo>
                  <a:lnTo>
                    <a:pt x="753" y="724"/>
                  </a:lnTo>
                  <a:lnTo>
                    <a:pt x="704" y="0"/>
                  </a:lnTo>
                  <a:lnTo>
                    <a:pt x="704" y="0"/>
                  </a:lnTo>
                  <a:close/>
                  <a:moveTo>
                    <a:pt x="391" y="452"/>
                  </a:moveTo>
                  <a:lnTo>
                    <a:pt x="519" y="244"/>
                  </a:lnTo>
                  <a:lnTo>
                    <a:pt x="526" y="452"/>
                  </a:lnTo>
                  <a:lnTo>
                    <a:pt x="391" y="452"/>
                  </a:lnTo>
                  <a:lnTo>
                    <a:pt x="391" y="4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Google Shape;196;p52">
              <a:extLst>
                <a:ext uri="{FF2B5EF4-FFF2-40B4-BE49-F238E27FC236}">
                  <a16:creationId xmlns:a16="http://schemas.microsoft.com/office/drawing/2014/main" id="{A36A8376-1C35-C3A1-3FF4-7BE5288915F9}"/>
                </a:ext>
              </a:extLst>
            </p:cNvPr>
            <p:cNvSpPr/>
            <p:nvPr/>
          </p:nvSpPr>
          <p:spPr>
            <a:xfrm>
              <a:off x="5756275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Google Shape;197;p52">
              <a:extLst>
                <a:ext uri="{FF2B5EF4-FFF2-40B4-BE49-F238E27FC236}">
                  <a16:creationId xmlns:a16="http://schemas.microsoft.com/office/drawing/2014/main" id="{DA826241-75BF-E0F7-EA05-3076B13A8ED5}"/>
                </a:ext>
              </a:extLst>
            </p:cNvPr>
            <p:cNvSpPr/>
            <p:nvPr/>
          </p:nvSpPr>
          <p:spPr>
            <a:xfrm>
              <a:off x="6681788" y="2854325"/>
              <a:ext cx="1138238" cy="114935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0" y="101"/>
                  </a:moveTo>
                  <a:cubicBezTo>
                    <a:pt x="54" y="101"/>
                    <a:pt x="54" y="101"/>
                    <a:pt x="54" y="101"/>
                  </a:cubicBezTo>
                  <a:cubicBezTo>
                    <a:pt x="62" y="101"/>
                    <a:pt x="72" y="100"/>
                    <a:pt x="82" y="93"/>
                  </a:cubicBezTo>
                  <a:cubicBezTo>
                    <a:pt x="89" y="87"/>
                    <a:pt x="93" y="78"/>
                    <a:pt x="93" y="70"/>
                  </a:cubicBezTo>
                  <a:cubicBezTo>
                    <a:pt x="93" y="63"/>
                    <a:pt x="90" y="57"/>
                    <a:pt x="86" y="54"/>
                  </a:cubicBezTo>
                  <a:cubicBezTo>
                    <a:pt x="84" y="51"/>
                    <a:pt x="81" y="50"/>
                    <a:pt x="79" y="50"/>
                  </a:cubicBezTo>
                  <a:cubicBezTo>
                    <a:pt x="92" y="47"/>
                    <a:pt x="101" y="38"/>
                    <a:pt x="101" y="25"/>
                  </a:cubicBezTo>
                  <a:cubicBezTo>
                    <a:pt x="101" y="6"/>
                    <a:pt x="85" y="0"/>
                    <a:pt x="71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lose/>
                  <a:moveTo>
                    <a:pt x="43" y="55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5" y="22"/>
                    <a:pt x="68" y="22"/>
                    <a:pt x="70" y="25"/>
                  </a:cubicBezTo>
                  <a:cubicBezTo>
                    <a:pt x="71" y="27"/>
                    <a:pt x="72" y="28"/>
                    <a:pt x="72" y="30"/>
                  </a:cubicBezTo>
                  <a:cubicBezTo>
                    <a:pt x="72" y="33"/>
                    <a:pt x="70" y="38"/>
                    <a:pt x="63" y="39"/>
                  </a:cubicBezTo>
                  <a:cubicBezTo>
                    <a:pt x="61" y="40"/>
                    <a:pt x="60" y="40"/>
                    <a:pt x="58" y="40"/>
                  </a:cubicBezTo>
                  <a:cubicBezTo>
                    <a:pt x="43" y="55"/>
                    <a:pt x="43" y="55"/>
                    <a:pt x="43" y="55"/>
                  </a:cubicBezTo>
                  <a:close/>
                  <a:moveTo>
                    <a:pt x="49" y="57"/>
                  </a:moveTo>
                  <a:cubicBezTo>
                    <a:pt x="53" y="57"/>
                    <a:pt x="58" y="57"/>
                    <a:pt x="61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9"/>
                    <a:pt x="61" y="75"/>
                    <a:pt x="52" y="78"/>
                  </a:cubicBezTo>
                  <a:cubicBezTo>
                    <a:pt x="50" y="79"/>
                    <a:pt x="47" y="79"/>
                    <a:pt x="4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49" y="57"/>
                    <a:pt x="49" y="57"/>
                    <a:pt x="49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4" name="Google Shape;198;p52">
              <a:extLst>
                <a:ext uri="{FF2B5EF4-FFF2-40B4-BE49-F238E27FC236}">
                  <a16:creationId xmlns:a16="http://schemas.microsoft.com/office/drawing/2014/main" id="{8B297CF2-F4E9-1CD1-486A-35D04FA9C3EF}"/>
                </a:ext>
              </a:extLst>
            </p:cNvPr>
            <p:cNvSpPr/>
            <p:nvPr/>
          </p:nvSpPr>
          <p:spPr>
            <a:xfrm>
              <a:off x="7707313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5" name="Google Shape;199;p52">
              <a:extLst>
                <a:ext uri="{FF2B5EF4-FFF2-40B4-BE49-F238E27FC236}">
                  <a16:creationId xmlns:a16="http://schemas.microsoft.com/office/drawing/2014/main" id="{01F76054-14B6-4567-4575-FEAD117FD5DA}"/>
                </a:ext>
              </a:extLst>
            </p:cNvPr>
            <p:cNvSpPr/>
            <p:nvPr/>
          </p:nvSpPr>
          <p:spPr>
            <a:xfrm>
              <a:off x="8632825" y="2854325"/>
              <a:ext cx="981075" cy="1149350"/>
            </a:xfrm>
            <a:custGeom>
              <a:avLst/>
              <a:gdLst/>
              <a:ahLst/>
              <a:cxnLst/>
              <a:rect l="l" t="t" r="r" b="b"/>
              <a:pathLst>
                <a:path w="618" h="724" extrusionOk="0">
                  <a:moveTo>
                    <a:pt x="270" y="552"/>
                  </a:moveTo>
                  <a:lnTo>
                    <a:pt x="41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62" y="724"/>
                  </a:lnTo>
                  <a:lnTo>
                    <a:pt x="618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Google Shape;200;p52">
              <a:extLst>
                <a:ext uri="{FF2B5EF4-FFF2-40B4-BE49-F238E27FC236}">
                  <a16:creationId xmlns:a16="http://schemas.microsoft.com/office/drawing/2014/main" id="{38B8EEE2-50F2-C58E-4793-9D83D3EC08EB}"/>
                </a:ext>
              </a:extLst>
            </p:cNvPr>
            <p:cNvSpPr/>
            <p:nvPr/>
          </p:nvSpPr>
          <p:spPr>
            <a:xfrm>
              <a:off x="9421813" y="285432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" y="8"/>
                  </a:moveTo>
                  <a:cubicBezTo>
                    <a:pt x="1" y="12"/>
                    <a:pt x="4" y="15"/>
                    <a:pt x="8" y="15"/>
                  </a:cubicBezTo>
                  <a:cubicBezTo>
                    <a:pt x="12" y="15"/>
                    <a:pt x="15" y="12"/>
                    <a:pt x="15" y="8"/>
                  </a:cubicBezTo>
                  <a:cubicBezTo>
                    <a:pt x="15" y="4"/>
                    <a:pt x="12" y="1"/>
                    <a:pt x="8" y="1"/>
                  </a:cubicBezTo>
                  <a:cubicBezTo>
                    <a:pt x="4" y="1"/>
                    <a:pt x="1" y="4"/>
                    <a:pt x="1" y="8"/>
                  </a:cubicBezTo>
                  <a:close/>
                  <a:moveTo>
                    <a:pt x="6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1" y="5"/>
                    <a:pt x="11" y="6"/>
                  </a:cubicBezTo>
                  <a:cubicBezTo>
                    <a:pt x="11" y="7"/>
                    <a:pt x="10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9"/>
                    <a:pt x="11" y="10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9" y="12"/>
                    <a:pt x="9" y="11"/>
                    <a:pt x="9" y="10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lnTo>
                    <a:pt x="6" y="13"/>
                  </a:lnTo>
                  <a:close/>
                  <a:moveTo>
                    <a:pt x="6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801861A0-1A2F-196F-514D-194FE8847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927" y="464468"/>
            <a:ext cx="10023946" cy="487637"/>
          </a:xfrm>
        </p:spPr>
        <p:txBody>
          <a:bodyPr anchor="b" anchorCtr="0"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1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animMotion origin="layout" path="M -2.08333E-6 0.03889 L -2.08333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ved-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ACB178F-2978-03CA-6854-49D34F1F56D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86" y="-1"/>
            <a:ext cx="12174494" cy="6858001"/>
          </a:xfrm>
          <a:prstGeom prst="rect">
            <a:avLst/>
          </a:prstGeom>
          <a:noFill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079AA60-651B-D59B-C881-27FC7916F62D}"/>
              </a:ext>
            </a:extLst>
          </p:cNvPr>
          <p:cNvSpPr/>
          <p:nvPr userDrawn="1"/>
        </p:nvSpPr>
        <p:spPr>
          <a:xfrm>
            <a:off x="0" y="6350"/>
            <a:ext cx="12174494" cy="6851650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12;p137">
            <a:extLst>
              <a:ext uri="{FF2B5EF4-FFF2-40B4-BE49-F238E27FC236}">
                <a16:creationId xmlns:a16="http://schemas.microsoft.com/office/drawing/2014/main" id="{51863026-21D5-BD84-1C28-1A1ADF7C024F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6">
                  <a:alpha val="86000"/>
                </a:schemeClr>
              </a:gs>
              <a:gs pos="7000">
                <a:srgbClr val="00447C">
                  <a:alpha val="82101"/>
                </a:srgbClr>
              </a:gs>
            </a:gsLst>
            <a:lin ang="18900000" scaled="0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B4DBE01-902F-87DE-0AB7-59239325659D}"/>
              </a:ext>
            </a:extLst>
          </p:cNvPr>
          <p:cNvGrpSpPr/>
          <p:nvPr userDrawn="1"/>
        </p:nvGrpSpPr>
        <p:grpSpPr>
          <a:xfrm>
            <a:off x="2" y="0"/>
            <a:ext cx="5391148" cy="6400800"/>
            <a:chOff x="2" y="0"/>
            <a:chExt cx="7924798" cy="6400800"/>
          </a:xfrm>
        </p:grpSpPr>
        <p:sp>
          <p:nvSpPr>
            <p:cNvPr id="30" name="Freeform: Shape 2">
              <a:extLst>
                <a:ext uri="{FF2B5EF4-FFF2-40B4-BE49-F238E27FC236}">
                  <a16:creationId xmlns:a16="http://schemas.microsoft.com/office/drawing/2014/main" id="{2AC4B35E-4021-5629-7CED-3EE84EFF7AF2}"/>
                </a:ext>
              </a:extLst>
            </p:cNvPr>
            <p:cNvSpPr>
              <a:spLocks/>
            </p:cNvSpPr>
            <p:nvPr/>
          </p:nvSpPr>
          <p:spPr>
            <a:xfrm>
              <a:off x="127002" y="0"/>
              <a:ext cx="7797798" cy="6362700"/>
            </a:xfrm>
            <a:custGeom>
              <a:avLst/>
              <a:gdLst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969502 w 8054975"/>
                <a:gd name="connsiteY6" fmla="*/ 6484692 h 6858000"/>
                <a:gd name="connsiteX7" fmla="*/ 8054975 w 8054975"/>
                <a:gd name="connsiteY7" fmla="*/ 6726827 h 6858000"/>
                <a:gd name="connsiteX8" fmla="*/ 8054975 w 8054975"/>
                <a:gd name="connsiteY8" fmla="*/ 6858000 h 6858000"/>
                <a:gd name="connsiteX9" fmla="*/ 0 w 8054975"/>
                <a:gd name="connsiteY9" fmla="*/ 685800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969502 w 8054975"/>
                <a:gd name="connsiteY6" fmla="*/ 6484692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969502 w 8054975"/>
                <a:gd name="connsiteY6" fmla="*/ 6484692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969502 w 8054975"/>
                <a:gd name="connsiteY6" fmla="*/ 6484692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855202 w 8054975"/>
                <a:gd name="connsiteY6" fmla="*/ 6293051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855202 w 8054975"/>
                <a:gd name="connsiteY6" fmla="*/ 6293051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403108"/>
                <a:gd name="connsiteY0" fmla="*/ 0 h 6858000"/>
                <a:gd name="connsiteX1" fmla="*/ 8054975 w 8403108"/>
                <a:gd name="connsiteY1" fmla="*/ 0 h 6858000"/>
                <a:gd name="connsiteX2" fmla="*/ 8054975 w 8403108"/>
                <a:gd name="connsiteY2" fmla="*/ 2 h 6858000"/>
                <a:gd name="connsiteX3" fmla="*/ 5834270 w 8403108"/>
                <a:gd name="connsiteY3" fmla="*/ 2 h 6858000"/>
                <a:gd name="connsiteX4" fmla="*/ 5834328 w 8403108"/>
                <a:gd name="connsiteY4" fmla="*/ 2261 h 6858000"/>
                <a:gd name="connsiteX5" fmla="*/ 6834633 w 8403108"/>
                <a:gd name="connsiteY5" fmla="*/ 4089974 h 6858000"/>
                <a:gd name="connsiteX6" fmla="*/ 8054975 w 8403108"/>
                <a:gd name="connsiteY6" fmla="*/ 6858000 h 6858000"/>
                <a:gd name="connsiteX7" fmla="*/ 0 w 8403108"/>
                <a:gd name="connsiteY7" fmla="*/ 6858000 h 6858000"/>
                <a:gd name="connsiteX8" fmla="*/ 0 w 8403108"/>
                <a:gd name="connsiteY8" fmla="*/ 0 h 6858000"/>
                <a:gd name="connsiteX0" fmla="*/ 0 w 8055939"/>
                <a:gd name="connsiteY0" fmla="*/ 0 h 6858000"/>
                <a:gd name="connsiteX1" fmla="*/ 8054975 w 8055939"/>
                <a:gd name="connsiteY1" fmla="*/ 0 h 6858000"/>
                <a:gd name="connsiteX2" fmla="*/ 8054975 w 8055939"/>
                <a:gd name="connsiteY2" fmla="*/ 2 h 6858000"/>
                <a:gd name="connsiteX3" fmla="*/ 5834270 w 8055939"/>
                <a:gd name="connsiteY3" fmla="*/ 2 h 6858000"/>
                <a:gd name="connsiteX4" fmla="*/ 5834328 w 8055939"/>
                <a:gd name="connsiteY4" fmla="*/ 2261 h 6858000"/>
                <a:gd name="connsiteX5" fmla="*/ 6834633 w 8055939"/>
                <a:gd name="connsiteY5" fmla="*/ 4089974 h 6858000"/>
                <a:gd name="connsiteX6" fmla="*/ 8054975 w 8055939"/>
                <a:gd name="connsiteY6" fmla="*/ 6858000 h 6858000"/>
                <a:gd name="connsiteX7" fmla="*/ 0 w 8055939"/>
                <a:gd name="connsiteY7" fmla="*/ 6858000 h 6858000"/>
                <a:gd name="connsiteX8" fmla="*/ 0 w 8055939"/>
                <a:gd name="connsiteY8" fmla="*/ 0 h 6858000"/>
                <a:gd name="connsiteX0" fmla="*/ 0 w 8056026"/>
                <a:gd name="connsiteY0" fmla="*/ 0 h 6858000"/>
                <a:gd name="connsiteX1" fmla="*/ 8054975 w 8056026"/>
                <a:gd name="connsiteY1" fmla="*/ 0 h 6858000"/>
                <a:gd name="connsiteX2" fmla="*/ 8054975 w 8056026"/>
                <a:gd name="connsiteY2" fmla="*/ 2 h 6858000"/>
                <a:gd name="connsiteX3" fmla="*/ 5834270 w 8056026"/>
                <a:gd name="connsiteY3" fmla="*/ 2 h 6858000"/>
                <a:gd name="connsiteX4" fmla="*/ 5834328 w 8056026"/>
                <a:gd name="connsiteY4" fmla="*/ 2261 h 6858000"/>
                <a:gd name="connsiteX5" fmla="*/ 6834633 w 8056026"/>
                <a:gd name="connsiteY5" fmla="*/ 4089974 h 6858000"/>
                <a:gd name="connsiteX6" fmla="*/ 8054975 w 8056026"/>
                <a:gd name="connsiteY6" fmla="*/ 6858000 h 6858000"/>
                <a:gd name="connsiteX7" fmla="*/ 0 w 8056026"/>
                <a:gd name="connsiteY7" fmla="*/ 6858000 h 6858000"/>
                <a:gd name="connsiteX8" fmla="*/ 0 w 8056026"/>
                <a:gd name="connsiteY8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56026" h="6858000">
                  <a:moveTo>
                    <a:pt x="0" y="0"/>
                  </a:moveTo>
                  <a:lnTo>
                    <a:pt x="8054975" y="0"/>
                  </a:lnTo>
                  <a:lnTo>
                    <a:pt x="8054975" y="2"/>
                  </a:lnTo>
                  <a:lnTo>
                    <a:pt x="5834270" y="2"/>
                  </a:lnTo>
                  <a:cubicBezTo>
                    <a:pt x="5834289" y="755"/>
                    <a:pt x="5834309" y="1508"/>
                    <a:pt x="5834328" y="2261"/>
                  </a:cubicBezTo>
                  <a:cubicBezTo>
                    <a:pt x="5907461" y="1399584"/>
                    <a:pt x="6427429" y="2960039"/>
                    <a:pt x="6834633" y="4089974"/>
                  </a:cubicBezTo>
                  <a:cubicBezTo>
                    <a:pt x="7280941" y="5328417"/>
                    <a:pt x="8089180" y="6848387"/>
                    <a:pt x="8054975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6">
              <a:extLst>
                <a:ext uri="{FF2B5EF4-FFF2-40B4-BE49-F238E27FC236}">
                  <a16:creationId xmlns:a16="http://schemas.microsoft.com/office/drawing/2014/main" id="{EBDD657D-2130-9317-DFAD-9F11FC82227C}"/>
                </a:ext>
              </a:extLst>
            </p:cNvPr>
            <p:cNvSpPr>
              <a:spLocks/>
            </p:cNvSpPr>
            <p:nvPr/>
          </p:nvSpPr>
          <p:spPr>
            <a:xfrm>
              <a:off x="2" y="0"/>
              <a:ext cx="7797798" cy="6400800"/>
            </a:xfrm>
            <a:custGeom>
              <a:avLst/>
              <a:gdLst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969502 w 8054975"/>
                <a:gd name="connsiteY6" fmla="*/ 6484692 h 6858000"/>
                <a:gd name="connsiteX7" fmla="*/ 8054975 w 8054975"/>
                <a:gd name="connsiteY7" fmla="*/ 6726827 h 6858000"/>
                <a:gd name="connsiteX8" fmla="*/ 8054975 w 8054975"/>
                <a:gd name="connsiteY8" fmla="*/ 6858000 h 6858000"/>
                <a:gd name="connsiteX9" fmla="*/ 0 w 8054975"/>
                <a:gd name="connsiteY9" fmla="*/ 685800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969502 w 8054975"/>
                <a:gd name="connsiteY6" fmla="*/ 6484692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969502 w 8054975"/>
                <a:gd name="connsiteY6" fmla="*/ 6484692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969502 w 8054975"/>
                <a:gd name="connsiteY6" fmla="*/ 6484692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855202 w 8054975"/>
                <a:gd name="connsiteY6" fmla="*/ 6293051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054975"/>
                <a:gd name="connsiteY0" fmla="*/ 0 h 6858000"/>
                <a:gd name="connsiteX1" fmla="*/ 8054975 w 8054975"/>
                <a:gd name="connsiteY1" fmla="*/ 0 h 6858000"/>
                <a:gd name="connsiteX2" fmla="*/ 8054975 w 8054975"/>
                <a:gd name="connsiteY2" fmla="*/ 2 h 6858000"/>
                <a:gd name="connsiteX3" fmla="*/ 5834270 w 8054975"/>
                <a:gd name="connsiteY3" fmla="*/ 2 h 6858000"/>
                <a:gd name="connsiteX4" fmla="*/ 5834328 w 8054975"/>
                <a:gd name="connsiteY4" fmla="*/ 2261 h 6858000"/>
                <a:gd name="connsiteX5" fmla="*/ 6834633 w 8054975"/>
                <a:gd name="connsiteY5" fmla="*/ 4089974 h 6858000"/>
                <a:gd name="connsiteX6" fmla="*/ 7855202 w 8054975"/>
                <a:gd name="connsiteY6" fmla="*/ 6293051 h 6858000"/>
                <a:gd name="connsiteX7" fmla="*/ 8054975 w 8054975"/>
                <a:gd name="connsiteY7" fmla="*/ 6858000 h 6858000"/>
                <a:gd name="connsiteX8" fmla="*/ 0 w 8054975"/>
                <a:gd name="connsiteY8" fmla="*/ 6858000 h 6858000"/>
                <a:gd name="connsiteX9" fmla="*/ 0 w 8054975"/>
                <a:gd name="connsiteY9" fmla="*/ 0 h 6858000"/>
                <a:gd name="connsiteX0" fmla="*/ 0 w 8403108"/>
                <a:gd name="connsiteY0" fmla="*/ 0 h 6858000"/>
                <a:gd name="connsiteX1" fmla="*/ 8054975 w 8403108"/>
                <a:gd name="connsiteY1" fmla="*/ 0 h 6858000"/>
                <a:gd name="connsiteX2" fmla="*/ 8054975 w 8403108"/>
                <a:gd name="connsiteY2" fmla="*/ 2 h 6858000"/>
                <a:gd name="connsiteX3" fmla="*/ 5834270 w 8403108"/>
                <a:gd name="connsiteY3" fmla="*/ 2 h 6858000"/>
                <a:gd name="connsiteX4" fmla="*/ 5834328 w 8403108"/>
                <a:gd name="connsiteY4" fmla="*/ 2261 h 6858000"/>
                <a:gd name="connsiteX5" fmla="*/ 6834633 w 8403108"/>
                <a:gd name="connsiteY5" fmla="*/ 4089974 h 6858000"/>
                <a:gd name="connsiteX6" fmla="*/ 8054975 w 8403108"/>
                <a:gd name="connsiteY6" fmla="*/ 6858000 h 6858000"/>
                <a:gd name="connsiteX7" fmla="*/ 0 w 8403108"/>
                <a:gd name="connsiteY7" fmla="*/ 6858000 h 6858000"/>
                <a:gd name="connsiteX8" fmla="*/ 0 w 8403108"/>
                <a:gd name="connsiteY8" fmla="*/ 0 h 6858000"/>
                <a:gd name="connsiteX0" fmla="*/ 0 w 8055939"/>
                <a:gd name="connsiteY0" fmla="*/ 0 h 6858000"/>
                <a:gd name="connsiteX1" fmla="*/ 8054975 w 8055939"/>
                <a:gd name="connsiteY1" fmla="*/ 0 h 6858000"/>
                <a:gd name="connsiteX2" fmla="*/ 8054975 w 8055939"/>
                <a:gd name="connsiteY2" fmla="*/ 2 h 6858000"/>
                <a:gd name="connsiteX3" fmla="*/ 5834270 w 8055939"/>
                <a:gd name="connsiteY3" fmla="*/ 2 h 6858000"/>
                <a:gd name="connsiteX4" fmla="*/ 5834328 w 8055939"/>
                <a:gd name="connsiteY4" fmla="*/ 2261 h 6858000"/>
                <a:gd name="connsiteX5" fmla="*/ 6834633 w 8055939"/>
                <a:gd name="connsiteY5" fmla="*/ 4089974 h 6858000"/>
                <a:gd name="connsiteX6" fmla="*/ 8054975 w 8055939"/>
                <a:gd name="connsiteY6" fmla="*/ 6858000 h 6858000"/>
                <a:gd name="connsiteX7" fmla="*/ 0 w 8055939"/>
                <a:gd name="connsiteY7" fmla="*/ 6858000 h 6858000"/>
                <a:gd name="connsiteX8" fmla="*/ 0 w 8055939"/>
                <a:gd name="connsiteY8" fmla="*/ 0 h 6858000"/>
                <a:gd name="connsiteX0" fmla="*/ 0 w 8056026"/>
                <a:gd name="connsiteY0" fmla="*/ 0 h 6858000"/>
                <a:gd name="connsiteX1" fmla="*/ 8054975 w 8056026"/>
                <a:gd name="connsiteY1" fmla="*/ 0 h 6858000"/>
                <a:gd name="connsiteX2" fmla="*/ 8054975 w 8056026"/>
                <a:gd name="connsiteY2" fmla="*/ 2 h 6858000"/>
                <a:gd name="connsiteX3" fmla="*/ 5834270 w 8056026"/>
                <a:gd name="connsiteY3" fmla="*/ 2 h 6858000"/>
                <a:gd name="connsiteX4" fmla="*/ 5834328 w 8056026"/>
                <a:gd name="connsiteY4" fmla="*/ 2261 h 6858000"/>
                <a:gd name="connsiteX5" fmla="*/ 6834633 w 8056026"/>
                <a:gd name="connsiteY5" fmla="*/ 4089974 h 6858000"/>
                <a:gd name="connsiteX6" fmla="*/ 8054975 w 8056026"/>
                <a:gd name="connsiteY6" fmla="*/ 6858000 h 6858000"/>
                <a:gd name="connsiteX7" fmla="*/ 0 w 8056026"/>
                <a:gd name="connsiteY7" fmla="*/ 6858000 h 6858000"/>
                <a:gd name="connsiteX8" fmla="*/ 0 w 8056026"/>
                <a:gd name="connsiteY8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56026" h="6858000">
                  <a:moveTo>
                    <a:pt x="0" y="0"/>
                  </a:moveTo>
                  <a:lnTo>
                    <a:pt x="8054975" y="0"/>
                  </a:lnTo>
                  <a:lnTo>
                    <a:pt x="8054975" y="2"/>
                  </a:lnTo>
                  <a:lnTo>
                    <a:pt x="5834270" y="2"/>
                  </a:lnTo>
                  <a:cubicBezTo>
                    <a:pt x="5834289" y="755"/>
                    <a:pt x="5834309" y="1508"/>
                    <a:pt x="5834328" y="2261"/>
                  </a:cubicBezTo>
                  <a:cubicBezTo>
                    <a:pt x="5907461" y="1399584"/>
                    <a:pt x="6427429" y="2960039"/>
                    <a:pt x="6834633" y="4089974"/>
                  </a:cubicBezTo>
                  <a:cubicBezTo>
                    <a:pt x="7280941" y="5328417"/>
                    <a:pt x="8089180" y="6848387"/>
                    <a:pt x="8054975" y="6858000"/>
                  </a:cubicBez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8" name="Title 1">
            <a:extLst>
              <a:ext uri="{FF2B5EF4-FFF2-40B4-BE49-F238E27FC236}">
                <a16:creationId xmlns:a16="http://schemas.microsoft.com/office/drawing/2014/main" id="{4B30F494-E0D9-EDC3-70D0-FC9D7BC9F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50838"/>
            <a:ext cx="3459163" cy="1144587"/>
          </a:xfrm>
        </p:spPr>
        <p:txBody>
          <a:bodyPr/>
          <a:lstStyle>
            <a:lvl1pPr>
              <a:defRPr sz="4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oogle Shape;184;p158">
            <a:extLst>
              <a:ext uri="{FF2B5EF4-FFF2-40B4-BE49-F238E27FC236}">
                <a16:creationId xmlns:a16="http://schemas.microsoft.com/office/drawing/2014/main" id="{B21733A3-55C9-418D-C0BD-D850543D58EA}"/>
              </a:ext>
            </a:extLst>
          </p:cNvPr>
          <p:cNvGrpSpPr/>
          <p:nvPr userDrawn="1"/>
        </p:nvGrpSpPr>
        <p:grpSpPr>
          <a:xfrm>
            <a:off x="0" y="6370638"/>
            <a:ext cx="12192000" cy="487362"/>
            <a:chOff x="0" y="5865814"/>
            <a:chExt cx="12192000" cy="487362"/>
          </a:xfrm>
        </p:grpSpPr>
        <p:sp>
          <p:nvSpPr>
            <p:cNvPr id="8" name="Google Shape;185;p158">
              <a:extLst>
                <a:ext uri="{FF2B5EF4-FFF2-40B4-BE49-F238E27FC236}">
                  <a16:creationId xmlns:a16="http://schemas.microsoft.com/office/drawing/2014/main" id="{7C578D3D-FD64-1234-2EBD-BD81BD52C1A8}"/>
                </a:ext>
              </a:extLst>
            </p:cNvPr>
            <p:cNvSpPr/>
            <p:nvPr/>
          </p:nvSpPr>
          <p:spPr>
            <a:xfrm>
              <a:off x="0" y="5865814"/>
              <a:ext cx="12192000" cy="4873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" name="Google Shape;186;p158">
              <a:extLst>
                <a:ext uri="{FF2B5EF4-FFF2-40B4-BE49-F238E27FC236}">
                  <a16:creationId xmlns:a16="http://schemas.microsoft.com/office/drawing/2014/main" id="{EE37F97D-505C-CC15-ABD7-9B2F3490A200}"/>
                </a:ext>
              </a:extLst>
            </p:cNvPr>
            <p:cNvGrpSpPr/>
            <p:nvPr/>
          </p:nvGrpSpPr>
          <p:grpSpPr>
            <a:xfrm>
              <a:off x="233187" y="6058089"/>
              <a:ext cx="734224" cy="127001"/>
              <a:chOff x="2565400" y="2819400"/>
              <a:chExt cx="7048500" cy="1219200"/>
            </a:xfrm>
          </p:grpSpPr>
          <p:sp>
            <p:nvSpPr>
              <p:cNvPr id="10" name="Google Shape;187;p158">
                <a:extLst>
                  <a:ext uri="{FF2B5EF4-FFF2-40B4-BE49-F238E27FC236}">
                    <a16:creationId xmlns:a16="http://schemas.microsoft.com/office/drawing/2014/main" id="{773D4D5E-5291-AA32-7A34-243F5641EA06}"/>
                  </a:ext>
                </a:extLst>
              </p:cNvPr>
              <p:cNvSpPr/>
              <p:nvPr/>
            </p:nvSpPr>
            <p:spPr>
              <a:xfrm>
                <a:off x="2565400" y="2819400"/>
                <a:ext cx="12065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64" y="47"/>
                    </a:moveTo>
                    <a:cubicBezTo>
                      <a:pt x="47" y="67"/>
                      <a:pt x="47" y="67"/>
                      <a:pt x="47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3" y="85"/>
                      <a:pt x="60" y="86"/>
                      <a:pt x="55" y="86"/>
                    </a:cubicBezTo>
                    <a:cubicBezTo>
                      <a:pt x="41" y="86"/>
                      <a:pt x="31" y="75"/>
                      <a:pt x="31" y="59"/>
                    </a:cubicBezTo>
                    <a:cubicBezTo>
                      <a:pt x="31" y="44"/>
                      <a:pt x="42" y="21"/>
                      <a:pt x="70" y="21"/>
                    </a:cubicBezTo>
                    <a:cubicBezTo>
                      <a:pt x="77" y="21"/>
                      <a:pt x="90" y="23"/>
                      <a:pt x="101" y="30"/>
                    </a:cubicBezTo>
                    <a:cubicBezTo>
                      <a:pt x="107" y="6"/>
                      <a:pt x="107" y="6"/>
                      <a:pt x="107" y="6"/>
                    </a:cubicBezTo>
                    <a:cubicBezTo>
                      <a:pt x="95" y="2"/>
                      <a:pt x="83" y="0"/>
                      <a:pt x="70" y="0"/>
                    </a:cubicBezTo>
                    <a:cubicBezTo>
                      <a:pt x="61" y="0"/>
                      <a:pt x="39" y="0"/>
                      <a:pt x="21" y="15"/>
                    </a:cubicBezTo>
                    <a:cubicBezTo>
                      <a:pt x="8" y="26"/>
                      <a:pt x="0" y="43"/>
                      <a:pt x="0" y="60"/>
                    </a:cubicBezTo>
                    <a:cubicBezTo>
                      <a:pt x="0" y="90"/>
                      <a:pt x="22" y="107"/>
                      <a:pt x="52" y="107"/>
                    </a:cubicBezTo>
                    <a:cubicBezTo>
                      <a:pt x="65" y="107"/>
                      <a:pt x="79" y="103"/>
                      <a:pt x="91" y="9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64" y="47"/>
                      <a:pt x="64" y="47"/>
                      <a:pt x="64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88;p158">
                <a:extLst>
                  <a:ext uri="{FF2B5EF4-FFF2-40B4-BE49-F238E27FC236}">
                    <a16:creationId xmlns:a16="http://schemas.microsoft.com/office/drawing/2014/main" id="{F30CFD95-1ED8-3F9F-EBD1-478F94D4ED69}"/>
                  </a:ext>
                </a:extLst>
              </p:cNvPr>
              <p:cNvSpPr/>
              <p:nvPr/>
            </p:nvSpPr>
            <p:spPr>
              <a:xfrm>
                <a:off x="3670300" y="2854325"/>
                <a:ext cx="1162050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1" extrusionOk="0">
                    <a:moveTo>
                      <a:pt x="81" y="56"/>
                    </a:moveTo>
                    <a:cubicBezTo>
                      <a:pt x="83" y="55"/>
                      <a:pt x="88" y="53"/>
                      <a:pt x="92" y="50"/>
                    </a:cubicBezTo>
                    <a:cubicBezTo>
                      <a:pt x="99" y="45"/>
                      <a:pt x="103" y="36"/>
                      <a:pt x="103" y="27"/>
                    </a:cubicBezTo>
                    <a:cubicBezTo>
                      <a:pt x="103" y="8"/>
                      <a:pt x="86" y="0"/>
                      <a:pt x="72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31" y="101"/>
                      <a:pt x="31" y="101"/>
                      <a:pt x="31" y="101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3" y="59"/>
                      <a:pt x="45" y="59"/>
                      <a:pt x="48" y="59"/>
                    </a:cubicBezTo>
                    <a:cubicBezTo>
                      <a:pt x="49" y="59"/>
                      <a:pt x="50" y="59"/>
                      <a:pt x="52" y="59"/>
                    </a:cubicBezTo>
                    <a:cubicBezTo>
                      <a:pt x="64" y="101"/>
                      <a:pt x="64" y="101"/>
                      <a:pt x="64" y="101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81" y="56"/>
                      <a:pt x="81" y="56"/>
                      <a:pt x="81" y="56"/>
                    </a:cubicBezTo>
                    <a:close/>
                    <a:moveTo>
                      <a:pt x="43" y="56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0" y="22"/>
                      <a:pt x="60" y="22"/>
                      <a:pt x="60" y="22"/>
                    </a:cubicBezTo>
                    <a:cubicBezTo>
                      <a:pt x="66" y="22"/>
                      <a:pt x="73" y="23"/>
                      <a:pt x="73" y="31"/>
                    </a:cubicBezTo>
                    <a:cubicBezTo>
                      <a:pt x="73" y="36"/>
                      <a:pt x="69" y="40"/>
                      <a:pt x="62" y="40"/>
                    </a:cubicBezTo>
                    <a:cubicBezTo>
                      <a:pt x="61" y="40"/>
                      <a:pt x="61" y="40"/>
                      <a:pt x="60" y="40"/>
                    </a:cubicBezTo>
                    <a:cubicBezTo>
                      <a:pt x="43" y="56"/>
                      <a:pt x="43" y="56"/>
                      <a:pt x="43" y="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89;p158">
                <a:extLst>
                  <a:ext uri="{FF2B5EF4-FFF2-40B4-BE49-F238E27FC236}">
                    <a16:creationId xmlns:a16="http://schemas.microsoft.com/office/drawing/2014/main" id="{870EB1C1-87FA-49E6-B9E4-4C2157D4E498}"/>
                  </a:ext>
                </a:extLst>
              </p:cNvPr>
              <p:cNvSpPr/>
              <p:nvPr/>
            </p:nvSpPr>
            <p:spPr>
              <a:xfrm>
                <a:off x="4560888" y="2854325"/>
                <a:ext cx="119538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724" extrusionOk="0">
                    <a:moveTo>
                      <a:pt x="704" y="0"/>
                    </a:moveTo>
                    <a:lnTo>
                      <a:pt x="462" y="0"/>
                    </a:lnTo>
                    <a:lnTo>
                      <a:pt x="0" y="724"/>
                    </a:lnTo>
                    <a:lnTo>
                      <a:pt x="235" y="724"/>
                    </a:lnTo>
                    <a:lnTo>
                      <a:pt x="306" y="602"/>
                    </a:lnTo>
                    <a:lnTo>
                      <a:pt x="533" y="602"/>
                    </a:lnTo>
                    <a:lnTo>
                      <a:pt x="540" y="724"/>
                    </a:lnTo>
                    <a:lnTo>
                      <a:pt x="753" y="724"/>
                    </a:lnTo>
                    <a:lnTo>
                      <a:pt x="704" y="0"/>
                    </a:lnTo>
                    <a:lnTo>
                      <a:pt x="704" y="0"/>
                    </a:lnTo>
                    <a:close/>
                    <a:moveTo>
                      <a:pt x="391" y="452"/>
                    </a:moveTo>
                    <a:lnTo>
                      <a:pt x="519" y="244"/>
                    </a:lnTo>
                    <a:lnTo>
                      <a:pt x="526" y="452"/>
                    </a:lnTo>
                    <a:lnTo>
                      <a:pt x="391" y="452"/>
                    </a:lnTo>
                    <a:lnTo>
                      <a:pt x="391" y="4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90;p158">
                <a:extLst>
                  <a:ext uri="{FF2B5EF4-FFF2-40B4-BE49-F238E27FC236}">
                    <a16:creationId xmlns:a16="http://schemas.microsoft.com/office/drawing/2014/main" id="{3E73A217-6E2A-76C4-FADE-8EBF6DC57020}"/>
                  </a:ext>
                </a:extLst>
              </p:cNvPr>
              <p:cNvSpPr/>
              <p:nvPr/>
            </p:nvSpPr>
            <p:spPr>
              <a:xfrm>
                <a:off x="5756275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91;p158">
                <a:extLst>
                  <a:ext uri="{FF2B5EF4-FFF2-40B4-BE49-F238E27FC236}">
                    <a16:creationId xmlns:a16="http://schemas.microsoft.com/office/drawing/2014/main" id="{03B959C0-B061-E6D8-4D28-B0253CE4FECE}"/>
                  </a:ext>
                </a:extLst>
              </p:cNvPr>
              <p:cNvSpPr/>
              <p:nvPr/>
            </p:nvSpPr>
            <p:spPr>
              <a:xfrm>
                <a:off x="6681788" y="2854325"/>
                <a:ext cx="113823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0" y="101"/>
                    </a:moveTo>
                    <a:cubicBezTo>
                      <a:pt x="54" y="101"/>
                      <a:pt x="54" y="101"/>
                      <a:pt x="54" y="101"/>
                    </a:cubicBezTo>
                    <a:cubicBezTo>
                      <a:pt x="62" y="101"/>
                      <a:pt x="72" y="100"/>
                      <a:pt x="82" y="93"/>
                    </a:cubicBezTo>
                    <a:cubicBezTo>
                      <a:pt x="89" y="87"/>
                      <a:pt x="93" y="78"/>
                      <a:pt x="93" y="70"/>
                    </a:cubicBezTo>
                    <a:cubicBezTo>
                      <a:pt x="93" y="63"/>
                      <a:pt x="90" y="57"/>
                      <a:pt x="86" y="54"/>
                    </a:cubicBezTo>
                    <a:cubicBezTo>
                      <a:pt x="84" y="51"/>
                      <a:pt x="81" y="50"/>
                      <a:pt x="79" y="50"/>
                    </a:cubicBezTo>
                    <a:cubicBezTo>
                      <a:pt x="92" y="47"/>
                      <a:pt x="101" y="38"/>
                      <a:pt x="101" y="25"/>
                    </a:cubicBezTo>
                    <a:cubicBezTo>
                      <a:pt x="101" y="6"/>
                      <a:pt x="85" y="0"/>
                      <a:pt x="7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lose/>
                    <a:moveTo>
                      <a:pt x="43" y="55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65" y="22"/>
                      <a:pt x="68" y="22"/>
                      <a:pt x="70" y="25"/>
                    </a:cubicBezTo>
                    <a:cubicBezTo>
                      <a:pt x="71" y="27"/>
                      <a:pt x="72" y="28"/>
                      <a:pt x="72" y="30"/>
                    </a:cubicBezTo>
                    <a:cubicBezTo>
                      <a:pt x="72" y="33"/>
                      <a:pt x="70" y="38"/>
                      <a:pt x="63" y="39"/>
                    </a:cubicBezTo>
                    <a:cubicBezTo>
                      <a:pt x="61" y="40"/>
                      <a:pt x="60" y="40"/>
                      <a:pt x="58" y="40"/>
                    </a:cubicBezTo>
                    <a:cubicBezTo>
                      <a:pt x="43" y="55"/>
                      <a:pt x="43" y="55"/>
                      <a:pt x="43" y="55"/>
                    </a:cubicBezTo>
                    <a:close/>
                    <a:moveTo>
                      <a:pt x="49" y="57"/>
                    </a:moveTo>
                    <a:cubicBezTo>
                      <a:pt x="53" y="57"/>
                      <a:pt x="58" y="57"/>
                      <a:pt x="61" y="62"/>
                    </a:cubicBezTo>
                    <a:cubicBezTo>
                      <a:pt x="62" y="63"/>
                      <a:pt x="62" y="65"/>
                      <a:pt x="62" y="67"/>
                    </a:cubicBezTo>
                    <a:cubicBezTo>
                      <a:pt x="62" y="69"/>
                      <a:pt x="61" y="75"/>
                      <a:pt x="52" y="78"/>
                    </a:cubicBezTo>
                    <a:cubicBezTo>
                      <a:pt x="50" y="79"/>
                      <a:pt x="47" y="79"/>
                      <a:pt x="41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42" y="57"/>
                      <a:pt x="42" y="57"/>
                      <a:pt x="42" y="57"/>
                    </a:cubicBezTo>
                    <a:cubicBezTo>
                      <a:pt x="49" y="57"/>
                      <a:pt x="49" y="57"/>
                      <a:pt x="49" y="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92;p158">
                <a:extLst>
                  <a:ext uri="{FF2B5EF4-FFF2-40B4-BE49-F238E27FC236}">
                    <a16:creationId xmlns:a16="http://schemas.microsoft.com/office/drawing/2014/main" id="{CFD0441E-FC12-2E11-7F9D-489C8C7B1244}"/>
                  </a:ext>
                </a:extLst>
              </p:cNvPr>
              <p:cNvSpPr/>
              <p:nvPr/>
            </p:nvSpPr>
            <p:spPr>
              <a:xfrm>
                <a:off x="7707313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193;p158">
                <a:extLst>
                  <a:ext uri="{FF2B5EF4-FFF2-40B4-BE49-F238E27FC236}">
                    <a16:creationId xmlns:a16="http://schemas.microsoft.com/office/drawing/2014/main" id="{9D977F08-09AB-A2FC-B16F-8078BEC25BB8}"/>
                  </a:ext>
                </a:extLst>
              </p:cNvPr>
              <p:cNvSpPr/>
              <p:nvPr/>
            </p:nvSpPr>
            <p:spPr>
              <a:xfrm>
                <a:off x="8632825" y="2854325"/>
                <a:ext cx="9810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18" h="724" extrusionOk="0">
                    <a:moveTo>
                      <a:pt x="270" y="552"/>
                    </a:moveTo>
                    <a:lnTo>
                      <a:pt x="41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62" y="724"/>
                    </a:lnTo>
                    <a:lnTo>
                      <a:pt x="618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94;p158">
                <a:extLst>
                  <a:ext uri="{FF2B5EF4-FFF2-40B4-BE49-F238E27FC236}">
                    <a16:creationId xmlns:a16="http://schemas.microsoft.com/office/drawing/2014/main" id="{640604C0-491C-8BB1-6708-3F438A56E6A5}"/>
                  </a:ext>
                </a:extLst>
              </p:cNvPr>
              <p:cNvSpPr/>
              <p:nvPr/>
            </p:nvSpPr>
            <p:spPr>
              <a:xfrm>
                <a:off x="9421813" y="285432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6" y="8"/>
                    </a:moveTo>
                    <a:cubicBezTo>
                      <a:pt x="16" y="13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6" y="4"/>
                      <a:pt x="16" y="8"/>
                    </a:cubicBezTo>
                    <a:close/>
                    <a:moveTo>
                      <a:pt x="1" y="8"/>
                    </a:moveTo>
                    <a:cubicBezTo>
                      <a:pt x="1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cubicBezTo>
                      <a:pt x="15" y="4"/>
                      <a:pt x="12" y="1"/>
                      <a:pt x="8" y="1"/>
                    </a:cubicBezTo>
                    <a:cubicBezTo>
                      <a:pt x="4" y="1"/>
                      <a:pt x="1" y="4"/>
                      <a:pt x="1" y="8"/>
                    </a:cubicBezTo>
                    <a:close/>
                    <a:moveTo>
                      <a:pt x="6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4"/>
                      <a:pt x="11" y="5"/>
                      <a:pt x="11" y="6"/>
                    </a:cubicBezTo>
                    <a:cubicBezTo>
                      <a:pt x="11" y="7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9"/>
                      <a:pt x="11" y="10"/>
                    </a:cubicBezTo>
                    <a:cubicBezTo>
                      <a:pt x="11" y="11"/>
                      <a:pt x="11" y="12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9" y="12"/>
                      <a:pt x="9" y="11"/>
                      <a:pt x="9" y="10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6" y="9"/>
                      <a:pt x="6" y="9"/>
                      <a:pt x="6" y="9"/>
                    </a:cubicBezTo>
                    <a:lnTo>
                      <a:pt x="6" y="13"/>
                    </a:lnTo>
                    <a:close/>
                    <a:moveTo>
                      <a:pt x="6" y="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7"/>
                      <a:pt x="10" y="6"/>
                    </a:cubicBezTo>
                    <a:cubicBezTo>
                      <a:pt x="10" y="5"/>
                      <a:pt x="9" y="5"/>
                      <a:pt x="8" y="5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903158C0-1691-F0C7-704B-C719F77DE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2875" y="6358336"/>
            <a:ext cx="5583277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[PRESENTATION] - [DATE]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E56579-2A42-7102-2114-0B3AAB0A5D45}"/>
              </a:ext>
            </a:extLst>
          </p:cNvPr>
          <p:cNvSpPr txBox="1"/>
          <p:nvPr userDrawn="1"/>
        </p:nvSpPr>
        <p:spPr>
          <a:xfrm>
            <a:off x="10806152" y="6501439"/>
            <a:ext cx="9381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CONFIDENTIAL </a:t>
            </a:r>
          </a:p>
        </p:txBody>
      </p:sp>
    </p:spTree>
    <p:extLst>
      <p:ext uri="{BB962C8B-B14F-4D97-AF65-F5344CB8AC3E}">
        <p14:creationId xmlns:p14="http://schemas.microsoft.com/office/powerpoint/2010/main" val="75505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1_Title and Content">
    <p:bg>
      <p:bgPr>
        <a:blipFill dpi="0" rotWithShape="1">
          <a:blip r:embed="rId2" cstate="screen">
            <a:alphaModFix amt="52658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3C584A-3FCF-7D55-9C79-ED53D6EA9B1B}"/>
              </a:ext>
            </a:extLst>
          </p:cNvPr>
          <p:cNvSpPr/>
          <p:nvPr userDrawn="1"/>
        </p:nvSpPr>
        <p:spPr>
          <a:xfrm>
            <a:off x="0" y="0"/>
            <a:ext cx="12192000" cy="6370638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oogle Shape;184;p158">
            <a:extLst>
              <a:ext uri="{FF2B5EF4-FFF2-40B4-BE49-F238E27FC236}">
                <a16:creationId xmlns:a16="http://schemas.microsoft.com/office/drawing/2014/main" id="{D18BDCE1-9969-6275-56B8-83814A707A67}"/>
              </a:ext>
            </a:extLst>
          </p:cNvPr>
          <p:cNvGrpSpPr/>
          <p:nvPr userDrawn="1"/>
        </p:nvGrpSpPr>
        <p:grpSpPr>
          <a:xfrm>
            <a:off x="0" y="6370638"/>
            <a:ext cx="12192000" cy="487362"/>
            <a:chOff x="0" y="5865814"/>
            <a:chExt cx="12192000" cy="487362"/>
          </a:xfrm>
        </p:grpSpPr>
        <p:sp>
          <p:nvSpPr>
            <p:cNvPr id="5" name="Google Shape;185;p158">
              <a:extLst>
                <a:ext uri="{FF2B5EF4-FFF2-40B4-BE49-F238E27FC236}">
                  <a16:creationId xmlns:a16="http://schemas.microsoft.com/office/drawing/2014/main" id="{C1D692CE-4AC0-DCB2-1EF8-73A84B11B338}"/>
                </a:ext>
              </a:extLst>
            </p:cNvPr>
            <p:cNvSpPr/>
            <p:nvPr/>
          </p:nvSpPr>
          <p:spPr>
            <a:xfrm>
              <a:off x="0" y="5865814"/>
              <a:ext cx="12192000" cy="4873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" name="Google Shape;186;p158">
              <a:extLst>
                <a:ext uri="{FF2B5EF4-FFF2-40B4-BE49-F238E27FC236}">
                  <a16:creationId xmlns:a16="http://schemas.microsoft.com/office/drawing/2014/main" id="{496E91A8-9BD2-1D6C-929B-3C519C90DC8F}"/>
                </a:ext>
              </a:extLst>
            </p:cNvPr>
            <p:cNvGrpSpPr/>
            <p:nvPr/>
          </p:nvGrpSpPr>
          <p:grpSpPr>
            <a:xfrm>
              <a:off x="233187" y="6058089"/>
              <a:ext cx="734224" cy="127001"/>
              <a:chOff x="2565400" y="2819400"/>
              <a:chExt cx="7048500" cy="1219200"/>
            </a:xfrm>
          </p:grpSpPr>
          <p:sp>
            <p:nvSpPr>
              <p:cNvPr id="8" name="Google Shape;187;p158">
                <a:extLst>
                  <a:ext uri="{FF2B5EF4-FFF2-40B4-BE49-F238E27FC236}">
                    <a16:creationId xmlns:a16="http://schemas.microsoft.com/office/drawing/2014/main" id="{9755D8C2-AF3D-7704-260E-2FEE488AF211}"/>
                  </a:ext>
                </a:extLst>
              </p:cNvPr>
              <p:cNvSpPr/>
              <p:nvPr/>
            </p:nvSpPr>
            <p:spPr>
              <a:xfrm>
                <a:off x="2565400" y="2819400"/>
                <a:ext cx="12065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64" y="47"/>
                    </a:moveTo>
                    <a:cubicBezTo>
                      <a:pt x="47" y="67"/>
                      <a:pt x="47" y="67"/>
                      <a:pt x="47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3" y="85"/>
                      <a:pt x="60" y="86"/>
                      <a:pt x="55" y="86"/>
                    </a:cubicBezTo>
                    <a:cubicBezTo>
                      <a:pt x="41" y="86"/>
                      <a:pt x="31" y="75"/>
                      <a:pt x="31" y="59"/>
                    </a:cubicBezTo>
                    <a:cubicBezTo>
                      <a:pt x="31" y="44"/>
                      <a:pt x="42" y="21"/>
                      <a:pt x="70" y="21"/>
                    </a:cubicBezTo>
                    <a:cubicBezTo>
                      <a:pt x="77" y="21"/>
                      <a:pt x="90" y="23"/>
                      <a:pt x="101" y="30"/>
                    </a:cubicBezTo>
                    <a:cubicBezTo>
                      <a:pt x="107" y="6"/>
                      <a:pt x="107" y="6"/>
                      <a:pt x="107" y="6"/>
                    </a:cubicBezTo>
                    <a:cubicBezTo>
                      <a:pt x="95" y="2"/>
                      <a:pt x="83" y="0"/>
                      <a:pt x="70" y="0"/>
                    </a:cubicBezTo>
                    <a:cubicBezTo>
                      <a:pt x="61" y="0"/>
                      <a:pt x="39" y="0"/>
                      <a:pt x="21" y="15"/>
                    </a:cubicBezTo>
                    <a:cubicBezTo>
                      <a:pt x="8" y="26"/>
                      <a:pt x="0" y="43"/>
                      <a:pt x="0" y="60"/>
                    </a:cubicBezTo>
                    <a:cubicBezTo>
                      <a:pt x="0" y="90"/>
                      <a:pt x="22" y="107"/>
                      <a:pt x="52" y="107"/>
                    </a:cubicBezTo>
                    <a:cubicBezTo>
                      <a:pt x="65" y="107"/>
                      <a:pt x="79" y="103"/>
                      <a:pt x="91" y="9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64" y="47"/>
                      <a:pt x="64" y="47"/>
                      <a:pt x="64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188;p158">
                <a:extLst>
                  <a:ext uri="{FF2B5EF4-FFF2-40B4-BE49-F238E27FC236}">
                    <a16:creationId xmlns:a16="http://schemas.microsoft.com/office/drawing/2014/main" id="{0FDA35D8-D4CA-EC03-F56B-B4B35CB01D6C}"/>
                  </a:ext>
                </a:extLst>
              </p:cNvPr>
              <p:cNvSpPr/>
              <p:nvPr/>
            </p:nvSpPr>
            <p:spPr>
              <a:xfrm>
                <a:off x="3670300" y="2854325"/>
                <a:ext cx="1162050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1" extrusionOk="0">
                    <a:moveTo>
                      <a:pt x="81" y="56"/>
                    </a:moveTo>
                    <a:cubicBezTo>
                      <a:pt x="83" y="55"/>
                      <a:pt x="88" y="53"/>
                      <a:pt x="92" y="50"/>
                    </a:cubicBezTo>
                    <a:cubicBezTo>
                      <a:pt x="99" y="45"/>
                      <a:pt x="103" y="36"/>
                      <a:pt x="103" y="27"/>
                    </a:cubicBezTo>
                    <a:cubicBezTo>
                      <a:pt x="103" y="8"/>
                      <a:pt x="86" y="0"/>
                      <a:pt x="72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31" y="101"/>
                      <a:pt x="31" y="101"/>
                      <a:pt x="31" y="101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3" y="59"/>
                      <a:pt x="45" y="59"/>
                      <a:pt x="48" y="59"/>
                    </a:cubicBezTo>
                    <a:cubicBezTo>
                      <a:pt x="49" y="59"/>
                      <a:pt x="50" y="59"/>
                      <a:pt x="52" y="59"/>
                    </a:cubicBezTo>
                    <a:cubicBezTo>
                      <a:pt x="64" y="101"/>
                      <a:pt x="64" y="101"/>
                      <a:pt x="64" y="101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81" y="56"/>
                      <a:pt x="81" y="56"/>
                      <a:pt x="81" y="56"/>
                    </a:cubicBezTo>
                    <a:close/>
                    <a:moveTo>
                      <a:pt x="43" y="56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0" y="22"/>
                      <a:pt x="60" y="22"/>
                      <a:pt x="60" y="22"/>
                    </a:cubicBezTo>
                    <a:cubicBezTo>
                      <a:pt x="66" y="22"/>
                      <a:pt x="73" y="23"/>
                      <a:pt x="73" y="31"/>
                    </a:cubicBezTo>
                    <a:cubicBezTo>
                      <a:pt x="73" y="36"/>
                      <a:pt x="69" y="40"/>
                      <a:pt x="62" y="40"/>
                    </a:cubicBezTo>
                    <a:cubicBezTo>
                      <a:pt x="61" y="40"/>
                      <a:pt x="61" y="40"/>
                      <a:pt x="60" y="40"/>
                    </a:cubicBezTo>
                    <a:cubicBezTo>
                      <a:pt x="43" y="56"/>
                      <a:pt x="43" y="56"/>
                      <a:pt x="43" y="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189;p158">
                <a:extLst>
                  <a:ext uri="{FF2B5EF4-FFF2-40B4-BE49-F238E27FC236}">
                    <a16:creationId xmlns:a16="http://schemas.microsoft.com/office/drawing/2014/main" id="{646FF28B-4956-E3C9-8274-B698CB9E4560}"/>
                  </a:ext>
                </a:extLst>
              </p:cNvPr>
              <p:cNvSpPr/>
              <p:nvPr/>
            </p:nvSpPr>
            <p:spPr>
              <a:xfrm>
                <a:off x="4560888" y="2854325"/>
                <a:ext cx="119538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724" extrusionOk="0">
                    <a:moveTo>
                      <a:pt x="704" y="0"/>
                    </a:moveTo>
                    <a:lnTo>
                      <a:pt x="462" y="0"/>
                    </a:lnTo>
                    <a:lnTo>
                      <a:pt x="0" y="724"/>
                    </a:lnTo>
                    <a:lnTo>
                      <a:pt x="235" y="724"/>
                    </a:lnTo>
                    <a:lnTo>
                      <a:pt x="306" y="602"/>
                    </a:lnTo>
                    <a:lnTo>
                      <a:pt x="533" y="602"/>
                    </a:lnTo>
                    <a:lnTo>
                      <a:pt x="540" y="724"/>
                    </a:lnTo>
                    <a:lnTo>
                      <a:pt x="753" y="724"/>
                    </a:lnTo>
                    <a:lnTo>
                      <a:pt x="704" y="0"/>
                    </a:lnTo>
                    <a:lnTo>
                      <a:pt x="704" y="0"/>
                    </a:lnTo>
                    <a:close/>
                    <a:moveTo>
                      <a:pt x="391" y="452"/>
                    </a:moveTo>
                    <a:lnTo>
                      <a:pt x="519" y="244"/>
                    </a:lnTo>
                    <a:lnTo>
                      <a:pt x="526" y="452"/>
                    </a:lnTo>
                    <a:lnTo>
                      <a:pt x="391" y="452"/>
                    </a:lnTo>
                    <a:lnTo>
                      <a:pt x="391" y="4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90;p158">
                <a:extLst>
                  <a:ext uri="{FF2B5EF4-FFF2-40B4-BE49-F238E27FC236}">
                    <a16:creationId xmlns:a16="http://schemas.microsoft.com/office/drawing/2014/main" id="{5ACDF2FD-C392-288A-F8FB-9A6DBA1ED313}"/>
                  </a:ext>
                </a:extLst>
              </p:cNvPr>
              <p:cNvSpPr/>
              <p:nvPr/>
            </p:nvSpPr>
            <p:spPr>
              <a:xfrm>
                <a:off x="5756275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91;p158">
                <a:extLst>
                  <a:ext uri="{FF2B5EF4-FFF2-40B4-BE49-F238E27FC236}">
                    <a16:creationId xmlns:a16="http://schemas.microsoft.com/office/drawing/2014/main" id="{3F12C7DE-599B-78FC-8B34-7F6EAB3A6F28}"/>
                  </a:ext>
                </a:extLst>
              </p:cNvPr>
              <p:cNvSpPr/>
              <p:nvPr/>
            </p:nvSpPr>
            <p:spPr>
              <a:xfrm>
                <a:off x="6681788" y="2854325"/>
                <a:ext cx="113823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0" y="101"/>
                    </a:moveTo>
                    <a:cubicBezTo>
                      <a:pt x="54" y="101"/>
                      <a:pt x="54" y="101"/>
                      <a:pt x="54" y="101"/>
                    </a:cubicBezTo>
                    <a:cubicBezTo>
                      <a:pt x="62" y="101"/>
                      <a:pt x="72" y="100"/>
                      <a:pt x="82" y="93"/>
                    </a:cubicBezTo>
                    <a:cubicBezTo>
                      <a:pt x="89" y="87"/>
                      <a:pt x="93" y="78"/>
                      <a:pt x="93" y="70"/>
                    </a:cubicBezTo>
                    <a:cubicBezTo>
                      <a:pt x="93" y="63"/>
                      <a:pt x="90" y="57"/>
                      <a:pt x="86" y="54"/>
                    </a:cubicBezTo>
                    <a:cubicBezTo>
                      <a:pt x="84" y="51"/>
                      <a:pt x="81" y="50"/>
                      <a:pt x="79" y="50"/>
                    </a:cubicBezTo>
                    <a:cubicBezTo>
                      <a:pt x="92" y="47"/>
                      <a:pt x="101" y="38"/>
                      <a:pt x="101" y="25"/>
                    </a:cubicBezTo>
                    <a:cubicBezTo>
                      <a:pt x="101" y="6"/>
                      <a:pt x="85" y="0"/>
                      <a:pt x="7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lose/>
                    <a:moveTo>
                      <a:pt x="43" y="55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65" y="22"/>
                      <a:pt x="68" y="22"/>
                      <a:pt x="70" y="25"/>
                    </a:cubicBezTo>
                    <a:cubicBezTo>
                      <a:pt x="71" y="27"/>
                      <a:pt x="72" y="28"/>
                      <a:pt x="72" y="30"/>
                    </a:cubicBezTo>
                    <a:cubicBezTo>
                      <a:pt x="72" y="33"/>
                      <a:pt x="70" y="38"/>
                      <a:pt x="63" y="39"/>
                    </a:cubicBezTo>
                    <a:cubicBezTo>
                      <a:pt x="61" y="40"/>
                      <a:pt x="60" y="40"/>
                      <a:pt x="58" y="40"/>
                    </a:cubicBezTo>
                    <a:cubicBezTo>
                      <a:pt x="43" y="55"/>
                      <a:pt x="43" y="55"/>
                      <a:pt x="43" y="55"/>
                    </a:cubicBezTo>
                    <a:close/>
                    <a:moveTo>
                      <a:pt x="49" y="57"/>
                    </a:moveTo>
                    <a:cubicBezTo>
                      <a:pt x="53" y="57"/>
                      <a:pt x="58" y="57"/>
                      <a:pt x="61" y="62"/>
                    </a:cubicBezTo>
                    <a:cubicBezTo>
                      <a:pt x="62" y="63"/>
                      <a:pt x="62" y="65"/>
                      <a:pt x="62" y="67"/>
                    </a:cubicBezTo>
                    <a:cubicBezTo>
                      <a:pt x="62" y="69"/>
                      <a:pt x="61" y="75"/>
                      <a:pt x="52" y="78"/>
                    </a:cubicBezTo>
                    <a:cubicBezTo>
                      <a:pt x="50" y="79"/>
                      <a:pt x="47" y="79"/>
                      <a:pt x="41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42" y="57"/>
                      <a:pt x="42" y="57"/>
                      <a:pt x="42" y="57"/>
                    </a:cubicBezTo>
                    <a:cubicBezTo>
                      <a:pt x="49" y="57"/>
                      <a:pt x="49" y="57"/>
                      <a:pt x="49" y="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92;p158">
                <a:extLst>
                  <a:ext uri="{FF2B5EF4-FFF2-40B4-BE49-F238E27FC236}">
                    <a16:creationId xmlns:a16="http://schemas.microsoft.com/office/drawing/2014/main" id="{CF2DB097-A5DB-4711-6BC0-67FBE3BAFD18}"/>
                  </a:ext>
                </a:extLst>
              </p:cNvPr>
              <p:cNvSpPr/>
              <p:nvPr/>
            </p:nvSpPr>
            <p:spPr>
              <a:xfrm>
                <a:off x="7707313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93;p158">
                <a:extLst>
                  <a:ext uri="{FF2B5EF4-FFF2-40B4-BE49-F238E27FC236}">
                    <a16:creationId xmlns:a16="http://schemas.microsoft.com/office/drawing/2014/main" id="{814DD543-5F7F-1597-C6A4-48D4B8410F90}"/>
                  </a:ext>
                </a:extLst>
              </p:cNvPr>
              <p:cNvSpPr/>
              <p:nvPr/>
            </p:nvSpPr>
            <p:spPr>
              <a:xfrm>
                <a:off x="8632825" y="2854325"/>
                <a:ext cx="9810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18" h="724" extrusionOk="0">
                    <a:moveTo>
                      <a:pt x="270" y="552"/>
                    </a:moveTo>
                    <a:lnTo>
                      <a:pt x="41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62" y="724"/>
                    </a:lnTo>
                    <a:lnTo>
                      <a:pt x="618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94;p158">
                <a:extLst>
                  <a:ext uri="{FF2B5EF4-FFF2-40B4-BE49-F238E27FC236}">
                    <a16:creationId xmlns:a16="http://schemas.microsoft.com/office/drawing/2014/main" id="{3E423E12-95F6-4D10-0D04-CD3D42B9F839}"/>
                  </a:ext>
                </a:extLst>
              </p:cNvPr>
              <p:cNvSpPr/>
              <p:nvPr/>
            </p:nvSpPr>
            <p:spPr>
              <a:xfrm>
                <a:off x="9421813" y="285432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6" y="8"/>
                    </a:moveTo>
                    <a:cubicBezTo>
                      <a:pt x="16" y="13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6" y="4"/>
                      <a:pt x="16" y="8"/>
                    </a:cubicBezTo>
                    <a:close/>
                    <a:moveTo>
                      <a:pt x="1" y="8"/>
                    </a:moveTo>
                    <a:cubicBezTo>
                      <a:pt x="1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cubicBezTo>
                      <a:pt x="15" y="4"/>
                      <a:pt x="12" y="1"/>
                      <a:pt x="8" y="1"/>
                    </a:cubicBezTo>
                    <a:cubicBezTo>
                      <a:pt x="4" y="1"/>
                      <a:pt x="1" y="4"/>
                      <a:pt x="1" y="8"/>
                    </a:cubicBezTo>
                    <a:close/>
                    <a:moveTo>
                      <a:pt x="6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4"/>
                      <a:pt x="11" y="5"/>
                      <a:pt x="11" y="6"/>
                    </a:cubicBezTo>
                    <a:cubicBezTo>
                      <a:pt x="11" y="7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9"/>
                      <a:pt x="11" y="10"/>
                    </a:cubicBezTo>
                    <a:cubicBezTo>
                      <a:pt x="11" y="11"/>
                      <a:pt x="11" y="12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9" y="12"/>
                      <a:pt x="9" y="11"/>
                      <a:pt x="9" y="10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6" y="9"/>
                      <a:pt x="6" y="9"/>
                      <a:pt x="6" y="9"/>
                    </a:cubicBezTo>
                    <a:lnTo>
                      <a:pt x="6" y="13"/>
                    </a:lnTo>
                    <a:close/>
                    <a:moveTo>
                      <a:pt x="6" y="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7"/>
                      <a:pt x="10" y="6"/>
                    </a:cubicBezTo>
                    <a:cubicBezTo>
                      <a:pt x="10" y="5"/>
                      <a:pt x="9" y="5"/>
                      <a:pt x="8" y="5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2ECE0F46-1726-29CE-A36E-9F03CCFE4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2875" y="6358336"/>
            <a:ext cx="5583277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[PRESENTATION] - [DATE]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CD28CA-E8DD-067F-833F-DD8161807C34}"/>
              </a:ext>
            </a:extLst>
          </p:cNvPr>
          <p:cNvSpPr txBox="1"/>
          <p:nvPr userDrawn="1"/>
        </p:nvSpPr>
        <p:spPr>
          <a:xfrm>
            <a:off x="10806152" y="6501439"/>
            <a:ext cx="9381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CONFIDENTIAL </a:t>
            </a:r>
          </a:p>
        </p:txBody>
      </p:sp>
    </p:spTree>
    <p:extLst>
      <p:ext uri="{BB962C8B-B14F-4D97-AF65-F5344CB8AC3E}">
        <p14:creationId xmlns:p14="http://schemas.microsoft.com/office/powerpoint/2010/main" val="380923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59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52;p227">
            <a:extLst>
              <a:ext uri="{FF2B5EF4-FFF2-40B4-BE49-F238E27FC236}">
                <a16:creationId xmlns:a16="http://schemas.microsoft.com/office/drawing/2014/main" id="{175E3261-18AE-4088-71C0-AF3AA37156EE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92" y="-5138"/>
            <a:ext cx="12192000" cy="68631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;p137">
            <a:extLst>
              <a:ext uri="{FF2B5EF4-FFF2-40B4-BE49-F238E27FC236}">
                <a16:creationId xmlns:a16="http://schemas.microsoft.com/office/drawing/2014/main" id="{7E90C28C-94F2-9517-7036-2F084D31CC0B}"/>
              </a:ext>
            </a:extLst>
          </p:cNvPr>
          <p:cNvSpPr/>
          <p:nvPr userDrawn="1"/>
        </p:nvSpPr>
        <p:spPr>
          <a:xfrm>
            <a:off x="-8792" y="0"/>
            <a:ext cx="12192000" cy="6858000"/>
          </a:xfrm>
          <a:prstGeom prst="rect">
            <a:avLst/>
          </a:prstGeom>
          <a:gradFill flip="none" rotWithShape="1">
            <a:gsLst>
              <a:gs pos="52988">
                <a:srgbClr val="007F77">
                  <a:alpha val="71000"/>
                </a:srgbClr>
              </a:gs>
              <a:gs pos="8000">
                <a:srgbClr val="00447C"/>
              </a:gs>
              <a:gs pos="100000">
                <a:schemeClr val="accent6">
                  <a:alpha val="94000"/>
                </a:schemeClr>
              </a:gs>
            </a:gsLst>
            <a:lin ang="18900000" scaled="0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36560-98E5-5CE1-7264-4D7DA27C47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76979" y="2775066"/>
            <a:ext cx="7238042" cy="162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6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on a hill looking at a city&#10;&#10;Description automatically generated">
            <a:extLst>
              <a:ext uri="{FF2B5EF4-FFF2-40B4-BE49-F238E27FC236}">
                <a16:creationId xmlns:a16="http://schemas.microsoft.com/office/drawing/2014/main" id="{53D6862A-0DE9-5831-35F9-CD68435078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77893" y="-6380"/>
            <a:ext cx="8014107" cy="63721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6FC5DD-B987-6A18-724B-5F166A105F6C}"/>
              </a:ext>
            </a:extLst>
          </p:cNvPr>
          <p:cNvSpPr/>
          <p:nvPr userDrawn="1"/>
        </p:nvSpPr>
        <p:spPr>
          <a:xfrm flipH="1">
            <a:off x="0" y="0"/>
            <a:ext cx="12192000" cy="6375400"/>
          </a:xfrm>
          <a:prstGeom prst="rect">
            <a:avLst/>
          </a:prstGeom>
          <a:gradFill flip="none" rotWithShape="1">
            <a:gsLst>
              <a:gs pos="61000">
                <a:schemeClr val="accent2"/>
              </a:gs>
              <a:gs pos="29000">
                <a:srgbClr val="00447C">
                  <a:alpha val="87000"/>
                </a:srgbClr>
              </a:gs>
              <a:gs pos="90000">
                <a:schemeClr val="accent2">
                  <a:alpha val="80000"/>
                </a:schemeClr>
              </a:gs>
            </a:gsLst>
            <a:lin ang="19800000" scaled="0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endParaRPr lang="en-US" sz="1400">
              <a:latin typeface="Arial"/>
              <a:cs typeface="Arial"/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7781A81B-C4F7-0BDE-79E2-AD3F379724A9}"/>
              </a:ext>
            </a:extLst>
          </p:cNvPr>
          <p:cNvSpPr/>
          <p:nvPr userDrawn="1"/>
        </p:nvSpPr>
        <p:spPr>
          <a:xfrm>
            <a:off x="127002" y="0"/>
            <a:ext cx="7797798" cy="6362700"/>
          </a:xfrm>
          <a:custGeom>
            <a:avLst/>
            <a:gdLst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969502 w 8054975"/>
              <a:gd name="connsiteY6" fmla="*/ 6484692 h 6858000"/>
              <a:gd name="connsiteX7" fmla="*/ 8054975 w 8054975"/>
              <a:gd name="connsiteY7" fmla="*/ 6726827 h 6858000"/>
              <a:gd name="connsiteX8" fmla="*/ 8054975 w 8054975"/>
              <a:gd name="connsiteY8" fmla="*/ 6858000 h 6858000"/>
              <a:gd name="connsiteX9" fmla="*/ 0 w 8054975"/>
              <a:gd name="connsiteY9" fmla="*/ 685800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969502 w 8054975"/>
              <a:gd name="connsiteY6" fmla="*/ 6484692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969502 w 8054975"/>
              <a:gd name="connsiteY6" fmla="*/ 6484692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969502 w 8054975"/>
              <a:gd name="connsiteY6" fmla="*/ 6484692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855202 w 8054975"/>
              <a:gd name="connsiteY6" fmla="*/ 6293051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855202 w 8054975"/>
              <a:gd name="connsiteY6" fmla="*/ 6293051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403108"/>
              <a:gd name="connsiteY0" fmla="*/ 0 h 6858000"/>
              <a:gd name="connsiteX1" fmla="*/ 8054975 w 8403108"/>
              <a:gd name="connsiteY1" fmla="*/ 0 h 6858000"/>
              <a:gd name="connsiteX2" fmla="*/ 8054975 w 8403108"/>
              <a:gd name="connsiteY2" fmla="*/ 2 h 6858000"/>
              <a:gd name="connsiteX3" fmla="*/ 5834270 w 8403108"/>
              <a:gd name="connsiteY3" fmla="*/ 2 h 6858000"/>
              <a:gd name="connsiteX4" fmla="*/ 5834328 w 8403108"/>
              <a:gd name="connsiteY4" fmla="*/ 2261 h 6858000"/>
              <a:gd name="connsiteX5" fmla="*/ 6834633 w 8403108"/>
              <a:gd name="connsiteY5" fmla="*/ 4089974 h 6858000"/>
              <a:gd name="connsiteX6" fmla="*/ 8054975 w 8403108"/>
              <a:gd name="connsiteY6" fmla="*/ 6858000 h 6858000"/>
              <a:gd name="connsiteX7" fmla="*/ 0 w 8403108"/>
              <a:gd name="connsiteY7" fmla="*/ 6858000 h 6858000"/>
              <a:gd name="connsiteX8" fmla="*/ 0 w 8403108"/>
              <a:gd name="connsiteY8" fmla="*/ 0 h 6858000"/>
              <a:gd name="connsiteX0" fmla="*/ 0 w 8055939"/>
              <a:gd name="connsiteY0" fmla="*/ 0 h 6858000"/>
              <a:gd name="connsiteX1" fmla="*/ 8054975 w 8055939"/>
              <a:gd name="connsiteY1" fmla="*/ 0 h 6858000"/>
              <a:gd name="connsiteX2" fmla="*/ 8054975 w 8055939"/>
              <a:gd name="connsiteY2" fmla="*/ 2 h 6858000"/>
              <a:gd name="connsiteX3" fmla="*/ 5834270 w 8055939"/>
              <a:gd name="connsiteY3" fmla="*/ 2 h 6858000"/>
              <a:gd name="connsiteX4" fmla="*/ 5834328 w 8055939"/>
              <a:gd name="connsiteY4" fmla="*/ 2261 h 6858000"/>
              <a:gd name="connsiteX5" fmla="*/ 6834633 w 8055939"/>
              <a:gd name="connsiteY5" fmla="*/ 4089974 h 6858000"/>
              <a:gd name="connsiteX6" fmla="*/ 8054975 w 8055939"/>
              <a:gd name="connsiteY6" fmla="*/ 6858000 h 6858000"/>
              <a:gd name="connsiteX7" fmla="*/ 0 w 8055939"/>
              <a:gd name="connsiteY7" fmla="*/ 6858000 h 6858000"/>
              <a:gd name="connsiteX8" fmla="*/ 0 w 8055939"/>
              <a:gd name="connsiteY8" fmla="*/ 0 h 6858000"/>
              <a:gd name="connsiteX0" fmla="*/ 0 w 8056026"/>
              <a:gd name="connsiteY0" fmla="*/ 0 h 6858000"/>
              <a:gd name="connsiteX1" fmla="*/ 8054975 w 8056026"/>
              <a:gd name="connsiteY1" fmla="*/ 0 h 6858000"/>
              <a:gd name="connsiteX2" fmla="*/ 8054975 w 8056026"/>
              <a:gd name="connsiteY2" fmla="*/ 2 h 6858000"/>
              <a:gd name="connsiteX3" fmla="*/ 5834270 w 8056026"/>
              <a:gd name="connsiteY3" fmla="*/ 2 h 6858000"/>
              <a:gd name="connsiteX4" fmla="*/ 5834328 w 8056026"/>
              <a:gd name="connsiteY4" fmla="*/ 2261 h 6858000"/>
              <a:gd name="connsiteX5" fmla="*/ 6834633 w 8056026"/>
              <a:gd name="connsiteY5" fmla="*/ 4089974 h 6858000"/>
              <a:gd name="connsiteX6" fmla="*/ 8054975 w 8056026"/>
              <a:gd name="connsiteY6" fmla="*/ 6858000 h 6858000"/>
              <a:gd name="connsiteX7" fmla="*/ 0 w 8056026"/>
              <a:gd name="connsiteY7" fmla="*/ 6858000 h 6858000"/>
              <a:gd name="connsiteX8" fmla="*/ 0 w 8056026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56026" h="6858000">
                <a:moveTo>
                  <a:pt x="0" y="0"/>
                </a:moveTo>
                <a:lnTo>
                  <a:pt x="8054975" y="0"/>
                </a:lnTo>
                <a:lnTo>
                  <a:pt x="8054975" y="2"/>
                </a:lnTo>
                <a:lnTo>
                  <a:pt x="5834270" y="2"/>
                </a:lnTo>
                <a:cubicBezTo>
                  <a:pt x="5834289" y="755"/>
                  <a:pt x="5834309" y="1508"/>
                  <a:pt x="5834328" y="2261"/>
                </a:cubicBezTo>
                <a:cubicBezTo>
                  <a:pt x="5907461" y="1399584"/>
                  <a:pt x="6427429" y="2960039"/>
                  <a:pt x="6834633" y="4089974"/>
                </a:cubicBezTo>
                <a:cubicBezTo>
                  <a:pt x="7280941" y="5328417"/>
                  <a:pt x="8089180" y="6848387"/>
                  <a:pt x="8054975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58A8F800-EECE-6BA2-D0D5-10AF5AA3E235}"/>
              </a:ext>
            </a:extLst>
          </p:cNvPr>
          <p:cNvSpPr/>
          <p:nvPr userDrawn="1"/>
        </p:nvSpPr>
        <p:spPr>
          <a:xfrm>
            <a:off x="2" y="0"/>
            <a:ext cx="7797798" cy="6400800"/>
          </a:xfrm>
          <a:custGeom>
            <a:avLst/>
            <a:gdLst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969502 w 8054975"/>
              <a:gd name="connsiteY6" fmla="*/ 6484692 h 6858000"/>
              <a:gd name="connsiteX7" fmla="*/ 8054975 w 8054975"/>
              <a:gd name="connsiteY7" fmla="*/ 6726827 h 6858000"/>
              <a:gd name="connsiteX8" fmla="*/ 8054975 w 8054975"/>
              <a:gd name="connsiteY8" fmla="*/ 6858000 h 6858000"/>
              <a:gd name="connsiteX9" fmla="*/ 0 w 8054975"/>
              <a:gd name="connsiteY9" fmla="*/ 685800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969502 w 8054975"/>
              <a:gd name="connsiteY6" fmla="*/ 6484692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969502 w 8054975"/>
              <a:gd name="connsiteY6" fmla="*/ 6484692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969502 w 8054975"/>
              <a:gd name="connsiteY6" fmla="*/ 6484692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855202 w 8054975"/>
              <a:gd name="connsiteY6" fmla="*/ 6293051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054975"/>
              <a:gd name="connsiteY0" fmla="*/ 0 h 6858000"/>
              <a:gd name="connsiteX1" fmla="*/ 8054975 w 8054975"/>
              <a:gd name="connsiteY1" fmla="*/ 0 h 6858000"/>
              <a:gd name="connsiteX2" fmla="*/ 8054975 w 8054975"/>
              <a:gd name="connsiteY2" fmla="*/ 2 h 6858000"/>
              <a:gd name="connsiteX3" fmla="*/ 5834270 w 8054975"/>
              <a:gd name="connsiteY3" fmla="*/ 2 h 6858000"/>
              <a:gd name="connsiteX4" fmla="*/ 5834328 w 8054975"/>
              <a:gd name="connsiteY4" fmla="*/ 2261 h 6858000"/>
              <a:gd name="connsiteX5" fmla="*/ 6834633 w 8054975"/>
              <a:gd name="connsiteY5" fmla="*/ 4089974 h 6858000"/>
              <a:gd name="connsiteX6" fmla="*/ 7855202 w 8054975"/>
              <a:gd name="connsiteY6" fmla="*/ 6293051 h 6858000"/>
              <a:gd name="connsiteX7" fmla="*/ 8054975 w 8054975"/>
              <a:gd name="connsiteY7" fmla="*/ 6858000 h 6858000"/>
              <a:gd name="connsiteX8" fmla="*/ 0 w 8054975"/>
              <a:gd name="connsiteY8" fmla="*/ 6858000 h 6858000"/>
              <a:gd name="connsiteX9" fmla="*/ 0 w 8054975"/>
              <a:gd name="connsiteY9" fmla="*/ 0 h 6858000"/>
              <a:gd name="connsiteX0" fmla="*/ 0 w 8403108"/>
              <a:gd name="connsiteY0" fmla="*/ 0 h 6858000"/>
              <a:gd name="connsiteX1" fmla="*/ 8054975 w 8403108"/>
              <a:gd name="connsiteY1" fmla="*/ 0 h 6858000"/>
              <a:gd name="connsiteX2" fmla="*/ 8054975 w 8403108"/>
              <a:gd name="connsiteY2" fmla="*/ 2 h 6858000"/>
              <a:gd name="connsiteX3" fmla="*/ 5834270 w 8403108"/>
              <a:gd name="connsiteY3" fmla="*/ 2 h 6858000"/>
              <a:gd name="connsiteX4" fmla="*/ 5834328 w 8403108"/>
              <a:gd name="connsiteY4" fmla="*/ 2261 h 6858000"/>
              <a:gd name="connsiteX5" fmla="*/ 6834633 w 8403108"/>
              <a:gd name="connsiteY5" fmla="*/ 4089974 h 6858000"/>
              <a:gd name="connsiteX6" fmla="*/ 8054975 w 8403108"/>
              <a:gd name="connsiteY6" fmla="*/ 6858000 h 6858000"/>
              <a:gd name="connsiteX7" fmla="*/ 0 w 8403108"/>
              <a:gd name="connsiteY7" fmla="*/ 6858000 h 6858000"/>
              <a:gd name="connsiteX8" fmla="*/ 0 w 8403108"/>
              <a:gd name="connsiteY8" fmla="*/ 0 h 6858000"/>
              <a:gd name="connsiteX0" fmla="*/ 0 w 8055939"/>
              <a:gd name="connsiteY0" fmla="*/ 0 h 6858000"/>
              <a:gd name="connsiteX1" fmla="*/ 8054975 w 8055939"/>
              <a:gd name="connsiteY1" fmla="*/ 0 h 6858000"/>
              <a:gd name="connsiteX2" fmla="*/ 8054975 w 8055939"/>
              <a:gd name="connsiteY2" fmla="*/ 2 h 6858000"/>
              <a:gd name="connsiteX3" fmla="*/ 5834270 w 8055939"/>
              <a:gd name="connsiteY3" fmla="*/ 2 h 6858000"/>
              <a:gd name="connsiteX4" fmla="*/ 5834328 w 8055939"/>
              <a:gd name="connsiteY4" fmla="*/ 2261 h 6858000"/>
              <a:gd name="connsiteX5" fmla="*/ 6834633 w 8055939"/>
              <a:gd name="connsiteY5" fmla="*/ 4089974 h 6858000"/>
              <a:gd name="connsiteX6" fmla="*/ 8054975 w 8055939"/>
              <a:gd name="connsiteY6" fmla="*/ 6858000 h 6858000"/>
              <a:gd name="connsiteX7" fmla="*/ 0 w 8055939"/>
              <a:gd name="connsiteY7" fmla="*/ 6858000 h 6858000"/>
              <a:gd name="connsiteX8" fmla="*/ 0 w 8055939"/>
              <a:gd name="connsiteY8" fmla="*/ 0 h 6858000"/>
              <a:gd name="connsiteX0" fmla="*/ 0 w 8056026"/>
              <a:gd name="connsiteY0" fmla="*/ 0 h 6858000"/>
              <a:gd name="connsiteX1" fmla="*/ 8054975 w 8056026"/>
              <a:gd name="connsiteY1" fmla="*/ 0 h 6858000"/>
              <a:gd name="connsiteX2" fmla="*/ 8054975 w 8056026"/>
              <a:gd name="connsiteY2" fmla="*/ 2 h 6858000"/>
              <a:gd name="connsiteX3" fmla="*/ 5834270 w 8056026"/>
              <a:gd name="connsiteY3" fmla="*/ 2 h 6858000"/>
              <a:gd name="connsiteX4" fmla="*/ 5834328 w 8056026"/>
              <a:gd name="connsiteY4" fmla="*/ 2261 h 6858000"/>
              <a:gd name="connsiteX5" fmla="*/ 6834633 w 8056026"/>
              <a:gd name="connsiteY5" fmla="*/ 4089974 h 6858000"/>
              <a:gd name="connsiteX6" fmla="*/ 8054975 w 8056026"/>
              <a:gd name="connsiteY6" fmla="*/ 6858000 h 6858000"/>
              <a:gd name="connsiteX7" fmla="*/ 0 w 8056026"/>
              <a:gd name="connsiteY7" fmla="*/ 6858000 h 6858000"/>
              <a:gd name="connsiteX8" fmla="*/ 0 w 8056026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56026" h="6858000">
                <a:moveTo>
                  <a:pt x="0" y="0"/>
                </a:moveTo>
                <a:lnTo>
                  <a:pt x="8054975" y="0"/>
                </a:lnTo>
                <a:lnTo>
                  <a:pt x="8054975" y="2"/>
                </a:lnTo>
                <a:lnTo>
                  <a:pt x="5834270" y="2"/>
                </a:lnTo>
                <a:cubicBezTo>
                  <a:pt x="5834289" y="755"/>
                  <a:pt x="5834309" y="1508"/>
                  <a:pt x="5834328" y="2261"/>
                </a:cubicBezTo>
                <a:cubicBezTo>
                  <a:pt x="5907461" y="1399584"/>
                  <a:pt x="6427429" y="2960039"/>
                  <a:pt x="6834633" y="4089974"/>
                </a:cubicBezTo>
                <a:cubicBezTo>
                  <a:pt x="7280941" y="5328417"/>
                  <a:pt x="8089180" y="6848387"/>
                  <a:pt x="8054975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3620A-BE17-139F-1B00-32CCF42C3959}"/>
              </a:ext>
            </a:extLst>
          </p:cNvPr>
          <p:cNvSpPr txBox="1"/>
          <p:nvPr userDrawn="1"/>
        </p:nvSpPr>
        <p:spPr>
          <a:xfrm>
            <a:off x="7284907" y="2009912"/>
            <a:ext cx="4231914" cy="1419088"/>
          </a:xfrm>
          <a:prstGeom prst="rect">
            <a:avLst/>
          </a:prstGeom>
          <a:noFill/>
        </p:spPr>
        <p:txBody>
          <a:bodyPr wrap="square" lIns="0" tIns="25200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bg1"/>
              </a:buClr>
            </a:pPr>
            <a:r>
              <a:rPr lang="en-US" sz="5400" b="1">
                <a:solidFill>
                  <a:schemeClr val="bg1"/>
                </a:solidFill>
              </a:rPr>
              <a:t>People First.  Always.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E8AE39E9-09F5-C03B-0419-D33C3059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50838"/>
            <a:ext cx="5135563" cy="1144587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AEC87B-27F7-36CF-E937-3FDB21C1A2B8}"/>
              </a:ext>
            </a:extLst>
          </p:cNvPr>
          <p:cNvSpPr/>
          <p:nvPr userDrawn="1"/>
        </p:nvSpPr>
        <p:spPr>
          <a:xfrm>
            <a:off x="10688128" y="6418053"/>
            <a:ext cx="1138687" cy="3536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oogle Shape;184;p158">
            <a:extLst>
              <a:ext uri="{FF2B5EF4-FFF2-40B4-BE49-F238E27FC236}">
                <a16:creationId xmlns:a16="http://schemas.microsoft.com/office/drawing/2014/main" id="{1E7FE287-3DA1-7670-97C3-1F0C1DDC59CC}"/>
              </a:ext>
            </a:extLst>
          </p:cNvPr>
          <p:cNvGrpSpPr/>
          <p:nvPr userDrawn="1"/>
        </p:nvGrpSpPr>
        <p:grpSpPr>
          <a:xfrm>
            <a:off x="0" y="6370638"/>
            <a:ext cx="12192000" cy="487362"/>
            <a:chOff x="0" y="5865814"/>
            <a:chExt cx="12192000" cy="487362"/>
          </a:xfrm>
        </p:grpSpPr>
        <p:sp>
          <p:nvSpPr>
            <p:cNvPr id="11" name="Google Shape;185;p158">
              <a:extLst>
                <a:ext uri="{FF2B5EF4-FFF2-40B4-BE49-F238E27FC236}">
                  <a16:creationId xmlns:a16="http://schemas.microsoft.com/office/drawing/2014/main" id="{00EA2662-B53B-8CD4-DA62-A4E2AB557CBF}"/>
                </a:ext>
              </a:extLst>
            </p:cNvPr>
            <p:cNvSpPr/>
            <p:nvPr/>
          </p:nvSpPr>
          <p:spPr>
            <a:xfrm>
              <a:off x="0" y="5865814"/>
              <a:ext cx="12192000" cy="4873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86;p158">
              <a:extLst>
                <a:ext uri="{FF2B5EF4-FFF2-40B4-BE49-F238E27FC236}">
                  <a16:creationId xmlns:a16="http://schemas.microsoft.com/office/drawing/2014/main" id="{A7B2845C-DFC3-63A4-11D2-F10C482145A8}"/>
                </a:ext>
              </a:extLst>
            </p:cNvPr>
            <p:cNvGrpSpPr/>
            <p:nvPr/>
          </p:nvGrpSpPr>
          <p:grpSpPr>
            <a:xfrm>
              <a:off x="233187" y="6058089"/>
              <a:ext cx="734224" cy="127001"/>
              <a:chOff x="2565400" y="2819400"/>
              <a:chExt cx="7048500" cy="1219200"/>
            </a:xfrm>
          </p:grpSpPr>
          <p:sp>
            <p:nvSpPr>
              <p:cNvPr id="13" name="Google Shape;187;p158">
                <a:extLst>
                  <a:ext uri="{FF2B5EF4-FFF2-40B4-BE49-F238E27FC236}">
                    <a16:creationId xmlns:a16="http://schemas.microsoft.com/office/drawing/2014/main" id="{10DEE490-A684-AA4D-C402-5E776DF9F240}"/>
                  </a:ext>
                </a:extLst>
              </p:cNvPr>
              <p:cNvSpPr/>
              <p:nvPr/>
            </p:nvSpPr>
            <p:spPr>
              <a:xfrm>
                <a:off x="2565400" y="2819400"/>
                <a:ext cx="12065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64" y="47"/>
                    </a:moveTo>
                    <a:cubicBezTo>
                      <a:pt x="47" y="67"/>
                      <a:pt x="47" y="67"/>
                      <a:pt x="47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3" y="85"/>
                      <a:pt x="60" y="86"/>
                      <a:pt x="55" y="86"/>
                    </a:cubicBezTo>
                    <a:cubicBezTo>
                      <a:pt x="41" y="86"/>
                      <a:pt x="31" y="75"/>
                      <a:pt x="31" y="59"/>
                    </a:cubicBezTo>
                    <a:cubicBezTo>
                      <a:pt x="31" y="44"/>
                      <a:pt x="42" y="21"/>
                      <a:pt x="70" y="21"/>
                    </a:cubicBezTo>
                    <a:cubicBezTo>
                      <a:pt x="77" y="21"/>
                      <a:pt x="90" y="23"/>
                      <a:pt x="101" y="30"/>
                    </a:cubicBezTo>
                    <a:cubicBezTo>
                      <a:pt x="107" y="6"/>
                      <a:pt x="107" y="6"/>
                      <a:pt x="107" y="6"/>
                    </a:cubicBezTo>
                    <a:cubicBezTo>
                      <a:pt x="95" y="2"/>
                      <a:pt x="83" y="0"/>
                      <a:pt x="70" y="0"/>
                    </a:cubicBezTo>
                    <a:cubicBezTo>
                      <a:pt x="61" y="0"/>
                      <a:pt x="39" y="0"/>
                      <a:pt x="21" y="15"/>
                    </a:cubicBezTo>
                    <a:cubicBezTo>
                      <a:pt x="8" y="26"/>
                      <a:pt x="0" y="43"/>
                      <a:pt x="0" y="60"/>
                    </a:cubicBezTo>
                    <a:cubicBezTo>
                      <a:pt x="0" y="90"/>
                      <a:pt x="22" y="107"/>
                      <a:pt x="52" y="107"/>
                    </a:cubicBezTo>
                    <a:cubicBezTo>
                      <a:pt x="65" y="107"/>
                      <a:pt x="79" y="103"/>
                      <a:pt x="91" y="9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64" y="47"/>
                      <a:pt x="64" y="47"/>
                      <a:pt x="64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88;p158">
                <a:extLst>
                  <a:ext uri="{FF2B5EF4-FFF2-40B4-BE49-F238E27FC236}">
                    <a16:creationId xmlns:a16="http://schemas.microsoft.com/office/drawing/2014/main" id="{B2F5F0CE-8F8B-71CA-CB36-F4C44B12A0D6}"/>
                  </a:ext>
                </a:extLst>
              </p:cNvPr>
              <p:cNvSpPr/>
              <p:nvPr/>
            </p:nvSpPr>
            <p:spPr>
              <a:xfrm>
                <a:off x="3670300" y="2854325"/>
                <a:ext cx="1162050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1" extrusionOk="0">
                    <a:moveTo>
                      <a:pt x="81" y="56"/>
                    </a:moveTo>
                    <a:cubicBezTo>
                      <a:pt x="83" y="55"/>
                      <a:pt x="88" y="53"/>
                      <a:pt x="92" y="50"/>
                    </a:cubicBezTo>
                    <a:cubicBezTo>
                      <a:pt x="99" y="45"/>
                      <a:pt x="103" y="36"/>
                      <a:pt x="103" y="27"/>
                    </a:cubicBezTo>
                    <a:cubicBezTo>
                      <a:pt x="103" y="8"/>
                      <a:pt x="86" y="0"/>
                      <a:pt x="72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31" y="101"/>
                      <a:pt x="31" y="101"/>
                      <a:pt x="31" y="101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3" y="59"/>
                      <a:pt x="45" y="59"/>
                      <a:pt x="48" y="59"/>
                    </a:cubicBezTo>
                    <a:cubicBezTo>
                      <a:pt x="49" y="59"/>
                      <a:pt x="50" y="59"/>
                      <a:pt x="52" y="59"/>
                    </a:cubicBezTo>
                    <a:cubicBezTo>
                      <a:pt x="64" y="101"/>
                      <a:pt x="64" y="101"/>
                      <a:pt x="64" y="101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81" y="56"/>
                      <a:pt x="81" y="56"/>
                      <a:pt x="81" y="56"/>
                    </a:cubicBezTo>
                    <a:close/>
                    <a:moveTo>
                      <a:pt x="43" y="56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0" y="22"/>
                      <a:pt x="60" y="22"/>
                      <a:pt x="60" y="22"/>
                    </a:cubicBezTo>
                    <a:cubicBezTo>
                      <a:pt x="66" y="22"/>
                      <a:pt x="73" y="23"/>
                      <a:pt x="73" y="31"/>
                    </a:cubicBezTo>
                    <a:cubicBezTo>
                      <a:pt x="73" y="36"/>
                      <a:pt x="69" y="40"/>
                      <a:pt x="62" y="40"/>
                    </a:cubicBezTo>
                    <a:cubicBezTo>
                      <a:pt x="61" y="40"/>
                      <a:pt x="61" y="40"/>
                      <a:pt x="60" y="40"/>
                    </a:cubicBezTo>
                    <a:cubicBezTo>
                      <a:pt x="43" y="56"/>
                      <a:pt x="43" y="56"/>
                      <a:pt x="43" y="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89;p158">
                <a:extLst>
                  <a:ext uri="{FF2B5EF4-FFF2-40B4-BE49-F238E27FC236}">
                    <a16:creationId xmlns:a16="http://schemas.microsoft.com/office/drawing/2014/main" id="{58D3D50A-3BA1-57A4-7E6F-3F2D3C1638B4}"/>
                  </a:ext>
                </a:extLst>
              </p:cNvPr>
              <p:cNvSpPr/>
              <p:nvPr/>
            </p:nvSpPr>
            <p:spPr>
              <a:xfrm>
                <a:off x="4560888" y="2854325"/>
                <a:ext cx="119538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724" extrusionOk="0">
                    <a:moveTo>
                      <a:pt x="704" y="0"/>
                    </a:moveTo>
                    <a:lnTo>
                      <a:pt x="462" y="0"/>
                    </a:lnTo>
                    <a:lnTo>
                      <a:pt x="0" y="724"/>
                    </a:lnTo>
                    <a:lnTo>
                      <a:pt x="235" y="724"/>
                    </a:lnTo>
                    <a:lnTo>
                      <a:pt x="306" y="602"/>
                    </a:lnTo>
                    <a:lnTo>
                      <a:pt x="533" y="602"/>
                    </a:lnTo>
                    <a:lnTo>
                      <a:pt x="540" y="724"/>
                    </a:lnTo>
                    <a:lnTo>
                      <a:pt x="753" y="724"/>
                    </a:lnTo>
                    <a:lnTo>
                      <a:pt x="704" y="0"/>
                    </a:lnTo>
                    <a:lnTo>
                      <a:pt x="704" y="0"/>
                    </a:lnTo>
                    <a:close/>
                    <a:moveTo>
                      <a:pt x="391" y="452"/>
                    </a:moveTo>
                    <a:lnTo>
                      <a:pt x="519" y="244"/>
                    </a:lnTo>
                    <a:lnTo>
                      <a:pt x="526" y="452"/>
                    </a:lnTo>
                    <a:lnTo>
                      <a:pt x="391" y="452"/>
                    </a:lnTo>
                    <a:lnTo>
                      <a:pt x="391" y="4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90;p158">
                <a:extLst>
                  <a:ext uri="{FF2B5EF4-FFF2-40B4-BE49-F238E27FC236}">
                    <a16:creationId xmlns:a16="http://schemas.microsoft.com/office/drawing/2014/main" id="{CE7217B9-806C-FF17-9618-F78B2F8A474A}"/>
                  </a:ext>
                </a:extLst>
              </p:cNvPr>
              <p:cNvSpPr/>
              <p:nvPr/>
            </p:nvSpPr>
            <p:spPr>
              <a:xfrm>
                <a:off x="5756275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91;p158">
                <a:extLst>
                  <a:ext uri="{FF2B5EF4-FFF2-40B4-BE49-F238E27FC236}">
                    <a16:creationId xmlns:a16="http://schemas.microsoft.com/office/drawing/2014/main" id="{02A6EC43-72FE-3F8F-1439-3BE55712325F}"/>
                  </a:ext>
                </a:extLst>
              </p:cNvPr>
              <p:cNvSpPr/>
              <p:nvPr/>
            </p:nvSpPr>
            <p:spPr>
              <a:xfrm>
                <a:off x="6681788" y="2854325"/>
                <a:ext cx="113823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0" y="101"/>
                    </a:moveTo>
                    <a:cubicBezTo>
                      <a:pt x="54" y="101"/>
                      <a:pt x="54" y="101"/>
                      <a:pt x="54" y="101"/>
                    </a:cubicBezTo>
                    <a:cubicBezTo>
                      <a:pt x="62" y="101"/>
                      <a:pt x="72" y="100"/>
                      <a:pt x="82" y="93"/>
                    </a:cubicBezTo>
                    <a:cubicBezTo>
                      <a:pt x="89" y="87"/>
                      <a:pt x="93" y="78"/>
                      <a:pt x="93" y="70"/>
                    </a:cubicBezTo>
                    <a:cubicBezTo>
                      <a:pt x="93" y="63"/>
                      <a:pt x="90" y="57"/>
                      <a:pt x="86" y="54"/>
                    </a:cubicBezTo>
                    <a:cubicBezTo>
                      <a:pt x="84" y="51"/>
                      <a:pt x="81" y="50"/>
                      <a:pt x="79" y="50"/>
                    </a:cubicBezTo>
                    <a:cubicBezTo>
                      <a:pt x="92" y="47"/>
                      <a:pt x="101" y="38"/>
                      <a:pt x="101" y="25"/>
                    </a:cubicBezTo>
                    <a:cubicBezTo>
                      <a:pt x="101" y="6"/>
                      <a:pt x="85" y="0"/>
                      <a:pt x="7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lose/>
                    <a:moveTo>
                      <a:pt x="43" y="55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65" y="22"/>
                      <a:pt x="68" y="22"/>
                      <a:pt x="70" y="25"/>
                    </a:cubicBezTo>
                    <a:cubicBezTo>
                      <a:pt x="71" y="27"/>
                      <a:pt x="72" y="28"/>
                      <a:pt x="72" y="30"/>
                    </a:cubicBezTo>
                    <a:cubicBezTo>
                      <a:pt x="72" y="33"/>
                      <a:pt x="70" y="38"/>
                      <a:pt x="63" y="39"/>
                    </a:cubicBezTo>
                    <a:cubicBezTo>
                      <a:pt x="61" y="40"/>
                      <a:pt x="60" y="40"/>
                      <a:pt x="58" y="40"/>
                    </a:cubicBezTo>
                    <a:cubicBezTo>
                      <a:pt x="43" y="55"/>
                      <a:pt x="43" y="55"/>
                      <a:pt x="43" y="55"/>
                    </a:cubicBezTo>
                    <a:close/>
                    <a:moveTo>
                      <a:pt x="49" y="57"/>
                    </a:moveTo>
                    <a:cubicBezTo>
                      <a:pt x="53" y="57"/>
                      <a:pt x="58" y="57"/>
                      <a:pt x="61" y="62"/>
                    </a:cubicBezTo>
                    <a:cubicBezTo>
                      <a:pt x="62" y="63"/>
                      <a:pt x="62" y="65"/>
                      <a:pt x="62" y="67"/>
                    </a:cubicBezTo>
                    <a:cubicBezTo>
                      <a:pt x="62" y="69"/>
                      <a:pt x="61" y="75"/>
                      <a:pt x="52" y="78"/>
                    </a:cubicBezTo>
                    <a:cubicBezTo>
                      <a:pt x="50" y="79"/>
                      <a:pt x="47" y="79"/>
                      <a:pt x="41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42" y="57"/>
                      <a:pt x="42" y="57"/>
                      <a:pt x="42" y="57"/>
                    </a:cubicBezTo>
                    <a:cubicBezTo>
                      <a:pt x="49" y="57"/>
                      <a:pt x="49" y="57"/>
                      <a:pt x="49" y="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92;p158">
                <a:extLst>
                  <a:ext uri="{FF2B5EF4-FFF2-40B4-BE49-F238E27FC236}">
                    <a16:creationId xmlns:a16="http://schemas.microsoft.com/office/drawing/2014/main" id="{CAFE2508-0F32-5783-B382-7880DD42D80C}"/>
                  </a:ext>
                </a:extLst>
              </p:cNvPr>
              <p:cNvSpPr/>
              <p:nvPr/>
            </p:nvSpPr>
            <p:spPr>
              <a:xfrm>
                <a:off x="7707313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3;p158">
                <a:extLst>
                  <a:ext uri="{FF2B5EF4-FFF2-40B4-BE49-F238E27FC236}">
                    <a16:creationId xmlns:a16="http://schemas.microsoft.com/office/drawing/2014/main" id="{597DEB7F-1027-A69B-0CFC-908B77C8925C}"/>
                  </a:ext>
                </a:extLst>
              </p:cNvPr>
              <p:cNvSpPr/>
              <p:nvPr/>
            </p:nvSpPr>
            <p:spPr>
              <a:xfrm>
                <a:off x="8632825" y="2854325"/>
                <a:ext cx="9810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18" h="724" extrusionOk="0">
                    <a:moveTo>
                      <a:pt x="270" y="552"/>
                    </a:moveTo>
                    <a:lnTo>
                      <a:pt x="41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62" y="724"/>
                    </a:lnTo>
                    <a:lnTo>
                      <a:pt x="618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94;p158">
                <a:extLst>
                  <a:ext uri="{FF2B5EF4-FFF2-40B4-BE49-F238E27FC236}">
                    <a16:creationId xmlns:a16="http://schemas.microsoft.com/office/drawing/2014/main" id="{8D6BD8B6-3298-B389-B41B-47D8FAF00D7A}"/>
                  </a:ext>
                </a:extLst>
              </p:cNvPr>
              <p:cNvSpPr/>
              <p:nvPr/>
            </p:nvSpPr>
            <p:spPr>
              <a:xfrm>
                <a:off x="9421813" y="285432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6" y="8"/>
                    </a:moveTo>
                    <a:cubicBezTo>
                      <a:pt x="16" y="13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6" y="4"/>
                      <a:pt x="16" y="8"/>
                    </a:cubicBezTo>
                    <a:close/>
                    <a:moveTo>
                      <a:pt x="1" y="8"/>
                    </a:moveTo>
                    <a:cubicBezTo>
                      <a:pt x="1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cubicBezTo>
                      <a:pt x="15" y="4"/>
                      <a:pt x="12" y="1"/>
                      <a:pt x="8" y="1"/>
                    </a:cubicBezTo>
                    <a:cubicBezTo>
                      <a:pt x="4" y="1"/>
                      <a:pt x="1" y="4"/>
                      <a:pt x="1" y="8"/>
                    </a:cubicBezTo>
                    <a:close/>
                    <a:moveTo>
                      <a:pt x="6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4"/>
                      <a:pt x="11" y="5"/>
                      <a:pt x="11" y="6"/>
                    </a:cubicBezTo>
                    <a:cubicBezTo>
                      <a:pt x="11" y="7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9"/>
                      <a:pt x="11" y="10"/>
                    </a:cubicBezTo>
                    <a:cubicBezTo>
                      <a:pt x="11" y="11"/>
                      <a:pt x="11" y="12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9" y="12"/>
                      <a:pt x="9" y="11"/>
                      <a:pt x="9" y="10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6" y="9"/>
                      <a:pt x="6" y="9"/>
                      <a:pt x="6" y="9"/>
                    </a:cubicBezTo>
                    <a:lnTo>
                      <a:pt x="6" y="13"/>
                    </a:lnTo>
                    <a:close/>
                    <a:moveTo>
                      <a:pt x="6" y="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7"/>
                      <a:pt x="10" y="6"/>
                    </a:cubicBezTo>
                    <a:cubicBezTo>
                      <a:pt x="10" y="5"/>
                      <a:pt x="9" y="5"/>
                      <a:pt x="8" y="5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6E557B-BFF2-0BF8-C96E-FA47D90B5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2875" y="6358336"/>
            <a:ext cx="5583277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[PRESENTATION] - [DATE]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C5EA9F-6002-4109-1455-E95DD1A07A1C}"/>
              </a:ext>
            </a:extLst>
          </p:cNvPr>
          <p:cNvSpPr txBox="1"/>
          <p:nvPr userDrawn="1"/>
        </p:nvSpPr>
        <p:spPr>
          <a:xfrm>
            <a:off x="10806152" y="6501439"/>
            <a:ext cx="9381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CONFIDENTIAL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768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75E-6 -0.03472 L -3.75E-6 2.22222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  <p:extLst>
    <p:ext uri="{DCECCB84-F9BA-43D5-87BE-67443E8EF086}">
      <p15:sldGuideLst xmlns:p15="http://schemas.microsoft.com/office/powerpoint/2012/main">
        <p15:guide id="1" orient="horz" pos="595">
          <p15:clr>
            <a:srgbClr val="00000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1917-2F2F-E2B9-11F0-B35386BC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50839"/>
            <a:ext cx="11183935" cy="620712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2800648B-98CD-554A-E742-5DC400168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2" y="6492875"/>
            <a:ext cx="307446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US" sz="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9449BFA-8B4F-47F0-9BF4-B4B9AB81B85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BDFE-2D39-A8D1-7F1C-5FD1EBC0C6DC}"/>
              </a:ext>
            </a:extLst>
          </p:cNvPr>
          <p:cNvSpPr/>
          <p:nvPr/>
        </p:nvSpPr>
        <p:spPr>
          <a:xfrm>
            <a:off x="0" y="0"/>
            <a:ext cx="12191999" cy="116114"/>
          </a:xfrm>
          <a:prstGeom prst="rect">
            <a:avLst/>
          </a:prstGeom>
          <a:gradFill>
            <a:gsLst>
              <a:gs pos="71000">
                <a:schemeClr val="accent2"/>
              </a:gs>
              <a:gs pos="0">
                <a:schemeClr val="accent1"/>
              </a:gs>
              <a:gs pos="27000">
                <a:srgbClr val="0B5A8C"/>
              </a:gs>
              <a:gs pos="100000">
                <a:schemeClr val="accent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307546E0-B61A-D3A6-61FE-56A13D4BB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79304" y="6502400"/>
            <a:ext cx="67033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Chubb Best and Final with Graebel - Jan 2026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174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1917-2F2F-E2B9-11F0-B35386BC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50839"/>
            <a:ext cx="11183935" cy="620712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2800648B-98CD-554A-E742-5DC400168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2" y="6482242"/>
            <a:ext cx="307446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US" sz="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79DFB46-2B9E-4495-A440-80DA264EAEFB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BDFE-2D39-A8D1-7F1C-5FD1EBC0C6DC}"/>
              </a:ext>
            </a:extLst>
          </p:cNvPr>
          <p:cNvSpPr/>
          <p:nvPr/>
        </p:nvSpPr>
        <p:spPr>
          <a:xfrm>
            <a:off x="0" y="0"/>
            <a:ext cx="12191999" cy="116114"/>
          </a:xfrm>
          <a:prstGeom prst="rect">
            <a:avLst/>
          </a:prstGeom>
          <a:gradFill>
            <a:gsLst>
              <a:gs pos="71000">
                <a:schemeClr val="accent2"/>
              </a:gs>
              <a:gs pos="0">
                <a:schemeClr val="accent1"/>
              </a:gs>
              <a:gs pos="27000">
                <a:srgbClr val="0B5A8C"/>
              </a:gs>
              <a:gs pos="100000">
                <a:schemeClr val="accent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307546E0-B61A-D3A6-61FE-56A13D4BB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79304" y="6505102"/>
            <a:ext cx="67033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Graebel response to Procter &amp; Gamble request for Domestic RFP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718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595">
          <p15:clr>
            <a:srgbClr val="00000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DF5547-A742-931F-228B-D5070690DDC4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1000">
                <a:srgbClr val="1A76A0"/>
              </a:gs>
              <a:gs pos="0">
                <a:schemeClr val="accent2"/>
              </a:gs>
              <a:gs pos="100000">
                <a:schemeClr val="bg2"/>
              </a:gs>
            </a:gsLst>
            <a:lin ang="10800000" scaled="0"/>
          </a:gra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62E58-2639-BC95-FA74-E877DD0EB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082795"/>
            <a:ext cx="6461951" cy="1870529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7F478-9710-C836-4584-1883D6557D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4825" y="4330234"/>
            <a:ext cx="6461951" cy="1058194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sections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601B52-D2DE-CA74-202C-74A26B68C670}"/>
              </a:ext>
            </a:extLst>
          </p:cNvPr>
          <p:cNvCxnSpPr>
            <a:cxnSpLocks/>
          </p:cNvCxnSpPr>
          <p:nvPr/>
        </p:nvCxnSpPr>
        <p:spPr>
          <a:xfrm>
            <a:off x="520421" y="4118915"/>
            <a:ext cx="2687637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17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921EED-B86E-A4EF-9641-1AD1FFB4D063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8B4E-7388-AD75-A850-2A7555AF50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87172" y="6425548"/>
            <a:ext cx="307446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711BB5-CEE6-42C5-BCE8-1AD92792A7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F864C4-82F4-D48B-8269-060A3543F59B}"/>
              </a:ext>
            </a:extLst>
          </p:cNvPr>
          <p:cNvSpPr txBox="1"/>
          <p:nvPr userDrawn="1"/>
        </p:nvSpPr>
        <p:spPr>
          <a:xfrm>
            <a:off x="10181881" y="6423496"/>
            <a:ext cx="1269673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ctr" defTabSz="914400" rtl="0" eaLnBrk="1" latinLnBrk="0" hangingPunct="1"/>
            <a:r>
              <a:rPr lang="en-US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5D0BBE-03A1-9AED-0169-23D505AC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50839"/>
            <a:ext cx="11183935" cy="62071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B1A53CFF-8A2B-ADB2-D7DD-9A92484B2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79304" y="6448408"/>
            <a:ext cx="67033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Graebel response to Procter &amp; Gamble request for Domestic RFP</a:t>
            </a:r>
            <a:endParaRPr lang="en-GB"/>
          </a:p>
        </p:txBody>
      </p:sp>
      <p:grpSp>
        <p:nvGrpSpPr>
          <p:cNvPr id="2" name="Google Shape;192;p52">
            <a:extLst>
              <a:ext uri="{FF2B5EF4-FFF2-40B4-BE49-F238E27FC236}">
                <a16:creationId xmlns:a16="http://schemas.microsoft.com/office/drawing/2014/main" id="{5331C9D6-EF8A-5292-B43E-4923A52D9FE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50377" y="6403706"/>
            <a:ext cx="1087898" cy="188177"/>
            <a:chOff x="2565400" y="2819400"/>
            <a:chExt cx="7048500" cy="1219200"/>
          </a:xfrm>
          <a:solidFill>
            <a:schemeClr val="bg1"/>
          </a:solidFill>
        </p:grpSpPr>
        <p:sp>
          <p:nvSpPr>
            <p:cNvPr id="7" name="Google Shape;193;p52">
              <a:extLst>
                <a:ext uri="{FF2B5EF4-FFF2-40B4-BE49-F238E27FC236}">
                  <a16:creationId xmlns:a16="http://schemas.microsoft.com/office/drawing/2014/main" id="{8E09BE07-6F02-A845-D2EE-850BF2638DFC}"/>
                </a:ext>
              </a:extLst>
            </p:cNvPr>
            <p:cNvSpPr/>
            <p:nvPr/>
          </p:nvSpPr>
          <p:spPr>
            <a:xfrm>
              <a:off x="2565400" y="2819400"/>
              <a:ext cx="1206500" cy="1219200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4" y="4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3" y="85"/>
                    <a:pt x="60" y="86"/>
                    <a:pt x="55" y="86"/>
                  </a:cubicBezTo>
                  <a:cubicBezTo>
                    <a:pt x="41" y="86"/>
                    <a:pt x="31" y="75"/>
                    <a:pt x="31" y="59"/>
                  </a:cubicBezTo>
                  <a:cubicBezTo>
                    <a:pt x="31" y="44"/>
                    <a:pt x="42" y="21"/>
                    <a:pt x="70" y="21"/>
                  </a:cubicBezTo>
                  <a:cubicBezTo>
                    <a:pt x="77" y="21"/>
                    <a:pt x="90" y="23"/>
                    <a:pt x="101" y="30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5" y="2"/>
                    <a:pt x="83" y="0"/>
                    <a:pt x="70" y="0"/>
                  </a:cubicBezTo>
                  <a:cubicBezTo>
                    <a:pt x="61" y="0"/>
                    <a:pt x="39" y="0"/>
                    <a:pt x="21" y="15"/>
                  </a:cubicBezTo>
                  <a:cubicBezTo>
                    <a:pt x="8" y="26"/>
                    <a:pt x="0" y="43"/>
                    <a:pt x="0" y="60"/>
                  </a:cubicBezTo>
                  <a:cubicBezTo>
                    <a:pt x="0" y="90"/>
                    <a:pt x="22" y="107"/>
                    <a:pt x="52" y="107"/>
                  </a:cubicBezTo>
                  <a:cubicBezTo>
                    <a:pt x="65" y="107"/>
                    <a:pt x="79" y="103"/>
                    <a:pt x="91" y="9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64" y="47"/>
                    <a:pt x="64" y="47"/>
                    <a:pt x="64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Google Shape;194;p52">
              <a:extLst>
                <a:ext uri="{FF2B5EF4-FFF2-40B4-BE49-F238E27FC236}">
                  <a16:creationId xmlns:a16="http://schemas.microsoft.com/office/drawing/2014/main" id="{25A7981A-7F37-9C35-F293-10B00EF35D0D}"/>
                </a:ext>
              </a:extLst>
            </p:cNvPr>
            <p:cNvSpPr/>
            <p:nvPr/>
          </p:nvSpPr>
          <p:spPr>
            <a:xfrm>
              <a:off x="3670300" y="2854325"/>
              <a:ext cx="1162050" cy="1149350"/>
            </a:xfrm>
            <a:custGeom>
              <a:avLst/>
              <a:gdLst/>
              <a:ahLst/>
              <a:cxnLst/>
              <a:rect l="l" t="t" r="r" b="b"/>
              <a:pathLst>
                <a:path w="103" h="101" extrusionOk="0">
                  <a:moveTo>
                    <a:pt x="81" y="56"/>
                  </a:moveTo>
                  <a:cubicBezTo>
                    <a:pt x="83" y="55"/>
                    <a:pt x="88" y="53"/>
                    <a:pt x="92" y="50"/>
                  </a:cubicBezTo>
                  <a:cubicBezTo>
                    <a:pt x="99" y="45"/>
                    <a:pt x="103" y="36"/>
                    <a:pt x="103" y="27"/>
                  </a:cubicBezTo>
                  <a:cubicBezTo>
                    <a:pt x="103" y="8"/>
                    <a:pt x="86" y="0"/>
                    <a:pt x="7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43" y="59"/>
                    <a:pt x="45" y="59"/>
                    <a:pt x="48" y="59"/>
                  </a:cubicBezTo>
                  <a:cubicBezTo>
                    <a:pt x="49" y="59"/>
                    <a:pt x="50" y="59"/>
                    <a:pt x="52" y="59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81" y="56"/>
                    <a:pt x="81" y="56"/>
                    <a:pt x="81" y="56"/>
                  </a:cubicBezTo>
                  <a:close/>
                  <a:moveTo>
                    <a:pt x="43" y="56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6" y="22"/>
                    <a:pt x="73" y="23"/>
                    <a:pt x="73" y="31"/>
                  </a:cubicBezTo>
                  <a:cubicBezTo>
                    <a:pt x="73" y="36"/>
                    <a:pt x="69" y="40"/>
                    <a:pt x="62" y="40"/>
                  </a:cubicBezTo>
                  <a:cubicBezTo>
                    <a:pt x="61" y="40"/>
                    <a:pt x="61" y="40"/>
                    <a:pt x="60" y="40"/>
                  </a:cubicBezTo>
                  <a:cubicBezTo>
                    <a:pt x="43" y="56"/>
                    <a:pt x="43" y="56"/>
                    <a:pt x="43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" name="Google Shape;195;p52">
              <a:extLst>
                <a:ext uri="{FF2B5EF4-FFF2-40B4-BE49-F238E27FC236}">
                  <a16:creationId xmlns:a16="http://schemas.microsoft.com/office/drawing/2014/main" id="{09F35EFA-E3D0-74F2-5876-942081F77937}"/>
                </a:ext>
              </a:extLst>
            </p:cNvPr>
            <p:cNvSpPr/>
            <p:nvPr/>
          </p:nvSpPr>
          <p:spPr>
            <a:xfrm>
              <a:off x="4560888" y="2854325"/>
              <a:ext cx="1195388" cy="1149350"/>
            </a:xfrm>
            <a:custGeom>
              <a:avLst/>
              <a:gdLst/>
              <a:ahLst/>
              <a:cxnLst/>
              <a:rect l="l" t="t" r="r" b="b"/>
              <a:pathLst>
                <a:path w="753" h="724" extrusionOk="0">
                  <a:moveTo>
                    <a:pt x="704" y="0"/>
                  </a:moveTo>
                  <a:lnTo>
                    <a:pt x="462" y="0"/>
                  </a:lnTo>
                  <a:lnTo>
                    <a:pt x="0" y="724"/>
                  </a:lnTo>
                  <a:lnTo>
                    <a:pt x="235" y="724"/>
                  </a:lnTo>
                  <a:lnTo>
                    <a:pt x="306" y="602"/>
                  </a:lnTo>
                  <a:lnTo>
                    <a:pt x="533" y="602"/>
                  </a:lnTo>
                  <a:lnTo>
                    <a:pt x="540" y="724"/>
                  </a:lnTo>
                  <a:lnTo>
                    <a:pt x="753" y="724"/>
                  </a:lnTo>
                  <a:lnTo>
                    <a:pt x="704" y="0"/>
                  </a:lnTo>
                  <a:lnTo>
                    <a:pt x="704" y="0"/>
                  </a:lnTo>
                  <a:close/>
                  <a:moveTo>
                    <a:pt x="391" y="452"/>
                  </a:moveTo>
                  <a:lnTo>
                    <a:pt x="519" y="244"/>
                  </a:lnTo>
                  <a:lnTo>
                    <a:pt x="526" y="452"/>
                  </a:lnTo>
                  <a:lnTo>
                    <a:pt x="391" y="452"/>
                  </a:lnTo>
                  <a:lnTo>
                    <a:pt x="391" y="4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" name="Google Shape;196;p52">
              <a:extLst>
                <a:ext uri="{FF2B5EF4-FFF2-40B4-BE49-F238E27FC236}">
                  <a16:creationId xmlns:a16="http://schemas.microsoft.com/office/drawing/2014/main" id="{6099950B-42F5-32E9-932D-0D22AC943791}"/>
                </a:ext>
              </a:extLst>
            </p:cNvPr>
            <p:cNvSpPr/>
            <p:nvPr/>
          </p:nvSpPr>
          <p:spPr>
            <a:xfrm>
              <a:off x="5756275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Google Shape;197;p52">
              <a:extLst>
                <a:ext uri="{FF2B5EF4-FFF2-40B4-BE49-F238E27FC236}">
                  <a16:creationId xmlns:a16="http://schemas.microsoft.com/office/drawing/2014/main" id="{77653285-F562-4C9A-A4E5-40B3021EA1FF}"/>
                </a:ext>
              </a:extLst>
            </p:cNvPr>
            <p:cNvSpPr/>
            <p:nvPr/>
          </p:nvSpPr>
          <p:spPr>
            <a:xfrm>
              <a:off x="6681788" y="2854325"/>
              <a:ext cx="1138238" cy="114935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0" y="101"/>
                  </a:moveTo>
                  <a:cubicBezTo>
                    <a:pt x="54" y="101"/>
                    <a:pt x="54" y="101"/>
                    <a:pt x="54" y="101"/>
                  </a:cubicBezTo>
                  <a:cubicBezTo>
                    <a:pt x="62" y="101"/>
                    <a:pt x="72" y="100"/>
                    <a:pt x="82" y="93"/>
                  </a:cubicBezTo>
                  <a:cubicBezTo>
                    <a:pt x="89" y="87"/>
                    <a:pt x="93" y="78"/>
                    <a:pt x="93" y="70"/>
                  </a:cubicBezTo>
                  <a:cubicBezTo>
                    <a:pt x="93" y="63"/>
                    <a:pt x="90" y="57"/>
                    <a:pt x="86" y="54"/>
                  </a:cubicBezTo>
                  <a:cubicBezTo>
                    <a:pt x="84" y="51"/>
                    <a:pt x="81" y="50"/>
                    <a:pt x="79" y="50"/>
                  </a:cubicBezTo>
                  <a:cubicBezTo>
                    <a:pt x="92" y="47"/>
                    <a:pt x="101" y="38"/>
                    <a:pt x="101" y="25"/>
                  </a:cubicBezTo>
                  <a:cubicBezTo>
                    <a:pt x="101" y="6"/>
                    <a:pt x="85" y="0"/>
                    <a:pt x="71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lose/>
                  <a:moveTo>
                    <a:pt x="43" y="55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5" y="22"/>
                    <a:pt x="68" y="22"/>
                    <a:pt x="70" y="25"/>
                  </a:cubicBezTo>
                  <a:cubicBezTo>
                    <a:pt x="71" y="27"/>
                    <a:pt x="72" y="28"/>
                    <a:pt x="72" y="30"/>
                  </a:cubicBezTo>
                  <a:cubicBezTo>
                    <a:pt x="72" y="33"/>
                    <a:pt x="70" y="38"/>
                    <a:pt x="63" y="39"/>
                  </a:cubicBezTo>
                  <a:cubicBezTo>
                    <a:pt x="61" y="40"/>
                    <a:pt x="60" y="40"/>
                    <a:pt x="58" y="40"/>
                  </a:cubicBezTo>
                  <a:cubicBezTo>
                    <a:pt x="43" y="55"/>
                    <a:pt x="43" y="55"/>
                    <a:pt x="43" y="55"/>
                  </a:cubicBezTo>
                  <a:close/>
                  <a:moveTo>
                    <a:pt x="49" y="57"/>
                  </a:moveTo>
                  <a:cubicBezTo>
                    <a:pt x="53" y="57"/>
                    <a:pt x="58" y="57"/>
                    <a:pt x="61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9"/>
                    <a:pt x="61" y="75"/>
                    <a:pt x="52" y="78"/>
                  </a:cubicBezTo>
                  <a:cubicBezTo>
                    <a:pt x="50" y="79"/>
                    <a:pt x="47" y="79"/>
                    <a:pt x="4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49" y="57"/>
                    <a:pt x="49" y="57"/>
                    <a:pt x="49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Google Shape;198;p52">
              <a:extLst>
                <a:ext uri="{FF2B5EF4-FFF2-40B4-BE49-F238E27FC236}">
                  <a16:creationId xmlns:a16="http://schemas.microsoft.com/office/drawing/2014/main" id="{79BE758E-3D6B-261A-AB88-173AC9354B35}"/>
                </a:ext>
              </a:extLst>
            </p:cNvPr>
            <p:cNvSpPr/>
            <p:nvPr/>
          </p:nvSpPr>
          <p:spPr>
            <a:xfrm>
              <a:off x="7707313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4" name="Google Shape;199;p52">
              <a:extLst>
                <a:ext uri="{FF2B5EF4-FFF2-40B4-BE49-F238E27FC236}">
                  <a16:creationId xmlns:a16="http://schemas.microsoft.com/office/drawing/2014/main" id="{7FEAE8C9-0FC0-C719-AD84-BE654E81996A}"/>
                </a:ext>
              </a:extLst>
            </p:cNvPr>
            <p:cNvSpPr/>
            <p:nvPr/>
          </p:nvSpPr>
          <p:spPr>
            <a:xfrm>
              <a:off x="8632825" y="2854325"/>
              <a:ext cx="981075" cy="1149350"/>
            </a:xfrm>
            <a:custGeom>
              <a:avLst/>
              <a:gdLst/>
              <a:ahLst/>
              <a:cxnLst/>
              <a:rect l="l" t="t" r="r" b="b"/>
              <a:pathLst>
                <a:path w="618" h="724" extrusionOk="0">
                  <a:moveTo>
                    <a:pt x="270" y="552"/>
                  </a:moveTo>
                  <a:lnTo>
                    <a:pt x="41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62" y="724"/>
                  </a:lnTo>
                  <a:lnTo>
                    <a:pt x="618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5" name="Google Shape;200;p52">
              <a:extLst>
                <a:ext uri="{FF2B5EF4-FFF2-40B4-BE49-F238E27FC236}">
                  <a16:creationId xmlns:a16="http://schemas.microsoft.com/office/drawing/2014/main" id="{04DF5169-A7D7-4C6B-373E-EE1C44FB8EE1}"/>
                </a:ext>
              </a:extLst>
            </p:cNvPr>
            <p:cNvSpPr/>
            <p:nvPr/>
          </p:nvSpPr>
          <p:spPr>
            <a:xfrm>
              <a:off x="9421813" y="285432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" y="8"/>
                  </a:moveTo>
                  <a:cubicBezTo>
                    <a:pt x="1" y="12"/>
                    <a:pt x="4" y="15"/>
                    <a:pt x="8" y="15"/>
                  </a:cubicBezTo>
                  <a:cubicBezTo>
                    <a:pt x="12" y="15"/>
                    <a:pt x="15" y="12"/>
                    <a:pt x="15" y="8"/>
                  </a:cubicBezTo>
                  <a:cubicBezTo>
                    <a:pt x="15" y="4"/>
                    <a:pt x="12" y="1"/>
                    <a:pt x="8" y="1"/>
                  </a:cubicBezTo>
                  <a:cubicBezTo>
                    <a:pt x="4" y="1"/>
                    <a:pt x="1" y="4"/>
                    <a:pt x="1" y="8"/>
                  </a:cubicBezTo>
                  <a:close/>
                  <a:moveTo>
                    <a:pt x="6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1" y="5"/>
                    <a:pt x="11" y="6"/>
                  </a:cubicBezTo>
                  <a:cubicBezTo>
                    <a:pt x="11" y="7"/>
                    <a:pt x="10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9"/>
                    <a:pt x="11" y="10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9" y="12"/>
                    <a:pt x="9" y="11"/>
                    <a:pt x="9" y="10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lnTo>
                    <a:pt x="6" y="13"/>
                  </a:lnTo>
                  <a:close/>
                  <a:moveTo>
                    <a:pt x="6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668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0B3A-DC24-B803-B4D2-BAE01311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FDD9E-CE49-369A-D947-A36B6F827D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15321" y="6356350"/>
            <a:ext cx="7065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Graebel response to Procter &amp; Gamble request for Domestic RFP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4BBE0-288D-7A25-9F5E-4E4B68EB17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711BB5-CEE6-42C5-BCE8-1AD92792A7D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1E78A-9796-2E70-76D8-EFB500544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61429"/>
          </a:xfrm>
          <a:prstGeom prst="rect">
            <a:avLst/>
          </a:prstGeom>
        </p:spPr>
      </p:pic>
      <p:sp>
        <p:nvSpPr>
          <p:cNvPr id="6" name="Blue Gradient">
            <a:extLst>
              <a:ext uri="{FF2B5EF4-FFF2-40B4-BE49-F238E27FC236}">
                <a16:creationId xmlns:a16="http://schemas.microsoft.com/office/drawing/2014/main" id="{CCDF78F0-527A-4A16-02B0-6410545FCD9B}"/>
              </a:ext>
            </a:extLst>
          </p:cNvPr>
          <p:cNvSpPr/>
          <p:nvPr userDrawn="1"/>
        </p:nvSpPr>
        <p:spPr>
          <a:xfrm>
            <a:off x="7935" y="0"/>
            <a:ext cx="12192000" cy="6858000"/>
          </a:xfrm>
          <a:prstGeom prst="rect">
            <a:avLst/>
          </a:prstGeom>
          <a:gradFill flip="none" rotWithShape="1">
            <a:gsLst>
              <a:gs pos="23000">
                <a:schemeClr val="accent1">
                  <a:alpha val="85000"/>
                </a:schemeClr>
              </a:gs>
              <a:gs pos="100000">
                <a:schemeClr val="accent5">
                  <a:alpha val="8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8776BB-E1A4-AC81-C5B2-A014658707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4035" y="3722359"/>
            <a:ext cx="3219801" cy="1299814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A3FC3323-9F96-1474-E593-1E39AFB4EC45}"/>
              </a:ext>
            </a:extLst>
          </p:cNvPr>
          <p:cNvSpPr txBox="1">
            <a:spLocks/>
          </p:cNvSpPr>
          <p:nvPr userDrawn="1"/>
        </p:nvSpPr>
        <p:spPr>
          <a:xfrm>
            <a:off x="4640391" y="2180911"/>
            <a:ext cx="2927091" cy="68268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bg1"/>
                </a:solidFill>
              </a:rPr>
              <a:t>Thank you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3E53F-61A9-359D-1822-E90D8C4F75C9}"/>
              </a:ext>
            </a:extLst>
          </p:cNvPr>
          <p:cNvSpPr txBox="1"/>
          <p:nvPr userDrawn="1"/>
        </p:nvSpPr>
        <p:spPr>
          <a:xfrm>
            <a:off x="10782779" y="6499367"/>
            <a:ext cx="9906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 </a:t>
            </a:r>
          </a:p>
        </p:txBody>
      </p:sp>
    </p:spTree>
    <p:extLst>
      <p:ext uri="{BB962C8B-B14F-4D97-AF65-F5344CB8AC3E}">
        <p14:creationId xmlns:p14="http://schemas.microsoft.com/office/powerpoint/2010/main" val="25052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lue Gradient">
            <a:extLst>
              <a:ext uri="{FF2B5EF4-FFF2-40B4-BE49-F238E27FC236}">
                <a16:creationId xmlns:a16="http://schemas.microsoft.com/office/drawing/2014/main" id="{FF6770A7-F000-9DE5-C903-BA60B2E218C5}"/>
              </a:ext>
            </a:extLst>
          </p:cNvPr>
          <p:cNvSpPr/>
          <p:nvPr userDrawn="1"/>
        </p:nvSpPr>
        <p:spPr>
          <a:xfrm flipH="1">
            <a:off x="3016" y="-47"/>
            <a:ext cx="12188984" cy="6867526"/>
          </a:xfrm>
          <a:prstGeom prst="rect">
            <a:avLst/>
          </a:prstGeom>
          <a:gradFill flip="none" rotWithShape="1">
            <a:gsLst>
              <a:gs pos="40000">
                <a:srgbClr val="146B98"/>
              </a:gs>
              <a:gs pos="65000">
                <a:schemeClr val="accent2">
                  <a:alpha val="85885"/>
                </a:schemeClr>
              </a:gs>
              <a:gs pos="17000">
                <a:schemeClr val="accent1">
                  <a:alpha val="88000"/>
                </a:schemeClr>
              </a:gs>
              <a:gs pos="88000">
                <a:schemeClr val="accent6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20">
            <a:extLst>
              <a:ext uri="{FF2B5EF4-FFF2-40B4-BE49-F238E27FC236}">
                <a16:creationId xmlns:a16="http://schemas.microsoft.com/office/drawing/2014/main" id="{B7FA230E-75D7-346C-61BE-1EAFFB34318F}"/>
              </a:ext>
            </a:extLst>
          </p:cNvPr>
          <p:cNvSpPr/>
          <p:nvPr userDrawn="1"/>
        </p:nvSpPr>
        <p:spPr>
          <a:xfrm rot="16200000" flipH="1">
            <a:off x="5145920" y="-185064"/>
            <a:ext cx="6871602" cy="7214526"/>
          </a:xfrm>
          <a:custGeom>
            <a:avLst/>
            <a:gdLst>
              <a:gd name="connsiteX0" fmla="*/ 12188161 w 12202949"/>
              <a:gd name="connsiteY0" fmla="*/ 4235676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3851388"/>
              <a:gd name="connsiteX1" fmla="*/ 12202949 w 12202949"/>
              <a:gd name="connsiteY1" fmla="*/ 760596 h 3851388"/>
              <a:gd name="connsiteX2" fmla="*/ 11741071 w 12202949"/>
              <a:gd name="connsiteY2" fmla="*/ 910806 h 3851388"/>
              <a:gd name="connsiteX3" fmla="*/ 8204008 w 12202949"/>
              <a:gd name="connsiteY3" fmla="*/ 1353765 h 3851388"/>
              <a:gd name="connsiteX4" fmla="*/ 8204008 w 12202949"/>
              <a:gd name="connsiteY4" fmla="*/ 1353739 h 3851388"/>
              <a:gd name="connsiteX5" fmla="*/ 5687844 w 12202949"/>
              <a:gd name="connsiteY5" fmla="*/ 740037 h 3851388"/>
              <a:gd name="connsiteX6" fmla="*/ 56864 w 12202949"/>
              <a:gd name="connsiteY6" fmla="*/ 714 h 3851388"/>
              <a:gd name="connsiteX7" fmla="*/ 0 w 12202949"/>
              <a:gd name="connsiteY7" fmla="*/ 2101 h 3851388"/>
              <a:gd name="connsiteX8" fmla="*/ 0 w 12202949"/>
              <a:gd name="connsiteY8" fmla="*/ 3851388 h 3851388"/>
              <a:gd name="connsiteX9" fmla="*/ 12188161 w 12202949"/>
              <a:gd name="connsiteY9" fmla="*/ 3851388 h 3851388"/>
              <a:gd name="connsiteX0" fmla="*/ 12213561 w 12214333"/>
              <a:gd name="connsiteY0" fmla="*/ 3837619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37619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32810 h 3854840"/>
              <a:gd name="connsiteX1" fmla="*/ 12218189 w 12218189"/>
              <a:gd name="connsiteY1" fmla="*/ 764048 h 3854840"/>
              <a:gd name="connsiteX2" fmla="*/ 11741071 w 12218189"/>
              <a:gd name="connsiteY2" fmla="*/ 914258 h 3854840"/>
              <a:gd name="connsiteX3" fmla="*/ 8204008 w 12218189"/>
              <a:gd name="connsiteY3" fmla="*/ 1357217 h 3854840"/>
              <a:gd name="connsiteX4" fmla="*/ 8204008 w 12218189"/>
              <a:gd name="connsiteY4" fmla="*/ 1357191 h 3854840"/>
              <a:gd name="connsiteX5" fmla="*/ 5237607 w 12218189"/>
              <a:gd name="connsiteY5" fmla="*/ 500131 h 3854840"/>
              <a:gd name="connsiteX6" fmla="*/ 56864 w 12218189"/>
              <a:gd name="connsiteY6" fmla="*/ 4166 h 3854840"/>
              <a:gd name="connsiteX7" fmla="*/ 0 w 12218189"/>
              <a:gd name="connsiteY7" fmla="*/ 5553 h 3854840"/>
              <a:gd name="connsiteX8" fmla="*/ 0 w 12218189"/>
              <a:gd name="connsiteY8" fmla="*/ 3854840 h 3854840"/>
              <a:gd name="connsiteX9" fmla="*/ 12213561 w 12218189"/>
              <a:gd name="connsiteY9" fmla="*/ 3832810 h 3854840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8204008 w 12218189"/>
              <a:gd name="connsiteY3" fmla="*/ 1353641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10121145 w 12218189"/>
              <a:gd name="connsiteY3" fmla="*/ 1040753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9162576 w 12218189"/>
              <a:gd name="connsiteY3" fmla="*/ 1231936 h 3851264"/>
              <a:gd name="connsiteX4" fmla="*/ 5237607 w 12218189"/>
              <a:gd name="connsiteY4" fmla="*/ 496555 h 3851264"/>
              <a:gd name="connsiteX5" fmla="*/ 56864 w 12218189"/>
              <a:gd name="connsiteY5" fmla="*/ 590 h 3851264"/>
              <a:gd name="connsiteX6" fmla="*/ 0 w 12218189"/>
              <a:gd name="connsiteY6" fmla="*/ 1977 h 3851264"/>
              <a:gd name="connsiteX7" fmla="*/ 0 w 12218189"/>
              <a:gd name="connsiteY7" fmla="*/ 3851264 h 3851264"/>
              <a:gd name="connsiteX8" fmla="*/ 12213561 w 12218189"/>
              <a:gd name="connsiteY8" fmla="*/ 3829234 h 3851264"/>
              <a:gd name="connsiteX0" fmla="*/ 12213561 w 12218189"/>
              <a:gd name="connsiteY0" fmla="*/ 3829199 h 3851229"/>
              <a:gd name="connsiteX1" fmla="*/ 12218189 w 12218189"/>
              <a:gd name="connsiteY1" fmla="*/ 760437 h 3851229"/>
              <a:gd name="connsiteX2" fmla="*/ 11741071 w 12218189"/>
              <a:gd name="connsiteY2" fmla="*/ 910647 h 3851229"/>
              <a:gd name="connsiteX3" fmla="*/ 8581626 w 12218189"/>
              <a:gd name="connsiteY3" fmla="*/ 1110222 h 3851229"/>
              <a:gd name="connsiteX4" fmla="*/ 5237607 w 12218189"/>
              <a:gd name="connsiteY4" fmla="*/ 496520 h 3851229"/>
              <a:gd name="connsiteX5" fmla="*/ 56864 w 12218189"/>
              <a:gd name="connsiteY5" fmla="*/ 555 h 3851229"/>
              <a:gd name="connsiteX6" fmla="*/ 0 w 12218189"/>
              <a:gd name="connsiteY6" fmla="*/ 1942 h 3851229"/>
              <a:gd name="connsiteX7" fmla="*/ 0 w 12218189"/>
              <a:gd name="connsiteY7" fmla="*/ 3851229 h 3851229"/>
              <a:gd name="connsiteX8" fmla="*/ 12213561 w 12218189"/>
              <a:gd name="connsiteY8" fmla="*/ 3829199 h 385122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741071 w 12218189"/>
              <a:gd name="connsiteY2" fmla="*/ 910637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98 h 3851228"/>
              <a:gd name="connsiteX1" fmla="*/ 12218189 w 12218189"/>
              <a:gd name="connsiteY1" fmla="*/ 308486 h 3851228"/>
              <a:gd name="connsiteX2" fmla="*/ 10956787 w 12218189"/>
              <a:gd name="connsiteY2" fmla="*/ 893263 h 3851228"/>
              <a:gd name="connsiteX3" fmla="*/ 8392818 w 12218189"/>
              <a:gd name="connsiteY3" fmla="*/ 1110221 h 3851228"/>
              <a:gd name="connsiteX4" fmla="*/ 5237607 w 12218189"/>
              <a:gd name="connsiteY4" fmla="*/ 496519 h 3851228"/>
              <a:gd name="connsiteX5" fmla="*/ 56864 w 12218189"/>
              <a:gd name="connsiteY5" fmla="*/ 554 h 3851228"/>
              <a:gd name="connsiteX6" fmla="*/ 0 w 12218189"/>
              <a:gd name="connsiteY6" fmla="*/ 1941 h 3851228"/>
              <a:gd name="connsiteX7" fmla="*/ 0 w 12218189"/>
              <a:gd name="connsiteY7" fmla="*/ 3851228 h 3851228"/>
              <a:gd name="connsiteX8" fmla="*/ 12213561 w 12218189"/>
              <a:gd name="connsiteY8" fmla="*/ 3829198 h 3851228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741389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30090 h 3852120"/>
              <a:gd name="connsiteX1" fmla="*/ 12218189 w 12218189"/>
              <a:gd name="connsiteY1" fmla="*/ 309378 h 3852120"/>
              <a:gd name="connsiteX2" fmla="*/ 10956787 w 12218189"/>
              <a:gd name="connsiteY2" fmla="*/ 894155 h 3852120"/>
              <a:gd name="connsiteX3" fmla="*/ 8741389 w 12218189"/>
              <a:gd name="connsiteY3" fmla="*/ 1128495 h 3852120"/>
              <a:gd name="connsiteX4" fmla="*/ 4947131 w 12218189"/>
              <a:gd name="connsiteY4" fmla="*/ 288819 h 3852120"/>
              <a:gd name="connsiteX5" fmla="*/ 56864 w 12218189"/>
              <a:gd name="connsiteY5" fmla="*/ 1446 h 3852120"/>
              <a:gd name="connsiteX6" fmla="*/ 0 w 12218189"/>
              <a:gd name="connsiteY6" fmla="*/ 2833 h 3852120"/>
              <a:gd name="connsiteX7" fmla="*/ 0 w 12218189"/>
              <a:gd name="connsiteY7" fmla="*/ 3852120 h 3852120"/>
              <a:gd name="connsiteX8" fmla="*/ 12213561 w 12218189"/>
              <a:gd name="connsiteY8" fmla="*/ 3830090 h 3852120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7710201 w 12218189"/>
              <a:gd name="connsiteY2" fmla="*/ 1006629 h 3851933"/>
              <a:gd name="connsiteX3" fmla="*/ 4947131 w 12218189"/>
              <a:gd name="connsiteY3" fmla="*/ 288632 h 3851933"/>
              <a:gd name="connsiteX4" fmla="*/ 56864 w 12218189"/>
              <a:gd name="connsiteY4" fmla="*/ 1259 h 3851933"/>
              <a:gd name="connsiteX5" fmla="*/ 0 w 12218189"/>
              <a:gd name="connsiteY5" fmla="*/ 2646 h 3851933"/>
              <a:gd name="connsiteX6" fmla="*/ 0 w 12218189"/>
              <a:gd name="connsiteY6" fmla="*/ 3851933 h 3851933"/>
              <a:gd name="connsiteX7" fmla="*/ 12213561 w 12218189"/>
              <a:gd name="connsiteY7" fmla="*/ 3829903 h 3851933"/>
              <a:gd name="connsiteX0" fmla="*/ 12213561 w 12218189"/>
              <a:gd name="connsiteY0" fmla="*/ 3829976 h 3852006"/>
              <a:gd name="connsiteX1" fmla="*/ 12218189 w 12218189"/>
              <a:gd name="connsiteY1" fmla="*/ 309264 h 3852006"/>
              <a:gd name="connsiteX2" fmla="*/ 7899010 w 12218189"/>
              <a:gd name="connsiteY2" fmla="*/ 1058851 h 3852006"/>
              <a:gd name="connsiteX3" fmla="*/ 4947131 w 12218189"/>
              <a:gd name="connsiteY3" fmla="*/ 288705 h 3852006"/>
              <a:gd name="connsiteX4" fmla="*/ 56864 w 12218189"/>
              <a:gd name="connsiteY4" fmla="*/ 1332 h 3852006"/>
              <a:gd name="connsiteX5" fmla="*/ 0 w 12218189"/>
              <a:gd name="connsiteY5" fmla="*/ 2719 h 3852006"/>
              <a:gd name="connsiteX6" fmla="*/ 0 w 12218189"/>
              <a:gd name="connsiteY6" fmla="*/ 3852006 h 3852006"/>
              <a:gd name="connsiteX7" fmla="*/ 12213561 w 12218189"/>
              <a:gd name="connsiteY7" fmla="*/ 3829976 h 3852006"/>
              <a:gd name="connsiteX0" fmla="*/ 12213561 w 12218277"/>
              <a:gd name="connsiteY0" fmla="*/ 3829976 h 3852006"/>
              <a:gd name="connsiteX1" fmla="*/ 12218189 w 12218277"/>
              <a:gd name="connsiteY1" fmla="*/ 309264 h 3852006"/>
              <a:gd name="connsiteX2" fmla="*/ 7899010 w 12218277"/>
              <a:gd name="connsiteY2" fmla="*/ 1058851 h 3852006"/>
              <a:gd name="connsiteX3" fmla="*/ 4947131 w 12218277"/>
              <a:gd name="connsiteY3" fmla="*/ 288705 h 3852006"/>
              <a:gd name="connsiteX4" fmla="*/ 56864 w 12218277"/>
              <a:gd name="connsiteY4" fmla="*/ 1332 h 3852006"/>
              <a:gd name="connsiteX5" fmla="*/ 0 w 12218277"/>
              <a:gd name="connsiteY5" fmla="*/ 2719 h 3852006"/>
              <a:gd name="connsiteX6" fmla="*/ 0 w 12218277"/>
              <a:gd name="connsiteY6" fmla="*/ 3852006 h 3852006"/>
              <a:gd name="connsiteX7" fmla="*/ 12213561 w 12218277"/>
              <a:gd name="connsiteY7" fmla="*/ 3829976 h 3852006"/>
              <a:gd name="connsiteX0" fmla="*/ 12213561 w 12218294"/>
              <a:gd name="connsiteY0" fmla="*/ 3830004 h 3852034"/>
              <a:gd name="connsiteX1" fmla="*/ 12218189 w 12218294"/>
              <a:gd name="connsiteY1" fmla="*/ 309292 h 3852034"/>
              <a:gd name="connsiteX2" fmla="*/ 8407343 w 12218294"/>
              <a:gd name="connsiteY2" fmla="*/ 1076261 h 3852034"/>
              <a:gd name="connsiteX3" fmla="*/ 4947131 w 12218294"/>
              <a:gd name="connsiteY3" fmla="*/ 288733 h 3852034"/>
              <a:gd name="connsiteX4" fmla="*/ 56864 w 12218294"/>
              <a:gd name="connsiteY4" fmla="*/ 1360 h 3852034"/>
              <a:gd name="connsiteX5" fmla="*/ 0 w 12218294"/>
              <a:gd name="connsiteY5" fmla="*/ 2747 h 3852034"/>
              <a:gd name="connsiteX6" fmla="*/ 0 w 12218294"/>
              <a:gd name="connsiteY6" fmla="*/ 3852034 h 3852034"/>
              <a:gd name="connsiteX7" fmla="*/ 12213561 w 12218294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298"/>
              <a:gd name="connsiteY0" fmla="*/ 3831244 h 3853274"/>
              <a:gd name="connsiteX1" fmla="*/ 12218189 w 12218298"/>
              <a:gd name="connsiteY1" fmla="*/ 310532 h 3853274"/>
              <a:gd name="connsiteX2" fmla="*/ 8407343 w 12218298"/>
              <a:gd name="connsiteY2" fmla="*/ 1077501 h 3853274"/>
              <a:gd name="connsiteX3" fmla="*/ 4366180 w 12218298"/>
              <a:gd name="connsiteY3" fmla="*/ 220443 h 3853274"/>
              <a:gd name="connsiteX4" fmla="*/ 56864 w 12218298"/>
              <a:gd name="connsiteY4" fmla="*/ 2600 h 3853274"/>
              <a:gd name="connsiteX5" fmla="*/ 0 w 12218298"/>
              <a:gd name="connsiteY5" fmla="*/ 3987 h 3853274"/>
              <a:gd name="connsiteX6" fmla="*/ 0 w 12218298"/>
              <a:gd name="connsiteY6" fmla="*/ 3853274 h 3853274"/>
              <a:gd name="connsiteX7" fmla="*/ 12213561 w 12218298"/>
              <a:gd name="connsiteY7" fmla="*/ 3831244 h 3853274"/>
              <a:gd name="connsiteX0" fmla="*/ 12213561 w 12218298"/>
              <a:gd name="connsiteY0" fmla="*/ 3837797 h 3859827"/>
              <a:gd name="connsiteX1" fmla="*/ 12218189 w 12218298"/>
              <a:gd name="connsiteY1" fmla="*/ 317085 h 3859827"/>
              <a:gd name="connsiteX2" fmla="*/ 8407343 w 12218298"/>
              <a:gd name="connsiteY2" fmla="*/ 1084054 h 3859827"/>
              <a:gd name="connsiteX3" fmla="*/ 4366180 w 12218298"/>
              <a:gd name="connsiteY3" fmla="*/ 226996 h 3859827"/>
              <a:gd name="connsiteX4" fmla="*/ 56864 w 12218298"/>
              <a:gd name="connsiteY4" fmla="*/ 9153 h 3859827"/>
              <a:gd name="connsiteX5" fmla="*/ 0 w 12218298"/>
              <a:gd name="connsiteY5" fmla="*/ 10540 h 3859827"/>
              <a:gd name="connsiteX6" fmla="*/ 0 w 12218298"/>
              <a:gd name="connsiteY6" fmla="*/ 3859827 h 3859827"/>
              <a:gd name="connsiteX7" fmla="*/ 12213561 w 12218298"/>
              <a:gd name="connsiteY7" fmla="*/ 3837797 h 3859827"/>
              <a:gd name="connsiteX0" fmla="*/ 12213561 w 12218296"/>
              <a:gd name="connsiteY0" fmla="*/ 3829747 h 3851777"/>
              <a:gd name="connsiteX1" fmla="*/ 12218189 w 12218296"/>
              <a:gd name="connsiteY1" fmla="*/ 309035 h 3851777"/>
              <a:gd name="connsiteX2" fmla="*/ 8373408 w 12218296"/>
              <a:gd name="connsiteY2" fmla="*/ 451414 h 3851777"/>
              <a:gd name="connsiteX3" fmla="*/ 4366180 w 12218296"/>
              <a:gd name="connsiteY3" fmla="*/ 218946 h 3851777"/>
              <a:gd name="connsiteX4" fmla="*/ 56864 w 12218296"/>
              <a:gd name="connsiteY4" fmla="*/ 1103 h 3851777"/>
              <a:gd name="connsiteX5" fmla="*/ 0 w 12218296"/>
              <a:gd name="connsiteY5" fmla="*/ 2490 h 3851777"/>
              <a:gd name="connsiteX6" fmla="*/ 0 w 12218296"/>
              <a:gd name="connsiteY6" fmla="*/ 3851777 h 3851777"/>
              <a:gd name="connsiteX7" fmla="*/ 12213561 w 12218296"/>
              <a:gd name="connsiteY7" fmla="*/ 3829747 h 3851777"/>
              <a:gd name="connsiteX0" fmla="*/ 12213561 w 12218296"/>
              <a:gd name="connsiteY0" fmla="*/ 3829532 h 3851562"/>
              <a:gd name="connsiteX1" fmla="*/ 12218189 w 12218296"/>
              <a:gd name="connsiteY1" fmla="*/ 308820 h 3851562"/>
              <a:gd name="connsiteX2" fmla="*/ 8373408 w 12218296"/>
              <a:gd name="connsiteY2" fmla="*/ 451199 h 3851562"/>
              <a:gd name="connsiteX3" fmla="*/ 4366180 w 12218296"/>
              <a:gd name="connsiteY3" fmla="*/ 218731 h 3851562"/>
              <a:gd name="connsiteX4" fmla="*/ 56864 w 12218296"/>
              <a:gd name="connsiteY4" fmla="*/ 888 h 3851562"/>
              <a:gd name="connsiteX5" fmla="*/ 0 w 12218296"/>
              <a:gd name="connsiteY5" fmla="*/ 2275 h 3851562"/>
              <a:gd name="connsiteX6" fmla="*/ 0 w 12218296"/>
              <a:gd name="connsiteY6" fmla="*/ 3851562 h 3851562"/>
              <a:gd name="connsiteX7" fmla="*/ 12213561 w 12218296"/>
              <a:gd name="connsiteY7" fmla="*/ 3829532 h 3851562"/>
              <a:gd name="connsiteX0" fmla="*/ 12213561 w 12218323"/>
              <a:gd name="connsiteY0" fmla="*/ 3829732 h 3851762"/>
              <a:gd name="connsiteX1" fmla="*/ 12218189 w 12218323"/>
              <a:gd name="connsiteY1" fmla="*/ 309020 h 3851762"/>
              <a:gd name="connsiteX2" fmla="*/ 8882505 w 12218323"/>
              <a:gd name="connsiteY2" fmla="*/ 437363 h 3851762"/>
              <a:gd name="connsiteX3" fmla="*/ 4366180 w 12218323"/>
              <a:gd name="connsiteY3" fmla="*/ 218931 h 3851762"/>
              <a:gd name="connsiteX4" fmla="*/ 56864 w 12218323"/>
              <a:gd name="connsiteY4" fmla="*/ 1088 h 3851762"/>
              <a:gd name="connsiteX5" fmla="*/ 0 w 12218323"/>
              <a:gd name="connsiteY5" fmla="*/ 2475 h 3851762"/>
              <a:gd name="connsiteX6" fmla="*/ 0 w 12218323"/>
              <a:gd name="connsiteY6" fmla="*/ 3851762 h 3851762"/>
              <a:gd name="connsiteX7" fmla="*/ 12213561 w 12218323"/>
              <a:gd name="connsiteY7" fmla="*/ 3829732 h 3851762"/>
              <a:gd name="connsiteX0" fmla="*/ 12213561 w 12218323"/>
              <a:gd name="connsiteY0" fmla="*/ 3828644 h 3850674"/>
              <a:gd name="connsiteX1" fmla="*/ 12218189 w 12218323"/>
              <a:gd name="connsiteY1" fmla="*/ 307932 h 3850674"/>
              <a:gd name="connsiteX2" fmla="*/ 8882505 w 12218323"/>
              <a:gd name="connsiteY2" fmla="*/ 436275 h 3850674"/>
              <a:gd name="connsiteX3" fmla="*/ 4366180 w 12218323"/>
              <a:gd name="connsiteY3" fmla="*/ 217843 h 3850674"/>
              <a:gd name="connsiteX4" fmla="*/ 3767309 w 12218323"/>
              <a:gd name="connsiteY4" fmla="*/ 264544 h 3850674"/>
              <a:gd name="connsiteX5" fmla="*/ 56864 w 12218323"/>
              <a:gd name="connsiteY5" fmla="*/ 0 h 3850674"/>
              <a:gd name="connsiteX6" fmla="*/ 0 w 12218323"/>
              <a:gd name="connsiteY6" fmla="*/ 1387 h 3850674"/>
              <a:gd name="connsiteX7" fmla="*/ 0 w 12218323"/>
              <a:gd name="connsiteY7" fmla="*/ 3850674 h 3850674"/>
              <a:gd name="connsiteX8" fmla="*/ 12213561 w 12218323"/>
              <a:gd name="connsiteY8" fmla="*/ 3828644 h 3850674"/>
              <a:gd name="connsiteX0" fmla="*/ 12213561 w 12218328"/>
              <a:gd name="connsiteY0" fmla="*/ 3828644 h 3850674"/>
              <a:gd name="connsiteX1" fmla="*/ 12218189 w 12218328"/>
              <a:gd name="connsiteY1" fmla="*/ 307932 h 3850674"/>
              <a:gd name="connsiteX2" fmla="*/ 8882505 w 12218328"/>
              <a:gd name="connsiteY2" fmla="*/ 436275 h 3850674"/>
              <a:gd name="connsiteX3" fmla="*/ 3767309 w 12218328"/>
              <a:gd name="connsiteY3" fmla="*/ 264544 h 3850674"/>
              <a:gd name="connsiteX4" fmla="*/ 56864 w 12218328"/>
              <a:gd name="connsiteY4" fmla="*/ 0 h 3850674"/>
              <a:gd name="connsiteX5" fmla="*/ 0 w 12218328"/>
              <a:gd name="connsiteY5" fmla="*/ 1387 h 3850674"/>
              <a:gd name="connsiteX6" fmla="*/ 0 w 12218328"/>
              <a:gd name="connsiteY6" fmla="*/ 3850674 h 3850674"/>
              <a:gd name="connsiteX7" fmla="*/ 12213561 w 12218328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67309 w 12218305"/>
              <a:gd name="connsiteY3" fmla="*/ 264544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1 w 12218350"/>
              <a:gd name="connsiteY0" fmla="*/ 3828644 h 3850674"/>
              <a:gd name="connsiteX1" fmla="*/ 12218189 w 12218350"/>
              <a:gd name="connsiteY1" fmla="*/ 307932 h 3850674"/>
              <a:gd name="connsiteX2" fmla="*/ 8475228 w 12218350"/>
              <a:gd name="connsiteY2" fmla="*/ 78364 h 3850674"/>
              <a:gd name="connsiteX3" fmla="*/ 3767309 w 12218350"/>
              <a:gd name="connsiteY3" fmla="*/ 264544 h 3850674"/>
              <a:gd name="connsiteX4" fmla="*/ 56864 w 12218350"/>
              <a:gd name="connsiteY4" fmla="*/ 0 h 3850674"/>
              <a:gd name="connsiteX5" fmla="*/ 0 w 12218350"/>
              <a:gd name="connsiteY5" fmla="*/ 1387 h 3850674"/>
              <a:gd name="connsiteX6" fmla="*/ 0 w 12218350"/>
              <a:gd name="connsiteY6" fmla="*/ 3850674 h 3850674"/>
              <a:gd name="connsiteX7" fmla="*/ 12213561 w 12218350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33370 w 12218305"/>
              <a:gd name="connsiteY3" fmla="*/ 222437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5 w 12218307"/>
              <a:gd name="connsiteY0" fmla="*/ 3858572 h 3858572"/>
              <a:gd name="connsiteX1" fmla="*/ 12218189 w 12218307"/>
              <a:gd name="connsiteY1" fmla="*/ 307932 h 3858572"/>
              <a:gd name="connsiteX2" fmla="*/ 8475228 w 12218307"/>
              <a:gd name="connsiteY2" fmla="*/ 78364 h 3858572"/>
              <a:gd name="connsiteX3" fmla="*/ 3733370 w 12218307"/>
              <a:gd name="connsiteY3" fmla="*/ 222437 h 3858572"/>
              <a:gd name="connsiteX4" fmla="*/ 56864 w 12218307"/>
              <a:gd name="connsiteY4" fmla="*/ 0 h 3858572"/>
              <a:gd name="connsiteX5" fmla="*/ 0 w 12218307"/>
              <a:gd name="connsiteY5" fmla="*/ 1387 h 3858572"/>
              <a:gd name="connsiteX6" fmla="*/ 0 w 12218307"/>
              <a:gd name="connsiteY6" fmla="*/ 3850674 h 3858572"/>
              <a:gd name="connsiteX7" fmla="*/ 12213565 w 12218307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9"/>
              <a:gd name="connsiteY0" fmla="*/ 3858572 h 3858572"/>
              <a:gd name="connsiteX1" fmla="*/ 12218189 w 12218309"/>
              <a:gd name="connsiteY1" fmla="*/ 307932 h 3858572"/>
              <a:gd name="connsiteX2" fmla="*/ 8565739 w 12218309"/>
              <a:gd name="connsiteY2" fmla="*/ 144870 h 3858572"/>
              <a:gd name="connsiteX3" fmla="*/ 3869130 w 12218309"/>
              <a:gd name="connsiteY3" fmla="*/ 372075 h 3858572"/>
              <a:gd name="connsiteX4" fmla="*/ 56864 w 12218309"/>
              <a:gd name="connsiteY4" fmla="*/ 0 h 3858572"/>
              <a:gd name="connsiteX5" fmla="*/ 0 w 12218309"/>
              <a:gd name="connsiteY5" fmla="*/ 1387 h 3858572"/>
              <a:gd name="connsiteX6" fmla="*/ 0 w 12218309"/>
              <a:gd name="connsiteY6" fmla="*/ 3850674 h 3858572"/>
              <a:gd name="connsiteX7" fmla="*/ 12213565 w 12218309"/>
              <a:gd name="connsiteY7" fmla="*/ 3858572 h 3858572"/>
              <a:gd name="connsiteX0" fmla="*/ 12213565 w 12218311"/>
              <a:gd name="connsiteY0" fmla="*/ 3858572 h 3858572"/>
              <a:gd name="connsiteX1" fmla="*/ 12218189 w 12218311"/>
              <a:gd name="connsiteY1" fmla="*/ 307932 h 3858572"/>
              <a:gd name="connsiteX2" fmla="*/ 8565739 w 12218311"/>
              <a:gd name="connsiteY2" fmla="*/ 144870 h 3858572"/>
              <a:gd name="connsiteX3" fmla="*/ 3778628 w 12218311"/>
              <a:gd name="connsiteY3" fmla="*/ 358775 h 3858572"/>
              <a:gd name="connsiteX4" fmla="*/ 56864 w 12218311"/>
              <a:gd name="connsiteY4" fmla="*/ 0 h 3858572"/>
              <a:gd name="connsiteX5" fmla="*/ 0 w 12218311"/>
              <a:gd name="connsiteY5" fmla="*/ 1387 h 3858572"/>
              <a:gd name="connsiteX6" fmla="*/ 0 w 12218311"/>
              <a:gd name="connsiteY6" fmla="*/ 3850674 h 3858572"/>
              <a:gd name="connsiteX7" fmla="*/ 12213565 w 12218311"/>
              <a:gd name="connsiteY7" fmla="*/ 3858572 h 3858572"/>
              <a:gd name="connsiteX0" fmla="*/ 12575589 w 12580333"/>
              <a:gd name="connsiteY0" fmla="*/ 3858572 h 3858572"/>
              <a:gd name="connsiteX1" fmla="*/ 12580213 w 12580333"/>
              <a:gd name="connsiteY1" fmla="*/ 307932 h 3858572"/>
              <a:gd name="connsiteX2" fmla="*/ 8927763 w 12580333"/>
              <a:gd name="connsiteY2" fmla="*/ 144870 h 3858572"/>
              <a:gd name="connsiteX3" fmla="*/ 4140652 w 12580333"/>
              <a:gd name="connsiteY3" fmla="*/ 358775 h 3858572"/>
              <a:gd name="connsiteX4" fmla="*/ 418888 w 12580333"/>
              <a:gd name="connsiteY4" fmla="*/ 0 h 3858572"/>
              <a:gd name="connsiteX5" fmla="*/ 0 w 12580333"/>
              <a:gd name="connsiteY5" fmla="*/ 101146 h 3858572"/>
              <a:gd name="connsiteX6" fmla="*/ 362024 w 12580333"/>
              <a:gd name="connsiteY6" fmla="*/ 3850674 h 3858572"/>
              <a:gd name="connsiteX7" fmla="*/ 12575589 w 12580333"/>
              <a:gd name="connsiteY7" fmla="*/ 3858572 h 3858572"/>
              <a:gd name="connsiteX0" fmla="*/ 12575589 w 12580335"/>
              <a:gd name="connsiteY0" fmla="*/ 3963913 h 3963913"/>
              <a:gd name="connsiteX1" fmla="*/ 12580213 w 12580335"/>
              <a:gd name="connsiteY1" fmla="*/ 413273 h 3963913"/>
              <a:gd name="connsiteX2" fmla="*/ 8927763 w 12580335"/>
              <a:gd name="connsiteY2" fmla="*/ 250211 h 3963913"/>
              <a:gd name="connsiteX3" fmla="*/ 4140652 w 12580335"/>
              <a:gd name="connsiteY3" fmla="*/ 464116 h 3963913"/>
              <a:gd name="connsiteX4" fmla="*/ 0 w 12580335"/>
              <a:gd name="connsiteY4" fmla="*/ 206487 h 3963913"/>
              <a:gd name="connsiteX5" fmla="*/ 362024 w 12580335"/>
              <a:gd name="connsiteY5" fmla="*/ 3956015 h 3963913"/>
              <a:gd name="connsiteX6" fmla="*/ 12575589 w 12580335"/>
              <a:gd name="connsiteY6" fmla="*/ 3963913 h 3963913"/>
              <a:gd name="connsiteX0" fmla="*/ 12349321 w 12354065"/>
              <a:gd name="connsiteY0" fmla="*/ 3981083 h 3981083"/>
              <a:gd name="connsiteX1" fmla="*/ 12353945 w 12354065"/>
              <a:gd name="connsiteY1" fmla="*/ 430443 h 3981083"/>
              <a:gd name="connsiteX2" fmla="*/ 8701495 w 12354065"/>
              <a:gd name="connsiteY2" fmla="*/ 267381 h 3981083"/>
              <a:gd name="connsiteX3" fmla="*/ 3914384 w 12354065"/>
              <a:gd name="connsiteY3" fmla="*/ 481286 h 3981083"/>
              <a:gd name="connsiteX4" fmla="*/ 1 w 12354065"/>
              <a:gd name="connsiteY4" fmla="*/ 203705 h 3981083"/>
              <a:gd name="connsiteX5" fmla="*/ 135756 w 12354065"/>
              <a:gd name="connsiteY5" fmla="*/ 3973185 h 3981083"/>
              <a:gd name="connsiteX6" fmla="*/ 12349321 w 12354065"/>
              <a:gd name="connsiteY6" fmla="*/ 3981083 h 3981083"/>
              <a:gd name="connsiteX0" fmla="*/ 12349319 w 12354065"/>
              <a:gd name="connsiteY0" fmla="*/ 3778086 h 3778086"/>
              <a:gd name="connsiteX1" fmla="*/ 12353943 w 12354065"/>
              <a:gd name="connsiteY1" fmla="*/ 227446 h 3778086"/>
              <a:gd name="connsiteX2" fmla="*/ 8701493 w 12354065"/>
              <a:gd name="connsiteY2" fmla="*/ 64384 h 3778086"/>
              <a:gd name="connsiteX3" fmla="*/ 3914382 w 12354065"/>
              <a:gd name="connsiteY3" fmla="*/ 278289 h 3778086"/>
              <a:gd name="connsiteX4" fmla="*/ -1 w 12354065"/>
              <a:gd name="connsiteY4" fmla="*/ 708 h 3778086"/>
              <a:gd name="connsiteX5" fmla="*/ 135754 w 12354065"/>
              <a:gd name="connsiteY5" fmla="*/ 3770188 h 3778086"/>
              <a:gd name="connsiteX6" fmla="*/ 12349319 w 12354065"/>
              <a:gd name="connsiteY6" fmla="*/ 3778086 h 3778086"/>
              <a:gd name="connsiteX0" fmla="*/ 12349321 w 12354065"/>
              <a:gd name="connsiteY0" fmla="*/ 3778042 h 3778042"/>
              <a:gd name="connsiteX1" fmla="*/ 12353945 w 12354065"/>
              <a:gd name="connsiteY1" fmla="*/ 227402 h 3778042"/>
              <a:gd name="connsiteX2" fmla="*/ 8701495 w 12354065"/>
              <a:gd name="connsiteY2" fmla="*/ 64340 h 3778042"/>
              <a:gd name="connsiteX3" fmla="*/ 3914385 w 12354065"/>
              <a:gd name="connsiteY3" fmla="*/ 298197 h 3778042"/>
              <a:gd name="connsiteX4" fmla="*/ 1 w 12354065"/>
              <a:gd name="connsiteY4" fmla="*/ 664 h 3778042"/>
              <a:gd name="connsiteX5" fmla="*/ 135756 w 12354065"/>
              <a:gd name="connsiteY5" fmla="*/ 3770144 h 3778042"/>
              <a:gd name="connsiteX6" fmla="*/ 12349321 w 12354065"/>
              <a:gd name="connsiteY6" fmla="*/ 3778042 h 3778042"/>
              <a:gd name="connsiteX0" fmla="*/ 12349319 w 12354065"/>
              <a:gd name="connsiteY0" fmla="*/ 3778015 h 3778015"/>
              <a:gd name="connsiteX1" fmla="*/ 12353943 w 12354065"/>
              <a:gd name="connsiteY1" fmla="*/ 227375 h 3778015"/>
              <a:gd name="connsiteX2" fmla="*/ 8701493 w 12354065"/>
              <a:gd name="connsiteY2" fmla="*/ 64313 h 3778015"/>
              <a:gd name="connsiteX3" fmla="*/ 3914383 w 12354065"/>
              <a:gd name="connsiteY3" fmla="*/ 298170 h 3778015"/>
              <a:gd name="connsiteX4" fmla="*/ -1 w 12354065"/>
              <a:gd name="connsiteY4" fmla="*/ 637 h 3778015"/>
              <a:gd name="connsiteX5" fmla="*/ 135754 w 12354065"/>
              <a:gd name="connsiteY5" fmla="*/ 3770117 h 3778015"/>
              <a:gd name="connsiteX6" fmla="*/ 12349319 w 12354065"/>
              <a:gd name="connsiteY6" fmla="*/ 3778015 h 3778015"/>
              <a:gd name="connsiteX0" fmla="*/ 12349321 w 12354095"/>
              <a:gd name="connsiteY0" fmla="*/ 3778043 h 3778043"/>
              <a:gd name="connsiteX1" fmla="*/ 12353945 w 12354095"/>
              <a:gd name="connsiteY1" fmla="*/ 227403 h 3778043"/>
              <a:gd name="connsiteX2" fmla="*/ 9154025 w 12354095"/>
              <a:gd name="connsiteY2" fmla="*/ 70992 h 3778043"/>
              <a:gd name="connsiteX3" fmla="*/ 3914385 w 12354095"/>
              <a:gd name="connsiteY3" fmla="*/ 298198 h 3778043"/>
              <a:gd name="connsiteX4" fmla="*/ 1 w 12354095"/>
              <a:gd name="connsiteY4" fmla="*/ 665 h 3778043"/>
              <a:gd name="connsiteX5" fmla="*/ 135756 w 12354095"/>
              <a:gd name="connsiteY5" fmla="*/ 3770145 h 3778043"/>
              <a:gd name="connsiteX6" fmla="*/ 12349321 w 12354095"/>
              <a:gd name="connsiteY6" fmla="*/ 3778043 h 3778043"/>
              <a:gd name="connsiteX0" fmla="*/ 12349319 w 12354095"/>
              <a:gd name="connsiteY0" fmla="*/ 3778005 h 3778005"/>
              <a:gd name="connsiteX1" fmla="*/ 12353943 w 12354095"/>
              <a:gd name="connsiteY1" fmla="*/ 227365 h 3778005"/>
              <a:gd name="connsiteX2" fmla="*/ 9154023 w 12354095"/>
              <a:gd name="connsiteY2" fmla="*/ 70954 h 3778005"/>
              <a:gd name="connsiteX3" fmla="*/ 3914383 w 12354095"/>
              <a:gd name="connsiteY3" fmla="*/ 298160 h 3778005"/>
              <a:gd name="connsiteX4" fmla="*/ -1 w 12354095"/>
              <a:gd name="connsiteY4" fmla="*/ 627 h 3778005"/>
              <a:gd name="connsiteX5" fmla="*/ 135754 w 12354095"/>
              <a:gd name="connsiteY5" fmla="*/ 3770107 h 3778005"/>
              <a:gd name="connsiteX6" fmla="*/ 12349319 w 12354095"/>
              <a:gd name="connsiteY6" fmla="*/ 3778005 h 3778005"/>
              <a:gd name="connsiteX0" fmla="*/ 12349321 w 12354163"/>
              <a:gd name="connsiteY0" fmla="*/ 3778005 h 3778005"/>
              <a:gd name="connsiteX1" fmla="*/ 12353945 w 12354163"/>
              <a:gd name="connsiteY1" fmla="*/ 227365 h 3778005"/>
              <a:gd name="connsiteX2" fmla="*/ 9154025 w 12354163"/>
              <a:gd name="connsiteY2" fmla="*/ 70954 h 3778005"/>
              <a:gd name="connsiteX3" fmla="*/ 3914385 w 12354163"/>
              <a:gd name="connsiteY3" fmla="*/ 298160 h 3778005"/>
              <a:gd name="connsiteX4" fmla="*/ 1 w 12354163"/>
              <a:gd name="connsiteY4" fmla="*/ 627 h 3778005"/>
              <a:gd name="connsiteX5" fmla="*/ 135756 w 12354163"/>
              <a:gd name="connsiteY5" fmla="*/ 3770107 h 3778005"/>
              <a:gd name="connsiteX6" fmla="*/ 12349321 w 12354163"/>
              <a:gd name="connsiteY6" fmla="*/ 3778005 h 3778005"/>
              <a:gd name="connsiteX0" fmla="*/ 12373710 w 12378552"/>
              <a:gd name="connsiteY0" fmla="*/ 3778005 h 3778005"/>
              <a:gd name="connsiteX1" fmla="*/ 12378334 w 12378552"/>
              <a:gd name="connsiteY1" fmla="*/ 227365 h 3778005"/>
              <a:gd name="connsiteX2" fmla="*/ 9178414 w 12378552"/>
              <a:gd name="connsiteY2" fmla="*/ 70954 h 3778005"/>
              <a:gd name="connsiteX3" fmla="*/ 3938774 w 12378552"/>
              <a:gd name="connsiteY3" fmla="*/ 298160 h 3778005"/>
              <a:gd name="connsiteX4" fmla="*/ 24390 w 12378552"/>
              <a:gd name="connsiteY4" fmla="*/ 627 h 3778005"/>
              <a:gd name="connsiteX5" fmla="*/ -1 w 12378552"/>
              <a:gd name="connsiteY5" fmla="*/ 3770108 h 3778005"/>
              <a:gd name="connsiteX6" fmla="*/ 12373710 w 12378552"/>
              <a:gd name="connsiteY6" fmla="*/ 3778005 h 377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78552" h="3778005">
                <a:moveTo>
                  <a:pt x="12373710" y="3778005"/>
                </a:moveTo>
                <a:cubicBezTo>
                  <a:pt x="12378639" y="2747741"/>
                  <a:pt x="12373405" y="1257629"/>
                  <a:pt x="12378334" y="227365"/>
                </a:cubicBezTo>
                <a:cubicBezTo>
                  <a:pt x="12397534" y="226152"/>
                  <a:pt x="11150663" y="59155"/>
                  <a:pt x="9178414" y="70954"/>
                </a:cubicBezTo>
                <a:cubicBezTo>
                  <a:pt x="7206165" y="82753"/>
                  <a:pt x="6346878" y="289929"/>
                  <a:pt x="3938774" y="298160"/>
                </a:cubicBezTo>
                <a:cubicBezTo>
                  <a:pt x="1530670" y="306391"/>
                  <a:pt x="43246" y="-16058"/>
                  <a:pt x="24390" y="627"/>
                </a:cubicBezTo>
                <a:lnTo>
                  <a:pt x="-1" y="3770108"/>
                </a:lnTo>
                <a:lnTo>
                  <a:pt x="12373710" y="37780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Freeform: Shape 20">
            <a:extLst>
              <a:ext uri="{FF2B5EF4-FFF2-40B4-BE49-F238E27FC236}">
                <a16:creationId xmlns:a16="http://schemas.microsoft.com/office/drawing/2014/main" id="{3674D656-49BF-BB9C-A321-F8624236BFA6}"/>
              </a:ext>
            </a:extLst>
          </p:cNvPr>
          <p:cNvSpPr/>
          <p:nvPr userDrawn="1"/>
        </p:nvSpPr>
        <p:spPr>
          <a:xfrm rot="16200000" flipH="1">
            <a:off x="5262241" y="-190487"/>
            <a:ext cx="6871602" cy="7214526"/>
          </a:xfrm>
          <a:custGeom>
            <a:avLst/>
            <a:gdLst>
              <a:gd name="connsiteX0" fmla="*/ 12188161 w 12202949"/>
              <a:gd name="connsiteY0" fmla="*/ 4235676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3851388"/>
              <a:gd name="connsiteX1" fmla="*/ 12202949 w 12202949"/>
              <a:gd name="connsiteY1" fmla="*/ 760596 h 3851388"/>
              <a:gd name="connsiteX2" fmla="*/ 11741071 w 12202949"/>
              <a:gd name="connsiteY2" fmla="*/ 910806 h 3851388"/>
              <a:gd name="connsiteX3" fmla="*/ 8204008 w 12202949"/>
              <a:gd name="connsiteY3" fmla="*/ 1353765 h 3851388"/>
              <a:gd name="connsiteX4" fmla="*/ 8204008 w 12202949"/>
              <a:gd name="connsiteY4" fmla="*/ 1353739 h 3851388"/>
              <a:gd name="connsiteX5" fmla="*/ 5687844 w 12202949"/>
              <a:gd name="connsiteY5" fmla="*/ 740037 h 3851388"/>
              <a:gd name="connsiteX6" fmla="*/ 56864 w 12202949"/>
              <a:gd name="connsiteY6" fmla="*/ 714 h 3851388"/>
              <a:gd name="connsiteX7" fmla="*/ 0 w 12202949"/>
              <a:gd name="connsiteY7" fmla="*/ 2101 h 3851388"/>
              <a:gd name="connsiteX8" fmla="*/ 0 w 12202949"/>
              <a:gd name="connsiteY8" fmla="*/ 3851388 h 3851388"/>
              <a:gd name="connsiteX9" fmla="*/ 12188161 w 12202949"/>
              <a:gd name="connsiteY9" fmla="*/ 3851388 h 3851388"/>
              <a:gd name="connsiteX0" fmla="*/ 12213561 w 12214333"/>
              <a:gd name="connsiteY0" fmla="*/ 3837619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37619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32810 h 3854840"/>
              <a:gd name="connsiteX1" fmla="*/ 12218189 w 12218189"/>
              <a:gd name="connsiteY1" fmla="*/ 764048 h 3854840"/>
              <a:gd name="connsiteX2" fmla="*/ 11741071 w 12218189"/>
              <a:gd name="connsiteY2" fmla="*/ 914258 h 3854840"/>
              <a:gd name="connsiteX3" fmla="*/ 8204008 w 12218189"/>
              <a:gd name="connsiteY3" fmla="*/ 1357217 h 3854840"/>
              <a:gd name="connsiteX4" fmla="*/ 8204008 w 12218189"/>
              <a:gd name="connsiteY4" fmla="*/ 1357191 h 3854840"/>
              <a:gd name="connsiteX5" fmla="*/ 5237607 w 12218189"/>
              <a:gd name="connsiteY5" fmla="*/ 500131 h 3854840"/>
              <a:gd name="connsiteX6" fmla="*/ 56864 w 12218189"/>
              <a:gd name="connsiteY6" fmla="*/ 4166 h 3854840"/>
              <a:gd name="connsiteX7" fmla="*/ 0 w 12218189"/>
              <a:gd name="connsiteY7" fmla="*/ 5553 h 3854840"/>
              <a:gd name="connsiteX8" fmla="*/ 0 w 12218189"/>
              <a:gd name="connsiteY8" fmla="*/ 3854840 h 3854840"/>
              <a:gd name="connsiteX9" fmla="*/ 12213561 w 12218189"/>
              <a:gd name="connsiteY9" fmla="*/ 3832810 h 3854840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8204008 w 12218189"/>
              <a:gd name="connsiteY3" fmla="*/ 1353641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10121145 w 12218189"/>
              <a:gd name="connsiteY3" fmla="*/ 1040753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9162576 w 12218189"/>
              <a:gd name="connsiteY3" fmla="*/ 1231936 h 3851264"/>
              <a:gd name="connsiteX4" fmla="*/ 5237607 w 12218189"/>
              <a:gd name="connsiteY4" fmla="*/ 496555 h 3851264"/>
              <a:gd name="connsiteX5" fmla="*/ 56864 w 12218189"/>
              <a:gd name="connsiteY5" fmla="*/ 590 h 3851264"/>
              <a:gd name="connsiteX6" fmla="*/ 0 w 12218189"/>
              <a:gd name="connsiteY6" fmla="*/ 1977 h 3851264"/>
              <a:gd name="connsiteX7" fmla="*/ 0 w 12218189"/>
              <a:gd name="connsiteY7" fmla="*/ 3851264 h 3851264"/>
              <a:gd name="connsiteX8" fmla="*/ 12213561 w 12218189"/>
              <a:gd name="connsiteY8" fmla="*/ 3829234 h 3851264"/>
              <a:gd name="connsiteX0" fmla="*/ 12213561 w 12218189"/>
              <a:gd name="connsiteY0" fmla="*/ 3829199 h 3851229"/>
              <a:gd name="connsiteX1" fmla="*/ 12218189 w 12218189"/>
              <a:gd name="connsiteY1" fmla="*/ 760437 h 3851229"/>
              <a:gd name="connsiteX2" fmla="*/ 11741071 w 12218189"/>
              <a:gd name="connsiteY2" fmla="*/ 910647 h 3851229"/>
              <a:gd name="connsiteX3" fmla="*/ 8581626 w 12218189"/>
              <a:gd name="connsiteY3" fmla="*/ 1110222 h 3851229"/>
              <a:gd name="connsiteX4" fmla="*/ 5237607 w 12218189"/>
              <a:gd name="connsiteY4" fmla="*/ 496520 h 3851229"/>
              <a:gd name="connsiteX5" fmla="*/ 56864 w 12218189"/>
              <a:gd name="connsiteY5" fmla="*/ 555 h 3851229"/>
              <a:gd name="connsiteX6" fmla="*/ 0 w 12218189"/>
              <a:gd name="connsiteY6" fmla="*/ 1942 h 3851229"/>
              <a:gd name="connsiteX7" fmla="*/ 0 w 12218189"/>
              <a:gd name="connsiteY7" fmla="*/ 3851229 h 3851229"/>
              <a:gd name="connsiteX8" fmla="*/ 12213561 w 12218189"/>
              <a:gd name="connsiteY8" fmla="*/ 3829199 h 385122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741071 w 12218189"/>
              <a:gd name="connsiteY2" fmla="*/ 910637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98 h 3851228"/>
              <a:gd name="connsiteX1" fmla="*/ 12218189 w 12218189"/>
              <a:gd name="connsiteY1" fmla="*/ 308486 h 3851228"/>
              <a:gd name="connsiteX2" fmla="*/ 10956787 w 12218189"/>
              <a:gd name="connsiteY2" fmla="*/ 893263 h 3851228"/>
              <a:gd name="connsiteX3" fmla="*/ 8392818 w 12218189"/>
              <a:gd name="connsiteY3" fmla="*/ 1110221 h 3851228"/>
              <a:gd name="connsiteX4" fmla="*/ 5237607 w 12218189"/>
              <a:gd name="connsiteY4" fmla="*/ 496519 h 3851228"/>
              <a:gd name="connsiteX5" fmla="*/ 56864 w 12218189"/>
              <a:gd name="connsiteY5" fmla="*/ 554 h 3851228"/>
              <a:gd name="connsiteX6" fmla="*/ 0 w 12218189"/>
              <a:gd name="connsiteY6" fmla="*/ 1941 h 3851228"/>
              <a:gd name="connsiteX7" fmla="*/ 0 w 12218189"/>
              <a:gd name="connsiteY7" fmla="*/ 3851228 h 3851228"/>
              <a:gd name="connsiteX8" fmla="*/ 12213561 w 12218189"/>
              <a:gd name="connsiteY8" fmla="*/ 3829198 h 3851228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741389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30090 h 3852120"/>
              <a:gd name="connsiteX1" fmla="*/ 12218189 w 12218189"/>
              <a:gd name="connsiteY1" fmla="*/ 309378 h 3852120"/>
              <a:gd name="connsiteX2" fmla="*/ 10956787 w 12218189"/>
              <a:gd name="connsiteY2" fmla="*/ 894155 h 3852120"/>
              <a:gd name="connsiteX3" fmla="*/ 8741389 w 12218189"/>
              <a:gd name="connsiteY3" fmla="*/ 1128495 h 3852120"/>
              <a:gd name="connsiteX4" fmla="*/ 4947131 w 12218189"/>
              <a:gd name="connsiteY4" fmla="*/ 288819 h 3852120"/>
              <a:gd name="connsiteX5" fmla="*/ 56864 w 12218189"/>
              <a:gd name="connsiteY5" fmla="*/ 1446 h 3852120"/>
              <a:gd name="connsiteX6" fmla="*/ 0 w 12218189"/>
              <a:gd name="connsiteY6" fmla="*/ 2833 h 3852120"/>
              <a:gd name="connsiteX7" fmla="*/ 0 w 12218189"/>
              <a:gd name="connsiteY7" fmla="*/ 3852120 h 3852120"/>
              <a:gd name="connsiteX8" fmla="*/ 12213561 w 12218189"/>
              <a:gd name="connsiteY8" fmla="*/ 3830090 h 3852120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7710201 w 12218189"/>
              <a:gd name="connsiteY2" fmla="*/ 1006629 h 3851933"/>
              <a:gd name="connsiteX3" fmla="*/ 4947131 w 12218189"/>
              <a:gd name="connsiteY3" fmla="*/ 288632 h 3851933"/>
              <a:gd name="connsiteX4" fmla="*/ 56864 w 12218189"/>
              <a:gd name="connsiteY4" fmla="*/ 1259 h 3851933"/>
              <a:gd name="connsiteX5" fmla="*/ 0 w 12218189"/>
              <a:gd name="connsiteY5" fmla="*/ 2646 h 3851933"/>
              <a:gd name="connsiteX6" fmla="*/ 0 w 12218189"/>
              <a:gd name="connsiteY6" fmla="*/ 3851933 h 3851933"/>
              <a:gd name="connsiteX7" fmla="*/ 12213561 w 12218189"/>
              <a:gd name="connsiteY7" fmla="*/ 3829903 h 3851933"/>
              <a:gd name="connsiteX0" fmla="*/ 12213561 w 12218189"/>
              <a:gd name="connsiteY0" fmla="*/ 3829976 h 3852006"/>
              <a:gd name="connsiteX1" fmla="*/ 12218189 w 12218189"/>
              <a:gd name="connsiteY1" fmla="*/ 309264 h 3852006"/>
              <a:gd name="connsiteX2" fmla="*/ 7899010 w 12218189"/>
              <a:gd name="connsiteY2" fmla="*/ 1058851 h 3852006"/>
              <a:gd name="connsiteX3" fmla="*/ 4947131 w 12218189"/>
              <a:gd name="connsiteY3" fmla="*/ 288705 h 3852006"/>
              <a:gd name="connsiteX4" fmla="*/ 56864 w 12218189"/>
              <a:gd name="connsiteY4" fmla="*/ 1332 h 3852006"/>
              <a:gd name="connsiteX5" fmla="*/ 0 w 12218189"/>
              <a:gd name="connsiteY5" fmla="*/ 2719 h 3852006"/>
              <a:gd name="connsiteX6" fmla="*/ 0 w 12218189"/>
              <a:gd name="connsiteY6" fmla="*/ 3852006 h 3852006"/>
              <a:gd name="connsiteX7" fmla="*/ 12213561 w 12218189"/>
              <a:gd name="connsiteY7" fmla="*/ 3829976 h 3852006"/>
              <a:gd name="connsiteX0" fmla="*/ 12213561 w 12218277"/>
              <a:gd name="connsiteY0" fmla="*/ 3829976 h 3852006"/>
              <a:gd name="connsiteX1" fmla="*/ 12218189 w 12218277"/>
              <a:gd name="connsiteY1" fmla="*/ 309264 h 3852006"/>
              <a:gd name="connsiteX2" fmla="*/ 7899010 w 12218277"/>
              <a:gd name="connsiteY2" fmla="*/ 1058851 h 3852006"/>
              <a:gd name="connsiteX3" fmla="*/ 4947131 w 12218277"/>
              <a:gd name="connsiteY3" fmla="*/ 288705 h 3852006"/>
              <a:gd name="connsiteX4" fmla="*/ 56864 w 12218277"/>
              <a:gd name="connsiteY4" fmla="*/ 1332 h 3852006"/>
              <a:gd name="connsiteX5" fmla="*/ 0 w 12218277"/>
              <a:gd name="connsiteY5" fmla="*/ 2719 h 3852006"/>
              <a:gd name="connsiteX6" fmla="*/ 0 w 12218277"/>
              <a:gd name="connsiteY6" fmla="*/ 3852006 h 3852006"/>
              <a:gd name="connsiteX7" fmla="*/ 12213561 w 12218277"/>
              <a:gd name="connsiteY7" fmla="*/ 3829976 h 3852006"/>
              <a:gd name="connsiteX0" fmla="*/ 12213561 w 12218294"/>
              <a:gd name="connsiteY0" fmla="*/ 3830004 h 3852034"/>
              <a:gd name="connsiteX1" fmla="*/ 12218189 w 12218294"/>
              <a:gd name="connsiteY1" fmla="*/ 309292 h 3852034"/>
              <a:gd name="connsiteX2" fmla="*/ 8407343 w 12218294"/>
              <a:gd name="connsiteY2" fmla="*/ 1076261 h 3852034"/>
              <a:gd name="connsiteX3" fmla="*/ 4947131 w 12218294"/>
              <a:gd name="connsiteY3" fmla="*/ 288733 h 3852034"/>
              <a:gd name="connsiteX4" fmla="*/ 56864 w 12218294"/>
              <a:gd name="connsiteY4" fmla="*/ 1360 h 3852034"/>
              <a:gd name="connsiteX5" fmla="*/ 0 w 12218294"/>
              <a:gd name="connsiteY5" fmla="*/ 2747 h 3852034"/>
              <a:gd name="connsiteX6" fmla="*/ 0 w 12218294"/>
              <a:gd name="connsiteY6" fmla="*/ 3852034 h 3852034"/>
              <a:gd name="connsiteX7" fmla="*/ 12213561 w 12218294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298"/>
              <a:gd name="connsiteY0" fmla="*/ 3831244 h 3853274"/>
              <a:gd name="connsiteX1" fmla="*/ 12218189 w 12218298"/>
              <a:gd name="connsiteY1" fmla="*/ 310532 h 3853274"/>
              <a:gd name="connsiteX2" fmla="*/ 8407343 w 12218298"/>
              <a:gd name="connsiteY2" fmla="*/ 1077501 h 3853274"/>
              <a:gd name="connsiteX3" fmla="*/ 4366180 w 12218298"/>
              <a:gd name="connsiteY3" fmla="*/ 220443 h 3853274"/>
              <a:gd name="connsiteX4" fmla="*/ 56864 w 12218298"/>
              <a:gd name="connsiteY4" fmla="*/ 2600 h 3853274"/>
              <a:gd name="connsiteX5" fmla="*/ 0 w 12218298"/>
              <a:gd name="connsiteY5" fmla="*/ 3987 h 3853274"/>
              <a:gd name="connsiteX6" fmla="*/ 0 w 12218298"/>
              <a:gd name="connsiteY6" fmla="*/ 3853274 h 3853274"/>
              <a:gd name="connsiteX7" fmla="*/ 12213561 w 12218298"/>
              <a:gd name="connsiteY7" fmla="*/ 3831244 h 3853274"/>
              <a:gd name="connsiteX0" fmla="*/ 12213561 w 12218298"/>
              <a:gd name="connsiteY0" fmla="*/ 3837797 h 3859827"/>
              <a:gd name="connsiteX1" fmla="*/ 12218189 w 12218298"/>
              <a:gd name="connsiteY1" fmla="*/ 317085 h 3859827"/>
              <a:gd name="connsiteX2" fmla="*/ 8407343 w 12218298"/>
              <a:gd name="connsiteY2" fmla="*/ 1084054 h 3859827"/>
              <a:gd name="connsiteX3" fmla="*/ 4366180 w 12218298"/>
              <a:gd name="connsiteY3" fmla="*/ 226996 h 3859827"/>
              <a:gd name="connsiteX4" fmla="*/ 56864 w 12218298"/>
              <a:gd name="connsiteY4" fmla="*/ 9153 h 3859827"/>
              <a:gd name="connsiteX5" fmla="*/ 0 w 12218298"/>
              <a:gd name="connsiteY5" fmla="*/ 10540 h 3859827"/>
              <a:gd name="connsiteX6" fmla="*/ 0 w 12218298"/>
              <a:gd name="connsiteY6" fmla="*/ 3859827 h 3859827"/>
              <a:gd name="connsiteX7" fmla="*/ 12213561 w 12218298"/>
              <a:gd name="connsiteY7" fmla="*/ 3837797 h 3859827"/>
              <a:gd name="connsiteX0" fmla="*/ 12213561 w 12218296"/>
              <a:gd name="connsiteY0" fmla="*/ 3829747 h 3851777"/>
              <a:gd name="connsiteX1" fmla="*/ 12218189 w 12218296"/>
              <a:gd name="connsiteY1" fmla="*/ 309035 h 3851777"/>
              <a:gd name="connsiteX2" fmla="*/ 8373408 w 12218296"/>
              <a:gd name="connsiteY2" fmla="*/ 451414 h 3851777"/>
              <a:gd name="connsiteX3" fmla="*/ 4366180 w 12218296"/>
              <a:gd name="connsiteY3" fmla="*/ 218946 h 3851777"/>
              <a:gd name="connsiteX4" fmla="*/ 56864 w 12218296"/>
              <a:gd name="connsiteY4" fmla="*/ 1103 h 3851777"/>
              <a:gd name="connsiteX5" fmla="*/ 0 w 12218296"/>
              <a:gd name="connsiteY5" fmla="*/ 2490 h 3851777"/>
              <a:gd name="connsiteX6" fmla="*/ 0 w 12218296"/>
              <a:gd name="connsiteY6" fmla="*/ 3851777 h 3851777"/>
              <a:gd name="connsiteX7" fmla="*/ 12213561 w 12218296"/>
              <a:gd name="connsiteY7" fmla="*/ 3829747 h 3851777"/>
              <a:gd name="connsiteX0" fmla="*/ 12213561 w 12218296"/>
              <a:gd name="connsiteY0" fmla="*/ 3829532 h 3851562"/>
              <a:gd name="connsiteX1" fmla="*/ 12218189 w 12218296"/>
              <a:gd name="connsiteY1" fmla="*/ 308820 h 3851562"/>
              <a:gd name="connsiteX2" fmla="*/ 8373408 w 12218296"/>
              <a:gd name="connsiteY2" fmla="*/ 451199 h 3851562"/>
              <a:gd name="connsiteX3" fmla="*/ 4366180 w 12218296"/>
              <a:gd name="connsiteY3" fmla="*/ 218731 h 3851562"/>
              <a:gd name="connsiteX4" fmla="*/ 56864 w 12218296"/>
              <a:gd name="connsiteY4" fmla="*/ 888 h 3851562"/>
              <a:gd name="connsiteX5" fmla="*/ 0 w 12218296"/>
              <a:gd name="connsiteY5" fmla="*/ 2275 h 3851562"/>
              <a:gd name="connsiteX6" fmla="*/ 0 w 12218296"/>
              <a:gd name="connsiteY6" fmla="*/ 3851562 h 3851562"/>
              <a:gd name="connsiteX7" fmla="*/ 12213561 w 12218296"/>
              <a:gd name="connsiteY7" fmla="*/ 3829532 h 3851562"/>
              <a:gd name="connsiteX0" fmla="*/ 12213561 w 12218323"/>
              <a:gd name="connsiteY0" fmla="*/ 3829732 h 3851762"/>
              <a:gd name="connsiteX1" fmla="*/ 12218189 w 12218323"/>
              <a:gd name="connsiteY1" fmla="*/ 309020 h 3851762"/>
              <a:gd name="connsiteX2" fmla="*/ 8882505 w 12218323"/>
              <a:gd name="connsiteY2" fmla="*/ 437363 h 3851762"/>
              <a:gd name="connsiteX3" fmla="*/ 4366180 w 12218323"/>
              <a:gd name="connsiteY3" fmla="*/ 218931 h 3851762"/>
              <a:gd name="connsiteX4" fmla="*/ 56864 w 12218323"/>
              <a:gd name="connsiteY4" fmla="*/ 1088 h 3851762"/>
              <a:gd name="connsiteX5" fmla="*/ 0 w 12218323"/>
              <a:gd name="connsiteY5" fmla="*/ 2475 h 3851762"/>
              <a:gd name="connsiteX6" fmla="*/ 0 w 12218323"/>
              <a:gd name="connsiteY6" fmla="*/ 3851762 h 3851762"/>
              <a:gd name="connsiteX7" fmla="*/ 12213561 w 12218323"/>
              <a:gd name="connsiteY7" fmla="*/ 3829732 h 3851762"/>
              <a:gd name="connsiteX0" fmla="*/ 12213561 w 12218323"/>
              <a:gd name="connsiteY0" fmla="*/ 3828644 h 3850674"/>
              <a:gd name="connsiteX1" fmla="*/ 12218189 w 12218323"/>
              <a:gd name="connsiteY1" fmla="*/ 307932 h 3850674"/>
              <a:gd name="connsiteX2" fmla="*/ 8882505 w 12218323"/>
              <a:gd name="connsiteY2" fmla="*/ 436275 h 3850674"/>
              <a:gd name="connsiteX3" fmla="*/ 4366180 w 12218323"/>
              <a:gd name="connsiteY3" fmla="*/ 217843 h 3850674"/>
              <a:gd name="connsiteX4" fmla="*/ 3767309 w 12218323"/>
              <a:gd name="connsiteY4" fmla="*/ 264544 h 3850674"/>
              <a:gd name="connsiteX5" fmla="*/ 56864 w 12218323"/>
              <a:gd name="connsiteY5" fmla="*/ 0 h 3850674"/>
              <a:gd name="connsiteX6" fmla="*/ 0 w 12218323"/>
              <a:gd name="connsiteY6" fmla="*/ 1387 h 3850674"/>
              <a:gd name="connsiteX7" fmla="*/ 0 w 12218323"/>
              <a:gd name="connsiteY7" fmla="*/ 3850674 h 3850674"/>
              <a:gd name="connsiteX8" fmla="*/ 12213561 w 12218323"/>
              <a:gd name="connsiteY8" fmla="*/ 3828644 h 3850674"/>
              <a:gd name="connsiteX0" fmla="*/ 12213561 w 12218328"/>
              <a:gd name="connsiteY0" fmla="*/ 3828644 h 3850674"/>
              <a:gd name="connsiteX1" fmla="*/ 12218189 w 12218328"/>
              <a:gd name="connsiteY1" fmla="*/ 307932 h 3850674"/>
              <a:gd name="connsiteX2" fmla="*/ 8882505 w 12218328"/>
              <a:gd name="connsiteY2" fmla="*/ 436275 h 3850674"/>
              <a:gd name="connsiteX3" fmla="*/ 3767309 w 12218328"/>
              <a:gd name="connsiteY3" fmla="*/ 264544 h 3850674"/>
              <a:gd name="connsiteX4" fmla="*/ 56864 w 12218328"/>
              <a:gd name="connsiteY4" fmla="*/ 0 h 3850674"/>
              <a:gd name="connsiteX5" fmla="*/ 0 w 12218328"/>
              <a:gd name="connsiteY5" fmla="*/ 1387 h 3850674"/>
              <a:gd name="connsiteX6" fmla="*/ 0 w 12218328"/>
              <a:gd name="connsiteY6" fmla="*/ 3850674 h 3850674"/>
              <a:gd name="connsiteX7" fmla="*/ 12213561 w 12218328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67309 w 12218305"/>
              <a:gd name="connsiteY3" fmla="*/ 264544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1 w 12218350"/>
              <a:gd name="connsiteY0" fmla="*/ 3828644 h 3850674"/>
              <a:gd name="connsiteX1" fmla="*/ 12218189 w 12218350"/>
              <a:gd name="connsiteY1" fmla="*/ 307932 h 3850674"/>
              <a:gd name="connsiteX2" fmla="*/ 8475228 w 12218350"/>
              <a:gd name="connsiteY2" fmla="*/ 78364 h 3850674"/>
              <a:gd name="connsiteX3" fmla="*/ 3767309 w 12218350"/>
              <a:gd name="connsiteY3" fmla="*/ 264544 h 3850674"/>
              <a:gd name="connsiteX4" fmla="*/ 56864 w 12218350"/>
              <a:gd name="connsiteY4" fmla="*/ 0 h 3850674"/>
              <a:gd name="connsiteX5" fmla="*/ 0 w 12218350"/>
              <a:gd name="connsiteY5" fmla="*/ 1387 h 3850674"/>
              <a:gd name="connsiteX6" fmla="*/ 0 w 12218350"/>
              <a:gd name="connsiteY6" fmla="*/ 3850674 h 3850674"/>
              <a:gd name="connsiteX7" fmla="*/ 12213561 w 12218350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33370 w 12218305"/>
              <a:gd name="connsiteY3" fmla="*/ 222437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5 w 12218307"/>
              <a:gd name="connsiteY0" fmla="*/ 3858572 h 3858572"/>
              <a:gd name="connsiteX1" fmla="*/ 12218189 w 12218307"/>
              <a:gd name="connsiteY1" fmla="*/ 307932 h 3858572"/>
              <a:gd name="connsiteX2" fmla="*/ 8475228 w 12218307"/>
              <a:gd name="connsiteY2" fmla="*/ 78364 h 3858572"/>
              <a:gd name="connsiteX3" fmla="*/ 3733370 w 12218307"/>
              <a:gd name="connsiteY3" fmla="*/ 222437 h 3858572"/>
              <a:gd name="connsiteX4" fmla="*/ 56864 w 12218307"/>
              <a:gd name="connsiteY4" fmla="*/ 0 h 3858572"/>
              <a:gd name="connsiteX5" fmla="*/ 0 w 12218307"/>
              <a:gd name="connsiteY5" fmla="*/ 1387 h 3858572"/>
              <a:gd name="connsiteX6" fmla="*/ 0 w 12218307"/>
              <a:gd name="connsiteY6" fmla="*/ 3850674 h 3858572"/>
              <a:gd name="connsiteX7" fmla="*/ 12213565 w 12218307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9"/>
              <a:gd name="connsiteY0" fmla="*/ 3858572 h 3858572"/>
              <a:gd name="connsiteX1" fmla="*/ 12218189 w 12218309"/>
              <a:gd name="connsiteY1" fmla="*/ 307932 h 3858572"/>
              <a:gd name="connsiteX2" fmla="*/ 8565739 w 12218309"/>
              <a:gd name="connsiteY2" fmla="*/ 144870 h 3858572"/>
              <a:gd name="connsiteX3" fmla="*/ 3869130 w 12218309"/>
              <a:gd name="connsiteY3" fmla="*/ 372075 h 3858572"/>
              <a:gd name="connsiteX4" fmla="*/ 56864 w 12218309"/>
              <a:gd name="connsiteY4" fmla="*/ 0 h 3858572"/>
              <a:gd name="connsiteX5" fmla="*/ 0 w 12218309"/>
              <a:gd name="connsiteY5" fmla="*/ 1387 h 3858572"/>
              <a:gd name="connsiteX6" fmla="*/ 0 w 12218309"/>
              <a:gd name="connsiteY6" fmla="*/ 3850674 h 3858572"/>
              <a:gd name="connsiteX7" fmla="*/ 12213565 w 12218309"/>
              <a:gd name="connsiteY7" fmla="*/ 3858572 h 3858572"/>
              <a:gd name="connsiteX0" fmla="*/ 12213565 w 12218311"/>
              <a:gd name="connsiteY0" fmla="*/ 3858572 h 3858572"/>
              <a:gd name="connsiteX1" fmla="*/ 12218189 w 12218311"/>
              <a:gd name="connsiteY1" fmla="*/ 307932 h 3858572"/>
              <a:gd name="connsiteX2" fmla="*/ 8565739 w 12218311"/>
              <a:gd name="connsiteY2" fmla="*/ 144870 h 3858572"/>
              <a:gd name="connsiteX3" fmla="*/ 3778628 w 12218311"/>
              <a:gd name="connsiteY3" fmla="*/ 358775 h 3858572"/>
              <a:gd name="connsiteX4" fmla="*/ 56864 w 12218311"/>
              <a:gd name="connsiteY4" fmla="*/ 0 h 3858572"/>
              <a:gd name="connsiteX5" fmla="*/ 0 w 12218311"/>
              <a:gd name="connsiteY5" fmla="*/ 1387 h 3858572"/>
              <a:gd name="connsiteX6" fmla="*/ 0 w 12218311"/>
              <a:gd name="connsiteY6" fmla="*/ 3850674 h 3858572"/>
              <a:gd name="connsiteX7" fmla="*/ 12213565 w 12218311"/>
              <a:gd name="connsiteY7" fmla="*/ 3858572 h 3858572"/>
              <a:gd name="connsiteX0" fmla="*/ 12575589 w 12580333"/>
              <a:gd name="connsiteY0" fmla="*/ 3858572 h 3858572"/>
              <a:gd name="connsiteX1" fmla="*/ 12580213 w 12580333"/>
              <a:gd name="connsiteY1" fmla="*/ 307932 h 3858572"/>
              <a:gd name="connsiteX2" fmla="*/ 8927763 w 12580333"/>
              <a:gd name="connsiteY2" fmla="*/ 144870 h 3858572"/>
              <a:gd name="connsiteX3" fmla="*/ 4140652 w 12580333"/>
              <a:gd name="connsiteY3" fmla="*/ 358775 h 3858572"/>
              <a:gd name="connsiteX4" fmla="*/ 418888 w 12580333"/>
              <a:gd name="connsiteY4" fmla="*/ 0 h 3858572"/>
              <a:gd name="connsiteX5" fmla="*/ 0 w 12580333"/>
              <a:gd name="connsiteY5" fmla="*/ 101146 h 3858572"/>
              <a:gd name="connsiteX6" fmla="*/ 362024 w 12580333"/>
              <a:gd name="connsiteY6" fmla="*/ 3850674 h 3858572"/>
              <a:gd name="connsiteX7" fmla="*/ 12575589 w 12580333"/>
              <a:gd name="connsiteY7" fmla="*/ 3858572 h 3858572"/>
              <a:gd name="connsiteX0" fmla="*/ 12575589 w 12580335"/>
              <a:gd name="connsiteY0" fmla="*/ 3963913 h 3963913"/>
              <a:gd name="connsiteX1" fmla="*/ 12580213 w 12580335"/>
              <a:gd name="connsiteY1" fmla="*/ 413273 h 3963913"/>
              <a:gd name="connsiteX2" fmla="*/ 8927763 w 12580335"/>
              <a:gd name="connsiteY2" fmla="*/ 250211 h 3963913"/>
              <a:gd name="connsiteX3" fmla="*/ 4140652 w 12580335"/>
              <a:gd name="connsiteY3" fmla="*/ 464116 h 3963913"/>
              <a:gd name="connsiteX4" fmla="*/ 0 w 12580335"/>
              <a:gd name="connsiteY4" fmla="*/ 206487 h 3963913"/>
              <a:gd name="connsiteX5" fmla="*/ 362024 w 12580335"/>
              <a:gd name="connsiteY5" fmla="*/ 3956015 h 3963913"/>
              <a:gd name="connsiteX6" fmla="*/ 12575589 w 12580335"/>
              <a:gd name="connsiteY6" fmla="*/ 3963913 h 3963913"/>
              <a:gd name="connsiteX0" fmla="*/ 12349321 w 12354065"/>
              <a:gd name="connsiteY0" fmla="*/ 3981083 h 3981083"/>
              <a:gd name="connsiteX1" fmla="*/ 12353945 w 12354065"/>
              <a:gd name="connsiteY1" fmla="*/ 430443 h 3981083"/>
              <a:gd name="connsiteX2" fmla="*/ 8701495 w 12354065"/>
              <a:gd name="connsiteY2" fmla="*/ 267381 h 3981083"/>
              <a:gd name="connsiteX3" fmla="*/ 3914384 w 12354065"/>
              <a:gd name="connsiteY3" fmla="*/ 481286 h 3981083"/>
              <a:gd name="connsiteX4" fmla="*/ 1 w 12354065"/>
              <a:gd name="connsiteY4" fmla="*/ 203705 h 3981083"/>
              <a:gd name="connsiteX5" fmla="*/ 135756 w 12354065"/>
              <a:gd name="connsiteY5" fmla="*/ 3973185 h 3981083"/>
              <a:gd name="connsiteX6" fmla="*/ 12349321 w 12354065"/>
              <a:gd name="connsiteY6" fmla="*/ 3981083 h 3981083"/>
              <a:gd name="connsiteX0" fmla="*/ 12349319 w 12354065"/>
              <a:gd name="connsiteY0" fmla="*/ 3778086 h 3778086"/>
              <a:gd name="connsiteX1" fmla="*/ 12353943 w 12354065"/>
              <a:gd name="connsiteY1" fmla="*/ 227446 h 3778086"/>
              <a:gd name="connsiteX2" fmla="*/ 8701493 w 12354065"/>
              <a:gd name="connsiteY2" fmla="*/ 64384 h 3778086"/>
              <a:gd name="connsiteX3" fmla="*/ 3914382 w 12354065"/>
              <a:gd name="connsiteY3" fmla="*/ 278289 h 3778086"/>
              <a:gd name="connsiteX4" fmla="*/ -1 w 12354065"/>
              <a:gd name="connsiteY4" fmla="*/ 708 h 3778086"/>
              <a:gd name="connsiteX5" fmla="*/ 135754 w 12354065"/>
              <a:gd name="connsiteY5" fmla="*/ 3770188 h 3778086"/>
              <a:gd name="connsiteX6" fmla="*/ 12349319 w 12354065"/>
              <a:gd name="connsiteY6" fmla="*/ 3778086 h 3778086"/>
              <a:gd name="connsiteX0" fmla="*/ 12349321 w 12354065"/>
              <a:gd name="connsiteY0" fmla="*/ 3778042 h 3778042"/>
              <a:gd name="connsiteX1" fmla="*/ 12353945 w 12354065"/>
              <a:gd name="connsiteY1" fmla="*/ 227402 h 3778042"/>
              <a:gd name="connsiteX2" fmla="*/ 8701495 w 12354065"/>
              <a:gd name="connsiteY2" fmla="*/ 64340 h 3778042"/>
              <a:gd name="connsiteX3" fmla="*/ 3914385 w 12354065"/>
              <a:gd name="connsiteY3" fmla="*/ 298197 h 3778042"/>
              <a:gd name="connsiteX4" fmla="*/ 1 w 12354065"/>
              <a:gd name="connsiteY4" fmla="*/ 664 h 3778042"/>
              <a:gd name="connsiteX5" fmla="*/ 135756 w 12354065"/>
              <a:gd name="connsiteY5" fmla="*/ 3770144 h 3778042"/>
              <a:gd name="connsiteX6" fmla="*/ 12349321 w 12354065"/>
              <a:gd name="connsiteY6" fmla="*/ 3778042 h 3778042"/>
              <a:gd name="connsiteX0" fmla="*/ 12349319 w 12354065"/>
              <a:gd name="connsiteY0" fmla="*/ 3778015 h 3778015"/>
              <a:gd name="connsiteX1" fmla="*/ 12353943 w 12354065"/>
              <a:gd name="connsiteY1" fmla="*/ 227375 h 3778015"/>
              <a:gd name="connsiteX2" fmla="*/ 8701493 w 12354065"/>
              <a:gd name="connsiteY2" fmla="*/ 64313 h 3778015"/>
              <a:gd name="connsiteX3" fmla="*/ 3914383 w 12354065"/>
              <a:gd name="connsiteY3" fmla="*/ 298170 h 3778015"/>
              <a:gd name="connsiteX4" fmla="*/ -1 w 12354065"/>
              <a:gd name="connsiteY4" fmla="*/ 637 h 3778015"/>
              <a:gd name="connsiteX5" fmla="*/ 135754 w 12354065"/>
              <a:gd name="connsiteY5" fmla="*/ 3770117 h 3778015"/>
              <a:gd name="connsiteX6" fmla="*/ 12349319 w 12354065"/>
              <a:gd name="connsiteY6" fmla="*/ 3778015 h 3778015"/>
              <a:gd name="connsiteX0" fmla="*/ 12349321 w 12354095"/>
              <a:gd name="connsiteY0" fmla="*/ 3778043 h 3778043"/>
              <a:gd name="connsiteX1" fmla="*/ 12353945 w 12354095"/>
              <a:gd name="connsiteY1" fmla="*/ 227403 h 3778043"/>
              <a:gd name="connsiteX2" fmla="*/ 9154025 w 12354095"/>
              <a:gd name="connsiteY2" fmla="*/ 70992 h 3778043"/>
              <a:gd name="connsiteX3" fmla="*/ 3914385 w 12354095"/>
              <a:gd name="connsiteY3" fmla="*/ 298198 h 3778043"/>
              <a:gd name="connsiteX4" fmla="*/ 1 w 12354095"/>
              <a:gd name="connsiteY4" fmla="*/ 665 h 3778043"/>
              <a:gd name="connsiteX5" fmla="*/ 135756 w 12354095"/>
              <a:gd name="connsiteY5" fmla="*/ 3770145 h 3778043"/>
              <a:gd name="connsiteX6" fmla="*/ 12349321 w 12354095"/>
              <a:gd name="connsiteY6" fmla="*/ 3778043 h 3778043"/>
              <a:gd name="connsiteX0" fmla="*/ 12349319 w 12354095"/>
              <a:gd name="connsiteY0" fmla="*/ 3778005 h 3778005"/>
              <a:gd name="connsiteX1" fmla="*/ 12353943 w 12354095"/>
              <a:gd name="connsiteY1" fmla="*/ 227365 h 3778005"/>
              <a:gd name="connsiteX2" fmla="*/ 9154023 w 12354095"/>
              <a:gd name="connsiteY2" fmla="*/ 70954 h 3778005"/>
              <a:gd name="connsiteX3" fmla="*/ 3914383 w 12354095"/>
              <a:gd name="connsiteY3" fmla="*/ 298160 h 3778005"/>
              <a:gd name="connsiteX4" fmla="*/ -1 w 12354095"/>
              <a:gd name="connsiteY4" fmla="*/ 627 h 3778005"/>
              <a:gd name="connsiteX5" fmla="*/ 135754 w 12354095"/>
              <a:gd name="connsiteY5" fmla="*/ 3770107 h 3778005"/>
              <a:gd name="connsiteX6" fmla="*/ 12349319 w 12354095"/>
              <a:gd name="connsiteY6" fmla="*/ 3778005 h 3778005"/>
              <a:gd name="connsiteX0" fmla="*/ 12349321 w 12354163"/>
              <a:gd name="connsiteY0" fmla="*/ 3778005 h 3778005"/>
              <a:gd name="connsiteX1" fmla="*/ 12353945 w 12354163"/>
              <a:gd name="connsiteY1" fmla="*/ 227365 h 3778005"/>
              <a:gd name="connsiteX2" fmla="*/ 9154025 w 12354163"/>
              <a:gd name="connsiteY2" fmla="*/ 70954 h 3778005"/>
              <a:gd name="connsiteX3" fmla="*/ 3914385 w 12354163"/>
              <a:gd name="connsiteY3" fmla="*/ 298160 h 3778005"/>
              <a:gd name="connsiteX4" fmla="*/ 1 w 12354163"/>
              <a:gd name="connsiteY4" fmla="*/ 627 h 3778005"/>
              <a:gd name="connsiteX5" fmla="*/ 135756 w 12354163"/>
              <a:gd name="connsiteY5" fmla="*/ 3770107 h 3778005"/>
              <a:gd name="connsiteX6" fmla="*/ 12349321 w 12354163"/>
              <a:gd name="connsiteY6" fmla="*/ 3778005 h 3778005"/>
              <a:gd name="connsiteX0" fmla="*/ 12373710 w 12378552"/>
              <a:gd name="connsiteY0" fmla="*/ 3778005 h 3778005"/>
              <a:gd name="connsiteX1" fmla="*/ 12378334 w 12378552"/>
              <a:gd name="connsiteY1" fmla="*/ 227365 h 3778005"/>
              <a:gd name="connsiteX2" fmla="*/ 9178414 w 12378552"/>
              <a:gd name="connsiteY2" fmla="*/ 70954 h 3778005"/>
              <a:gd name="connsiteX3" fmla="*/ 3938774 w 12378552"/>
              <a:gd name="connsiteY3" fmla="*/ 298160 h 3778005"/>
              <a:gd name="connsiteX4" fmla="*/ 24390 w 12378552"/>
              <a:gd name="connsiteY4" fmla="*/ 627 h 3778005"/>
              <a:gd name="connsiteX5" fmla="*/ -1 w 12378552"/>
              <a:gd name="connsiteY5" fmla="*/ 3770108 h 3778005"/>
              <a:gd name="connsiteX6" fmla="*/ 12373710 w 12378552"/>
              <a:gd name="connsiteY6" fmla="*/ 3778005 h 377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78552" h="3778005">
                <a:moveTo>
                  <a:pt x="12373710" y="3778005"/>
                </a:moveTo>
                <a:cubicBezTo>
                  <a:pt x="12378639" y="2747741"/>
                  <a:pt x="12373405" y="1257629"/>
                  <a:pt x="12378334" y="227365"/>
                </a:cubicBezTo>
                <a:cubicBezTo>
                  <a:pt x="12397534" y="226152"/>
                  <a:pt x="11150663" y="59155"/>
                  <a:pt x="9178414" y="70954"/>
                </a:cubicBezTo>
                <a:cubicBezTo>
                  <a:pt x="7206165" y="82753"/>
                  <a:pt x="6346878" y="289929"/>
                  <a:pt x="3938774" y="298160"/>
                </a:cubicBezTo>
                <a:cubicBezTo>
                  <a:pt x="1530670" y="306391"/>
                  <a:pt x="43246" y="-16058"/>
                  <a:pt x="24390" y="627"/>
                </a:cubicBezTo>
                <a:lnTo>
                  <a:pt x="-1" y="3770108"/>
                </a:lnTo>
                <a:lnTo>
                  <a:pt x="12373710" y="37780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69E0146-7E46-D948-9A2C-034C3AE10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518" y="1033690"/>
            <a:ext cx="4177619" cy="1776412"/>
          </a:xfrm>
        </p:spPr>
        <p:txBody>
          <a:bodyPr anchor="t"/>
          <a:lstStyle>
            <a:lvl1pPr algn="l">
              <a:defRPr sz="6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oogle Shape;184;p158">
            <a:extLst>
              <a:ext uri="{FF2B5EF4-FFF2-40B4-BE49-F238E27FC236}">
                <a16:creationId xmlns:a16="http://schemas.microsoft.com/office/drawing/2014/main" id="{D458F13C-3F27-01C9-FEF2-56828E84BDD0}"/>
              </a:ext>
            </a:extLst>
          </p:cNvPr>
          <p:cNvGrpSpPr/>
          <p:nvPr userDrawn="1"/>
        </p:nvGrpSpPr>
        <p:grpSpPr>
          <a:xfrm>
            <a:off x="0" y="6370638"/>
            <a:ext cx="12192000" cy="487362"/>
            <a:chOff x="0" y="5865814"/>
            <a:chExt cx="12192000" cy="487362"/>
          </a:xfrm>
        </p:grpSpPr>
        <p:sp>
          <p:nvSpPr>
            <p:cNvPr id="18" name="Google Shape;185;p158">
              <a:extLst>
                <a:ext uri="{FF2B5EF4-FFF2-40B4-BE49-F238E27FC236}">
                  <a16:creationId xmlns:a16="http://schemas.microsoft.com/office/drawing/2014/main" id="{72A13F17-A797-72B7-84A6-CB8683D9EFD4}"/>
                </a:ext>
              </a:extLst>
            </p:cNvPr>
            <p:cNvSpPr/>
            <p:nvPr/>
          </p:nvSpPr>
          <p:spPr>
            <a:xfrm>
              <a:off x="0" y="5865814"/>
              <a:ext cx="12192000" cy="4873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" name="Google Shape;186;p158">
              <a:extLst>
                <a:ext uri="{FF2B5EF4-FFF2-40B4-BE49-F238E27FC236}">
                  <a16:creationId xmlns:a16="http://schemas.microsoft.com/office/drawing/2014/main" id="{CA926853-72CF-6B43-1999-3C9B72FDC639}"/>
                </a:ext>
              </a:extLst>
            </p:cNvPr>
            <p:cNvGrpSpPr/>
            <p:nvPr/>
          </p:nvGrpSpPr>
          <p:grpSpPr>
            <a:xfrm>
              <a:off x="233187" y="6058089"/>
              <a:ext cx="734224" cy="127001"/>
              <a:chOff x="2565400" y="2819400"/>
              <a:chExt cx="7048500" cy="1219200"/>
            </a:xfrm>
          </p:grpSpPr>
          <p:sp>
            <p:nvSpPr>
              <p:cNvPr id="20" name="Google Shape;187;p158">
                <a:extLst>
                  <a:ext uri="{FF2B5EF4-FFF2-40B4-BE49-F238E27FC236}">
                    <a16:creationId xmlns:a16="http://schemas.microsoft.com/office/drawing/2014/main" id="{C676F216-7ECC-DDCD-6691-85B8F0828C06}"/>
                  </a:ext>
                </a:extLst>
              </p:cNvPr>
              <p:cNvSpPr/>
              <p:nvPr/>
            </p:nvSpPr>
            <p:spPr>
              <a:xfrm>
                <a:off x="2565400" y="2819400"/>
                <a:ext cx="12065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64" y="47"/>
                    </a:moveTo>
                    <a:cubicBezTo>
                      <a:pt x="47" y="67"/>
                      <a:pt x="47" y="67"/>
                      <a:pt x="47" y="67"/>
                    </a:cubicBezTo>
                    <a:cubicBezTo>
                      <a:pt x="69" y="67"/>
                      <a:pt x="69" y="67"/>
                      <a:pt x="69" y="67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3" y="85"/>
                      <a:pt x="60" y="86"/>
                      <a:pt x="55" y="86"/>
                    </a:cubicBezTo>
                    <a:cubicBezTo>
                      <a:pt x="41" y="86"/>
                      <a:pt x="31" y="75"/>
                      <a:pt x="31" y="59"/>
                    </a:cubicBezTo>
                    <a:cubicBezTo>
                      <a:pt x="31" y="44"/>
                      <a:pt x="42" y="21"/>
                      <a:pt x="70" y="21"/>
                    </a:cubicBezTo>
                    <a:cubicBezTo>
                      <a:pt x="77" y="21"/>
                      <a:pt x="90" y="23"/>
                      <a:pt x="101" y="30"/>
                    </a:cubicBezTo>
                    <a:cubicBezTo>
                      <a:pt x="107" y="6"/>
                      <a:pt x="107" y="6"/>
                      <a:pt x="107" y="6"/>
                    </a:cubicBezTo>
                    <a:cubicBezTo>
                      <a:pt x="95" y="2"/>
                      <a:pt x="83" y="0"/>
                      <a:pt x="70" y="0"/>
                    </a:cubicBezTo>
                    <a:cubicBezTo>
                      <a:pt x="61" y="0"/>
                      <a:pt x="39" y="0"/>
                      <a:pt x="21" y="15"/>
                    </a:cubicBezTo>
                    <a:cubicBezTo>
                      <a:pt x="8" y="26"/>
                      <a:pt x="0" y="43"/>
                      <a:pt x="0" y="60"/>
                    </a:cubicBezTo>
                    <a:cubicBezTo>
                      <a:pt x="0" y="90"/>
                      <a:pt x="22" y="107"/>
                      <a:pt x="52" y="107"/>
                    </a:cubicBezTo>
                    <a:cubicBezTo>
                      <a:pt x="65" y="107"/>
                      <a:pt x="79" y="103"/>
                      <a:pt x="91" y="9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64" y="47"/>
                      <a:pt x="64" y="47"/>
                      <a:pt x="64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188;p158">
                <a:extLst>
                  <a:ext uri="{FF2B5EF4-FFF2-40B4-BE49-F238E27FC236}">
                    <a16:creationId xmlns:a16="http://schemas.microsoft.com/office/drawing/2014/main" id="{C24FAF13-29D3-CA2A-11FE-142B19AB4E4F}"/>
                  </a:ext>
                </a:extLst>
              </p:cNvPr>
              <p:cNvSpPr/>
              <p:nvPr/>
            </p:nvSpPr>
            <p:spPr>
              <a:xfrm>
                <a:off x="3670300" y="2854325"/>
                <a:ext cx="1162050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1" extrusionOk="0">
                    <a:moveTo>
                      <a:pt x="81" y="56"/>
                    </a:moveTo>
                    <a:cubicBezTo>
                      <a:pt x="83" y="55"/>
                      <a:pt x="88" y="53"/>
                      <a:pt x="92" y="50"/>
                    </a:cubicBezTo>
                    <a:cubicBezTo>
                      <a:pt x="99" y="45"/>
                      <a:pt x="103" y="36"/>
                      <a:pt x="103" y="27"/>
                    </a:cubicBezTo>
                    <a:cubicBezTo>
                      <a:pt x="103" y="8"/>
                      <a:pt x="86" y="0"/>
                      <a:pt x="72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31" y="101"/>
                      <a:pt x="31" y="101"/>
                      <a:pt x="31" y="101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3" y="59"/>
                      <a:pt x="45" y="59"/>
                      <a:pt x="48" y="59"/>
                    </a:cubicBezTo>
                    <a:cubicBezTo>
                      <a:pt x="49" y="59"/>
                      <a:pt x="50" y="59"/>
                      <a:pt x="52" y="59"/>
                    </a:cubicBezTo>
                    <a:cubicBezTo>
                      <a:pt x="64" y="101"/>
                      <a:pt x="64" y="101"/>
                      <a:pt x="64" y="101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81" y="56"/>
                      <a:pt x="81" y="56"/>
                      <a:pt x="81" y="56"/>
                    </a:cubicBezTo>
                    <a:close/>
                    <a:moveTo>
                      <a:pt x="43" y="56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0" y="22"/>
                      <a:pt x="60" y="22"/>
                      <a:pt x="60" y="22"/>
                    </a:cubicBezTo>
                    <a:cubicBezTo>
                      <a:pt x="66" y="22"/>
                      <a:pt x="73" y="23"/>
                      <a:pt x="73" y="31"/>
                    </a:cubicBezTo>
                    <a:cubicBezTo>
                      <a:pt x="73" y="36"/>
                      <a:pt x="69" y="40"/>
                      <a:pt x="62" y="40"/>
                    </a:cubicBezTo>
                    <a:cubicBezTo>
                      <a:pt x="61" y="40"/>
                      <a:pt x="61" y="40"/>
                      <a:pt x="60" y="40"/>
                    </a:cubicBezTo>
                    <a:cubicBezTo>
                      <a:pt x="43" y="56"/>
                      <a:pt x="43" y="56"/>
                      <a:pt x="43" y="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189;p158">
                <a:extLst>
                  <a:ext uri="{FF2B5EF4-FFF2-40B4-BE49-F238E27FC236}">
                    <a16:creationId xmlns:a16="http://schemas.microsoft.com/office/drawing/2014/main" id="{08752D77-29ED-2FC7-070A-754DE9F7E337}"/>
                  </a:ext>
                </a:extLst>
              </p:cNvPr>
              <p:cNvSpPr/>
              <p:nvPr/>
            </p:nvSpPr>
            <p:spPr>
              <a:xfrm>
                <a:off x="4560888" y="2854325"/>
                <a:ext cx="119538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724" extrusionOk="0">
                    <a:moveTo>
                      <a:pt x="704" y="0"/>
                    </a:moveTo>
                    <a:lnTo>
                      <a:pt x="462" y="0"/>
                    </a:lnTo>
                    <a:lnTo>
                      <a:pt x="0" y="724"/>
                    </a:lnTo>
                    <a:lnTo>
                      <a:pt x="235" y="724"/>
                    </a:lnTo>
                    <a:lnTo>
                      <a:pt x="306" y="602"/>
                    </a:lnTo>
                    <a:lnTo>
                      <a:pt x="533" y="602"/>
                    </a:lnTo>
                    <a:lnTo>
                      <a:pt x="540" y="724"/>
                    </a:lnTo>
                    <a:lnTo>
                      <a:pt x="753" y="724"/>
                    </a:lnTo>
                    <a:lnTo>
                      <a:pt x="704" y="0"/>
                    </a:lnTo>
                    <a:lnTo>
                      <a:pt x="704" y="0"/>
                    </a:lnTo>
                    <a:close/>
                    <a:moveTo>
                      <a:pt x="391" y="452"/>
                    </a:moveTo>
                    <a:lnTo>
                      <a:pt x="519" y="244"/>
                    </a:lnTo>
                    <a:lnTo>
                      <a:pt x="526" y="452"/>
                    </a:lnTo>
                    <a:lnTo>
                      <a:pt x="391" y="452"/>
                    </a:lnTo>
                    <a:lnTo>
                      <a:pt x="391" y="4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90;p158">
                <a:extLst>
                  <a:ext uri="{FF2B5EF4-FFF2-40B4-BE49-F238E27FC236}">
                    <a16:creationId xmlns:a16="http://schemas.microsoft.com/office/drawing/2014/main" id="{E6CA2BFD-D8E1-EF38-06D9-E567E0D32911}"/>
                  </a:ext>
                </a:extLst>
              </p:cNvPr>
              <p:cNvSpPr/>
              <p:nvPr/>
            </p:nvSpPr>
            <p:spPr>
              <a:xfrm>
                <a:off x="5756275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191;p158">
                <a:extLst>
                  <a:ext uri="{FF2B5EF4-FFF2-40B4-BE49-F238E27FC236}">
                    <a16:creationId xmlns:a16="http://schemas.microsoft.com/office/drawing/2014/main" id="{8FB0F2C7-A76A-1C0D-6452-B22897B7D6BA}"/>
                  </a:ext>
                </a:extLst>
              </p:cNvPr>
              <p:cNvSpPr/>
              <p:nvPr/>
            </p:nvSpPr>
            <p:spPr>
              <a:xfrm>
                <a:off x="6681788" y="2854325"/>
                <a:ext cx="1138238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0" y="101"/>
                    </a:moveTo>
                    <a:cubicBezTo>
                      <a:pt x="54" y="101"/>
                      <a:pt x="54" y="101"/>
                      <a:pt x="54" y="101"/>
                    </a:cubicBezTo>
                    <a:cubicBezTo>
                      <a:pt x="62" y="101"/>
                      <a:pt x="72" y="100"/>
                      <a:pt x="82" y="93"/>
                    </a:cubicBezTo>
                    <a:cubicBezTo>
                      <a:pt x="89" y="87"/>
                      <a:pt x="93" y="78"/>
                      <a:pt x="93" y="70"/>
                    </a:cubicBezTo>
                    <a:cubicBezTo>
                      <a:pt x="93" y="63"/>
                      <a:pt x="90" y="57"/>
                      <a:pt x="86" y="54"/>
                    </a:cubicBezTo>
                    <a:cubicBezTo>
                      <a:pt x="84" y="51"/>
                      <a:pt x="81" y="50"/>
                      <a:pt x="79" y="50"/>
                    </a:cubicBezTo>
                    <a:cubicBezTo>
                      <a:pt x="92" y="47"/>
                      <a:pt x="101" y="38"/>
                      <a:pt x="101" y="25"/>
                    </a:cubicBezTo>
                    <a:cubicBezTo>
                      <a:pt x="101" y="6"/>
                      <a:pt x="85" y="0"/>
                      <a:pt x="7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0" y="101"/>
                      <a:pt x="0" y="101"/>
                      <a:pt x="0" y="101"/>
                    </a:cubicBezTo>
                    <a:close/>
                    <a:moveTo>
                      <a:pt x="43" y="55"/>
                    </a:moveTo>
                    <a:cubicBezTo>
                      <a:pt x="52" y="22"/>
                      <a:pt x="52" y="22"/>
                      <a:pt x="52" y="22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65" y="22"/>
                      <a:pt x="68" y="22"/>
                      <a:pt x="70" y="25"/>
                    </a:cubicBezTo>
                    <a:cubicBezTo>
                      <a:pt x="71" y="27"/>
                      <a:pt x="72" y="28"/>
                      <a:pt x="72" y="30"/>
                    </a:cubicBezTo>
                    <a:cubicBezTo>
                      <a:pt x="72" y="33"/>
                      <a:pt x="70" y="38"/>
                      <a:pt x="63" y="39"/>
                    </a:cubicBezTo>
                    <a:cubicBezTo>
                      <a:pt x="61" y="40"/>
                      <a:pt x="60" y="40"/>
                      <a:pt x="58" y="40"/>
                    </a:cubicBezTo>
                    <a:cubicBezTo>
                      <a:pt x="43" y="55"/>
                      <a:pt x="43" y="55"/>
                      <a:pt x="43" y="55"/>
                    </a:cubicBezTo>
                    <a:close/>
                    <a:moveTo>
                      <a:pt x="49" y="57"/>
                    </a:moveTo>
                    <a:cubicBezTo>
                      <a:pt x="53" y="57"/>
                      <a:pt x="58" y="57"/>
                      <a:pt x="61" y="62"/>
                    </a:cubicBezTo>
                    <a:cubicBezTo>
                      <a:pt x="62" y="63"/>
                      <a:pt x="62" y="65"/>
                      <a:pt x="62" y="67"/>
                    </a:cubicBezTo>
                    <a:cubicBezTo>
                      <a:pt x="62" y="69"/>
                      <a:pt x="61" y="75"/>
                      <a:pt x="52" y="78"/>
                    </a:cubicBezTo>
                    <a:cubicBezTo>
                      <a:pt x="50" y="79"/>
                      <a:pt x="47" y="79"/>
                      <a:pt x="41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42" y="57"/>
                      <a:pt x="42" y="57"/>
                      <a:pt x="42" y="57"/>
                    </a:cubicBezTo>
                    <a:cubicBezTo>
                      <a:pt x="49" y="57"/>
                      <a:pt x="49" y="57"/>
                      <a:pt x="49" y="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192;p158">
                <a:extLst>
                  <a:ext uri="{FF2B5EF4-FFF2-40B4-BE49-F238E27FC236}">
                    <a16:creationId xmlns:a16="http://schemas.microsoft.com/office/drawing/2014/main" id="{7E7928F7-E08E-83D4-018E-F405F490D85E}"/>
                  </a:ext>
                </a:extLst>
              </p:cNvPr>
              <p:cNvSpPr/>
              <p:nvPr/>
            </p:nvSpPr>
            <p:spPr>
              <a:xfrm>
                <a:off x="7707313" y="2854325"/>
                <a:ext cx="10826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24" extrusionOk="0">
                    <a:moveTo>
                      <a:pt x="270" y="552"/>
                    </a:moveTo>
                    <a:lnTo>
                      <a:pt x="299" y="445"/>
                    </a:lnTo>
                    <a:lnTo>
                      <a:pt x="526" y="445"/>
                    </a:lnTo>
                    <a:lnTo>
                      <a:pt x="569" y="272"/>
                    </a:lnTo>
                    <a:lnTo>
                      <a:pt x="341" y="272"/>
                    </a:lnTo>
                    <a:lnTo>
                      <a:pt x="370" y="172"/>
                    </a:lnTo>
                    <a:lnTo>
                      <a:pt x="633" y="172"/>
                    </a:lnTo>
                    <a:lnTo>
                      <a:pt x="68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48" y="724"/>
                    </a:lnTo>
                    <a:lnTo>
                      <a:pt x="604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193;p158">
                <a:extLst>
                  <a:ext uri="{FF2B5EF4-FFF2-40B4-BE49-F238E27FC236}">
                    <a16:creationId xmlns:a16="http://schemas.microsoft.com/office/drawing/2014/main" id="{A3AAFC0B-9B34-4354-B0D9-5A7A831D8082}"/>
                  </a:ext>
                </a:extLst>
              </p:cNvPr>
              <p:cNvSpPr/>
              <p:nvPr/>
            </p:nvSpPr>
            <p:spPr>
              <a:xfrm>
                <a:off x="8632825" y="2854325"/>
                <a:ext cx="981075" cy="1149350"/>
              </a:xfrm>
              <a:custGeom>
                <a:avLst/>
                <a:gdLst/>
                <a:ahLst/>
                <a:cxnLst/>
                <a:rect l="l" t="t" r="r" b="b"/>
                <a:pathLst>
                  <a:path w="618" h="724" extrusionOk="0">
                    <a:moveTo>
                      <a:pt x="270" y="552"/>
                    </a:moveTo>
                    <a:lnTo>
                      <a:pt x="412" y="0"/>
                    </a:lnTo>
                    <a:lnTo>
                      <a:pt x="192" y="0"/>
                    </a:lnTo>
                    <a:lnTo>
                      <a:pt x="0" y="724"/>
                    </a:lnTo>
                    <a:lnTo>
                      <a:pt x="462" y="724"/>
                    </a:lnTo>
                    <a:lnTo>
                      <a:pt x="618" y="552"/>
                    </a:lnTo>
                    <a:lnTo>
                      <a:pt x="270" y="552"/>
                    </a:lnTo>
                    <a:lnTo>
                      <a:pt x="270" y="5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94;p158">
                <a:extLst>
                  <a:ext uri="{FF2B5EF4-FFF2-40B4-BE49-F238E27FC236}">
                    <a16:creationId xmlns:a16="http://schemas.microsoft.com/office/drawing/2014/main" id="{C3DA5FA1-6BA4-418A-50EE-05FA4295E366}"/>
                  </a:ext>
                </a:extLst>
              </p:cNvPr>
              <p:cNvSpPr/>
              <p:nvPr/>
            </p:nvSpPr>
            <p:spPr>
              <a:xfrm>
                <a:off x="9421813" y="285432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6" y="8"/>
                    </a:moveTo>
                    <a:cubicBezTo>
                      <a:pt x="16" y="13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6" y="4"/>
                      <a:pt x="16" y="8"/>
                    </a:cubicBezTo>
                    <a:close/>
                    <a:moveTo>
                      <a:pt x="1" y="8"/>
                    </a:moveTo>
                    <a:cubicBezTo>
                      <a:pt x="1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cubicBezTo>
                      <a:pt x="15" y="4"/>
                      <a:pt x="12" y="1"/>
                      <a:pt x="8" y="1"/>
                    </a:cubicBezTo>
                    <a:cubicBezTo>
                      <a:pt x="4" y="1"/>
                      <a:pt x="1" y="4"/>
                      <a:pt x="1" y="8"/>
                    </a:cubicBezTo>
                    <a:close/>
                    <a:moveTo>
                      <a:pt x="6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4"/>
                      <a:pt x="11" y="5"/>
                      <a:pt x="11" y="6"/>
                    </a:cubicBezTo>
                    <a:cubicBezTo>
                      <a:pt x="11" y="7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9"/>
                      <a:pt x="11" y="10"/>
                    </a:cubicBezTo>
                    <a:cubicBezTo>
                      <a:pt x="11" y="11"/>
                      <a:pt x="11" y="12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9" y="12"/>
                      <a:pt x="9" y="11"/>
                      <a:pt x="9" y="10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6" y="9"/>
                      <a:pt x="6" y="9"/>
                      <a:pt x="6" y="9"/>
                    </a:cubicBezTo>
                    <a:lnTo>
                      <a:pt x="6" y="13"/>
                    </a:lnTo>
                    <a:close/>
                    <a:moveTo>
                      <a:pt x="6" y="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7"/>
                      <a:pt x="10" y="6"/>
                    </a:cubicBezTo>
                    <a:cubicBezTo>
                      <a:pt x="10" y="5"/>
                      <a:pt x="9" y="5"/>
                      <a:pt x="8" y="5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0F71C69C-7154-C313-CF22-A552AA1FE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2875" y="6358336"/>
            <a:ext cx="5583277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[PRESENTATION] - [DATE]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757631-A8C6-D6E3-EE6C-EAED8D62949E}"/>
              </a:ext>
            </a:extLst>
          </p:cNvPr>
          <p:cNvSpPr txBox="1"/>
          <p:nvPr userDrawn="1"/>
        </p:nvSpPr>
        <p:spPr>
          <a:xfrm>
            <a:off x="10806152" y="6501439"/>
            <a:ext cx="9381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CONFIDENTIAL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383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animMotion origin="layout" path="M -2.08333E-7 0.03889 L -2.08333E-7 -2.22222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  <p:extLst>
    <p:ext uri="{DCECCB84-F9BA-43D5-87BE-67443E8EF086}">
      <p15:sldGuideLst xmlns:p15="http://schemas.microsoft.com/office/powerpoint/2012/main">
        <p15:guide id="1" orient="horz" pos="595">
          <p15:clr>
            <a:srgbClr val="00000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sv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98.xml"/><Relationship Id="rId21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101.xml"/><Relationship Id="rId47" Type="http://schemas.openxmlformats.org/officeDocument/2006/relationships/slideLayout" Target="../slideLayouts/slideLayout106.xml"/><Relationship Id="rId50" Type="http://schemas.openxmlformats.org/officeDocument/2006/relationships/slideLayout" Target="../slideLayouts/slideLayout109.xml"/><Relationship Id="rId55" Type="http://schemas.openxmlformats.org/officeDocument/2006/relationships/slideLayout" Target="../slideLayouts/slideLayout114.xml"/><Relationship Id="rId63" Type="http://schemas.openxmlformats.org/officeDocument/2006/relationships/theme" Target="../theme/theme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91.xml"/><Relationship Id="rId37" Type="http://schemas.openxmlformats.org/officeDocument/2006/relationships/slideLayout" Target="../slideLayouts/slideLayout96.xml"/><Relationship Id="rId40" Type="http://schemas.openxmlformats.org/officeDocument/2006/relationships/slideLayout" Target="../slideLayouts/slideLayout99.xml"/><Relationship Id="rId45" Type="http://schemas.openxmlformats.org/officeDocument/2006/relationships/slideLayout" Target="../slideLayouts/slideLayout104.xml"/><Relationship Id="rId53" Type="http://schemas.openxmlformats.org/officeDocument/2006/relationships/slideLayout" Target="../slideLayouts/slideLayout112.xml"/><Relationship Id="rId58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64.xml"/><Relationship Id="rId61" Type="http://schemas.openxmlformats.org/officeDocument/2006/relationships/slideLayout" Target="../slideLayouts/slideLayout120.xml"/><Relationship Id="rId1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89.xml"/><Relationship Id="rId35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102.xml"/><Relationship Id="rId48" Type="http://schemas.openxmlformats.org/officeDocument/2006/relationships/slideLayout" Target="../slideLayouts/slideLayout107.xml"/><Relationship Id="rId56" Type="http://schemas.openxmlformats.org/officeDocument/2006/relationships/slideLayout" Target="../slideLayouts/slideLayout115.xml"/><Relationship Id="rId64" Type="http://schemas.openxmlformats.org/officeDocument/2006/relationships/image" Target="../media/image1.svg"/><Relationship Id="rId8" Type="http://schemas.openxmlformats.org/officeDocument/2006/relationships/slideLayout" Target="../slideLayouts/slideLayout67.xml"/><Relationship Id="rId51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92.xml"/><Relationship Id="rId38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105.xml"/><Relationship Id="rId59" Type="http://schemas.openxmlformats.org/officeDocument/2006/relationships/slideLayout" Target="../slideLayouts/slideLayout118.xml"/><Relationship Id="rId20" Type="http://schemas.openxmlformats.org/officeDocument/2006/relationships/slideLayout" Target="../slideLayouts/slideLayout79.xml"/><Relationship Id="rId41" Type="http://schemas.openxmlformats.org/officeDocument/2006/relationships/slideLayout" Target="../slideLayouts/slideLayout100.xml"/><Relationship Id="rId54" Type="http://schemas.openxmlformats.org/officeDocument/2006/relationships/slideLayout" Target="../slideLayouts/slideLayout113.xml"/><Relationship Id="rId6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95.xml"/><Relationship Id="rId49" Type="http://schemas.openxmlformats.org/officeDocument/2006/relationships/slideLayout" Target="../slideLayouts/slideLayout108.xml"/><Relationship Id="rId57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11.xml"/><Relationship Id="rId6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12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3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189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786" r:id="rId15"/>
    <p:sldLayoutId id="214748378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6" r:id="rId54"/>
    <p:sldLayoutId id="2147483717" r:id="rId55"/>
    <p:sldLayoutId id="2147483718" r:id="rId56"/>
    <p:sldLayoutId id="2147483720" r:id="rId57"/>
    <p:sldLayoutId id="2147483722" r:id="rId58"/>
    <p:sldLayoutId id="2147483804" r:id="rId5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2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  <p:sldLayoutId id="2147483754" r:id="rId31"/>
    <p:sldLayoutId id="2147483755" r:id="rId32"/>
    <p:sldLayoutId id="2147483756" r:id="rId33"/>
    <p:sldLayoutId id="2147483757" r:id="rId34"/>
    <p:sldLayoutId id="2147483758" r:id="rId35"/>
    <p:sldLayoutId id="2147483759" r:id="rId36"/>
    <p:sldLayoutId id="2147483760" r:id="rId37"/>
    <p:sldLayoutId id="2147483761" r:id="rId38"/>
    <p:sldLayoutId id="2147483762" r:id="rId39"/>
    <p:sldLayoutId id="2147483763" r:id="rId40"/>
    <p:sldLayoutId id="2147483764" r:id="rId41"/>
    <p:sldLayoutId id="2147483765" r:id="rId42"/>
    <p:sldLayoutId id="2147483766" r:id="rId43"/>
    <p:sldLayoutId id="2147483767" r:id="rId44"/>
    <p:sldLayoutId id="2147483768" r:id="rId45"/>
    <p:sldLayoutId id="2147483769" r:id="rId46"/>
    <p:sldLayoutId id="2147483770" r:id="rId47"/>
    <p:sldLayoutId id="2147483771" r:id="rId48"/>
    <p:sldLayoutId id="2147483772" r:id="rId49"/>
    <p:sldLayoutId id="2147483773" r:id="rId50"/>
    <p:sldLayoutId id="2147483774" r:id="rId51"/>
    <p:sldLayoutId id="2147483775" r:id="rId52"/>
    <p:sldLayoutId id="2147483776" r:id="rId53"/>
    <p:sldLayoutId id="2147483777" r:id="rId54"/>
    <p:sldLayoutId id="2147483778" r:id="rId55"/>
    <p:sldLayoutId id="2147483779" r:id="rId56"/>
    <p:sldLayoutId id="2147483780" r:id="rId57"/>
    <p:sldLayoutId id="2147483781" r:id="rId58"/>
    <p:sldLayoutId id="2147483782" r:id="rId59"/>
    <p:sldLayoutId id="2147483783" r:id="rId60"/>
    <p:sldLayoutId id="2147483784" r:id="rId61"/>
    <p:sldLayoutId id="2147483785" r:id="rId6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1BA17-DBC0-A7B4-B9AE-9D6F8662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50838"/>
            <a:ext cx="11183935" cy="11445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A0AC5-0831-C0FC-0967-74C140E32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237" y="1740777"/>
            <a:ext cx="11183937" cy="4612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75509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17">
          <p15:clr>
            <a:srgbClr val="F26B43"/>
          </p15:clr>
        </p15:guide>
        <p15:guide id="4" pos="821">
          <p15:clr>
            <a:srgbClr val="F26B43"/>
          </p15:clr>
        </p15:guide>
        <p15:guide id="5" pos="912">
          <p15:clr>
            <a:srgbClr val="F26B43"/>
          </p15:clr>
        </p15:guide>
        <p15:guide id="6" pos="1416">
          <p15:clr>
            <a:srgbClr val="F26B43"/>
          </p15:clr>
        </p15:guide>
        <p15:guide id="7" pos="1506">
          <p15:clr>
            <a:srgbClr val="F26B43"/>
          </p15:clr>
        </p15:guide>
        <p15:guide id="8" pos="2010">
          <p15:clr>
            <a:srgbClr val="F26B43"/>
          </p15:clr>
        </p15:guide>
        <p15:guide id="9" pos="2101">
          <p15:clr>
            <a:srgbClr val="F26B43"/>
          </p15:clr>
        </p15:guide>
        <p15:guide id="10" pos="2605">
          <p15:clr>
            <a:srgbClr val="F26B43"/>
          </p15:clr>
        </p15:guide>
        <p15:guide id="11" pos="2696">
          <p15:clr>
            <a:srgbClr val="F26B43"/>
          </p15:clr>
        </p15:guide>
        <p15:guide id="12" pos="3200">
          <p15:clr>
            <a:srgbClr val="F26B43"/>
          </p15:clr>
        </p15:guide>
        <p15:guide id="13" pos="3290">
          <p15:clr>
            <a:srgbClr val="F26B43"/>
          </p15:clr>
        </p15:guide>
        <p15:guide id="14" pos="3794">
          <p15:clr>
            <a:srgbClr val="F26B43"/>
          </p15:clr>
        </p15:guide>
        <p15:guide id="15" pos="3885">
          <p15:clr>
            <a:srgbClr val="F26B43"/>
          </p15:clr>
        </p15:guide>
        <p15:guide id="16" pos="4389">
          <p15:clr>
            <a:srgbClr val="F26B43"/>
          </p15:clr>
        </p15:guide>
        <p15:guide id="17" pos="4480">
          <p15:clr>
            <a:srgbClr val="F26B43"/>
          </p15:clr>
        </p15:guide>
        <p15:guide id="18" pos="4983">
          <p15:clr>
            <a:srgbClr val="F26B43"/>
          </p15:clr>
        </p15:guide>
        <p15:guide id="19" pos="5074">
          <p15:clr>
            <a:srgbClr val="F26B43"/>
          </p15:clr>
        </p15:guide>
        <p15:guide id="20" pos="5578">
          <p15:clr>
            <a:srgbClr val="F26B43"/>
          </p15:clr>
        </p15:guide>
        <p15:guide id="21" pos="5669">
          <p15:clr>
            <a:srgbClr val="F26B43"/>
          </p15:clr>
        </p15:guide>
        <p15:guide id="22" pos="6173">
          <p15:clr>
            <a:srgbClr val="F26B43"/>
          </p15:clr>
        </p15:guide>
        <p15:guide id="23" pos="6263">
          <p15:clr>
            <a:srgbClr val="F26B43"/>
          </p15:clr>
        </p15:guide>
        <p15:guide id="24" pos="6767">
          <p15:clr>
            <a:srgbClr val="F26B43"/>
          </p15:clr>
        </p15:guide>
        <p15:guide id="25" pos="6858">
          <p15:clr>
            <a:srgbClr val="F26B43"/>
          </p15:clr>
        </p15:guide>
        <p15:guide id="26" pos="7362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317">
          <p15:clr>
            <a:srgbClr val="F26B43"/>
          </p15:clr>
        </p15:guide>
        <p15:guide id="30" orient="horz" pos="4002">
          <p15:clr>
            <a:srgbClr val="F26B43"/>
          </p15:clr>
        </p15:guide>
        <p15:guide id="32" orient="horz" pos="109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1BA17-DBC0-A7B4-B9AE-9D6F8662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350838"/>
            <a:ext cx="11183935" cy="11445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A0AC5-0831-C0FC-0967-74C140E32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237" y="1740777"/>
            <a:ext cx="11183937" cy="4612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oogle Shape;192;p52">
            <a:extLst>
              <a:ext uri="{FF2B5EF4-FFF2-40B4-BE49-F238E27FC236}">
                <a16:creationId xmlns:a16="http://schemas.microsoft.com/office/drawing/2014/main" id="{ADD2F800-81FB-A20C-AAD7-A3DB06E3E766}"/>
              </a:ext>
            </a:extLst>
          </p:cNvPr>
          <p:cNvGrpSpPr/>
          <p:nvPr/>
        </p:nvGrpSpPr>
        <p:grpSpPr>
          <a:xfrm>
            <a:off x="503237" y="6517073"/>
            <a:ext cx="1023451" cy="177029"/>
            <a:chOff x="2565400" y="2819400"/>
            <a:chExt cx="7048500" cy="1219200"/>
          </a:xfrm>
          <a:solidFill>
            <a:schemeClr val="accent1"/>
          </a:solidFill>
        </p:grpSpPr>
        <p:sp>
          <p:nvSpPr>
            <p:cNvPr id="9" name="Google Shape;193;p52">
              <a:extLst>
                <a:ext uri="{FF2B5EF4-FFF2-40B4-BE49-F238E27FC236}">
                  <a16:creationId xmlns:a16="http://schemas.microsoft.com/office/drawing/2014/main" id="{E74195C6-9D41-440D-65B2-CE157E9C41E9}"/>
                </a:ext>
              </a:extLst>
            </p:cNvPr>
            <p:cNvSpPr/>
            <p:nvPr/>
          </p:nvSpPr>
          <p:spPr>
            <a:xfrm>
              <a:off x="2565400" y="2819400"/>
              <a:ext cx="1206500" cy="1219200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4" y="4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3" y="85"/>
                    <a:pt x="60" y="86"/>
                    <a:pt x="55" y="86"/>
                  </a:cubicBezTo>
                  <a:cubicBezTo>
                    <a:pt x="41" y="86"/>
                    <a:pt x="31" y="75"/>
                    <a:pt x="31" y="59"/>
                  </a:cubicBezTo>
                  <a:cubicBezTo>
                    <a:pt x="31" y="44"/>
                    <a:pt x="42" y="21"/>
                    <a:pt x="70" y="21"/>
                  </a:cubicBezTo>
                  <a:cubicBezTo>
                    <a:pt x="77" y="21"/>
                    <a:pt x="90" y="23"/>
                    <a:pt x="101" y="30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5" y="2"/>
                    <a:pt x="83" y="0"/>
                    <a:pt x="70" y="0"/>
                  </a:cubicBezTo>
                  <a:cubicBezTo>
                    <a:pt x="61" y="0"/>
                    <a:pt x="39" y="0"/>
                    <a:pt x="21" y="15"/>
                  </a:cubicBezTo>
                  <a:cubicBezTo>
                    <a:pt x="8" y="26"/>
                    <a:pt x="0" y="43"/>
                    <a:pt x="0" y="60"/>
                  </a:cubicBezTo>
                  <a:cubicBezTo>
                    <a:pt x="0" y="90"/>
                    <a:pt x="22" y="107"/>
                    <a:pt x="52" y="107"/>
                  </a:cubicBezTo>
                  <a:cubicBezTo>
                    <a:pt x="65" y="107"/>
                    <a:pt x="79" y="103"/>
                    <a:pt x="91" y="9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64" y="47"/>
                    <a:pt x="64" y="47"/>
                    <a:pt x="64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" name="Google Shape;194;p52">
              <a:extLst>
                <a:ext uri="{FF2B5EF4-FFF2-40B4-BE49-F238E27FC236}">
                  <a16:creationId xmlns:a16="http://schemas.microsoft.com/office/drawing/2014/main" id="{FC3A74B0-3865-5BBD-52D4-BE2C741CAF71}"/>
                </a:ext>
              </a:extLst>
            </p:cNvPr>
            <p:cNvSpPr/>
            <p:nvPr/>
          </p:nvSpPr>
          <p:spPr>
            <a:xfrm>
              <a:off x="3670300" y="2854325"/>
              <a:ext cx="1162050" cy="1149350"/>
            </a:xfrm>
            <a:custGeom>
              <a:avLst/>
              <a:gdLst/>
              <a:ahLst/>
              <a:cxnLst/>
              <a:rect l="l" t="t" r="r" b="b"/>
              <a:pathLst>
                <a:path w="103" h="101" extrusionOk="0">
                  <a:moveTo>
                    <a:pt x="81" y="56"/>
                  </a:moveTo>
                  <a:cubicBezTo>
                    <a:pt x="83" y="55"/>
                    <a:pt x="88" y="53"/>
                    <a:pt x="92" y="50"/>
                  </a:cubicBezTo>
                  <a:cubicBezTo>
                    <a:pt x="99" y="45"/>
                    <a:pt x="103" y="36"/>
                    <a:pt x="103" y="27"/>
                  </a:cubicBezTo>
                  <a:cubicBezTo>
                    <a:pt x="103" y="8"/>
                    <a:pt x="86" y="0"/>
                    <a:pt x="7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43" y="59"/>
                    <a:pt x="45" y="59"/>
                    <a:pt x="48" y="59"/>
                  </a:cubicBezTo>
                  <a:cubicBezTo>
                    <a:pt x="49" y="59"/>
                    <a:pt x="50" y="59"/>
                    <a:pt x="52" y="59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81" y="56"/>
                    <a:pt x="81" y="56"/>
                    <a:pt x="81" y="56"/>
                  </a:cubicBezTo>
                  <a:close/>
                  <a:moveTo>
                    <a:pt x="43" y="56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6" y="22"/>
                    <a:pt x="73" y="23"/>
                    <a:pt x="73" y="31"/>
                  </a:cubicBezTo>
                  <a:cubicBezTo>
                    <a:pt x="73" y="36"/>
                    <a:pt x="69" y="40"/>
                    <a:pt x="62" y="40"/>
                  </a:cubicBezTo>
                  <a:cubicBezTo>
                    <a:pt x="61" y="40"/>
                    <a:pt x="61" y="40"/>
                    <a:pt x="60" y="40"/>
                  </a:cubicBezTo>
                  <a:cubicBezTo>
                    <a:pt x="43" y="56"/>
                    <a:pt x="43" y="56"/>
                    <a:pt x="43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" name="Google Shape;195;p52">
              <a:extLst>
                <a:ext uri="{FF2B5EF4-FFF2-40B4-BE49-F238E27FC236}">
                  <a16:creationId xmlns:a16="http://schemas.microsoft.com/office/drawing/2014/main" id="{AE15DA9D-C417-89D8-571B-39A6768AE9B4}"/>
                </a:ext>
              </a:extLst>
            </p:cNvPr>
            <p:cNvSpPr/>
            <p:nvPr/>
          </p:nvSpPr>
          <p:spPr>
            <a:xfrm>
              <a:off x="4560888" y="2854325"/>
              <a:ext cx="1195388" cy="1149350"/>
            </a:xfrm>
            <a:custGeom>
              <a:avLst/>
              <a:gdLst/>
              <a:ahLst/>
              <a:cxnLst/>
              <a:rect l="l" t="t" r="r" b="b"/>
              <a:pathLst>
                <a:path w="753" h="724" extrusionOk="0">
                  <a:moveTo>
                    <a:pt x="704" y="0"/>
                  </a:moveTo>
                  <a:lnTo>
                    <a:pt x="462" y="0"/>
                  </a:lnTo>
                  <a:lnTo>
                    <a:pt x="0" y="724"/>
                  </a:lnTo>
                  <a:lnTo>
                    <a:pt x="235" y="724"/>
                  </a:lnTo>
                  <a:lnTo>
                    <a:pt x="306" y="602"/>
                  </a:lnTo>
                  <a:lnTo>
                    <a:pt x="533" y="602"/>
                  </a:lnTo>
                  <a:lnTo>
                    <a:pt x="540" y="724"/>
                  </a:lnTo>
                  <a:lnTo>
                    <a:pt x="753" y="724"/>
                  </a:lnTo>
                  <a:lnTo>
                    <a:pt x="704" y="0"/>
                  </a:lnTo>
                  <a:lnTo>
                    <a:pt x="704" y="0"/>
                  </a:lnTo>
                  <a:close/>
                  <a:moveTo>
                    <a:pt x="391" y="452"/>
                  </a:moveTo>
                  <a:lnTo>
                    <a:pt x="519" y="244"/>
                  </a:lnTo>
                  <a:lnTo>
                    <a:pt x="526" y="452"/>
                  </a:lnTo>
                  <a:lnTo>
                    <a:pt x="391" y="452"/>
                  </a:lnTo>
                  <a:lnTo>
                    <a:pt x="391" y="4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Google Shape;196;p52">
              <a:extLst>
                <a:ext uri="{FF2B5EF4-FFF2-40B4-BE49-F238E27FC236}">
                  <a16:creationId xmlns:a16="http://schemas.microsoft.com/office/drawing/2014/main" id="{C114522A-FA3A-F84D-A44D-516FF82CB238}"/>
                </a:ext>
              </a:extLst>
            </p:cNvPr>
            <p:cNvSpPr/>
            <p:nvPr/>
          </p:nvSpPr>
          <p:spPr>
            <a:xfrm>
              <a:off x="5756275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Google Shape;197;p52">
              <a:extLst>
                <a:ext uri="{FF2B5EF4-FFF2-40B4-BE49-F238E27FC236}">
                  <a16:creationId xmlns:a16="http://schemas.microsoft.com/office/drawing/2014/main" id="{13851E7F-C4C9-8872-78AC-286514686FA5}"/>
                </a:ext>
              </a:extLst>
            </p:cNvPr>
            <p:cNvSpPr/>
            <p:nvPr/>
          </p:nvSpPr>
          <p:spPr>
            <a:xfrm>
              <a:off x="6681788" y="2854325"/>
              <a:ext cx="1138238" cy="114935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0" y="101"/>
                  </a:moveTo>
                  <a:cubicBezTo>
                    <a:pt x="54" y="101"/>
                    <a:pt x="54" y="101"/>
                    <a:pt x="54" y="101"/>
                  </a:cubicBezTo>
                  <a:cubicBezTo>
                    <a:pt x="62" y="101"/>
                    <a:pt x="72" y="100"/>
                    <a:pt x="82" y="93"/>
                  </a:cubicBezTo>
                  <a:cubicBezTo>
                    <a:pt x="89" y="87"/>
                    <a:pt x="93" y="78"/>
                    <a:pt x="93" y="70"/>
                  </a:cubicBezTo>
                  <a:cubicBezTo>
                    <a:pt x="93" y="63"/>
                    <a:pt x="90" y="57"/>
                    <a:pt x="86" y="54"/>
                  </a:cubicBezTo>
                  <a:cubicBezTo>
                    <a:pt x="84" y="51"/>
                    <a:pt x="81" y="50"/>
                    <a:pt x="79" y="50"/>
                  </a:cubicBezTo>
                  <a:cubicBezTo>
                    <a:pt x="92" y="47"/>
                    <a:pt x="101" y="38"/>
                    <a:pt x="101" y="25"/>
                  </a:cubicBezTo>
                  <a:cubicBezTo>
                    <a:pt x="101" y="6"/>
                    <a:pt x="85" y="0"/>
                    <a:pt x="71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lose/>
                  <a:moveTo>
                    <a:pt x="43" y="55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5" y="22"/>
                    <a:pt x="68" y="22"/>
                    <a:pt x="70" y="25"/>
                  </a:cubicBezTo>
                  <a:cubicBezTo>
                    <a:pt x="71" y="27"/>
                    <a:pt x="72" y="28"/>
                    <a:pt x="72" y="30"/>
                  </a:cubicBezTo>
                  <a:cubicBezTo>
                    <a:pt x="72" y="33"/>
                    <a:pt x="70" y="38"/>
                    <a:pt x="63" y="39"/>
                  </a:cubicBezTo>
                  <a:cubicBezTo>
                    <a:pt x="61" y="40"/>
                    <a:pt x="60" y="40"/>
                    <a:pt x="58" y="40"/>
                  </a:cubicBezTo>
                  <a:cubicBezTo>
                    <a:pt x="43" y="55"/>
                    <a:pt x="43" y="55"/>
                    <a:pt x="43" y="55"/>
                  </a:cubicBezTo>
                  <a:close/>
                  <a:moveTo>
                    <a:pt x="49" y="57"/>
                  </a:moveTo>
                  <a:cubicBezTo>
                    <a:pt x="53" y="57"/>
                    <a:pt x="58" y="57"/>
                    <a:pt x="61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9"/>
                    <a:pt x="61" y="75"/>
                    <a:pt x="52" y="78"/>
                  </a:cubicBezTo>
                  <a:cubicBezTo>
                    <a:pt x="50" y="79"/>
                    <a:pt x="47" y="79"/>
                    <a:pt x="4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49" y="57"/>
                    <a:pt x="49" y="57"/>
                    <a:pt x="49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4" name="Google Shape;198;p52">
              <a:extLst>
                <a:ext uri="{FF2B5EF4-FFF2-40B4-BE49-F238E27FC236}">
                  <a16:creationId xmlns:a16="http://schemas.microsoft.com/office/drawing/2014/main" id="{30BA46B4-9321-F334-1FCE-2462BC70940C}"/>
                </a:ext>
              </a:extLst>
            </p:cNvPr>
            <p:cNvSpPr/>
            <p:nvPr/>
          </p:nvSpPr>
          <p:spPr>
            <a:xfrm>
              <a:off x="7707313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5" name="Google Shape;199;p52">
              <a:extLst>
                <a:ext uri="{FF2B5EF4-FFF2-40B4-BE49-F238E27FC236}">
                  <a16:creationId xmlns:a16="http://schemas.microsoft.com/office/drawing/2014/main" id="{434258DB-B991-4D99-804A-3B4657A4C396}"/>
                </a:ext>
              </a:extLst>
            </p:cNvPr>
            <p:cNvSpPr/>
            <p:nvPr/>
          </p:nvSpPr>
          <p:spPr>
            <a:xfrm>
              <a:off x="8632825" y="2854325"/>
              <a:ext cx="981075" cy="1149350"/>
            </a:xfrm>
            <a:custGeom>
              <a:avLst/>
              <a:gdLst/>
              <a:ahLst/>
              <a:cxnLst/>
              <a:rect l="l" t="t" r="r" b="b"/>
              <a:pathLst>
                <a:path w="618" h="724" extrusionOk="0">
                  <a:moveTo>
                    <a:pt x="270" y="552"/>
                  </a:moveTo>
                  <a:lnTo>
                    <a:pt x="41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62" y="724"/>
                  </a:lnTo>
                  <a:lnTo>
                    <a:pt x="618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Google Shape;200;p52">
              <a:extLst>
                <a:ext uri="{FF2B5EF4-FFF2-40B4-BE49-F238E27FC236}">
                  <a16:creationId xmlns:a16="http://schemas.microsoft.com/office/drawing/2014/main" id="{8FE75D68-55B5-1D6F-A0A7-12E482533D0C}"/>
                </a:ext>
              </a:extLst>
            </p:cNvPr>
            <p:cNvSpPr/>
            <p:nvPr/>
          </p:nvSpPr>
          <p:spPr>
            <a:xfrm>
              <a:off x="9421813" y="285432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" y="8"/>
                  </a:moveTo>
                  <a:cubicBezTo>
                    <a:pt x="1" y="12"/>
                    <a:pt x="4" y="15"/>
                    <a:pt x="8" y="15"/>
                  </a:cubicBezTo>
                  <a:cubicBezTo>
                    <a:pt x="12" y="15"/>
                    <a:pt x="15" y="12"/>
                    <a:pt x="15" y="8"/>
                  </a:cubicBezTo>
                  <a:cubicBezTo>
                    <a:pt x="15" y="4"/>
                    <a:pt x="12" y="1"/>
                    <a:pt x="8" y="1"/>
                  </a:cubicBezTo>
                  <a:cubicBezTo>
                    <a:pt x="4" y="1"/>
                    <a:pt x="1" y="4"/>
                    <a:pt x="1" y="8"/>
                  </a:cubicBezTo>
                  <a:close/>
                  <a:moveTo>
                    <a:pt x="6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1" y="5"/>
                    <a:pt x="11" y="6"/>
                  </a:cubicBezTo>
                  <a:cubicBezTo>
                    <a:pt x="11" y="7"/>
                    <a:pt x="10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9"/>
                    <a:pt x="11" y="10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9" y="12"/>
                    <a:pt x="9" y="11"/>
                    <a:pt x="9" y="10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lnTo>
                    <a:pt x="6" y="13"/>
                  </a:lnTo>
                  <a:close/>
                  <a:moveTo>
                    <a:pt x="6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US" sz="18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9EFD228-DA2F-7222-942D-405A27F23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2" y="6492875"/>
            <a:ext cx="307446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US" sz="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79DFB46-2B9E-4495-A440-80DA264EAEF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5DDCC-46B2-E867-AA56-93BA7C3B634B}"/>
              </a:ext>
            </a:extLst>
          </p:cNvPr>
          <p:cNvSpPr txBox="1"/>
          <p:nvPr/>
        </p:nvSpPr>
        <p:spPr>
          <a:xfrm>
            <a:off x="10182687" y="6515735"/>
            <a:ext cx="1269673" cy="1828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ctr" defTabSz="914400" rtl="0" eaLnBrk="1" latinLnBrk="0" hangingPunct="1"/>
            <a:r>
              <a:rPr lang="en-US"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3813365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17">
          <p15:clr>
            <a:srgbClr val="F26B43"/>
          </p15:clr>
        </p15:guide>
        <p15:guide id="4" pos="821">
          <p15:clr>
            <a:srgbClr val="F26B43"/>
          </p15:clr>
        </p15:guide>
        <p15:guide id="5" pos="912">
          <p15:clr>
            <a:srgbClr val="F26B43"/>
          </p15:clr>
        </p15:guide>
        <p15:guide id="6" pos="1416">
          <p15:clr>
            <a:srgbClr val="F26B43"/>
          </p15:clr>
        </p15:guide>
        <p15:guide id="7" pos="1506">
          <p15:clr>
            <a:srgbClr val="F26B43"/>
          </p15:clr>
        </p15:guide>
        <p15:guide id="8" pos="2010">
          <p15:clr>
            <a:srgbClr val="F26B43"/>
          </p15:clr>
        </p15:guide>
        <p15:guide id="9" pos="2101">
          <p15:clr>
            <a:srgbClr val="F26B43"/>
          </p15:clr>
        </p15:guide>
        <p15:guide id="10" pos="2605">
          <p15:clr>
            <a:srgbClr val="F26B43"/>
          </p15:clr>
        </p15:guide>
        <p15:guide id="11" pos="2696">
          <p15:clr>
            <a:srgbClr val="F26B43"/>
          </p15:clr>
        </p15:guide>
        <p15:guide id="12" pos="3200">
          <p15:clr>
            <a:srgbClr val="F26B43"/>
          </p15:clr>
        </p15:guide>
        <p15:guide id="13" pos="3290">
          <p15:clr>
            <a:srgbClr val="F26B43"/>
          </p15:clr>
        </p15:guide>
        <p15:guide id="14" pos="3794">
          <p15:clr>
            <a:srgbClr val="F26B43"/>
          </p15:clr>
        </p15:guide>
        <p15:guide id="15" pos="3885">
          <p15:clr>
            <a:srgbClr val="F26B43"/>
          </p15:clr>
        </p15:guide>
        <p15:guide id="16" pos="4389">
          <p15:clr>
            <a:srgbClr val="F26B43"/>
          </p15:clr>
        </p15:guide>
        <p15:guide id="17" pos="4480">
          <p15:clr>
            <a:srgbClr val="F26B43"/>
          </p15:clr>
        </p15:guide>
        <p15:guide id="18" pos="4983">
          <p15:clr>
            <a:srgbClr val="F26B43"/>
          </p15:clr>
        </p15:guide>
        <p15:guide id="19" pos="5074">
          <p15:clr>
            <a:srgbClr val="F26B43"/>
          </p15:clr>
        </p15:guide>
        <p15:guide id="20" pos="5578">
          <p15:clr>
            <a:srgbClr val="F26B43"/>
          </p15:clr>
        </p15:guide>
        <p15:guide id="21" pos="5669">
          <p15:clr>
            <a:srgbClr val="F26B43"/>
          </p15:clr>
        </p15:guide>
        <p15:guide id="22" pos="6173">
          <p15:clr>
            <a:srgbClr val="F26B43"/>
          </p15:clr>
        </p15:guide>
        <p15:guide id="23" pos="6263">
          <p15:clr>
            <a:srgbClr val="F26B43"/>
          </p15:clr>
        </p15:guide>
        <p15:guide id="24" pos="6767">
          <p15:clr>
            <a:srgbClr val="F26B43"/>
          </p15:clr>
        </p15:guide>
        <p15:guide id="25" pos="6858">
          <p15:clr>
            <a:srgbClr val="F26B43"/>
          </p15:clr>
        </p15:guide>
        <p15:guide id="26" pos="7362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317">
          <p15:clr>
            <a:srgbClr val="F26B43"/>
          </p15:clr>
        </p15:guide>
        <p15:guide id="30" orient="horz" pos="4002">
          <p15:clr>
            <a:srgbClr val="F26B43"/>
          </p15:clr>
        </p15:guide>
        <p15:guide id="32" orient="horz" pos="10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:Relationships xmlns:rel="http://schemas.openxmlformats.org/package/2006/relationships"><rel:Relationship Id="rId3" Type="http://schemas.openxmlformats.org/officeDocument/2006/relationships/image" Target="../media/image50.png" /><rel:Relationship Id="rId1" Type="http://schemas.openxmlformats.org/officeDocument/2006/relationships/slideLayout" Target="../slideLayouts/slideLayout58.xml" /></rel:Relationships>
</file>

<file path=ppt/slides/_rels/slide2.xml.rels><?xml version="1.0" encoding="UTF-8" standalone="yes"?>
<rel:Relationships xmlns:rel="http://schemas.openxmlformats.org/package/2006/relationships"><rel:Relationship Id="rId3" Type="http://schemas.openxmlformats.org/officeDocument/2006/relationships/image" Target="../media/image51.jpeg" /><rel:Relationship Id="rId1" Type="http://schemas.openxmlformats.org/officeDocument/2006/relationships/slideLayout" Target="../slideLayouts/slideLayout122.xml" /><rel:Relationship Id="rId4" Type="http://schemas.openxmlformats.org/officeDocument/2006/relationships/image" Target="../media/image52.svg" /></rel:Relationships>
</file>

<file path=ppt/slides/_rels/slide3.xml.rels><?xml version="1.0" encoding="UTF-8" standalone="yes"?>
<rel:Relationships xmlns:rel="http://schemas.openxmlformats.org/package/2006/relationships"><rel:Relationship Id="rId2" Type="http://schemas.openxmlformats.org/officeDocument/2006/relationships/slideLayout" Target="../slideLayouts/slideLayout129.xml" /><rel:Relationship Id="rId1" Type="http://schemas.openxmlformats.org/officeDocument/2006/relationships/tags" Target="../tags/tag8.xml" /><rel:Relationship Id="rId5" Type="http://schemas.openxmlformats.org/officeDocument/2006/relationships/image" Target="../media/image54.jpeg" /><rel:Relationship Id="rId4" Type="http://schemas.openxmlformats.org/officeDocument/2006/relationships/image" Target="../media/image53.jpeg" /></rel:Relationships>
</file>

<file path=ppt/slides/_rels/slide4.xml.rels><?xml version="1.0" encoding="UTF-8" standalone="yes"?>
<rel:Relationships xmlns:rel="http://schemas.openxmlformats.org/package/2006/relationships"><rel:Relationship Id="rId3" Type="http://schemas.openxmlformats.org/officeDocument/2006/relationships/image" Target="../media/image55.jpeg" /><rel:Relationship Id="rId1" Type="http://schemas.openxmlformats.org/officeDocument/2006/relationships/slideLayout" Target="../slideLayouts/slideLayout130.xml" /></rel:Relationships>
</file>

<file path=ppt/slides/_rels/slide5.xml.rels><?xml version="1.0" encoding="UTF-8" standalone="yes"?>
<rel:Relationships xmlns:rel="http://schemas.openxmlformats.org/package/2006/relationships"><rel:Relationship Id="rId3" Type="http://schemas.openxmlformats.org/officeDocument/2006/relationships/image" Target="../media/image56.png" /><rel:Relationship Id="rId1" Type="http://schemas.openxmlformats.org/officeDocument/2006/relationships/slideLayout" Target="../slideLayouts/slideLayout131.xml" /></rel:Relationships>
</file>

<file path=ppt/slides/_rels/slide6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31.xml" /></rel:Relationships>
</file>

<file path=ppt/slides/_rels/slide7.xml.rels><?xml version="1.0" encoding="UTF-8" standalone="yes"?>
<rel:Relationships xmlns:rel="http://schemas.openxmlformats.org/package/2006/relationships"><rel:Relationship Id="rId3" Type="http://schemas.openxmlformats.org/officeDocument/2006/relationships/image" Target="../media/image57.svg" /><rel:Relationship Id="rId1" Type="http://schemas.openxmlformats.org/officeDocument/2006/relationships/slideLayout" Target="../slideLayouts/slideLayout131.xml" /><rel:Relationship Id="rId4" Type="http://schemas.openxmlformats.org/officeDocument/2006/relationships/image" Target="../media/image58.svg" /></rel:Relationships>
</file>

<file path=ppt/slides/_rels/slide8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35.xml" /></rel:Relationships>
</file>

<file path=ppt/slides/_rels/slide9.xml.rels><?xml version="1.0" encoding="UTF-8" standalone="yes"?>
<rel:Relationships xmlns:rel="http://schemas.openxmlformats.org/package/2006/relationships"><rel:Relationship Id="rId8" Type="http://schemas.openxmlformats.org/officeDocument/2006/relationships/image" Target="../media/image64.png" /><rel:Relationship Id="rId3" Type="http://schemas.openxmlformats.org/officeDocument/2006/relationships/image" Target="../media/image59.gif" /><rel:Relationship Id="rId7" Type="http://schemas.openxmlformats.org/officeDocument/2006/relationships/image" Target="../media/image63.svg" /><rel:Relationship Id="rId1" Type="http://schemas.openxmlformats.org/officeDocument/2006/relationships/slideLayout" Target="../slideLayouts/slideLayout126.xml" /><rel:Relationship Id="rId6" Type="http://schemas.openxmlformats.org/officeDocument/2006/relationships/image" Target="../media/image62.svg" /><rel:Relationship Id="rId5" Type="http://schemas.openxmlformats.org/officeDocument/2006/relationships/image" Target="../media/image61.svg" /><rel:Relationship Id="rId4" Type="http://schemas.openxmlformats.org/officeDocument/2006/relationships/image" Target="../media/image60.svg" /></rel:Relationships>
</file>

<file path=ppt/slides/_rels/slide10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23.xml" /></rel:Relationships>
</file>

<file path=ppt/slides/_rels/slide11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26.xml" /></rel:Relationships>
</file>

<file path=ppt/slides/_rels/slide12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23.xml" /></rel:Relationships>
</file>

<file path=ppt/slides/_rels/slide13.xml.rels><?xml version="1.0" encoding="UTF-8" standalone="yes"?>
<rel:Relationships xmlns:rel="http://schemas.openxmlformats.org/package/2006/relationships"><rel:Relationship Id="rId3" Type="http://schemas.openxmlformats.org/officeDocument/2006/relationships/image" Target="../media/image65.svg" /><rel:Relationship Id="rId7" Type="http://schemas.openxmlformats.org/officeDocument/2006/relationships/image" Target="../media/image69.svg" /><rel:Relationship Id="rId1" Type="http://schemas.openxmlformats.org/officeDocument/2006/relationships/slideLayout" Target="../slideLayouts/slideLayout131.xml" /><rel:Relationship Id="rId6" Type="http://schemas.openxmlformats.org/officeDocument/2006/relationships/image" Target="../media/image68.svg" /><rel:Relationship Id="rId5" Type="http://schemas.openxmlformats.org/officeDocument/2006/relationships/image" Target="../media/image67.svg" /><rel:Relationship Id="rId4" Type="http://schemas.openxmlformats.org/officeDocument/2006/relationships/image" Target="../media/image66.svg" /></rel:Relationships>
</file>

<file path=ppt/slides/_rels/slide14.xml.rels><?xml version="1.0" encoding="UTF-8" standalone="yes"?>
<rel:Relationships xmlns:rel="http://schemas.openxmlformats.org/package/2006/relationships"><rel:Relationship Id="rId1" Type="http://schemas.openxmlformats.org/officeDocument/2006/relationships/slideLayout" Target="../slideLayouts/slideLayout128.xml" /></rel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B5951-FFA3-F02B-3E49-76F53FAF58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5837" y="2364089"/>
            <a:ext cx="7745698" cy="2160300"/>
          </a:xfrm>
        </p:spPr>
        <p:txBody>
          <a:bodyPr lIns="91440" tIns="45720" rIns="91440" bIns="45720" anchor="ctr" anchorCtr="0">
            <a:noAutofit/>
          </a:bodyPr>
          <a:lstStyle/>
          <a:p>
            <a:pPr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449CD6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COPILOT ACCELERATION TEAM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AA55A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	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AA55A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</a:br>
            <a:endParaRPr lang="en-US" i="1">
              <a:solidFill>
                <a:srgbClr val="FFFFFF"/>
              </a:solidFill>
              <a:latin typeface="Segoe UI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AA0C8689-6E14-954E-2D83-9A1F4298F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54828" y="6410873"/>
            <a:ext cx="7745413" cy="266700"/>
          </a:xfrm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cs typeface="Segoe UI"/>
              </a:rPr>
              <a:t>Last updated: 2026-0601</a:t>
            </a:r>
            <a:endParaRPr lang="en-150" sz="1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95AAFC9-58AA-A27C-3142-36C6AB0F73D9}"/>
              </a:ext>
            </a:extLst>
          </p:cNvPr>
          <p:cNvSpPr txBox="1">
            <a:spLocks/>
          </p:cNvSpPr>
          <p:nvPr/>
        </p:nvSpPr>
        <p:spPr>
          <a:xfrm>
            <a:off x="3508847" y="4172157"/>
            <a:ext cx="4936237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800">
                <a:solidFill>
                  <a:schemeClr val="tx2"/>
                </a:solidFill>
              </a:rPr>
              <a:t>Building an AI-ready organization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F2934-6F2A-BB30-F80B-8A7CD38BE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157"/>
          <a:stretch>
            <a:fillRect/>
          </a:stretch>
        </p:blipFill>
        <p:spPr>
          <a:xfrm>
            <a:off x="3508847" y="3614834"/>
            <a:ext cx="4781750" cy="4188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4D711E-67D0-A587-D426-2AAD9C687CA8}"/>
              </a:ext>
            </a:extLst>
          </p:cNvPr>
          <p:cNvSpPr txBox="1"/>
          <p:nvPr/>
        </p:nvSpPr>
        <p:spPr>
          <a:xfrm>
            <a:off x="3405809" y="3244334"/>
            <a:ext cx="6811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grpSp>
        <p:nvGrpSpPr>
          <p:cNvPr id="25" name="Google Shape;192;p52">
            <a:extLst>
              <a:ext uri="{FF2B5EF4-FFF2-40B4-BE49-F238E27FC236}">
                <a16:creationId xmlns:a16="http://schemas.microsoft.com/office/drawing/2014/main" id="{5DFDCEDF-CF97-30B7-4765-323BBE1291CD}"/>
              </a:ext>
            </a:extLst>
          </p:cNvPr>
          <p:cNvGrpSpPr>
            <a:grpSpLocks noChangeAspect="1"/>
          </p:cNvGrpSpPr>
          <p:nvPr/>
        </p:nvGrpSpPr>
        <p:grpSpPr>
          <a:xfrm>
            <a:off x="7963117" y="5188226"/>
            <a:ext cx="2830780" cy="489648"/>
            <a:chOff x="2565403" y="2819400"/>
            <a:chExt cx="7048504" cy="1219199"/>
          </a:xfrm>
          <a:solidFill>
            <a:srgbClr val="FFFFFF"/>
          </a:solidFill>
        </p:grpSpPr>
        <p:sp>
          <p:nvSpPr>
            <p:cNvPr id="26" name="Google Shape;193;p52">
              <a:extLst>
                <a:ext uri="{FF2B5EF4-FFF2-40B4-BE49-F238E27FC236}">
                  <a16:creationId xmlns:a16="http://schemas.microsoft.com/office/drawing/2014/main" id="{0B7AE889-7FDA-8C47-307B-7C2061E69BFF}"/>
                </a:ext>
              </a:extLst>
            </p:cNvPr>
            <p:cNvSpPr/>
            <p:nvPr/>
          </p:nvSpPr>
          <p:spPr>
            <a:xfrm>
              <a:off x="2565403" y="2819400"/>
              <a:ext cx="1206502" cy="1219199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4" y="4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3" y="85"/>
                    <a:pt x="60" y="86"/>
                    <a:pt x="55" y="86"/>
                  </a:cubicBezTo>
                  <a:cubicBezTo>
                    <a:pt x="41" y="86"/>
                    <a:pt x="31" y="75"/>
                    <a:pt x="31" y="59"/>
                  </a:cubicBezTo>
                  <a:cubicBezTo>
                    <a:pt x="31" y="44"/>
                    <a:pt x="42" y="21"/>
                    <a:pt x="70" y="21"/>
                  </a:cubicBezTo>
                  <a:cubicBezTo>
                    <a:pt x="77" y="21"/>
                    <a:pt x="90" y="23"/>
                    <a:pt x="101" y="30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5" y="2"/>
                    <a:pt x="83" y="0"/>
                    <a:pt x="70" y="0"/>
                  </a:cubicBezTo>
                  <a:cubicBezTo>
                    <a:pt x="61" y="0"/>
                    <a:pt x="39" y="0"/>
                    <a:pt x="21" y="15"/>
                  </a:cubicBezTo>
                  <a:cubicBezTo>
                    <a:pt x="8" y="26"/>
                    <a:pt x="0" y="43"/>
                    <a:pt x="0" y="60"/>
                  </a:cubicBezTo>
                  <a:cubicBezTo>
                    <a:pt x="0" y="90"/>
                    <a:pt x="22" y="107"/>
                    <a:pt x="52" y="107"/>
                  </a:cubicBezTo>
                  <a:cubicBezTo>
                    <a:pt x="65" y="107"/>
                    <a:pt x="79" y="103"/>
                    <a:pt x="91" y="9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64" y="47"/>
                    <a:pt x="64" y="47"/>
                    <a:pt x="64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94;p52">
              <a:extLst>
                <a:ext uri="{FF2B5EF4-FFF2-40B4-BE49-F238E27FC236}">
                  <a16:creationId xmlns:a16="http://schemas.microsoft.com/office/drawing/2014/main" id="{EA5ECF49-782F-D2F1-53CE-269037247825}"/>
                </a:ext>
              </a:extLst>
            </p:cNvPr>
            <p:cNvSpPr/>
            <p:nvPr/>
          </p:nvSpPr>
          <p:spPr>
            <a:xfrm>
              <a:off x="3670302" y="2854325"/>
              <a:ext cx="1162051" cy="1149350"/>
            </a:xfrm>
            <a:custGeom>
              <a:avLst/>
              <a:gdLst/>
              <a:ahLst/>
              <a:cxnLst/>
              <a:rect l="l" t="t" r="r" b="b"/>
              <a:pathLst>
                <a:path w="103" h="101" extrusionOk="0">
                  <a:moveTo>
                    <a:pt x="81" y="56"/>
                  </a:moveTo>
                  <a:cubicBezTo>
                    <a:pt x="83" y="55"/>
                    <a:pt x="88" y="53"/>
                    <a:pt x="92" y="50"/>
                  </a:cubicBezTo>
                  <a:cubicBezTo>
                    <a:pt x="99" y="45"/>
                    <a:pt x="103" y="36"/>
                    <a:pt x="103" y="27"/>
                  </a:cubicBezTo>
                  <a:cubicBezTo>
                    <a:pt x="103" y="8"/>
                    <a:pt x="86" y="0"/>
                    <a:pt x="7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43" y="59"/>
                    <a:pt x="45" y="59"/>
                    <a:pt x="48" y="59"/>
                  </a:cubicBezTo>
                  <a:cubicBezTo>
                    <a:pt x="49" y="59"/>
                    <a:pt x="50" y="59"/>
                    <a:pt x="52" y="59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81" y="56"/>
                    <a:pt x="81" y="56"/>
                    <a:pt x="81" y="56"/>
                  </a:cubicBezTo>
                  <a:close/>
                  <a:moveTo>
                    <a:pt x="43" y="56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6" y="22"/>
                    <a:pt x="73" y="23"/>
                    <a:pt x="73" y="31"/>
                  </a:cubicBezTo>
                  <a:cubicBezTo>
                    <a:pt x="73" y="36"/>
                    <a:pt x="69" y="40"/>
                    <a:pt x="62" y="40"/>
                  </a:cubicBezTo>
                  <a:cubicBezTo>
                    <a:pt x="61" y="40"/>
                    <a:pt x="61" y="40"/>
                    <a:pt x="60" y="40"/>
                  </a:cubicBezTo>
                  <a:cubicBezTo>
                    <a:pt x="43" y="56"/>
                    <a:pt x="43" y="56"/>
                    <a:pt x="43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95;p52">
              <a:extLst>
                <a:ext uri="{FF2B5EF4-FFF2-40B4-BE49-F238E27FC236}">
                  <a16:creationId xmlns:a16="http://schemas.microsoft.com/office/drawing/2014/main" id="{5F328D1C-A10A-6E8F-48EC-8F0010CA7A59}"/>
                </a:ext>
              </a:extLst>
            </p:cNvPr>
            <p:cNvSpPr/>
            <p:nvPr/>
          </p:nvSpPr>
          <p:spPr>
            <a:xfrm>
              <a:off x="4560891" y="2854325"/>
              <a:ext cx="1195390" cy="1149350"/>
            </a:xfrm>
            <a:custGeom>
              <a:avLst/>
              <a:gdLst/>
              <a:ahLst/>
              <a:cxnLst/>
              <a:rect l="l" t="t" r="r" b="b"/>
              <a:pathLst>
                <a:path w="753" h="724" extrusionOk="0">
                  <a:moveTo>
                    <a:pt x="704" y="0"/>
                  </a:moveTo>
                  <a:lnTo>
                    <a:pt x="462" y="0"/>
                  </a:lnTo>
                  <a:lnTo>
                    <a:pt x="0" y="724"/>
                  </a:lnTo>
                  <a:lnTo>
                    <a:pt x="235" y="724"/>
                  </a:lnTo>
                  <a:lnTo>
                    <a:pt x="306" y="602"/>
                  </a:lnTo>
                  <a:lnTo>
                    <a:pt x="533" y="602"/>
                  </a:lnTo>
                  <a:lnTo>
                    <a:pt x="540" y="724"/>
                  </a:lnTo>
                  <a:lnTo>
                    <a:pt x="753" y="724"/>
                  </a:lnTo>
                  <a:lnTo>
                    <a:pt x="704" y="0"/>
                  </a:lnTo>
                  <a:lnTo>
                    <a:pt x="704" y="0"/>
                  </a:lnTo>
                  <a:close/>
                  <a:moveTo>
                    <a:pt x="391" y="452"/>
                  </a:moveTo>
                  <a:lnTo>
                    <a:pt x="519" y="244"/>
                  </a:lnTo>
                  <a:lnTo>
                    <a:pt x="526" y="452"/>
                  </a:lnTo>
                  <a:lnTo>
                    <a:pt x="391" y="452"/>
                  </a:lnTo>
                  <a:lnTo>
                    <a:pt x="391" y="4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96;p52">
              <a:extLst>
                <a:ext uri="{FF2B5EF4-FFF2-40B4-BE49-F238E27FC236}">
                  <a16:creationId xmlns:a16="http://schemas.microsoft.com/office/drawing/2014/main" id="{D6C73A67-AD76-D9D6-DAAF-64508C70935F}"/>
                </a:ext>
              </a:extLst>
            </p:cNvPr>
            <p:cNvSpPr/>
            <p:nvPr/>
          </p:nvSpPr>
          <p:spPr>
            <a:xfrm>
              <a:off x="5756281" y="2854325"/>
              <a:ext cx="1082676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97;p52">
              <a:extLst>
                <a:ext uri="{FF2B5EF4-FFF2-40B4-BE49-F238E27FC236}">
                  <a16:creationId xmlns:a16="http://schemas.microsoft.com/office/drawing/2014/main" id="{5B92FDE5-31FF-6C71-B34C-0BED5B8950B4}"/>
                </a:ext>
              </a:extLst>
            </p:cNvPr>
            <p:cNvSpPr/>
            <p:nvPr/>
          </p:nvSpPr>
          <p:spPr>
            <a:xfrm>
              <a:off x="6681794" y="2854325"/>
              <a:ext cx="1138238" cy="114935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0" y="101"/>
                  </a:moveTo>
                  <a:cubicBezTo>
                    <a:pt x="54" y="101"/>
                    <a:pt x="54" y="101"/>
                    <a:pt x="54" y="101"/>
                  </a:cubicBezTo>
                  <a:cubicBezTo>
                    <a:pt x="62" y="101"/>
                    <a:pt x="72" y="100"/>
                    <a:pt x="82" y="93"/>
                  </a:cubicBezTo>
                  <a:cubicBezTo>
                    <a:pt x="89" y="87"/>
                    <a:pt x="93" y="78"/>
                    <a:pt x="93" y="70"/>
                  </a:cubicBezTo>
                  <a:cubicBezTo>
                    <a:pt x="93" y="63"/>
                    <a:pt x="90" y="57"/>
                    <a:pt x="86" y="54"/>
                  </a:cubicBezTo>
                  <a:cubicBezTo>
                    <a:pt x="84" y="51"/>
                    <a:pt x="81" y="50"/>
                    <a:pt x="79" y="50"/>
                  </a:cubicBezTo>
                  <a:cubicBezTo>
                    <a:pt x="92" y="47"/>
                    <a:pt x="101" y="38"/>
                    <a:pt x="101" y="25"/>
                  </a:cubicBezTo>
                  <a:cubicBezTo>
                    <a:pt x="101" y="6"/>
                    <a:pt x="85" y="0"/>
                    <a:pt x="71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lose/>
                  <a:moveTo>
                    <a:pt x="43" y="55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5" y="22"/>
                    <a:pt x="68" y="22"/>
                    <a:pt x="70" y="25"/>
                  </a:cubicBezTo>
                  <a:cubicBezTo>
                    <a:pt x="71" y="27"/>
                    <a:pt x="72" y="28"/>
                    <a:pt x="72" y="30"/>
                  </a:cubicBezTo>
                  <a:cubicBezTo>
                    <a:pt x="72" y="33"/>
                    <a:pt x="70" y="38"/>
                    <a:pt x="63" y="39"/>
                  </a:cubicBezTo>
                  <a:cubicBezTo>
                    <a:pt x="61" y="40"/>
                    <a:pt x="60" y="40"/>
                    <a:pt x="58" y="40"/>
                  </a:cubicBezTo>
                  <a:cubicBezTo>
                    <a:pt x="43" y="55"/>
                    <a:pt x="43" y="55"/>
                    <a:pt x="43" y="55"/>
                  </a:cubicBezTo>
                  <a:close/>
                  <a:moveTo>
                    <a:pt x="49" y="57"/>
                  </a:moveTo>
                  <a:cubicBezTo>
                    <a:pt x="53" y="57"/>
                    <a:pt x="58" y="57"/>
                    <a:pt x="61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9"/>
                    <a:pt x="61" y="75"/>
                    <a:pt x="52" y="78"/>
                  </a:cubicBezTo>
                  <a:cubicBezTo>
                    <a:pt x="50" y="79"/>
                    <a:pt x="47" y="79"/>
                    <a:pt x="4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49" y="57"/>
                    <a:pt x="49" y="57"/>
                    <a:pt x="49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98;p52">
              <a:extLst>
                <a:ext uri="{FF2B5EF4-FFF2-40B4-BE49-F238E27FC236}">
                  <a16:creationId xmlns:a16="http://schemas.microsoft.com/office/drawing/2014/main" id="{29258989-A5E1-428A-2B26-8BB8456E99DE}"/>
                </a:ext>
              </a:extLst>
            </p:cNvPr>
            <p:cNvSpPr/>
            <p:nvPr/>
          </p:nvSpPr>
          <p:spPr>
            <a:xfrm>
              <a:off x="7707314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99;p52">
              <a:extLst>
                <a:ext uri="{FF2B5EF4-FFF2-40B4-BE49-F238E27FC236}">
                  <a16:creationId xmlns:a16="http://schemas.microsoft.com/office/drawing/2014/main" id="{9CE75641-7115-B826-9029-4F91AAD6B2A1}"/>
                </a:ext>
              </a:extLst>
            </p:cNvPr>
            <p:cNvSpPr/>
            <p:nvPr/>
          </p:nvSpPr>
          <p:spPr>
            <a:xfrm>
              <a:off x="8632831" y="2854325"/>
              <a:ext cx="981076" cy="1149350"/>
            </a:xfrm>
            <a:custGeom>
              <a:avLst/>
              <a:gdLst/>
              <a:ahLst/>
              <a:cxnLst/>
              <a:rect l="l" t="t" r="r" b="b"/>
              <a:pathLst>
                <a:path w="618" h="724" extrusionOk="0">
                  <a:moveTo>
                    <a:pt x="270" y="552"/>
                  </a:moveTo>
                  <a:lnTo>
                    <a:pt x="41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62" y="724"/>
                  </a:lnTo>
                  <a:lnTo>
                    <a:pt x="618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200;p52">
              <a:extLst>
                <a:ext uri="{FF2B5EF4-FFF2-40B4-BE49-F238E27FC236}">
                  <a16:creationId xmlns:a16="http://schemas.microsoft.com/office/drawing/2014/main" id="{8F596F6C-DA0C-EECF-619F-0D15A6A999E0}"/>
                </a:ext>
              </a:extLst>
            </p:cNvPr>
            <p:cNvSpPr/>
            <p:nvPr/>
          </p:nvSpPr>
          <p:spPr>
            <a:xfrm>
              <a:off x="9421813" y="285432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" y="8"/>
                  </a:moveTo>
                  <a:cubicBezTo>
                    <a:pt x="1" y="12"/>
                    <a:pt x="4" y="15"/>
                    <a:pt x="8" y="15"/>
                  </a:cubicBezTo>
                  <a:cubicBezTo>
                    <a:pt x="12" y="15"/>
                    <a:pt x="15" y="12"/>
                    <a:pt x="15" y="8"/>
                  </a:cubicBezTo>
                  <a:cubicBezTo>
                    <a:pt x="15" y="4"/>
                    <a:pt x="12" y="1"/>
                    <a:pt x="8" y="1"/>
                  </a:cubicBezTo>
                  <a:cubicBezTo>
                    <a:pt x="4" y="1"/>
                    <a:pt x="1" y="4"/>
                    <a:pt x="1" y="8"/>
                  </a:cubicBezTo>
                  <a:close/>
                  <a:moveTo>
                    <a:pt x="6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1" y="5"/>
                    <a:pt x="11" y="6"/>
                  </a:cubicBezTo>
                  <a:cubicBezTo>
                    <a:pt x="11" y="7"/>
                    <a:pt x="10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9"/>
                    <a:pt x="11" y="10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9" y="12"/>
                    <a:pt x="9" y="11"/>
                    <a:pt x="9" y="10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lnTo>
                    <a:pt x="6" y="13"/>
                  </a:lnTo>
                  <a:close/>
                  <a:moveTo>
                    <a:pt x="6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1697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213829-DC03-15BD-A5F5-7C2B77D1F5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08" r="78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F810D0-CCFC-6D0A-CD5C-1FC19414030C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2">
                  <a:alpha val="20000"/>
                </a:schemeClr>
              </a:gs>
              <a:gs pos="82000">
                <a:schemeClr val="accent2">
                  <a:alpha val="69000"/>
                </a:schemeClr>
              </a:gs>
              <a:gs pos="16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4E77EC2-9124-1772-2211-B921DA759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072512" y="3015842"/>
            <a:ext cx="10982325" cy="5314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9070CD-D527-6654-1AF2-B6D1F9709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237" y="2269204"/>
            <a:ext cx="7259223" cy="1135258"/>
          </a:xfrm>
        </p:spPr>
        <p:txBody>
          <a:bodyPr/>
          <a:lstStyle/>
          <a:p>
            <a:r>
              <a:rPr lang="en-US"/>
              <a:t>Real World </a:t>
            </a:r>
            <a:r>
              <a:rPr lang="en-US" b="1"/>
              <a:t>Stories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EF6AB-7118-453B-1FB9-D66E95349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238" y="3741996"/>
            <a:ext cx="9341492" cy="788277"/>
          </a:xfrm>
        </p:spPr>
        <p:txBody>
          <a:bodyPr/>
          <a:lstStyle/>
          <a:p>
            <a:r>
              <a:rPr lang="en-US"/>
              <a:t>Real-World Agent Case Studies: Graebel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93D83-150D-7EBF-945F-F2B52E7CFD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3238" y="4297353"/>
            <a:ext cx="6464300" cy="51522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Shaun Eades </a:t>
            </a:r>
            <a:r>
              <a:rPr lang="en-US" b="0"/>
              <a:t>and</a:t>
            </a:r>
            <a:r>
              <a:rPr lang="en-US"/>
              <a:t> Steve Goodwin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D4174-9C58-8F15-A26C-834AA815C0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38" y="5673317"/>
            <a:ext cx="6464300" cy="515227"/>
          </a:xfrm>
        </p:spPr>
        <p:txBody>
          <a:bodyPr/>
          <a:lstStyle/>
          <a:p>
            <a:r>
              <a:rPr lang="en-US"/>
              <a:t>June 3, 2026</a:t>
            </a:r>
          </a:p>
        </p:txBody>
      </p:sp>
      <p:grpSp>
        <p:nvGrpSpPr>
          <p:cNvPr id="10" name="Google Shape;192;p52">
            <a:extLst>
              <a:ext uri="{FF2B5EF4-FFF2-40B4-BE49-F238E27FC236}">
                <a16:creationId xmlns:a16="http://schemas.microsoft.com/office/drawing/2014/main" id="{EB3D330C-0ED6-96F7-F26D-E93E021513CF}"/>
              </a:ext>
            </a:extLst>
          </p:cNvPr>
          <p:cNvGrpSpPr>
            <a:grpSpLocks noChangeAspect="1"/>
          </p:cNvGrpSpPr>
          <p:nvPr/>
        </p:nvGrpSpPr>
        <p:grpSpPr>
          <a:xfrm>
            <a:off x="8319419" y="5673317"/>
            <a:ext cx="3369343" cy="582804"/>
            <a:chOff x="2565403" y="2819400"/>
            <a:chExt cx="7048504" cy="1219199"/>
          </a:xfrm>
          <a:solidFill>
            <a:schemeClr val="bg1"/>
          </a:solidFill>
        </p:grpSpPr>
        <p:sp>
          <p:nvSpPr>
            <p:cNvPr id="11" name="Google Shape;193;p52">
              <a:extLst>
                <a:ext uri="{FF2B5EF4-FFF2-40B4-BE49-F238E27FC236}">
                  <a16:creationId xmlns:a16="http://schemas.microsoft.com/office/drawing/2014/main" id="{BEDF7B00-CD4C-50DB-75CC-2BD6565E0C48}"/>
                </a:ext>
              </a:extLst>
            </p:cNvPr>
            <p:cNvSpPr/>
            <p:nvPr/>
          </p:nvSpPr>
          <p:spPr>
            <a:xfrm>
              <a:off x="2565403" y="2819400"/>
              <a:ext cx="1206502" cy="1219199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4" y="4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3" y="85"/>
                    <a:pt x="60" y="86"/>
                    <a:pt x="55" y="86"/>
                  </a:cubicBezTo>
                  <a:cubicBezTo>
                    <a:pt x="41" y="86"/>
                    <a:pt x="31" y="75"/>
                    <a:pt x="31" y="59"/>
                  </a:cubicBezTo>
                  <a:cubicBezTo>
                    <a:pt x="31" y="44"/>
                    <a:pt x="42" y="21"/>
                    <a:pt x="70" y="21"/>
                  </a:cubicBezTo>
                  <a:cubicBezTo>
                    <a:pt x="77" y="21"/>
                    <a:pt x="90" y="23"/>
                    <a:pt x="101" y="30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95" y="2"/>
                    <a:pt x="83" y="0"/>
                    <a:pt x="70" y="0"/>
                  </a:cubicBezTo>
                  <a:cubicBezTo>
                    <a:pt x="61" y="0"/>
                    <a:pt x="39" y="0"/>
                    <a:pt x="21" y="15"/>
                  </a:cubicBezTo>
                  <a:cubicBezTo>
                    <a:pt x="8" y="26"/>
                    <a:pt x="0" y="43"/>
                    <a:pt x="0" y="60"/>
                  </a:cubicBezTo>
                  <a:cubicBezTo>
                    <a:pt x="0" y="90"/>
                    <a:pt x="22" y="107"/>
                    <a:pt x="52" y="107"/>
                  </a:cubicBezTo>
                  <a:cubicBezTo>
                    <a:pt x="65" y="107"/>
                    <a:pt x="79" y="103"/>
                    <a:pt x="91" y="9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64" y="47"/>
                    <a:pt x="64" y="47"/>
                    <a:pt x="64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94;p52">
              <a:extLst>
                <a:ext uri="{FF2B5EF4-FFF2-40B4-BE49-F238E27FC236}">
                  <a16:creationId xmlns:a16="http://schemas.microsoft.com/office/drawing/2014/main" id="{56B94492-55AA-DC1F-03FC-EA45F21337FD}"/>
                </a:ext>
              </a:extLst>
            </p:cNvPr>
            <p:cNvSpPr/>
            <p:nvPr/>
          </p:nvSpPr>
          <p:spPr>
            <a:xfrm>
              <a:off x="3670302" y="2854325"/>
              <a:ext cx="1162051" cy="1149350"/>
            </a:xfrm>
            <a:custGeom>
              <a:avLst/>
              <a:gdLst/>
              <a:ahLst/>
              <a:cxnLst/>
              <a:rect l="l" t="t" r="r" b="b"/>
              <a:pathLst>
                <a:path w="103" h="101" extrusionOk="0">
                  <a:moveTo>
                    <a:pt x="81" y="56"/>
                  </a:moveTo>
                  <a:cubicBezTo>
                    <a:pt x="83" y="55"/>
                    <a:pt x="88" y="53"/>
                    <a:pt x="92" y="50"/>
                  </a:cubicBezTo>
                  <a:cubicBezTo>
                    <a:pt x="99" y="45"/>
                    <a:pt x="103" y="36"/>
                    <a:pt x="103" y="27"/>
                  </a:cubicBezTo>
                  <a:cubicBezTo>
                    <a:pt x="103" y="8"/>
                    <a:pt x="86" y="0"/>
                    <a:pt x="7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43" y="59"/>
                    <a:pt x="45" y="59"/>
                    <a:pt x="48" y="59"/>
                  </a:cubicBezTo>
                  <a:cubicBezTo>
                    <a:pt x="49" y="59"/>
                    <a:pt x="50" y="59"/>
                    <a:pt x="52" y="59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81" y="56"/>
                    <a:pt x="81" y="56"/>
                    <a:pt x="81" y="56"/>
                  </a:cubicBezTo>
                  <a:close/>
                  <a:moveTo>
                    <a:pt x="43" y="56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6" y="22"/>
                    <a:pt x="73" y="23"/>
                    <a:pt x="73" y="31"/>
                  </a:cubicBezTo>
                  <a:cubicBezTo>
                    <a:pt x="73" y="36"/>
                    <a:pt x="69" y="40"/>
                    <a:pt x="62" y="40"/>
                  </a:cubicBezTo>
                  <a:cubicBezTo>
                    <a:pt x="61" y="40"/>
                    <a:pt x="61" y="40"/>
                    <a:pt x="60" y="40"/>
                  </a:cubicBezTo>
                  <a:cubicBezTo>
                    <a:pt x="43" y="56"/>
                    <a:pt x="43" y="56"/>
                    <a:pt x="43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95;p52">
              <a:extLst>
                <a:ext uri="{FF2B5EF4-FFF2-40B4-BE49-F238E27FC236}">
                  <a16:creationId xmlns:a16="http://schemas.microsoft.com/office/drawing/2014/main" id="{FB7379D7-5096-1819-0DA9-28544A1BB5FD}"/>
                </a:ext>
              </a:extLst>
            </p:cNvPr>
            <p:cNvSpPr/>
            <p:nvPr/>
          </p:nvSpPr>
          <p:spPr>
            <a:xfrm>
              <a:off x="4560891" y="2854325"/>
              <a:ext cx="1195390" cy="1149350"/>
            </a:xfrm>
            <a:custGeom>
              <a:avLst/>
              <a:gdLst/>
              <a:ahLst/>
              <a:cxnLst/>
              <a:rect l="l" t="t" r="r" b="b"/>
              <a:pathLst>
                <a:path w="753" h="724" extrusionOk="0">
                  <a:moveTo>
                    <a:pt x="704" y="0"/>
                  </a:moveTo>
                  <a:lnTo>
                    <a:pt x="462" y="0"/>
                  </a:lnTo>
                  <a:lnTo>
                    <a:pt x="0" y="724"/>
                  </a:lnTo>
                  <a:lnTo>
                    <a:pt x="235" y="724"/>
                  </a:lnTo>
                  <a:lnTo>
                    <a:pt x="306" y="602"/>
                  </a:lnTo>
                  <a:lnTo>
                    <a:pt x="533" y="602"/>
                  </a:lnTo>
                  <a:lnTo>
                    <a:pt x="540" y="724"/>
                  </a:lnTo>
                  <a:lnTo>
                    <a:pt x="753" y="724"/>
                  </a:lnTo>
                  <a:lnTo>
                    <a:pt x="704" y="0"/>
                  </a:lnTo>
                  <a:lnTo>
                    <a:pt x="704" y="0"/>
                  </a:lnTo>
                  <a:close/>
                  <a:moveTo>
                    <a:pt x="391" y="452"/>
                  </a:moveTo>
                  <a:lnTo>
                    <a:pt x="519" y="244"/>
                  </a:lnTo>
                  <a:lnTo>
                    <a:pt x="526" y="452"/>
                  </a:lnTo>
                  <a:lnTo>
                    <a:pt x="391" y="452"/>
                  </a:lnTo>
                  <a:lnTo>
                    <a:pt x="391" y="4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96;p52">
              <a:extLst>
                <a:ext uri="{FF2B5EF4-FFF2-40B4-BE49-F238E27FC236}">
                  <a16:creationId xmlns:a16="http://schemas.microsoft.com/office/drawing/2014/main" id="{7320957A-5BBE-E734-8BA5-539652AF22D1}"/>
                </a:ext>
              </a:extLst>
            </p:cNvPr>
            <p:cNvSpPr/>
            <p:nvPr/>
          </p:nvSpPr>
          <p:spPr>
            <a:xfrm>
              <a:off x="5756281" y="2854325"/>
              <a:ext cx="1082676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97;p52">
              <a:extLst>
                <a:ext uri="{FF2B5EF4-FFF2-40B4-BE49-F238E27FC236}">
                  <a16:creationId xmlns:a16="http://schemas.microsoft.com/office/drawing/2014/main" id="{27C69C51-CA1D-C23A-B89E-436C355FB584}"/>
                </a:ext>
              </a:extLst>
            </p:cNvPr>
            <p:cNvSpPr/>
            <p:nvPr/>
          </p:nvSpPr>
          <p:spPr>
            <a:xfrm>
              <a:off x="6681794" y="2854325"/>
              <a:ext cx="1138238" cy="114935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0" y="101"/>
                  </a:moveTo>
                  <a:cubicBezTo>
                    <a:pt x="54" y="101"/>
                    <a:pt x="54" y="101"/>
                    <a:pt x="54" y="101"/>
                  </a:cubicBezTo>
                  <a:cubicBezTo>
                    <a:pt x="62" y="101"/>
                    <a:pt x="72" y="100"/>
                    <a:pt x="82" y="93"/>
                  </a:cubicBezTo>
                  <a:cubicBezTo>
                    <a:pt x="89" y="87"/>
                    <a:pt x="93" y="78"/>
                    <a:pt x="93" y="70"/>
                  </a:cubicBezTo>
                  <a:cubicBezTo>
                    <a:pt x="93" y="63"/>
                    <a:pt x="90" y="57"/>
                    <a:pt x="86" y="54"/>
                  </a:cubicBezTo>
                  <a:cubicBezTo>
                    <a:pt x="84" y="51"/>
                    <a:pt x="81" y="50"/>
                    <a:pt x="79" y="50"/>
                  </a:cubicBezTo>
                  <a:cubicBezTo>
                    <a:pt x="92" y="47"/>
                    <a:pt x="101" y="38"/>
                    <a:pt x="101" y="25"/>
                  </a:cubicBezTo>
                  <a:cubicBezTo>
                    <a:pt x="101" y="6"/>
                    <a:pt x="85" y="0"/>
                    <a:pt x="71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101"/>
                    <a:pt x="0" y="101"/>
                    <a:pt x="0" y="101"/>
                  </a:cubicBezTo>
                  <a:close/>
                  <a:moveTo>
                    <a:pt x="43" y="55"/>
                  </a:moveTo>
                  <a:cubicBezTo>
                    <a:pt x="52" y="22"/>
                    <a:pt x="52" y="22"/>
                    <a:pt x="52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5" y="22"/>
                    <a:pt x="68" y="22"/>
                    <a:pt x="70" y="25"/>
                  </a:cubicBezTo>
                  <a:cubicBezTo>
                    <a:pt x="71" y="27"/>
                    <a:pt x="72" y="28"/>
                    <a:pt x="72" y="30"/>
                  </a:cubicBezTo>
                  <a:cubicBezTo>
                    <a:pt x="72" y="33"/>
                    <a:pt x="70" y="38"/>
                    <a:pt x="63" y="39"/>
                  </a:cubicBezTo>
                  <a:cubicBezTo>
                    <a:pt x="61" y="40"/>
                    <a:pt x="60" y="40"/>
                    <a:pt x="58" y="40"/>
                  </a:cubicBezTo>
                  <a:cubicBezTo>
                    <a:pt x="43" y="55"/>
                    <a:pt x="43" y="55"/>
                    <a:pt x="43" y="55"/>
                  </a:cubicBezTo>
                  <a:close/>
                  <a:moveTo>
                    <a:pt x="49" y="57"/>
                  </a:moveTo>
                  <a:cubicBezTo>
                    <a:pt x="53" y="57"/>
                    <a:pt x="58" y="57"/>
                    <a:pt x="61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9"/>
                    <a:pt x="61" y="75"/>
                    <a:pt x="52" y="78"/>
                  </a:cubicBezTo>
                  <a:cubicBezTo>
                    <a:pt x="50" y="79"/>
                    <a:pt x="47" y="79"/>
                    <a:pt x="4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49" y="57"/>
                    <a:pt x="49" y="57"/>
                    <a:pt x="49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98;p52">
              <a:extLst>
                <a:ext uri="{FF2B5EF4-FFF2-40B4-BE49-F238E27FC236}">
                  <a16:creationId xmlns:a16="http://schemas.microsoft.com/office/drawing/2014/main" id="{25E1FBFD-D7E2-B4D3-D00E-3104799E2462}"/>
                </a:ext>
              </a:extLst>
            </p:cNvPr>
            <p:cNvSpPr/>
            <p:nvPr/>
          </p:nvSpPr>
          <p:spPr>
            <a:xfrm>
              <a:off x="7707314" y="2854325"/>
              <a:ext cx="1082675" cy="1149350"/>
            </a:xfrm>
            <a:custGeom>
              <a:avLst/>
              <a:gdLst/>
              <a:ahLst/>
              <a:cxnLst/>
              <a:rect l="l" t="t" r="r" b="b"/>
              <a:pathLst>
                <a:path w="682" h="724" extrusionOk="0">
                  <a:moveTo>
                    <a:pt x="270" y="552"/>
                  </a:moveTo>
                  <a:lnTo>
                    <a:pt x="299" y="445"/>
                  </a:lnTo>
                  <a:lnTo>
                    <a:pt x="526" y="445"/>
                  </a:lnTo>
                  <a:lnTo>
                    <a:pt x="569" y="272"/>
                  </a:lnTo>
                  <a:lnTo>
                    <a:pt x="341" y="272"/>
                  </a:lnTo>
                  <a:lnTo>
                    <a:pt x="370" y="172"/>
                  </a:lnTo>
                  <a:lnTo>
                    <a:pt x="633" y="172"/>
                  </a:lnTo>
                  <a:lnTo>
                    <a:pt x="68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48" y="724"/>
                  </a:lnTo>
                  <a:lnTo>
                    <a:pt x="604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99;p52">
              <a:extLst>
                <a:ext uri="{FF2B5EF4-FFF2-40B4-BE49-F238E27FC236}">
                  <a16:creationId xmlns:a16="http://schemas.microsoft.com/office/drawing/2014/main" id="{DBE28602-E0CC-D567-80FD-FCCEA519321E}"/>
                </a:ext>
              </a:extLst>
            </p:cNvPr>
            <p:cNvSpPr/>
            <p:nvPr/>
          </p:nvSpPr>
          <p:spPr>
            <a:xfrm>
              <a:off x="8632831" y="2854325"/>
              <a:ext cx="981076" cy="1149350"/>
            </a:xfrm>
            <a:custGeom>
              <a:avLst/>
              <a:gdLst/>
              <a:ahLst/>
              <a:cxnLst/>
              <a:rect l="l" t="t" r="r" b="b"/>
              <a:pathLst>
                <a:path w="618" h="724" extrusionOk="0">
                  <a:moveTo>
                    <a:pt x="270" y="552"/>
                  </a:moveTo>
                  <a:lnTo>
                    <a:pt x="412" y="0"/>
                  </a:lnTo>
                  <a:lnTo>
                    <a:pt x="192" y="0"/>
                  </a:lnTo>
                  <a:lnTo>
                    <a:pt x="0" y="724"/>
                  </a:lnTo>
                  <a:lnTo>
                    <a:pt x="462" y="724"/>
                  </a:lnTo>
                  <a:lnTo>
                    <a:pt x="618" y="552"/>
                  </a:lnTo>
                  <a:lnTo>
                    <a:pt x="270" y="552"/>
                  </a:lnTo>
                  <a:lnTo>
                    <a:pt x="270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00;p52">
              <a:extLst>
                <a:ext uri="{FF2B5EF4-FFF2-40B4-BE49-F238E27FC236}">
                  <a16:creationId xmlns:a16="http://schemas.microsoft.com/office/drawing/2014/main" id="{77B3A364-2054-4D68-7577-81A55D7A84C4}"/>
                </a:ext>
              </a:extLst>
            </p:cNvPr>
            <p:cNvSpPr/>
            <p:nvPr/>
          </p:nvSpPr>
          <p:spPr>
            <a:xfrm>
              <a:off x="9421813" y="285432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6" y="8"/>
                  </a:moveTo>
                  <a:cubicBezTo>
                    <a:pt x="16" y="13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  <a:moveTo>
                    <a:pt x="1" y="8"/>
                  </a:moveTo>
                  <a:cubicBezTo>
                    <a:pt x="1" y="12"/>
                    <a:pt x="4" y="15"/>
                    <a:pt x="8" y="15"/>
                  </a:cubicBezTo>
                  <a:cubicBezTo>
                    <a:pt x="12" y="15"/>
                    <a:pt x="15" y="12"/>
                    <a:pt x="15" y="8"/>
                  </a:cubicBezTo>
                  <a:cubicBezTo>
                    <a:pt x="15" y="4"/>
                    <a:pt x="12" y="1"/>
                    <a:pt x="8" y="1"/>
                  </a:cubicBezTo>
                  <a:cubicBezTo>
                    <a:pt x="4" y="1"/>
                    <a:pt x="1" y="4"/>
                    <a:pt x="1" y="8"/>
                  </a:cubicBezTo>
                  <a:close/>
                  <a:moveTo>
                    <a:pt x="6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1" y="5"/>
                    <a:pt x="11" y="6"/>
                  </a:cubicBezTo>
                  <a:cubicBezTo>
                    <a:pt x="11" y="7"/>
                    <a:pt x="10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9"/>
                    <a:pt x="11" y="10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9" y="12"/>
                    <a:pt x="9" y="11"/>
                    <a:pt x="9" y="10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lnTo>
                    <a:pt x="6" y="13"/>
                  </a:lnTo>
                  <a:close/>
                  <a:moveTo>
                    <a:pt x="6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9" y="8"/>
                    <a:pt x="10" y="7"/>
                    <a:pt x="10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7B6FF3-ACA3-CFD9-2744-B93BC48062AF}"/>
              </a:ext>
            </a:extLst>
          </p:cNvPr>
          <p:cNvCxnSpPr>
            <a:cxnSpLocks/>
          </p:cNvCxnSpPr>
          <p:nvPr/>
        </p:nvCxnSpPr>
        <p:spPr>
          <a:xfrm>
            <a:off x="503237" y="3585798"/>
            <a:ext cx="2687637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21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B77A0826-900C-E6AE-7635-0EC6A5CE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Today’s speaker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BE4946C-31E1-17BB-6E76-02F6F6F065C2}"/>
              </a:ext>
            </a:extLst>
          </p:cNvPr>
          <p:cNvSpPr>
            <a:spLocks noGrp="1"/>
          </p:cNvSpPr>
          <p:nvPr/>
        </p:nvSpPr>
        <p:spPr>
          <a:xfrm>
            <a:off x="3619580" y="4540765"/>
            <a:ext cx="2538236" cy="11445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21917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Steve Goodwin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7B0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Senior Director, </a:t>
            </a:r>
            <a:b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7B0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</a:b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7B0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Enterprise Applications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51F56E-2592-5504-8EF2-F1F28DDF13AB}"/>
              </a:ext>
            </a:extLst>
          </p:cNvPr>
          <p:cNvSpPr>
            <a:spLocks noGrp="1"/>
          </p:cNvSpPr>
          <p:nvPr/>
        </p:nvSpPr>
        <p:spPr>
          <a:xfrm>
            <a:off x="584104" y="4540765"/>
            <a:ext cx="2086209" cy="11445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21917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Shaun Eades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7B0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Senior Director, </a:t>
            </a:r>
            <a:b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7B0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</a:br>
            <a:r>
              <a:rPr kumimoji="0" lang="en-US" sz="1300" b="0" u="none" strike="noStrike" kern="1200" cap="none" spc="0" normalizeH="0" baseline="0" noProof="0">
                <a:ln>
                  <a:noFill/>
                </a:ln>
                <a:solidFill>
                  <a:srgbClr val="37B0C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Process Improvement – Client Financial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8F95AC-B3FC-B9C8-F09E-1FCCEB1D9A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031"/>
          <a:stretch>
            <a:fillRect/>
          </a:stretch>
        </p:blipFill>
        <p:spPr>
          <a:xfrm>
            <a:off x="683129" y="2197210"/>
            <a:ext cx="2088393" cy="2089867"/>
          </a:xfrm>
          <a:prstGeom prst="ellipse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D8BC6D-8CC1-29A2-51E3-D6000E4FEA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03" t="8136" r="1423" b="23718"/>
          <a:stretch>
            <a:fillRect/>
          </a:stretch>
        </p:blipFill>
        <p:spPr>
          <a:xfrm>
            <a:off x="3818502" y="2312890"/>
            <a:ext cx="2087823" cy="2062800"/>
          </a:xfrm>
          <a:prstGeom prst="ellipse">
            <a:avLst/>
          </a:prstGeom>
          <a:ln>
            <a:noFill/>
          </a:ln>
          <a:effectLst>
            <a:softEdge rad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711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 1">
            <a:extLst>
              <a:ext uri="{FF2B5EF4-FFF2-40B4-BE49-F238E27FC236}">
                <a16:creationId xmlns:a16="http://schemas.microsoft.com/office/drawing/2014/main" id="{19B520AD-870D-9A92-3CEC-53CAE2CC5A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57" r="18444" b="7901"/>
          <a:stretch>
            <a:fillRect/>
          </a:stretch>
        </p:blipFill>
        <p:spPr>
          <a:xfrm flipH="1">
            <a:off x="-1" y="0"/>
            <a:ext cx="11791942" cy="6858000"/>
          </a:xfrm>
          <a:prstGeom prst="rect">
            <a:avLst/>
          </a:prstGeom>
        </p:spPr>
      </p:pic>
      <p:sp>
        <p:nvSpPr>
          <p:cNvPr id="3" name="Blue Gradient">
            <a:extLst>
              <a:ext uri="{FF2B5EF4-FFF2-40B4-BE49-F238E27FC236}">
                <a16:creationId xmlns:a16="http://schemas.microsoft.com/office/drawing/2014/main" id="{3C1E732F-C68A-CAFB-CFB7-61E652D59053}"/>
              </a:ext>
            </a:extLst>
          </p:cNvPr>
          <p:cNvSpPr/>
          <p:nvPr/>
        </p:nvSpPr>
        <p:spPr>
          <a:xfrm flipH="1">
            <a:off x="0" y="-5715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chemeClr val="accent1">
                  <a:alpha val="96000"/>
                </a:schemeClr>
              </a:gs>
              <a:gs pos="66000">
                <a:schemeClr val="tx2">
                  <a:alpha val="84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C0C6386-C0D6-15AB-54D0-9DCD4B0AEFCE}"/>
              </a:ext>
            </a:extLst>
          </p:cNvPr>
          <p:cNvSpPr>
            <a:spLocks/>
          </p:cNvSpPr>
          <p:nvPr/>
        </p:nvSpPr>
        <p:spPr>
          <a:xfrm rot="16200000" flipH="1">
            <a:off x="4837626" y="-418928"/>
            <a:ext cx="6871602" cy="7682254"/>
          </a:xfrm>
          <a:custGeom>
            <a:avLst/>
            <a:gdLst>
              <a:gd name="connsiteX0" fmla="*/ 12188161 w 12202949"/>
              <a:gd name="connsiteY0" fmla="*/ 4235676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3851388"/>
              <a:gd name="connsiteX1" fmla="*/ 12202949 w 12202949"/>
              <a:gd name="connsiteY1" fmla="*/ 760596 h 3851388"/>
              <a:gd name="connsiteX2" fmla="*/ 11741071 w 12202949"/>
              <a:gd name="connsiteY2" fmla="*/ 910806 h 3851388"/>
              <a:gd name="connsiteX3" fmla="*/ 8204008 w 12202949"/>
              <a:gd name="connsiteY3" fmla="*/ 1353765 h 3851388"/>
              <a:gd name="connsiteX4" fmla="*/ 8204008 w 12202949"/>
              <a:gd name="connsiteY4" fmla="*/ 1353739 h 3851388"/>
              <a:gd name="connsiteX5" fmla="*/ 5687844 w 12202949"/>
              <a:gd name="connsiteY5" fmla="*/ 740037 h 3851388"/>
              <a:gd name="connsiteX6" fmla="*/ 56864 w 12202949"/>
              <a:gd name="connsiteY6" fmla="*/ 714 h 3851388"/>
              <a:gd name="connsiteX7" fmla="*/ 0 w 12202949"/>
              <a:gd name="connsiteY7" fmla="*/ 2101 h 3851388"/>
              <a:gd name="connsiteX8" fmla="*/ 0 w 12202949"/>
              <a:gd name="connsiteY8" fmla="*/ 3851388 h 3851388"/>
              <a:gd name="connsiteX9" fmla="*/ 12188161 w 12202949"/>
              <a:gd name="connsiteY9" fmla="*/ 3851388 h 3851388"/>
              <a:gd name="connsiteX0" fmla="*/ 12213561 w 12214333"/>
              <a:gd name="connsiteY0" fmla="*/ 3837619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37619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32810 h 3854840"/>
              <a:gd name="connsiteX1" fmla="*/ 12218189 w 12218189"/>
              <a:gd name="connsiteY1" fmla="*/ 764048 h 3854840"/>
              <a:gd name="connsiteX2" fmla="*/ 11741071 w 12218189"/>
              <a:gd name="connsiteY2" fmla="*/ 914258 h 3854840"/>
              <a:gd name="connsiteX3" fmla="*/ 8204008 w 12218189"/>
              <a:gd name="connsiteY3" fmla="*/ 1357217 h 3854840"/>
              <a:gd name="connsiteX4" fmla="*/ 8204008 w 12218189"/>
              <a:gd name="connsiteY4" fmla="*/ 1357191 h 3854840"/>
              <a:gd name="connsiteX5" fmla="*/ 5237607 w 12218189"/>
              <a:gd name="connsiteY5" fmla="*/ 500131 h 3854840"/>
              <a:gd name="connsiteX6" fmla="*/ 56864 w 12218189"/>
              <a:gd name="connsiteY6" fmla="*/ 4166 h 3854840"/>
              <a:gd name="connsiteX7" fmla="*/ 0 w 12218189"/>
              <a:gd name="connsiteY7" fmla="*/ 5553 h 3854840"/>
              <a:gd name="connsiteX8" fmla="*/ 0 w 12218189"/>
              <a:gd name="connsiteY8" fmla="*/ 3854840 h 3854840"/>
              <a:gd name="connsiteX9" fmla="*/ 12213561 w 12218189"/>
              <a:gd name="connsiteY9" fmla="*/ 3832810 h 3854840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8204008 w 12218189"/>
              <a:gd name="connsiteY3" fmla="*/ 1353641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10121145 w 12218189"/>
              <a:gd name="connsiteY3" fmla="*/ 1040753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9162576 w 12218189"/>
              <a:gd name="connsiteY3" fmla="*/ 1231936 h 3851264"/>
              <a:gd name="connsiteX4" fmla="*/ 5237607 w 12218189"/>
              <a:gd name="connsiteY4" fmla="*/ 496555 h 3851264"/>
              <a:gd name="connsiteX5" fmla="*/ 56864 w 12218189"/>
              <a:gd name="connsiteY5" fmla="*/ 590 h 3851264"/>
              <a:gd name="connsiteX6" fmla="*/ 0 w 12218189"/>
              <a:gd name="connsiteY6" fmla="*/ 1977 h 3851264"/>
              <a:gd name="connsiteX7" fmla="*/ 0 w 12218189"/>
              <a:gd name="connsiteY7" fmla="*/ 3851264 h 3851264"/>
              <a:gd name="connsiteX8" fmla="*/ 12213561 w 12218189"/>
              <a:gd name="connsiteY8" fmla="*/ 3829234 h 3851264"/>
              <a:gd name="connsiteX0" fmla="*/ 12213561 w 12218189"/>
              <a:gd name="connsiteY0" fmla="*/ 3829199 h 3851229"/>
              <a:gd name="connsiteX1" fmla="*/ 12218189 w 12218189"/>
              <a:gd name="connsiteY1" fmla="*/ 760437 h 3851229"/>
              <a:gd name="connsiteX2" fmla="*/ 11741071 w 12218189"/>
              <a:gd name="connsiteY2" fmla="*/ 910647 h 3851229"/>
              <a:gd name="connsiteX3" fmla="*/ 8581626 w 12218189"/>
              <a:gd name="connsiteY3" fmla="*/ 1110222 h 3851229"/>
              <a:gd name="connsiteX4" fmla="*/ 5237607 w 12218189"/>
              <a:gd name="connsiteY4" fmla="*/ 496520 h 3851229"/>
              <a:gd name="connsiteX5" fmla="*/ 56864 w 12218189"/>
              <a:gd name="connsiteY5" fmla="*/ 555 h 3851229"/>
              <a:gd name="connsiteX6" fmla="*/ 0 w 12218189"/>
              <a:gd name="connsiteY6" fmla="*/ 1942 h 3851229"/>
              <a:gd name="connsiteX7" fmla="*/ 0 w 12218189"/>
              <a:gd name="connsiteY7" fmla="*/ 3851229 h 3851229"/>
              <a:gd name="connsiteX8" fmla="*/ 12213561 w 12218189"/>
              <a:gd name="connsiteY8" fmla="*/ 3829199 h 385122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741071 w 12218189"/>
              <a:gd name="connsiteY2" fmla="*/ 910637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98 h 3851228"/>
              <a:gd name="connsiteX1" fmla="*/ 12218189 w 12218189"/>
              <a:gd name="connsiteY1" fmla="*/ 308486 h 3851228"/>
              <a:gd name="connsiteX2" fmla="*/ 10956787 w 12218189"/>
              <a:gd name="connsiteY2" fmla="*/ 893263 h 3851228"/>
              <a:gd name="connsiteX3" fmla="*/ 8392818 w 12218189"/>
              <a:gd name="connsiteY3" fmla="*/ 1110221 h 3851228"/>
              <a:gd name="connsiteX4" fmla="*/ 5237607 w 12218189"/>
              <a:gd name="connsiteY4" fmla="*/ 496519 h 3851228"/>
              <a:gd name="connsiteX5" fmla="*/ 56864 w 12218189"/>
              <a:gd name="connsiteY5" fmla="*/ 554 h 3851228"/>
              <a:gd name="connsiteX6" fmla="*/ 0 w 12218189"/>
              <a:gd name="connsiteY6" fmla="*/ 1941 h 3851228"/>
              <a:gd name="connsiteX7" fmla="*/ 0 w 12218189"/>
              <a:gd name="connsiteY7" fmla="*/ 3851228 h 3851228"/>
              <a:gd name="connsiteX8" fmla="*/ 12213561 w 12218189"/>
              <a:gd name="connsiteY8" fmla="*/ 3829198 h 3851228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741389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30090 h 3852120"/>
              <a:gd name="connsiteX1" fmla="*/ 12218189 w 12218189"/>
              <a:gd name="connsiteY1" fmla="*/ 309378 h 3852120"/>
              <a:gd name="connsiteX2" fmla="*/ 10956787 w 12218189"/>
              <a:gd name="connsiteY2" fmla="*/ 894155 h 3852120"/>
              <a:gd name="connsiteX3" fmla="*/ 8741389 w 12218189"/>
              <a:gd name="connsiteY3" fmla="*/ 1128495 h 3852120"/>
              <a:gd name="connsiteX4" fmla="*/ 4947131 w 12218189"/>
              <a:gd name="connsiteY4" fmla="*/ 288819 h 3852120"/>
              <a:gd name="connsiteX5" fmla="*/ 56864 w 12218189"/>
              <a:gd name="connsiteY5" fmla="*/ 1446 h 3852120"/>
              <a:gd name="connsiteX6" fmla="*/ 0 w 12218189"/>
              <a:gd name="connsiteY6" fmla="*/ 2833 h 3852120"/>
              <a:gd name="connsiteX7" fmla="*/ 0 w 12218189"/>
              <a:gd name="connsiteY7" fmla="*/ 3852120 h 3852120"/>
              <a:gd name="connsiteX8" fmla="*/ 12213561 w 12218189"/>
              <a:gd name="connsiteY8" fmla="*/ 3830090 h 3852120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7710201 w 12218189"/>
              <a:gd name="connsiteY2" fmla="*/ 1006629 h 3851933"/>
              <a:gd name="connsiteX3" fmla="*/ 4947131 w 12218189"/>
              <a:gd name="connsiteY3" fmla="*/ 288632 h 3851933"/>
              <a:gd name="connsiteX4" fmla="*/ 56864 w 12218189"/>
              <a:gd name="connsiteY4" fmla="*/ 1259 h 3851933"/>
              <a:gd name="connsiteX5" fmla="*/ 0 w 12218189"/>
              <a:gd name="connsiteY5" fmla="*/ 2646 h 3851933"/>
              <a:gd name="connsiteX6" fmla="*/ 0 w 12218189"/>
              <a:gd name="connsiteY6" fmla="*/ 3851933 h 3851933"/>
              <a:gd name="connsiteX7" fmla="*/ 12213561 w 12218189"/>
              <a:gd name="connsiteY7" fmla="*/ 3829903 h 3851933"/>
              <a:gd name="connsiteX0" fmla="*/ 12213561 w 12218189"/>
              <a:gd name="connsiteY0" fmla="*/ 3829976 h 3852006"/>
              <a:gd name="connsiteX1" fmla="*/ 12218189 w 12218189"/>
              <a:gd name="connsiteY1" fmla="*/ 309264 h 3852006"/>
              <a:gd name="connsiteX2" fmla="*/ 7899010 w 12218189"/>
              <a:gd name="connsiteY2" fmla="*/ 1058851 h 3852006"/>
              <a:gd name="connsiteX3" fmla="*/ 4947131 w 12218189"/>
              <a:gd name="connsiteY3" fmla="*/ 288705 h 3852006"/>
              <a:gd name="connsiteX4" fmla="*/ 56864 w 12218189"/>
              <a:gd name="connsiteY4" fmla="*/ 1332 h 3852006"/>
              <a:gd name="connsiteX5" fmla="*/ 0 w 12218189"/>
              <a:gd name="connsiteY5" fmla="*/ 2719 h 3852006"/>
              <a:gd name="connsiteX6" fmla="*/ 0 w 12218189"/>
              <a:gd name="connsiteY6" fmla="*/ 3852006 h 3852006"/>
              <a:gd name="connsiteX7" fmla="*/ 12213561 w 12218189"/>
              <a:gd name="connsiteY7" fmla="*/ 3829976 h 3852006"/>
              <a:gd name="connsiteX0" fmla="*/ 12213561 w 12218277"/>
              <a:gd name="connsiteY0" fmla="*/ 3829976 h 3852006"/>
              <a:gd name="connsiteX1" fmla="*/ 12218189 w 12218277"/>
              <a:gd name="connsiteY1" fmla="*/ 309264 h 3852006"/>
              <a:gd name="connsiteX2" fmla="*/ 7899010 w 12218277"/>
              <a:gd name="connsiteY2" fmla="*/ 1058851 h 3852006"/>
              <a:gd name="connsiteX3" fmla="*/ 4947131 w 12218277"/>
              <a:gd name="connsiteY3" fmla="*/ 288705 h 3852006"/>
              <a:gd name="connsiteX4" fmla="*/ 56864 w 12218277"/>
              <a:gd name="connsiteY4" fmla="*/ 1332 h 3852006"/>
              <a:gd name="connsiteX5" fmla="*/ 0 w 12218277"/>
              <a:gd name="connsiteY5" fmla="*/ 2719 h 3852006"/>
              <a:gd name="connsiteX6" fmla="*/ 0 w 12218277"/>
              <a:gd name="connsiteY6" fmla="*/ 3852006 h 3852006"/>
              <a:gd name="connsiteX7" fmla="*/ 12213561 w 12218277"/>
              <a:gd name="connsiteY7" fmla="*/ 3829976 h 3852006"/>
              <a:gd name="connsiteX0" fmla="*/ 12213561 w 12218294"/>
              <a:gd name="connsiteY0" fmla="*/ 3830004 h 3852034"/>
              <a:gd name="connsiteX1" fmla="*/ 12218189 w 12218294"/>
              <a:gd name="connsiteY1" fmla="*/ 309292 h 3852034"/>
              <a:gd name="connsiteX2" fmla="*/ 8407343 w 12218294"/>
              <a:gd name="connsiteY2" fmla="*/ 1076261 h 3852034"/>
              <a:gd name="connsiteX3" fmla="*/ 4947131 w 12218294"/>
              <a:gd name="connsiteY3" fmla="*/ 288733 h 3852034"/>
              <a:gd name="connsiteX4" fmla="*/ 56864 w 12218294"/>
              <a:gd name="connsiteY4" fmla="*/ 1360 h 3852034"/>
              <a:gd name="connsiteX5" fmla="*/ 0 w 12218294"/>
              <a:gd name="connsiteY5" fmla="*/ 2747 h 3852034"/>
              <a:gd name="connsiteX6" fmla="*/ 0 w 12218294"/>
              <a:gd name="connsiteY6" fmla="*/ 3852034 h 3852034"/>
              <a:gd name="connsiteX7" fmla="*/ 12213561 w 12218294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298"/>
              <a:gd name="connsiteY0" fmla="*/ 3831244 h 3853274"/>
              <a:gd name="connsiteX1" fmla="*/ 12218189 w 12218298"/>
              <a:gd name="connsiteY1" fmla="*/ 310532 h 3853274"/>
              <a:gd name="connsiteX2" fmla="*/ 8407343 w 12218298"/>
              <a:gd name="connsiteY2" fmla="*/ 1077501 h 3853274"/>
              <a:gd name="connsiteX3" fmla="*/ 4366180 w 12218298"/>
              <a:gd name="connsiteY3" fmla="*/ 220443 h 3853274"/>
              <a:gd name="connsiteX4" fmla="*/ 56864 w 12218298"/>
              <a:gd name="connsiteY4" fmla="*/ 2600 h 3853274"/>
              <a:gd name="connsiteX5" fmla="*/ 0 w 12218298"/>
              <a:gd name="connsiteY5" fmla="*/ 3987 h 3853274"/>
              <a:gd name="connsiteX6" fmla="*/ 0 w 12218298"/>
              <a:gd name="connsiteY6" fmla="*/ 3853274 h 3853274"/>
              <a:gd name="connsiteX7" fmla="*/ 12213561 w 12218298"/>
              <a:gd name="connsiteY7" fmla="*/ 3831244 h 3853274"/>
              <a:gd name="connsiteX0" fmla="*/ 12213561 w 12218298"/>
              <a:gd name="connsiteY0" fmla="*/ 3837797 h 3859827"/>
              <a:gd name="connsiteX1" fmla="*/ 12218189 w 12218298"/>
              <a:gd name="connsiteY1" fmla="*/ 317085 h 3859827"/>
              <a:gd name="connsiteX2" fmla="*/ 8407343 w 12218298"/>
              <a:gd name="connsiteY2" fmla="*/ 1084054 h 3859827"/>
              <a:gd name="connsiteX3" fmla="*/ 4366180 w 12218298"/>
              <a:gd name="connsiteY3" fmla="*/ 226996 h 3859827"/>
              <a:gd name="connsiteX4" fmla="*/ 56864 w 12218298"/>
              <a:gd name="connsiteY4" fmla="*/ 9153 h 3859827"/>
              <a:gd name="connsiteX5" fmla="*/ 0 w 12218298"/>
              <a:gd name="connsiteY5" fmla="*/ 10540 h 3859827"/>
              <a:gd name="connsiteX6" fmla="*/ 0 w 12218298"/>
              <a:gd name="connsiteY6" fmla="*/ 3859827 h 3859827"/>
              <a:gd name="connsiteX7" fmla="*/ 12213561 w 12218298"/>
              <a:gd name="connsiteY7" fmla="*/ 3837797 h 3859827"/>
              <a:gd name="connsiteX0" fmla="*/ 12213561 w 12218296"/>
              <a:gd name="connsiteY0" fmla="*/ 3829747 h 3851777"/>
              <a:gd name="connsiteX1" fmla="*/ 12218189 w 12218296"/>
              <a:gd name="connsiteY1" fmla="*/ 309035 h 3851777"/>
              <a:gd name="connsiteX2" fmla="*/ 8373408 w 12218296"/>
              <a:gd name="connsiteY2" fmla="*/ 451414 h 3851777"/>
              <a:gd name="connsiteX3" fmla="*/ 4366180 w 12218296"/>
              <a:gd name="connsiteY3" fmla="*/ 218946 h 3851777"/>
              <a:gd name="connsiteX4" fmla="*/ 56864 w 12218296"/>
              <a:gd name="connsiteY4" fmla="*/ 1103 h 3851777"/>
              <a:gd name="connsiteX5" fmla="*/ 0 w 12218296"/>
              <a:gd name="connsiteY5" fmla="*/ 2490 h 3851777"/>
              <a:gd name="connsiteX6" fmla="*/ 0 w 12218296"/>
              <a:gd name="connsiteY6" fmla="*/ 3851777 h 3851777"/>
              <a:gd name="connsiteX7" fmla="*/ 12213561 w 12218296"/>
              <a:gd name="connsiteY7" fmla="*/ 3829747 h 3851777"/>
              <a:gd name="connsiteX0" fmla="*/ 12213561 w 12218296"/>
              <a:gd name="connsiteY0" fmla="*/ 3829532 h 3851562"/>
              <a:gd name="connsiteX1" fmla="*/ 12218189 w 12218296"/>
              <a:gd name="connsiteY1" fmla="*/ 308820 h 3851562"/>
              <a:gd name="connsiteX2" fmla="*/ 8373408 w 12218296"/>
              <a:gd name="connsiteY2" fmla="*/ 451199 h 3851562"/>
              <a:gd name="connsiteX3" fmla="*/ 4366180 w 12218296"/>
              <a:gd name="connsiteY3" fmla="*/ 218731 h 3851562"/>
              <a:gd name="connsiteX4" fmla="*/ 56864 w 12218296"/>
              <a:gd name="connsiteY4" fmla="*/ 888 h 3851562"/>
              <a:gd name="connsiteX5" fmla="*/ 0 w 12218296"/>
              <a:gd name="connsiteY5" fmla="*/ 2275 h 3851562"/>
              <a:gd name="connsiteX6" fmla="*/ 0 w 12218296"/>
              <a:gd name="connsiteY6" fmla="*/ 3851562 h 3851562"/>
              <a:gd name="connsiteX7" fmla="*/ 12213561 w 12218296"/>
              <a:gd name="connsiteY7" fmla="*/ 3829532 h 3851562"/>
              <a:gd name="connsiteX0" fmla="*/ 12213561 w 12218323"/>
              <a:gd name="connsiteY0" fmla="*/ 3829732 h 3851762"/>
              <a:gd name="connsiteX1" fmla="*/ 12218189 w 12218323"/>
              <a:gd name="connsiteY1" fmla="*/ 309020 h 3851762"/>
              <a:gd name="connsiteX2" fmla="*/ 8882505 w 12218323"/>
              <a:gd name="connsiteY2" fmla="*/ 437363 h 3851762"/>
              <a:gd name="connsiteX3" fmla="*/ 4366180 w 12218323"/>
              <a:gd name="connsiteY3" fmla="*/ 218931 h 3851762"/>
              <a:gd name="connsiteX4" fmla="*/ 56864 w 12218323"/>
              <a:gd name="connsiteY4" fmla="*/ 1088 h 3851762"/>
              <a:gd name="connsiteX5" fmla="*/ 0 w 12218323"/>
              <a:gd name="connsiteY5" fmla="*/ 2475 h 3851762"/>
              <a:gd name="connsiteX6" fmla="*/ 0 w 12218323"/>
              <a:gd name="connsiteY6" fmla="*/ 3851762 h 3851762"/>
              <a:gd name="connsiteX7" fmla="*/ 12213561 w 12218323"/>
              <a:gd name="connsiteY7" fmla="*/ 3829732 h 3851762"/>
              <a:gd name="connsiteX0" fmla="*/ 12213561 w 12218323"/>
              <a:gd name="connsiteY0" fmla="*/ 3828644 h 3850674"/>
              <a:gd name="connsiteX1" fmla="*/ 12218189 w 12218323"/>
              <a:gd name="connsiteY1" fmla="*/ 307932 h 3850674"/>
              <a:gd name="connsiteX2" fmla="*/ 8882505 w 12218323"/>
              <a:gd name="connsiteY2" fmla="*/ 436275 h 3850674"/>
              <a:gd name="connsiteX3" fmla="*/ 4366180 w 12218323"/>
              <a:gd name="connsiteY3" fmla="*/ 217843 h 3850674"/>
              <a:gd name="connsiteX4" fmla="*/ 3767309 w 12218323"/>
              <a:gd name="connsiteY4" fmla="*/ 264544 h 3850674"/>
              <a:gd name="connsiteX5" fmla="*/ 56864 w 12218323"/>
              <a:gd name="connsiteY5" fmla="*/ 0 h 3850674"/>
              <a:gd name="connsiteX6" fmla="*/ 0 w 12218323"/>
              <a:gd name="connsiteY6" fmla="*/ 1387 h 3850674"/>
              <a:gd name="connsiteX7" fmla="*/ 0 w 12218323"/>
              <a:gd name="connsiteY7" fmla="*/ 3850674 h 3850674"/>
              <a:gd name="connsiteX8" fmla="*/ 12213561 w 12218323"/>
              <a:gd name="connsiteY8" fmla="*/ 3828644 h 3850674"/>
              <a:gd name="connsiteX0" fmla="*/ 12213561 w 12218328"/>
              <a:gd name="connsiteY0" fmla="*/ 3828644 h 3850674"/>
              <a:gd name="connsiteX1" fmla="*/ 12218189 w 12218328"/>
              <a:gd name="connsiteY1" fmla="*/ 307932 h 3850674"/>
              <a:gd name="connsiteX2" fmla="*/ 8882505 w 12218328"/>
              <a:gd name="connsiteY2" fmla="*/ 436275 h 3850674"/>
              <a:gd name="connsiteX3" fmla="*/ 3767309 w 12218328"/>
              <a:gd name="connsiteY3" fmla="*/ 264544 h 3850674"/>
              <a:gd name="connsiteX4" fmla="*/ 56864 w 12218328"/>
              <a:gd name="connsiteY4" fmla="*/ 0 h 3850674"/>
              <a:gd name="connsiteX5" fmla="*/ 0 w 12218328"/>
              <a:gd name="connsiteY5" fmla="*/ 1387 h 3850674"/>
              <a:gd name="connsiteX6" fmla="*/ 0 w 12218328"/>
              <a:gd name="connsiteY6" fmla="*/ 3850674 h 3850674"/>
              <a:gd name="connsiteX7" fmla="*/ 12213561 w 12218328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67309 w 12218305"/>
              <a:gd name="connsiteY3" fmla="*/ 264544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1 w 12218350"/>
              <a:gd name="connsiteY0" fmla="*/ 3828644 h 3850674"/>
              <a:gd name="connsiteX1" fmla="*/ 12218189 w 12218350"/>
              <a:gd name="connsiteY1" fmla="*/ 307932 h 3850674"/>
              <a:gd name="connsiteX2" fmla="*/ 8475228 w 12218350"/>
              <a:gd name="connsiteY2" fmla="*/ 78364 h 3850674"/>
              <a:gd name="connsiteX3" fmla="*/ 3767309 w 12218350"/>
              <a:gd name="connsiteY3" fmla="*/ 264544 h 3850674"/>
              <a:gd name="connsiteX4" fmla="*/ 56864 w 12218350"/>
              <a:gd name="connsiteY4" fmla="*/ 0 h 3850674"/>
              <a:gd name="connsiteX5" fmla="*/ 0 w 12218350"/>
              <a:gd name="connsiteY5" fmla="*/ 1387 h 3850674"/>
              <a:gd name="connsiteX6" fmla="*/ 0 w 12218350"/>
              <a:gd name="connsiteY6" fmla="*/ 3850674 h 3850674"/>
              <a:gd name="connsiteX7" fmla="*/ 12213561 w 12218350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33370 w 12218305"/>
              <a:gd name="connsiteY3" fmla="*/ 222437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5 w 12218307"/>
              <a:gd name="connsiteY0" fmla="*/ 3858572 h 3858572"/>
              <a:gd name="connsiteX1" fmla="*/ 12218189 w 12218307"/>
              <a:gd name="connsiteY1" fmla="*/ 307932 h 3858572"/>
              <a:gd name="connsiteX2" fmla="*/ 8475228 w 12218307"/>
              <a:gd name="connsiteY2" fmla="*/ 78364 h 3858572"/>
              <a:gd name="connsiteX3" fmla="*/ 3733370 w 12218307"/>
              <a:gd name="connsiteY3" fmla="*/ 222437 h 3858572"/>
              <a:gd name="connsiteX4" fmla="*/ 56864 w 12218307"/>
              <a:gd name="connsiteY4" fmla="*/ 0 h 3858572"/>
              <a:gd name="connsiteX5" fmla="*/ 0 w 12218307"/>
              <a:gd name="connsiteY5" fmla="*/ 1387 h 3858572"/>
              <a:gd name="connsiteX6" fmla="*/ 0 w 12218307"/>
              <a:gd name="connsiteY6" fmla="*/ 3850674 h 3858572"/>
              <a:gd name="connsiteX7" fmla="*/ 12213565 w 12218307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9"/>
              <a:gd name="connsiteY0" fmla="*/ 3858572 h 3858572"/>
              <a:gd name="connsiteX1" fmla="*/ 12218189 w 12218309"/>
              <a:gd name="connsiteY1" fmla="*/ 307932 h 3858572"/>
              <a:gd name="connsiteX2" fmla="*/ 8565739 w 12218309"/>
              <a:gd name="connsiteY2" fmla="*/ 144870 h 3858572"/>
              <a:gd name="connsiteX3" fmla="*/ 3869130 w 12218309"/>
              <a:gd name="connsiteY3" fmla="*/ 372075 h 3858572"/>
              <a:gd name="connsiteX4" fmla="*/ 56864 w 12218309"/>
              <a:gd name="connsiteY4" fmla="*/ 0 h 3858572"/>
              <a:gd name="connsiteX5" fmla="*/ 0 w 12218309"/>
              <a:gd name="connsiteY5" fmla="*/ 1387 h 3858572"/>
              <a:gd name="connsiteX6" fmla="*/ 0 w 12218309"/>
              <a:gd name="connsiteY6" fmla="*/ 3850674 h 3858572"/>
              <a:gd name="connsiteX7" fmla="*/ 12213565 w 12218309"/>
              <a:gd name="connsiteY7" fmla="*/ 3858572 h 3858572"/>
              <a:gd name="connsiteX0" fmla="*/ 12213565 w 12218311"/>
              <a:gd name="connsiteY0" fmla="*/ 3858572 h 3858572"/>
              <a:gd name="connsiteX1" fmla="*/ 12218189 w 12218311"/>
              <a:gd name="connsiteY1" fmla="*/ 307932 h 3858572"/>
              <a:gd name="connsiteX2" fmla="*/ 8565739 w 12218311"/>
              <a:gd name="connsiteY2" fmla="*/ 144870 h 3858572"/>
              <a:gd name="connsiteX3" fmla="*/ 3778628 w 12218311"/>
              <a:gd name="connsiteY3" fmla="*/ 358775 h 3858572"/>
              <a:gd name="connsiteX4" fmla="*/ 56864 w 12218311"/>
              <a:gd name="connsiteY4" fmla="*/ 0 h 3858572"/>
              <a:gd name="connsiteX5" fmla="*/ 0 w 12218311"/>
              <a:gd name="connsiteY5" fmla="*/ 1387 h 3858572"/>
              <a:gd name="connsiteX6" fmla="*/ 0 w 12218311"/>
              <a:gd name="connsiteY6" fmla="*/ 3850674 h 3858572"/>
              <a:gd name="connsiteX7" fmla="*/ 12213565 w 12218311"/>
              <a:gd name="connsiteY7" fmla="*/ 3858572 h 3858572"/>
              <a:gd name="connsiteX0" fmla="*/ 12575589 w 12580333"/>
              <a:gd name="connsiteY0" fmla="*/ 3858572 h 3858572"/>
              <a:gd name="connsiteX1" fmla="*/ 12580213 w 12580333"/>
              <a:gd name="connsiteY1" fmla="*/ 307932 h 3858572"/>
              <a:gd name="connsiteX2" fmla="*/ 8927763 w 12580333"/>
              <a:gd name="connsiteY2" fmla="*/ 144870 h 3858572"/>
              <a:gd name="connsiteX3" fmla="*/ 4140652 w 12580333"/>
              <a:gd name="connsiteY3" fmla="*/ 358775 h 3858572"/>
              <a:gd name="connsiteX4" fmla="*/ 418888 w 12580333"/>
              <a:gd name="connsiteY4" fmla="*/ 0 h 3858572"/>
              <a:gd name="connsiteX5" fmla="*/ 0 w 12580333"/>
              <a:gd name="connsiteY5" fmla="*/ 101146 h 3858572"/>
              <a:gd name="connsiteX6" fmla="*/ 362024 w 12580333"/>
              <a:gd name="connsiteY6" fmla="*/ 3850674 h 3858572"/>
              <a:gd name="connsiteX7" fmla="*/ 12575589 w 12580333"/>
              <a:gd name="connsiteY7" fmla="*/ 3858572 h 3858572"/>
              <a:gd name="connsiteX0" fmla="*/ 12575589 w 12580335"/>
              <a:gd name="connsiteY0" fmla="*/ 3963913 h 3963913"/>
              <a:gd name="connsiteX1" fmla="*/ 12580213 w 12580335"/>
              <a:gd name="connsiteY1" fmla="*/ 413273 h 3963913"/>
              <a:gd name="connsiteX2" fmla="*/ 8927763 w 12580335"/>
              <a:gd name="connsiteY2" fmla="*/ 250211 h 3963913"/>
              <a:gd name="connsiteX3" fmla="*/ 4140652 w 12580335"/>
              <a:gd name="connsiteY3" fmla="*/ 464116 h 3963913"/>
              <a:gd name="connsiteX4" fmla="*/ 0 w 12580335"/>
              <a:gd name="connsiteY4" fmla="*/ 206487 h 3963913"/>
              <a:gd name="connsiteX5" fmla="*/ 362024 w 12580335"/>
              <a:gd name="connsiteY5" fmla="*/ 3956015 h 3963913"/>
              <a:gd name="connsiteX6" fmla="*/ 12575589 w 12580335"/>
              <a:gd name="connsiteY6" fmla="*/ 3963913 h 3963913"/>
              <a:gd name="connsiteX0" fmla="*/ 12349321 w 12354065"/>
              <a:gd name="connsiteY0" fmla="*/ 3981083 h 3981083"/>
              <a:gd name="connsiteX1" fmla="*/ 12353945 w 12354065"/>
              <a:gd name="connsiteY1" fmla="*/ 430443 h 3981083"/>
              <a:gd name="connsiteX2" fmla="*/ 8701495 w 12354065"/>
              <a:gd name="connsiteY2" fmla="*/ 267381 h 3981083"/>
              <a:gd name="connsiteX3" fmla="*/ 3914384 w 12354065"/>
              <a:gd name="connsiteY3" fmla="*/ 481286 h 3981083"/>
              <a:gd name="connsiteX4" fmla="*/ 1 w 12354065"/>
              <a:gd name="connsiteY4" fmla="*/ 203705 h 3981083"/>
              <a:gd name="connsiteX5" fmla="*/ 135756 w 12354065"/>
              <a:gd name="connsiteY5" fmla="*/ 3973185 h 3981083"/>
              <a:gd name="connsiteX6" fmla="*/ 12349321 w 12354065"/>
              <a:gd name="connsiteY6" fmla="*/ 3981083 h 3981083"/>
              <a:gd name="connsiteX0" fmla="*/ 12349319 w 12354065"/>
              <a:gd name="connsiteY0" fmla="*/ 3778086 h 3778086"/>
              <a:gd name="connsiteX1" fmla="*/ 12353943 w 12354065"/>
              <a:gd name="connsiteY1" fmla="*/ 227446 h 3778086"/>
              <a:gd name="connsiteX2" fmla="*/ 8701493 w 12354065"/>
              <a:gd name="connsiteY2" fmla="*/ 64384 h 3778086"/>
              <a:gd name="connsiteX3" fmla="*/ 3914382 w 12354065"/>
              <a:gd name="connsiteY3" fmla="*/ 278289 h 3778086"/>
              <a:gd name="connsiteX4" fmla="*/ -1 w 12354065"/>
              <a:gd name="connsiteY4" fmla="*/ 708 h 3778086"/>
              <a:gd name="connsiteX5" fmla="*/ 135754 w 12354065"/>
              <a:gd name="connsiteY5" fmla="*/ 3770188 h 3778086"/>
              <a:gd name="connsiteX6" fmla="*/ 12349319 w 12354065"/>
              <a:gd name="connsiteY6" fmla="*/ 3778086 h 3778086"/>
              <a:gd name="connsiteX0" fmla="*/ 12349321 w 12354065"/>
              <a:gd name="connsiteY0" fmla="*/ 3778042 h 3778042"/>
              <a:gd name="connsiteX1" fmla="*/ 12353945 w 12354065"/>
              <a:gd name="connsiteY1" fmla="*/ 227402 h 3778042"/>
              <a:gd name="connsiteX2" fmla="*/ 8701495 w 12354065"/>
              <a:gd name="connsiteY2" fmla="*/ 64340 h 3778042"/>
              <a:gd name="connsiteX3" fmla="*/ 3914385 w 12354065"/>
              <a:gd name="connsiteY3" fmla="*/ 298197 h 3778042"/>
              <a:gd name="connsiteX4" fmla="*/ 1 w 12354065"/>
              <a:gd name="connsiteY4" fmla="*/ 664 h 3778042"/>
              <a:gd name="connsiteX5" fmla="*/ 135756 w 12354065"/>
              <a:gd name="connsiteY5" fmla="*/ 3770144 h 3778042"/>
              <a:gd name="connsiteX6" fmla="*/ 12349321 w 12354065"/>
              <a:gd name="connsiteY6" fmla="*/ 3778042 h 3778042"/>
              <a:gd name="connsiteX0" fmla="*/ 12349319 w 12354065"/>
              <a:gd name="connsiteY0" fmla="*/ 3778015 h 3778015"/>
              <a:gd name="connsiteX1" fmla="*/ 12353943 w 12354065"/>
              <a:gd name="connsiteY1" fmla="*/ 227375 h 3778015"/>
              <a:gd name="connsiteX2" fmla="*/ 8701493 w 12354065"/>
              <a:gd name="connsiteY2" fmla="*/ 64313 h 3778015"/>
              <a:gd name="connsiteX3" fmla="*/ 3914383 w 12354065"/>
              <a:gd name="connsiteY3" fmla="*/ 298170 h 3778015"/>
              <a:gd name="connsiteX4" fmla="*/ -1 w 12354065"/>
              <a:gd name="connsiteY4" fmla="*/ 637 h 3778015"/>
              <a:gd name="connsiteX5" fmla="*/ 135754 w 12354065"/>
              <a:gd name="connsiteY5" fmla="*/ 3770117 h 3778015"/>
              <a:gd name="connsiteX6" fmla="*/ 12349319 w 12354065"/>
              <a:gd name="connsiteY6" fmla="*/ 3778015 h 3778015"/>
              <a:gd name="connsiteX0" fmla="*/ 12349321 w 12354095"/>
              <a:gd name="connsiteY0" fmla="*/ 3778043 h 3778043"/>
              <a:gd name="connsiteX1" fmla="*/ 12353945 w 12354095"/>
              <a:gd name="connsiteY1" fmla="*/ 227403 h 3778043"/>
              <a:gd name="connsiteX2" fmla="*/ 9154025 w 12354095"/>
              <a:gd name="connsiteY2" fmla="*/ 70992 h 3778043"/>
              <a:gd name="connsiteX3" fmla="*/ 3914385 w 12354095"/>
              <a:gd name="connsiteY3" fmla="*/ 298198 h 3778043"/>
              <a:gd name="connsiteX4" fmla="*/ 1 w 12354095"/>
              <a:gd name="connsiteY4" fmla="*/ 665 h 3778043"/>
              <a:gd name="connsiteX5" fmla="*/ 135756 w 12354095"/>
              <a:gd name="connsiteY5" fmla="*/ 3770145 h 3778043"/>
              <a:gd name="connsiteX6" fmla="*/ 12349321 w 12354095"/>
              <a:gd name="connsiteY6" fmla="*/ 3778043 h 3778043"/>
              <a:gd name="connsiteX0" fmla="*/ 12349319 w 12354095"/>
              <a:gd name="connsiteY0" fmla="*/ 3778005 h 3778005"/>
              <a:gd name="connsiteX1" fmla="*/ 12353943 w 12354095"/>
              <a:gd name="connsiteY1" fmla="*/ 227365 h 3778005"/>
              <a:gd name="connsiteX2" fmla="*/ 9154023 w 12354095"/>
              <a:gd name="connsiteY2" fmla="*/ 70954 h 3778005"/>
              <a:gd name="connsiteX3" fmla="*/ 3914383 w 12354095"/>
              <a:gd name="connsiteY3" fmla="*/ 298160 h 3778005"/>
              <a:gd name="connsiteX4" fmla="*/ -1 w 12354095"/>
              <a:gd name="connsiteY4" fmla="*/ 627 h 3778005"/>
              <a:gd name="connsiteX5" fmla="*/ 135754 w 12354095"/>
              <a:gd name="connsiteY5" fmla="*/ 3770107 h 3778005"/>
              <a:gd name="connsiteX6" fmla="*/ 12349319 w 12354095"/>
              <a:gd name="connsiteY6" fmla="*/ 3778005 h 3778005"/>
              <a:gd name="connsiteX0" fmla="*/ 12349321 w 12354163"/>
              <a:gd name="connsiteY0" fmla="*/ 3778005 h 3778005"/>
              <a:gd name="connsiteX1" fmla="*/ 12353945 w 12354163"/>
              <a:gd name="connsiteY1" fmla="*/ 227365 h 3778005"/>
              <a:gd name="connsiteX2" fmla="*/ 9154025 w 12354163"/>
              <a:gd name="connsiteY2" fmla="*/ 70954 h 3778005"/>
              <a:gd name="connsiteX3" fmla="*/ 3914385 w 12354163"/>
              <a:gd name="connsiteY3" fmla="*/ 298160 h 3778005"/>
              <a:gd name="connsiteX4" fmla="*/ 1 w 12354163"/>
              <a:gd name="connsiteY4" fmla="*/ 627 h 3778005"/>
              <a:gd name="connsiteX5" fmla="*/ 135756 w 12354163"/>
              <a:gd name="connsiteY5" fmla="*/ 3770107 h 3778005"/>
              <a:gd name="connsiteX6" fmla="*/ 12349321 w 12354163"/>
              <a:gd name="connsiteY6" fmla="*/ 3778005 h 3778005"/>
              <a:gd name="connsiteX0" fmla="*/ 12373710 w 12378552"/>
              <a:gd name="connsiteY0" fmla="*/ 3778005 h 3778005"/>
              <a:gd name="connsiteX1" fmla="*/ 12378334 w 12378552"/>
              <a:gd name="connsiteY1" fmla="*/ 227365 h 3778005"/>
              <a:gd name="connsiteX2" fmla="*/ 9178414 w 12378552"/>
              <a:gd name="connsiteY2" fmla="*/ 70954 h 3778005"/>
              <a:gd name="connsiteX3" fmla="*/ 3938774 w 12378552"/>
              <a:gd name="connsiteY3" fmla="*/ 298160 h 3778005"/>
              <a:gd name="connsiteX4" fmla="*/ 24390 w 12378552"/>
              <a:gd name="connsiteY4" fmla="*/ 627 h 3778005"/>
              <a:gd name="connsiteX5" fmla="*/ -1 w 12378552"/>
              <a:gd name="connsiteY5" fmla="*/ 3770108 h 3778005"/>
              <a:gd name="connsiteX6" fmla="*/ 12373710 w 12378552"/>
              <a:gd name="connsiteY6" fmla="*/ 3778005 h 377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78552" h="3778005">
                <a:moveTo>
                  <a:pt x="12373710" y="3778005"/>
                </a:moveTo>
                <a:cubicBezTo>
                  <a:pt x="12378639" y="2747741"/>
                  <a:pt x="12373405" y="1257629"/>
                  <a:pt x="12378334" y="227365"/>
                </a:cubicBezTo>
                <a:cubicBezTo>
                  <a:pt x="12397534" y="226152"/>
                  <a:pt x="11150663" y="59155"/>
                  <a:pt x="9178414" y="70954"/>
                </a:cubicBezTo>
                <a:cubicBezTo>
                  <a:pt x="7206165" y="82753"/>
                  <a:pt x="6346878" y="289929"/>
                  <a:pt x="3938774" y="298160"/>
                </a:cubicBezTo>
                <a:cubicBezTo>
                  <a:pt x="1530670" y="306391"/>
                  <a:pt x="43246" y="-16058"/>
                  <a:pt x="24390" y="627"/>
                </a:cubicBezTo>
                <a:lnTo>
                  <a:pt x="-1" y="3770108"/>
                </a:lnTo>
                <a:lnTo>
                  <a:pt x="12373710" y="377800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A2A55C6-121C-0FBD-3CC0-9635544382CD}"/>
              </a:ext>
            </a:extLst>
          </p:cNvPr>
          <p:cNvSpPr>
            <a:spLocks/>
          </p:cNvSpPr>
          <p:nvPr/>
        </p:nvSpPr>
        <p:spPr>
          <a:xfrm rot="16200000" flipH="1">
            <a:off x="4930154" y="-418864"/>
            <a:ext cx="6871602" cy="7682254"/>
          </a:xfrm>
          <a:custGeom>
            <a:avLst/>
            <a:gdLst>
              <a:gd name="connsiteX0" fmla="*/ 12188161 w 12202949"/>
              <a:gd name="connsiteY0" fmla="*/ 4235676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4235676"/>
              <a:gd name="connsiteX1" fmla="*/ 12202949 w 12202949"/>
              <a:gd name="connsiteY1" fmla="*/ 4235676 h 4235676"/>
              <a:gd name="connsiteX2" fmla="*/ 12202949 w 12202949"/>
              <a:gd name="connsiteY2" fmla="*/ 760596 h 4235676"/>
              <a:gd name="connsiteX3" fmla="*/ 11741071 w 12202949"/>
              <a:gd name="connsiteY3" fmla="*/ 910806 h 4235676"/>
              <a:gd name="connsiteX4" fmla="*/ 8204008 w 12202949"/>
              <a:gd name="connsiteY4" fmla="*/ 1353765 h 4235676"/>
              <a:gd name="connsiteX5" fmla="*/ 8204008 w 12202949"/>
              <a:gd name="connsiteY5" fmla="*/ 1353739 h 4235676"/>
              <a:gd name="connsiteX6" fmla="*/ 5687844 w 12202949"/>
              <a:gd name="connsiteY6" fmla="*/ 740037 h 4235676"/>
              <a:gd name="connsiteX7" fmla="*/ 56864 w 12202949"/>
              <a:gd name="connsiteY7" fmla="*/ 714 h 4235676"/>
              <a:gd name="connsiteX8" fmla="*/ 0 w 12202949"/>
              <a:gd name="connsiteY8" fmla="*/ 2101 h 4235676"/>
              <a:gd name="connsiteX9" fmla="*/ 0 w 12202949"/>
              <a:gd name="connsiteY9" fmla="*/ 3851388 h 4235676"/>
              <a:gd name="connsiteX10" fmla="*/ 12188161 w 12202949"/>
              <a:gd name="connsiteY10" fmla="*/ 3851388 h 4235676"/>
              <a:gd name="connsiteX0" fmla="*/ 12188161 w 12202949"/>
              <a:gd name="connsiteY0" fmla="*/ 3851388 h 3851388"/>
              <a:gd name="connsiteX1" fmla="*/ 12202949 w 12202949"/>
              <a:gd name="connsiteY1" fmla="*/ 760596 h 3851388"/>
              <a:gd name="connsiteX2" fmla="*/ 11741071 w 12202949"/>
              <a:gd name="connsiteY2" fmla="*/ 910806 h 3851388"/>
              <a:gd name="connsiteX3" fmla="*/ 8204008 w 12202949"/>
              <a:gd name="connsiteY3" fmla="*/ 1353765 h 3851388"/>
              <a:gd name="connsiteX4" fmla="*/ 8204008 w 12202949"/>
              <a:gd name="connsiteY4" fmla="*/ 1353739 h 3851388"/>
              <a:gd name="connsiteX5" fmla="*/ 5687844 w 12202949"/>
              <a:gd name="connsiteY5" fmla="*/ 740037 h 3851388"/>
              <a:gd name="connsiteX6" fmla="*/ 56864 w 12202949"/>
              <a:gd name="connsiteY6" fmla="*/ 714 h 3851388"/>
              <a:gd name="connsiteX7" fmla="*/ 0 w 12202949"/>
              <a:gd name="connsiteY7" fmla="*/ 2101 h 3851388"/>
              <a:gd name="connsiteX8" fmla="*/ 0 w 12202949"/>
              <a:gd name="connsiteY8" fmla="*/ 3851388 h 3851388"/>
              <a:gd name="connsiteX9" fmla="*/ 12188161 w 12202949"/>
              <a:gd name="connsiteY9" fmla="*/ 3851388 h 3851388"/>
              <a:gd name="connsiteX0" fmla="*/ 12213561 w 12214333"/>
              <a:gd name="connsiteY0" fmla="*/ 3837619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37619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4333"/>
              <a:gd name="connsiteY0" fmla="*/ 3829358 h 3851388"/>
              <a:gd name="connsiteX1" fmla="*/ 12202949 w 12214333"/>
              <a:gd name="connsiteY1" fmla="*/ 760596 h 3851388"/>
              <a:gd name="connsiteX2" fmla="*/ 11741071 w 12214333"/>
              <a:gd name="connsiteY2" fmla="*/ 910806 h 3851388"/>
              <a:gd name="connsiteX3" fmla="*/ 8204008 w 12214333"/>
              <a:gd name="connsiteY3" fmla="*/ 1353765 h 3851388"/>
              <a:gd name="connsiteX4" fmla="*/ 8204008 w 12214333"/>
              <a:gd name="connsiteY4" fmla="*/ 1353739 h 3851388"/>
              <a:gd name="connsiteX5" fmla="*/ 5687844 w 12214333"/>
              <a:gd name="connsiteY5" fmla="*/ 740037 h 3851388"/>
              <a:gd name="connsiteX6" fmla="*/ 56864 w 12214333"/>
              <a:gd name="connsiteY6" fmla="*/ 714 h 3851388"/>
              <a:gd name="connsiteX7" fmla="*/ 0 w 12214333"/>
              <a:gd name="connsiteY7" fmla="*/ 2101 h 3851388"/>
              <a:gd name="connsiteX8" fmla="*/ 0 w 12214333"/>
              <a:gd name="connsiteY8" fmla="*/ 3851388 h 3851388"/>
              <a:gd name="connsiteX9" fmla="*/ 12213561 w 12214333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29358 h 3851388"/>
              <a:gd name="connsiteX1" fmla="*/ 12218189 w 12218189"/>
              <a:gd name="connsiteY1" fmla="*/ 760596 h 3851388"/>
              <a:gd name="connsiteX2" fmla="*/ 11741071 w 12218189"/>
              <a:gd name="connsiteY2" fmla="*/ 910806 h 3851388"/>
              <a:gd name="connsiteX3" fmla="*/ 8204008 w 12218189"/>
              <a:gd name="connsiteY3" fmla="*/ 1353765 h 3851388"/>
              <a:gd name="connsiteX4" fmla="*/ 8204008 w 12218189"/>
              <a:gd name="connsiteY4" fmla="*/ 1353739 h 3851388"/>
              <a:gd name="connsiteX5" fmla="*/ 5687844 w 12218189"/>
              <a:gd name="connsiteY5" fmla="*/ 740037 h 3851388"/>
              <a:gd name="connsiteX6" fmla="*/ 56864 w 12218189"/>
              <a:gd name="connsiteY6" fmla="*/ 714 h 3851388"/>
              <a:gd name="connsiteX7" fmla="*/ 0 w 12218189"/>
              <a:gd name="connsiteY7" fmla="*/ 2101 h 3851388"/>
              <a:gd name="connsiteX8" fmla="*/ 0 w 12218189"/>
              <a:gd name="connsiteY8" fmla="*/ 3851388 h 3851388"/>
              <a:gd name="connsiteX9" fmla="*/ 12213561 w 12218189"/>
              <a:gd name="connsiteY9" fmla="*/ 3829358 h 3851388"/>
              <a:gd name="connsiteX0" fmla="*/ 12213561 w 12218189"/>
              <a:gd name="connsiteY0" fmla="*/ 3832810 h 3854840"/>
              <a:gd name="connsiteX1" fmla="*/ 12218189 w 12218189"/>
              <a:gd name="connsiteY1" fmla="*/ 764048 h 3854840"/>
              <a:gd name="connsiteX2" fmla="*/ 11741071 w 12218189"/>
              <a:gd name="connsiteY2" fmla="*/ 914258 h 3854840"/>
              <a:gd name="connsiteX3" fmla="*/ 8204008 w 12218189"/>
              <a:gd name="connsiteY3" fmla="*/ 1357217 h 3854840"/>
              <a:gd name="connsiteX4" fmla="*/ 8204008 w 12218189"/>
              <a:gd name="connsiteY4" fmla="*/ 1357191 h 3854840"/>
              <a:gd name="connsiteX5" fmla="*/ 5237607 w 12218189"/>
              <a:gd name="connsiteY5" fmla="*/ 500131 h 3854840"/>
              <a:gd name="connsiteX6" fmla="*/ 56864 w 12218189"/>
              <a:gd name="connsiteY6" fmla="*/ 4166 h 3854840"/>
              <a:gd name="connsiteX7" fmla="*/ 0 w 12218189"/>
              <a:gd name="connsiteY7" fmla="*/ 5553 h 3854840"/>
              <a:gd name="connsiteX8" fmla="*/ 0 w 12218189"/>
              <a:gd name="connsiteY8" fmla="*/ 3854840 h 3854840"/>
              <a:gd name="connsiteX9" fmla="*/ 12213561 w 12218189"/>
              <a:gd name="connsiteY9" fmla="*/ 3832810 h 3854840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8204008 w 12218189"/>
              <a:gd name="connsiteY3" fmla="*/ 1353641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10121145 w 12218189"/>
              <a:gd name="connsiteY3" fmla="*/ 1040753 h 3851264"/>
              <a:gd name="connsiteX4" fmla="*/ 9162576 w 12218189"/>
              <a:gd name="connsiteY4" fmla="*/ 1231936 h 3851264"/>
              <a:gd name="connsiteX5" fmla="*/ 5237607 w 12218189"/>
              <a:gd name="connsiteY5" fmla="*/ 496555 h 3851264"/>
              <a:gd name="connsiteX6" fmla="*/ 56864 w 12218189"/>
              <a:gd name="connsiteY6" fmla="*/ 590 h 3851264"/>
              <a:gd name="connsiteX7" fmla="*/ 0 w 12218189"/>
              <a:gd name="connsiteY7" fmla="*/ 1977 h 3851264"/>
              <a:gd name="connsiteX8" fmla="*/ 0 w 12218189"/>
              <a:gd name="connsiteY8" fmla="*/ 3851264 h 3851264"/>
              <a:gd name="connsiteX9" fmla="*/ 12213561 w 12218189"/>
              <a:gd name="connsiteY9" fmla="*/ 3829234 h 3851264"/>
              <a:gd name="connsiteX0" fmla="*/ 12213561 w 12218189"/>
              <a:gd name="connsiteY0" fmla="*/ 3829234 h 3851264"/>
              <a:gd name="connsiteX1" fmla="*/ 12218189 w 12218189"/>
              <a:gd name="connsiteY1" fmla="*/ 760472 h 3851264"/>
              <a:gd name="connsiteX2" fmla="*/ 11741071 w 12218189"/>
              <a:gd name="connsiteY2" fmla="*/ 910682 h 3851264"/>
              <a:gd name="connsiteX3" fmla="*/ 9162576 w 12218189"/>
              <a:gd name="connsiteY3" fmla="*/ 1231936 h 3851264"/>
              <a:gd name="connsiteX4" fmla="*/ 5237607 w 12218189"/>
              <a:gd name="connsiteY4" fmla="*/ 496555 h 3851264"/>
              <a:gd name="connsiteX5" fmla="*/ 56864 w 12218189"/>
              <a:gd name="connsiteY5" fmla="*/ 590 h 3851264"/>
              <a:gd name="connsiteX6" fmla="*/ 0 w 12218189"/>
              <a:gd name="connsiteY6" fmla="*/ 1977 h 3851264"/>
              <a:gd name="connsiteX7" fmla="*/ 0 w 12218189"/>
              <a:gd name="connsiteY7" fmla="*/ 3851264 h 3851264"/>
              <a:gd name="connsiteX8" fmla="*/ 12213561 w 12218189"/>
              <a:gd name="connsiteY8" fmla="*/ 3829234 h 3851264"/>
              <a:gd name="connsiteX0" fmla="*/ 12213561 w 12218189"/>
              <a:gd name="connsiteY0" fmla="*/ 3829199 h 3851229"/>
              <a:gd name="connsiteX1" fmla="*/ 12218189 w 12218189"/>
              <a:gd name="connsiteY1" fmla="*/ 760437 h 3851229"/>
              <a:gd name="connsiteX2" fmla="*/ 11741071 w 12218189"/>
              <a:gd name="connsiteY2" fmla="*/ 910647 h 3851229"/>
              <a:gd name="connsiteX3" fmla="*/ 8581626 w 12218189"/>
              <a:gd name="connsiteY3" fmla="*/ 1110222 h 3851229"/>
              <a:gd name="connsiteX4" fmla="*/ 5237607 w 12218189"/>
              <a:gd name="connsiteY4" fmla="*/ 496520 h 3851229"/>
              <a:gd name="connsiteX5" fmla="*/ 56864 w 12218189"/>
              <a:gd name="connsiteY5" fmla="*/ 555 h 3851229"/>
              <a:gd name="connsiteX6" fmla="*/ 0 w 12218189"/>
              <a:gd name="connsiteY6" fmla="*/ 1942 h 3851229"/>
              <a:gd name="connsiteX7" fmla="*/ 0 w 12218189"/>
              <a:gd name="connsiteY7" fmla="*/ 3851229 h 3851229"/>
              <a:gd name="connsiteX8" fmla="*/ 12213561 w 12218189"/>
              <a:gd name="connsiteY8" fmla="*/ 3829199 h 385122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741071 w 12218189"/>
              <a:gd name="connsiteY2" fmla="*/ 910637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76042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1189168 w 12218189"/>
              <a:gd name="connsiteY2" fmla="*/ 841106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3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9 h 3851219"/>
              <a:gd name="connsiteX1" fmla="*/ 12218189 w 12218189"/>
              <a:gd name="connsiteY1" fmla="*/ 308477 h 3851219"/>
              <a:gd name="connsiteX2" fmla="*/ 10956787 w 12218189"/>
              <a:gd name="connsiteY2" fmla="*/ 893254 h 3851219"/>
              <a:gd name="connsiteX3" fmla="*/ 7957104 w 12218189"/>
              <a:gd name="connsiteY3" fmla="*/ 1075447 h 3851219"/>
              <a:gd name="connsiteX4" fmla="*/ 5237607 w 12218189"/>
              <a:gd name="connsiteY4" fmla="*/ 496510 h 3851219"/>
              <a:gd name="connsiteX5" fmla="*/ 56864 w 12218189"/>
              <a:gd name="connsiteY5" fmla="*/ 545 h 3851219"/>
              <a:gd name="connsiteX6" fmla="*/ 0 w 12218189"/>
              <a:gd name="connsiteY6" fmla="*/ 1932 h 3851219"/>
              <a:gd name="connsiteX7" fmla="*/ 0 w 12218189"/>
              <a:gd name="connsiteY7" fmla="*/ 3851219 h 3851219"/>
              <a:gd name="connsiteX8" fmla="*/ 12213561 w 12218189"/>
              <a:gd name="connsiteY8" fmla="*/ 3829189 h 3851219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85 h 3851215"/>
              <a:gd name="connsiteX1" fmla="*/ 12218189 w 12218189"/>
              <a:gd name="connsiteY1" fmla="*/ 308473 h 3851215"/>
              <a:gd name="connsiteX2" fmla="*/ 10956787 w 12218189"/>
              <a:gd name="connsiteY2" fmla="*/ 893250 h 3851215"/>
              <a:gd name="connsiteX3" fmla="*/ 8421865 w 12218189"/>
              <a:gd name="connsiteY3" fmla="*/ 1058059 h 3851215"/>
              <a:gd name="connsiteX4" fmla="*/ 5237607 w 12218189"/>
              <a:gd name="connsiteY4" fmla="*/ 496506 h 3851215"/>
              <a:gd name="connsiteX5" fmla="*/ 56864 w 12218189"/>
              <a:gd name="connsiteY5" fmla="*/ 541 h 3851215"/>
              <a:gd name="connsiteX6" fmla="*/ 0 w 12218189"/>
              <a:gd name="connsiteY6" fmla="*/ 1928 h 3851215"/>
              <a:gd name="connsiteX7" fmla="*/ 0 w 12218189"/>
              <a:gd name="connsiteY7" fmla="*/ 3851215 h 3851215"/>
              <a:gd name="connsiteX8" fmla="*/ 12213561 w 12218189"/>
              <a:gd name="connsiteY8" fmla="*/ 3829185 h 3851215"/>
              <a:gd name="connsiteX0" fmla="*/ 12213561 w 12218189"/>
              <a:gd name="connsiteY0" fmla="*/ 3829198 h 3851228"/>
              <a:gd name="connsiteX1" fmla="*/ 12218189 w 12218189"/>
              <a:gd name="connsiteY1" fmla="*/ 308486 h 3851228"/>
              <a:gd name="connsiteX2" fmla="*/ 10956787 w 12218189"/>
              <a:gd name="connsiteY2" fmla="*/ 893263 h 3851228"/>
              <a:gd name="connsiteX3" fmla="*/ 8392818 w 12218189"/>
              <a:gd name="connsiteY3" fmla="*/ 1110221 h 3851228"/>
              <a:gd name="connsiteX4" fmla="*/ 5237607 w 12218189"/>
              <a:gd name="connsiteY4" fmla="*/ 496519 h 3851228"/>
              <a:gd name="connsiteX5" fmla="*/ 56864 w 12218189"/>
              <a:gd name="connsiteY5" fmla="*/ 554 h 3851228"/>
              <a:gd name="connsiteX6" fmla="*/ 0 w 12218189"/>
              <a:gd name="connsiteY6" fmla="*/ 1941 h 3851228"/>
              <a:gd name="connsiteX7" fmla="*/ 0 w 12218189"/>
              <a:gd name="connsiteY7" fmla="*/ 3851228 h 3851228"/>
              <a:gd name="connsiteX8" fmla="*/ 12213561 w 12218189"/>
              <a:gd name="connsiteY8" fmla="*/ 3829198 h 3851228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886627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29203 h 3851233"/>
              <a:gd name="connsiteX1" fmla="*/ 12218189 w 12218189"/>
              <a:gd name="connsiteY1" fmla="*/ 308491 h 3851233"/>
              <a:gd name="connsiteX2" fmla="*/ 10956787 w 12218189"/>
              <a:gd name="connsiteY2" fmla="*/ 893268 h 3851233"/>
              <a:gd name="connsiteX3" fmla="*/ 8741389 w 12218189"/>
              <a:gd name="connsiteY3" fmla="*/ 1127608 h 3851233"/>
              <a:gd name="connsiteX4" fmla="*/ 5237607 w 12218189"/>
              <a:gd name="connsiteY4" fmla="*/ 496524 h 3851233"/>
              <a:gd name="connsiteX5" fmla="*/ 56864 w 12218189"/>
              <a:gd name="connsiteY5" fmla="*/ 559 h 3851233"/>
              <a:gd name="connsiteX6" fmla="*/ 0 w 12218189"/>
              <a:gd name="connsiteY6" fmla="*/ 1946 h 3851233"/>
              <a:gd name="connsiteX7" fmla="*/ 0 w 12218189"/>
              <a:gd name="connsiteY7" fmla="*/ 3851233 h 3851233"/>
              <a:gd name="connsiteX8" fmla="*/ 12213561 w 12218189"/>
              <a:gd name="connsiteY8" fmla="*/ 3829203 h 3851233"/>
              <a:gd name="connsiteX0" fmla="*/ 12213561 w 12218189"/>
              <a:gd name="connsiteY0" fmla="*/ 3830090 h 3852120"/>
              <a:gd name="connsiteX1" fmla="*/ 12218189 w 12218189"/>
              <a:gd name="connsiteY1" fmla="*/ 309378 h 3852120"/>
              <a:gd name="connsiteX2" fmla="*/ 10956787 w 12218189"/>
              <a:gd name="connsiteY2" fmla="*/ 894155 h 3852120"/>
              <a:gd name="connsiteX3" fmla="*/ 8741389 w 12218189"/>
              <a:gd name="connsiteY3" fmla="*/ 1128495 h 3852120"/>
              <a:gd name="connsiteX4" fmla="*/ 4947131 w 12218189"/>
              <a:gd name="connsiteY4" fmla="*/ 288819 h 3852120"/>
              <a:gd name="connsiteX5" fmla="*/ 56864 w 12218189"/>
              <a:gd name="connsiteY5" fmla="*/ 1446 h 3852120"/>
              <a:gd name="connsiteX6" fmla="*/ 0 w 12218189"/>
              <a:gd name="connsiteY6" fmla="*/ 2833 h 3852120"/>
              <a:gd name="connsiteX7" fmla="*/ 0 w 12218189"/>
              <a:gd name="connsiteY7" fmla="*/ 3852120 h 3852120"/>
              <a:gd name="connsiteX8" fmla="*/ 12213561 w 12218189"/>
              <a:gd name="connsiteY8" fmla="*/ 3830090 h 3852120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10956787 w 12218189"/>
              <a:gd name="connsiteY2" fmla="*/ 893968 h 3851933"/>
              <a:gd name="connsiteX3" fmla="*/ 7710201 w 12218189"/>
              <a:gd name="connsiteY3" fmla="*/ 1006629 h 3851933"/>
              <a:gd name="connsiteX4" fmla="*/ 4947131 w 12218189"/>
              <a:gd name="connsiteY4" fmla="*/ 288632 h 3851933"/>
              <a:gd name="connsiteX5" fmla="*/ 56864 w 12218189"/>
              <a:gd name="connsiteY5" fmla="*/ 1259 h 3851933"/>
              <a:gd name="connsiteX6" fmla="*/ 0 w 12218189"/>
              <a:gd name="connsiteY6" fmla="*/ 2646 h 3851933"/>
              <a:gd name="connsiteX7" fmla="*/ 0 w 12218189"/>
              <a:gd name="connsiteY7" fmla="*/ 3851933 h 3851933"/>
              <a:gd name="connsiteX8" fmla="*/ 12213561 w 12218189"/>
              <a:gd name="connsiteY8" fmla="*/ 3829903 h 3851933"/>
              <a:gd name="connsiteX0" fmla="*/ 12213561 w 12218189"/>
              <a:gd name="connsiteY0" fmla="*/ 3829903 h 3851933"/>
              <a:gd name="connsiteX1" fmla="*/ 12218189 w 12218189"/>
              <a:gd name="connsiteY1" fmla="*/ 309191 h 3851933"/>
              <a:gd name="connsiteX2" fmla="*/ 7710201 w 12218189"/>
              <a:gd name="connsiteY2" fmla="*/ 1006629 h 3851933"/>
              <a:gd name="connsiteX3" fmla="*/ 4947131 w 12218189"/>
              <a:gd name="connsiteY3" fmla="*/ 288632 h 3851933"/>
              <a:gd name="connsiteX4" fmla="*/ 56864 w 12218189"/>
              <a:gd name="connsiteY4" fmla="*/ 1259 h 3851933"/>
              <a:gd name="connsiteX5" fmla="*/ 0 w 12218189"/>
              <a:gd name="connsiteY5" fmla="*/ 2646 h 3851933"/>
              <a:gd name="connsiteX6" fmla="*/ 0 w 12218189"/>
              <a:gd name="connsiteY6" fmla="*/ 3851933 h 3851933"/>
              <a:gd name="connsiteX7" fmla="*/ 12213561 w 12218189"/>
              <a:gd name="connsiteY7" fmla="*/ 3829903 h 3851933"/>
              <a:gd name="connsiteX0" fmla="*/ 12213561 w 12218189"/>
              <a:gd name="connsiteY0" fmla="*/ 3829976 h 3852006"/>
              <a:gd name="connsiteX1" fmla="*/ 12218189 w 12218189"/>
              <a:gd name="connsiteY1" fmla="*/ 309264 h 3852006"/>
              <a:gd name="connsiteX2" fmla="*/ 7899010 w 12218189"/>
              <a:gd name="connsiteY2" fmla="*/ 1058851 h 3852006"/>
              <a:gd name="connsiteX3" fmla="*/ 4947131 w 12218189"/>
              <a:gd name="connsiteY3" fmla="*/ 288705 h 3852006"/>
              <a:gd name="connsiteX4" fmla="*/ 56864 w 12218189"/>
              <a:gd name="connsiteY4" fmla="*/ 1332 h 3852006"/>
              <a:gd name="connsiteX5" fmla="*/ 0 w 12218189"/>
              <a:gd name="connsiteY5" fmla="*/ 2719 h 3852006"/>
              <a:gd name="connsiteX6" fmla="*/ 0 w 12218189"/>
              <a:gd name="connsiteY6" fmla="*/ 3852006 h 3852006"/>
              <a:gd name="connsiteX7" fmla="*/ 12213561 w 12218189"/>
              <a:gd name="connsiteY7" fmla="*/ 3829976 h 3852006"/>
              <a:gd name="connsiteX0" fmla="*/ 12213561 w 12218277"/>
              <a:gd name="connsiteY0" fmla="*/ 3829976 h 3852006"/>
              <a:gd name="connsiteX1" fmla="*/ 12218189 w 12218277"/>
              <a:gd name="connsiteY1" fmla="*/ 309264 h 3852006"/>
              <a:gd name="connsiteX2" fmla="*/ 7899010 w 12218277"/>
              <a:gd name="connsiteY2" fmla="*/ 1058851 h 3852006"/>
              <a:gd name="connsiteX3" fmla="*/ 4947131 w 12218277"/>
              <a:gd name="connsiteY3" fmla="*/ 288705 h 3852006"/>
              <a:gd name="connsiteX4" fmla="*/ 56864 w 12218277"/>
              <a:gd name="connsiteY4" fmla="*/ 1332 h 3852006"/>
              <a:gd name="connsiteX5" fmla="*/ 0 w 12218277"/>
              <a:gd name="connsiteY5" fmla="*/ 2719 h 3852006"/>
              <a:gd name="connsiteX6" fmla="*/ 0 w 12218277"/>
              <a:gd name="connsiteY6" fmla="*/ 3852006 h 3852006"/>
              <a:gd name="connsiteX7" fmla="*/ 12213561 w 12218277"/>
              <a:gd name="connsiteY7" fmla="*/ 3829976 h 3852006"/>
              <a:gd name="connsiteX0" fmla="*/ 12213561 w 12218294"/>
              <a:gd name="connsiteY0" fmla="*/ 3830004 h 3852034"/>
              <a:gd name="connsiteX1" fmla="*/ 12218189 w 12218294"/>
              <a:gd name="connsiteY1" fmla="*/ 309292 h 3852034"/>
              <a:gd name="connsiteX2" fmla="*/ 8407343 w 12218294"/>
              <a:gd name="connsiteY2" fmla="*/ 1076261 h 3852034"/>
              <a:gd name="connsiteX3" fmla="*/ 4947131 w 12218294"/>
              <a:gd name="connsiteY3" fmla="*/ 288733 h 3852034"/>
              <a:gd name="connsiteX4" fmla="*/ 56864 w 12218294"/>
              <a:gd name="connsiteY4" fmla="*/ 1360 h 3852034"/>
              <a:gd name="connsiteX5" fmla="*/ 0 w 12218294"/>
              <a:gd name="connsiteY5" fmla="*/ 2747 h 3852034"/>
              <a:gd name="connsiteX6" fmla="*/ 0 w 12218294"/>
              <a:gd name="connsiteY6" fmla="*/ 3852034 h 3852034"/>
              <a:gd name="connsiteX7" fmla="*/ 12213561 w 12218294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331"/>
              <a:gd name="connsiteY0" fmla="*/ 3830004 h 3852034"/>
              <a:gd name="connsiteX1" fmla="*/ 12218189 w 12218331"/>
              <a:gd name="connsiteY1" fmla="*/ 309292 h 3852034"/>
              <a:gd name="connsiteX2" fmla="*/ 8407343 w 12218331"/>
              <a:gd name="connsiteY2" fmla="*/ 1076261 h 3852034"/>
              <a:gd name="connsiteX3" fmla="*/ 4947131 w 12218331"/>
              <a:gd name="connsiteY3" fmla="*/ 288733 h 3852034"/>
              <a:gd name="connsiteX4" fmla="*/ 56864 w 12218331"/>
              <a:gd name="connsiteY4" fmla="*/ 1360 h 3852034"/>
              <a:gd name="connsiteX5" fmla="*/ 0 w 12218331"/>
              <a:gd name="connsiteY5" fmla="*/ 2747 h 3852034"/>
              <a:gd name="connsiteX6" fmla="*/ 0 w 12218331"/>
              <a:gd name="connsiteY6" fmla="*/ 3852034 h 3852034"/>
              <a:gd name="connsiteX7" fmla="*/ 12213561 w 12218331"/>
              <a:gd name="connsiteY7" fmla="*/ 3830004 h 3852034"/>
              <a:gd name="connsiteX0" fmla="*/ 12213561 w 12218298"/>
              <a:gd name="connsiteY0" fmla="*/ 3831244 h 3853274"/>
              <a:gd name="connsiteX1" fmla="*/ 12218189 w 12218298"/>
              <a:gd name="connsiteY1" fmla="*/ 310532 h 3853274"/>
              <a:gd name="connsiteX2" fmla="*/ 8407343 w 12218298"/>
              <a:gd name="connsiteY2" fmla="*/ 1077501 h 3853274"/>
              <a:gd name="connsiteX3" fmla="*/ 4366180 w 12218298"/>
              <a:gd name="connsiteY3" fmla="*/ 220443 h 3853274"/>
              <a:gd name="connsiteX4" fmla="*/ 56864 w 12218298"/>
              <a:gd name="connsiteY4" fmla="*/ 2600 h 3853274"/>
              <a:gd name="connsiteX5" fmla="*/ 0 w 12218298"/>
              <a:gd name="connsiteY5" fmla="*/ 3987 h 3853274"/>
              <a:gd name="connsiteX6" fmla="*/ 0 w 12218298"/>
              <a:gd name="connsiteY6" fmla="*/ 3853274 h 3853274"/>
              <a:gd name="connsiteX7" fmla="*/ 12213561 w 12218298"/>
              <a:gd name="connsiteY7" fmla="*/ 3831244 h 3853274"/>
              <a:gd name="connsiteX0" fmla="*/ 12213561 w 12218298"/>
              <a:gd name="connsiteY0" fmla="*/ 3837797 h 3859827"/>
              <a:gd name="connsiteX1" fmla="*/ 12218189 w 12218298"/>
              <a:gd name="connsiteY1" fmla="*/ 317085 h 3859827"/>
              <a:gd name="connsiteX2" fmla="*/ 8407343 w 12218298"/>
              <a:gd name="connsiteY2" fmla="*/ 1084054 h 3859827"/>
              <a:gd name="connsiteX3" fmla="*/ 4366180 w 12218298"/>
              <a:gd name="connsiteY3" fmla="*/ 226996 h 3859827"/>
              <a:gd name="connsiteX4" fmla="*/ 56864 w 12218298"/>
              <a:gd name="connsiteY4" fmla="*/ 9153 h 3859827"/>
              <a:gd name="connsiteX5" fmla="*/ 0 w 12218298"/>
              <a:gd name="connsiteY5" fmla="*/ 10540 h 3859827"/>
              <a:gd name="connsiteX6" fmla="*/ 0 w 12218298"/>
              <a:gd name="connsiteY6" fmla="*/ 3859827 h 3859827"/>
              <a:gd name="connsiteX7" fmla="*/ 12213561 w 12218298"/>
              <a:gd name="connsiteY7" fmla="*/ 3837797 h 3859827"/>
              <a:gd name="connsiteX0" fmla="*/ 12213561 w 12218296"/>
              <a:gd name="connsiteY0" fmla="*/ 3829747 h 3851777"/>
              <a:gd name="connsiteX1" fmla="*/ 12218189 w 12218296"/>
              <a:gd name="connsiteY1" fmla="*/ 309035 h 3851777"/>
              <a:gd name="connsiteX2" fmla="*/ 8373408 w 12218296"/>
              <a:gd name="connsiteY2" fmla="*/ 451414 h 3851777"/>
              <a:gd name="connsiteX3" fmla="*/ 4366180 w 12218296"/>
              <a:gd name="connsiteY3" fmla="*/ 218946 h 3851777"/>
              <a:gd name="connsiteX4" fmla="*/ 56864 w 12218296"/>
              <a:gd name="connsiteY4" fmla="*/ 1103 h 3851777"/>
              <a:gd name="connsiteX5" fmla="*/ 0 w 12218296"/>
              <a:gd name="connsiteY5" fmla="*/ 2490 h 3851777"/>
              <a:gd name="connsiteX6" fmla="*/ 0 w 12218296"/>
              <a:gd name="connsiteY6" fmla="*/ 3851777 h 3851777"/>
              <a:gd name="connsiteX7" fmla="*/ 12213561 w 12218296"/>
              <a:gd name="connsiteY7" fmla="*/ 3829747 h 3851777"/>
              <a:gd name="connsiteX0" fmla="*/ 12213561 w 12218296"/>
              <a:gd name="connsiteY0" fmla="*/ 3829532 h 3851562"/>
              <a:gd name="connsiteX1" fmla="*/ 12218189 w 12218296"/>
              <a:gd name="connsiteY1" fmla="*/ 308820 h 3851562"/>
              <a:gd name="connsiteX2" fmla="*/ 8373408 w 12218296"/>
              <a:gd name="connsiteY2" fmla="*/ 451199 h 3851562"/>
              <a:gd name="connsiteX3" fmla="*/ 4366180 w 12218296"/>
              <a:gd name="connsiteY3" fmla="*/ 218731 h 3851562"/>
              <a:gd name="connsiteX4" fmla="*/ 56864 w 12218296"/>
              <a:gd name="connsiteY4" fmla="*/ 888 h 3851562"/>
              <a:gd name="connsiteX5" fmla="*/ 0 w 12218296"/>
              <a:gd name="connsiteY5" fmla="*/ 2275 h 3851562"/>
              <a:gd name="connsiteX6" fmla="*/ 0 w 12218296"/>
              <a:gd name="connsiteY6" fmla="*/ 3851562 h 3851562"/>
              <a:gd name="connsiteX7" fmla="*/ 12213561 w 12218296"/>
              <a:gd name="connsiteY7" fmla="*/ 3829532 h 3851562"/>
              <a:gd name="connsiteX0" fmla="*/ 12213561 w 12218323"/>
              <a:gd name="connsiteY0" fmla="*/ 3829732 h 3851762"/>
              <a:gd name="connsiteX1" fmla="*/ 12218189 w 12218323"/>
              <a:gd name="connsiteY1" fmla="*/ 309020 h 3851762"/>
              <a:gd name="connsiteX2" fmla="*/ 8882505 w 12218323"/>
              <a:gd name="connsiteY2" fmla="*/ 437363 h 3851762"/>
              <a:gd name="connsiteX3" fmla="*/ 4366180 w 12218323"/>
              <a:gd name="connsiteY3" fmla="*/ 218931 h 3851762"/>
              <a:gd name="connsiteX4" fmla="*/ 56864 w 12218323"/>
              <a:gd name="connsiteY4" fmla="*/ 1088 h 3851762"/>
              <a:gd name="connsiteX5" fmla="*/ 0 w 12218323"/>
              <a:gd name="connsiteY5" fmla="*/ 2475 h 3851762"/>
              <a:gd name="connsiteX6" fmla="*/ 0 w 12218323"/>
              <a:gd name="connsiteY6" fmla="*/ 3851762 h 3851762"/>
              <a:gd name="connsiteX7" fmla="*/ 12213561 w 12218323"/>
              <a:gd name="connsiteY7" fmla="*/ 3829732 h 3851762"/>
              <a:gd name="connsiteX0" fmla="*/ 12213561 w 12218323"/>
              <a:gd name="connsiteY0" fmla="*/ 3828644 h 3850674"/>
              <a:gd name="connsiteX1" fmla="*/ 12218189 w 12218323"/>
              <a:gd name="connsiteY1" fmla="*/ 307932 h 3850674"/>
              <a:gd name="connsiteX2" fmla="*/ 8882505 w 12218323"/>
              <a:gd name="connsiteY2" fmla="*/ 436275 h 3850674"/>
              <a:gd name="connsiteX3" fmla="*/ 4366180 w 12218323"/>
              <a:gd name="connsiteY3" fmla="*/ 217843 h 3850674"/>
              <a:gd name="connsiteX4" fmla="*/ 3767309 w 12218323"/>
              <a:gd name="connsiteY4" fmla="*/ 264544 h 3850674"/>
              <a:gd name="connsiteX5" fmla="*/ 56864 w 12218323"/>
              <a:gd name="connsiteY5" fmla="*/ 0 h 3850674"/>
              <a:gd name="connsiteX6" fmla="*/ 0 w 12218323"/>
              <a:gd name="connsiteY6" fmla="*/ 1387 h 3850674"/>
              <a:gd name="connsiteX7" fmla="*/ 0 w 12218323"/>
              <a:gd name="connsiteY7" fmla="*/ 3850674 h 3850674"/>
              <a:gd name="connsiteX8" fmla="*/ 12213561 w 12218323"/>
              <a:gd name="connsiteY8" fmla="*/ 3828644 h 3850674"/>
              <a:gd name="connsiteX0" fmla="*/ 12213561 w 12218328"/>
              <a:gd name="connsiteY0" fmla="*/ 3828644 h 3850674"/>
              <a:gd name="connsiteX1" fmla="*/ 12218189 w 12218328"/>
              <a:gd name="connsiteY1" fmla="*/ 307932 h 3850674"/>
              <a:gd name="connsiteX2" fmla="*/ 8882505 w 12218328"/>
              <a:gd name="connsiteY2" fmla="*/ 436275 h 3850674"/>
              <a:gd name="connsiteX3" fmla="*/ 3767309 w 12218328"/>
              <a:gd name="connsiteY3" fmla="*/ 264544 h 3850674"/>
              <a:gd name="connsiteX4" fmla="*/ 56864 w 12218328"/>
              <a:gd name="connsiteY4" fmla="*/ 0 h 3850674"/>
              <a:gd name="connsiteX5" fmla="*/ 0 w 12218328"/>
              <a:gd name="connsiteY5" fmla="*/ 1387 h 3850674"/>
              <a:gd name="connsiteX6" fmla="*/ 0 w 12218328"/>
              <a:gd name="connsiteY6" fmla="*/ 3850674 h 3850674"/>
              <a:gd name="connsiteX7" fmla="*/ 12213561 w 12218328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67309 w 12218305"/>
              <a:gd name="connsiteY3" fmla="*/ 264544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1 w 12218350"/>
              <a:gd name="connsiteY0" fmla="*/ 3828644 h 3850674"/>
              <a:gd name="connsiteX1" fmla="*/ 12218189 w 12218350"/>
              <a:gd name="connsiteY1" fmla="*/ 307932 h 3850674"/>
              <a:gd name="connsiteX2" fmla="*/ 8475228 w 12218350"/>
              <a:gd name="connsiteY2" fmla="*/ 78364 h 3850674"/>
              <a:gd name="connsiteX3" fmla="*/ 3767309 w 12218350"/>
              <a:gd name="connsiteY3" fmla="*/ 264544 h 3850674"/>
              <a:gd name="connsiteX4" fmla="*/ 56864 w 12218350"/>
              <a:gd name="connsiteY4" fmla="*/ 0 h 3850674"/>
              <a:gd name="connsiteX5" fmla="*/ 0 w 12218350"/>
              <a:gd name="connsiteY5" fmla="*/ 1387 h 3850674"/>
              <a:gd name="connsiteX6" fmla="*/ 0 w 12218350"/>
              <a:gd name="connsiteY6" fmla="*/ 3850674 h 3850674"/>
              <a:gd name="connsiteX7" fmla="*/ 12213561 w 12218350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9"/>
              <a:gd name="connsiteY0" fmla="*/ 3828644 h 3850674"/>
              <a:gd name="connsiteX1" fmla="*/ 12218189 w 12218309"/>
              <a:gd name="connsiteY1" fmla="*/ 307932 h 3850674"/>
              <a:gd name="connsiteX2" fmla="*/ 8475228 w 12218309"/>
              <a:gd name="connsiteY2" fmla="*/ 78364 h 3850674"/>
              <a:gd name="connsiteX3" fmla="*/ 3326092 w 12218309"/>
              <a:gd name="connsiteY3" fmla="*/ 243491 h 3850674"/>
              <a:gd name="connsiteX4" fmla="*/ 56864 w 12218309"/>
              <a:gd name="connsiteY4" fmla="*/ 0 h 3850674"/>
              <a:gd name="connsiteX5" fmla="*/ 0 w 12218309"/>
              <a:gd name="connsiteY5" fmla="*/ 1387 h 3850674"/>
              <a:gd name="connsiteX6" fmla="*/ 0 w 12218309"/>
              <a:gd name="connsiteY6" fmla="*/ 3850674 h 3850674"/>
              <a:gd name="connsiteX7" fmla="*/ 12213561 w 12218309"/>
              <a:gd name="connsiteY7" fmla="*/ 3828644 h 3850674"/>
              <a:gd name="connsiteX0" fmla="*/ 12213561 w 12218305"/>
              <a:gd name="connsiteY0" fmla="*/ 3828644 h 3850674"/>
              <a:gd name="connsiteX1" fmla="*/ 12218189 w 12218305"/>
              <a:gd name="connsiteY1" fmla="*/ 307932 h 3850674"/>
              <a:gd name="connsiteX2" fmla="*/ 8475228 w 12218305"/>
              <a:gd name="connsiteY2" fmla="*/ 78364 h 3850674"/>
              <a:gd name="connsiteX3" fmla="*/ 3733370 w 12218305"/>
              <a:gd name="connsiteY3" fmla="*/ 222437 h 3850674"/>
              <a:gd name="connsiteX4" fmla="*/ 56864 w 12218305"/>
              <a:gd name="connsiteY4" fmla="*/ 0 h 3850674"/>
              <a:gd name="connsiteX5" fmla="*/ 0 w 12218305"/>
              <a:gd name="connsiteY5" fmla="*/ 1387 h 3850674"/>
              <a:gd name="connsiteX6" fmla="*/ 0 w 12218305"/>
              <a:gd name="connsiteY6" fmla="*/ 3850674 h 3850674"/>
              <a:gd name="connsiteX7" fmla="*/ 12213561 w 12218305"/>
              <a:gd name="connsiteY7" fmla="*/ 3828644 h 3850674"/>
              <a:gd name="connsiteX0" fmla="*/ 12213565 w 12218307"/>
              <a:gd name="connsiteY0" fmla="*/ 3858572 h 3858572"/>
              <a:gd name="connsiteX1" fmla="*/ 12218189 w 12218307"/>
              <a:gd name="connsiteY1" fmla="*/ 307932 h 3858572"/>
              <a:gd name="connsiteX2" fmla="*/ 8475228 w 12218307"/>
              <a:gd name="connsiteY2" fmla="*/ 78364 h 3858572"/>
              <a:gd name="connsiteX3" fmla="*/ 3733370 w 12218307"/>
              <a:gd name="connsiteY3" fmla="*/ 222437 h 3858572"/>
              <a:gd name="connsiteX4" fmla="*/ 56864 w 12218307"/>
              <a:gd name="connsiteY4" fmla="*/ 0 h 3858572"/>
              <a:gd name="connsiteX5" fmla="*/ 0 w 12218307"/>
              <a:gd name="connsiteY5" fmla="*/ 1387 h 3858572"/>
              <a:gd name="connsiteX6" fmla="*/ 0 w 12218307"/>
              <a:gd name="connsiteY6" fmla="*/ 3850674 h 3858572"/>
              <a:gd name="connsiteX7" fmla="*/ 12213565 w 12218307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3"/>
              <a:gd name="connsiteY0" fmla="*/ 3858572 h 3858572"/>
              <a:gd name="connsiteX1" fmla="*/ 12218189 w 12218303"/>
              <a:gd name="connsiteY1" fmla="*/ 307932 h 3858572"/>
              <a:gd name="connsiteX2" fmla="*/ 8475228 w 12218303"/>
              <a:gd name="connsiteY2" fmla="*/ 78364 h 3858572"/>
              <a:gd name="connsiteX3" fmla="*/ 3869130 w 12218303"/>
              <a:gd name="connsiteY3" fmla="*/ 372075 h 3858572"/>
              <a:gd name="connsiteX4" fmla="*/ 56864 w 12218303"/>
              <a:gd name="connsiteY4" fmla="*/ 0 h 3858572"/>
              <a:gd name="connsiteX5" fmla="*/ 0 w 12218303"/>
              <a:gd name="connsiteY5" fmla="*/ 1387 h 3858572"/>
              <a:gd name="connsiteX6" fmla="*/ 0 w 12218303"/>
              <a:gd name="connsiteY6" fmla="*/ 3850674 h 3858572"/>
              <a:gd name="connsiteX7" fmla="*/ 12213565 w 12218303"/>
              <a:gd name="connsiteY7" fmla="*/ 3858572 h 3858572"/>
              <a:gd name="connsiteX0" fmla="*/ 12213565 w 12218305"/>
              <a:gd name="connsiteY0" fmla="*/ 3858572 h 3858572"/>
              <a:gd name="connsiteX1" fmla="*/ 12218189 w 12218305"/>
              <a:gd name="connsiteY1" fmla="*/ 307932 h 3858572"/>
              <a:gd name="connsiteX2" fmla="*/ 8475228 w 12218305"/>
              <a:gd name="connsiteY2" fmla="*/ 78364 h 3858572"/>
              <a:gd name="connsiteX3" fmla="*/ 3869130 w 12218305"/>
              <a:gd name="connsiteY3" fmla="*/ 372075 h 3858572"/>
              <a:gd name="connsiteX4" fmla="*/ 56864 w 12218305"/>
              <a:gd name="connsiteY4" fmla="*/ 0 h 3858572"/>
              <a:gd name="connsiteX5" fmla="*/ 0 w 12218305"/>
              <a:gd name="connsiteY5" fmla="*/ 1387 h 3858572"/>
              <a:gd name="connsiteX6" fmla="*/ 0 w 12218305"/>
              <a:gd name="connsiteY6" fmla="*/ 3850674 h 3858572"/>
              <a:gd name="connsiteX7" fmla="*/ 12213565 w 12218305"/>
              <a:gd name="connsiteY7" fmla="*/ 3858572 h 3858572"/>
              <a:gd name="connsiteX0" fmla="*/ 12213565 w 12218309"/>
              <a:gd name="connsiteY0" fmla="*/ 3858572 h 3858572"/>
              <a:gd name="connsiteX1" fmla="*/ 12218189 w 12218309"/>
              <a:gd name="connsiteY1" fmla="*/ 307932 h 3858572"/>
              <a:gd name="connsiteX2" fmla="*/ 8565739 w 12218309"/>
              <a:gd name="connsiteY2" fmla="*/ 144870 h 3858572"/>
              <a:gd name="connsiteX3" fmla="*/ 3869130 w 12218309"/>
              <a:gd name="connsiteY3" fmla="*/ 372075 h 3858572"/>
              <a:gd name="connsiteX4" fmla="*/ 56864 w 12218309"/>
              <a:gd name="connsiteY4" fmla="*/ 0 h 3858572"/>
              <a:gd name="connsiteX5" fmla="*/ 0 w 12218309"/>
              <a:gd name="connsiteY5" fmla="*/ 1387 h 3858572"/>
              <a:gd name="connsiteX6" fmla="*/ 0 w 12218309"/>
              <a:gd name="connsiteY6" fmla="*/ 3850674 h 3858572"/>
              <a:gd name="connsiteX7" fmla="*/ 12213565 w 12218309"/>
              <a:gd name="connsiteY7" fmla="*/ 3858572 h 3858572"/>
              <a:gd name="connsiteX0" fmla="*/ 12213565 w 12218311"/>
              <a:gd name="connsiteY0" fmla="*/ 3858572 h 3858572"/>
              <a:gd name="connsiteX1" fmla="*/ 12218189 w 12218311"/>
              <a:gd name="connsiteY1" fmla="*/ 307932 h 3858572"/>
              <a:gd name="connsiteX2" fmla="*/ 8565739 w 12218311"/>
              <a:gd name="connsiteY2" fmla="*/ 144870 h 3858572"/>
              <a:gd name="connsiteX3" fmla="*/ 3778628 w 12218311"/>
              <a:gd name="connsiteY3" fmla="*/ 358775 h 3858572"/>
              <a:gd name="connsiteX4" fmla="*/ 56864 w 12218311"/>
              <a:gd name="connsiteY4" fmla="*/ 0 h 3858572"/>
              <a:gd name="connsiteX5" fmla="*/ 0 w 12218311"/>
              <a:gd name="connsiteY5" fmla="*/ 1387 h 3858572"/>
              <a:gd name="connsiteX6" fmla="*/ 0 w 12218311"/>
              <a:gd name="connsiteY6" fmla="*/ 3850674 h 3858572"/>
              <a:gd name="connsiteX7" fmla="*/ 12213565 w 12218311"/>
              <a:gd name="connsiteY7" fmla="*/ 3858572 h 3858572"/>
              <a:gd name="connsiteX0" fmla="*/ 12575589 w 12580333"/>
              <a:gd name="connsiteY0" fmla="*/ 3858572 h 3858572"/>
              <a:gd name="connsiteX1" fmla="*/ 12580213 w 12580333"/>
              <a:gd name="connsiteY1" fmla="*/ 307932 h 3858572"/>
              <a:gd name="connsiteX2" fmla="*/ 8927763 w 12580333"/>
              <a:gd name="connsiteY2" fmla="*/ 144870 h 3858572"/>
              <a:gd name="connsiteX3" fmla="*/ 4140652 w 12580333"/>
              <a:gd name="connsiteY3" fmla="*/ 358775 h 3858572"/>
              <a:gd name="connsiteX4" fmla="*/ 418888 w 12580333"/>
              <a:gd name="connsiteY4" fmla="*/ 0 h 3858572"/>
              <a:gd name="connsiteX5" fmla="*/ 0 w 12580333"/>
              <a:gd name="connsiteY5" fmla="*/ 101146 h 3858572"/>
              <a:gd name="connsiteX6" fmla="*/ 362024 w 12580333"/>
              <a:gd name="connsiteY6" fmla="*/ 3850674 h 3858572"/>
              <a:gd name="connsiteX7" fmla="*/ 12575589 w 12580333"/>
              <a:gd name="connsiteY7" fmla="*/ 3858572 h 3858572"/>
              <a:gd name="connsiteX0" fmla="*/ 12575589 w 12580335"/>
              <a:gd name="connsiteY0" fmla="*/ 3963913 h 3963913"/>
              <a:gd name="connsiteX1" fmla="*/ 12580213 w 12580335"/>
              <a:gd name="connsiteY1" fmla="*/ 413273 h 3963913"/>
              <a:gd name="connsiteX2" fmla="*/ 8927763 w 12580335"/>
              <a:gd name="connsiteY2" fmla="*/ 250211 h 3963913"/>
              <a:gd name="connsiteX3" fmla="*/ 4140652 w 12580335"/>
              <a:gd name="connsiteY3" fmla="*/ 464116 h 3963913"/>
              <a:gd name="connsiteX4" fmla="*/ 0 w 12580335"/>
              <a:gd name="connsiteY4" fmla="*/ 206487 h 3963913"/>
              <a:gd name="connsiteX5" fmla="*/ 362024 w 12580335"/>
              <a:gd name="connsiteY5" fmla="*/ 3956015 h 3963913"/>
              <a:gd name="connsiteX6" fmla="*/ 12575589 w 12580335"/>
              <a:gd name="connsiteY6" fmla="*/ 3963913 h 3963913"/>
              <a:gd name="connsiteX0" fmla="*/ 12349321 w 12354065"/>
              <a:gd name="connsiteY0" fmla="*/ 3981083 h 3981083"/>
              <a:gd name="connsiteX1" fmla="*/ 12353945 w 12354065"/>
              <a:gd name="connsiteY1" fmla="*/ 430443 h 3981083"/>
              <a:gd name="connsiteX2" fmla="*/ 8701495 w 12354065"/>
              <a:gd name="connsiteY2" fmla="*/ 267381 h 3981083"/>
              <a:gd name="connsiteX3" fmla="*/ 3914384 w 12354065"/>
              <a:gd name="connsiteY3" fmla="*/ 481286 h 3981083"/>
              <a:gd name="connsiteX4" fmla="*/ 1 w 12354065"/>
              <a:gd name="connsiteY4" fmla="*/ 203705 h 3981083"/>
              <a:gd name="connsiteX5" fmla="*/ 135756 w 12354065"/>
              <a:gd name="connsiteY5" fmla="*/ 3973185 h 3981083"/>
              <a:gd name="connsiteX6" fmla="*/ 12349321 w 12354065"/>
              <a:gd name="connsiteY6" fmla="*/ 3981083 h 3981083"/>
              <a:gd name="connsiteX0" fmla="*/ 12349319 w 12354065"/>
              <a:gd name="connsiteY0" fmla="*/ 3778086 h 3778086"/>
              <a:gd name="connsiteX1" fmla="*/ 12353943 w 12354065"/>
              <a:gd name="connsiteY1" fmla="*/ 227446 h 3778086"/>
              <a:gd name="connsiteX2" fmla="*/ 8701493 w 12354065"/>
              <a:gd name="connsiteY2" fmla="*/ 64384 h 3778086"/>
              <a:gd name="connsiteX3" fmla="*/ 3914382 w 12354065"/>
              <a:gd name="connsiteY3" fmla="*/ 278289 h 3778086"/>
              <a:gd name="connsiteX4" fmla="*/ -1 w 12354065"/>
              <a:gd name="connsiteY4" fmla="*/ 708 h 3778086"/>
              <a:gd name="connsiteX5" fmla="*/ 135754 w 12354065"/>
              <a:gd name="connsiteY5" fmla="*/ 3770188 h 3778086"/>
              <a:gd name="connsiteX6" fmla="*/ 12349319 w 12354065"/>
              <a:gd name="connsiteY6" fmla="*/ 3778086 h 3778086"/>
              <a:gd name="connsiteX0" fmla="*/ 12349321 w 12354065"/>
              <a:gd name="connsiteY0" fmla="*/ 3778042 h 3778042"/>
              <a:gd name="connsiteX1" fmla="*/ 12353945 w 12354065"/>
              <a:gd name="connsiteY1" fmla="*/ 227402 h 3778042"/>
              <a:gd name="connsiteX2" fmla="*/ 8701495 w 12354065"/>
              <a:gd name="connsiteY2" fmla="*/ 64340 h 3778042"/>
              <a:gd name="connsiteX3" fmla="*/ 3914385 w 12354065"/>
              <a:gd name="connsiteY3" fmla="*/ 298197 h 3778042"/>
              <a:gd name="connsiteX4" fmla="*/ 1 w 12354065"/>
              <a:gd name="connsiteY4" fmla="*/ 664 h 3778042"/>
              <a:gd name="connsiteX5" fmla="*/ 135756 w 12354065"/>
              <a:gd name="connsiteY5" fmla="*/ 3770144 h 3778042"/>
              <a:gd name="connsiteX6" fmla="*/ 12349321 w 12354065"/>
              <a:gd name="connsiteY6" fmla="*/ 3778042 h 3778042"/>
              <a:gd name="connsiteX0" fmla="*/ 12349319 w 12354065"/>
              <a:gd name="connsiteY0" fmla="*/ 3778015 h 3778015"/>
              <a:gd name="connsiteX1" fmla="*/ 12353943 w 12354065"/>
              <a:gd name="connsiteY1" fmla="*/ 227375 h 3778015"/>
              <a:gd name="connsiteX2" fmla="*/ 8701493 w 12354065"/>
              <a:gd name="connsiteY2" fmla="*/ 64313 h 3778015"/>
              <a:gd name="connsiteX3" fmla="*/ 3914383 w 12354065"/>
              <a:gd name="connsiteY3" fmla="*/ 298170 h 3778015"/>
              <a:gd name="connsiteX4" fmla="*/ -1 w 12354065"/>
              <a:gd name="connsiteY4" fmla="*/ 637 h 3778015"/>
              <a:gd name="connsiteX5" fmla="*/ 135754 w 12354065"/>
              <a:gd name="connsiteY5" fmla="*/ 3770117 h 3778015"/>
              <a:gd name="connsiteX6" fmla="*/ 12349319 w 12354065"/>
              <a:gd name="connsiteY6" fmla="*/ 3778015 h 3778015"/>
              <a:gd name="connsiteX0" fmla="*/ 12349321 w 12354095"/>
              <a:gd name="connsiteY0" fmla="*/ 3778043 h 3778043"/>
              <a:gd name="connsiteX1" fmla="*/ 12353945 w 12354095"/>
              <a:gd name="connsiteY1" fmla="*/ 227403 h 3778043"/>
              <a:gd name="connsiteX2" fmla="*/ 9154025 w 12354095"/>
              <a:gd name="connsiteY2" fmla="*/ 70992 h 3778043"/>
              <a:gd name="connsiteX3" fmla="*/ 3914385 w 12354095"/>
              <a:gd name="connsiteY3" fmla="*/ 298198 h 3778043"/>
              <a:gd name="connsiteX4" fmla="*/ 1 w 12354095"/>
              <a:gd name="connsiteY4" fmla="*/ 665 h 3778043"/>
              <a:gd name="connsiteX5" fmla="*/ 135756 w 12354095"/>
              <a:gd name="connsiteY5" fmla="*/ 3770145 h 3778043"/>
              <a:gd name="connsiteX6" fmla="*/ 12349321 w 12354095"/>
              <a:gd name="connsiteY6" fmla="*/ 3778043 h 3778043"/>
              <a:gd name="connsiteX0" fmla="*/ 12349319 w 12354095"/>
              <a:gd name="connsiteY0" fmla="*/ 3778005 h 3778005"/>
              <a:gd name="connsiteX1" fmla="*/ 12353943 w 12354095"/>
              <a:gd name="connsiteY1" fmla="*/ 227365 h 3778005"/>
              <a:gd name="connsiteX2" fmla="*/ 9154023 w 12354095"/>
              <a:gd name="connsiteY2" fmla="*/ 70954 h 3778005"/>
              <a:gd name="connsiteX3" fmla="*/ 3914383 w 12354095"/>
              <a:gd name="connsiteY3" fmla="*/ 298160 h 3778005"/>
              <a:gd name="connsiteX4" fmla="*/ -1 w 12354095"/>
              <a:gd name="connsiteY4" fmla="*/ 627 h 3778005"/>
              <a:gd name="connsiteX5" fmla="*/ 135754 w 12354095"/>
              <a:gd name="connsiteY5" fmla="*/ 3770107 h 3778005"/>
              <a:gd name="connsiteX6" fmla="*/ 12349319 w 12354095"/>
              <a:gd name="connsiteY6" fmla="*/ 3778005 h 3778005"/>
              <a:gd name="connsiteX0" fmla="*/ 12349321 w 12354163"/>
              <a:gd name="connsiteY0" fmla="*/ 3778005 h 3778005"/>
              <a:gd name="connsiteX1" fmla="*/ 12353945 w 12354163"/>
              <a:gd name="connsiteY1" fmla="*/ 227365 h 3778005"/>
              <a:gd name="connsiteX2" fmla="*/ 9154025 w 12354163"/>
              <a:gd name="connsiteY2" fmla="*/ 70954 h 3778005"/>
              <a:gd name="connsiteX3" fmla="*/ 3914385 w 12354163"/>
              <a:gd name="connsiteY3" fmla="*/ 298160 h 3778005"/>
              <a:gd name="connsiteX4" fmla="*/ 1 w 12354163"/>
              <a:gd name="connsiteY4" fmla="*/ 627 h 3778005"/>
              <a:gd name="connsiteX5" fmla="*/ 135756 w 12354163"/>
              <a:gd name="connsiteY5" fmla="*/ 3770107 h 3778005"/>
              <a:gd name="connsiteX6" fmla="*/ 12349321 w 12354163"/>
              <a:gd name="connsiteY6" fmla="*/ 3778005 h 3778005"/>
              <a:gd name="connsiteX0" fmla="*/ 12373710 w 12378552"/>
              <a:gd name="connsiteY0" fmla="*/ 3778005 h 3778005"/>
              <a:gd name="connsiteX1" fmla="*/ 12378334 w 12378552"/>
              <a:gd name="connsiteY1" fmla="*/ 227365 h 3778005"/>
              <a:gd name="connsiteX2" fmla="*/ 9178414 w 12378552"/>
              <a:gd name="connsiteY2" fmla="*/ 70954 h 3778005"/>
              <a:gd name="connsiteX3" fmla="*/ 3938774 w 12378552"/>
              <a:gd name="connsiteY3" fmla="*/ 298160 h 3778005"/>
              <a:gd name="connsiteX4" fmla="*/ 24390 w 12378552"/>
              <a:gd name="connsiteY4" fmla="*/ 627 h 3778005"/>
              <a:gd name="connsiteX5" fmla="*/ -1 w 12378552"/>
              <a:gd name="connsiteY5" fmla="*/ 3770108 h 3778005"/>
              <a:gd name="connsiteX6" fmla="*/ 12373710 w 12378552"/>
              <a:gd name="connsiteY6" fmla="*/ 3778005 h 377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78552" h="3778005">
                <a:moveTo>
                  <a:pt x="12373710" y="3778005"/>
                </a:moveTo>
                <a:cubicBezTo>
                  <a:pt x="12378639" y="2747741"/>
                  <a:pt x="12373405" y="1257629"/>
                  <a:pt x="12378334" y="227365"/>
                </a:cubicBezTo>
                <a:cubicBezTo>
                  <a:pt x="12397534" y="226152"/>
                  <a:pt x="11150663" y="59155"/>
                  <a:pt x="9178414" y="70954"/>
                </a:cubicBezTo>
                <a:cubicBezTo>
                  <a:pt x="7206165" y="82753"/>
                  <a:pt x="6346878" y="289929"/>
                  <a:pt x="3938774" y="298160"/>
                </a:cubicBezTo>
                <a:cubicBezTo>
                  <a:pt x="1530670" y="306391"/>
                  <a:pt x="43246" y="-16058"/>
                  <a:pt x="24390" y="627"/>
                </a:cubicBezTo>
                <a:lnTo>
                  <a:pt x="-1" y="3770108"/>
                </a:lnTo>
                <a:lnTo>
                  <a:pt x="12373710" y="37780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C4A0E5C-B112-4855-A47E-04306516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37" y="2255838"/>
            <a:ext cx="3446463" cy="1144587"/>
          </a:xfrm>
        </p:spPr>
        <p:txBody>
          <a:bodyPr/>
          <a:lstStyle/>
          <a:p>
            <a:r>
              <a:rPr lang="en-US" sz="6600">
                <a:solidFill>
                  <a:schemeClr val="bg1"/>
                </a:solidFill>
              </a:rPr>
              <a:t>Our time today</a:t>
            </a:r>
            <a:endParaRPr lang="en-GB" sz="660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E8F115-00A0-DCCB-7DB5-9E2A773939CE}"/>
              </a:ext>
            </a:extLst>
          </p:cNvPr>
          <p:cNvSpPr/>
          <p:nvPr/>
        </p:nvSpPr>
        <p:spPr>
          <a:xfrm>
            <a:off x="6176832" y="1608086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586B320-2948-77E3-1AC5-C6FABEC76DE5}"/>
              </a:ext>
            </a:extLst>
          </p:cNvPr>
          <p:cNvSpPr/>
          <p:nvPr/>
        </p:nvSpPr>
        <p:spPr>
          <a:xfrm>
            <a:off x="6176832" y="3076406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CC8828-72EF-F5C0-113D-87A6D14F4494}"/>
              </a:ext>
            </a:extLst>
          </p:cNvPr>
          <p:cNvSpPr/>
          <p:nvPr/>
        </p:nvSpPr>
        <p:spPr>
          <a:xfrm>
            <a:off x="6176832" y="4544726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FE2ED3-6CB2-8F22-91A6-4A78C14EFFC4}"/>
              </a:ext>
            </a:extLst>
          </p:cNvPr>
          <p:cNvSpPr/>
          <p:nvPr/>
        </p:nvSpPr>
        <p:spPr>
          <a:xfrm>
            <a:off x="6176832" y="3810566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56C705-A8B5-1DF8-BE75-3C2CBABE4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350634"/>
              </p:ext>
            </p:extLst>
          </p:nvPr>
        </p:nvGraphicFramePr>
        <p:xfrm>
          <a:off x="5406888" y="1401790"/>
          <a:ext cx="6292440" cy="378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0990">
                  <a:extLst>
                    <a:ext uri="{9D8B030D-6E8A-4147-A177-3AD203B41FA5}">
                      <a16:colId xmlns:a16="http://schemas.microsoft.com/office/drawing/2014/main" val="2971434142"/>
                    </a:ext>
                  </a:extLst>
                </a:gridCol>
                <a:gridCol w="4821450">
                  <a:extLst>
                    <a:ext uri="{9D8B030D-6E8A-4147-A177-3AD203B41FA5}">
                      <a16:colId xmlns:a16="http://schemas.microsoft.com/office/drawing/2014/main" val="3891024855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u="none" strike="noStrike" kern="1200" cap="none">
                          <a:solidFill>
                            <a:schemeClr val="accent1"/>
                          </a:solidFill>
                          <a:sym typeface="Arial"/>
                        </a:rPr>
                        <a:t>Introduction to </a:t>
                      </a:r>
                      <a:r>
                        <a:rPr lang="en-US" sz="2000" b="1" u="none" strike="noStrike" kern="1200" cap="none">
                          <a:solidFill>
                            <a:schemeClr val="accent1"/>
                          </a:solidFill>
                          <a:sym typeface="Arial"/>
                        </a:rPr>
                        <a:t>Graebel</a:t>
                      </a:r>
                      <a:endParaRPr lang="en-US" sz="2000" b="1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59403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u="none" strike="noStrike" kern="1200" cap="none">
                          <a:solidFill>
                            <a:schemeClr val="accent1"/>
                          </a:solidFill>
                          <a:sym typeface="Arial"/>
                        </a:rPr>
                        <a:t>Be Bold</a:t>
                      </a:r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256622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u="none" strike="noStrike" kern="1200" cap="none">
                          <a:solidFill>
                            <a:schemeClr val="accent1"/>
                          </a:solidFill>
                          <a:sym typeface="Arial"/>
                        </a:rPr>
                        <a:t>Solution Demos</a:t>
                      </a:r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863373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u="none" strike="noStrike" kern="1200" cap="none">
                          <a:solidFill>
                            <a:schemeClr val="accent1"/>
                          </a:solidFill>
                          <a:sym typeface="Arial"/>
                        </a:rPr>
                        <a:t>Key Takeaways</a:t>
                      </a:r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644604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u="none" strike="noStrike" kern="1200" cap="none">
                          <a:solidFill>
                            <a:schemeClr val="accent1"/>
                          </a:solidFill>
                          <a:sym typeface="Arial"/>
                        </a:rPr>
                        <a:t>Panel Discussion</a:t>
                      </a:r>
                      <a:endParaRPr lang="en-US" sz="2000" b="0" i="0" u="none" strike="noStrike" kern="1200" cap="none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764911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F6266D26-CC06-4378-E7AA-B23A129B3456}"/>
              </a:ext>
            </a:extLst>
          </p:cNvPr>
          <p:cNvSpPr/>
          <p:nvPr/>
        </p:nvSpPr>
        <p:spPr>
          <a:xfrm>
            <a:off x="6176832" y="2342246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7524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27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6" presetClass="emph" presetSubtype="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350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272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ccel="50000" decel="50000" autoRev="1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2" dur="350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272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6" presetClass="emph" presetSubtype="0" accel="50000" decel="50000" autoRev="1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1" dur="350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3" presetClass="entr" presetSubtype="272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ccel="50000" decel="50000" autoRev="1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0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272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6" presetClass="emph" presetSubtype="0" accel="50000" decel="50000" autoRev="1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49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2" grpId="0" animBg="1"/>
      <p:bldP spid="12" grpId="1" animBg="1"/>
      <p:bldP spid="12" grpId="2" animBg="1"/>
      <p:bldP spid="14" grpId="0" animBg="1"/>
      <p:bldP spid="14" grpId="1" animBg="1"/>
      <p:bldP spid="14" grpId="2" animBg="1"/>
      <p:bldP spid="19" grpId="0" animBg="1"/>
      <p:bldP spid="19" grpId="1" animBg="1"/>
      <p:bldP spid="19" grpId="2" animBg="1"/>
      <p:bldP spid="8" grpId="0" animBg="1"/>
      <p:bldP spid="8" grpId="1" animBg="1"/>
      <p:bldP spid="8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7D4A4-6D39-50B0-503E-EEF39D34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F53EDD6-B0D9-D385-B73B-F5D243106A24}"/>
              </a:ext>
            </a:extLst>
          </p:cNvPr>
          <p:cNvGrpSpPr/>
          <p:nvPr/>
        </p:nvGrpSpPr>
        <p:grpSpPr>
          <a:xfrm>
            <a:off x="824491" y="1524882"/>
            <a:ext cx="6422778" cy="3208723"/>
            <a:chOff x="1477485" y="1218825"/>
            <a:chExt cx="8727858" cy="4360307"/>
          </a:xfrm>
          <a:gradFill>
            <a:gsLst>
              <a:gs pos="0">
                <a:schemeClr val="bg2">
                  <a:lumMod val="50000"/>
                </a:schemeClr>
              </a:gs>
              <a:gs pos="60000">
                <a:schemeClr val="bg2"/>
              </a:gs>
              <a:gs pos="100000">
                <a:schemeClr val="tx2"/>
              </a:gs>
            </a:gsLst>
            <a:lin ang="5400000" scaled="1"/>
          </a:gradFill>
        </p:grpSpPr>
        <p:sp>
          <p:nvSpPr>
            <p:cNvPr id="4383" name="Freeform: Shape 4382">
              <a:extLst>
                <a:ext uri="{FF2B5EF4-FFF2-40B4-BE49-F238E27FC236}">
                  <a16:creationId xmlns:a16="http://schemas.microsoft.com/office/drawing/2014/main" id="{7610B6AF-7E49-3DBD-9EAF-EF191C177FF5}"/>
                </a:ext>
              </a:extLst>
            </p:cNvPr>
            <p:cNvSpPr>
              <a:spLocks/>
            </p:cNvSpPr>
            <p:nvPr/>
          </p:nvSpPr>
          <p:spPr>
            <a:xfrm>
              <a:off x="3891603" y="4472387"/>
              <a:ext cx="520774" cy="1106745"/>
            </a:xfrm>
            <a:custGeom>
              <a:avLst/>
              <a:gdLst>
                <a:gd name="connsiteX0" fmla="*/ 272142 w 348896"/>
                <a:gd name="connsiteY0" fmla="*/ 269371 h 741472"/>
                <a:gd name="connsiteX1" fmla="*/ 273023 w 348896"/>
                <a:gd name="connsiteY1" fmla="*/ 262259 h 741472"/>
                <a:gd name="connsiteX2" fmla="*/ 273023 w 348896"/>
                <a:gd name="connsiteY2" fmla="*/ 258001 h 741472"/>
                <a:gd name="connsiteX3" fmla="*/ 273672 w 348896"/>
                <a:gd name="connsiteY3" fmla="*/ 256991 h 741472"/>
                <a:gd name="connsiteX4" fmla="*/ 277290 w 348896"/>
                <a:gd name="connsiteY4" fmla="*/ 255367 h 741472"/>
                <a:gd name="connsiteX5" fmla="*/ 276177 w 348896"/>
                <a:gd name="connsiteY5" fmla="*/ 237192 h 741472"/>
                <a:gd name="connsiteX6" fmla="*/ 276316 w 348896"/>
                <a:gd name="connsiteY6" fmla="*/ 236578 h 741472"/>
                <a:gd name="connsiteX7" fmla="*/ 278171 w 348896"/>
                <a:gd name="connsiteY7" fmla="*/ 233548 h 741472"/>
                <a:gd name="connsiteX8" fmla="*/ 278171 w 348896"/>
                <a:gd name="connsiteY8" fmla="*/ 228368 h 741472"/>
                <a:gd name="connsiteX9" fmla="*/ 278310 w 348896"/>
                <a:gd name="connsiteY9" fmla="*/ 227885 h 741472"/>
                <a:gd name="connsiteX10" fmla="*/ 282252 w 348896"/>
                <a:gd name="connsiteY10" fmla="*/ 220422 h 741472"/>
                <a:gd name="connsiteX11" fmla="*/ 282252 w 348896"/>
                <a:gd name="connsiteY11" fmla="*/ 211906 h 741472"/>
                <a:gd name="connsiteX12" fmla="*/ 282391 w 348896"/>
                <a:gd name="connsiteY12" fmla="*/ 211379 h 741472"/>
                <a:gd name="connsiteX13" fmla="*/ 284988 w 348896"/>
                <a:gd name="connsiteY13" fmla="*/ 206989 h 741472"/>
                <a:gd name="connsiteX14" fmla="*/ 285127 w 348896"/>
                <a:gd name="connsiteY14" fmla="*/ 206901 h 741472"/>
                <a:gd name="connsiteX15" fmla="*/ 285174 w 348896"/>
                <a:gd name="connsiteY15" fmla="*/ 206770 h 741472"/>
                <a:gd name="connsiteX16" fmla="*/ 302287 w 348896"/>
                <a:gd name="connsiteY16" fmla="*/ 189736 h 741472"/>
                <a:gd name="connsiteX17" fmla="*/ 309754 w 348896"/>
                <a:gd name="connsiteY17" fmla="*/ 180210 h 741472"/>
                <a:gd name="connsiteX18" fmla="*/ 314670 w 348896"/>
                <a:gd name="connsiteY18" fmla="*/ 173405 h 741472"/>
                <a:gd name="connsiteX19" fmla="*/ 314994 w 348896"/>
                <a:gd name="connsiteY19" fmla="*/ 173098 h 741472"/>
                <a:gd name="connsiteX20" fmla="*/ 326032 w 348896"/>
                <a:gd name="connsiteY20" fmla="*/ 166118 h 741472"/>
                <a:gd name="connsiteX21" fmla="*/ 338600 w 348896"/>
                <a:gd name="connsiteY21" fmla="*/ 158348 h 741472"/>
                <a:gd name="connsiteX22" fmla="*/ 346763 w 348896"/>
                <a:gd name="connsiteY22" fmla="*/ 152553 h 741472"/>
                <a:gd name="connsiteX23" fmla="*/ 348896 w 348896"/>
                <a:gd name="connsiteY23" fmla="*/ 139997 h 741472"/>
                <a:gd name="connsiteX24" fmla="*/ 346577 w 348896"/>
                <a:gd name="connsiteY24" fmla="*/ 137100 h 741472"/>
                <a:gd name="connsiteX25" fmla="*/ 346345 w 348896"/>
                <a:gd name="connsiteY25" fmla="*/ 136442 h 741472"/>
                <a:gd name="connsiteX26" fmla="*/ 346345 w 348896"/>
                <a:gd name="connsiteY26" fmla="*/ 131217 h 741472"/>
                <a:gd name="connsiteX27" fmla="*/ 342589 w 348896"/>
                <a:gd name="connsiteY27" fmla="*/ 131217 h 741472"/>
                <a:gd name="connsiteX28" fmla="*/ 341429 w 348896"/>
                <a:gd name="connsiteY28" fmla="*/ 130120 h 741472"/>
                <a:gd name="connsiteX29" fmla="*/ 341429 w 348896"/>
                <a:gd name="connsiteY29" fmla="*/ 129242 h 741472"/>
                <a:gd name="connsiteX30" fmla="*/ 337951 w 348896"/>
                <a:gd name="connsiteY30" fmla="*/ 131086 h 741472"/>
                <a:gd name="connsiteX31" fmla="*/ 337395 w 348896"/>
                <a:gd name="connsiteY31" fmla="*/ 131217 h 741472"/>
                <a:gd name="connsiteX32" fmla="*/ 335632 w 348896"/>
                <a:gd name="connsiteY32" fmla="*/ 131217 h 741472"/>
                <a:gd name="connsiteX33" fmla="*/ 335632 w 348896"/>
                <a:gd name="connsiteY33" fmla="*/ 136705 h 741472"/>
                <a:gd name="connsiteX34" fmla="*/ 335586 w 348896"/>
                <a:gd name="connsiteY34" fmla="*/ 137056 h 741472"/>
                <a:gd name="connsiteX35" fmla="*/ 332386 w 348896"/>
                <a:gd name="connsiteY35" fmla="*/ 146363 h 741472"/>
                <a:gd name="connsiteX36" fmla="*/ 332108 w 348896"/>
                <a:gd name="connsiteY36" fmla="*/ 146802 h 741472"/>
                <a:gd name="connsiteX37" fmla="*/ 325707 w 348896"/>
                <a:gd name="connsiteY37" fmla="*/ 152553 h 741472"/>
                <a:gd name="connsiteX38" fmla="*/ 325244 w 348896"/>
                <a:gd name="connsiteY38" fmla="*/ 152816 h 741472"/>
                <a:gd name="connsiteX39" fmla="*/ 320281 w 348896"/>
                <a:gd name="connsiteY39" fmla="*/ 154309 h 741472"/>
                <a:gd name="connsiteX40" fmla="*/ 318148 w 348896"/>
                <a:gd name="connsiteY40" fmla="*/ 159577 h 741472"/>
                <a:gd name="connsiteX41" fmla="*/ 317499 w 348896"/>
                <a:gd name="connsiteY41" fmla="*/ 160191 h 741472"/>
                <a:gd name="connsiteX42" fmla="*/ 316571 w 348896"/>
                <a:gd name="connsiteY42" fmla="*/ 160191 h 741472"/>
                <a:gd name="connsiteX43" fmla="*/ 312119 w 348896"/>
                <a:gd name="connsiteY43" fmla="*/ 158304 h 741472"/>
                <a:gd name="connsiteX44" fmla="*/ 307574 w 348896"/>
                <a:gd name="connsiteY44" fmla="*/ 162782 h 741472"/>
                <a:gd name="connsiteX45" fmla="*/ 306739 w 348896"/>
                <a:gd name="connsiteY45" fmla="*/ 163133 h 741472"/>
                <a:gd name="connsiteX46" fmla="*/ 306739 w 348896"/>
                <a:gd name="connsiteY46" fmla="*/ 163133 h 741472"/>
                <a:gd name="connsiteX47" fmla="*/ 305951 w 348896"/>
                <a:gd name="connsiteY47" fmla="*/ 162825 h 741472"/>
                <a:gd name="connsiteX48" fmla="*/ 304606 w 348896"/>
                <a:gd name="connsiteY48" fmla="*/ 164142 h 741472"/>
                <a:gd name="connsiteX49" fmla="*/ 304606 w 348896"/>
                <a:gd name="connsiteY49" fmla="*/ 167698 h 741472"/>
                <a:gd name="connsiteX50" fmla="*/ 299087 w 348896"/>
                <a:gd name="connsiteY50" fmla="*/ 175381 h 741472"/>
                <a:gd name="connsiteX51" fmla="*/ 275017 w 348896"/>
                <a:gd name="connsiteY51" fmla="*/ 184995 h 741472"/>
                <a:gd name="connsiteX52" fmla="*/ 289209 w 348896"/>
                <a:gd name="connsiteY52" fmla="*/ 168796 h 741472"/>
                <a:gd name="connsiteX53" fmla="*/ 299643 w 348896"/>
                <a:gd name="connsiteY53" fmla="*/ 167128 h 741472"/>
                <a:gd name="connsiteX54" fmla="*/ 300200 w 348896"/>
                <a:gd name="connsiteY54" fmla="*/ 163572 h 741472"/>
                <a:gd name="connsiteX55" fmla="*/ 302426 w 348896"/>
                <a:gd name="connsiteY55" fmla="*/ 159621 h 741472"/>
                <a:gd name="connsiteX56" fmla="*/ 292919 w 348896"/>
                <a:gd name="connsiteY56" fmla="*/ 161377 h 741472"/>
                <a:gd name="connsiteX57" fmla="*/ 292362 w 348896"/>
                <a:gd name="connsiteY57" fmla="*/ 161377 h 741472"/>
                <a:gd name="connsiteX58" fmla="*/ 279748 w 348896"/>
                <a:gd name="connsiteY58" fmla="*/ 157865 h 741472"/>
                <a:gd name="connsiteX59" fmla="*/ 270333 w 348896"/>
                <a:gd name="connsiteY59" fmla="*/ 157865 h 741472"/>
                <a:gd name="connsiteX60" fmla="*/ 269174 w 348896"/>
                <a:gd name="connsiteY60" fmla="*/ 156767 h 741472"/>
                <a:gd name="connsiteX61" fmla="*/ 269174 w 348896"/>
                <a:gd name="connsiteY61" fmla="*/ 153738 h 741472"/>
                <a:gd name="connsiteX62" fmla="*/ 269498 w 348896"/>
                <a:gd name="connsiteY62" fmla="*/ 152948 h 741472"/>
                <a:gd name="connsiteX63" fmla="*/ 275852 w 348896"/>
                <a:gd name="connsiteY63" fmla="*/ 146934 h 741472"/>
                <a:gd name="connsiteX64" fmla="*/ 276130 w 348896"/>
                <a:gd name="connsiteY64" fmla="*/ 138329 h 741472"/>
                <a:gd name="connsiteX65" fmla="*/ 276733 w 348896"/>
                <a:gd name="connsiteY65" fmla="*/ 137407 h 741472"/>
                <a:gd name="connsiteX66" fmla="*/ 281464 w 348896"/>
                <a:gd name="connsiteY66" fmla="*/ 134905 h 741472"/>
                <a:gd name="connsiteX67" fmla="*/ 282252 w 348896"/>
                <a:gd name="connsiteY67" fmla="*/ 129944 h 741472"/>
                <a:gd name="connsiteX68" fmla="*/ 282530 w 348896"/>
                <a:gd name="connsiteY68" fmla="*/ 129374 h 741472"/>
                <a:gd name="connsiteX69" fmla="*/ 286333 w 348896"/>
                <a:gd name="connsiteY69" fmla="*/ 125554 h 741472"/>
                <a:gd name="connsiteX70" fmla="*/ 281000 w 348896"/>
                <a:gd name="connsiteY70" fmla="*/ 121208 h 741472"/>
                <a:gd name="connsiteX71" fmla="*/ 266066 w 348896"/>
                <a:gd name="connsiteY71" fmla="*/ 114667 h 741472"/>
                <a:gd name="connsiteX72" fmla="*/ 249092 w 348896"/>
                <a:gd name="connsiteY72" fmla="*/ 102990 h 741472"/>
                <a:gd name="connsiteX73" fmla="*/ 241625 w 348896"/>
                <a:gd name="connsiteY73" fmla="*/ 102990 h 741472"/>
                <a:gd name="connsiteX74" fmla="*/ 241162 w 348896"/>
                <a:gd name="connsiteY74" fmla="*/ 102902 h 741472"/>
                <a:gd name="connsiteX75" fmla="*/ 232768 w 348896"/>
                <a:gd name="connsiteY75" fmla="*/ 99609 h 741472"/>
                <a:gd name="connsiteX76" fmla="*/ 232443 w 348896"/>
                <a:gd name="connsiteY76" fmla="*/ 99390 h 741472"/>
                <a:gd name="connsiteX77" fmla="*/ 217092 w 348896"/>
                <a:gd name="connsiteY77" fmla="*/ 85956 h 741472"/>
                <a:gd name="connsiteX78" fmla="*/ 216860 w 348896"/>
                <a:gd name="connsiteY78" fmla="*/ 85649 h 741472"/>
                <a:gd name="connsiteX79" fmla="*/ 213521 w 348896"/>
                <a:gd name="connsiteY79" fmla="*/ 79547 h 741472"/>
                <a:gd name="connsiteX80" fmla="*/ 206008 w 348896"/>
                <a:gd name="connsiteY80" fmla="*/ 74015 h 741472"/>
                <a:gd name="connsiteX81" fmla="*/ 199979 w 348896"/>
                <a:gd name="connsiteY81" fmla="*/ 71162 h 741472"/>
                <a:gd name="connsiteX82" fmla="*/ 188524 w 348896"/>
                <a:gd name="connsiteY82" fmla="*/ 71162 h 741472"/>
                <a:gd name="connsiteX83" fmla="*/ 181892 w 348896"/>
                <a:gd name="connsiteY83" fmla="*/ 83717 h 741472"/>
                <a:gd name="connsiteX84" fmla="*/ 180825 w 348896"/>
                <a:gd name="connsiteY84" fmla="*/ 84332 h 741472"/>
                <a:gd name="connsiteX85" fmla="*/ 179805 w 348896"/>
                <a:gd name="connsiteY85" fmla="*/ 83717 h 741472"/>
                <a:gd name="connsiteX86" fmla="*/ 174332 w 348896"/>
                <a:gd name="connsiteY86" fmla="*/ 72830 h 741472"/>
                <a:gd name="connsiteX87" fmla="*/ 157683 w 348896"/>
                <a:gd name="connsiteY87" fmla="*/ 73094 h 741472"/>
                <a:gd name="connsiteX88" fmla="*/ 157683 w 348896"/>
                <a:gd name="connsiteY88" fmla="*/ 73094 h 741472"/>
                <a:gd name="connsiteX89" fmla="*/ 156755 w 348896"/>
                <a:gd name="connsiteY89" fmla="*/ 72655 h 741472"/>
                <a:gd name="connsiteX90" fmla="*/ 151932 w 348896"/>
                <a:gd name="connsiteY90" fmla="*/ 66728 h 741472"/>
                <a:gd name="connsiteX91" fmla="*/ 149056 w 348896"/>
                <a:gd name="connsiteY91" fmla="*/ 70679 h 741472"/>
                <a:gd name="connsiteX92" fmla="*/ 148778 w 348896"/>
                <a:gd name="connsiteY92" fmla="*/ 70943 h 741472"/>
                <a:gd name="connsiteX93" fmla="*/ 143167 w 348896"/>
                <a:gd name="connsiteY93" fmla="*/ 74806 h 741472"/>
                <a:gd name="connsiteX94" fmla="*/ 137323 w 348896"/>
                <a:gd name="connsiteY94" fmla="*/ 83235 h 741472"/>
                <a:gd name="connsiteX95" fmla="*/ 139225 w 348896"/>
                <a:gd name="connsiteY95" fmla="*/ 85912 h 741472"/>
                <a:gd name="connsiteX96" fmla="*/ 139364 w 348896"/>
                <a:gd name="connsiteY96" fmla="*/ 86834 h 741472"/>
                <a:gd name="connsiteX97" fmla="*/ 134169 w 348896"/>
                <a:gd name="connsiteY97" fmla="*/ 103297 h 741472"/>
                <a:gd name="connsiteX98" fmla="*/ 133335 w 348896"/>
                <a:gd name="connsiteY98" fmla="*/ 104043 h 741472"/>
                <a:gd name="connsiteX99" fmla="*/ 115479 w 348896"/>
                <a:gd name="connsiteY99" fmla="*/ 113526 h 741472"/>
                <a:gd name="connsiteX100" fmla="*/ 117891 w 348896"/>
                <a:gd name="connsiteY100" fmla="*/ 119891 h 741472"/>
                <a:gd name="connsiteX101" fmla="*/ 117566 w 348896"/>
                <a:gd name="connsiteY101" fmla="*/ 121076 h 741472"/>
                <a:gd name="connsiteX102" fmla="*/ 115201 w 348896"/>
                <a:gd name="connsiteY102" fmla="*/ 123096 h 741472"/>
                <a:gd name="connsiteX103" fmla="*/ 113439 w 348896"/>
                <a:gd name="connsiteY103" fmla="*/ 127925 h 741472"/>
                <a:gd name="connsiteX104" fmla="*/ 118169 w 348896"/>
                <a:gd name="connsiteY104" fmla="*/ 138241 h 741472"/>
                <a:gd name="connsiteX105" fmla="*/ 117752 w 348896"/>
                <a:gd name="connsiteY105" fmla="*/ 139602 h 741472"/>
                <a:gd name="connsiteX106" fmla="*/ 113346 w 348896"/>
                <a:gd name="connsiteY106" fmla="*/ 142280 h 741472"/>
                <a:gd name="connsiteX107" fmla="*/ 113346 w 348896"/>
                <a:gd name="connsiteY107" fmla="*/ 144870 h 741472"/>
                <a:gd name="connsiteX108" fmla="*/ 118865 w 348896"/>
                <a:gd name="connsiteY108" fmla="*/ 151148 h 741472"/>
                <a:gd name="connsiteX109" fmla="*/ 119097 w 348896"/>
                <a:gd name="connsiteY109" fmla="*/ 152114 h 741472"/>
                <a:gd name="connsiteX110" fmla="*/ 118447 w 348896"/>
                <a:gd name="connsiteY110" fmla="*/ 152860 h 741472"/>
                <a:gd name="connsiteX111" fmla="*/ 109126 w 348896"/>
                <a:gd name="connsiteY111" fmla="*/ 156767 h 741472"/>
                <a:gd name="connsiteX112" fmla="*/ 107827 w 348896"/>
                <a:gd name="connsiteY112" fmla="*/ 162342 h 741472"/>
                <a:gd name="connsiteX113" fmla="*/ 104859 w 348896"/>
                <a:gd name="connsiteY113" fmla="*/ 169279 h 741472"/>
                <a:gd name="connsiteX114" fmla="*/ 104581 w 348896"/>
                <a:gd name="connsiteY114" fmla="*/ 169630 h 741472"/>
                <a:gd name="connsiteX115" fmla="*/ 97392 w 348896"/>
                <a:gd name="connsiteY115" fmla="*/ 176434 h 741472"/>
                <a:gd name="connsiteX116" fmla="*/ 97392 w 348896"/>
                <a:gd name="connsiteY116" fmla="*/ 179551 h 741472"/>
                <a:gd name="connsiteX117" fmla="*/ 95630 w 348896"/>
                <a:gd name="connsiteY117" fmla="*/ 188551 h 741472"/>
                <a:gd name="connsiteX118" fmla="*/ 95352 w 348896"/>
                <a:gd name="connsiteY118" fmla="*/ 189078 h 741472"/>
                <a:gd name="connsiteX119" fmla="*/ 91873 w 348896"/>
                <a:gd name="connsiteY119" fmla="*/ 192590 h 741472"/>
                <a:gd name="connsiteX120" fmla="*/ 91873 w 348896"/>
                <a:gd name="connsiteY120" fmla="*/ 204794 h 741472"/>
                <a:gd name="connsiteX121" fmla="*/ 94656 w 348896"/>
                <a:gd name="connsiteY121" fmla="*/ 206945 h 741472"/>
                <a:gd name="connsiteX122" fmla="*/ 95073 w 348896"/>
                <a:gd name="connsiteY122" fmla="*/ 207955 h 741472"/>
                <a:gd name="connsiteX123" fmla="*/ 94378 w 348896"/>
                <a:gd name="connsiteY123" fmla="*/ 208789 h 741472"/>
                <a:gd name="connsiteX124" fmla="*/ 89508 w 348896"/>
                <a:gd name="connsiteY124" fmla="*/ 210720 h 741472"/>
                <a:gd name="connsiteX125" fmla="*/ 88117 w 348896"/>
                <a:gd name="connsiteY125" fmla="*/ 221871 h 741472"/>
                <a:gd name="connsiteX126" fmla="*/ 87375 w 348896"/>
                <a:gd name="connsiteY126" fmla="*/ 222793 h 741472"/>
                <a:gd name="connsiteX127" fmla="*/ 84082 w 348896"/>
                <a:gd name="connsiteY127" fmla="*/ 223890 h 741472"/>
                <a:gd name="connsiteX128" fmla="*/ 84082 w 348896"/>
                <a:gd name="connsiteY128" fmla="*/ 234514 h 741472"/>
                <a:gd name="connsiteX129" fmla="*/ 88952 w 348896"/>
                <a:gd name="connsiteY129" fmla="*/ 236929 h 741472"/>
                <a:gd name="connsiteX130" fmla="*/ 89554 w 348896"/>
                <a:gd name="connsiteY130" fmla="*/ 237763 h 741472"/>
                <a:gd name="connsiteX131" fmla="*/ 89183 w 348896"/>
                <a:gd name="connsiteY131" fmla="*/ 238729 h 741472"/>
                <a:gd name="connsiteX132" fmla="*/ 86957 w 348896"/>
                <a:gd name="connsiteY132" fmla="*/ 240616 h 741472"/>
                <a:gd name="connsiteX133" fmla="*/ 91781 w 348896"/>
                <a:gd name="connsiteY133" fmla="*/ 249484 h 741472"/>
                <a:gd name="connsiteX134" fmla="*/ 91920 w 348896"/>
                <a:gd name="connsiteY134" fmla="*/ 250099 h 741472"/>
                <a:gd name="connsiteX135" fmla="*/ 91085 w 348896"/>
                <a:gd name="connsiteY135" fmla="*/ 259230 h 741472"/>
                <a:gd name="connsiteX136" fmla="*/ 93357 w 348896"/>
                <a:gd name="connsiteY136" fmla="*/ 261601 h 741472"/>
                <a:gd name="connsiteX137" fmla="*/ 93636 w 348896"/>
                <a:gd name="connsiteY137" fmla="*/ 262303 h 741472"/>
                <a:gd name="connsiteX138" fmla="*/ 93914 w 348896"/>
                <a:gd name="connsiteY138" fmla="*/ 271083 h 741472"/>
                <a:gd name="connsiteX139" fmla="*/ 94795 w 348896"/>
                <a:gd name="connsiteY139" fmla="*/ 277273 h 741472"/>
                <a:gd name="connsiteX140" fmla="*/ 94238 w 348896"/>
                <a:gd name="connsiteY140" fmla="*/ 278371 h 741472"/>
                <a:gd name="connsiteX141" fmla="*/ 90992 w 348896"/>
                <a:gd name="connsiteY141" fmla="*/ 280170 h 741472"/>
                <a:gd name="connsiteX142" fmla="*/ 86401 w 348896"/>
                <a:gd name="connsiteY142" fmla="*/ 286799 h 741472"/>
                <a:gd name="connsiteX143" fmla="*/ 86401 w 348896"/>
                <a:gd name="connsiteY143" fmla="*/ 293077 h 741472"/>
                <a:gd name="connsiteX144" fmla="*/ 85891 w 348896"/>
                <a:gd name="connsiteY144" fmla="*/ 293999 h 741472"/>
                <a:gd name="connsiteX145" fmla="*/ 82830 w 348896"/>
                <a:gd name="connsiteY145" fmla="*/ 295887 h 741472"/>
                <a:gd name="connsiteX146" fmla="*/ 85659 w 348896"/>
                <a:gd name="connsiteY146" fmla="*/ 299881 h 741472"/>
                <a:gd name="connsiteX147" fmla="*/ 85844 w 348896"/>
                <a:gd name="connsiteY147" fmla="*/ 300584 h 741472"/>
                <a:gd name="connsiteX148" fmla="*/ 84963 w 348896"/>
                <a:gd name="connsiteY148" fmla="*/ 311559 h 741472"/>
                <a:gd name="connsiteX149" fmla="*/ 84592 w 348896"/>
                <a:gd name="connsiteY149" fmla="*/ 312305 h 741472"/>
                <a:gd name="connsiteX150" fmla="*/ 81995 w 348896"/>
                <a:gd name="connsiteY150" fmla="*/ 314500 h 741472"/>
                <a:gd name="connsiteX151" fmla="*/ 78934 w 348896"/>
                <a:gd name="connsiteY151" fmla="*/ 317968 h 741472"/>
                <a:gd name="connsiteX152" fmla="*/ 78053 w 348896"/>
                <a:gd name="connsiteY152" fmla="*/ 318363 h 741472"/>
                <a:gd name="connsiteX153" fmla="*/ 76012 w 348896"/>
                <a:gd name="connsiteY153" fmla="*/ 318363 h 741472"/>
                <a:gd name="connsiteX154" fmla="*/ 74296 w 348896"/>
                <a:gd name="connsiteY154" fmla="*/ 323719 h 741472"/>
                <a:gd name="connsiteX155" fmla="*/ 74296 w 348896"/>
                <a:gd name="connsiteY155" fmla="*/ 332324 h 741472"/>
                <a:gd name="connsiteX156" fmla="*/ 74157 w 348896"/>
                <a:gd name="connsiteY156" fmla="*/ 332894 h 741472"/>
                <a:gd name="connsiteX157" fmla="*/ 72302 w 348896"/>
                <a:gd name="connsiteY157" fmla="*/ 335923 h 741472"/>
                <a:gd name="connsiteX158" fmla="*/ 72302 w 348896"/>
                <a:gd name="connsiteY158" fmla="*/ 346328 h 741472"/>
                <a:gd name="connsiteX159" fmla="*/ 79954 w 348896"/>
                <a:gd name="connsiteY159" fmla="*/ 358971 h 741472"/>
                <a:gd name="connsiteX160" fmla="*/ 79815 w 348896"/>
                <a:gd name="connsiteY160" fmla="*/ 360244 h 741472"/>
                <a:gd name="connsiteX161" fmla="*/ 76337 w 348896"/>
                <a:gd name="connsiteY161" fmla="*/ 364107 h 741472"/>
                <a:gd name="connsiteX162" fmla="*/ 75827 w 348896"/>
                <a:gd name="connsiteY162" fmla="*/ 364459 h 741472"/>
                <a:gd name="connsiteX163" fmla="*/ 69380 w 348896"/>
                <a:gd name="connsiteY163" fmla="*/ 366390 h 741472"/>
                <a:gd name="connsiteX164" fmla="*/ 69380 w 348896"/>
                <a:gd name="connsiteY164" fmla="*/ 374073 h 741472"/>
                <a:gd name="connsiteX165" fmla="*/ 69148 w 348896"/>
                <a:gd name="connsiteY165" fmla="*/ 374731 h 741472"/>
                <a:gd name="connsiteX166" fmla="*/ 64743 w 348896"/>
                <a:gd name="connsiteY166" fmla="*/ 380482 h 741472"/>
                <a:gd name="connsiteX167" fmla="*/ 64743 w 348896"/>
                <a:gd name="connsiteY167" fmla="*/ 385355 h 741472"/>
                <a:gd name="connsiteX168" fmla="*/ 64743 w 348896"/>
                <a:gd name="connsiteY168" fmla="*/ 385662 h 741472"/>
                <a:gd name="connsiteX169" fmla="*/ 63166 w 348896"/>
                <a:gd name="connsiteY169" fmla="*/ 391106 h 741472"/>
                <a:gd name="connsiteX170" fmla="*/ 65299 w 348896"/>
                <a:gd name="connsiteY170" fmla="*/ 393125 h 741472"/>
                <a:gd name="connsiteX171" fmla="*/ 65485 w 348896"/>
                <a:gd name="connsiteY171" fmla="*/ 394398 h 741472"/>
                <a:gd name="connsiteX172" fmla="*/ 61032 w 348896"/>
                <a:gd name="connsiteY172" fmla="*/ 402300 h 741472"/>
                <a:gd name="connsiteX173" fmla="*/ 64743 w 348896"/>
                <a:gd name="connsiteY173" fmla="*/ 429387 h 741472"/>
                <a:gd name="connsiteX174" fmla="*/ 64464 w 348896"/>
                <a:gd name="connsiteY174" fmla="*/ 430265 h 741472"/>
                <a:gd name="connsiteX175" fmla="*/ 63583 w 348896"/>
                <a:gd name="connsiteY175" fmla="*/ 430616 h 741472"/>
                <a:gd name="connsiteX176" fmla="*/ 58945 w 348896"/>
                <a:gd name="connsiteY176" fmla="*/ 430616 h 741472"/>
                <a:gd name="connsiteX177" fmla="*/ 58945 w 348896"/>
                <a:gd name="connsiteY177" fmla="*/ 444708 h 741472"/>
                <a:gd name="connsiteX178" fmla="*/ 63815 w 348896"/>
                <a:gd name="connsiteY178" fmla="*/ 449317 h 741472"/>
                <a:gd name="connsiteX179" fmla="*/ 64047 w 348896"/>
                <a:gd name="connsiteY179" fmla="*/ 450503 h 741472"/>
                <a:gd name="connsiteX180" fmla="*/ 61496 w 348896"/>
                <a:gd name="connsiteY180" fmla="*/ 456253 h 741472"/>
                <a:gd name="connsiteX181" fmla="*/ 66505 w 348896"/>
                <a:gd name="connsiteY181" fmla="*/ 459326 h 741472"/>
                <a:gd name="connsiteX182" fmla="*/ 67015 w 348896"/>
                <a:gd name="connsiteY182" fmla="*/ 460073 h 741472"/>
                <a:gd name="connsiteX183" fmla="*/ 66783 w 348896"/>
                <a:gd name="connsiteY183" fmla="*/ 460907 h 741472"/>
                <a:gd name="connsiteX184" fmla="*/ 64279 w 348896"/>
                <a:gd name="connsiteY184" fmla="*/ 463980 h 741472"/>
                <a:gd name="connsiteX185" fmla="*/ 65531 w 348896"/>
                <a:gd name="connsiteY185" fmla="*/ 467272 h 741472"/>
                <a:gd name="connsiteX186" fmla="*/ 65346 w 348896"/>
                <a:gd name="connsiteY186" fmla="*/ 468282 h 741472"/>
                <a:gd name="connsiteX187" fmla="*/ 62980 w 348896"/>
                <a:gd name="connsiteY187" fmla="*/ 471267 h 741472"/>
                <a:gd name="connsiteX188" fmla="*/ 62980 w 348896"/>
                <a:gd name="connsiteY188" fmla="*/ 474999 h 741472"/>
                <a:gd name="connsiteX189" fmla="*/ 70493 w 348896"/>
                <a:gd name="connsiteY189" fmla="*/ 474999 h 741472"/>
                <a:gd name="connsiteX190" fmla="*/ 71096 w 348896"/>
                <a:gd name="connsiteY190" fmla="*/ 475174 h 741472"/>
                <a:gd name="connsiteX191" fmla="*/ 75734 w 348896"/>
                <a:gd name="connsiteY191" fmla="*/ 477896 h 741472"/>
                <a:gd name="connsiteX192" fmla="*/ 76244 w 348896"/>
                <a:gd name="connsiteY192" fmla="*/ 478643 h 741472"/>
                <a:gd name="connsiteX193" fmla="*/ 76059 w 348896"/>
                <a:gd name="connsiteY193" fmla="*/ 479520 h 741472"/>
                <a:gd name="connsiteX194" fmla="*/ 70540 w 348896"/>
                <a:gd name="connsiteY194" fmla="*/ 486501 h 741472"/>
                <a:gd name="connsiteX195" fmla="*/ 69659 w 348896"/>
                <a:gd name="connsiteY195" fmla="*/ 486940 h 741472"/>
                <a:gd name="connsiteX196" fmla="*/ 68731 w 348896"/>
                <a:gd name="connsiteY196" fmla="*/ 486589 h 741472"/>
                <a:gd name="connsiteX197" fmla="*/ 65948 w 348896"/>
                <a:gd name="connsiteY197" fmla="*/ 483867 h 741472"/>
                <a:gd name="connsiteX198" fmla="*/ 58806 w 348896"/>
                <a:gd name="connsiteY198" fmla="*/ 485008 h 741472"/>
                <a:gd name="connsiteX199" fmla="*/ 58806 w 348896"/>
                <a:gd name="connsiteY199" fmla="*/ 486545 h 741472"/>
                <a:gd name="connsiteX200" fmla="*/ 65485 w 348896"/>
                <a:gd name="connsiteY200" fmla="*/ 486545 h 741472"/>
                <a:gd name="connsiteX201" fmla="*/ 66459 w 348896"/>
                <a:gd name="connsiteY201" fmla="*/ 487071 h 741472"/>
                <a:gd name="connsiteX202" fmla="*/ 71096 w 348896"/>
                <a:gd name="connsiteY202" fmla="*/ 494183 h 741472"/>
                <a:gd name="connsiteX203" fmla="*/ 71235 w 348896"/>
                <a:gd name="connsiteY203" fmla="*/ 495061 h 741472"/>
                <a:gd name="connsiteX204" fmla="*/ 70586 w 348896"/>
                <a:gd name="connsiteY204" fmla="*/ 495720 h 741472"/>
                <a:gd name="connsiteX205" fmla="*/ 68082 w 348896"/>
                <a:gd name="connsiteY205" fmla="*/ 496817 h 741472"/>
                <a:gd name="connsiteX206" fmla="*/ 68082 w 348896"/>
                <a:gd name="connsiteY206" fmla="*/ 499934 h 741472"/>
                <a:gd name="connsiteX207" fmla="*/ 67247 w 348896"/>
                <a:gd name="connsiteY207" fmla="*/ 500988 h 741472"/>
                <a:gd name="connsiteX208" fmla="*/ 62980 w 348896"/>
                <a:gd name="connsiteY208" fmla="*/ 502217 h 741472"/>
                <a:gd name="connsiteX209" fmla="*/ 66690 w 348896"/>
                <a:gd name="connsiteY209" fmla="*/ 507265 h 741472"/>
                <a:gd name="connsiteX210" fmla="*/ 66551 w 348896"/>
                <a:gd name="connsiteY210" fmla="*/ 508670 h 741472"/>
                <a:gd name="connsiteX211" fmla="*/ 62285 w 348896"/>
                <a:gd name="connsiteY211" fmla="*/ 512445 h 741472"/>
                <a:gd name="connsiteX212" fmla="*/ 64835 w 348896"/>
                <a:gd name="connsiteY212" fmla="*/ 516484 h 741472"/>
                <a:gd name="connsiteX213" fmla="*/ 72951 w 348896"/>
                <a:gd name="connsiteY213" fmla="*/ 519382 h 741472"/>
                <a:gd name="connsiteX214" fmla="*/ 72951 w 348896"/>
                <a:gd name="connsiteY214" fmla="*/ 522455 h 741472"/>
                <a:gd name="connsiteX215" fmla="*/ 65438 w 348896"/>
                <a:gd name="connsiteY215" fmla="*/ 520831 h 741472"/>
                <a:gd name="connsiteX216" fmla="*/ 65438 w 348896"/>
                <a:gd name="connsiteY216" fmla="*/ 522982 h 741472"/>
                <a:gd name="connsiteX217" fmla="*/ 65114 w 348896"/>
                <a:gd name="connsiteY217" fmla="*/ 523728 h 741472"/>
                <a:gd name="connsiteX218" fmla="*/ 61079 w 348896"/>
                <a:gd name="connsiteY218" fmla="*/ 527767 h 741472"/>
                <a:gd name="connsiteX219" fmla="*/ 61357 w 348896"/>
                <a:gd name="connsiteY219" fmla="*/ 534176 h 741472"/>
                <a:gd name="connsiteX220" fmla="*/ 61172 w 348896"/>
                <a:gd name="connsiteY220" fmla="*/ 534791 h 741472"/>
                <a:gd name="connsiteX221" fmla="*/ 58574 w 348896"/>
                <a:gd name="connsiteY221" fmla="*/ 538654 h 741472"/>
                <a:gd name="connsiteX222" fmla="*/ 55467 w 348896"/>
                <a:gd name="connsiteY222" fmla="*/ 542166 h 741472"/>
                <a:gd name="connsiteX223" fmla="*/ 53798 w 348896"/>
                <a:gd name="connsiteY223" fmla="*/ 547434 h 741472"/>
                <a:gd name="connsiteX224" fmla="*/ 52685 w 348896"/>
                <a:gd name="connsiteY224" fmla="*/ 548224 h 741472"/>
                <a:gd name="connsiteX225" fmla="*/ 50922 w 348896"/>
                <a:gd name="connsiteY225" fmla="*/ 548224 h 741472"/>
                <a:gd name="connsiteX226" fmla="*/ 50922 w 348896"/>
                <a:gd name="connsiteY226" fmla="*/ 553053 h 741472"/>
                <a:gd name="connsiteX227" fmla="*/ 56163 w 348896"/>
                <a:gd name="connsiteY227" fmla="*/ 559331 h 741472"/>
                <a:gd name="connsiteX228" fmla="*/ 56163 w 348896"/>
                <a:gd name="connsiteY228" fmla="*/ 560736 h 741472"/>
                <a:gd name="connsiteX229" fmla="*/ 50922 w 348896"/>
                <a:gd name="connsiteY229" fmla="*/ 566443 h 741472"/>
                <a:gd name="connsiteX230" fmla="*/ 50922 w 348896"/>
                <a:gd name="connsiteY230" fmla="*/ 572018 h 741472"/>
                <a:gd name="connsiteX231" fmla="*/ 54679 w 348896"/>
                <a:gd name="connsiteY231" fmla="*/ 573993 h 741472"/>
                <a:gd name="connsiteX232" fmla="*/ 54679 w 348896"/>
                <a:gd name="connsiteY232" fmla="*/ 579481 h 741472"/>
                <a:gd name="connsiteX233" fmla="*/ 51803 w 348896"/>
                <a:gd name="connsiteY233" fmla="*/ 579481 h 741472"/>
                <a:gd name="connsiteX234" fmla="*/ 50458 w 348896"/>
                <a:gd name="connsiteY234" fmla="*/ 576452 h 741472"/>
                <a:gd name="connsiteX235" fmla="*/ 48464 w 348896"/>
                <a:gd name="connsiteY235" fmla="*/ 574784 h 741472"/>
                <a:gd name="connsiteX236" fmla="*/ 44708 w 348896"/>
                <a:gd name="connsiteY236" fmla="*/ 576671 h 741472"/>
                <a:gd name="connsiteX237" fmla="*/ 43363 w 348896"/>
                <a:gd name="connsiteY237" fmla="*/ 581939 h 741472"/>
                <a:gd name="connsiteX238" fmla="*/ 42250 w 348896"/>
                <a:gd name="connsiteY238" fmla="*/ 582773 h 741472"/>
                <a:gd name="connsiteX239" fmla="*/ 41971 w 348896"/>
                <a:gd name="connsiteY239" fmla="*/ 582773 h 741472"/>
                <a:gd name="connsiteX240" fmla="*/ 41090 w 348896"/>
                <a:gd name="connsiteY240" fmla="*/ 581457 h 741472"/>
                <a:gd name="connsiteX241" fmla="*/ 42528 w 348896"/>
                <a:gd name="connsiteY241" fmla="*/ 575706 h 741472"/>
                <a:gd name="connsiteX242" fmla="*/ 43131 w 348896"/>
                <a:gd name="connsiteY242" fmla="*/ 575003 h 741472"/>
                <a:gd name="connsiteX243" fmla="*/ 46563 w 348896"/>
                <a:gd name="connsiteY243" fmla="*/ 573291 h 741472"/>
                <a:gd name="connsiteX244" fmla="*/ 44522 w 348896"/>
                <a:gd name="connsiteY244" fmla="*/ 571579 h 741472"/>
                <a:gd name="connsiteX245" fmla="*/ 46192 w 348896"/>
                <a:gd name="connsiteY245" fmla="*/ 568550 h 741472"/>
                <a:gd name="connsiteX246" fmla="*/ 48557 w 348896"/>
                <a:gd name="connsiteY246" fmla="*/ 570701 h 741472"/>
                <a:gd name="connsiteX247" fmla="*/ 48557 w 348896"/>
                <a:gd name="connsiteY247" fmla="*/ 566048 h 741472"/>
                <a:gd name="connsiteX248" fmla="*/ 48835 w 348896"/>
                <a:gd name="connsiteY248" fmla="*/ 565345 h 741472"/>
                <a:gd name="connsiteX249" fmla="*/ 53705 w 348896"/>
                <a:gd name="connsiteY249" fmla="*/ 559989 h 741472"/>
                <a:gd name="connsiteX250" fmla="*/ 48789 w 348896"/>
                <a:gd name="connsiteY250" fmla="*/ 554107 h 741472"/>
                <a:gd name="connsiteX251" fmla="*/ 48557 w 348896"/>
                <a:gd name="connsiteY251" fmla="*/ 553404 h 741472"/>
                <a:gd name="connsiteX252" fmla="*/ 48557 w 348896"/>
                <a:gd name="connsiteY252" fmla="*/ 547083 h 741472"/>
                <a:gd name="connsiteX253" fmla="*/ 49716 w 348896"/>
                <a:gd name="connsiteY253" fmla="*/ 545985 h 741472"/>
                <a:gd name="connsiteX254" fmla="*/ 51757 w 348896"/>
                <a:gd name="connsiteY254" fmla="*/ 545985 h 741472"/>
                <a:gd name="connsiteX255" fmla="*/ 53241 w 348896"/>
                <a:gd name="connsiteY255" fmla="*/ 541288 h 741472"/>
                <a:gd name="connsiteX256" fmla="*/ 53473 w 348896"/>
                <a:gd name="connsiteY256" fmla="*/ 540893 h 741472"/>
                <a:gd name="connsiteX257" fmla="*/ 56673 w 348896"/>
                <a:gd name="connsiteY257" fmla="*/ 537337 h 741472"/>
                <a:gd name="connsiteX258" fmla="*/ 58992 w 348896"/>
                <a:gd name="connsiteY258" fmla="*/ 533913 h 741472"/>
                <a:gd name="connsiteX259" fmla="*/ 58713 w 348896"/>
                <a:gd name="connsiteY259" fmla="*/ 527416 h 741472"/>
                <a:gd name="connsiteX260" fmla="*/ 59038 w 348896"/>
                <a:gd name="connsiteY260" fmla="*/ 526625 h 741472"/>
                <a:gd name="connsiteX261" fmla="*/ 63073 w 348896"/>
                <a:gd name="connsiteY261" fmla="*/ 522543 h 741472"/>
                <a:gd name="connsiteX262" fmla="*/ 63073 w 348896"/>
                <a:gd name="connsiteY262" fmla="*/ 520567 h 741472"/>
                <a:gd name="connsiteX263" fmla="*/ 61635 w 348896"/>
                <a:gd name="connsiteY263" fmla="*/ 520479 h 741472"/>
                <a:gd name="connsiteX264" fmla="*/ 46238 w 348896"/>
                <a:gd name="connsiteY264" fmla="*/ 528425 h 741472"/>
                <a:gd name="connsiteX265" fmla="*/ 60476 w 348896"/>
                <a:gd name="connsiteY265" fmla="*/ 517187 h 741472"/>
                <a:gd name="connsiteX266" fmla="*/ 62238 w 348896"/>
                <a:gd name="connsiteY266" fmla="*/ 516748 h 741472"/>
                <a:gd name="connsiteX267" fmla="*/ 59780 w 348896"/>
                <a:gd name="connsiteY267" fmla="*/ 512841 h 741472"/>
                <a:gd name="connsiteX268" fmla="*/ 59966 w 348896"/>
                <a:gd name="connsiteY268" fmla="*/ 511480 h 741472"/>
                <a:gd name="connsiteX269" fmla="*/ 64186 w 348896"/>
                <a:gd name="connsiteY269" fmla="*/ 507748 h 741472"/>
                <a:gd name="connsiteX270" fmla="*/ 60105 w 348896"/>
                <a:gd name="connsiteY270" fmla="*/ 502217 h 741472"/>
                <a:gd name="connsiteX271" fmla="*/ 59966 w 348896"/>
                <a:gd name="connsiteY271" fmla="*/ 501251 h 741472"/>
                <a:gd name="connsiteX272" fmla="*/ 60708 w 348896"/>
                <a:gd name="connsiteY272" fmla="*/ 500549 h 741472"/>
                <a:gd name="connsiteX273" fmla="*/ 65670 w 348896"/>
                <a:gd name="connsiteY273" fmla="*/ 499144 h 741472"/>
                <a:gd name="connsiteX274" fmla="*/ 65670 w 348896"/>
                <a:gd name="connsiteY274" fmla="*/ 496115 h 741472"/>
                <a:gd name="connsiteX275" fmla="*/ 66366 w 348896"/>
                <a:gd name="connsiteY275" fmla="*/ 495105 h 741472"/>
                <a:gd name="connsiteX276" fmla="*/ 68360 w 348896"/>
                <a:gd name="connsiteY276" fmla="*/ 494227 h 741472"/>
                <a:gd name="connsiteX277" fmla="*/ 64743 w 348896"/>
                <a:gd name="connsiteY277" fmla="*/ 488696 h 741472"/>
                <a:gd name="connsiteX278" fmla="*/ 57554 w 348896"/>
                <a:gd name="connsiteY278" fmla="*/ 488696 h 741472"/>
                <a:gd name="connsiteX279" fmla="*/ 56395 w 348896"/>
                <a:gd name="connsiteY279" fmla="*/ 487598 h 741472"/>
                <a:gd name="connsiteX280" fmla="*/ 56395 w 348896"/>
                <a:gd name="connsiteY280" fmla="*/ 484042 h 741472"/>
                <a:gd name="connsiteX281" fmla="*/ 57369 w 348896"/>
                <a:gd name="connsiteY281" fmla="*/ 482945 h 741472"/>
                <a:gd name="connsiteX282" fmla="*/ 66088 w 348896"/>
                <a:gd name="connsiteY282" fmla="*/ 481584 h 741472"/>
                <a:gd name="connsiteX283" fmla="*/ 67108 w 348896"/>
                <a:gd name="connsiteY283" fmla="*/ 481891 h 741472"/>
                <a:gd name="connsiteX284" fmla="*/ 69334 w 348896"/>
                <a:gd name="connsiteY284" fmla="*/ 484086 h 741472"/>
                <a:gd name="connsiteX285" fmla="*/ 73276 w 348896"/>
                <a:gd name="connsiteY285" fmla="*/ 479082 h 741472"/>
                <a:gd name="connsiteX286" fmla="*/ 69983 w 348896"/>
                <a:gd name="connsiteY286" fmla="*/ 477150 h 741472"/>
                <a:gd name="connsiteX287" fmla="*/ 61635 w 348896"/>
                <a:gd name="connsiteY287" fmla="*/ 477150 h 741472"/>
                <a:gd name="connsiteX288" fmla="*/ 60476 w 348896"/>
                <a:gd name="connsiteY288" fmla="*/ 476052 h 741472"/>
                <a:gd name="connsiteX289" fmla="*/ 60476 w 348896"/>
                <a:gd name="connsiteY289" fmla="*/ 470828 h 741472"/>
                <a:gd name="connsiteX290" fmla="*/ 60708 w 348896"/>
                <a:gd name="connsiteY290" fmla="*/ 470170 h 741472"/>
                <a:gd name="connsiteX291" fmla="*/ 62934 w 348896"/>
                <a:gd name="connsiteY291" fmla="*/ 467360 h 741472"/>
                <a:gd name="connsiteX292" fmla="*/ 61682 w 348896"/>
                <a:gd name="connsiteY292" fmla="*/ 464068 h 741472"/>
                <a:gd name="connsiteX293" fmla="*/ 61867 w 348896"/>
                <a:gd name="connsiteY293" fmla="*/ 463014 h 741472"/>
                <a:gd name="connsiteX294" fmla="*/ 64001 w 348896"/>
                <a:gd name="connsiteY294" fmla="*/ 460380 h 741472"/>
                <a:gd name="connsiteX295" fmla="*/ 59270 w 348896"/>
                <a:gd name="connsiteY295" fmla="*/ 457483 h 741472"/>
                <a:gd name="connsiteX296" fmla="*/ 58853 w 348896"/>
                <a:gd name="connsiteY296" fmla="*/ 456122 h 741472"/>
                <a:gd name="connsiteX297" fmla="*/ 61450 w 348896"/>
                <a:gd name="connsiteY297" fmla="*/ 450195 h 741472"/>
                <a:gd name="connsiteX298" fmla="*/ 56766 w 348896"/>
                <a:gd name="connsiteY298" fmla="*/ 445762 h 741472"/>
                <a:gd name="connsiteX299" fmla="*/ 56441 w 348896"/>
                <a:gd name="connsiteY299" fmla="*/ 444971 h 741472"/>
                <a:gd name="connsiteX300" fmla="*/ 56441 w 348896"/>
                <a:gd name="connsiteY300" fmla="*/ 429343 h 741472"/>
                <a:gd name="connsiteX301" fmla="*/ 57600 w 348896"/>
                <a:gd name="connsiteY301" fmla="*/ 428245 h 741472"/>
                <a:gd name="connsiteX302" fmla="*/ 62099 w 348896"/>
                <a:gd name="connsiteY302" fmla="*/ 428245 h 741472"/>
                <a:gd name="connsiteX303" fmla="*/ 58482 w 348896"/>
                <a:gd name="connsiteY303" fmla="*/ 402037 h 741472"/>
                <a:gd name="connsiteX304" fmla="*/ 58621 w 348896"/>
                <a:gd name="connsiteY304" fmla="*/ 401378 h 741472"/>
                <a:gd name="connsiteX305" fmla="*/ 62841 w 348896"/>
                <a:gd name="connsiteY305" fmla="*/ 393872 h 741472"/>
                <a:gd name="connsiteX306" fmla="*/ 60847 w 348896"/>
                <a:gd name="connsiteY306" fmla="*/ 391984 h 741472"/>
                <a:gd name="connsiteX307" fmla="*/ 60569 w 348896"/>
                <a:gd name="connsiteY307" fmla="*/ 390930 h 741472"/>
                <a:gd name="connsiteX308" fmla="*/ 62285 w 348896"/>
                <a:gd name="connsiteY308" fmla="*/ 385048 h 741472"/>
                <a:gd name="connsiteX309" fmla="*/ 62285 w 348896"/>
                <a:gd name="connsiteY309" fmla="*/ 379999 h 741472"/>
                <a:gd name="connsiteX310" fmla="*/ 62516 w 348896"/>
                <a:gd name="connsiteY310" fmla="*/ 379341 h 741472"/>
                <a:gd name="connsiteX311" fmla="*/ 66922 w 348896"/>
                <a:gd name="connsiteY311" fmla="*/ 373590 h 741472"/>
                <a:gd name="connsiteX312" fmla="*/ 66922 w 348896"/>
                <a:gd name="connsiteY312" fmla="*/ 365424 h 741472"/>
                <a:gd name="connsiteX313" fmla="*/ 67711 w 348896"/>
                <a:gd name="connsiteY313" fmla="*/ 364371 h 741472"/>
                <a:gd name="connsiteX314" fmla="*/ 74667 w 348896"/>
                <a:gd name="connsiteY314" fmla="*/ 362264 h 741472"/>
                <a:gd name="connsiteX315" fmla="*/ 77404 w 348896"/>
                <a:gd name="connsiteY315" fmla="*/ 359234 h 741472"/>
                <a:gd name="connsiteX316" fmla="*/ 69983 w 348896"/>
                <a:gd name="connsiteY316" fmla="*/ 347030 h 741472"/>
                <a:gd name="connsiteX317" fmla="*/ 69844 w 348896"/>
                <a:gd name="connsiteY317" fmla="*/ 346503 h 741472"/>
                <a:gd name="connsiteX318" fmla="*/ 69844 w 348896"/>
                <a:gd name="connsiteY318" fmla="*/ 335528 h 741472"/>
                <a:gd name="connsiteX319" fmla="*/ 69983 w 348896"/>
                <a:gd name="connsiteY319" fmla="*/ 334958 h 741472"/>
                <a:gd name="connsiteX320" fmla="*/ 71838 w 348896"/>
                <a:gd name="connsiteY320" fmla="*/ 331928 h 741472"/>
                <a:gd name="connsiteX321" fmla="*/ 71838 w 348896"/>
                <a:gd name="connsiteY321" fmla="*/ 323456 h 741472"/>
                <a:gd name="connsiteX322" fmla="*/ 71885 w 348896"/>
                <a:gd name="connsiteY322" fmla="*/ 323148 h 741472"/>
                <a:gd name="connsiteX323" fmla="*/ 73925 w 348896"/>
                <a:gd name="connsiteY323" fmla="*/ 316827 h 741472"/>
                <a:gd name="connsiteX324" fmla="*/ 75038 w 348896"/>
                <a:gd name="connsiteY324" fmla="*/ 316037 h 741472"/>
                <a:gd name="connsiteX325" fmla="*/ 77404 w 348896"/>
                <a:gd name="connsiteY325" fmla="*/ 316037 h 741472"/>
                <a:gd name="connsiteX326" fmla="*/ 80233 w 348896"/>
                <a:gd name="connsiteY326" fmla="*/ 312876 h 741472"/>
                <a:gd name="connsiteX327" fmla="*/ 82598 w 348896"/>
                <a:gd name="connsiteY327" fmla="*/ 310856 h 741472"/>
                <a:gd name="connsiteX328" fmla="*/ 83386 w 348896"/>
                <a:gd name="connsiteY328" fmla="*/ 300716 h 741472"/>
                <a:gd name="connsiteX329" fmla="*/ 80140 w 348896"/>
                <a:gd name="connsiteY329" fmla="*/ 296106 h 741472"/>
                <a:gd name="connsiteX330" fmla="*/ 79954 w 348896"/>
                <a:gd name="connsiteY330" fmla="*/ 295272 h 741472"/>
                <a:gd name="connsiteX331" fmla="*/ 80464 w 348896"/>
                <a:gd name="connsiteY331" fmla="*/ 294570 h 741472"/>
                <a:gd name="connsiteX332" fmla="*/ 83989 w 348896"/>
                <a:gd name="connsiteY332" fmla="*/ 292418 h 741472"/>
                <a:gd name="connsiteX333" fmla="*/ 83989 w 348896"/>
                <a:gd name="connsiteY333" fmla="*/ 286448 h 741472"/>
                <a:gd name="connsiteX334" fmla="*/ 84175 w 348896"/>
                <a:gd name="connsiteY334" fmla="*/ 285833 h 741472"/>
                <a:gd name="connsiteX335" fmla="*/ 89091 w 348896"/>
                <a:gd name="connsiteY335" fmla="*/ 278722 h 741472"/>
                <a:gd name="connsiteX336" fmla="*/ 89462 w 348896"/>
                <a:gd name="connsiteY336" fmla="*/ 278371 h 741472"/>
                <a:gd name="connsiteX337" fmla="*/ 92291 w 348896"/>
                <a:gd name="connsiteY337" fmla="*/ 276834 h 741472"/>
                <a:gd name="connsiteX338" fmla="*/ 91502 w 348896"/>
                <a:gd name="connsiteY338" fmla="*/ 271259 h 741472"/>
                <a:gd name="connsiteX339" fmla="*/ 91224 w 348896"/>
                <a:gd name="connsiteY339" fmla="*/ 262786 h 741472"/>
                <a:gd name="connsiteX340" fmla="*/ 88905 w 348896"/>
                <a:gd name="connsiteY340" fmla="*/ 260327 h 741472"/>
                <a:gd name="connsiteX341" fmla="*/ 88627 w 348896"/>
                <a:gd name="connsiteY341" fmla="*/ 259493 h 741472"/>
                <a:gd name="connsiteX342" fmla="*/ 89462 w 348896"/>
                <a:gd name="connsiteY342" fmla="*/ 250186 h 741472"/>
                <a:gd name="connsiteX343" fmla="*/ 84407 w 348896"/>
                <a:gd name="connsiteY343" fmla="*/ 240880 h 741472"/>
                <a:gd name="connsiteX344" fmla="*/ 84639 w 348896"/>
                <a:gd name="connsiteY344" fmla="*/ 239563 h 741472"/>
                <a:gd name="connsiteX345" fmla="*/ 86308 w 348896"/>
                <a:gd name="connsiteY345" fmla="*/ 238158 h 741472"/>
                <a:gd name="connsiteX346" fmla="*/ 82273 w 348896"/>
                <a:gd name="connsiteY346" fmla="*/ 236139 h 741472"/>
                <a:gd name="connsiteX347" fmla="*/ 81670 w 348896"/>
                <a:gd name="connsiteY347" fmla="*/ 235173 h 741472"/>
                <a:gd name="connsiteX348" fmla="*/ 81670 w 348896"/>
                <a:gd name="connsiteY348" fmla="*/ 223100 h 741472"/>
                <a:gd name="connsiteX349" fmla="*/ 82459 w 348896"/>
                <a:gd name="connsiteY349" fmla="*/ 222047 h 741472"/>
                <a:gd name="connsiteX350" fmla="*/ 85844 w 348896"/>
                <a:gd name="connsiteY350" fmla="*/ 220905 h 741472"/>
                <a:gd name="connsiteX351" fmla="*/ 87189 w 348896"/>
                <a:gd name="connsiteY351" fmla="*/ 209799 h 741472"/>
                <a:gd name="connsiteX352" fmla="*/ 87885 w 348896"/>
                <a:gd name="connsiteY352" fmla="*/ 208921 h 741472"/>
                <a:gd name="connsiteX353" fmla="*/ 91641 w 348896"/>
                <a:gd name="connsiteY353" fmla="*/ 207428 h 741472"/>
                <a:gd name="connsiteX354" fmla="*/ 89925 w 348896"/>
                <a:gd name="connsiteY354" fmla="*/ 206111 h 741472"/>
                <a:gd name="connsiteX355" fmla="*/ 89508 w 348896"/>
                <a:gd name="connsiteY355" fmla="*/ 205277 h 741472"/>
                <a:gd name="connsiteX356" fmla="*/ 89508 w 348896"/>
                <a:gd name="connsiteY356" fmla="*/ 192107 h 741472"/>
                <a:gd name="connsiteX357" fmla="*/ 89833 w 348896"/>
                <a:gd name="connsiteY357" fmla="*/ 191361 h 741472"/>
                <a:gd name="connsiteX358" fmla="*/ 93357 w 348896"/>
                <a:gd name="connsiteY358" fmla="*/ 187761 h 741472"/>
                <a:gd name="connsiteX359" fmla="*/ 95027 w 348896"/>
                <a:gd name="connsiteY359" fmla="*/ 179288 h 741472"/>
                <a:gd name="connsiteX360" fmla="*/ 95027 w 348896"/>
                <a:gd name="connsiteY360" fmla="*/ 175908 h 741472"/>
                <a:gd name="connsiteX361" fmla="*/ 95352 w 348896"/>
                <a:gd name="connsiteY361" fmla="*/ 175117 h 741472"/>
                <a:gd name="connsiteX362" fmla="*/ 102726 w 348896"/>
                <a:gd name="connsiteY362" fmla="*/ 168137 h 741472"/>
                <a:gd name="connsiteX363" fmla="*/ 105555 w 348896"/>
                <a:gd name="connsiteY363" fmla="*/ 161552 h 741472"/>
                <a:gd name="connsiteX364" fmla="*/ 106946 w 348896"/>
                <a:gd name="connsiteY364" fmla="*/ 155582 h 741472"/>
                <a:gd name="connsiteX365" fmla="*/ 107595 w 348896"/>
                <a:gd name="connsiteY365" fmla="*/ 154836 h 741472"/>
                <a:gd name="connsiteX366" fmla="*/ 116036 w 348896"/>
                <a:gd name="connsiteY366" fmla="*/ 151324 h 741472"/>
                <a:gd name="connsiteX367" fmla="*/ 111213 w 348896"/>
                <a:gd name="connsiteY367" fmla="*/ 145836 h 741472"/>
                <a:gd name="connsiteX368" fmla="*/ 110934 w 348896"/>
                <a:gd name="connsiteY368" fmla="*/ 145134 h 741472"/>
                <a:gd name="connsiteX369" fmla="*/ 110934 w 348896"/>
                <a:gd name="connsiteY369" fmla="*/ 141578 h 741472"/>
                <a:gd name="connsiteX370" fmla="*/ 111445 w 348896"/>
                <a:gd name="connsiteY370" fmla="*/ 140656 h 741472"/>
                <a:gd name="connsiteX371" fmla="*/ 115526 w 348896"/>
                <a:gd name="connsiteY371" fmla="*/ 138154 h 741472"/>
                <a:gd name="connsiteX372" fmla="*/ 110981 w 348896"/>
                <a:gd name="connsiteY372" fmla="*/ 128320 h 741472"/>
                <a:gd name="connsiteX373" fmla="*/ 110981 w 348896"/>
                <a:gd name="connsiteY373" fmla="*/ 127530 h 741472"/>
                <a:gd name="connsiteX374" fmla="*/ 113021 w 348896"/>
                <a:gd name="connsiteY374" fmla="*/ 122042 h 741472"/>
                <a:gd name="connsiteX375" fmla="*/ 113346 w 348896"/>
                <a:gd name="connsiteY375" fmla="*/ 121603 h 741472"/>
                <a:gd name="connsiteX376" fmla="*/ 115387 w 348896"/>
                <a:gd name="connsiteY376" fmla="*/ 119891 h 741472"/>
                <a:gd name="connsiteX377" fmla="*/ 113021 w 348896"/>
                <a:gd name="connsiteY377" fmla="*/ 113745 h 741472"/>
                <a:gd name="connsiteX378" fmla="*/ 113068 w 348896"/>
                <a:gd name="connsiteY378" fmla="*/ 112867 h 741472"/>
                <a:gd name="connsiteX379" fmla="*/ 131990 w 348896"/>
                <a:gd name="connsiteY379" fmla="*/ 102024 h 741472"/>
                <a:gd name="connsiteX380" fmla="*/ 136859 w 348896"/>
                <a:gd name="connsiteY380" fmla="*/ 86659 h 741472"/>
                <a:gd name="connsiteX381" fmla="*/ 135190 w 348896"/>
                <a:gd name="connsiteY381" fmla="*/ 84288 h 741472"/>
                <a:gd name="connsiteX382" fmla="*/ 124384 w 348896"/>
                <a:gd name="connsiteY382" fmla="*/ 84288 h 741472"/>
                <a:gd name="connsiteX383" fmla="*/ 123224 w 348896"/>
                <a:gd name="connsiteY383" fmla="*/ 83235 h 741472"/>
                <a:gd name="connsiteX384" fmla="*/ 113207 w 348896"/>
                <a:gd name="connsiteY384" fmla="*/ 52856 h 741472"/>
                <a:gd name="connsiteX385" fmla="*/ 112789 w 348896"/>
                <a:gd name="connsiteY385" fmla="*/ 51363 h 741472"/>
                <a:gd name="connsiteX386" fmla="*/ 114645 w 348896"/>
                <a:gd name="connsiteY386" fmla="*/ 48290 h 741472"/>
                <a:gd name="connsiteX387" fmla="*/ 111027 w 348896"/>
                <a:gd name="connsiteY387" fmla="*/ 45305 h 741472"/>
                <a:gd name="connsiteX388" fmla="*/ 110610 w 348896"/>
                <a:gd name="connsiteY388" fmla="*/ 44471 h 741472"/>
                <a:gd name="connsiteX389" fmla="*/ 110610 w 348896"/>
                <a:gd name="connsiteY389" fmla="*/ 39554 h 741472"/>
                <a:gd name="connsiteX390" fmla="*/ 111120 w 348896"/>
                <a:gd name="connsiteY390" fmla="*/ 38632 h 741472"/>
                <a:gd name="connsiteX391" fmla="*/ 113995 w 348896"/>
                <a:gd name="connsiteY391" fmla="*/ 36876 h 741472"/>
                <a:gd name="connsiteX392" fmla="*/ 110888 w 348896"/>
                <a:gd name="connsiteY392" fmla="*/ 33715 h 741472"/>
                <a:gd name="connsiteX393" fmla="*/ 110749 w 348896"/>
                <a:gd name="connsiteY393" fmla="*/ 32398 h 741472"/>
                <a:gd name="connsiteX394" fmla="*/ 114042 w 348896"/>
                <a:gd name="connsiteY394" fmla="*/ 27394 h 741472"/>
                <a:gd name="connsiteX395" fmla="*/ 106575 w 348896"/>
                <a:gd name="connsiteY395" fmla="*/ 20326 h 741472"/>
                <a:gd name="connsiteX396" fmla="*/ 106250 w 348896"/>
                <a:gd name="connsiteY396" fmla="*/ 19799 h 741472"/>
                <a:gd name="connsiteX397" fmla="*/ 103653 w 348896"/>
                <a:gd name="connsiteY397" fmla="*/ 8824 h 741472"/>
                <a:gd name="connsiteX398" fmla="*/ 103978 w 348896"/>
                <a:gd name="connsiteY398" fmla="*/ 7814 h 741472"/>
                <a:gd name="connsiteX399" fmla="*/ 104905 w 348896"/>
                <a:gd name="connsiteY399" fmla="*/ 6936 h 741472"/>
                <a:gd name="connsiteX400" fmla="*/ 101612 w 348896"/>
                <a:gd name="connsiteY400" fmla="*/ 6936 h 741472"/>
                <a:gd name="connsiteX401" fmla="*/ 100546 w 348896"/>
                <a:gd name="connsiteY401" fmla="*/ 6234 h 741472"/>
                <a:gd name="connsiteX402" fmla="*/ 97856 w 348896"/>
                <a:gd name="connsiteY402" fmla="*/ 0 h 741472"/>
                <a:gd name="connsiteX403" fmla="*/ 95213 w 348896"/>
                <a:gd name="connsiteY403" fmla="*/ 1493 h 741472"/>
                <a:gd name="connsiteX404" fmla="*/ 95213 w 348896"/>
                <a:gd name="connsiteY404" fmla="*/ 6366 h 741472"/>
                <a:gd name="connsiteX405" fmla="*/ 95073 w 348896"/>
                <a:gd name="connsiteY405" fmla="*/ 6892 h 741472"/>
                <a:gd name="connsiteX406" fmla="*/ 92476 w 348896"/>
                <a:gd name="connsiteY406" fmla="*/ 11546 h 741472"/>
                <a:gd name="connsiteX407" fmla="*/ 91549 w 348896"/>
                <a:gd name="connsiteY407" fmla="*/ 12116 h 741472"/>
                <a:gd name="connsiteX408" fmla="*/ 84499 w 348896"/>
                <a:gd name="connsiteY408" fmla="*/ 12731 h 741472"/>
                <a:gd name="connsiteX409" fmla="*/ 85659 w 348896"/>
                <a:gd name="connsiteY409" fmla="*/ 18438 h 741472"/>
                <a:gd name="connsiteX410" fmla="*/ 88534 w 348896"/>
                <a:gd name="connsiteY410" fmla="*/ 36832 h 741472"/>
                <a:gd name="connsiteX411" fmla="*/ 88534 w 348896"/>
                <a:gd name="connsiteY411" fmla="*/ 57114 h 741472"/>
                <a:gd name="connsiteX412" fmla="*/ 88534 w 348896"/>
                <a:gd name="connsiteY412" fmla="*/ 68089 h 741472"/>
                <a:gd name="connsiteX413" fmla="*/ 85659 w 348896"/>
                <a:gd name="connsiteY413" fmla="*/ 85649 h 741472"/>
                <a:gd name="connsiteX414" fmla="*/ 81902 w 348896"/>
                <a:gd name="connsiteY414" fmla="*/ 87844 h 741472"/>
                <a:gd name="connsiteX415" fmla="*/ 81346 w 348896"/>
                <a:gd name="connsiteY415" fmla="*/ 93068 h 741472"/>
                <a:gd name="connsiteX416" fmla="*/ 84221 w 348896"/>
                <a:gd name="connsiteY416" fmla="*/ 94736 h 741472"/>
                <a:gd name="connsiteX417" fmla="*/ 82783 w 348896"/>
                <a:gd name="connsiteY417" fmla="*/ 98292 h 741472"/>
                <a:gd name="connsiteX418" fmla="*/ 82227 w 348896"/>
                <a:gd name="connsiteY418" fmla="*/ 107072 h 741472"/>
                <a:gd name="connsiteX419" fmla="*/ 82227 w 348896"/>
                <a:gd name="connsiteY419" fmla="*/ 116379 h 741472"/>
                <a:gd name="connsiteX420" fmla="*/ 83386 w 348896"/>
                <a:gd name="connsiteY420" fmla="*/ 124896 h 741472"/>
                <a:gd name="connsiteX421" fmla="*/ 78749 w 348896"/>
                <a:gd name="connsiteY421" fmla="*/ 131217 h 741472"/>
                <a:gd name="connsiteX422" fmla="*/ 79908 w 348896"/>
                <a:gd name="connsiteY422" fmla="*/ 133149 h 741472"/>
                <a:gd name="connsiteX423" fmla="*/ 79027 w 348896"/>
                <a:gd name="connsiteY423" fmla="*/ 138900 h 741472"/>
                <a:gd name="connsiteX424" fmla="*/ 76151 w 348896"/>
                <a:gd name="connsiteY424" fmla="*/ 163045 h 741472"/>
                <a:gd name="connsiteX425" fmla="*/ 74111 w 348896"/>
                <a:gd name="connsiteY425" fmla="*/ 164977 h 741472"/>
                <a:gd name="connsiteX426" fmla="*/ 70911 w 348896"/>
                <a:gd name="connsiteY426" fmla="*/ 177049 h 741472"/>
                <a:gd name="connsiteX427" fmla="*/ 66273 w 348896"/>
                <a:gd name="connsiteY427" fmla="*/ 184468 h 741472"/>
                <a:gd name="connsiteX428" fmla="*/ 66551 w 348896"/>
                <a:gd name="connsiteY428" fmla="*/ 189385 h 741472"/>
                <a:gd name="connsiteX429" fmla="*/ 69427 w 348896"/>
                <a:gd name="connsiteY429" fmla="*/ 192107 h 741472"/>
                <a:gd name="connsiteX430" fmla="*/ 69705 w 348896"/>
                <a:gd name="connsiteY430" fmla="*/ 199219 h 741472"/>
                <a:gd name="connsiteX431" fmla="*/ 68267 w 348896"/>
                <a:gd name="connsiteY431" fmla="*/ 205804 h 741472"/>
                <a:gd name="connsiteX432" fmla="*/ 64186 w 348896"/>
                <a:gd name="connsiteY432" fmla="*/ 209359 h 741472"/>
                <a:gd name="connsiteX433" fmla="*/ 63908 w 348896"/>
                <a:gd name="connsiteY433" fmla="*/ 222793 h 741472"/>
                <a:gd name="connsiteX434" fmla="*/ 66227 w 348896"/>
                <a:gd name="connsiteY434" fmla="*/ 232934 h 741472"/>
                <a:gd name="connsiteX435" fmla="*/ 66505 w 348896"/>
                <a:gd name="connsiteY435" fmla="*/ 242241 h 741472"/>
                <a:gd name="connsiteX436" fmla="*/ 67943 w 348896"/>
                <a:gd name="connsiteY436" fmla="*/ 246104 h 741472"/>
                <a:gd name="connsiteX437" fmla="*/ 67664 w 348896"/>
                <a:gd name="connsiteY437" fmla="*/ 248299 h 741472"/>
                <a:gd name="connsiteX438" fmla="*/ 64464 w 348896"/>
                <a:gd name="connsiteY438" fmla="*/ 266386 h 741472"/>
                <a:gd name="connsiteX439" fmla="*/ 58667 w 348896"/>
                <a:gd name="connsiteY439" fmla="*/ 282585 h 741472"/>
                <a:gd name="connsiteX440" fmla="*/ 54308 w 348896"/>
                <a:gd name="connsiteY440" fmla="*/ 296282 h 741472"/>
                <a:gd name="connsiteX441" fmla="*/ 48789 w 348896"/>
                <a:gd name="connsiteY441" fmla="*/ 307520 h 741472"/>
                <a:gd name="connsiteX442" fmla="*/ 43873 w 348896"/>
                <a:gd name="connsiteY442" fmla="*/ 321787 h 741472"/>
                <a:gd name="connsiteX443" fmla="*/ 39513 w 348896"/>
                <a:gd name="connsiteY443" fmla="*/ 333026 h 741472"/>
                <a:gd name="connsiteX444" fmla="*/ 33438 w 348896"/>
                <a:gd name="connsiteY444" fmla="*/ 333026 h 741472"/>
                <a:gd name="connsiteX445" fmla="*/ 34876 w 348896"/>
                <a:gd name="connsiteY445" fmla="*/ 347293 h 741472"/>
                <a:gd name="connsiteX446" fmla="*/ 39235 w 348896"/>
                <a:gd name="connsiteY446" fmla="*/ 371965 h 741472"/>
                <a:gd name="connsiteX447" fmla="*/ 39513 w 348896"/>
                <a:gd name="connsiteY447" fmla="*/ 377189 h 741472"/>
                <a:gd name="connsiteX448" fmla="*/ 35432 w 348896"/>
                <a:gd name="connsiteY448" fmla="*/ 383774 h 741472"/>
                <a:gd name="connsiteX449" fmla="*/ 30238 w 348896"/>
                <a:gd name="connsiteY449" fmla="*/ 399139 h 741472"/>
                <a:gd name="connsiteX450" fmla="*/ 31676 w 348896"/>
                <a:gd name="connsiteY450" fmla="*/ 418894 h 741472"/>
                <a:gd name="connsiteX451" fmla="*/ 32557 w 348896"/>
                <a:gd name="connsiteY451" fmla="*/ 423284 h 741472"/>
                <a:gd name="connsiteX452" fmla="*/ 25878 w 348896"/>
                <a:gd name="connsiteY452" fmla="*/ 420826 h 741472"/>
                <a:gd name="connsiteX453" fmla="*/ 25600 w 348896"/>
                <a:gd name="connsiteY453" fmla="*/ 428245 h 741472"/>
                <a:gd name="connsiteX454" fmla="*/ 24163 w 348896"/>
                <a:gd name="connsiteY454" fmla="*/ 430967 h 741472"/>
                <a:gd name="connsiteX455" fmla="*/ 24719 w 348896"/>
                <a:gd name="connsiteY455" fmla="*/ 438649 h 741472"/>
                <a:gd name="connsiteX456" fmla="*/ 20962 w 348896"/>
                <a:gd name="connsiteY456" fmla="*/ 452083 h 741472"/>
                <a:gd name="connsiteX457" fmla="*/ 32557 w 348896"/>
                <a:gd name="connsiteY457" fmla="*/ 455375 h 741472"/>
                <a:gd name="connsiteX458" fmla="*/ 33113 w 348896"/>
                <a:gd name="connsiteY458" fmla="*/ 450985 h 741472"/>
                <a:gd name="connsiteX459" fmla="*/ 35710 w 348896"/>
                <a:gd name="connsiteY459" fmla="*/ 448790 h 741472"/>
                <a:gd name="connsiteX460" fmla="*/ 35154 w 348896"/>
                <a:gd name="connsiteY460" fmla="*/ 445762 h 741472"/>
                <a:gd name="connsiteX461" fmla="*/ 33994 w 348896"/>
                <a:gd name="connsiteY461" fmla="*/ 441372 h 741472"/>
                <a:gd name="connsiteX462" fmla="*/ 31397 w 348896"/>
                <a:gd name="connsiteY462" fmla="*/ 439177 h 741472"/>
                <a:gd name="connsiteX463" fmla="*/ 33716 w 348896"/>
                <a:gd name="connsiteY463" fmla="*/ 438079 h 741472"/>
                <a:gd name="connsiteX464" fmla="*/ 33716 w 348896"/>
                <a:gd name="connsiteY464" fmla="*/ 435050 h 741472"/>
                <a:gd name="connsiteX465" fmla="*/ 37797 w 348896"/>
                <a:gd name="connsiteY465" fmla="*/ 433689 h 741472"/>
                <a:gd name="connsiteX466" fmla="*/ 37797 w 348896"/>
                <a:gd name="connsiteY466" fmla="*/ 431230 h 741472"/>
                <a:gd name="connsiteX467" fmla="*/ 35200 w 348896"/>
                <a:gd name="connsiteY467" fmla="*/ 429035 h 741472"/>
                <a:gd name="connsiteX468" fmla="*/ 35200 w 348896"/>
                <a:gd name="connsiteY468" fmla="*/ 423284 h 741472"/>
                <a:gd name="connsiteX469" fmla="*/ 40395 w 348896"/>
                <a:gd name="connsiteY469" fmla="*/ 421616 h 741472"/>
                <a:gd name="connsiteX470" fmla="*/ 43595 w 348896"/>
                <a:gd name="connsiteY470" fmla="*/ 418060 h 741472"/>
                <a:gd name="connsiteX471" fmla="*/ 45357 w 348896"/>
                <a:gd name="connsiteY471" fmla="*/ 416963 h 741472"/>
                <a:gd name="connsiteX472" fmla="*/ 52314 w 348896"/>
                <a:gd name="connsiteY472" fmla="*/ 420255 h 741472"/>
                <a:gd name="connsiteX473" fmla="*/ 45357 w 348896"/>
                <a:gd name="connsiteY473" fmla="*/ 423548 h 741472"/>
                <a:gd name="connsiteX474" fmla="*/ 46238 w 348896"/>
                <a:gd name="connsiteY474" fmla="*/ 426840 h 741472"/>
                <a:gd name="connsiteX475" fmla="*/ 51432 w 348896"/>
                <a:gd name="connsiteY475" fmla="*/ 427938 h 741472"/>
                <a:gd name="connsiteX476" fmla="*/ 51989 w 348896"/>
                <a:gd name="connsiteY476" fmla="*/ 434259 h 741472"/>
                <a:gd name="connsiteX477" fmla="*/ 49114 w 348896"/>
                <a:gd name="connsiteY477" fmla="*/ 430704 h 741472"/>
                <a:gd name="connsiteX478" fmla="*/ 46795 w 348896"/>
                <a:gd name="connsiteY478" fmla="*/ 432064 h 741472"/>
                <a:gd name="connsiteX479" fmla="*/ 46795 w 348896"/>
                <a:gd name="connsiteY479" fmla="*/ 434523 h 741472"/>
                <a:gd name="connsiteX480" fmla="*/ 48232 w 348896"/>
                <a:gd name="connsiteY480" fmla="*/ 436718 h 741472"/>
                <a:gd name="connsiteX481" fmla="*/ 44754 w 348896"/>
                <a:gd name="connsiteY481" fmla="*/ 438079 h 741472"/>
                <a:gd name="connsiteX482" fmla="*/ 45032 w 348896"/>
                <a:gd name="connsiteY482" fmla="*/ 451512 h 741472"/>
                <a:gd name="connsiteX483" fmla="*/ 43873 w 348896"/>
                <a:gd name="connsiteY483" fmla="*/ 459195 h 741472"/>
                <a:gd name="connsiteX484" fmla="*/ 41276 w 348896"/>
                <a:gd name="connsiteY484" fmla="*/ 468502 h 741472"/>
                <a:gd name="connsiteX485" fmla="*/ 39513 w 348896"/>
                <a:gd name="connsiteY485" fmla="*/ 471794 h 741472"/>
                <a:gd name="connsiteX486" fmla="*/ 44151 w 348896"/>
                <a:gd name="connsiteY486" fmla="*/ 475087 h 741472"/>
                <a:gd name="connsiteX487" fmla="*/ 38632 w 348896"/>
                <a:gd name="connsiteY487" fmla="*/ 477809 h 741472"/>
                <a:gd name="connsiteX488" fmla="*/ 36592 w 348896"/>
                <a:gd name="connsiteY488" fmla="*/ 479740 h 741472"/>
                <a:gd name="connsiteX489" fmla="*/ 36313 w 348896"/>
                <a:gd name="connsiteY489" fmla="*/ 482199 h 741472"/>
                <a:gd name="connsiteX490" fmla="*/ 40070 w 348896"/>
                <a:gd name="connsiteY490" fmla="*/ 486589 h 741472"/>
                <a:gd name="connsiteX491" fmla="*/ 48186 w 348896"/>
                <a:gd name="connsiteY491" fmla="*/ 478906 h 741472"/>
                <a:gd name="connsiteX492" fmla="*/ 49345 w 348896"/>
                <a:gd name="connsiteY492" fmla="*/ 481101 h 741472"/>
                <a:gd name="connsiteX493" fmla="*/ 40951 w 348896"/>
                <a:gd name="connsiteY493" fmla="*/ 488520 h 741472"/>
                <a:gd name="connsiteX494" fmla="*/ 37473 w 348896"/>
                <a:gd name="connsiteY494" fmla="*/ 488520 h 741472"/>
                <a:gd name="connsiteX495" fmla="*/ 36313 w 348896"/>
                <a:gd name="connsiteY495" fmla="*/ 494008 h 741472"/>
                <a:gd name="connsiteX496" fmla="*/ 40070 w 348896"/>
                <a:gd name="connsiteY496" fmla="*/ 494008 h 741472"/>
                <a:gd name="connsiteX497" fmla="*/ 44986 w 348896"/>
                <a:gd name="connsiteY497" fmla="*/ 497564 h 741472"/>
                <a:gd name="connsiteX498" fmla="*/ 33670 w 348896"/>
                <a:gd name="connsiteY498" fmla="*/ 497564 h 741472"/>
                <a:gd name="connsiteX499" fmla="*/ 30192 w 348896"/>
                <a:gd name="connsiteY499" fmla="*/ 498924 h 741472"/>
                <a:gd name="connsiteX500" fmla="*/ 30192 w 348896"/>
                <a:gd name="connsiteY500" fmla="*/ 495895 h 741472"/>
                <a:gd name="connsiteX501" fmla="*/ 31954 w 348896"/>
                <a:gd name="connsiteY501" fmla="*/ 493700 h 741472"/>
                <a:gd name="connsiteX502" fmla="*/ 31954 w 348896"/>
                <a:gd name="connsiteY502" fmla="*/ 489310 h 741472"/>
                <a:gd name="connsiteX503" fmla="*/ 29357 w 348896"/>
                <a:gd name="connsiteY503" fmla="*/ 487949 h 741472"/>
                <a:gd name="connsiteX504" fmla="*/ 28476 w 348896"/>
                <a:gd name="connsiteY504" fmla="*/ 486281 h 741472"/>
                <a:gd name="connsiteX505" fmla="*/ 25600 w 348896"/>
                <a:gd name="connsiteY505" fmla="*/ 485754 h 741472"/>
                <a:gd name="connsiteX506" fmla="*/ 21241 w 348896"/>
                <a:gd name="connsiteY506" fmla="*/ 485491 h 741472"/>
                <a:gd name="connsiteX507" fmla="*/ 20962 w 348896"/>
                <a:gd name="connsiteY507" fmla="*/ 487686 h 741472"/>
                <a:gd name="connsiteX508" fmla="*/ 24441 w 348896"/>
                <a:gd name="connsiteY508" fmla="*/ 491242 h 741472"/>
                <a:gd name="connsiteX509" fmla="*/ 20684 w 348896"/>
                <a:gd name="connsiteY509" fmla="*/ 492076 h 741472"/>
                <a:gd name="connsiteX510" fmla="*/ 20406 w 348896"/>
                <a:gd name="connsiteY510" fmla="*/ 494798 h 741472"/>
                <a:gd name="connsiteX511" fmla="*/ 25322 w 348896"/>
                <a:gd name="connsiteY511" fmla="*/ 495895 h 741472"/>
                <a:gd name="connsiteX512" fmla="*/ 25044 w 348896"/>
                <a:gd name="connsiteY512" fmla="*/ 498924 h 741472"/>
                <a:gd name="connsiteX513" fmla="*/ 18644 w 348896"/>
                <a:gd name="connsiteY513" fmla="*/ 498924 h 741472"/>
                <a:gd name="connsiteX514" fmla="*/ 19525 w 348896"/>
                <a:gd name="connsiteY514" fmla="*/ 501383 h 741472"/>
                <a:gd name="connsiteX515" fmla="*/ 16046 w 348896"/>
                <a:gd name="connsiteY515" fmla="*/ 503314 h 741472"/>
                <a:gd name="connsiteX516" fmla="*/ 19525 w 348896"/>
                <a:gd name="connsiteY516" fmla="*/ 505246 h 741472"/>
                <a:gd name="connsiteX517" fmla="*/ 10806 w 348896"/>
                <a:gd name="connsiteY517" fmla="*/ 506914 h 741472"/>
                <a:gd name="connsiteX518" fmla="*/ 10249 w 348896"/>
                <a:gd name="connsiteY518" fmla="*/ 511304 h 741472"/>
                <a:gd name="connsiteX519" fmla="*/ 16046 w 348896"/>
                <a:gd name="connsiteY519" fmla="*/ 511304 h 741472"/>
                <a:gd name="connsiteX520" fmla="*/ 9971 w 348896"/>
                <a:gd name="connsiteY520" fmla="*/ 515958 h 741472"/>
                <a:gd name="connsiteX521" fmla="*/ 6215 w 348896"/>
                <a:gd name="connsiteY521" fmla="*/ 519514 h 741472"/>
                <a:gd name="connsiteX522" fmla="*/ 696 w 348896"/>
                <a:gd name="connsiteY522" fmla="*/ 523377 h 741472"/>
                <a:gd name="connsiteX523" fmla="*/ 974 w 348896"/>
                <a:gd name="connsiteY523" fmla="*/ 528030 h 741472"/>
                <a:gd name="connsiteX524" fmla="*/ 4174 w 348896"/>
                <a:gd name="connsiteY524" fmla="*/ 531323 h 741472"/>
                <a:gd name="connsiteX525" fmla="*/ 7652 w 348896"/>
                <a:gd name="connsiteY525" fmla="*/ 529655 h 741472"/>
                <a:gd name="connsiteX526" fmla="*/ 5612 w 348896"/>
                <a:gd name="connsiteY526" fmla="*/ 526099 h 741472"/>
                <a:gd name="connsiteX527" fmla="*/ 8487 w 348896"/>
                <a:gd name="connsiteY527" fmla="*/ 522806 h 741472"/>
                <a:gd name="connsiteX528" fmla="*/ 10249 w 348896"/>
                <a:gd name="connsiteY528" fmla="*/ 525528 h 741472"/>
                <a:gd name="connsiteX529" fmla="*/ 15165 w 348896"/>
                <a:gd name="connsiteY529" fmla="*/ 526625 h 741472"/>
                <a:gd name="connsiteX530" fmla="*/ 18644 w 348896"/>
                <a:gd name="connsiteY530" fmla="*/ 527723 h 741472"/>
                <a:gd name="connsiteX531" fmla="*/ 20081 w 348896"/>
                <a:gd name="connsiteY531" fmla="*/ 526625 h 741472"/>
                <a:gd name="connsiteX532" fmla="*/ 24997 w 348896"/>
                <a:gd name="connsiteY532" fmla="*/ 527152 h 741472"/>
                <a:gd name="connsiteX533" fmla="*/ 25878 w 348896"/>
                <a:gd name="connsiteY533" fmla="*/ 529611 h 741472"/>
                <a:gd name="connsiteX534" fmla="*/ 24997 w 348896"/>
                <a:gd name="connsiteY534" fmla="*/ 534527 h 741472"/>
                <a:gd name="connsiteX535" fmla="*/ 19803 w 348896"/>
                <a:gd name="connsiteY535" fmla="*/ 540278 h 741472"/>
                <a:gd name="connsiteX536" fmla="*/ 24163 w 348896"/>
                <a:gd name="connsiteY536" fmla="*/ 542737 h 741472"/>
                <a:gd name="connsiteX537" fmla="*/ 22400 w 348896"/>
                <a:gd name="connsiteY537" fmla="*/ 546029 h 741472"/>
                <a:gd name="connsiteX538" fmla="*/ 21519 w 348896"/>
                <a:gd name="connsiteY538" fmla="*/ 544098 h 741472"/>
                <a:gd name="connsiteX539" fmla="*/ 18319 w 348896"/>
                <a:gd name="connsiteY539" fmla="*/ 544098 h 741472"/>
                <a:gd name="connsiteX540" fmla="*/ 17762 w 348896"/>
                <a:gd name="connsiteY540" fmla="*/ 546029 h 741472"/>
                <a:gd name="connsiteX541" fmla="*/ 20360 w 348896"/>
                <a:gd name="connsiteY541" fmla="*/ 548224 h 741472"/>
                <a:gd name="connsiteX542" fmla="*/ 21797 w 348896"/>
                <a:gd name="connsiteY542" fmla="*/ 551517 h 741472"/>
                <a:gd name="connsiteX543" fmla="*/ 27316 w 348896"/>
                <a:gd name="connsiteY543" fmla="*/ 552878 h 741472"/>
                <a:gd name="connsiteX544" fmla="*/ 29913 w 348896"/>
                <a:gd name="connsiteY544" fmla="*/ 550683 h 741472"/>
                <a:gd name="connsiteX545" fmla="*/ 27316 w 348896"/>
                <a:gd name="connsiteY545" fmla="*/ 549014 h 741472"/>
                <a:gd name="connsiteX546" fmla="*/ 29357 w 348896"/>
                <a:gd name="connsiteY546" fmla="*/ 547653 h 741472"/>
                <a:gd name="connsiteX547" fmla="*/ 32557 w 348896"/>
                <a:gd name="connsiteY547" fmla="*/ 548751 h 741472"/>
                <a:gd name="connsiteX548" fmla="*/ 32835 w 348896"/>
                <a:gd name="connsiteY548" fmla="*/ 552878 h 741472"/>
                <a:gd name="connsiteX549" fmla="*/ 37473 w 348896"/>
                <a:gd name="connsiteY549" fmla="*/ 556433 h 741472"/>
                <a:gd name="connsiteX550" fmla="*/ 34597 w 348896"/>
                <a:gd name="connsiteY550" fmla="*/ 558365 h 741472"/>
                <a:gd name="connsiteX551" fmla="*/ 30516 w 348896"/>
                <a:gd name="connsiteY551" fmla="*/ 553975 h 741472"/>
                <a:gd name="connsiteX552" fmla="*/ 25322 w 348896"/>
                <a:gd name="connsiteY552" fmla="*/ 555073 h 741472"/>
                <a:gd name="connsiteX553" fmla="*/ 20128 w 348896"/>
                <a:gd name="connsiteY553" fmla="*/ 552351 h 741472"/>
                <a:gd name="connsiteX554" fmla="*/ 20128 w 348896"/>
                <a:gd name="connsiteY554" fmla="*/ 559770 h 741472"/>
                <a:gd name="connsiteX555" fmla="*/ 21890 w 348896"/>
                <a:gd name="connsiteY555" fmla="*/ 562492 h 741472"/>
                <a:gd name="connsiteX556" fmla="*/ 22168 w 348896"/>
                <a:gd name="connsiteY556" fmla="*/ 568243 h 741472"/>
                <a:gd name="connsiteX557" fmla="*/ 22168 w 348896"/>
                <a:gd name="connsiteY557" fmla="*/ 574564 h 741472"/>
                <a:gd name="connsiteX558" fmla="*/ 20128 w 348896"/>
                <a:gd name="connsiteY558" fmla="*/ 572369 h 741472"/>
                <a:gd name="connsiteX559" fmla="*/ 18365 w 348896"/>
                <a:gd name="connsiteY559" fmla="*/ 561658 h 741472"/>
                <a:gd name="connsiteX560" fmla="*/ 17206 w 348896"/>
                <a:gd name="connsiteY560" fmla="*/ 556433 h 741472"/>
                <a:gd name="connsiteX561" fmla="*/ 15165 w 348896"/>
                <a:gd name="connsiteY561" fmla="*/ 556433 h 741472"/>
                <a:gd name="connsiteX562" fmla="*/ 14284 w 348896"/>
                <a:gd name="connsiteY562" fmla="*/ 549014 h 741472"/>
                <a:gd name="connsiteX563" fmla="*/ 12522 w 348896"/>
                <a:gd name="connsiteY563" fmla="*/ 550112 h 741472"/>
                <a:gd name="connsiteX564" fmla="*/ 10481 w 348896"/>
                <a:gd name="connsiteY564" fmla="*/ 550946 h 741472"/>
                <a:gd name="connsiteX565" fmla="*/ 8719 w 348896"/>
                <a:gd name="connsiteY565" fmla="*/ 553975 h 741472"/>
                <a:gd name="connsiteX566" fmla="*/ 10759 w 348896"/>
                <a:gd name="connsiteY566" fmla="*/ 559199 h 741472"/>
                <a:gd name="connsiteX567" fmla="*/ 11919 w 348896"/>
                <a:gd name="connsiteY567" fmla="*/ 566048 h 741472"/>
                <a:gd name="connsiteX568" fmla="*/ 10157 w 348896"/>
                <a:gd name="connsiteY568" fmla="*/ 564379 h 741472"/>
                <a:gd name="connsiteX569" fmla="*/ 8394 w 348896"/>
                <a:gd name="connsiteY569" fmla="*/ 560516 h 741472"/>
                <a:gd name="connsiteX570" fmla="*/ 7513 w 348896"/>
                <a:gd name="connsiteY570" fmla="*/ 555292 h 741472"/>
                <a:gd name="connsiteX571" fmla="*/ 4638 w 348896"/>
                <a:gd name="connsiteY571" fmla="*/ 554765 h 741472"/>
                <a:gd name="connsiteX572" fmla="*/ 1438 w 348896"/>
                <a:gd name="connsiteY572" fmla="*/ 556960 h 741472"/>
                <a:gd name="connsiteX573" fmla="*/ 5194 w 348896"/>
                <a:gd name="connsiteY573" fmla="*/ 562711 h 741472"/>
                <a:gd name="connsiteX574" fmla="*/ 1113 w 348896"/>
                <a:gd name="connsiteY574" fmla="*/ 564379 h 741472"/>
                <a:gd name="connsiteX575" fmla="*/ 1994 w 348896"/>
                <a:gd name="connsiteY575" fmla="*/ 568769 h 741472"/>
                <a:gd name="connsiteX576" fmla="*/ 5472 w 348896"/>
                <a:gd name="connsiteY576" fmla="*/ 570438 h 741472"/>
                <a:gd name="connsiteX577" fmla="*/ 2875 w 348896"/>
                <a:gd name="connsiteY577" fmla="*/ 572633 h 741472"/>
                <a:gd name="connsiteX578" fmla="*/ 0 w 348896"/>
                <a:gd name="connsiteY578" fmla="*/ 574564 h 741472"/>
                <a:gd name="connsiteX579" fmla="*/ 2597 w 348896"/>
                <a:gd name="connsiteY579" fmla="*/ 580886 h 741472"/>
                <a:gd name="connsiteX580" fmla="*/ 6957 w 348896"/>
                <a:gd name="connsiteY580" fmla="*/ 578691 h 741472"/>
                <a:gd name="connsiteX581" fmla="*/ 10157 w 348896"/>
                <a:gd name="connsiteY581" fmla="*/ 579525 h 741472"/>
                <a:gd name="connsiteX582" fmla="*/ 4359 w 348896"/>
                <a:gd name="connsiteY582" fmla="*/ 583388 h 741472"/>
                <a:gd name="connsiteX583" fmla="*/ 4359 w 348896"/>
                <a:gd name="connsiteY583" fmla="*/ 587515 h 741472"/>
                <a:gd name="connsiteX584" fmla="*/ 1762 w 348896"/>
                <a:gd name="connsiteY584" fmla="*/ 591071 h 741472"/>
                <a:gd name="connsiteX585" fmla="*/ 2319 w 348896"/>
                <a:gd name="connsiteY585" fmla="*/ 594934 h 741472"/>
                <a:gd name="connsiteX586" fmla="*/ 6400 w 348896"/>
                <a:gd name="connsiteY586" fmla="*/ 594934 h 741472"/>
                <a:gd name="connsiteX587" fmla="*/ 11316 w 348896"/>
                <a:gd name="connsiteY587" fmla="*/ 596866 h 741472"/>
                <a:gd name="connsiteX588" fmla="*/ 12197 w 348896"/>
                <a:gd name="connsiteY588" fmla="*/ 594407 h 741472"/>
                <a:gd name="connsiteX589" fmla="*/ 15073 w 348896"/>
                <a:gd name="connsiteY589" fmla="*/ 596866 h 741472"/>
                <a:gd name="connsiteX590" fmla="*/ 12754 w 348896"/>
                <a:gd name="connsiteY590" fmla="*/ 598797 h 741472"/>
                <a:gd name="connsiteX591" fmla="*/ 14794 w 348896"/>
                <a:gd name="connsiteY591" fmla="*/ 600465 h 741472"/>
                <a:gd name="connsiteX592" fmla="*/ 18273 w 348896"/>
                <a:gd name="connsiteY592" fmla="*/ 600465 h 741472"/>
                <a:gd name="connsiteX593" fmla="*/ 20313 w 348896"/>
                <a:gd name="connsiteY593" fmla="*/ 597173 h 741472"/>
                <a:gd name="connsiteX594" fmla="*/ 21473 w 348896"/>
                <a:gd name="connsiteY594" fmla="*/ 590851 h 741472"/>
                <a:gd name="connsiteX595" fmla="*/ 23235 w 348896"/>
                <a:gd name="connsiteY595" fmla="*/ 588393 h 741472"/>
                <a:gd name="connsiteX596" fmla="*/ 24673 w 348896"/>
                <a:gd name="connsiteY596" fmla="*/ 583739 h 741472"/>
                <a:gd name="connsiteX597" fmla="*/ 27270 w 348896"/>
                <a:gd name="connsiteY597" fmla="*/ 582642 h 741472"/>
                <a:gd name="connsiteX598" fmla="*/ 26991 w 348896"/>
                <a:gd name="connsiteY598" fmla="*/ 587032 h 741472"/>
                <a:gd name="connsiteX599" fmla="*/ 31073 w 348896"/>
                <a:gd name="connsiteY599" fmla="*/ 589227 h 741472"/>
                <a:gd name="connsiteX600" fmla="*/ 24116 w 348896"/>
                <a:gd name="connsiteY600" fmla="*/ 590588 h 741472"/>
                <a:gd name="connsiteX601" fmla="*/ 24116 w 348896"/>
                <a:gd name="connsiteY601" fmla="*/ 596075 h 741472"/>
                <a:gd name="connsiteX602" fmla="*/ 25878 w 348896"/>
                <a:gd name="connsiteY602" fmla="*/ 598270 h 741472"/>
                <a:gd name="connsiteX603" fmla="*/ 29960 w 348896"/>
                <a:gd name="connsiteY603" fmla="*/ 596339 h 741472"/>
                <a:gd name="connsiteX604" fmla="*/ 29960 w 348896"/>
                <a:gd name="connsiteY604" fmla="*/ 600465 h 741472"/>
                <a:gd name="connsiteX605" fmla="*/ 23003 w 348896"/>
                <a:gd name="connsiteY605" fmla="*/ 600465 h 741472"/>
                <a:gd name="connsiteX606" fmla="*/ 27363 w 348896"/>
                <a:gd name="connsiteY606" fmla="*/ 605119 h 741472"/>
                <a:gd name="connsiteX607" fmla="*/ 23606 w 348896"/>
                <a:gd name="connsiteY607" fmla="*/ 605119 h 741472"/>
                <a:gd name="connsiteX608" fmla="*/ 19849 w 348896"/>
                <a:gd name="connsiteY608" fmla="*/ 601563 h 741472"/>
                <a:gd name="connsiteX609" fmla="*/ 16974 w 348896"/>
                <a:gd name="connsiteY609" fmla="*/ 605119 h 741472"/>
                <a:gd name="connsiteX610" fmla="*/ 21612 w 348896"/>
                <a:gd name="connsiteY610" fmla="*/ 607841 h 741472"/>
                <a:gd name="connsiteX611" fmla="*/ 26249 w 348896"/>
                <a:gd name="connsiteY611" fmla="*/ 609772 h 741472"/>
                <a:gd name="connsiteX612" fmla="*/ 26249 w 348896"/>
                <a:gd name="connsiteY612" fmla="*/ 611704 h 741472"/>
                <a:gd name="connsiteX613" fmla="*/ 23652 w 348896"/>
                <a:gd name="connsiteY613" fmla="*/ 611704 h 741472"/>
                <a:gd name="connsiteX614" fmla="*/ 25415 w 348896"/>
                <a:gd name="connsiteY614" fmla="*/ 615830 h 741472"/>
                <a:gd name="connsiteX615" fmla="*/ 23977 w 348896"/>
                <a:gd name="connsiteY615" fmla="*/ 615830 h 741472"/>
                <a:gd name="connsiteX616" fmla="*/ 20777 w 348896"/>
                <a:gd name="connsiteY616" fmla="*/ 609509 h 741472"/>
                <a:gd name="connsiteX617" fmla="*/ 15583 w 348896"/>
                <a:gd name="connsiteY617" fmla="*/ 607841 h 741472"/>
                <a:gd name="connsiteX618" fmla="*/ 15304 w 348896"/>
                <a:gd name="connsiteY618" fmla="*/ 610562 h 741472"/>
                <a:gd name="connsiteX619" fmla="*/ 18180 w 348896"/>
                <a:gd name="connsiteY619" fmla="*/ 611396 h 741472"/>
                <a:gd name="connsiteX620" fmla="*/ 18458 w 348896"/>
                <a:gd name="connsiteY620" fmla="*/ 615786 h 741472"/>
                <a:gd name="connsiteX621" fmla="*/ 8904 w 348896"/>
                <a:gd name="connsiteY621" fmla="*/ 615786 h 741472"/>
                <a:gd name="connsiteX622" fmla="*/ 12661 w 348896"/>
                <a:gd name="connsiteY622" fmla="*/ 621274 h 741472"/>
                <a:gd name="connsiteX623" fmla="*/ 12383 w 348896"/>
                <a:gd name="connsiteY623" fmla="*/ 625401 h 741472"/>
                <a:gd name="connsiteX624" fmla="*/ 11223 w 348896"/>
                <a:gd name="connsiteY624" fmla="*/ 628430 h 741472"/>
                <a:gd name="connsiteX625" fmla="*/ 7745 w 348896"/>
                <a:gd name="connsiteY625" fmla="*/ 631722 h 741472"/>
                <a:gd name="connsiteX626" fmla="*/ 6307 w 348896"/>
                <a:gd name="connsiteY626" fmla="*/ 639141 h 741472"/>
                <a:gd name="connsiteX627" fmla="*/ 9183 w 348896"/>
                <a:gd name="connsiteY627" fmla="*/ 639141 h 741472"/>
                <a:gd name="connsiteX628" fmla="*/ 10620 w 348896"/>
                <a:gd name="connsiteY628" fmla="*/ 632820 h 741472"/>
                <a:gd name="connsiteX629" fmla="*/ 13217 w 348896"/>
                <a:gd name="connsiteY629" fmla="*/ 636376 h 741472"/>
                <a:gd name="connsiteX630" fmla="*/ 16417 w 348896"/>
                <a:gd name="connsiteY630" fmla="*/ 632512 h 741472"/>
                <a:gd name="connsiteX631" fmla="*/ 19617 w 348896"/>
                <a:gd name="connsiteY631" fmla="*/ 628122 h 741472"/>
                <a:gd name="connsiteX632" fmla="*/ 20777 w 348896"/>
                <a:gd name="connsiteY632" fmla="*/ 617674 h 741472"/>
                <a:gd name="connsiteX633" fmla="*/ 29774 w 348896"/>
                <a:gd name="connsiteY633" fmla="*/ 618508 h 741472"/>
                <a:gd name="connsiteX634" fmla="*/ 23977 w 348896"/>
                <a:gd name="connsiteY634" fmla="*/ 620967 h 741472"/>
                <a:gd name="connsiteX635" fmla="*/ 22818 w 348896"/>
                <a:gd name="connsiteY635" fmla="*/ 626191 h 741472"/>
                <a:gd name="connsiteX636" fmla="*/ 23374 w 348896"/>
                <a:gd name="connsiteY636" fmla="*/ 628649 h 741472"/>
                <a:gd name="connsiteX637" fmla="*/ 27131 w 348896"/>
                <a:gd name="connsiteY637" fmla="*/ 627288 h 741472"/>
                <a:gd name="connsiteX638" fmla="*/ 23050 w 348896"/>
                <a:gd name="connsiteY638" fmla="*/ 631942 h 741472"/>
                <a:gd name="connsiteX639" fmla="*/ 23606 w 348896"/>
                <a:gd name="connsiteY639" fmla="*/ 634663 h 741472"/>
                <a:gd name="connsiteX640" fmla="*/ 27084 w 348896"/>
                <a:gd name="connsiteY640" fmla="*/ 631371 h 741472"/>
                <a:gd name="connsiteX641" fmla="*/ 29403 w 348896"/>
                <a:gd name="connsiteY641" fmla="*/ 631371 h 741472"/>
                <a:gd name="connsiteX642" fmla="*/ 28244 w 348896"/>
                <a:gd name="connsiteY642" fmla="*/ 634663 h 741472"/>
                <a:gd name="connsiteX643" fmla="*/ 29681 w 348896"/>
                <a:gd name="connsiteY643" fmla="*/ 636332 h 741472"/>
                <a:gd name="connsiteX644" fmla="*/ 30238 w 348896"/>
                <a:gd name="connsiteY644" fmla="*/ 639053 h 741472"/>
                <a:gd name="connsiteX645" fmla="*/ 27038 w 348896"/>
                <a:gd name="connsiteY645" fmla="*/ 639053 h 741472"/>
                <a:gd name="connsiteX646" fmla="*/ 27038 w 348896"/>
                <a:gd name="connsiteY646" fmla="*/ 637385 h 741472"/>
                <a:gd name="connsiteX647" fmla="*/ 23560 w 348896"/>
                <a:gd name="connsiteY647" fmla="*/ 639053 h 741472"/>
                <a:gd name="connsiteX648" fmla="*/ 28197 w 348896"/>
                <a:gd name="connsiteY648" fmla="*/ 642917 h 741472"/>
                <a:gd name="connsiteX649" fmla="*/ 29635 w 348896"/>
                <a:gd name="connsiteY649" fmla="*/ 646780 h 741472"/>
                <a:gd name="connsiteX650" fmla="*/ 20638 w 348896"/>
                <a:gd name="connsiteY650" fmla="*/ 641292 h 741472"/>
                <a:gd name="connsiteX651" fmla="*/ 27038 w 348896"/>
                <a:gd name="connsiteY651" fmla="*/ 650072 h 741472"/>
                <a:gd name="connsiteX652" fmla="*/ 21844 w 348896"/>
                <a:gd name="connsiteY652" fmla="*/ 650072 h 741472"/>
                <a:gd name="connsiteX653" fmla="*/ 21844 w 348896"/>
                <a:gd name="connsiteY653" fmla="*/ 653936 h 741472"/>
                <a:gd name="connsiteX654" fmla="*/ 25044 w 348896"/>
                <a:gd name="connsiteY654" fmla="*/ 656394 h 741472"/>
                <a:gd name="connsiteX655" fmla="*/ 28244 w 348896"/>
                <a:gd name="connsiteY655" fmla="*/ 656394 h 741472"/>
                <a:gd name="connsiteX656" fmla="*/ 26806 w 348896"/>
                <a:gd name="connsiteY656" fmla="*/ 661047 h 741472"/>
                <a:gd name="connsiteX657" fmla="*/ 28244 w 348896"/>
                <a:gd name="connsiteY657" fmla="*/ 665437 h 741472"/>
                <a:gd name="connsiteX658" fmla="*/ 32325 w 348896"/>
                <a:gd name="connsiteY658" fmla="*/ 663242 h 741472"/>
                <a:gd name="connsiteX659" fmla="*/ 33206 w 348896"/>
                <a:gd name="connsiteY659" fmla="*/ 659687 h 741472"/>
                <a:gd name="connsiteX660" fmla="*/ 34968 w 348896"/>
                <a:gd name="connsiteY660" fmla="*/ 663242 h 741472"/>
                <a:gd name="connsiteX661" fmla="*/ 38725 w 348896"/>
                <a:gd name="connsiteY661" fmla="*/ 663242 h 741472"/>
                <a:gd name="connsiteX662" fmla="*/ 37565 w 348896"/>
                <a:gd name="connsiteY662" fmla="*/ 665437 h 741472"/>
                <a:gd name="connsiteX663" fmla="*/ 31490 w 348896"/>
                <a:gd name="connsiteY663" fmla="*/ 668159 h 741472"/>
                <a:gd name="connsiteX664" fmla="*/ 36406 w 348896"/>
                <a:gd name="connsiteY664" fmla="*/ 671188 h 741472"/>
                <a:gd name="connsiteX665" fmla="*/ 39606 w 348896"/>
                <a:gd name="connsiteY665" fmla="*/ 674481 h 741472"/>
                <a:gd name="connsiteX666" fmla="*/ 47722 w 348896"/>
                <a:gd name="connsiteY666" fmla="*/ 674481 h 741472"/>
                <a:gd name="connsiteX667" fmla="*/ 43363 w 348896"/>
                <a:gd name="connsiteY667" fmla="*/ 677203 h 741472"/>
                <a:gd name="connsiteX668" fmla="*/ 39282 w 348896"/>
                <a:gd name="connsiteY668" fmla="*/ 677203 h 741472"/>
                <a:gd name="connsiteX669" fmla="*/ 42157 w 348896"/>
                <a:gd name="connsiteY669" fmla="*/ 679398 h 741472"/>
                <a:gd name="connsiteX670" fmla="*/ 48232 w 348896"/>
                <a:gd name="connsiteY670" fmla="*/ 681856 h 741472"/>
                <a:gd name="connsiteX671" fmla="*/ 49995 w 348896"/>
                <a:gd name="connsiteY671" fmla="*/ 685412 h 741472"/>
                <a:gd name="connsiteX672" fmla="*/ 42157 w 348896"/>
                <a:gd name="connsiteY672" fmla="*/ 682119 h 741472"/>
                <a:gd name="connsiteX673" fmla="*/ 37797 w 348896"/>
                <a:gd name="connsiteY673" fmla="*/ 682953 h 741472"/>
                <a:gd name="connsiteX674" fmla="*/ 39235 w 348896"/>
                <a:gd name="connsiteY674" fmla="*/ 680232 h 741472"/>
                <a:gd name="connsiteX675" fmla="*/ 35154 w 348896"/>
                <a:gd name="connsiteY675" fmla="*/ 675008 h 741472"/>
                <a:gd name="connsiteX676" fmla="*/ 23560 w 348896"/>
                <a:gd name="connsiteY676" fmla="*/ 670354 h 741472"/>
                <a:gd name="connsiteX677" fmla="*/ 17484 w 348896"/>
                <a:gd name="connsiteY677" fmla="*/ 664603 h 741472"/>
                <a:gd name="connsiteX678" fmla="*/ 16603 w 348896"/>
                <a:gd name="connsiteY678" fmla="*/ 666535 h 741472"/>
                <a:gd name="connsiteX679" fmla="*/ 21797 w 348896"/>
                <a:gd name="connsiteY679" fmla="*/ 675315 h 741472"/>
                <a:gd name="connsiteX680" fmla="*/ 32232 w 348896"/>
                <a:gd name="connsiteY680" fmla="*/ 676983 h 741472"/>
                <a:gd name="connsiteX681" fmla="*/ 32789 w 348896"/>
                <a:gd name="connsiteY681" fmla="*/ 682471 h 741472"/>
                <a:gd name="connsiteX682" fmla="*/ 27594 w 348896"/>
                <a:gd name="connsiteY682" fmla="*/ 683832 h 741472"/>
                <a:gd name="connsiteX683" fmla="*/ 29913 w 348896"/>
                <a:gd name="connsiteY683" fmla="*/ 687124 h 741472"/>
                <a:gd name="connsiteX684" fmla="*/ 34273 w 348896"/>
                <a:gd name="connsiteY684" fmla="*/ 687124 h 741472"/>
                <a:gd name="connsiteX685" fmla="*/ 45867 w 348896"/>
                <a:gd name="connsiteY685" fmla="*/ 695070 h 741472"/>
                <a:gd name="connsiteX686" fmla="*/ 43270 w 348896"/>
                <a:gd name="connsiteY686" fmla="*/ 699197 h 741472"/>
                <a:gd name="connsiteX687" fmla="*/ 51386 w 348896"/>
                <a:gd name="connsiteY687" fmla="*/ 699197 h 741472"/>
                <a:gd name="connsiteX688" fmla="*/ 50829 w 348896"/>
                <a:gd name="connsiteY688" fmla="*/ 702226 h 741472"/>
                <a:gd name="connsiteX689" fmla="*/ 54586 w 348896"/>
                <a:gd name="connsiteY689" fmla="*/ 702226 h 741472"/>
                <a:gd name="connsiteX690" fmla="*/ 56348 w 348896"/>
                <a:gd name="connsiteY690" fmla="*/ 699197 h 741472"/>
                <a:gd name="connsiteX691" fmla="*/ 59548 w 348896"/>
                <a:gd name="connsiteY691" fmla="*/ 705255 h 741472"/>
                <a:gd name="connsiteX692" fmla="*/ 63027 w 348896"/>
                <a:gd name="connsiteY692" fmla="*/ 705255 h 741472"/>
                <a:gd name="connsiteX693" fmla="*/ 62470 w 348896"/>
                <a:gd name="connsiteY693" fmla="*/ 701392 h 741472"/>
                <a:gd name="connsiteX694" fmla="*/ 66551 w 348896"/>
                <a:gd name="connsiteY694" fmla="*/ 705255 h 741472"/>
                <a:gd name="connsiteX695" fmla="*/ 70030 w 348896"/>
                <a:gd name="connsiteY695" fmla="*/ 705255 h 741472"/>
                <a:gd name="connsiteX696" fmla="*/ 67154 w 348896"/>
                <a:gd name="connsiteY696" fmla="*/ 706923 h 741472"/>
                <a:gd name="connsiteX697" fmla="*/ 62238 w 348896"/>
                <a:gd name="connsiteY697" fmla="*/ 708591 h 741472"/>
                <a:gd name="connsiteX698" fmla="*/ 59038 w 348896"/>
                <a:gd name="connsiteY698" fmla="*/ 708591 h 741472"/>
                <a:gd name="connsiteX699" fmla="*/ 58157 w 348896"/>
                <a:gd name="connsiteY699" fmla="*/ 712454 h 741472"/>
                <a:gd name="connsiteX700" fmla="*/ 64557 w 348896"/>
                <a:gd name="connsiteY700" fmla="*/ 714122 h 741472"/>
                <a:gd name="connsiteX701" fmla="*/ 65995 w 348896"/>
                <a:gd name="connsiteY701" fmla="*/ 714122 h 741472"/>
                <a:gd name="connsiteX702" fmla="*/ 70911 w 348896"/>
                <a:gd name="connsiteY702" fmla="*/ 712454 h 741472"/>
                <a:gd name="connsiteX703" fmla="*/ 78749 w 348896"/>
                <a:gd name="connsiteY703" fmla="*/ 714122 h 741472"/>
                <a:gd name="connsiteX704" fmla="*/ 81346 w 348896"/>
                <a:gd name="connsiteY704" fmla="*/ 720444 h 741472"/>
                <a:gd name="connsiteX705" fmla="*/ 72348 w 348896"/>
                <a:gd name="connsiteY705" fmla="*/ 717722 h 741472"/>
                <a:gd name="connsiteX706" fmla="*/ 66273 w 348896"/>
                <a:gd name="connsiteY706" fmla="*/ 717722 h 741472"/>
                <a:gd name="connsiteX707" fmla="*/ 67154 w 348896"/>
                <a:gd name="connsiteY707" fmla="*/ 720444 h 741472"/>
                <a:gd name="connsiteX708" fmla="*/ 77589 w 348896"/>
                <a:gd name="connsiteY708" fmla="*/ 724000 h 741472"/>
                <a:gd name="connsiteX709" fmla="*/ 82505 w 348896"/>
                <a:gd name="connsiteY709" fmla="*/ 725361 h 741472"/>
                <a:gd name="connsiteX710" fmla="*/ 86586 w 348896"/>
                <a:gd name="connsiteY710" fmla="*/ 725361 h 741472"/>
                <a:gd name="connsiteX711" fmla="*/ 86030 w 348896"/>
                <a:gd name="connsiteY711" fmla="*/ 721498 h 741472"/>
                <a:gd name="connsiteX712" fmla="*/ 84870 w 348896"/>
                <a:gd name="connsiteY712" fmla="*/ 719830 h 741472"/>
                <a:gd name="connsiteX713" fmla="*/ 96186 w 348896"/>
                <a:gd name="connsiteY713" fmla="*/ 719303 h 741472"/>
                <a:gd name="connsiteX714" fmla="*/ 88952 w 348896"/>
                <a:gd name="connsiteY714" fmla="*/ 721761 h 741472"/>
                <a:gd name="connsiteX715" fmla="*/ 90111 w 348896"/>
                <a:gd name="connsiteY715" fmla="*/ 725317 h 741472"/>
                <a:gd name="connsiteX716" fmla="*/ 93311 w 348896"/>
                <a:gd name="connsiteY716" fmla="*/ 728610 h 741472"/>
                <a:gd name="connsiteX717" fmla="*/ 93868 w 348896"/>
                <a:gd name="connsiteY717" fmla="*/ 734361 h 741472"/>
                <a:gd name="connsiteX718" fmla="*/ 99062 w 348896"/>
                <a:gd name="connsiteY718" fmla="*/ 734361 h 741472"/>
                <a:gd name="connsiteX719" fmla="*/ 101381 w 348896"/>
                <a:gd name="connsiteY719" fmla="*/ 736556 h 741472"/>
                <a:gd name="connsiteX720" fmla="*/ 103978 w 348896"/>
                <a:gd name="connsiteY720" fmla="*/ 736556 h 741472"/>
                <a:gd name="connsiteX721" fmla="*/ 101937 w 348896"/>
                <a:gd name="connsiteY721" fmla="*/ 731068 h 741472"/>
                <a:gd name="connsiteX722" fmla="*/ 99340 w 348896"/>
                <a:gd name="connsiteY722" fmla="*/ 729400 h 741472"/>
                <a:gd name="connsiteX723" fmla="*/ 103978 w 348896"/>
                <a:gd name="connsiteY723" fmla="*/ 728566 h 741472"/>
                <a:gd name="connsiteX724" fmla="*/ 108337 w 348896"/>
                <a:gd name="connsiteY724" fmla="*/ 730497 h 741472"/>
                <a:gd name="connsiteX725" fmla="*/ 108337 w 348896"/>
                <a:gd name="connsiteY725" fmla="*/ 735151 h 741472"/>
                <a:gd name="connsiteX726" fmla="*/ 114134 w 348896"/>
                <a:gd name="connsiteY726" fmla="*/ 734317 h 741472"/>
                <a:gd name="connsiteX727" fmla="*/ 118494 w 348896"/>
                <a:gd name="connsiteY727" fmla="*/ 736512 h 741472"/>
                <a:gd name="connsiteX728" fmla="*/ 118494 w 348896"/>
                <a:gd name="connsiteY728" fmla="*/ 739541 h 741472"/>
                <a:gd name="connsiteX729" fmla="*/ 122853 w 348896"/>
                <a:gd name="connsiteY729" fmla="*/ 741472 h 741472"/>
                <a:gd name="connsiteX730" fmla="*/ 122853 w 348896"/>
                <a:gd name="connsiteY730" fmla="*/ 735151 h 741472"/>
                <a:gd name="connsiteX731" fmla="*/ 118216 w 348896"/>
                <a:gd name="connsiteY731" fmla="*/ 732429 h 741472"/>
                <a:gd name="connsiteX732" fmla="*/ 115340 w 348896"/>
                <a:gd name="connsiteY732" fmla="*/ 731902 h 741472"/>
                <a:gd name="connsiteX733" fmla="*/ 115897 w 348896"/>
                <a:gd name="connsiteY733" fmla="*/ 730541 h 741472"/>
                <a:gd name="connsiteX734" fmla="*/ 118494 w 348896"/>
                <a:gd name="connsiteY734" fmla="*/ 728346 h 741472"/>
                <a:gd name="connsiteX735" fmla="*/ 114134 w 348896"/>
                <a:gd name="connsiteY735" fmla="*/ 727512 h 741472"/>
                <a:gd name="connsiteX736" fmla="*/ 114134 w 348896"/>
                <a:gd name="connsiteY736" fmla="*/ 725581 h 741472"/>
                <a:gd name="connsiteX737" fmla="*/ 117334 w 348896"/>
                <a:gd name="connsiteY737" fmla="*/ 725581 h 741472"/>
                <a:gd name="connsiteX738" fmla="*/ 120813 w 348896"/>
                <a:gd name="connsiteY738" fmla="*/ 724220 h 741472"/>
                <a:gd name="connsiteX739" fmla="*/ 120813 w 348896"/>
                <a:gd name="connsiteY739" fmla="*/ 727512 h 741472"/>
                <a:gd name="connsiteX740" fmla="*/ 125172 w 348896"/>
                <a:gd name="connsiteY740" fmla="*/ 728610 h 741472"/>
                <a:gd name="connsiteX741" fmla="*/ 126935 w 348896"/>
                <a:gd name="connsiteY741" fmla="*/ 730541 h 741472"/>
                <a:gd name="connsiteX742" fmla="*/ 130135 w 348896"/>
                <a:gd name="connsiteY742" fmla="*/ 729444 h 741472"/>
                <a:gd name="connsiteX743" fmla="*/ 133335 w 348896"/>
                <a:gd name="connsiteY743" fmla="*/ 731375 h 741472"/>
                <a:gd name="connsiteX744" fmla="*/ 136210 w 348896"/>
                <a:gd name="connsiteY744" fmla="*/ 731112 h 741472"/>
                <a:gd name="connsiteX745" fmla="*/ 136210 w 348896"/>
                <a:gd name="connsiteY745" fmla="*/ 728917 h 741472"/>
                <a:gd name="connsiteX746" fmla="*/ 138251 w 348896"/>
                <a:gd name="connsiteY746" fmla="*/ 726458 h 741472"/>
                <a:gd name="connsiteX747" fmla="*/ 135932 w 348896"/>
                <a:gd name="connsiteY747" fmla="*/ 722068 h 741472"/>
                <a:gd name="connsiteX748" fmla="*/ 136813 w 348896"/>
                <a:gd name="connsiteY748" fmla="*/ 722068 h 741472"/>
                <a:gd name="connsiteX749" fmla="*/ 135885 w 348896"/>
                <a:gd name="connsiteY749" fmla="*/ 721542 h 741472"/>
                <a:gd name="connsiteX750" fmla="*/ 113021 w 348896"/>
                <a:gd name="connsiteY750" fmla="*/ 721673 h 741472"/>
                <a:gd name="connsiteX751" fmla="*/ 112047 w 348896"/>
                <a:gd name="connsiteY751" fmla="*/ 721454 h 741472"/>
                <a:gd name="connsiteX752" fmla="*/ 111584 w 348896"/>
                <a:gd name="connsiteY752" fmla="*/ 720576 h 741472"/>
                <a:gd name="connsiteX753" fmla="*/ 111584 w 348896"/>
                <a:gd name="connsiteY753" fmla="*/ 662760 h 741472"/>
                <a:gd name="connsiteX754" fmla="*/ 109543 w 348896"/>
                <a:gd name="connsiteY754" fmla="*/ 660565 h 741472"/>
                <a:gd name="connsiteX755" fmla="*/ 106946 w 348896"/>
                <a:gd name="connsiteY755" fmla="*/ 662496 h 741472"/>
                <a:gd name="connsiteX756" fmla="*/ 99989 w 348896"/>
                <a:gd name="connsiteY756" fmla="*/ 659467 h 741472"/>
                <a:gd name="connsiteX757" fmla="*/ 98227 w 348896"/>
                <a:gd name="connsiteY757" fmla="*/ 656175 h 741472"/>
                <a:gd name="connsiteX758" fmla="*/ 104905 w 348896"/>
                <a:gd name="connsiteY758" fmla="*/ 652619 h 741472"/>
                <a:gd name="connsiteX759" fmla="*/ 114134 w 348896"/>
                <a:gd name="connsiteY759" fmla="*/ 655691 h 741472"/>
                <a:gd name="connsiteX760" fmla="*/ 92198 w 348896"/>
                <a:gd name="connsiteY760" fmla="*/ 648141 h 741472"/>
                <a:gd name="connsiteX761" fmla="*/ 59919 w 348896"/>
                <a:gd name="connsiteY761" fmla="*/ 646604 h 741472"/>
                <a:gd name="connsiteX762" fmla="*/ 59085 w 348896"/>
                <a:gd name="connsiteY762" fmla="*/ 646253 h 741472"/>
                <a:gd name="connsiteX763" fmla="*/ 50690 w 348896"/>
                <a:gd name="connsiteY763" fmla="*/ 637210 h 741472"/>
                <a:gd name="connsiteX764" fmla="*/ 50505 w 348896"/>
                <a:gd name="connsiteY764" fmla="*/ 636024 h 741472"/>
                <a:gd name="connsiteX765" fmla="*/ 53566 w 348896"/>
                <a:gd name="connsiteY765" fmla="*/ 629922 h 741472"/>
                <a:gd name="connsiteX766" fmla="*/ 53566 w 348896"/>
                <a:gd name="connsiteY766" fmla="*/ 628605 h 741472"/>
                <a:gd name="connsiteX767" fmla="*/ 51571 w 348896"/>
                <a:gd name="connsiteY767" fmla="*/ 627552 h 741472"/>
                <a:gd name="connsiteX768" fmla="*/ 50969 w 348896"/>
                <a:gd name="connsiteY768" fmla="*/ 626586 h 741472"/>
                <a:gd name="connsiteX769" fmla="*/ 50969 w 348896"/>
                <a:gd name="connsiteY769" fmla="*/ 622459 h 741472"/>
                <a:gd name="connsiteX770" fmla="*/ 52128 w 348896"/>
                <a:gd name="connsiteY770" fmla="*/ 621362 h 741472"/>
                <a:gd name="connsiteX771" fmla="*/ 53566 w 348896"/>
                <a:gd name="connsiteY771" fmla="*/ 621362 h 741472"/>
                <a:gd name="connsiteX772" fmla="*/ 53566 w 348896"/>
                <a:gd name="connsiteY772" fmla="*/ 614952 h 741472"/>
                <a:gd name="connsiteX773" fmla="*/ 48093 w 348896"/>
                <a:gd name="connsiteY773" fmla="*/ 614513 h 741472"/>
                <a:gd name="connsiteX774" fmla="*/ 42945 w 348896"/>
                <a:gd name="connsiteY774" fmla="*/ 617937 h 741472"/>
                <a:gd name="connsiteX775" fmla="*/ 42018 w 348896"/>
                <a:gd name="connsiteY775" fmla="*/ 618113 h 741472"/>
                <a:gd name="connsiteX776" fmla="*/ 41276 w 348896"/>
                <a:gd name="connsiteY776" fmla="*/ 617586 h 741472"/>
                <a:gd name="connsiteX777" fmla="*/ 35479 w 348896"/>
                <a:gd name="connsiteY777" fmla="*/ 608455 h 741472"/>
                <a:gd name="connsiteX778" fmla="*/ 35339 w 348896"/>
                <a:gd name="connsiteY778" fmla="*/ 607972 h 741472"/>
                <a:gd name="connsiteX779" fmla="*/ 34180 w 348896"/>
                <a:gd name="connsiteY779" fmla="*/ 595636 h 741472"/>
                <a:gd name="connsiteX780" fmla="*/ 35247 w 348896"/>
                <a:gd name="connsiteY780" fmla="*/ 594451 h 741472"/>
                <a:gd name="connsiteX781" fmla="*/ 36499 w 348896"/>
                <a:gd name="connsiteY781" fmla="*/ 595461 h 741472"/>
                <a:gd name="connsiteX782" fmla="*/ 37658 w 348896"/>
                <a:gd name="connsiteY782" fmla="*/ 607577 h 741472"/>
                <a:gd name="connsiteX783" fmla="*/ 42667 w 348896"/>
                <a:gd name="connsiteY783" fmla="*/ 615479 h 741472"/>
                <a:gd name="connsiteX784" fmla="*/ 47166 w 348896"/>
                <a:gd name="connsiteY784" fmla="*/ 612494 h 741472"/>
                <a:gd name="connsiteX785" fmla="*/ 47908 w 348896"/>
                <a:gd name="connsiteY785" fmla="*/ 612318 h 741472"/>
                <a:gd name="connsiteX786" fmla="*/ 54864 w 348896"/>
                <a:gd name="connsiteY786" fmla="*/ 612845 h 741472"/>
                <a:gd name="connsiteX787" fmla="*/ 55931 w 348896"/>
                <a:gd name="connsiteY787" fmla="*/ 613943 h 741472"/>
                <a:gd name="connsiteX788" fmla="*/ 55931 w 348896"/>
                <a:gd name="connsiteY788" fmla="*/ 622459 h 741472"/>
                <a:gd name="connsiteX789" fmla="*/ 54772 w 348896"/>
                <a:gd name="connsiteY789" fmla="*/ 623557 h 741472"/>
                <a:gd name="connsiteX790" fmla="*/ 53334 w 348896"/>
                <a:gd name="connsiteY790" fmla="*/ 623557 h 741472"/>
                <a:gd name="connsiteX791" fmla="*/ 53334 w 348896"/>
                <a:gd name="connsiteY791" fmla="*/ 625927 h 741472"/>
                <a:gd name="connsiteX792" fmla="*/ 55328 w 348896"/>
                <a:gd name="connsiteY792" fmla="*/ 626981 h 741472"/>
                <a:gd name="connsiteX793" fmla="*/ 55931 w 348896"/>
                <a:gd name="connsiteY793" fmla="*/ 627947 h 741472"/>
                <a:gd name="connsiteX794" fmla="*/ 55931 w 348896"/>
                <a:gd name="connsiteY794" fmla="*/ 630142 h 741472"/>
                <a:gd name="connsiteX795" fmla="*/ 55838 w 348896"/>
                <a:gd name="connsiteY795" fmla="*/ 630625 h 741472"/>
                <a:gd name="connsiteX796" fmla="*/ 52963 w 348896"/>
                <a:gd name="connsiteY796" fmla="*/ 636288 h 741472"/>
                <a:gd name="connsiteX797" fmla="*/ 60522 w 348896"/>
                <a:gd name="connsiteY797" fmla="*/ 644453 h 741472"/>
                <a:gd name="connsiteX798" fmla="*/ 92476 w 348896"/>
                <a:gd name="connsiteY798" fmla="*/ 645990 h 741472"/>
                <a:gd name="connsiteX799" fmla="*/ 92801 w 348896"/>
                <a:gd name="connsiteY799" fmla="*/ 646034 h 741472"/>
                <a:gd name="connsiteX800" fmla="*/ 116963 w 348896"/>
                <a:gd name="connsiteY800" fmla="*/ 654375 h 741472"/>
                <a:gd name="connsiteX801" fmla="*/ 117334 w 348896"/>
                <a:gd name="connsiteY801" fmla="*/ 653496 h 741472"/>
                <a:gd name="connsiteX802" fmla="*/ 105740 w 348896"/>
                <a:gd name="connsiteY802" fmla="*/ 629088 h 741472"/>
                <a:gd name="connsiteX803" fmla="*/ 109218 w 348896"/>
                <a:gd name="connsiteY803" fmla="*/ 606875 h 741472"/>
                <a:gd name="connsiteX804" fmla="*/ 117056 w 348896"/>
                <a:gd name="connsiteY804" fmla="*/ 603845 h 741472"/>
                <a:gd name="connsiteX805" fmla="*/ 112975 w 348896"/>
                <a:gd name="connsiteY805" fmla="*/ 598929 h 741472"/>
                <a:gd name="connsiteX806" fmla="*/ 113253 w 348896"/>
                <a:gd name="connsiteY806" fmla="*/ 596997 h 741472"/>
                <a:gd name="connsiteX807" fmla="*/ 118772 w 348896"/>
                <a:gd name="connsiteY807" fmla="*/ 601914 h 741472"/>
                <a:gd name="connsiteX808" fmla="*/ 126285 w 348896"/>
                <a:gd name="connsiteY808" fmla="*/ 595856 h 741472"/>
                <a:gd name="connsiteX809" fmla="*/ 127723 w 348896"/>
                <a:gd name="connsiteY809" fmla="*/ 585978 h 741472"/>
                <a:gd name="connsiteX810" fmla="*/ 125961 w 348896"/>
                <a:gd name="connsiteY810" fmla="*/ 582686 h 741472"/>
                <a:gd name="connsiteX811" fmla="*/ 132361 w 348896"/>
                <a:gd name="connsiteY811" fmla="*/ 573642 h 741472"/>
                <a:gd name="connsiteX812" fmla="*/ 137277 w 348896"/>
                <a:gd name="connsiteY812" fmla="*/ 567891 h 741472"/>
                <a:gd name="connsiteX813" fmla="*/ 147109 w 348896"/>
                <a:gd name="connsiteY813" fmla="*/ 561570 h 741472"/>
                <a:gd name="connsiteX814" fmla="*/ 154622 w 348896"/>
                <a:gd name="connsiteY814" fmla="*/ 556082 h 741472"/>
                <a:gd name="connsiteX815" fmla="*/ 158100 w 348896"/>
                <a:gd name="connsiteY815" fmla="*/ 550024 h 741472"/>
                <a:gd name="connsiteX816" fmla="*/ 155781 w 348896"/>
                <a:gd name="connsiteY816" fmla="*/ 533562 h 741472"/>
                <a:gd name="connsiteX817" fmla="*/ 139827 w 348896"/>
                <a:gd name="connsiteY817" fmla="*/ 529435 h 741472"/>
                <a:gd name="connsiteX818" fmla="*/ 130830 w 348896"/>
                <a:gd name="connsiteY818" fmla="*/ 505027 h 741472"/>
                <a:gd name="connsiteX819" fmla="*/ 146506 w 348896"/>
                <a:gd name="connsiteY819" fmla="*/ 492120 h 741472"/>
                <a:gd name="connsiteX820" fmla="*/ 148546 w 348896"/>
                <a:gd name="connsiteY820" fmla="*/ 489925 h 741472"/>
                <a:gd name="connsiteX821" fmla="*/ 153462 w 348896"/>
                <a:gd name="connsiteY821" fmla="*/ 489398 h 741472"/>
                <a:gd name="connsiteX822" fmla="*/ 160141 w 348896"/>
                <a:gd name="connsiteY822" fmla="*/ 486676 h 741472"/>
                <a:gd name="connsiteX823" fmla="*/ 164500 w 348896"/>
                <a:gd name="connsiteY823" fmla="*/ 478160 h 741472"/>
                <a:gd name="connsiteX824" fmla="*/ 164500 w 348896"/>
                <a:gd name="connsiteY824" fmla="*/ 459765 h 741472"/>
                <a:gd name="connsiteX825" fmla="*/ 179851 w 348896"/>
                <a:gd name="connsiteY825" fmla="*/ 447122 h 741472"/>
                <a:gd name="connsiteX826" fmla="*/ 169694 w 348896"/>
                <a:gd name="connsiteY826" fmla="*/ 441898 h 741472"/>
                <a:gd name="connsiteX827" fmla="*/ 176373 w 348896"/>
                <a:gd name="connsiteY827" fmla="*/ 436982 h 741472"/>
                <a:gd name="connsiteX828" fmla="*/ 183329 w 348896"/>
                <a:gd name="connsiteY828" fmla="*/ 442732 h 741472"/>
                <a:gd name="connsiteX829" fmla="*/ 191724 w 348896"/>
                <a:gd name="connsiteY829" fmla="*/ 436147 h 741472"/>
                <a:gd name="connsiteX830" fmla="*/ 183886 w 348896"/>
                <a:gd name="connsiteY830" fmla="*/ 428728 h 741472"/>
                <a:gd name="connsiteX831" fmla="*/ 184164 w 348896"/>
                <a:gd name="connsiteY831" fmla="*/ 434216 h 741472"/>
                <a:gd name="connsiteX832" fmla="*/ 177207 w 348896"/>
                <a:gd name="connsiteY832" fmla="*/ 433952 h 741472"/>
                <a:gd name="connsiteX833" fmla="*/ 177207 w 348896"/>
                <a:gd name="connsiteY833" fmla="*/ 431230 h 741472"/>
                <a:gd name="connsiteX834" fmla="*/ 173451 w 348896"/>
                <a:gd name="connsiteY834" fmla="*/ 429869 h 741472"/>
                <a:gd name="connsiteX835" fmla="*/ 169973 w 348896"/>
                <a:gd name="connsiteY835" fmla="*/ 427674 h 741472"/>
                <a:gd name="connsiteX836" fmla="*/ 170251 w 348896"/>
                <a:gd name="connsiteY836" fmla="*/ 414241 h 741472"/>
                <a:gd name="connsiteX837" fmla="*/ 167932 w 348896"/>
                <a:gd name="connsiteY837" fmla="*/ 410949 h 741472"/>
                <a:gd name="connsiteX838" fmla="*/ 167376 w 348896"/>
                <a:gd name="connsiteY838" fmla="*/ 408490 h 741472"/>
                <a:gd name="connsiteX839" fmla="*/ 171132 w 348896"/>
                <a:gd name="connsiteY839" fmla="*/ 400808 h 741472"/>
                <a:gd name="connsiteX840" fmla="*/ 186205 w 348896"/>
                <a:gd name="connsiteY840" fmla="*/ 409061 h 741472"/>
                <a:gd name="connsiteX841" fmla="*/ 205637 w 348896"/>
                <a:gd name="connsiteY841" fmla="*/ 406866 h 741472"/>
                <a:gd name="connsiteX842" fmla="*/ 211156 w 348896"/>
                <a:gd name="connsiteY842" fmla="*/ 395891 h 741472"/>
                <a:gd name="connsiteX843" fmla="*/ 212037 w 348896"/>
                <a:gd name="connsiteY843" fmla="*/ 384652 h 741472"/>
                <a:gd name="connsiteX844" fmla="*/ 216396 w 348896"/>
                <a:gd name="connsiteY844" fmla="*/ 375346 h 741472"/>
                <a:gd name="connsiteX845" fmla="*/ 212918 w 348896"/>
                <a:gd name="connsiteY845" fmla="*/ 371790 h 741472"/>
                <a:gd name="connsiteX846" fmla="*/ 209161 w 348896"/>
                <a:gd name="connsiteY846" fmla="*/ 363010 h 741472"/>
                <a:gd name="connsiteX847" fmla="*/ 216721 w 348896"/>
                <a:gd name="connsiteY847" fmla="*/ 366566 h 741472"/>
                <a:gd name="connsiteX848" fmla="*/ 238147 w 348896"/>
                <a:gd name="connsiteY848" fmla="*/ 366566 h 741472"/>
                <a:gd name="connsiteX849" fmla="*/ 286843 w 348896"/>
                <a:gd name="connsiteY849" fmla="*/ 351201 h 741472"/>
                <a:gd name="connsiteX850" fmla="*/ 295840 w 348896"/>
                <a:gd name="connsiteY850" fmla="*/ 337504 h 741472"/>
                <a:gd name="connsiteX851" fmla="*/ 301638 w 348896"/>
                <a:gd name="connsiteY851" fmla="*/ 328724 h 741472"/>
                <a:gd name="connsiteX852" fmla="*/ 295562 w 348896"/>
                <a:gd name="connsiteY852" fmla="*/ 316081 h 741472"/>
                <a:gd name="connsiteX853" fmla="*/ 290925 w 348896"/>
                <a:gd name="connsiteY853" fmla="*/ 306466 h 741472"/>
                <a:gd name="connsiteX854" fmla="*/ 286843 w 348896"/>
                <a:gd name="connsiteY854" fmla="*/ 291365 h 741472"/>
                <a:gd name="connsiteX855" fmla="*/ 272930 w 348896"/>
                <a:gd name="connsiteY855" fmla="*/ 281224 h 741472"/>
                <a:gd name="connsiteX856" fmla="*/ 274322 w 348896"/>
                <a:gd name="connsiteY856" fmla="*/ 278590 h 741472"/>
                <a:gd name="connsiteX857" fmla="*/ 272095 w 348896"/>
                <a:gd name="connsiteY857" fmla="*/ 269678 h 741472"/>
                <a:gd name="connsiteX858" fmla="*/ 272095 w 348896"/>
                <a:gd name="connsiteY858" fmla="*/ 269283 h 741472"/>
                <a:gd name="connsiteX859" fmla="*/ 63119 w 348896"/>
                <a:gd name="connsiteY859" fmla="*/ 407744 h 741472"/>
                <a:gd name="connsiteX860" fmla="*/ 66876 w 348896"/>
                <a:gd name="connsiteY860" fmla="*/ 403091 h 741472"/>
                <a:gd name="connsiteX861" fmla="*/ 70354 w 348896"/>
                <a:gd name="connsiteY861" fmla="*/ 407744 h 741472"/>
                <a:gd name="connsiteX862" fmla="*/ 63119 w 348896"/>
                <a:gd name="connsiteY862" fmla="*/ 407744 h 741472"/>
                <a:gd name="connsiteX863" fmla="*/ 42853 w 348896"/>
                <a:gd name="connsiteY863" fmla="*/ 411871 h 741472"/>
                <a:gd name="connsiteX864" fmla="*/ 47212 w 348896"/>
                <a:gd name="connsiteY864" fmla="*/ 405549 h 741472"/>
                <a:gd name="connsiteX865" fmla="*/ 50087 w 348896"/>
                <a:gd name="connsiteY865" fmla="*/ 410202 h 741472"/>
                <a:gd name="connsiteX866" fmla="*/ 42853 w 348896"/>
                <a:gd name="connsiteY866" fmla="*/ 411871 h 741472"/>
                <a:gd name="connsiteX867" fmla="*/ 50087 w 348896"/>
                <a:gd name="connsiteY867" fmla="*/ 392379 h 741472"/>
                <a:gd name="connsiteX868" fmla="*/ 53102 w 348896"/>
                <a:gd name="connsiteY868" fmla="*/ 389657 h 741472"/>
                <a:gd name="connsiteX869" fmla="*/ 56163 w 348896"/>
                <a:gd name="connsiteY869" fmla="*/ 389657 h 741472"/>
                <a:gd name="connsiteX870" fmla="*/ 56163 w 348896"/>
                <a:gd name="connsiteY870" fmla="*/ 392379 h 741472"/>
                <a:gd name="connsiteX871" fmla="*/ 50087 w 348896"/>
                <a:gd name="connsiteY871" fmla="*/ 392379 h 741472"/>
                <a:gd name="connsiteX872" fmla="*/ 76198 w 348896"/>
                <a:gd name="connsiteY872" fmla="*/ 680758 h 741472"/>
                <a:gd name="connsiteX873" fmla="*/ 77079 w 348896"/>
                <a:gd name="connsiteY873" fmla="*/ 671978 h 741472"/>
                <a:gd name="connsiteX874" fmla="*/ 79120 w 348896"/>
                <a:gd name="connsiteY874" fmla="*/ 665393 h 741472"/>
                <a:gd name="connsiteX875" fmla="*/ 83201 w 348896"/>
                <a:gd name="connsiteY875" fmla="*/ 664296 h 741472"/>
                <a:gd name="connsiteX876" fmla="*/ 88998 w 348896"/>
                <a:gd name="connsiteY876" fmla="*/ 660433 h 741472"/>
                <a:gd name="connsiteX877" fmla="*/ 98552 w 348896"/>
                <a:gd name="connsiteY877" fmla="*/ 660433 h 741472"/>
                <a:gd name="connsiteX878" fmla="*/ 93033 w 348896"/>
                <a:gd name="connsiteY878" fmla="*/ 668115 h 741472"/>
                <a:gd name="connsiteX879" fmla="*/ 86957 w 348896"/>
                <a:gd name="connsiteY879" fmla="*/ 665393 h 741472"/>
                <a:gd name="connsiteX880" fmla="*/ 88859 w 348896"/>
                <a:gd name="connsiteY880" fmla="*/ 670310 h 741472"/>
                <a:gd name="connsiteX881" fmla="*/ 87282 w 348896"/>
                <a:gd name="connsiteY881" fmla="*/ 671935 h 741472"/>
                <a:gd name="connsiteX882" fmla="*/ 84082 w 348896"/>
                <a:gd name="connsiteY882" fmla="*/ 671935 h 741472"/>
                <a:gd name="connsiteX883" fmla="*/ 88859 w 348896"/>
                <a:gd name="connsiteY883" fmla="*/ 683480 h 741472"/>
                <a:gd name="connsiteX884" fmla="*/ 93079 w 348896"/>
                <a:gd name="connsiteY884" fmla="*/ 681022 h 741472"/>
                <a:gd name="connsiteX885" fmla="*/ 100917 w 348896"/>
                <a:gd name="connsiteY885" fmla="*/ 683524 h 741472"/>
                <a:gd name="connsiteX886" fmla="*/ 91363 w 348896"/>
                <a:gd name="connsiteY886" fmla="*/ 688441 h 741472"/>
                <a:gd name="connsiteX887" fmla="*/ 87885 w 348896"/>
                <a:gd name="connsiteY887" fmla="*/ 691997 h 741472"/>
                <a:gd name="connsiteX888" fmla="*/ 91966 w 348896"/>
                <a:gd name="connsiteY888" fmla="*/ 700514 h 741472"/>
                <a:gd name="connsiteX889" fmla="*/ 106157 w 348896"/>
                <a:gd name="connsiteY889" fmla="*/ 707362 h 741472"/>
                <a:gd name="connsiteX890" fmla="*/ 103560 w 348896"/>
                <a:gd name="connsiteY890" fmla="*/ 710391 h 741472"/>
                <a:gd name="connsiteX891" fmla="*/ 99201 w 348896"/>
                <a:gd name="connsiteY891" fmla="*/ 707099 h 741472"/>
                <a:gd name="connsiteX892" fmla="*/ 91085 w 348896"/>
                <a:gd name="connsiteY892" fmla="*/ 704904 h 741472"/>
                <a:gd name="connsiteX893" fmla="*/ 87004 w 348896"/>
                <a:gd name="connsiteY893" fmla="*/ 706264 h 741472"/>
                <a:gd name="connsiteX894" fmla="*/ 85241 w 348896"/>
                <a:gd name="connsiteY894" fmla="*/ 696958 h 741472"/>
                <a:gd name="connsiteX895" fmla="*/ 82366 w 348896"/>
                <a:gd name="connsiteY895" fmla="*/ 687914 h 741472"/>
                <a:gd name="connsiteX896" fmla="*/ 76847 w 348896"/>
                <a:gd name="connsiteY896" fmla="*/ 694763 h 741472"/>
                <a:gd name="connsiteX897" fmla="*/ 76847 w 348896"/>
                <a:gd name="connsiteY897" fmla="*/ 699153 h 741472"/>
                <a:gd name="connsiteX898" fmla="*/ 85844 w 348896"/>
                <a:gd name="connsiteY898" fmla="*/ 708767 h 741472"/>
                <a:gd name="connsiteX899" fmla="*/ 80047 w 348896"/>
                <a:gd name="connsiteY899" fmla="*/ 706045 h 741472"/>
                <a:gd name="connsiteX900" fmla="*/ 73647 w 348896"/>
                <a:gd name="connsiteY900" fmla="*/ 708240 h 741472"/>
                <a:gd name="connsiteX901" fmla="*/ 73647 w 348896"/>
                <a:gd name="connsiteY901" fmla="*/ 705782 h 741472"/>
                <a:gd name="connsiteX902" fmla="*/ 75688 w 348896"/>
                <a:gd name="connsiteY902" fmla="*/ 703323 h 741472"/>
                <a:gd name="connsiteX903" fmla="*/ 73647 w 348896"/>
                <a:gd name="connsiteY903" fmla="*/ 700294 h 741472"/>
                <a:gd name="connsiteX904" fmla="*/ 67896 w 348896"/>
                <a:gd name="connsiteY904" fmla="*/ 696431 h 741472"/>
                <a:gd name="connsiteX905" fmla="*/ 57693 w 348896"/>
                <a:gd name="connsiteY905" fmla="*/ 693972 h 741472"/>
                <a:gd name="connsiteX906" fmla="*/ 53102 w 348896"/>
                <a:gd name="connsiteY906" fmla="*/ 696431 h 741472"/>
                <a:gd name="connsiteX907" fmla="*/ 53102 w 348896"/>
                <a:gd name="connsiteY907" fmla="*/ 693138 h 741472"/>
                <a:gd name="connsiteX908" fmla="*/ 55977 w 348896"/>
                <a:gd name="connsiteY908" fmla="*/ 691777 h 741472"/>
                <a:gd name="connsiteX909" fmla="*/ 53102 w 348896"/>
                <a:gd name="connsiteY909" fmla="*/ 689319 h 741472"/>
                <a:gd name="connsiteX910" fmla="*/ 53102 w 348896"/>
                <a:gd name="connsiteY910" fmla="*/ 686290 h 741472"/>
                <a:gd name="connsiteX911" fmla="*/ 76012 w 348896"/>
                <a:gd name="connsiteY911" fmla="*/ 691514 h 741472"/>
                <a:gd name="connsiteX912" fmla="*/ 76291 w 348896"/>
                <a:gd name="connsiteY912" fmla="*/ 680802 h 741472"/>
                <a:gd name="connsiteX913" fmla="*/ 69519 w 348896"/>
                <a:gd name="connsiteY913" fmla="*/ 655516 h 741472"/>
                <a:gd name="connsiteX914" fmla="*/ 73601 w 348896"/>
                <a:gd name="connsiteY914" fmla="*/ 653848 h 741472"/>
                <a:gd name="connsiteX915" fmla="*/ 73601 w 348896"/>
                <a:gd name="connsiteY915" fmla="*/ 656877 h 741472"/>
                <a:gd name="connsiteX916" fmla="*/ 69519 w 348896"/>
                <a:gd name="connsiteY916" fmla="*/ 658238 h 741472"/>
                <a:gd name="connsiteX917" fmla="*/ 69519 w 348896"/>
                <a:gd name="connsiteY917" fmla="*/ 655516 h 741472"/>
                <a:gd name="connsiteX918" fmla="*/ 73554 w 348896"/>
                <a:gd name="connsiteY918" fmla="*/ 669257 h 741472"/>
                <a:gd name="connsiteX919" fmla="*/ 64279 w 348896"/>
                <a:gd name="connsiteY919" fmla="*/ 678300 h 741472"/>
                <a:gd name="connsiteX920" fmla="*/ 57600 w 348896"/>
                <a:gd name="connsiteY920" fmla="*/ 678300 h 741472"/>
                <a:gd name="connsiteX921" fmla="*/ 53009 w 348896"/>
                <a:gd name="connsiteY921" fmla="*/ 678563 h 741472"/>
                <a:gd name="connsiteX922" fmla="*/ 57600 w 348896"/>
                <a:gd name="connsiteY922" fmla="*/ 674481 h 741472"/>
                <a:gd name="connsiteX923" fmla="*/ 61960 w 348896"/>
                <a:gd name="connsiteY923" fmla="*/ 673383 h 741472"/>
                <a:gd name="connsiteX924" fmla="*/ 69473 w 348896"/>
                <a:gd name="connsiteY924" fmla="*/ 665437 h 741472"/>
                <a:gd name="connsiteX925" fmla="*/ 73554 w 348896"/>
                <a:gd name="connsiteY925" fmla="*/ 669301 h 741472"/>
                <a:gd name="connsiteX926" fmla="*/ 66922 w 348896"/>
                <a:gd name="connsiteY926" fmla="*/ 660477 h 741472"/>
                <a:gd name="connsiteX927" fmla="*/ 66922 w 348896"/>
                <a:gd name="connsiteY927" fmla="*/ 663198 h 741472"/>
                <a:gd name="connsiteX928" fmla="*/ 57369 w 348896"/>
                <a:gd name="connsiteY928" fmla="*/ 664559 h 741472"/>
                <a:gd name="connsiteX929" fmla="*/ 53009 w 348896"/>
                <a:gd name="connsiteY929" fmla="*/ 668115 h 741472"/>
                <a:gd name="connsiteX930" fmla="*/ 47490 w 348896"/>
                <a:gd name="connsiteY930" fmla="*/ 661530 h 741472"/>
                <a:gd name="connsiteX931" fmla="*/ 53009 w 348896"/>
                <a:gd name="connsiteY931" fmla="*/ 662891 h 741472"/>
                <a:gd name="connsiteX932" fmla="*/ 54772 w 348896"/>
                <a:gd name="connsiteY932" fmla="*/ 660433 h 741472"/>
                <a:gd name="connsiteX933" fmla="*/ 66922 w 348896"/>
                <a:gd name="connsiteY933" fmla="*/ 660433 h 741472"/>
                <a:gd name="connsiteX934" fmla="*/ 43131 w 348896"/>
                <a:gd name="connsiteY934" fmla="*/ 645638 h 741472"/>
                <a:gd name="connsiteX935" fmla="*/ 45450 w 348896"/>
                <a:gd name="connsiteY935" fmla="*/ 643839 h 741472"/>
                <a:gd name="connsiteX936" fmla="*/ 47490 w 348896"/>
                <a:gd name="connsiteY936" fmla="*/ 640678 h 741472"/>
                <a:gd name="connsiteX937" fmla="*/ 47769 w 348896"/>
                <a:gd name="connsiteY937" fmla="*/ 636551 h 741472"/>
                <a:gd name="connsiteX938" fmla="*/ 52963 w 348896"/>
                <a:gd name="connsiteY938" fmla="*/ 642039 h 741472"/>
                <a:gd name="connsiteX939" fmla="*/ 50366 w 348896"/>
                <a:gd name="connsiteY939" fmla="*/ 646955 h 741472"/>
                <a:gd name="connsiteX940" fmla="*/ 50366 w 348896"/>
                <a:gd name="connsiteY940" fmla="*/ 656262 h 741472"/>
                <a:gd name="connsiteX941" fmla="*/ 43409 w 348896"/>
                <a:gd name="connsiteY941" fmla="*/ 658194 h 741472"/>
                <a:gd name="connsiteX942" fmla="*/ 43409 w 348896"/>
                <a:gd name="connsiteY942" fmla="*/ 655999 h 741472"/>
                <a:gd name="connsiteX943" fmla="*/ 46284 w 348896"/>
                <a:gd name="connsiteY943" fmla="*/ 655165 h 741472"/>
                <a:gd name="connsiteX944" fmla="*/ 48186 w 348896"/>
                <a:gd name="connsiteY944" fmla="*/ 650775 h 741472"/>
                <a:gd name="connsiteX945" fmla="*/ 45728 w 348896"/>
                <a:gd name="connsiteY945" fmla="*/ 647351 h 741472"/>
                <a:gd name="connsiteX946" fmla="*/ 43409 w 348896"/>
                <a:gd name="connsiteY946" fmla="*/ 651345 h 741472"/>
                <a:gd name="connsiteX947" fmla="*/ 41971 w 348896"/>
                <a:gd name="connsiteY947" fmla="*/ 650248 h 741472"/>
                <a:gd name="connsiteX948" fmla="*/ 43131 w 348896"/>
                <a:gd name="connsiteY948" fmla="*/ 645594 h 741472"/>
                <a:gd name="connsiteX949" fmla="*/ 57322 w 348896"/>
                <a:gd name="connsiteY949" fmla="*/ 606436 h 741472"/>
                <a:gd name="connsiteX950" fmla="*/ 42435 w 348896"/>
                <a:gd name="connsiteY950" fmla="*/ 606436 h 741472"/>
                <a:gd name="connsiteX951" fmla="*/ 46238 w 348896"/>
                <a:gd name="connsiteY951" fmla="*/ 602572 h 741472"/>
                <a:gd name="connsiteX952" fmla="*/ 59595 w 348896"/>
                <a:gd name="connsiteY952" fmla="*/ 602572 h 741472"/>
                <a:gd name="connsiteX953" fmla="*/ 57322 w 348896"/>
                <a:gd name="connsiteY953" fmla="*/ 606436 h 741472"/>
                <a:gd name="connsiteX954" fmla="*/ 57647 w 348896"/>
                <a:gd name="connsiteY954" fmla="*/ 595153 h 741472"/>
                <a:gd name="connsiteX955" fmla="*/ 42481 w 348896"/>
                <a:gd name="connsiteY955" fmla="*/ 590237 h 741472"/>
                <a:gd name="connsiteX956" fmla="*/ 44615 w 348896"/>
                <a:gd name="connsiteY956" fmla="*/ 585847 h 741472"/>
                <a:gd name="connsiteX957" fmla="*/ 59641 w 348896"/>
                <a:gd name="connsiteY957" fmla="*/ 591905 h 741472"/>
                <a:gd name="connsiteX958" fmla="*/ 57647 w 348896"/>
                <a:gd name="connsiteY958" fmla="*/ 595197 h 741472"/>
                <a:gd name="connsiteX959" fmla="*/ 72998 w 348896"/>
                <a:gd name="connsiteY959" fmla="*/ 576496 h 741472"/>
                <a:gd name="connsiteX960" fmla="*/ 68082 w 348896"/>
                <a:gd name="connsiteY960" fmla="*/ 574037 h 741472"/>
                <a:gd name="connsiteX961" fmla="*/ 75317 w 348896"/>
                <a:gd name="connsiteY961" fmla="*/ 571579 h 741472"/>
                <a:gd name="connsiteX962" fmla="*/ 72998 w 348896"/>
                <a:gd name="connsiteY962" fmla="*/ 576496 h 741472"/>
                <a:gd name="connsiteX963" fmla="*/ 103143 w 348896"/>
                <a:gd name="connsiteY963" fmla="*/ 380614 h 741472"/>
                <a:gd name="connsiteX964" fmla="*/ 101984 w 348896"/>
                <a:gd name="connsiteY964" fmla="*/ 376487 h 741472"/>
                <a:gd name="connsiteX965" fmla="*/ 108940 w 348896"/>
                <a:gd name="connsiteY965" fmla="*/ 372360 h 741472"/>
                <a:gd name="connsiteX966" fmla="*/ 112418 w 348896"/>
                <a:gd name="connsiteY966" fmla="*/ 377014 h 741472"/>
                <a:gd name="connsiteX967" fmla="*/ 103143 w 348896"/>
                <a:gd name="connsiteY967" fmla="*/ 380570 h 741472"/>
                <a:gd name="connsiteX968" fmla="*/ 107178 w 348896"/>
                <a:gd name="connsiteY968" fmla="*/ 501076 h 741472"/>
                <a:gd name="connsiteX969" fmla="*/ 106621 w 348896"/>
                <a:gd name="connsiteY969" fmla="*/ 495851 h 741472"/>
                <a:gd name="connsiteX970" fmla="*/ 111120 w 348896"/>
                <a:gd name="connsiteY970" fmla="*/ 495851 h 741472"/>
                <a:gd name="connsiteX971" fmla="*/ 113856 w 348896"/>
                <a:gd name="connsiteY971" fmla="*/ 502436 h 741472"/>
                <a:gd name="connsiteX972" fmla="*/ 107178 w 348896"/>
                <a:gd name="connsiteY972" fmla="*/ 501076 h 741472"/>
                <a:gd name="connsiteX973" fmla="*/ 106621 w 348896"/>
                <a:gd name="connsiteY973" fmla="*/ 360595 h 741472"/>
                <a:gd name="connsiteX974" fmla="*/ 106621 w 348896"/>
                <a:gd name="connsiteY974" fmla="*/ 357039 h 741472"/>
                <a:gd name="connsiteX975" fmla="*/ 112697 w 348896"/>
                <a:gd name="connsiteY975" fmla="*/ 357039 h 741472"/>
                <a:gd name="connsiteX976" fmla="*/ 115572 w 348896"/>
                <a:gd name="connsiteY976" fmla="*/ 360595 h 741472"/>
                <a:gd name="connsiteX977" fmla="*/ 106575 w 348896"/>
                <a:gd name="connsiteY977" fmla="*/ 360595 h 741472"/>
                <a:gd name="connsiteX978" fmla="*/ 131851 w 348896"/>
                <a:gd name="connsiteY978" fmla="*/ 111418 h 741472"/>
                <a:gd name="connsiteX979" fmla="*/ 128372 w 348896"/>
                <a:gd name="connsiteY979" fmla="*/ 113877 h 741472"/>
                <a:gd name="connsiteX980" fmla="*/ 128372 w 348896"/>
                <a:gd name="connsiteY980" fmla="*/ 120462 h 741472"/>
                <a:gd name="connsiteX981" fmla="*/ 123456 w 348896"/>
                <a:gd name="connsiteY981" fmla="*/ 114974 h 741472"/>
                <a:gd name="connsiteX982" fmla="*/ 127677 w 348896"/>
                <a:gd name="connsiteY982" fmla="*/ 109750 h 741472"/>
                <a:gd name="connsiteX983" fmla="*/ 131897 w 348896"/>
                <a:gd name="connsiteY983" fmla="*/ 107028 h 741472"/>
                <a:gd name="connsiteX984" fmla="*/ 131897 w 348896"/>
                <a:gd name="connsiteY984" fmla="*/ 111418 h 741472"/>
                <a:gd name="connsiteX985" fmla="*/ 135885 w 348896"/>
                <a:gd name="connsiteY985" fmla="*/ 338338 h 741472"/>
                <a:gd name="connsiteX986" fmla="*/ 138204 w 348896"/>
                <a:gd name="connsiteY986" fmla="*/ 334475 h 741472"/>
                <a:gd name="connsiteX987" fmla="*/ 139967 w 348896"/>
                <a:gd name="connsiteY987" fmla="*/ 338338 h 741472"/>
                <a:gd name="connsiteX988" fmla="*/ 135885 w 348896"/>
                <a:gd name="connsiteY988" fmla="*/ 338338 h 741472"/>
                <a:gd name="connsiteX989" fmla="*/ 144140 w 348896"/>
                <a:gd name="connsiteY989" fmla="*/ 242328 h 741472"/>
                <a:gd name="connsiteX990" fmla="*/ 139920 w 348896"/>
                <a:gd name="connsiteY990" fmla="*/ 231353 h 741472"/>
                <a:gd name="connsiteX991" fmla="*/ 142796 w 348896"/>
                <a:gd name="connsiteY991" fmla="*/ 231353 h 741472"/>
                <a:gd name="connsiteX992" fmla="*/ 145393 w 348896"/>
                <a:gd name="connsiteY992" fmla="*/ 235217 h 741472"/>
                <a:gd name="connsiteX993" fmla="*/ 144094 w 348896"/>
                <a:gd name="connsiteY993" fmla="*/ 242328 h 741472"/>
                <a:gd name="connsiteX994" fmla="*/ 175028 w 348896"/>
                <a:gd name="connsiteY994" fmla="*/ 204443 h 741472"/>
                <a:gd name="connsiteX995" fmla="*/ 166309 w 348896"/>
                <a:gd name="connsiteY995" fmla="*/ 206638 h 741472"/>
                <a:gd name="connsiteX996" fmla="*/ 160512 w 348896"/>
                <a:gd name="connsiteY996" fmla="*/ 210764 h 741472"/>
                <a:gd name="connsiteX997" fmla="*/ 160512 w 348896"/>
                <a:gd name="connsiteY997" fmla="*/ 201721 h 741472"/>
                <a:gd name="connsiteX998" fmla="*/ 164871 w 348896"/>
                <a:gd name="connsiteY998" fmla="*/ 201721 h 741472"/>
                <a:gd name="connsiteX999" fmla="*/ 172106 w 348896"/>
                <a:gd name="connsiteY999" fmla="*/ 192677 h 741472"/>
                <a:gd name="connsiteX1000" fmla="*/ 172106 w 348896"/>
                <a:gd name="connsiteY1000" fmla="*/ 198999 h 741472"/>
                <a:gd name="connsiteX1001" fmla="*/ 174981 w 348896"/>
                <a:gd name="connsiteY1001" fmla="*/ 204487 h 741472"/>
                <a:gd name="connsiteX1002" fmla="*/ 179063 w 348896"/>
                <a:gd name="connsiteY1002" fmla="*/ 198955 h 741472"/>
                <a:gd name="connsiteX1003" fmla="*/ 174981 w 348896"/>
                <a:gd name="connsiteY1003" fmla="*/ 193468 h 741472"/>
                <a:gd name="connsiteX1004" fmla="*/ 174981 w 348896"/>
                <a:gd name="connsiteY1004" fmla="*/ 186049 h 741472"/>
                <a:gd name="connsiteX1005" fmla="*/ 179063 w 348896"/>
                <a:gd name="connsiteY1005" fmla="*/ 183590 h 741472"/>
                <a:gd name="connsiteX1006" fmla="*/ 184860 w 348896"/>
                <a:gd name="connsiteY1006" fmla="*/ 186312 h 741472"/>
                <a:gd name="connsiteX1007" fmla="*/ 179063 w 348896"/>
                <a:gd name="connsiteY1007" fmla="*/ 198955 h 741472"/>
                <a:gd name="connsiteX1008" fmla="*/ 197057 w 348896"/>
                <a:gd name="connsiteY1008" fmla="*/ 211994 h 741472"/>
                <a:gd name="connsiteX1009" fmla="*/ 206193 w 348896"/>
                <a:gd name="connsiteY1009" fmla="*/ 209930 h 741472"/>
                <a:gd name="connsiteX1010" fmla="*/ 212408 w 348896"/>
                <a:gd name="connsiteY1010" fmla="*/ 204443 h 741472"/>
                <a:gd name="connsiteX1011" fmla="*/ 215283 w 348896"/>
                <a:gd name="connsiteY1011" fmla="*/ 219544 h 741472"/>
                <a:gd name="connsiteX1012" fmla="*/ 197011 w 348896"/>
                <a:gd name="connsiteY1012" fmla="*/ 211994 h 741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</a:cxnLst>
              <a:rect l="l" t="t" r="r" b="b"/>
              <a:pathLst>
                <a:path w="348896" h="741472">
                  <a:moveTo>
                    <a:pt x="272142" y="269371"/>
                  </a:moveTo>
                  <a:lnTo>
                    <a:pt x="273023" y="262259"/>
                  </a:lnTo>
                  <a:lnTo>
                    <a:pt x="273023" y="258001"/>
                  </a:lnTo>
                  <a:cubicBezTo>
                    <a:pt x="273023" y="257562"/>
                    <a:pt x="273255" y="257167"/>
                    <a:pt x="273672" y="256991"/>
                  </a:cubicBezTo>
                  <a:lnTo>
                    <a:pt x="277290" y="255367"/>
                  </a:lnTo>
                  <a:lnTo>
                    <a:pt x="276177" y="237192"/>
                  </a:lnTo>
                  <a:cubicBezTo>
                    <a:pt x="276177" y="237192"/>
                    <a:pt x="276177" y="236753"/>
                    <a:pt x="276316" y="236578"/>
                  </a:cubicBezTo>
                  <a:lnTo>
                    <a:pt x="278171" y="233548"/>
                  </a:lnTo>
                  <a:lnTo>
                    <a:pt x="278171" y="228368"/>
                  </a:lnTo>
                  <a:cubicBezTo>
                    <a:pt x="278171" y="228368"/>
                    <a:pt x="278171" y="228017"/>
                    <a:pt x="278310" y="227885"/>
                  </a:cubicBezTo>
                  <a:lnTo>
                    <a:pt x="282252" y="220422"/>
                  </a:lnTo>
                  <a:lnTo>
                    <a:pt x="282252" y="211906"/>
                  </a:lnTo>
                  <a:cubicBezTo>
                    <a:pt x="282252" y="211906"/>
                    <a:pt x="282298" y="211554"/>
                    <a:pt x="282391" y="211379"/>
                  </a:cubicBezTo>
                  <a:lnTo>
                    <a:pt x="284988" y="206989"/>
                  </a:lnTo>
                  <a:cubicBezTo>
                    <a:pt x="284988" y="206989"/>
                    <a:pt x="285081" y="206945"/>
                    <a:pt x="285127" y="206901"/>
                  </a:cubicBezTo>
                  <a:cubicBezTo>
                    <a:pt x="285127" y="206901"/>
                    <a:pt x="285127" y="206813"/>
                    <a:pt x="285174" y="206770"/>
                  </a:cubicBezTo>
                  <a:lnTo>
                    <a:pt x="302287" y="189736"/>
                  </a:lnTo>
                  <a:lnTo>
                    <a:pt x="309754" y="180210"/>
                  </a:lnTo>
                  <a:lnTo>
                    <a:pt x="314670" y="173405"/>
                  </a:lnTo>
                  <a:cubicBezTo>
                    <a:pt x="314670" y="173405"/>
                    <a:pt x="314855" y="173186"/>
                    <a:pt x="314994" y="173098"/>
                  </a:cubicBezTo>
                  <a:lnTo>
                    <a:pt x="326032" y="166118"/>
                  </a:lnTo>
                  <a:cubicBezTo>
                    <a:pt x="329835" y="159226"/>
                    <a:pt x="336235" y="158392"/>
                    <a:pt x="338600" y="158348"/>
                  </a:cubicBezTo>
                  <a:cubicBezTo>
                    <a:pt x="340316" y="154836"/>
                    <a:pt x="344954" y="153123"/>
                    <a:pt x="346763" y="152553"/>
                  </a:cubicBezTo>
                  <a:lnTo>
                    <a:pt x="348896" y="139997"/>
                  </a:lnTo>
                  <a:lnTo>
                    <a:pt x="346577" y="137100"/>
                  </a:lnTo>
                  <a:cubicBezTo>
                    <a:pt x="346577" y="137100"/>
                    <a:pt x="346345" y="136661"/>
                    <a:pt x="346345" y="136442"/>
                  </a:cubicBezTo>
                  <a:lnTo>
                    <a:pt x="346345" y="131217"/>
                  </a:lnTo>
                  <a:lnTo>
                    <a:pt x="342589" y="131217"/>
                  </a:lnTo>
                  <a:cubicBezTo>
                    <a:pt x="341939" y="131217"/>
                    <a:pt x="341429" y="130735"/>
                    <a:pt x="341429" y="130120"/>
                  </a:cubicBezTo>
                  <a:lnTo>
                    <a:pt x="341429" y="129242"/>
                  </a:lnTo>
                  <a:lnTo>
                    <a:pt x="337951" y="131086"/>
                  </a:lnTo>
                  <a:cubicBezTo>
                    <a:pt x="337951" y="131086"/>
                    <a:pt x="337580" y="131217"/>
                    <a:pt x="337395" y="131217"/>
                  </a:cubicBezTo>
                  <a:lnTo>
                    <a:pt x="335632" y="131217"/>
                  </a:lnTo>
                  <a:lnTo>
                    <a:pt x="335632" y="136705"/>
                  </a:lnTo>
                  <a:cubicBezTo>
                    <a:pt x="335632" y="136705"/>
                    <a:pt x="335632" y="136924"/>
                    <a:pt x="335586" y="137056"/>
                  </a:cubicBezTo>
                  <a:lnTo>
                    <a:pt x="332386" y="146363"/>
                  </a:lnTo>
                  <a:cubicBezTo>
                    <a:pt x="332386" y="146363"/>
                    <a:pt x="332200" y="146714"/>
                    <a:pt x="332108" y="146802"/>
                  </a:cubicBezTo>
                  <a:lnTo>
                    <a:pt x="325707" y="152553"/>
                  </a:lnTo>
                  <a:cubicBezTo>
                    <a:pt x="325707" y="152553"/>
                    <a:pt x="325429" y="152772"/>
                    <a:pt x="325244" y="152816"/>
                  </a:cubicBezTo>
                  <a:lnTo>
                    <a:pt x="320281" y="154309"/>
                  </a:lnTo>
                  <a:lnTo>
                    <a:pt x="318148" y="159577"/>
                  </a:lnTo>
                  <a:cubicBezTo>
                    <a:pt x="318055" y="159840"/>
                    <a:pt x="317823" y="160104"/>
                    <a:pt x="317499" y="160191"/>
                  </a:cubicBezTo>
                  <a:cubicBezTo>
                    <a:pt x="317220" y="160323"/>
                    <a:pt x="316849" y="160323"/>
                    <a:pt x="316571" y="160191"/>
                  </a:cubicBezTo>
                  <a:lnTo>
                    <a:pt x="312119" y="158304"/>
                  </a:lnTo>
                  <a:lnTo>
                    <a:pt x="307574" y="162782"/>
                  </a:lnTo>
                  <a:cubicBezTo>
                    <a:pt x="307574" y="162782"/>
                    <a:pt x="307064" y="163133"/>
                    <a:pt x="306739" y="163133"/>
                  </a:cubicBezTo>
                  <a:lnTo>
                    <a:pt x="306739" y="163133"/>
                  </a:lnTo>
                  <a:cubicBezTo>
                    <a:pt x="306461" y="163133"/>
                    <a:pt x="306183" y="163001"/>
                    <a:pt x="305951" y="162825"/>
                  </a:cubicBezTo>
                  <a:lnTo>
                    <a:pt x="304606" y="164142"/>
                  </a:lnTo>
                  <a:lnTo>
                    <a:pt x="304606" y="167698"/>
                  </a:lnTo>
                  <a:lnTo>
                    <a:pt x="299087" y="175381"/>
                  </a:lnTo>
                  <a:lnTo>
                    <a:pt x="275017" y="184995"/>
                  </a:lnTo>
                  <a:lnTo>
                    <a:pt x="289209" y="168796"/>
                  </a:lnTo>
                  <a:lnTo>
                    <a:pt x="299643" y="167128"/>
                  </a:lnTo>
                  <a:lnTo>
                    <a:pt x="300200" y="163572"/>
                  </a:lnTo>
                  <a:lnTo>
                    <a:pt x="302426" y="159621"/>
                  </a:lnTo>
                  <a:lnTo>
                    <a:pt x="292919" y="161377"/>
                  </a:lnTo>
                  <a:cubicBezTo>
                    <a:pt x="292919" y="161377"/>
                    <a:pt x="292548" y="161377"/>
                    <a:pt x="292362" y="161377"/>
                  </a:cubicBezTo>
                  <a:lnTo>
                    <a:pt x="279748" y="157865"/>
                  </a:lnTo>
                  <a:lnTo>
                    <a:pt x="270333" y="157865"/>
                  </a:lnTo>
                  <a:cubicBezTo>
                    <a:pt x="269684" y="157865"/>
                    <a:pt x="269174" y="157382"/>
                    <a:pt x="269174" y="156767"/>
                  </a:cubicBezTo>
                  <a:lnTo>
                    <a:pt x="269174" y="153738"/>
                  </a:lnTo>
                  <a:cubicBezTo>
                    <a:pt x="269174" y="153431"/>
                    <a:pt x="269313" y="153167"/>
                    <a:pt x="269498" y="152948"/>
                  </a:cubicBezTo>
                  <a:lnTo>
                    <a:pt x="275852" y="146934"/>
                  </a:lnTo>
                  <a:lnTo>
                    <a:pt x="276130" y="138329"/>
                  </a:lnTo>
                  <a:cubicBezTo>
                    <a:pt x="276130" y="137934"/>
                    <a:pt x="276362" y="137583"/>
                    <a:pt x="276733" y="137407"/>
                  </a:cubicBezTo>
                  <a:lnTo>
                    <a:pt x="281464" y="134905"/>
                  </a:lnTo>
                  <a:lnTo>
                    <a:pt x="282252" y="129944"/>
                  </a:lnTo>
                  <a:cubicBezTo>
                    <a:pt x="282252" y="129725"/>
                    <a:pt x="282391" y="129505"/>
                    <a:pt x="282530" y="129374"/>
                  </a:cubicBezTo>
                  <a:lnTo>
                    <a:pt x="286333" y="125554"/>
                  </a:lnTo>
                  <a:lnTo>
                    <a:pt x="281000" y="121208"/>
                  </a:lnTo>
                  <a:lnTo>
                    <a:pt x="266066" y="114667"/>
                  </a:lnTo>
                  <a:lnTo>
                    <a:pt x="249092" y="102990"/>
                  </a:lnTo>
                  <a:lnTo>
                    <a:pt x="241625" y="102990"/>
                  </a:lnTo>
                  <a:cubicBezTo>
                    <a:pt x="241625" y="102990"/>
                    <a:pt x="241301" y="102990"/>
                    <a:pt x="241162" y="102902"/>
                  </a:cubicBezTo>
                  <a:lnTo>
                    <a:pt x="232768" y="99609"/>
                  </a:lnTo>
                  <a:cubicBezTo>
                    <a:pt x="232768" y="99609"/>
                    <a:pt x="232536" y="99478"/>
                    <a:pt x="232443" y="99390"/>
                  </a:cubicBezTo>
                  <a:lnTo>
                    <a:pt x="217092" y="85956"/>
                  </a:lnTo>
                  <a:cubicBezTo>
                    <a:pt x="217092" y="85956"/>
                    <a:pt x="216906" y="85781"/>
                    <a:pt x="216860" y="85649"/>
                  </a:cubicBezTo>
                  <a:lnTo>
                    <a:pt x="213521" y="79547"/>
                  </a:lnTo>
                  <a:lnTo>
                    <a:pt x="206008" y="74015"/>
                  </a:lnTo>
                  <a:lnTo>
                    <a:pt x="199979" y="71162"/>
                  </a:lnTo>
                  <a:lnTo>
                    <a:pt x="188524" y="71162"/>
                  </a:lnTo>
                  <a:lnTo>
                    <a:pt x="181892" y="83717"/>
                  </a:lnTo>
                  <a:cubicBezTo>
                    <a:pt x="181706" y="84069"/>
                    <a:pt x="181335" y="84332"/>
                    <a:pt x="180825" y="84332"/>
                  </a:cubicBezTo>
                  <a:cubicBezTo>
                    <a:pt x="180361" y="84332"/>
                    <a:pt x="179990" y="84069"/>
                    <a:pt x="179805" y="83717"/>
                  </a:cubicBezTo>
                  <a:lnTo>
                    <a:pt x="174332" y="72830"/>
                  </a:lnTo>
                  <a:lnTo>
                    <a:pt x="157683" y="73094"/>
                  </a:lnTo>
                  <a:lnTo>
                    <a:pt x="157683" y="73094"/>
                  </a:lnTo>
                  <a:cubicBezTo>
                    <a:pt x="157312" y="73094"/>
                    <a:pt x="156987" y="72918"/>
                    <a:pt x="156755" y="72655"/>
                  </a:cubicBezTo>
                  <a:lnTo>
                    <a:pt x="151932" y="66728"/>
                  </a:lnTo>
                  <a:lnTo>
                    <a:pt x="149056" y="70679"/>
                  </a:lnTo>
                  <a:cubicBezTo>
                    <a:pt x="149056" y="70679"/>
                    <a:pt x="148871" y="70855"/>
                    <a:pt x="148778" y="70943"/>
                  </a:cubicBezTo>
                  <a:lnTo>
                    <a:pt x="143167" y="74806"/>
                  </a:lnTo>
                  <a:lnTo>
                    <a:pt x="137323" y="83235"/>
                  </a:lnTo>
                  <a:lnTo>
                    <a:pt x="139225" y="85912"/>
                  </a:lnTo>
                  <a:cubicBezTo>
                    <a:pt x="139410" y="86176"/>
                    <a:pt x="139456" y="86527"/>
                    <a:pt x="139364" y="86834"/>
                  </a:cubicBezTo>
                  <a:lnTo>
                    <a:pt x="134169" y="103297"/>
                  </a:lnTo>
                  <a:cubicBezTo>
                    <a:pt x="134077" y="103648"/>
                    <a:pt x="133752" y="103955"/>
                    <a:pt x="133335" y="104043"/>
                  </a:cubicBezTo>
                  <a:cubicBezTo>
                    <a:pt x="133196" y="104043"/>
                    <a:pt x="119329" y="107424"/>
                    <a:pt x="115479" y="113526"/>
                  </a:cubicBezTo>
                  <a:lnTo>
                    <a:pt x="117891" y="119891"/>
                  </a:lnTo>
                  <a:cubicBezTo>
                    <a:pt x="118030" y="120330"/>
                    <a:pt x="117891" y="120769"/>
                    <a:pt x="117566" y="121076"/>
                  </a:cubicBezTo>
                  <a:lnTo>
                    <a:pt x="115201" y="123096"/>
                  </a:lnTo>
                  <a:lnTo>
                    <a:pt x="113439" y="127925"/>
                  </a:lnTo>
                  <a:lnTo>
                    <a:pt x="118169" y="138241"/>
                  </a:lnTo>
                  <a:cubicBezTo>
                    <a:pt x="118401" y="138724"/>
                    <a:pt x="118169" y="139295"/>
                    <a:pt x="117752" y="139602"/>
                  </a:cubicBezTo>
                  <a:lnTo>
                    <a:pt x="113346" y="142280"/>
                  </a:lnTo>
                  <a:lnTo>
                    <a:pt x="113346" y="144870"/>
                  </a:lnTo>
                  <a:lnTo>
                    <a:pt x="118865" y="151148"/>
                  </a:lnTo>
                  <a:cubicBezTo>
                    <a:pt x="119097" y="151411"/>
                    <a:pt x="119189" y="151763"/>
                    <a:pt x="119097" y="152114"/>
                  </a:cubicBezTo>
                  <a:cubicBezTo>
                    <a:pt x="119004" y="152465"/>
                    <a:pt x="118772" y="152729"/>
                    <a:pt x="118447" y="152860"/>
                  </a:cubicBezTo>
                  <a:lnTo>
                    <a:pt x="109126" y="156767"/>
                  </a:lnTo>
                  <a:lnTo>
                    <a:pt x="107827" y="162342"/>
                  </a:lnTo>
                  <a:lnTo>
                    <a:pt x="104859" y="169279"/>
                  </a:lnTo>
                  <a:cubicBezTo>
                    <a:pt x="104859" y="169279"/>
                    <a:pt x="104720" y="169542"/>
                    <a:pt x="104581" y="169630"/>
                  </a:cubicBezTo>
                  <a:lnTo>
                    <a:pt x="97392" y="176434"/>
                  </a:lnTo>
                  <a:lnTo>
                    <a:pt x="97392" y="179551"/>
                  </a:lnTo>
                  <a:lnTo>
                    <a:pt x="95630" y="188551"/>
                  </a:lnTo>
                  <a:cubicBezTo>
                    <a:pt x="95630" y="188551"/>
                    <a:pt x="95491" y="188946"/>
                    <a:pt x="95352" y="189078"/>
                  </a:cubicBezTo>
                  <a:lnTo>
                    <a:pt x="91873" y="192590"/>
                  </a:lnTo>
                  <a:lnTo>
                    <a:pt x="91873" y="204794"/>
                  </a:lnTo>
                  <a:lnTo>
                    <a:pt x="94656" y="206945"/>
                  </a:lnTo>
                  <a:cubicBezTo>
                    <a:pt x="94981" y="207208"/>
                    <a:pt x="95120" y="207560"/>
                    <a:pt x="95073" y="207955"/>
                  </a:cubicBezTo>
                  <a:cubicBezTo>
                    <a:pt x="95027" y="208350"/>
                    <a:pt x="94749" y="208657"/>
                    <a:pt x="94378" y="208789"/>
                  </a:cubicBezTo>
                  <a:lnTo>
                    <a:pt x="89508" y="210720"/>
                  </a:lnTo>
                  <a:lnTo>
                    <a:pt x="88117" y="221871"/>
                  </a:lnTo>
                  <a:cubicBezTo>
                    <a:pt x="88070" y="222266"/>
                    <a:pt x="87792" y="222617"/>
                    <a:pt x="87375" y="222793"/>
                  </a:cubicBezTo>
                  <a:lnTo>
                    <a:pt x="84082" y="223890"/>
                  </a:lnTo>
                  <a:lnTo>
                    <a:pt x="84082" y="234514"/>
                  </a:lnTo>
                  <a:lnTo>
                    <a:pt x="88952" y="236929"/>
                  </a:lnTo>
                  <a:cubicBezTo>
                    <a:pt x="89276" y="237104"/>
                    <a:pt x="89508" y="237412"/>
                    <a:pt x="89554" y="237763"/>
                  </a:cubicBezTo>
                  <a:cubicBezTo>
                    <a:pt x="89601" y="238114"/>
                    <a:pt x="89462" y="238465"/>
                    <a:pt x="89183" y="238729"/>
                  </a:cubicBezTo>
                  <a:lnTo>
                    <a:pt x="86957" y="240616"/>
                  </a:lnTo>
                  <a:lnTo>
                    <a:pt x="91781" y="249484"/>
                  </a:lnTo>
                  <a:cubicBezTo>
                    <a:pt x="91781" y="249484"/>
                    <a:pt x="91920" y="249879"/>
                    <a:pt x="91920" y="250099"/>
                  </a:cubicBezTo>
                  <a:lnTo>
                    <a:pt x="91085" y="259230"/>
                  </a:lnTo>
                  <a:lnTo>
                    <a:pt x="93357" y="261601"/>
                  </a:lnTo>
                  <a:cubicBezTo>
                    <a:pt x="93357" y="261601"/>
                    <a:pt x="93636" y="262040"/>
                    <a:pt x="93636" y="262303"/>
                  </a:cubicBezTo>
                  <a:lnTo>
                    <a:pt x="93914" y="271083"/>
                  </a:lnTo>
                  <a:lnTo>
                    <a:pt x="94795" y="277273"/>
                  </a:lnTo>
                  <a:cubicBezTo>
                    <a:pt x="94841" y="277712"/>
                    <a:pt x="94610" y="278151"/>
                    <a:pt x="94238" y="278371"/>
                  </a:cubicBezTo>
                  <a:lnTo>
                    <a:pt x="90992" y="280170"/>
                  </a:lnTo>
                  <a:lnTo>
                    <a:pt x="86401" y="286799"/>
                  </a:lnTo>
                  <a:lnTo>
                    <a:pt x="86401" y="293077"/>
                  </a:lnTo>
                  <a:cubicBezTo>
                    <a:pt x="86401" y="293472"/>
                    <a:pt x="86215" y="293779"/>
                    <a:pt x="85891" y="293999"/>
                  </a:cubicBezTo>
                  <a:lnTo>
                    <a:pt x="82830" y="295887"/>
                  </a:lnTo>
                  <a:lnTo>
                    <a:pt x="85659" y="299881"/>
                  </a:lnTo>
                  <a:cubicBezTo>
                    <a:pt x="85659" y="299881"/>
                    <a:pt x="85891" y="300321"/>
                    <a:pt x="85844" y="300584"/>
                  </a:cubicBezTo>
                  <a:lnTo>
                    <a:pt x="84963" y="311559"/>
                  </a:lnTo>
                  <a:cubicBezTo>
                    <a:pt x="84963" y="311822"/>
                    <a:pt x="84824" y="312086"/>
                    <a:pt x="84592" y="312305"/>
                  </a:cubicBezTo>
                  <a:lnTo>
                    <a:pt x="81995" y="314500"/>
                  </a:lnTo>
                  <a:lnTo>
                    <a:pt x="78934" y="317968"/>
                  </a:lnTo>
                  <a:cubicBezTo>
                    <a:pt x="78702" y="318232"/>
                    <a:pt x="78378" y="318363"/>
                    <a:pt x="78053" y="318363"/>
                  </a:cubicBezTo>
                  <a:lnTo>
                    <a:pt x="76012" y="318363"/>
                  </a:lnTo>
                  <a:lnTo>
                    <a:pt x="74296" y="323719"/>
                  </a:lnTo>
                  <a:lnTo>
                    <a:pt x="74296" y="332324"/>
                  </a:lnTo>
                  <a:cubicBezTo>
                    <a:pt x="74296" y="332324"/>
                    <a:pt x="74250" y="332719"/>
                    <a:pt x="74157" y="332894"/>
                  </a:cubicBezTo>
                  <a:lnTo>
                    <a:pt x="72302" y="335923"/>
                  </a:lnTo>
                  <a:lnTo>
                    <a:pt x="72302" y="346328"/>
                  </a:lnTo>
                  <a:lnTo>
                    <a:pt x="79954" y="358971"/>
                  </a:lnTo>
                  <a:cubicBezTo>
                    <a:pt x="80186" y="359366"/>
                    <a:pt x="80140" y="359893"/>
                    <a:pt x="79815" y="360244"/>
                  </a:cubicBezTo>
                  <a:lnTo>
                    <a:pt x="76337" y="364107"/>
                  </a:lnTo>
                  <a:cubicBezTo>
                    <a:pt x="76337" y="364107"/>
                    <a:pt x="76012" y="364371"/>
                    <a:pt x="75827" y="364459"/>
                  </a:cubicBezTo>
                  <a:lnTo>
                    <a:pt x="69380" y="366390"/>
                  </a:lnTo>
                  <a:lnTo>
                    <a:pt x="69380" y="374073"/>
                  </a:lnTo>
                  <a:cubicBezTo>
                    <a:pt x="69380" y="374292"/>
                    <a:pt x="69288" y="374512"/>
                    <a:pt x="69148" y="374731"/>
                  </a:cubicBezTo>
                  <a:lnTo>
                    <a:pt x="64743" y="380482"/>
                  </a:lnTo>
                  <a:lnTo>
                    <a:pt x="64743" y="385355"/>
                  </a:lnTo>
                  <a:cubicBezTo>
                    <a:pt x="64743" y="385355"/>
                    <a:pt x="64743" y="385530"/>
                    <a:pt x="64743" y="385662"/>
                  </a:cubicBezTo>
                  <a:lnTo>
                    <a:pt x="63166" y="391106"/>
                  </a:lnTo>
                  <a:lnTo>
                    <a:pt x="65299" y="393125"/>
                  </a:lnTo>
                  <a:cubicBezTo>
                    <a:pt x="65670" y="393476"/>
                    <a:pt x="65763" y="394003"/>
                    <a:pt x="65485" y="394398"/>
                  </a:cubicBezTo>
                  <a:lnTo>
                    <a:pt x="61032" y="402300"/>
                  </a:lnTo>
                  <a:lnTo>
                    <a:pt x="64743" y="429387"/>
                  </a:lnTo>
                  <a:cubicBezTo>
                    <a:pt x="64743" y="429694"/>
                    <a:pt x="64696" y="430001"/>
                    <a:pt x="64464" y="430265"/>
                  </a:cubicBezTo>
                  <a:cubicBezTo>
                    <a:pt x="64232" y="430484"/>
                    <a:pt x="63908" y="430616"/>
                    <a:pt x="63583" y="430616"/>
                  </a:cubicBezTo>
                  <a:lnTo>
                    <a:pt x="58945" y="430616"/>
                  </a:lnTo>
                  <a:lnTo>
                    <a:pt x="58945" y="444708"/>
                  </a:lnTo>
                  <a:lnTo>
                    <a:pt x="63815" y="449317"/>
                  </a:lnTo>
                  <a:cubicBezTo>
                    <a:pt x="64140" y="449624"/>
                    <a:pt x="64232" y="450108"/>
                    <a:pt x="64047" y="450503"/>
                  </a:cubicBezTo>
                  <a:lnTo>
                    <a:pt x="61496" y="456253"/>
                  </a:lnTo>
                  <a:lnTo>
                    <a:pt x="66505" y="459326"/>
                  </a:lnTo>
                  <a:cubicBezTo>
                    <a:pt x="66783" y="459502"/>
                    <a:pt x="66969" y="459765"/>
                    <a:pt x="67015" y="460073"/>
                  </a:cubicBezTo>
                  <a:cubicBezTo>
                    <a:pt x="67061" y="460380"/>
                    <a:pt x="67015" y="460687"/>
                    <a:pt x="66783" y="460907"/>
                  </a:cubicBezTo>
                  <a:lnTo>
                    <a:pt x="64279" y="463980"/>
                  </a:lnTo>
                  <a:lnTo>
                    <a:pt x="65531" y="467272"/>
                  </a:lnTo>
                  <a:cubicBezTo>
                    <a:pt x="65670" y="467624"/>
                    <a:pt x="65624" y="468019"/>
                    <a:pt x="65346" y="468282"/>
                  </a:cubicBezTo>
                  <a:lnTo>
                    <a:pt x="62980" y="471267"/>
                  </a:lnTo>
                  <a:lnTo>
                    <a:pt x="62980" y="474999"/>
                  </a:lnTo>
                  <a:lnTo>
                    <a:pt x="70493" y="474999"/>
                  </a:lnTo>
                  <a:cubicBezTo>
                    <a:pt x="70493" y="474999"/>
                    <a:pt x="70911" y="475043"/>
                    <a:pt x="71096" y="475174"/>
                  </a:cubicBezTo>
                  <a:lnTo>
                    <a:pt x="75734" y="477896"/>
                  </a:lnTo>
                  <a:cubicBezTo>
                    <a:pt x="76012" y="478072"/>
                    <a:pt x="76198" y="478335"/>
                    <a:pt x="76244" y="478643"/>
                  </a:cubicBezTo>
                  <a:cubicBezTo>
                    <a:pt x="76291" y="478950"/>
                    <a:pt x="76244" y="479257"/>
                    <a:pt x="76059" y="479520"/>
                  </a:cubicBezTo>
                  <a:lnTo>
                    <a:pt x="70540" y="486501"/>
                  </a:lnTo>
                  <a:cubicBezTo>
                    <a:pt x="70354" y="486764"/>
                    <a:pt x="70030" y="486940"/>
                    <a:pt x="69659" y="486940"/>
                  </a:cubicBezTo>
                  <a:cubicBezTo>
                    <a:pt x="69334" y="486940"/>
                    <a:pt x="69009" y="486852"/>
                    <a:pt x="68731" y="486589"/>
                  </a:cubicBezTo>
                  <a:lnTo>
                    <a:pt x="65948" y="483867"/>
                  </a:lnTo>
                  <a:lnTo>
                    <a:pt x="58806" y="485008"/>
                  </a:lnTo>
                  <a:lnTo>
                    <a:pt x="58806" y="486545"/>
                  </a:lnTo>
                  <a:lnTo>
                    <a:pt x="65485" y="486545"/>
                  </a:lnTo>
                  <a:cubicBezTo>
                    <a:pt x="65902" y="486545"/>
                    <a:pt x="66273" y="486720"/>
                    <a:pt x="66459" y="487071"/>
                  </a:cubicBezTo>
                  <a:lnTo>
                    <a:pt x="71096" y="494183"/>
                  </a:lnTo>
                  <a:cubicBezTo>
                    <a:pt x="71282" y="494447"/>
                    <a:pt x="71328" y="494754"/>
                    <a:pt x="71235" y="495061"/>
                  </a:cubicBezTo>
                  <a:cubicBezTo>
                    <a:pt x="71143" y="495369"/>
                    <a:pt x="70911" y="495588"/>
                    <a:pt x="70586" y="495720"/>
                  </a:cubicBezTo>
                  <a:lnTo>
                    <a:pt x="68082" y="496817"/>
                  </a:lnTo>
                  <a:lnTo>
                    <a:pt x="68082" y="499934"/>
                  </a:lnTo>
                  <a:cubicBezTo>
                    <a:pt x="68082" y="500417"/>
                    <a:pt x="67757" y="500856"/>
                    <a:pt x="67247" y="500988"/>
                  </a:cubicBezTo>
                  <a:lnTo>
                    <a:pt x="62980" y="502217"/>
                  </a:lnTo>
                  <a:lnTo>
                    <a:pt x="66690" y="507265"/>
                  </a:lnTo>
                  <a:cubicBezTo>
                    <a:pt x="67015" y="507704"/>
                    <a:pt x="66969" y="508319"/>
                    <a:pt x="66551" y="508670"/>
                  </a:cubicBezTo>
                  <a:lnTo>
                    <a:pt x="62285" y="512445"/>
                  </a:lnTo>
                  <a:lnTo>
                    <a:pt x="64835" y="516484"/>
                  </a:lnTo>
                  <a:cubicBezTo>
                    <a:pt x="69380" y="516660"/>
                    <a:pt x="72951" y="519382"/>
                    <a:pt x="72951" y="519382"/>
                  </a:cubicBezTo>
                  <a:lnTo>
                    <a:pt x="72951" y="522455"/>
                  </a:lnTo>
                  <a:cubicBezTo>
                    <a:pt x="72951" y="522455"/>
                    <a:pt x="69148" y="521401"/>
                    <a:pt x="65438" y="520831"/>
                  </a:cubicBezTo>
                  <a:lnTo>
                    <a:pt x="65438" y="522982"/>
                  </a:lnTo>
                  <a:cubicBezTo>
                    <a:pt x="65438" y="523245"/>
                    <a:pt x="65346" y="523508"/>
                    <a:pt x="65114" y="523728"/>
                  </a:cubicBezTo>
                  <a:lnTo>
                    <a:pt x="61079" y="527767"/>
                  </a:lnTo>
                  <a:lnTo>
                    <a:pt x="61357" y="534176"/>
                  </a:lnTo>
                  <a:cubicBezTo>
                    <a:pt x="61357" y="534396"/>
                    <a:pt x="61311" y="534615"/>
                    <a:pt x="61172" y="534791"/>
                  </a:cubicBezTo>
                  <a:lnTo>
                    <a:pt x="58574" y="538654"/>
                  </a:lnTo>
                  <a:lnTo>
                    <a:pt x="55467" y="542166"/>
                  </a:lnTo>
                  <a:lnTo>
                    <a:pt x="53798" y="547434"/>
                  </a:lnTo>
                  <a:cubicBezTo>
                    <a:pt x="53658" y="547917"/>
                    <a:pt x="53195" y="548224"/>
                    <a:pt x="52685" y="548224"/>
                  </a:cubicBezTo>
                  <a:lnTo>
                    <a:pt x="50922" y="548224"/>
                  </a:lnTo>
                  <a:lnTo>
                    <a:pt x="50922" y="553053"/>
                  </a:lnTo>
                  <a:lnTo>
                    <a:pt x="56163" y="559331"/>
                  </a:lnTo>
                  <a:cubicBezTo>
                    <a:pt x="56487" y="559726"/>
                    <a:pt x="56487" y="560341"/>
                    <a:pt x="56163" y="560736"/>
                  </a:cubicBezTo>
                  <a:lnTo>
                    <a:pt x="50922" y="566443"/>
                  </a:lnTo>
                  <a:lnTo>
                    <a:pt x="50922" y="572018"/>
                  </a:lnTo>
                  <a:cubicBezTo>
                    <a:pt x="52870" y="573072"/>
                    <a:pt x="54679" y="573993"/>
                    <a:pt x="54679" y="573993"/>
                  </a:cubicBezTo>
                  <a:lnTo>
                    <a:pt x="54679" y="579481"/>
                  </a:lnTo>
                  <a:lnTo>
                    <a:pt x="51803" y="579481"/>
                  </a:lnTo>
                  <a:lnTo>
                    <a:pt x="50458" y="576452"/>
                  </a:lnTo>
                  <a:lnTo>
                    <a:pt x="48464" y="574784"/>
                  </a:lnTo>
                  <a:lnTo>
                    <a:pt x="44708" y="576671"/>
                  </a:lnTo>
                  <a:lnTo>
                    <a:pt x="43363" y="581939"/>
                  </a:lnTo>
                  <a:cubicBezTo>
                    <a:pt x="43224" y="582466"/>
                    <a:pt x="42760" y="582773"/>
                    <a:pt x="42250" y="582773"/>
                  </a:cubicBezTo>
                  <a:cubicBezTo>
                    <a:pt x="42157" y="582773"/>
                    <a:pt x="42064" y="582773"/>
                    <a:pt x="41971" y="582773"/>
                  </a:cubicBezTo>
                  <a:cubicBezTo>
                    <a:pt x="41368" y="582642"/>
                    <a:pt x="40951" y="582027"/>
                    <a:pt x="41090" y="581457"/>
                  </a:cubicBezTo>
                  <a:lnTo>
                    <a:pt x="42528" y="575706"/>
                  </a:lnTo>
                  <a:cubicBezTo>
                    <a:pt x="42621" y="575398"/>
                    <a:pt x="42806" y="575135"/>
                    <a:pt x="43131" y="575003"/>
                  </a:cubicBezTo>
                  <a:lnTo>
                    <a:pt x="46563" y="573291"/>
                  </a:lnTo>
                  <a:lnTo>
                    <a:pt x="44522" y="571579"/>
                  </a:lnTo>
                  <a:lnTo>
                    <a:pt x="46192" y="568550"/>
                  </a:lnTo>
                  <a:cubicBezTo>
                    <a:pt x="46006" y="568945"/>
                    <a:pt x="47119" y="569823"/>
                    <a:pt x="48557" y="570701"/>
                  </a:cubicBezTo>
                  <a:lnTo>
                    <a:pt x="48557" y="566048"/>
                  </a:lnTo>
                  <a:cubicBezTo>
                    <a:pt x="48557" y="565784"/>
                    <a:pt x="48650" y="565521"/>
                    <a:pt x="48835" y="565345"/>
                  </a:cubicBezTo>
                  <a:lnTo>
                    <a:pt x="53705" y="559989"/>
                  </a:lnTo>
                  <a:lnTo>
                    <a:pt x="48789" y="554107"/>
                  </a:lnTo>
                  <a:cubicBezTo>
                    <a:pt x="48789" y="554107"/>
                    <a:pt x="48557" y="553668"/>
                    <a:pt x="48557" y="553404"/>
                  </a:cubicBezTo>
                  <a:lnTo>
                    <a:pt x="48557" y="547083"/>
                  </a:lnTo>
                  <a:cubicBezTo>
                    <a:pt x="48557" y="546468"/>
                    <a:pt x="49067" y="545985"/>
                    <a:pt x="49716" y="545985"/>
                  </a:cubicBezTo>
                  <a:lnTo>
                    <a:pt x="51757" y="545985"/>
                  </a:lnTo>
                  <a:lnTo>
                    <a:pt x="53241" y="541288"/>
                  </a:lnTo>
                  <a:cubicBezTo>
                    <a:pt x="53241" y="541288"/>
                    <a:pt x="53380" y="541024"/>
                    <a:pt x="53473" y="540893"/>
                  </a:cubicBezTo>
                  <a:lnTo>
                    <a:pt x="56673" y="537337"/>
                  </a:lnTo>
                  <a:lnTo>
                    <a:pt x="58992" y="533913"/>
                  </a:lnTo>
                  <a:lnTo>
                    <a:pt x="58713" y="527416"/>
                  </a:lnTo>
                  <a:cubicBezTo>
                    <a:pt x="58713" y="527108"/>
                    <a:pt x="58806" y="526845"/>
                    <a:pt x="59038" y="526625"/>
                  </a:cubicBezTo>
                  <a:lnTo>
                    <a:pt x="63073" y="522543"/>
                  </a:lnTo>
                  <a:lnTo>
                    <a:pt x="63073" y="520567"/>
                  </a:lnTo>
                  <a:cubicBezTo>
                    <a:pt x="62563" y="520567"/>
                    <a:pt x="62099" y="520479"/>
                    <a:pt x="61635" y="520479"/>
                  </a:cubicBezTo>
                  <a:cubicBezTo>
                    <a:pt x="57276" y="520479"/>
                    <a:pt x="46238" y="528425"/>
                    <a:pt x="46238" y="528425"/>
                  </a:cubicBezTo>
                  <a:cubicBezTo>
                    <a:pt x="46238" y="528425"/>
                    <a:pt x="54122" y="519645"/>
                    <a:pt x="60476" y="517187"/>
                  </a:cubicBezTo>
                  <a:cubicBezTo>
                    <a:pt x="61079" y="516967"/>
                    <a:pt x="61682" y="516835"/>
                    <a:pt x="62238" y="516748"/>
                  </a:cubicBezTo>
                  <a:lnTo>
                    <a:pt x="59780" y="512841"/>
                  </a:lnTo>
                  <a:cubicBezTo>
                    <a:pt x="59502" y="512402"/>
                    <a:pt x="59595" y="511831"/>
                    <a:pt x="59966" y="511480"/>
                  </a:cubicBezTo>
                  <a:lnTo>
                    <a:pt x="64186" y="507748"/>
                  </a:lnTo>
                  <a:lnTo>
                    <a:pt x="60105" y="502217"/>
                  </a:lnTo>
                  <a:cubicBezTo>
                    <a:pt x="59873" y="501910"/>
                    <a:pt x="59827" y="501558"/>
                    <a:pt x="59966" y="501251"/>
                  </a:cubicBezTo>
                  <a:cubicBezTo>
                    <a:pt x="60105" y="500900"/>
                    <a:pt x="60383" y="500680"/>
                    <a:pt x="60708" y="500549"/>
                  </a:cubicBezTo>
                  <a:lnTo>
                    <a:pt x="65670" y="499144"/>
                  </a:lnTo>
                  <a:lnTo>
                    <a:pt x="65670" y="496115"/>
                  </a:lnTo>
                  <a:cubicBezTo>
                    <a:pt x="65670" y="495676"/>
                    <a:pt x="65948" y="495281"/>
                    <a:pt x="66366" y="495105"/>
                  </a:cubicBezTo>
                  <a:lnTo>
                    <a:pt x="68360" y="494227"/>
                  </a:lnTo>
                  <a:lnTo>
                    <a:pt x="64743" y="488696"/>
                  </a:lnTo>
                  <a:lnTo>
                    <a:pt x="57554" y="488696"/>
                  </a:lnTo>
                  <a:cubicBezTo>
                    <a:pt x="56905" y="488696"/>
                    <a:pt x="56395" y="488213"/>
                    <a:pt x="56395" y="487598"/>
                  </a:cubicBezTo>
                  <a:lnTo>
                    <a:pt x="56395" y="484042"/>
                  </a:lnTo>
                  <a:cubicBezTo>
                    <a:pt x="56395" y="483515"/>
                    <a:pt x="56812" y="483033"/>
                    <a:pt x="57369" y="482945"/>
                  </a:cubicBezTo>
                  <a:lnTo>
                    <a:pt x="66088" y="481584"/>
                  </a:lnTo>
                  <a:cubicBezTo>
                    <a:pt x="66459" y="481540"/>
                    <a:pt x="66830" y="481628"/>
                    <a:pt x="67108" y="481891"/>
                  </a:cubicBezTo>
                  <a:lnTo>
                    <a:pt x="69334" y="484086"/>
                  </a:lnTo>
                  <a:lnTo>
                    <a:pt x="73276" y="479082"/>
                  </a:lnTo>
                  <a:lnTo>
                    <a:pt x="69983" y="477150"/>
                  </a:lnTo>
                  <a:lnTo>
                    <a:pt x="61635" y="477150"/>
                  </a:lnTo>
                  <a:cubicBezTo>
                    <a:pt x="60986" y="477150"/>
                    <a:pt x="60476" y="476667"/>
                    <a:pt x="60476" y="476052"/>
                  </a:cubicBezTo>
                  <a:lnTo>
                    <a:pt x="60476" y="470828"/>
                  </a:lnTo>
                  <a:cubicBezTo>
                    <a:pt x="60476" y="470609"/>
                    <a:pt x="60569" y="470345"/>
                    <a:pt x="60708" y="470170"/>
                  </a:cubicBezTo>
                  <a:lnTo>
                    <a:pt x="62934" y="467360"/>
                  </a:lnTo>
                  <a:lnTo>
                    <a:pt x="61682" y="464068"/>
                  </a:lnTo>
                  <a:cubicBezTo>
                    <a:pt x="61543" y="463717"/>
                    <a:pt x="61635" y="463322"/>
                    <a:pt x="61867" y="463014"/>
                  </a:cubicBezTo>
                  <a:lnTo>
                    <a:pt x="64001" y="460380"/>
                  </a:lnTo>
                  <a:lnTo>
                    <a:pt x="59270" y="457483"/>
                  </a:lnTo>
                  <a:cubicBezTo>
                    <a:pt x="58806" y="457175"/>
                    <a:pt x="58621" y="456649"/>
                    <a:pt x="58853" y="456122"/>
                  </a:cubicBezTo>
                  <a:lnTo>
                    <a:pt x="61450" y="450195"/>
                  </a:lnTo>
                  <a:lnTo>
                    <a:pt x="56766" y="445762"/>
                  </a:lnTo>
                  <a:cubicBezTo>
                    <a:pt x="56766" y="445762"/>
                    <a:pt x="56441" y="445278"/>
                    <a:pt x="56441" y="444971"/>
                  </a:cubicBezTo>
                  <a:lnTo>
                    <a:pt x="56441" y="429343"/>
                  </a:lnTo>
                  <a:cubicBezTo>
                    <a:pt x="56441" y="428728"/>
                    <a:pt x="56951" y="428245"/>
                    <a:pt x="57600" y="428245"/>
                  </a:cubicBezTo>
                  <a:lnTo>
                    <a:pt x="62099" y="428245"/>
                  </a:lnTo>
                  <a:lnTo>
                    <a:pt x="58482" y="402037"/>
                  </a:lnTo>
                  <a:cubicBezTo>
                    <a:pt x="58482" y="401818"/>
                    <a:pt x="58482" y="401598"/>
                    <a:pt x="58621" y="401378"/>
                  </a:cubicBezTo>
                  <a:lnTo>
                    <a:pt x="62841" y="393872"/>
                  </a:lnTo>
                  <a:lnTo>
                    <a:pt x="60847" y="391984"/>
                  </a:lnTo>
                  <a:cubicBezTo>
                    <a:pt x="60569" y="391720"/>
                    <a:pt x="60430" y="391281"/>
                    <a:pt x="60569" y="390930"/>
                  </a:cubicBezTo>
                  <a:lnTo>
                    <a:pt x="62285" y="385048"/>
                  </a:lnTo>
                  <a:lnTo>
                    <a:pt x="62285" y="379999"/>
                  </a:lnTo>
                  <a:cubicBezTo>
                    <a:pt x="62285" y="379780"/>
                    <a:pt x="62377" y="379560"/>
                    <a:pt x="62516" y="379341"/>
                  </a:cubicBezTo>
                  <a:lnTo>
                    <a:pt x="66922" y="373590"/>
                  </a:lnTo>
                  <a:lnTo>
                    <a:pt x="66922" y="365424"/>
                  </a:lnTo>
                  <a:cubicBezTo>
                    <a:pt x="66922" y="364941"/>
                    <a:pt x="67247" y="364502"/>
                    <a:pt x="67711" y="364371"/>
                  </a:cubicBezTo>
                  <a:lnTo>
                    <a:pt x="74667" y="362264"/>
                  </a:lnTo>
                  <a:lnTo>
                    <a:pt x="77404" y="359234"/>
                  </a:lnTo>
                  <a:lnTo>
                    <a:pt x="69983" y="347030"/>
                  </a:lnTo>
                  <a:cubicBezTo>
                    <a:pt x="69983" y="347030"/>
                    <a:pt x="69844" y="346679"/>
                    <a:pt x="69844" y="346503"/>
                  </a:cubicBezTo>
                  <a:lnTo>
                    <a:pt x="69844" y="335528"/>
                  </a:lnTo>
                  <a:cubicBezTo>
                    <a:pt x="69844" y="335528"/>
                    <a:pt x="69890" y="335133"/>
                    <a:pt x="69983" y="334958"/>
                  </a:cubicBezTo>
                  <a:lnTo>
                    <a:pt x="71838" y="331928"/>
                  </a:lnTo>
                  <a:lnTo>
                    <a:pt x="71838" y="323456"/>
                  </a:lnTo>
                  <a:cubicBezTo>
                    <a:pt x="71838" y="323456"/>
                    <a:pt x="71838" y="323236"/>
                    <a:pt x="71885" y="323148"/>
                  </a:cubicBezTo>
                  <a:lnTo>
                    <a:pt x="73925" y="316827"/>
                  </a:lnTo>
                  <a:cubicBezTo>
                    <a:pt x="74065" y="316388"/>
                    <a:pt x="74528" y="316037"/>
                    <a:pt x="75038" y="316037"/>
                  </a:cubicBezTo>
                  <a:lnTo>
                    <a:pt x="77404" y="316037"/>
                  </a:lnTo>
                  <a:lnTo>
                    <a:pt x="80233" y="312876"/>
                  </a:lnTo>
                  <a:lnTo>
                    <a:pt x="82598" y="310856"/>
                  </a:lnTo>
                  <a:lnTo>
                    <a:pt x="83386" y="300716"/>
                  </a:lnTo>
                  <a:lnTo>
                    <a:pt x="80140" y="296106"/>
                  </a:lnTo>
                  <a:cubicBezTo>
                    <a:pt x="79954" y="295843"/>
                    <a:pt x="79908" y="295579"/>
                    <a:pt x="79954" y="295272"/>
                  </a:cubicBezTo>
                  <a:cubicBezTo>
                    <a:pt x="80001" y="294965"/>
                    <a:pt x="80186" y="294745"/>
                    <a:pt x="80464" y="294570"/>
                  </a:cubicBezTo>
                  <a:lnTo>
                    <a:pt x="83989" y="292418"/>
                  </a:lnTo>
                  <a:lnTo>
                    <a:pt x="83989" y="286448"/>
                  </a:lnTo>
                  <a:cubicBezTo>
                    <a:pt x="83989" y="286448"/>
                    <a:pt x="84036" y="286009"/>
                    <a:pt x="84175" y="285833"/>
                  </a:cubicBezTo>
                  <a:lnTo>
                    <a:pt x="89091" y="278722"/>
                  </a:lnTo>
                  <a:cubicBezTo>
                    <a:pt x="89091" y="278722"/>
                    <a:pt x="89323" y="278458"/>
                    <a:pt x="89462" y="278371"/>
                  </a:cubicBezTo>
                  <a:lnTo>
                    <a:pt x="92291" y="276834"/>
                  </a:lnTo>
                  <a:lnTo>
                    <a:pt x="91502" y="271259"/>
                  </a:lnTo>
                  <a:lnTo>
                    <a:pt x="91224" y="262786"/>
                  </a:lnTo>
                  <a:lnTo>
                    <a:pt x="88905" y="260327"/>
                  </a:lnTo>
                  <a:cubicBezTo>
                    <a:pt x="88673" y="260108"/>
                    <a:pt x="88580" y="259801"/>
                    <a:pt x="88627" y="259493"/>
                  </a:cubicBezTo>
                  <a:lnTo>
                    <a:pt x="89462" y="250186"/>
                  </a:lnTo>
                  <a:lnTo>
                    <a:pt x="84407" y="240880"/>
                  </a:lnTo>
                  <a:cubicBezTo>
                    <a:pt x="84175" y="240441"/>
                    <a:pt x="84267" y="239914"/>
                    <a:pt x="84639" y="239563"/>
                  </a:cubicBezTo>
                  <a:lnTo>
                    <a:pt x="86308" y="238158"/>
                  </a:lnTo>
                  <a:lnTo>
                    <a:pt x="82273" y="236139"/>
                  </a:lnTo>
                  <a:cubicBezTo>
                    <a:pt x="81902" y="235963"/>
                    <a:pt x="81670" y="235568"/>
                    <a:pt x="81670" y="235173"/>
                  </a:cubicBezTo>
                  <a:lnTo>
                    <a:pt x="81670" y="223100"/>
                  </a:lnTo>
                  <a:cubicBezTo>
                    <a:pt x="81670" y="222617"/>
                    <a:pt x="81995" y="222222"/>
                    <a:pt x="82459" y="222047"/>
                  </a:cubicBezTo>
                  <a:lnTo>
                    <a:pt x="85844" y="220905"/>
                  </a:lnTo>
                  <a:lnTo>
                    <a:pt x="87189" y="209799"/>
                  </a:lnTo>
                  <a:cubicBezTo>
                    <a:pt x="87236" y="209403"/>
                    <a:pt x="87514" y="209052"/>
                    <a:pt x="87885" y="208921"/>
                  </a:cubicBezTo>
                  <a:lnTo>
                    <a:pt x="91641" y="207428"/>
                  </a:lnTo>
                  <a:lnTo>
                    <a:pt x="89925" y="206111"/>
                  </a:lnTo>
                  <a:cubicBezTo>
                    <a:pt x="89647" y="205891"/>
                    <a:pt x="89508" y="205584"/>
                    <a:pt x="89508" y="205277"/>
                  </a:cubicBezTo>
                  <a:lnTo>
                    <a:pt x="89508" y="192107"/>
                  </a:lnTo>
                  <a:cubicBezTo>
                    <a:pt x="89508" y="191843"/>
                    <a:pt x="89601" y="191580"/>
                    <a:pt x="89833" y="191361"/>
                  </a:cubicBezTo>
                  <a:lnTo>
                    <a:pt x="93357" y="187761"/>
                  </a:lnTo>
                  <a:lnTo>
                    <a:pt x="95027" y="179288"/>
                  </a:lnTo>
                  <a:lnTo>
                    <a:pt x="95027" y="175908"/>
                  </a:lnTo>
                  <a:cubicBezTo>
                    <a:pt x="95027" y="175600"/>
                    <a:pt x="95120" y="175337"/>
                    <a:pt x="95352" y="175117"/>
                  </a:cubicBezTo>
                  <a:lnTo>
                    <a:pt x="102726" y="168137"/>
                  </a:lnTo>
                  <a:lnTo>
                    <a:pt x="105555" y="161552"/>
                  </a:lnTo>
                  <a:lnTo>
                    <a:pt x="106946" y="155582"/>
                  </a:lnTo>
                  <a:cubicBezTo>
                    <a:pt x="107039" y="155231"/>
                    <a:pt x="107270" y="154967"/>
                    <a:pt x="107595" y="154836"/>
                  </a:cubicBezTo>
                  <a:lnTo>
                    <a:pt x="116036" y="151324"/>
                  </a:lnTo>
                  <a:lnTo>
                    <a:pt x="111213" y="145836"/>
                  </a:lnTo>
                  <a:cubicBezTo>
                    <a:pt x="111213" y="145836"/>
                    <a:pt x="110934" y="145397"/>
                    <a:pt x="110934" y="145134"/>
                  </a:cubicBezTo>
                  <a:lnTo>
                    <a:pt x="110934" y="141578"/>
                  </a:lnTo>
                  <a:cubicBezTo>
                    <a:pt x="110934" y="141226"/>
                    <a:pt x="111120" y="140875"/>
                    <a:pt x="111445" y="140656"/>
                  </a:cubicBezTo>
                  <a:lnTo>
                    <a:pt x="115526" y="138154"/>
                  </a:lnTo>
                  <a:lnTo>
                    <a:pt x="110981" y="128320"/>
                  </a:lnTo>
                  <a:cubicBezTo>
                    <a:pt x="110842" y="128056"/>
                    <a:pt x="110842" y="127793"/>
                    <a:pt x="110981" y="127530"/>
                  </a:cubicBezTo>
                  <a:lnTo>
                    <a:pt x="113021" y="122042"/>
                  </a:lnTo>
                  <a:cubicBezTo>
                    <a:pt x="113021" y="122042"/>
                    <a:pt x="113207" y="121691"/>
                    <a:pt x="113346" y="121603"/>
                  </a:cubicBezTo>
                  <a:lnTo>
                    <a:pt x="115387" y="119891"/>
                  </a:lnTo>
                  <a:lnTo>
                    <a:pt x="113021" y="113745"/>
                  </a:lnTo>
                  <a:cubicBezTo>
                    <a:pt x="112929" y="113438"/>
                    <a:pt x="112929" y="113131"/>
                    <a:pt x="113068" y="112867"/>
                  </a:cubicBezTo>
                  <a:cubicBezTo>
                    <a:pt x="116639" y="106414"/>
                    <a:pt x="129021" y="102814"/>
                    <a:pt x="131990" y="102024"/>
                  </a:cubicBezTo>
                  <a:lnTo>
                    <a:pt x="136859" y="86659"/>
                  </a:lnTo>
                  <a:lnTo>
                    <a:pt x="135190" y="84288"/>
                  </a:lnTo>
                  <a:lnTo>
                    <a:pt x="124384" y="84288"/>
                  </a:lnTo>
                  <a:cubicBezTo>
                    <a:pt x="123781" y="84288"/>
                    <a:pt x="123271" y="83849"/>
                    <a:pt x="123224" y="83235"/>
                  </a:cubicBezTo>
                  <a:cubicBezTo>
                    <a:pt x="123224" y="82971"/>
                    <a:pt x="121833" y="57685"/>
                    <a:pt x="113207" y="52856"/>
                  </a:cubicBezTo>
                  <a:cubicBezTo>
                    <a:pt x="112650" y="52549"/>
                    <a:pt x="112465" y="51890"/>
                    <a:pt x="112789" y="51363"/>
                  </a:cubicBezTo>
                  <a:lnTo>
                    <a:pt x="114645" y="48290"/>
                  </a:lnTo>
                  <a:lnTo>
                    <a:pt x="111027" y="45305"/>
                  </a:lnTo>
                  <a:cubicBezTo>
                    <a:pt x="110749" y="45085"/>
                    <a:pt x="110610" y="44778"/>
                    <a:pt x="110610" y="44471"/>
                  </a:cubicBezTo>
                  <a:lnTo>
                    <a:pt x="110610" y="39554"/>
                  </a:lnTo>
                  <a:cubicBezTo>
                    <a:pt x="110610" y="39203"/>
                    <a:pt x="110795" y="38852"/>
                    <a:pt x="111120" y="38632"/>
                  </a:cubicBezTo>
                  <a:lnTo>
                    <a:pt x="113995" y="36876"/>
                  </a:lnTo>
                  <a:lnTo>
                    <a:pt x="110888" y="33715"/>
                  </a:lnTo>
                  <a:cubicBezTo>
                    <a:pt x="110517" y="33364"/>
                    <a:pt x="110471" y="32793"/>
                    <a:pt x="110749" y="32398"/>
                  </a:cubicBezTo>
                  <a:lnTo>
                    <a:pt x="114042" y="27394"/>
                  </a:lnTo>
                  <a:lnTo>
                    <a:pt x="106575" y="20326"/>
                  </a:lnTo>
                  <a:cubicBezTo>
                    <a:pt x="106575" y="20326"/>
                    <a:pt x="106297" y="19974"/>
                    <a:pt x="106250" y="19799"/>
                  </a:cubicBezTo>
                  <a:lnTo>
                    <a:pt x="103653" y="8824"/>
                  </a:lnTo>
                  <a:cubicBezTo>
                    <a:pt x="103560" y="8473"/>
                    <a:pt x="103653" y="8078"/>
                    <a:pt x="103978" y="7814"/>
                  </a:cubicBezTo>
                  <a:lnTo>
                    <a:pt x="104905" y="6936"/>
                  </a:lnTo>
                  <a:lnTo>
                    <a:pt x="101612" y="6936"/>
                  </a:lnTo>
                  <a:cubicBezTo>
                    <a:pt x="101149" y="6936"/>
                    <a:pt x="100731" y="6673"/>
                    <a:pt x="100546" y="6234"/>
                  </a:cubicBezTo>
                  <a:lnTo>
                    <a:pt x="97856" y="0"/>
                  </a:lnTo>
                  <a:lnTo>
                    <a:pt x="95213" y="1493"/>
                  </a:lnTo>
                  <a:lnTo>
                    <a:pt x="95213" y="6366"/>
                  </a:lnTo>
                  <a:cubicBezTo>
                    <a:pt x="95213" y="6366"/>
                    <a:pt x="95213" y="6717"/>
                    <a:pt x="95073" y="6892"/>
                  </a:cubicBezTo>
                  <a:lnTo>
                    <a:pt x="92476" y="11546"/>
                  </a:lnTo>
                  <a:cubicBezTo>
                    <a:pt x="92291" y="11853"/>
                    <a:pt x="91966" y="12073"/>
                    <a:pt x="91549" y="12116"/>
                  </a:cubicBezTo>
                  <a:lnTo>
                    <a:pt x="84499" y="12731"/>
                  </a:lnTo>
                  <a:cubicBezTo>
                    <a:pt x="85102" y="14224"/>
                    <a:pt x="85566" y="16024"/>
                    <a:pt x="85659" y="18438"/>
                  </a:cubicBezTo>
                  <a:cubicBezTo>
                    <a:pt x="85937" y="28886"/>
                    <a:pt x="88534" y="36832"/>
                    <a:pt x="88534" y="36832"/>
                  </a:cubicBezTo>
                  <a:cubicBezTo>
                    <a:pt x="88534" y="36832"/>
                    <a:pt x="86494" y="50836"/>
                    <a:pt x="88534" y="57114"/>
                  </a:cubicBezTo>
                  <a:lnTo>
                    <a:pt x="88534" y="68089"/>
                  </a:lnTo>
                  <a:cubicBezTo>
                    <a:pt x="88534" y="68089"/>
                    <a:pt x="85659" y="81259"/>
                    <a:pt x="85659" y="85649"/>
                  </a:cubicBezTo>
                  <a:lnTo>
                    <a:pt x="81902" y="87844"/>
                  </a:lnTo>
                  <a:lnTo>
                    <a:pt x="81346" y="93068"/>
                  </a:lnTo>
                  <a:lnTo>
                    <a:pt x="84221" y="94736"/>
                  </a:lnTo>
                  <a:lnTo>
                    <a:pt x="82783" y="98292"/>
                  </a:lnTo>
                  <a:lnTo>
                    <a:pt x="82227" y="107072"/>
                  </a:lnTo>
                  <a:lnTo>
                    <a:pt x="82227" y="116379"/>
                  </a:lnTo>
                  <a:lnTo>
                    <a:pt x="83386" y="124896"/>
                  </a:lnTo>
                  <a:lnTo>
                    <a:pt x="78749" y="131217"/>
                  </a:lnTo>
                  <a:lnTo>
                    <a:pt x="79908" y="133149"/>
                  </a:lnTo>
                  <a:lnTo>
                    <a:pt x="79027" y="138900"/>
                  </a:lnTo>
                  <a:lnTo>
                    <a:pt x="76151" y="163045"/>
                  </a:lnTo>
                  <a:lnTo>
                    <a:pt x="74111" y="164977"/>
                  </a:lnTo>
                  <a:lnTo>
                    <a:pt x="70911" y="177049"/>
                  </a:lnTo>
                  <a:lnTo>
                    <a:pt x="66273" y="184468"/>
                  </a:lnTo>
                  <a:lnTo>
                    <a:pt x="66551" y="189385"/>
                  </a:lnTo>
                  <a:lnTo>
                    <a:pt x="69427" y="192107"/>
                  </a:lnTo>
                  <a:lnTo>
                    <a:pt x="69705" y="199219"/>
                  </a:lnTo>
                  <a:lnTo>
                    <a:pt x="68267" y="205804"/>
                  </a:lnTo>
                  <a:lnTo>
                    <a:pt x="64186" y="209359"/>
                  </a:lnTo>
                  <a:lnTo>
                    <a:pt x="63908" y="222793"/>
                  </a:lnTo>
                  <a:lnTo>
                    <a:pt x="66227" y="232934"/>
                  </a:lnTo>
                  <a:lnTo>
                    <a:pt x="66505" y="242241"/>
                  </a:lnTo>
                  <a:lnTo>
                    <a:pt x="67943" y="246104"/>
                  </a:lnTo>
                  <a:lnTo>
                    <a:pt x="67664" y="248299"/>
                  </a:lnTo>
                  <a:cubicBezTo>
                    <a:pt x="67664" y="248299"/>
                    <a:pt x="60151" y="260942"/>
                    <a:pt x="64464" y="266386"/>
                  </a:cubicBezTo>
                  <a:cubicBezTo>
                    <a:pt x="64464" y="266386"/>
                    <a:pt x="59270" y="276000"/>
                    <a:pt x="58667" y="282585"/>
                  </a:cubicBezTo>
                  <a:cubicBezTo>
                    <a:pt x="58064" y="289170"/>
                    <a:pt x="54308" y="296282"/>
                    <a:pt x="54308" y="296282"/>
                  </a:cubicBezTo>
                  <a:cubicBezTo>
                    <a:pt x="54308" y="296282"/>
                    <a:pt x="51108" y="298477"/>
                    <a:pt x="48789" y="307520"/>
                  </a:cubicBezTo>
                  <a:cubicBezTo>
                    <a:pt x="48789" y="307520"/>
                    <a:pt x="44151" y="320427"/>
                    <a:pt x="43873" y="321787"/>
                  </a:cubicBezTo>
                  <a:cubicBezTo>
                    <a:pt x="43595" y="323148"/>
                    <a:pt x="39513" y="333026"/>
                    <a:pt x="39513" y="333026"/>
                  </a:cubicBezTo>
                  <a:lnTo>
                    <a:pt x="33438" y="333026"/>
                  </a:lnTo>
                  <a:cubicBezTo>
                    <a:pt x="33438" y="333026"/>
                    <a:pt x="30563" y="340138"/>
                    <a:pt x="34876" y="347293"/>
                  </a:cubicBezTo>
                  <a:cubicBezTo>
                    <a:pt x="34876" y="347293"/>
                    <a:pt x="31676" y="363493"/>
                    <a:pt x="39235" y="371965"/>
                  </a:cubicBezTo>
                  <a:lnTo>
                    <a:pt x="39513" y="377189"/>
                  </a:lnTo>
                  <a:lnTo>
                    <a:pt x="35432" y="383774"/>
                  </a:lnTo>
                  <a:cubicBezTo>
                    <a:pt x="35432" y="383774"/>
                    <a:pt x="31073" y="388691"/>
                    <a:pt x="30238" y="399139"/>
                  </a:cubicBezTo>
                  <a:cubicBezTo>
                    <a:pt x="30238" y="399139"/>
                    <a:pt x="25600" y="411475"/>
                    <a:pt x="31676" y="418894"/>
                  </a:cubicBezTo>
                  <a:lnTo>
                    <a:pt x="32557" y="423284"/>
                  </a:lnTo>
                  <a:lnTo>
                    <a:pt x="25878" y="420826"/>
                  </a:lnTo>
                  <a:lnTo>
                    <a:pt x="25600" y="428245"/>
                  </a:lnTo>
                  <a:lnTo>
                    <a:pt x="24163" y="430967"/>
                  </a:lnTo>
                  <a:lnTo>
                    <a:pt x="24719" y="438649"/>
                  </a:lnTo>
                  <a:cubicBezTo>
                    <a:pt x="24719" y="438649"/>
                    <a:pt x="19200" y="451293"/>
                    <a:pt x="20962" y="452083"/>
                  </a:cubicBezTo>
                  <a:cubicBezTo>
                    <a:pt x="22725" y="452873"/>
                    <a:pt x="27363" y="456473"/>
                    <a:pt x="32557" y="455375"/>
                  </a:cubicBezTo>
                  <a:lnTo>
                    <a:pt x="33113" y="450985"/>
                  </a:lnTo>
                  <a:lnTo>
                    <a:pt x="35710" y="448790"/>
                  </a:lnTo>
                  <a:lnTo>
                    <a:pt x="35154" y="445762"/>
                  </a:lnTo>
                  <a:lnTo>
                    <a:pt x="33994" y="441372"/>
                  </a:lnTo>
                  <a:lnTo>
                    <a:pt x="31397" y="439177"/>
                  </a:lnTo>
                  <a:lnTo>
                    <a:pt x="33716" y="438079"/>
                  </a:lnTo>
                  <a:lnTo>
                    <a:pt x="33716" y="435050"/>
                  </a:lnTo>
                  <a:lnTo>
                    <a:pt x="37797" y="433689"/>
                  </a:lnTo>
                  <a:lnTo>
                    <a:pt x="37797" y="431230"/>
                  </a:lnTo>
                  <a:lnTo>
                    <a:pt x="35200" y="429035"/>
                  </a:lnTo>
                  <a:lnTo>
                    <a:pt x="35200" y="423284"/>
                  </a:lnTo>
                  <a:lnTo>
                    <a:pt x="40395" y="421616"/>
                  </a:lnTo>
                  <a:lnTo>
                    <a:pt x="43595" y="418060"/>
                  </a:lnTo>
                  <a:lnTo>
                    <a:pt x="45357" y="416963"/>
                  </a:lnTo>
                  <a:lnTo>
                    <a:pt x="52314" y="420255"/>
                  </a:lnTo>
                  <a:lnTo>
                    <a:pt x="45357" y="423548"/>
                  </a:lnTo>
                  <a:lnTo>
                    <a:pt x="46238" y="426840"/>
                  </a:lnTo>
                  <a:lnTo>
                    <a:pt x="51432" y="427938"/>
                  </a:lnTo>
                  <a:lnTo>
                    <a:pt x="51989" y="434259"/>
                  </a:lnTo>
                  <a:lnTo>
                    <a:pt x="49114" y="430704"/>
                  </a:lnTo>
                  <a:lnTo>
                    <a:pt x="46795" y="432064"/>
                  </a:lnTo>
                  <a:lnTo>
                    <a:pt x="46795" y="434523"/>
                  </a:lnTo>
                  <a:lnTo>
                    <a:pt x="48232" y="436718"/>
                  </a:lnTo>
                  <a:lnTo>
                    <a:pt x="44754" y="438079"/>
                  </a:lnTo>
                  <a:lnTo>
                    <a:pt x="45032" y="451512"/>
                  </a:lnTo>
                  <a:cubicBezTo>
                    <a:pt x="45032" y="451512"/>
                    <a:pt x="38076" y="452610"/>
                    <a:pt x="43873" y="459195"/>
                  </a:cubicBezTo>
                  <a:lnTo>
                    <a:pt x="41276" y="468502"/>
                  </a:lnTo>
                  <a:lnTo>
                    <a:pt x="39513" y="471794"/>
                  </a:lnTo>
                  <a:lnTo>
                    <a:pt x="44151" y="475087"/>
                  </a:lnTo>
                  <a:cubicBezTo>
                    <a:pt x="44151" y="475087"/>
                    <a:pt x="39513" y="473419"/>
                    <a:pt x="38632" y="477809"/>
                  </a:cubicBezTo>
                  <a:lnTo>
                    <a:pt x="36592" y="479740"/>
                  </a:lnTo>
                  <a:lnTo>
                    <a:pt x="36313" y="482199"/>
                  </a:lnTo>
                  <a:lnTo>
                    <a:pt x="40070" y="486589"/>
                  </a:lnTo>
                  <a:lnTo>
                    <a:pt x="48186" y="478906"/>
                  </a:lnTo>
                  <a:lnTo>
                    <a:pt x="49345" y="481101"/>
                  </a:lnTo>
                  <a:lnTo>
                    <a:pt x="40951" y="488520"/>
                  </a:lnTo>
                  <a:lnTo>
                    <a:pt x="37473" y="488520"/>
                  </a:lnTo>
                  <a:lnTo>
                    <a:pt x="36313" y="494008"/>
                  </a:lnTo>
                  <a:lnTo>
                    <a:pt x="40070" y="494008"/>
                  </a:lnTo>
                  <a:lnTo>
                    <a:pt x="44986" y="497564"/>
                  </a:lnTo>
                  <a:lnTo>
                    <a:pt x="33670" y="497564"/>
                  </a:lnTo>
                  <a:lnTo>
                    <a:pt x="30192" y="498924"/>
                  </a:lnTo>
                  <a:lnTo>
                    <a:pt x="30192" y="495895"/>
                  </a:lnTo>
                  <a:lnTo>
                    <a:pt x="31954" y="493700"/>
                  </a:lnTo>
                  <a:lnTo>
                    <a:pt x="31954" y="489310"/>
                  </a:lnTo>
                  <a:lnTo>
                    <a:pt x="29357" y="487949"/>
                  </a:lnTo>
                  <a:lnTo>
                    <a:pt x="28476" y="486281"/>
                  </a:lnTo>
                  <a:lnTo>
                    <a:pt x="25600" y="485754"/>
                  </a:lnTo>
                  <a:lnTo>
                    <a:pt x="21241" y="485491"/>
                  </a:lnTo>
                  <a:lnTo>
                    <a:pt x="20962" y="487686"/>
                  </a:lnTo>
                  <a:lnTo>
                    <a:pt x="24441" y="491242"/>
                  </a:lnTo>
                  <a:lnTo>
                    <a:pt x="20684" y="492076"/>
                  </a:lnTo>
                  <a:lnTo>
                    <a:pt x="20406" y="494798"/>
                  </a:lnTo>
                  <a:lnTo>
                    <a:pt x="25322" y="495895"/>
                  </a:lnTo>
                  <a:lnTo>
                    <a:pt x="25044" y="498924"/>
                  </a:lnTo>
                  <a:lnTo>
                    <a:pt x="18644" y="498924"/>
                  </a:lnTo>
                  <a:lnTo>
                    <a:pt x="19525" y="501383"/>
                  </a:lnTo>
                  <a:lnTo>
                    <a:pt x="16046" y="503314"/>
                  </a:lnTo>
                  <a:lnTo>
                    <a:pt x="19525" y="505246"/>
                  </a:lnTo>
                  <a:lnTo>
                    <a:pt x="10806" y="506914"/>
                  </a:lnTo>
                  <a:lnTo>
                    <a:pt x="10249" y="511304"/>
                  </a:lnTo>
                  <a:lnTo>
                    <a:pt x="16046" y="511304"/>
                  </a:lnTo>
                  <a:lnTo>
                    <a:pt x="9971" y="515958"/>
                  </a:lnTo>
                  <a:lnTo>
                    <a:pt x="6215" y="519514"/>
                  </a:lnTo>
                  <a:lnTo>
                    <a:pt x="696" y="523377"/>
                  </a:lnTo>
                  <a:lnTo>
                    <a:pt x="974" y="528030"/>
                  </a:lnTo>
                  <a:lnTo>
                    <a:pt x="4174" y="531323"/>
                  </a:lnTo>
                  <a:lnTo>
                    <a:pt x="7652" y="529655"/>
                  </a:lnTo>
                  <a:lnTo>
                    <a:pt x="5612" y="526099"/>
                  </a:lnTo>
                  <a:lnTo>
                    <a:pt x="8487" y="522806"/>
                  </a:lnTo>
                  <a:lnTo>
                    <a:pt x="10249" y="525528"/>
                  </a:lnTo>
                  <a:lnTo>
                    <a:pt x="15165" y="526625"/>
                  </a:lnTo>
                  <a:lnTo>
                    <a:pt x="18644" y="527723"/>
                  </a:lnTo>
                  <a:lnTo>
                    <a:pt x="20081" y="526625"/>
                  </a:lnTo>
                  <a:lnTo>
                    <a:pt x="24997" y="527152"/>
                  </a:lnTo>
                  <a:lnTo>
                    <a:pt x="25878" y="529611"/>
                  </a:lnTo>
                  <a:lnTo>
                    <a:pt x="24997" y="534527"/>
                  </a:lnTo>
                  <a:lnTo>
                    <a:pt x="19803" y="540278"/>
                  </a:lnTo>
                  <a:lnTo>
                    <a:pt x="24163" y="542737"/>
                  </a:lnTo>
                  <a:lnTo>
                    <a:pt x="22400" y="546029"/>
                  </a:lnTo>
                  <a:lnTo>
                    <a:pt x="21519" y="544098"/>
                  </a:lnTo>
                  <a:lnTo>
                    <a:pt x="18319" y="544098"/>
                  </a:lnTo>
                  <a:lnTo>
                    <a:pt x="17762" y="546029"/>
                  </a:lnTo>
                  <a:lnTo>
                    <a:pt x="20360" y="548224"/>
                  </a:lnTo>
                  <a:lnTo>
                    <a:pt x="21797" y="551517"/>
                  </a:lnTo>
                  <a:lnTo>
                    <a:pt x="27316" y="552878"/>
                  </a:lnTo>
                  <a:lnTo>
                    <a:pt x="29913" y="550683"/>
                  </a:lnTo>
                  <a:lnTo>
                    <a:pt x="27316" y="549014"/>
                  </a:lnTo>
                  <a:lnTo>
                    <a:pt x="29357" y="547653"/>
                  </a:lnTo>
                  <a:lnTo>
                    <a:pt x="32557" y="548751"/>
                  </a:lnTo>
                  <a:lnTo>
                    <a:pt x="32835" y="552878"/>
                  </a:lnTo>
                  <a:lnTo>
                    <a:pt x="37473" y="556433"/>
                  </a:lnTo>
                  <a:lnTo>
                    <a:pt x="34597" y="558365"/>
                  </a:lnTo>
                  <a:lnTo>
                    <a:pt x="30516" y="553975"/>
                  </a:lnTo>
                  <a:lnTo>
                    <a:pt x="25322" y="555073"/>
                  </a:lnTo>
                  <a:lnTo>
                    <a:pt x="20128" y="552351"/>
                  </a:lnTo>
                  <a:lnTo>
                    <a:pt x="20128" y="559770"/>
                  </a:lnTo>
                  <a:lnTo>
                    <a:pt x="21890" y="562492"/>
                  </a:lnTo>
                  <a:lnTo>
                    <a:pt x="22168" y="568243"/>
                  </a:lnTo>
                  <a:lnTo>
                    <a:pt x="22168" y="574564"/>
                  </a:lnTo>
                  <a:lnTo>
                    <a:pt x="20128" y="572369"/>
                  </a:lnTo>
                  <a:lnTo>
                    <a:pt x="18365" y="561658"/>
                  </a:lnTo>
                  <a:lnTo>
                    <a:pt x="17206" y="556433"/>
                  </a:lnTo>
                  <a:lnTo>
                    <a:pt x="15165" y="556433"/>
                  </a:lnTo>
                  <a:lnTo>
                    <a:pt x="14284" y="549014"/>
                  </a:lnTo>
                  <a:lnTo>
                    <a:pt x="12522" y="550112"/>
                  </a:lnTo>
                  <a:lnTo>
                    <a:pt x="10481" y="550946"/>
                  </a:lnTo>
                  <a:lnTo>
                    <a:pt x="8719" y="553975"/>
                  </a:lnTo>
                  <a:lnTo>
                    <a:pt x="10759" y="559199"/>
                  </a:lnTo>
                  <a:lnTo>
                    <a:pt x="11919" y="566048"/>
                  </a:lnTo>
                  <a:lnTo>
                    <a:pt x="10157" y="564379"/>
                  </a:lnTo>
                  <a:lnTo>
                    <a:pt x="8394" y="560516"/>
                  </a:lnTo>
                  <a:lnTo>
                    <a:pt x="7513" y="555292"/>
                  </a:lnTo>
                  <a:lnTo>
                    <a:pt x="4638" y="554765"/>
                  </a:lnTo>
                  <a:lnTo>
                    <a:pt x="1438" y="556960"/>
                  </a:lnTo>
                  <a:lnTo>
                    <a:pt x="5194" y="562711"/>
                  </a:lnTo>
                  <a:lnTo>
                    <a:pt x="1113" y="564379"/>
                  </a:lnTo>
                  <a:lnTo>
                    <a:pt x="1994" y="568769"/>
                  </a:lnTo>
                  <a:lnTo>
                    <a:pt x="5472" y="570438"/>
                  </a:lnTo>
                  <a:lnTo>
                    <a:pt x="2875" y="572633"/>
                  </a:lnTo>
                  <a:lnTo>
                    <a:pt x="0" y="574564"/>
                  </a:lnTo>
                  <a:lnTo>
                    <a:pt x="2597" y="580886"/>
                  </a:lnTo>
                  <a:lnTo>
                    <a:pt x="6957" y="578691"/>
                  </a:lnTo>
                  <a:lnTo>
                    <a:pt x="10157" y="579525"/>
                  </a:lnTo>
                  <a:lnTo>
                    <a:pt x="4359" y="583388"/>
                  </a:lnTo>
                  <a:lnTo>
                    <a:pt x="4359" y="587515"/>
                  </a:lnTo>
                  <a:lnTo>
                    <a:pt x="1762" y="591071"/>
                  </a:lnTo>
                  <a:lnTo>
                    <a:pt x="2319" y="594934"/>
                  </a:lnTo>
                  <a:lnTo>
                    <a:pt x="6400" y="594934"/>
                  </a:lnTo>
                  <a:lnTo>
                    <a:pt x="11316" y="596866"/>
                  </a:lnTo>
                  <a:lnTo>
                    <a:pt x="12197" y="594407"/>
                  </a:lnTo>
                  <a:lnTo>
                    <a:pt x="15073" y="596866"/>
                  </a:lnTo>
                  <a:lnTo>
                    <a:pt x="12754" y="598797"/>
                  </a:lnTo>
                  <a:lnTo>
                    <a:pt x="14794" y="600465"/>
                  </a:lnTo>
                  <a:lnTo>
                    <a:pt x="18273" y="600465"/>
                  </a:lnTo>
                  <a:lnTo>
                    <a:pt x="20313" y="597173"/>
                  </a:lnTo>
                  <a:lnTo>
                    <a:pt x="21473" y="590851"/>
                  </a:lnTo>
                  <a:lnTo>
                    <a:pt x="23235" y="588393"/>
                  </a:lnTo>
                  <a:lnTo>
                    <a:pt x="24673" y="583739"/>
                  </a:lnTo>
                  <a:lnTo>
                    <a:pt x="27270" y="582642"/>
                  </a:lnTo>
                  <a:lnTo>
                    <a:pt x="26991" y="587032"/>
                  </a:lnTo>
                  <a:lnTo>
                    <a:pt x="31073" y="589227"/>
                  </a:lnTo>
                  <a:lnTo>
                    <a:pt x="24116" y="590588"/>
                  </a:lnTo>
                  <a:lnTo>
                    <a:pt x="24116" y="596075"/>
                  </a:lnTo>
                  <a:lnTo>
                    <a:pt x="25878" y="598270"/>
                  </a:lnTo>
                  <a:lnTo>
                    <a:pt x="29960" y="596339"/>
                  </a:lnTo>
                  <a:lnTo>
                    <a:pt x="29960" y="600465"/>
                  </a:lnTo>
                  <a:lnTo>
                    <a:pt x="23003" y="600465"/>
                  </a:lnTo>
                  <a:lnTo>
                    <a:pt x="27363" y="605119"/>
                  </a:lnTo>
                  <a:lnTo>
                    <a:pt x="23606" y="605119"/>
                  </a:lnTo>
                  <a:lnTo>
                    <a:pt x="19849" y="601563"/>
                  </a:lnTo>
                  <a:lnTo>
                    <a:pt x="16974" y="605119"/>
                  </a:lnTo>
                  <a:lnTo>
                    <a:pt x="21612" y="607841"/>
                  </a:lnTo>
                  <a:lnTo>
                    <a:pt x="26249" y="609772"/>
                  </a:lnTo>
                  <a:lnTo>
                    <a:pt x="26249" y="611704"/>
                  </a:lnTo>
                  <a:lnTo>
                    <a:pt x="23652" y="611704"/>
                  </a:lnTo>
                  <a:lnTo>
                    <a:pt x="25415" y="615830"/>
                  </a:lnTo>
                  <a:lnTo>
                    <a:pt x="23977" y="615830"/>
                  </a:lnTo>
                  <a:lnTo>
                    <a:pt x="20777" y="609509"/>
                  </a:lnTo>
                  <a:lnTo>
                    <a:pt x="15583" y="607841"/>
                  </a:lnTo>
                  <a:lnTo>
                    <a:pt x="15304" y="610562"/>
                  </a:lnTo>
                  <a:lnTo>
                    <a:pt x="18180" y="611396"/>
                  </a:lnTo>
                  <a:lnTo>
                    <a:pt x="18458" y="615786"/>
                  </a:lnTo>
                  <a:lnTo>
                    <a:pt x="8904" y="615786"/>
                  </a:lnTo>
                  <a:lnTo>
                    <a:pt x="12661" y="621274"/>
                  </a:lnTo>
                  <a:lnTo>
                    <a:pt x="12383" y="625401"/>
                  </a:lnTo>
                  <a:lnTo>
                    <a:pt x="11223" y="628430"/>
                  </a:lnTo>
                  <a:lnTo>
                    <a:pt x="7745" y="631722"/>
                  </a:lnTo>
                  <a:lnTo>
                    <a:pt x="6307" y="639141"/>
                  </a:lnTo>
                  <a:lnTo>
                    <a:pt x="9183" y="639141"/>
                  </a:lnTo>
                  <a:lnTo>
                    <a:pt x="10620" y="632820"/>
                  </a:lnTo>
                  <a:lnTo>
                    <a:pt x="13217" y="636376"/>
                  </a:lnTo>
                  <a:lnTo>
                    <a:pt x="16417" y="632512"/>
                  </a:lnTo>
                  <a:lnTo>
                    <a:pt x="19617" y="628122"/>
                  </a:lnTo>
                  <a:lnTo>
                    <a:pt x="20777" y="617674"/>
                  </a:lnTo>
                  <a:lnTo>
                    <a:pt x="29774" y="618508"/>
                  </a:lnTo>
                  <a:lnTo>
                    <a:pt x="23977" y="620967"/>
                  </a:lnTo>
                  <a:lnTo>
                    <a:pt x="22818" y="626191"/>
                  </a:lnTo>
                  <a:lnTo>
                    <a:pt x="23374" y="628649"/>
                  </a:lnTo>
                  <a:lnTo>
                    <a:pt x="27131" y="627288"/>
                  </a:lnTo>
                  <a:lnTo>
                    <a:pt x="23050" y="631942"/>
                  </a:lnTo>
                  <a:lnTo>
                    <a:pt x="23606" y="634663"/>
                  </a:lnTo>
                  <a:lnTo>
                    <a:pt x="27084" y="631371"/>
                  </a:lnTo>
                  <a:lnTo>
                    <a:pt x="29403" y="631371"/>
                  </a:lnTo>
                  <a:lnTo>
                    <a:pt x="28244" y="634663"/>
                  </a:lnTo>
                  <a:lnTo>
                    <a:pt x="29681" y="636332"/>
                  </a:lnTo>
                  <a:lnTo>
                    <a:pt x="30238" y="639053"/>
                  </a:lnTo>
                  <a:lnTo>
                    <a:pt x="27038" y="639053"/>
                  </a:lnTo>
                  <a:lnTo>
                    <a:pt x="27038" y="637385"/>
                  </a:lnTo>
                  <a:lnTo>
                    <a:pt x="23560" y="639053"/>
                  </a:lnTo>
                  <a:lnTo>
                    <a:pt x="28197" y="642917"/>
                  </a:lnTo>
                  <a:lnTo>
                    <a:pt x="29635" y="646780"/>
                  </a:lnTo>
                  <a:lnTo>
                    <a:pt x="20638" y="641292"/>
                  </a:lnTo>
                  <a:lnTo>
                    <a:pt x="27038" y="650072"/>
                  </a:lnTo>
                  <a:lnTo>
                    <a:pt x="21844" y="650072"/>
                  </a:lnTo>
                  <a:lnTo>
                    <a:pt x="21844" y="653936"/>
                  </a:lnTo>
                  <a:lnTo>
                    <a:pt x="25044" y="656394"/>
                  </a:lnTo>
                  <a:lnTo>
                    <a:pt x="28244" y="656394"/>
                  </a:lnTo>
                  <a:lnTo>
                    <a:pt x="26806" y="661047"/>
                  </a:lnTo>
                  <a:lnTo>
                    <a:pt x="28244" y="665437"/>
                  </a:lnTo>
                  <a:lnTo>
                    <a:pt x="32325" y="663242"/>
                  </a:lnTo>
                  <a:lnTo>
                    <a:pt x="33206" y="659687"/>
                  </a:lnTo>
                  <a:lnTo>
                    <a:pt x="34968" y="663242"/>
                  </a:lnTo>
                  <a:lnTo>
                    <a:pt x="38725" y="663242"/>
                  </a:lnTo>
                  <a:lnTo>
                    <a:pt x="37565" y="665437"/>
                  </a:lnTo>
                  <a:lnTo>
                    <a:pt x="31490" y="668159"/>
                  </a:lnTo>
                  <a:lnTo>
                    <a:pt x="36406" y="671188"/>
                  </a:lnTo>
                  <a:lnTo>
                    <a:pt x="39606" y="674481"/>
                  </a:lnTo>
                  <a:lnTo>
                    <a:pt x="47722" y="674481"/>
                  </a:lnTo>
                  <a:lnTo>
                    <a:pt x="43363" y="677203"/>
                  </a:lnTo>
                  <a:lnTo>
                    <a:pt x="39282" y="677203"/>
                  </a:lnTo>
                  <a:lnTo>
                    <a:pt x="42157" y="679398"/>
                  </a:lnTo>
                  <a:lnTo>
                    <a:pt x="48232" y="681856"/>
                  </a:lnTo>
                  <a:lnTo>
                    <a:pt x="49995" y="685412"/>
                  </a:lnTo>
                  <a:lnTo>
                    <a:pt x="42157" y="682119"/>
                  </a:lnTo>
                  <a:lnTo>
                    <a:pt x="37797" y="682953"/>
                  </a:lnTo>
                  <a:lnTo>
                    <a:pt x="39235" y="680232"/>
                  </a:lnTo>
                  <a:lnTo>
                    <a:pt x="35154" y="675008"/>
                  </a:lnTo>
                  <a:cubicBezTo>
                    <a:pt x="35154" y="675008"/>
                    <a:pt x="28197" y="670354"/>
                    <a:pt x="23560" y="670354"/>
                  </a:cubicBezTo>
                  <a:lnTo>
                    <a:pt x="17484" y="664603"/>
                  </a:lnTo>
                  <a:lnTo>
                    <a:pt x="16603" y="666535"/>
                  </a:lnTo>
                  <a:lnTo>
                    <a:pt x="21797" y="675315"/>
                  </a:lnTo>
                  <a:cubicBezTo>
                    <a:pt x="21797" y="675315"/>
                    <a:pt x="29913" y="675842"/>
                    <a:pt x="32232" y="676983"/>
                  </a:cubicBezTo>
                  <a:lnTo>
                    <a:pt x="32789" y="682471"/>
                  </a:lnTo>
                  <a:lnTo>
                    <a:pt x="27594" y="683832"/>
                  </a:lnTo>
                  <a:lnTo>
                    <a:pt x="29913" y="687124"/>
                  </a:lnTo>
                  <a:lnTo>
                    <a:pt x="34273" y="687124"/>
                  </a:lnTo>
                  <a:cubicBezTo>
                    <a:pt x="34273" y="687124"/>
                    <a:pt x="43270" y="691514"/>
                    <a:pt x="45867" y="695070"/>
                  </a:cubicBezTo>
                  <a:lnTo>
                    <a:pt x="43270" y="699197"/>
                  </a:lnTo>
                  <a:lnTo>
                    <a:pt x="51386" y="699197"/>
                  </a:lnTo>
                  <a:lnTo>
                    <a:pt x="50829" y="702226"/>
                  </a:lnTo>
                  <a:lnTo>
                    <a:pt x="54586" y="702226"/>
                  </a:lnTo>
                  <a:lnTo>
                    <a:pt x="56348" y="699197"/>
                  </a:lnTo>
                  <a:lnTo>
                    <a:pt x="59548" y="705255"/>
                  </a:lnTo>
                  <a:lnTo>
                    <a:pt x="63027" y="705255"/>
                  </a:lnTo>
                  <a:lnTo>
                    <a:pt x="62470" y="701392"/>
                  </a:lnTo>
                  <a:lnTo>
                    <a:pt x="66551" y="705255"/>
                  </a:lnTo>
                  <a:lnTo>
                    <a:pt x="70030" y="705255"/>
                  </a:lnTo>
                  <a:lnTo>
                    <a:pt x="67154" y="706923"/>
                  </a:lnTo>
                  <a:lnTo>
                    <a:pt x="62238" y="708591"/>
                  </a:lnTo>
                  <a:lnTo>
                    <a:pt x="59038" y="708591"/>
                  </a:lnTo>
                  <a:lnTo>
                    <a:pt x="58157" y="712454"/>
                  </a:lnTo>
                  <a:lnTo>
                    <a:pt x="64557" y="714122"/>
                  </a:lnTo>
                  <a:lnTo>
                    <a:pt x="65995" y="714122"/>
                  </a:lnTo>
                  <a:lnTo>
                    <a:pt x="70911" y="712454"/>
                  </a:lnTo>
                  <a:lnTo>
                    <a:pt x="78749" y="714122"/>
                  </a:lnTo>
                  <a:lnTo>
                    <a:pt x="81346" y="720444"/>
                  </a:lnTo>
                  <a:lnTo>
                    <a:pt x="72348" y="717722"/>
                  </a:lnTo>
                  <a:lnTo>
                    <a:pt x="66273" y="717722"/>
                  </a:lnTo>
                  <a:lnTo>
                    <a:pt x="67154" y="720444"/>
                  </a:lnTo>
                  <a:lnTo>
                    <a:pt x="77589" y="724000"/>
                  </a:lnTo>
                  <a:lnTo>
                    <a:pt x="82505" y="725361"/>
                  </a:lnTo>
                  <a:lnTo>
                    <a:pt x="86586" y="725361"/>
                  </a:lnTo>
                  <a:lnTo>
                    <a:pt x="86030" y="721498"/>
                  </a:lnTo>
                  <a:lnTo>
                    <a:pt x="84870" y="719830"/>
                  </a:lnTo>
                  <a:lnTo>
                    <a:pt x="96186" y="719303"/>
                  </a:lnTo>
                  <a:lnTo>
                    <a:pt x="88952" y="721761"/>
                  </a:lnTo>
                  <a:lnTo>
                    <a:pt x="90111" y="725317"/>
                  </a:lnTo>
                  <a:lnTo>
                    <a:pt x="93311" y="728610"/>
                  </a:lnTo>
                  <a:lnTo>
                    <a:pt x="93868" y="734361"/>
                  </a:lnTo>
                  <a:lnTo>
                    <a:pt x="99062" y="734361"/>
                  </a:lnTo>
                  <a:lnTo>
                    <a:pt x="101381" y="736556"/>
                  </a:lnTo>
                  <a:lnTo>
                    <a:pt x="103978" y="736556"/>
                  </a:lnTo>
                  <a:lnTo>
                    <a:pt x="101937" y="731068"/>
                  </a:lnTo>
                  <a:lnTo>
                    <a:pt x="99340" y="729400"/>
                  </a:lnTo>
                  <a:lnTo>
                    <a:pt x="103978" y="728566"/>
                  </a:lnTo>
                  <a:lnTo>
                    <a:pt x="108337" y="730497"/>
                  </a:lnTo>
                  <a:lnTo>
                    <a:pt x="108337" y="735151"/>
                  </a:lnTo>
                  <a:lnTo>
                    <a:pt x="114134" y="734317"/>
                  </a:lnTo>
                  <a:lnTo>
                    <a:pt x="118494" y="736512"/>
                  </a:lnTo>
                  <a:lnTo>
                    <a:pt x="118494" y="739541"/>
                  </a:lnTo>
                  <a:lnTo>
                    <a:pt x="122853" y="741472"/>
                  </a:lnTo>
                  <a:lnTo>
                    <a:pt x="122853" y="735151"/>
                  </a:lnTo>
                  <a:lnTo>
                    <a:pt x="118216" y="732429"/>
                  </a:lnTo>
                  <a:lnTo>
                    <a:pt x="115340" y="731902"/>
                  </a:lnTo>
                  <a:lnTo>
                    <a:pt x="115897" y="730541"/>
                  </a:lnTo>
                  <a:lnTo>
                    <a:pt x="118494" y="728346"/>
                  </a:lnTo>
                  <a:lnTo>
                    <a:pt x="114134" y="727512"/>
                  </a:lnTo>
                  <a:lnTo>
                    <a:pt x="114134" y="725581"/>
                  </a:lnTo>
                  <a:lnTo>
                    <a:pt x="117334" y="725581"/>
                  </a:lnTo>
                  <a:lnTo>
                    <a:pt x="120813" y="724220"/>
                  </a:lnTo>
                  <a:lnTo>
                    <a:pt x="120813" y="727512"/>
                  </a:lnTo>
                  <a:lnTo>
                    <a:pt x="125172" y="728610"/>
                  </a:lnTo>
                  <a:lnTo>
                    <a:pt x="126935" y="730541"/>
                  </a:lnTo>
                  <a:lnTo>
                    <a:pt x="130135" y="729444"/>
                  </a:lnTo>
                  <a:lnTo>
                    <a:pt x="133335" y="731375"/>
                  </a:lnTo>
                  <a:lnTo>
                    <a:pt x="136210" y="731112"/>
                  </a:lnTo>
                  <a:lnTo>
                    <a:pt x="136210" y="728917"/>
                  </a:lnTo>
                  <a:lnTo>
                    <a:pt x="138251" y="726458"/>
                  </a:lnTo>
                  <a:lnTo>
                    <a:pt x="135932" y="722068"/>
                  </a:lnTo>
                  <a:lnTo>
                    <a:pt x="136813" y="722068"/>
                  </a:lnTo>
                  <a:cubicBezTo>
                    <a:pt x="136488" y="721937"/>
                    <a:pt x="136210" y="721761"/>
                    <a:pt x="135885" y="721542"/>
                  </a:cubicBezTo>
                  <a:cubicBezTo>
                    <a:pt x="131016" y="718512"/>
                    <a:pt x="117705" y="720620"/>
                    <a:pt x="113021" y="721673"/>
                  </a:cubicBezTo>
                  <a:cubicBezTo>
                    <a:pt x="112697" y="721761"/>
                    <a:pt x="112326" y="721673"/>
                    <a:pt x="112047" y="721454"/>
                  </a:cubicBezTo>
                  <a:cubicBezTo>
                    <a:pt x="111769" y="721234"/>
                    <a:pt x="111584" y="720927"/>
                    <a:pt x="111584" y="720576"/>
                  </a:cubicBezTo>
                  <a:lnTo>
                    <a:pt x="111584" y="662760"/>
                  </a:lnTo>
                  <a:lnTo>
                    <a:pt x="109543" y="660565"/>
                  </a:lnTo>
                  <a:cubicBezTo>
                    <a:pt x="109543" y="660565"/>
                    <a:pt x="108987" y="662760"/>
                    <a:pt x="106946" y="662496"/>
                  </a:cubicBezTo>
                  <a:cubicBezTo>
                    <a:pt x="104905" y="662233"/>
                    <a:pt x="99989" y="659467"/>
                    <a:pt x="99989" y="659467"/>
                  </a:cubicBezTo>
                  <a:lnTo>
                    <a:pt x="98227" y="656175"/>
                  </a:lnTo>
                  <a:cubicBezTo>
                    <a:pt x="98227" y="656175"/>
                    <a:pt x="96789" y="651785"/>
                    <a:pt x="104905" y="652619"/>
                  </a:cubicBezTo>
                  <a:cubicBezTo>
                    <a:pt x="104905" y="652619"/>
                    <a:pt x="109821" y="655296"/>
                    <a:pt x="114134" y="655691"/>
                  </a:cubicBezTo>
                  <a:lnTo>
                    <a:pt x="92198" y="648141"/>
                  </a:lnTo>
                  <a:lnTo>
                    <a:pt x="59919" y="646604"/>
                  </a:lnTo>
                  <a:cubicBezTo>
                    <a:pt x="59595" y="646604"/>
                    <a:pt x="59316" y="646473"/>
                    <a:pt x="59085" y="646253"/>
                  </a:cubicBezTo>
                  <a:lnTo>
                    <a:pt x="50690" y="637210"/>
                  </a:lnTo>
                  <a:cubicBezTo>
                    <a:pt x="50366" y="636858"/>
                    <a:pt x="50319" y="636420"/>
                    <a:pt x="50505" y="636024"/>
                  </a:cubicBezTo>
                  <a:lnTo>
                    <a:pt x="53566" y="629922"/>
                  </a:lnTo>
                  <a:lnTo>
                    <a:pt x="53566" y="628605"/>
                  </a:lnTo>
                  <a:lnTo>
                    <a:pt x="51571" y="627552"/>
                  </a:lnTo>
                  <a:cubicBezTo>
                    <a:pt x="51200" y="627376"/>
                    <a:pt x="50969" y="626981"/>
                    <a:pt x="50969" y="626586"/>
                  </a:cubicBezTo>
                  <a:lnTo>
                    <a:pt x="50969" y="622459"/>
                  </a:lnTo>
                  <a:cubicBezTo>
                    <a:pt x="50969" y="621845"/>
                    <a:pt x="51479" y="621362"/>
                    <a:pt x="52128" y="621362"/>
                  </a:cubicBezTo>
                  <a:lnTo>
                    <a:pt x="53566" y="621362"/>
                  </a:lnTo>
                  <a:lnTo>
                    <a:pt x="53566" y="614952"/>
                  </a:lnTo>
                  <a:lnTo>
                    <a:pt x="48093" y="614513"/>
                  </a:lnTo>
                  <a:lnTo>
                    <a:pt x="42945" y="617937"/>
                  </a:lnTo>
                  <a:cubicBezTo>
                    <a:pt x="42667" y="618113"/>
                    <a:pt x="42342" y="618201"/>
                    <a:pt x="42018" y="618113"/>
                  </a:cubicBezTo>
                  <a:cubicBezTo>
                    <a:pt x="41693" y="618069"/>
                    <a:pt x="41415" y="617850"/>
                    <a:pt x="41276" y="617586"/>
                  </a:cubicBezTo>
                  <a:lnTo>
                    <a:pt x="35479" y="608455"/>
                  </a:lnTo>
                  <a:cubicBezTo>
                    <a:pt x="35479" y="608455"/>
                    <a:pt x="35339" y="608148"/>
                    <a:pt x="35339" y="607972"/>
                  </a:cubicBezTo>
                  <a:lnTo>
                    <a:pt x="34180" y="595636"/>
                  </a:lnTo>
                  <a:cubicBezTo>
                    <a:pt x="34134" y="595022"/>
                    <a:pt x="34597" y="594495"/>
                    <a:pt x="35247" y="594451"/>
                  </a:cubicBezTo>
                  <a:cubicBezTo>
                    <a:pt x="35803" y="594363"/>
                    <a:pt x="36452" y="594846"/>
                    <a:pt x="36499" y="595461"/>
                  </a:cubicBezTo>
                  <a:lnTo>
                    <a:pt x="37658" y="607577"/>
                  </a:lnTo>
                  <a:lnTo>
                    <a:pt x="42667" y="615479"/>
                  </a:lnTo>
                  <a:lnTo>
                    <a:pt x="47166" y="612494"/>
                  </a:lnTo>
                  <a:cubicBezTo>
                    <a:pt x="47166" y="612494"/>
                    <a:pt x="47629" y="612274"/>
                    <a:pt x="47908" y="612318"/>
                  </a:cubicBezTo>
                  <a:lnTo>
                    <a:pt x="54864" y="612845"/>
                  </a:lnTo>
                  <a:cubicBezTo>
                    <a:pt x="55467" y="612889"/>
                    <a:pt x="55931" y="613372"/>
                    <a:pt x="55931" y="613943"/>
                  </a:cubicBezTo>
                  <a:lnTo>
                    <a:pt x="55931" y="622459"/>
                  </a:lnTo>
                  <a:cubicBezTo>
                    <a:pt x="55931" y="623074"/>
                    <a:pt x="55421" y="623557"/>
                    <a:pt x="54772" y="623557"/>
                  </a:cubicBezTo>
                  <a:lnTo>
                    <a:pt x="53334" y="623557"/>
                  </a:lnTo>
                  <a:lnTo>
                    <a:pt x="53334" y="625927"/>
                  </a:lnTo>
                  <a:lnTo>
                    <a:pt x="55328" y="626981"/>
                  </a:lnTo>
                  <a:cubicBezTo>
                    <a:pt x="55699" y="627156"/>
                    <a:pt x="55931" y="627552"/>
                    <a:pt x="55931" y="627947"/>
                  </a:cubicBezTo>
                  <a:lnTo>
                    <a:pt x="55931" y="630142"/>
                  </a:lnTo>
                  <a:cubicBezTo>
                    <a:pt x="55931" y="630142"/>
                    <a:pt x="55931" y="630449"/>
                    <a:pt x="55838" y="630625"/>
                  </a:cubicBezTo>
                  <a:lnTo>
                    <a:pt x="52963" y="636288"/>
                  </a:lnTo>
                  <a:lnTo>
                    <a:pt x="60522" y="644453"/>
                  </a:lnTo>
                  <a:lnTo>
                    <a:pt x="92476" y="645990"/>
                  </a:lnTo>
                  <a:cubicBezTo>
                    <a:pt x="92476" y="645990"/>
                    <a:pt x="92708" y="645990"/>
                    <a:pt x="92801" y="646034"/>
                  </a:cubicBezTo>
                  <a:lnTo>
                    <a:pt x="116963" y="654375"/>
                  </a:lnTo>
                  <a:lnTo>
                    <a:pt x="117334" y="653496"/>
                  </a:lnTo>
                  <a:cubicBezTo>
                    <a:pt x="117334" y="653496"/>
                    <a:pt x="108337" y="646077"/>
                    <a:pt x="105740" y="629088"/>
                  </a:cubicBezTo>
                  <a:cubicBezTo>
                    <a:pt x="103143" y="612099"/>
                    <a:pt x="106621" y="607972"/>
                    <a:pt x="109218" y="606875"/>
                  </a:cubicBezTo>
                  <a:cubicBezTo>
                    <a:pt x="111816" y="605777"/>
                    <a:pt x="117056" y="603845"/>
                    <a:pt x="117056" y="603845"/>
                  </a:cubicBezTo>
                  <a:lnTo>
                    <a:pt x="112975" y="598929"/>
                  </a:lnTo>
                  <a:lnTo>
                    <a:pt x="113253" y="596997"/>
                  </a:lnTo>
                  <a:lnTo>
                    <a:pt x="118772" y="601914"/>
                  </a:lnTo>
                  <a:cubicBezTo>
                    <a:pt x="118772" y="601914"/>
                    <a:pt x="125172" y="602441"/>
                    <a:pt x="126285" y="595856"/>
                  </a:cubicBezTo>
                  <a:cubicBezTo>
                    <a:pt x="127398" y="589271"/>
                    <a:pt x="127723" y="585978"/>
                    <a:pt x="127723" y="585978"/>
                  </a:cubicBezTo>
                  <a:lnTo>
                    <a:pt x="125961" y="582686"/>
                  </a:lnTo>
                  <a:cubicBezTo>
                    <a:pt x="125961" y="582686"/>
                    <a:pt x="128836" y="575267"/>
                    <a:pt x="132361" y="573642"/>
                  </a:cubicBezTo>
                  <a:cubicBezTo>
                    <a:pt x="135885" y="572018"/>
                    <a:pt x="137277" y="567891"/>
                    <a:pt x="137277" y="567891"/>
                  </a:cubicBezTo>
                  <a:lnTo>
                    <a:pt x="147109" y="561570"/>
                  </a:lnTo>
                  <a:lnTo>
                    <a:pt x="154622" y="556082"/>
                  </a:lnTo>
                  <a:lnTo>
                    <a:pt x="158100" y="550024"/>
                  </a:lnTo>
                  <a:cubicBezTo>
                    <a:pt x="158100" y="550024"/>
                    <a:pt x="160141" y="534923"/>
                    <a:pt x="155781" y="533562"/>
                  </a:cubicBezTo>
                  <a:cubicBezTo>
                    <a:pt x="151422" y="532201"/>
                    <a:pt x="142749" y="533035"/>
                    <a:pt x="139827" y="529435"/>
                  </a:cubicBezTo>
                  <a:cubicBezTo>
                    <a:pt x="136906" y="525835"/>
                    <a:pt x="123595" y="518460"/>
                    <a:pt x="130830" y="505027"/>
                  </a:cubicBezTo>
                  <a:cubicBezTo>
                    <a:pt x="138065" y="491593"/>
                    <a:pt x="146506" y="492120"/>
                    <a:pt x="146506" y="492120"/>
                  </a:cubicBezTo>
                  <a:lnTo>
                    <a:pt x="148546" y="489925"/>
                  </a:lnTo>
                  <a:lnTo>
                    <a:pt x="153462" y="489398"/>
                  </a:lnTo>
                  <a:cubicBezTo>
                    <a:pt x="153462" y="489398"/>
                    <a:pt x="160141" y="489925"/>
                    <a:pt x="160141" y="486676"/>
                  </a:cubicBezTo>
                  <a:cubicBezTo>
                    <a:pt x="160141" y="483428"/>
                    <a:pt x="160141" y="479257"/>
                    <a:pt x="164500" y="478160"/>
                  </a:cubicBezTo>
                  <a:cubicBezTo>
                    <a:pt x="164500" y="478160"/>
                    <a:pt x="162460" y="462268"/>
                    <a:pt x="164500" y="459765"/>
                  </a:cubicBezTo>
                  <a:cubicBezTo>
                    <a:pt x="166541" y="457263"/>
                    <a:pt x="170576" y="449624"/>
                    <a:pt x="179851" y="447122"/>
                  </a:cubicBezTo>
                  <a:cubicBezTo>
                    <a:pt x="179851" y="447122"/>
                    <a:pt x="172338" y="442469"/>
                    <a:pt x="169694" y="441898"/>
                  </a:cubicBezTo>
                  <a:cubicBezTo>
                    <a:pt x="169694" y="441898"/>
                    <a:pt x="170576" y="436982"/>
                    <a:pt x="176373" y="436982"/>
                  </a:cubicBezTo>
                  <a:cubicBezTo>
                    <a:pt x="182170" y="436982"/>
                    <a:pt x="180129" y="441898"/>
                    <a:pt x="183329" y="442732"/>
                  </a:cubicBezTo>
                  <a:cubicBezTo>
                    <a:pt x="186529" y="443567"/>
                    <a:pt x="192048" y="444664"/>
                    <a:pt x="191724" y="436147"/>
                  </a:cubicBezTo>
                  <a:cubicBezTo>
                    <a:pt x="191399" y="427631"/>
                    <a:pt x="186205" y="426006"/>
                    <a:pt x="183886" y="428728"/>
                  </a:cubicBezTo>
                  <a:cubicBezTo>
                    <a:pt x="181567" y="431450"/>
                    <a:pt x="184164" y="434216"/>
                    <a:pt x="184164" y="434216"/>
                  </a:cubicBezTo>
                  <a:lnTo>
                    <a:pt x="177207" y="433952"/>
                  </a:lnTo>
                  <a:lnTo>
                    <a:pt x="177207" y="431230"/>
                  </a:lnTo>
                  <a:lnTo>
                    <a:pt x="173451" y="429869"/>
                  </a:lnTo>
                  <a:lnTo>
                    <a:pt x="169973" y="427674"/>
                  </a:lnTo>
                  <a:lnTo>
                    <a:pt x="170251" y="414241"/>
                  </a:lnTo>
                  <a:lnTo>
                    <a:pt x="167932" y="410949"/>
                  </a:lnTo>
                  <a:lnTo>
                    <a:pt x="167376" y="408490"/>
                  </a:lnTo>
                  <a:cubicBezTo>
                    <a:pt x="167376" y="408490"/>
                    <a:pt x="167097" y="400808"/>
                    <a:pt x="171132" y="400808"/>
                  </a:cubicBezTo>
                  <a:cubicBezTo>
                    <a:pt x="175167" y="400808"/>
                    <a:pt x="183283" y="407919"/>
                    <a:pt x="186205" y="409061"/>
                  </a:cubicBezTo>
                  <a:cubicBezTo>
                    <a:pt x="189126" y="410202"/>
                    <a:pt x="198356" y="409588"/>
                    <a:pt x="205637" y="406866"/>
                  </a:cubicBezTo>
                  <a:cubicBezTo>
                    <a:pt x="212918" y="404144"/>
                    <a:pt x="217231" y="399447"/>
                    <a:pt x="211156" y="395891"/>
                  </a:cubicBezTo>
                  <a:cubicBezTo>
                    <a:pt x="211156" y="395891"/>
                    <a:pt x="212315" y="388472"/>
                    <a:pt x="212037" y="384652"/>
                  </a:cubicBezTo>
                  <a:cubicBezTo>
                    <a:pt x="212037" y="384652"/>
                    <a:pt x="218112" y="384916"/>
                    <a:pt x="216396" y="375346"/>
                  </a:cubicBezTo>
                  <a:cubicBezTo>
                    <a:pt x="216396" y="375346"/>
                    <a:pt x="215515" y="372317"/>
                    <a:pt x="212918" y="371790"/>
                  </a:cubicBezTo>
                  <a:cubicBezTo>
                    <a:pt x="212918" y="371790"/>
                    <a:pt x="214356" y="363844"/>
                    <a:pt x="209161" y="363010"/>
                  </a:cubicBezTo>
                  <a:cubicBezTo>
                    <a:pt x="209161" y="363010"/>
                    <a:pt x="212964" y="359146"/>
                    <a:pt x="216721" y="366566"/>
                  </a:cubicBezTo>
                  <a:cubicBezTo>
                    <a:pt x="216721" y="366566"/>
                    <a:pt x="225115" y="369024"/>
                    <a:pt x="238147" y="366566"/>
                  </a:cubicBezTo>
                  <a:cubicBezTo>
                    <a:pt x="251179" y="364107"/>
                    <a:pt x="284524" y="359454"/>
                    <a:pt x="286843" y="351201"/>
                  </a:cubicBezTo>
                  <a:cubicBezTo>
                    <a:pt x="289162" y="342947"/>
                    <a:pt x="294959" y="340226"/>
                    <a:pt x="295840" y="337504"/>
                  </a:cubicBezTo>
                  <a:cubicBezTo>
                    <a:pt x="296722" y="334782"/>
                    <a:pt x="301638" y="328724"/>
                    <a:pt x="301638" y="328724"/>
                  </a:cubicBezTo>
                  <a:cubicBezTo>
                    <a:pt x="301638" y="328724"/>
                    <a:pt x="305116" y="315027"/>
                    <a:pt x="295562" y="316081"/>
                  </a:cubicBezTo>
                  <a:cubicBezTo>
                    <a:pt x="295562" y="316081"/>
                    <a:pt x="289487" y="312525"/>
                    <a:pt x="290925" y="306466"/>
                  </a:cubicBezTo>
                  <a:cubicBezTo>
                    <a:pt x="292362" y="300408"/>
                    <a:pt x="292084" y="294965"/>
                    <a:pt x="286843" y="291365"/>
                  </a:cubicBezTo>
                  <a:cubicBezTo>
                    <a:pt x="281603" y="287765"/>
                    <a:pt x="271771" y="286448"/>
                    <a:pt x="272930" y="281224"/>
                  </a:cubicBezTo>
                  <a:cubicBezTo>
                    <a:pt x="273208" y="280039"/>
                    <a:pt x="273719" y="279161"/>
                    <a:pt x="274322" y="278590"/>
                  </a:cubicBezTo>
                  <a:lnTo>
                    <a:pt x="272095" y="269678"/>
                  </a:lnTo>
                  <a:cubicBezTo>
                    <a:pt x="272095" y="269678"/>
                    <a:pt x="272095" y="269415"/>
                    <a:pt x="272095" y="269283"/>
                  </a:cubicBezTo>
                  <a:close/>
                  <a:moveTo>
                    <a:pt x="63119" y="407744"/>
                  </a:moveTo>
                  <a:lnTo>
                    <a:pt x="66876" y="403091"/>
                  </a:lnTo>
                  <a:lnTo>
                    <a:pt x="70354" y="407744"/>
                  </a:lnTo>
                  <a:lnTo>
                    <a:pt x="63119" y="407744"/>
                  </a:lnTo>
                  <a:close/>
                  <a:moveTo>
                    <a:pt x="42853" y="411871"/>
                  </a:moveTo>
                  <a:cubicBezTo>
                    <a:pt x="40812" y="409676"/>
                    <a:pt x="47212" y="405549"/>
                    <a:pt x="47212" y="405549"/>
                  </a:cubicBezTo>
                  <a:cubicBezTo>
                    <a:pt x="48093" y="406383"/>
                    <a:pt x="50087" y="410202"/>
                    <a:pt x="50087" y="410202"/>
                  </a:cubicBezTo>
                  <a:cubicBezTo>
                    <a:pt x="50087" y="410202"/>
                    <a:pt x="44893" y="414066"/>
                    <a:pt x="42853" y="411871"/>
                  </a:cubicBezTo>
                  <a:close/>
                  <a:moveTo>
                    <a:pt x="50087" y="392379"/>
                  </a:moveTo>
                  <a:cubicBezTo>
                    <a:pt x="50644" y="391545"/>
                    <a:pt x="53102" y="389657"/>
                    <a:pt x="53102" y="389657"/>
                  </a:cubicBezTo>
                  <a:lnTo>
                    <a:pt x="56163" y="389657"/>
                  </a:lnTo>
                  <a:lnTo>
                    <a:pt x="56163" y="392379"/>
                  </a:lnTo>
                  <a:cubicBezTo>
                    <a:pt x="56163" y="392379"/>
                    <a:pt x="49484" y="393213"/>
                    <a:pt x="50087" y="392379"/>
                  </a:cubicBezTo>
                  <a:close/>
                  <a:moveTo>
                    <a:pt x="76198" y="680758"/>
                  </a:moveTo>
                  <a:lnTo>
                    <a:pt x="77079" y="671978"/>
                  </a:lnTo>
                  <a:lnTo>
                    <a:pt x="79120" y="665393"/>
                  </a:lnTo>
                  <a:lnTo>
                    <a:pt x="83201" y="664296"/>
                  </a:lnTo>
                  <a:lnTo>
                    <a:pt x="88998" y="660433"/>
                  </a:lnTo>
                  <a:cubicBezTo>
                    <a:pt x="88998" y="660433"/>
                    <a:pt x="98552" y="657404"/>
                    <a:pt x="98552" y="660433"/>
                  </a:cubicBezTo>
                  <a:cubicBezTo>
                    <a:pt x="98552" y="663462"/>
                    <a:pt x="93033" y="668115"/>
                    <a:pt x="93033" y="668115"/>
                  </a:cubicBezTo>
                  <a:lnTo>
                    <a:pt x="86957" y="665393"/>
                  </a:lnTo>
                  <a:lnTo>
                    <a:pt x="88859" y="670310"/>
                  </a:lnTo>
                  <a:lnTo>
                    <a:pt x="87282" y="671935"/>
                  </a:lnTo>
                  <a:lnTo>
                    <a:pt x="84082" y="671935"/>
                  </a:lnTo>
                  <a:cubicBezTo>
                    <a:pt x="84082" y="671935"/>
                    <a:pt x="82320" y="684007"/>
                    <a:pt x="88859" y="683480"/>
                  </a:cubicBezTo>
                  <a:lnTo>
                    <a:pt x="93079" y="681022"/>
                  </a:lnTo>
                  <a:cubicBezTo>
                    <a:pt x="93079" y="681022"/>
                    <a:pt x="102076" y="680232"/>
                    <a:pt x="100917" y="683524"/>
                  </a:cubicBezTo>
                  <a:cubicBezTo>
                    <a:pt x="99757" y="686817"/>
                    <a:pt x="91363" y="688441"/>
                    <a:pt x="91363" y="688441"/>
                  </a:cubicBezTo>
                  <a:lnTo>
                    <a:pt x="87885" y="691997"/>
                  </a:lnTo>
                  <a:lnTo>
                    <a:pt x="91966" y="700514"/>
                  </a:lnTo>
                  <a:lnTo>
                    <a:pt x="106157" y="707362"/>
                  </a:lnTo>
                  <a:lnTo>
                    <a:pt x="103560" y="710391"/>
                  </a:lnTo>
                  <a:lnTo>
                    <a:pt x="99201" y="707099"/>
                  </a:lnTo>
                  <a:lnTo>
                    <a:pt x="91085" y="704904"/>
                  </a:lnTo>
                  <a:lnTo>
                    <a:pt x="87004" y="706264"/>
                  </a:lnTo>
                  <a:lnTo>
                    <a:pt x="85241" y="696958"/>
                  </a:lnTo>
                  <a:lnTo>
                    <a:pt x="82366" y="687914"/>
                  </a:lnTo>
                  <a:lnTo>
                    <a:pt x="76847" y="694763"/>
                  </a:lnTo>
                  <a:lnTo>
                    <a:pt x="76847" y="699153"/>
                  </a:lnTo>
                  <a:lnTo>
                    <a:pt x="85844" y="708767"/>
                  </a:lnTo>
                  <a:lnTo>
                    <a:pt x="80047" y="706045"/>
                  </a:lnTo>
                  <a:lnTo>
                    <a:pt x="73647" y="708240"/>
                  </a:lnTo>
                  <a:lnTo>
                    <a:pt x="73647" y="705782"/>
                  </a:lnTo>
                  <a:lnTo>
                    <a:pt x="75688" y="703323"/>
                  </a:lnTo>
                  <a:lnTo>
                    <a:pt x="73647" y="700294"/>
                  </a:lnTo>
                  <a:lnTo>
                    <a:pt x="67896" y="696431"/>
                  </a:lnTo>
                  <a:lnTo>
                    <a:pt x="57693" y="693972"/>
                  </a:lnTo>
                  <a:lnTo>
                    <a:pt x="53102" y="696431"/>
                  </a:lnTo>
                  <a:lnTo>
                    <a:pt x="53102" y="693138"/>
                  </a:lnTo>
                  <a:lnTo>
                    <a:pt x="55977" y="691777"/>
                  </a:lnTo>
                  <a:lnTo>
                    <a:pt x="53102" y="689319"/>
                  </a:lnTo>
                  <a:lnTo>
                    <a:pt x="53102" y="686290"/>
                  </a:lnTo>
                  <a:cubicBezTo>
                    <a:pt x="53102" y="686290"/>
                    <a:pt x="70493" y="697265"/>
                    <a:pt x="76012" y="691514"/>
                  </a:cubicBezTo>
                  <a:lnTo>
                    <a:pt x="76291" y="680802"/>
                  </a:lnTo>
                  <a:close/>
                  <a:moveTo>
                    <a:pt x="69519" y="655516"/>
                  </a:moveTo>
                  <a:lnTo>
                    <a:pt x="73601" y="653848"/>
                  </a:lnTo>
                  <a:lnTo>
                    <a:pt x="73601" y="656877"/>
                  </a:lnTo>
                  <a:lnTo>
                    <a:pt x="69519" y="658238"/>
                  </a:lnTo>
                  <a:lnTo>
                    <a:pt x="69519" y="655516"/>
                  </a:lnTo>
                  <a:close/>
                  <a:moveTo>
                    <a:pt x="73554" y="669257"/>
                  </a:moveTo>
                  <a:cubicBezTo>
                    <a:pt x="73554" y="669257"/>
                    <a:pt x="66598" y="677773"/>
                    <a:pt x="64279" y="678300"/>
                  </a:cubicBezTo>
                  <a:cubicBezTo>
                    <a:pt x="61960" y="678827"/>
                    <a:pt x="57600" y="678300"/>
                    <a:pt x="57600" y="678300"/>
                  </a:cubicBezTo>
                  <a:lnTo>
                    <a:pt x="53009" y="678563"/>
                  </a:lnTo>
                  <a:lnTo>
                    <a:pt x="57600" y="674481"/>
                  </a:lnTo>
                  <a:lnTo>
                    <a:pt x="61960" y="673383"/>
                  </a:lnTo>
                  <a:lnTo>
                    <a:pt x="69473" y="665437"/>
                  </a:lnTo>
                  <a:lnTo>
                    <a:pt x="73554" y="669301"/>
                  </a:lnTo>
                  <a:close/>
                  <a:moveTo>
                    <a:pt x="66922" y="660477"/>
                  </a:moveTo>
                  <a:cubicBezTo>
                    <a:pt x="66922" y="660477"/>
                    <a:pt x="68963" y="663198"/>
                    <a:pt x="66922" y="663198"/>
                  </a:cubicBezTo>
                  <a:cubicBezTo>
                    <a:pt x="64882" y="663198"/>
                    <a:pt x="57369" y="664559"/>
                    <a:pt x="57369" y="664559"/>
                  </a:cubicBezTo>
                  <a:lnTo>
                    <a:pt x="53009" y="668115"/>
                  </a:lnTo>
                  <a:cubicBezTo>
                    <a:pt x="53009" y="668115"/>
                    <a:pt x="46609" y="661530"/>
                    <a:pt x="47490" y="661530"/>
                  </a:cubicBezTo>
                  <a:cubicBezTo>
                    <a:pt x="48371" y="661530"/>
                    <a:pt x="53009" y="662891"/>
                    <a:pt x="53009" y="662891"/>
                  </a:cubicBezTo>
                  <a:lnTo>
                    <a:pt x="54772" y="660433"/>
                  </a:lnTo>
                  <a:lnTo>
                    <a:pt x="66922" y="660433"/>
                  </a:lnTo>
                  <a:close/>
                  <a:moveTo>
                    <a:pt x="43131" y="645638"/>
                  </a:moveTo>
                  <a:lnTo>
                    <a:pt x="45450" y="643839"/>
                  </a:lnTo>
                  <a:lnTo>
                    <a:pt x="47490" y="640678"/>
                  </a:lnTo>
                  <a:lnTo>
                    <a:pt x="47769" y="636551"/>
                  </a:lnTo>
                  <a:lnTo>
                    <a:pt x="52963" y="642039"/>
                  </a:lnTo>
                  <a:lnTo>
                    <a:pt x="50366" y="646955"/>
                  </a:lnTo>
                  <a:lnTo>
                    <a:pt x="50366" y="656262"/>
                  </a:lnTo>
                  <a:lnTo>
                    <a:pt x="43409" y="658194"/>
                  </a:lnTo>
                  <a:lnTo>
                    <a:pt x="43409" y="655999"/>
                  </a:lnTo>
                  <a:lnTo>
                    <a:pt x="46284" y="655165"/>
                  </a:lnTo>
                  <a:lnTo>
                    <a:pt x="48186" y="650775"/>
                  </a:lnTo>
                  <a:lnTo>
                    <a:pt x="45728" y="647351"/>
                  </a:lnTo>
                  <a:lnTo>
                    <a:pt x="43409" y="651345"/>
                  </a:lnTo>
                  <a:lnTo>
                    <a:pt x="41971" y="650248"/>
                  </a:lnTo>
                  <a:lnTo>
                    <a:pt x="43131" y="645594"/>
                  </a:lnTo>
                  <a:close/>
                  <a:moveTo>
                    <a:pt x="57322" y="606436"/>
                  </a:moveTo>
                  <a:lnTo>
                    <a:pt x="42435" y="606436"/>
                  </a:lnTo>
                  <a:lnTo>
                    <a:pt x="46238" y="602572"/>
                  </a:lnTo>
                  <a:lnTo>
                    <a:pt x="59595" y="602572"/>
                  </a:lnTo>
                  <a:lnTo>
                    <a:pt x="57322" y="606436"/>
                  </a:lnTo>
                  <a:close/>
                  <a:moveTo>
                    <a:pt x="57647" y="595153"/>
                  </a:moveTo>
                  <a:lnTo>
                    <a:pt x="42481" y="590237"/>
                  </a:lnTo>
                  <a:lnTo>
                    <a:pt x="44615" y="585847"/>
                  </a:lnTo>
                  <a:lnTo>
                    <a:pt x="59641" y="591905"/>
                  </a:lnTo>
                  <a:lnTo>
                    <a:pt x="57647" y="595197"/>
                  </a:lnTo>
                  <a:close/>
                  <a:moveTo>
                    <a:pt x="72998" y="576496"/>
                  </a:moveTo>
                  <a:lnTo>
                    <a:pt x="68082" y="574037"/>
                  </a:lnTo>
                  <a:lnTo>
                    <a:pt x="75317" y="571579"/>
                  </a:lnTo>
                  <a:lnTo>
                    <a:pt x="72998" y="576496"/>
                  </a:lnTo>
                  <a:close/>
                  <a:moveTo>
                    <a:pt x="103143" y="380614"/>
                  </a:moveTo>
                  <a:lnTo>
                    <a:pt x="101984" y="376487"/>
                  </a:lnTo>
                  <a:lnTo>
                    <a:pt x="108940" y="372360"/>
                  </a:lnTo>
                  <a:cubicBezTo>
                    <a:pt x="109821" y="372624"/>
                    <a:pt x="112418" y="377014"/>
                    <a:pt x="112418" y="377014"/>
                  </a:cubicBezTo>
                  <a:lnTo>
                    <a:pt x="103143" y="380570"/>
                  </a:lnTo>
                  <a:close/>
                  <a:moveTo>
                    <a:pt x="107178" y="501076"/>
                  </a:moveTo>
                  <a:lnTo>
                    <a:pt x="106621" y="495851"/>
                  </a:lnTo>
                  <a:lnTo>
                    <a:pt x="111120" y="495851"/>
                  </a:lnTo>
                  <a:lnTo>
                    <a:pt x="113856" y="502436"/>
                  </a:lnTo>
                  <a:lnTo>
                    <a:pt x="107178" y="501076"/>
                  </a:lnTo>
                  <a:close/>
                  <a:moveTo>
                    <a:pt x="106621" y="360595"/>
                  </a:moveTo>
                  <a:lnTo>
                    <a:pt x="106621" y="357039"/>
                  </a:lnTo>
                  <a:lnTo>
                    <a:pt x="112697" y="357039"/>
                  </a:lnTo>
                  <a:lnTo>
                    <a:pt x="115572" y="360595"/>
                  </a:lnTo>
                  <a:lnTo>
                    <a:pt x="106575" y="360595"/>
                  </a:lnTo>
                  <a:close/>
                  <a:moveTo>
                    <a:pt x="131851" y="111418"/>
                  </a:moveTo>
                  <a:lnTo>
                    <a:pt x="128372" y="113877"/>
                  </a:lnTo>
                  <a:lnTo>
                    <a:pt x="128372" y="120462"/>
                  </a:lnTo>
                  <a:lnTo>
                    <a:pt x="123456" y="114974"/>
                  </a:lnTo>
                  <a:lnTo>
                    <a:pt x="127677" y="109750"/>
                  </a:lnTo>
                  <a:lnTo>
                    <a:pt x="131897" y="107028"/>
                  </a:lnTo>
                  <a:lnTo>
                    <a:pt x="131897" y="111418"/>
                  </a:lnTo>
                  <a:close/>
                  <a:moveTo>
                    <a:pt x="135885" y="338338"/>
                  </a:moveTo>
                  <a:lnTo>
                    <a:pt x="138204" y="334475"/>
                  </a:lnTo>
                  <a:cubicBezTo>
                    <a:pt x="138761" y="335309"/>
                    <a:pt x="139967" y="338338"/>
                    <a:pt x="139967" y="338338"/>
                  </a:cubicBezTo>
                  <a:lnTo>
                    <a:pt x="135885" y="338338"/>
                  </a:lnTo>
                  <a:close/>
                  <a:moveTo>
                    <a:pt x="144140" y="242328"/>
                  </a:moveTo>
                  <a:lnTo>
                    <a:pt x="139920" y="231353"/>
                  </a:lnTo>
                  <a:lnTo>
                    <a:pt x="142796" y="231353"/>
                  </a:lnTo>
                  <a:lnTo>
                    <a:pt x="145393" y="235217"/>
                  </a:lnTo>
                  <a:lnTo>
                    <a:pt x="144094" y="242328"/>
                  </a:lnTo>
                  <a:close/>
                  <a:moveTo>
                    <a:pt x="175028" y="204443"/>
                  </a:moveTo>
                  <a:cubicBezTo>
                    <a:pt x="173265" y="208833"/>
                    <a:pt x="166309" y="206638"/>
                    <a:pt x="166309" y="206638"/>
                  </a:cubicBezTo>
                  <a:lnTo>
                    <a:pt x="160512" y="210764"/>
                  </a:lnTo>
                  <a:lnTo>
                    <a:pt x="160512" y="201721"/>
                  </a:lnTo>
                  <a:lnTo>
                    <a:pt x="164871" y="201721"/>
                  </a:lnTo>
                  <a:lnTo>
                    <a:pt x="172106" y="192677"/>
                  </a:lnTo>
                  <a:lnTo>
                    <a:pt x="172106" y="198999"/>
                  </a:lnTo>
                  <a:cubicBezTo>
                    <a:pt x="172106" y="198999"/>
                    <a:pt x="176744" y="200097"/>
                    <a:pt x="174981" y="204487"/>
                  </a:cubicBezTo>
                  <a:close/>
                  <a:moveTo>
                    <a:pt x="179063" y="198955"/>
                  </a:moveTo>
                  <a:lnTo>
                    <a:pt x="174981" y="193468"/>
                  </a:lnTo>
                  <a:lnTo>
                    <a:pt x="174981" y="186049"/>
                  </a:lnTo>
                  <a:lnTo>
                    <a:pt x="179063" y="183590"/>
                  </a:lnTo>
                  <a:lnTo>
                    <a:pt x="184860" y="186312"/>
                  </a:lnTo>
                  <a:lnTo>
                    <a:pt x="179063" y="198955"/>
                  </a:lnTo>
                  <a:close/>
                  <a:moveTo>
                    <a:pt x="197057" y="211994"/>
                  </a:moveTo>
                  <a:cubicBezTo>
                    <a:pt x="196176" y="205540"/>
                    <a:pt x="206193" y="209930"/>
                    <a:pt x="206193" y="209930"/>
                  </a:cubicBezTo>
                  <a:lnTo>
                    <a:pt x="212408" y="204443"/>
                  </a:lnTo>
                  <a:cubicBezTo>
                    <a:pt x="212686" y="205540"/>
                    <a:pt x="215283" y="219544"/>
                    <a:pt x="215283" y="219544"/>
                  </a:cubicBezTo>
                  <a:cubicBezTo>
                    <a:pt x="215283" y="219544"/>
                    <a:pt x="197892" y="218447"/>
                    <a:pt x="197011" y="21199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97562B5-BF4E-C4A4-927D-41B8E3E47511}"/>
                </a:ext>
              </a:extLst>
            </p:cNvPr>
            <p:cNvSpPr>
              <a:spLocks/>
            </p:cNvSpPr>
            <p:nvPr/>
          </p:nvSpPr>
          <p:spPr>
            <a:xfrm>
              <a:off x="3801272" y="2971826"/>
              <a:ext cx="79606" cy="31729"/>
            </a:xfrm>
            <a:custGeom>
              <a:avLst/>
              <a:gdLst>
                <a:gd name="connsiteX0" fmla="*/ 43177 w 53333"/>
                <a:gd name="connsiteY0" fmla="*/ 7726 h 21257"/>
                <a:gd name="connsiteX1" fmla="*/ 35061 w 53333"/>
                <a:gd name="connsiteY1" fmla="*/ 5795 h 21257"/>
                <a:gd name="connsiteX2" fmla="*/ 28383 w 53333"/>
                <a:gd name="connsiteY2" fmla="*/ 7156 h 21257"/>
                <a:gd name="connsiteX3" fmla="*/ 0 w 53333"/>
                <a:gd name="connsiteY3" fmla="*/ 20326 h 21257"/>
                <a:gd name="connsiteX4" fmla="*/ 9275 w 53333"/>
                <a:gd name="connsiteY4" fmla="*/ 20721 h 21257"/>
                <a:gd name="connsiteX5" fmla="*/ 8116 w 53333"/>
                <a:gd name="connsiteY5" fmla="*/ 16506 h 21257"/>
                <a:gd name="connsiteX6" fmla="*/ 8858 w 53333"/>
                <a:gd name="connsiteY6" fmla="*/ 15190 h 21257"/>
                <a:gd name="connsiteX7" fmla="*/ 15536 w 53333"/>
                <a:gd name="connsiteY7" fmla="*/ 12995 h 21257"/>
                <a:gd name="connsiteX8" fmla="*/ 15907 w 53333"/>
                <a:gd name="connsiteY8" fmla="*/ 12951 h 21257"/>
                <a:gd name="connsiteX9" fmla="*/ 46516 w 53333"/>
                <a:gd name="connsiteY9" fmla="*/ 12951 h 21257"/>
                <a:gd name="connsiteX10" fmla="*/ 53334 w 53333"/>
                <a:gd name="connsiteY10" fmla="*/ 0 h 21257"/>
                <a:gd name="connsiteX11" fmla="*/ 43177 w 53333"/>
                <a:gd name="connsiteY11" fmla="*/ 7726 h 2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33" h="21257">
                  <a:moveTo>
                    <a:pt x="43177" y="7726"/>
                  </a:moveTo>
                  <a:cubicBezTo>
                    <a:pt x="43177" y="7726"/>
                    <a:pt x="38818" y="10448"/>
                    <a:pt x="35061" y="5795"/>
                  </a:cubicBezTo>
                  <a:cubicBezTo>
                    <a:pt x="31305" y="1141"/>
                    <a:pt x="28383" y="7156"/>
                    <a:pt x="28383" y="7156"/>
                  </a:cubicBezTo>
                  <a:cubicBezTo>
                    <a:pt x="28383" y="7156"/>
                    <a:pt x="5194" y="4961"/>
                    <a:pt x="0" y="20326"/>
                  </a:cubicBezTo>
                  <a:cubicBezTo>
                    <a:pt x="0" y="20326"/>
                    <a:pt x="3386" y="22126"/>
                    <a:pt x="9275" y="20721"/>
                  </a:cubicBezTo>
                  <a:lnTo>
                    <a:pt x="8116" y="16506"/>
                  </a:lnTo>
                  <a:cubicBezTo>
                    <a:pt x="7977" y="15936"/>
                    <a:pt x="8302" y="15365"/>
                    <a:pt x="8858" y="15190"/>
                  </a:cubicBezTo>
                  <a:lnTo>
                    <a:pt x="15536" y="12995"/>
                  </a:lnTo>
                  <a:cubicBezTo>
                    <a:pt x="15536" y="12995"/>
                    <a:pt x="15768" y="12951"/>
                    <a:pt x="15907" y="12951"/>
                  </a:cubicBezTo>
                  <a:lnTo>
                    <a:pt x="46516" y="12951"/>
                  </a:lnTo>
                  <a:lnTo>
                    <a:pt x="53334" y="0"/>
                  </a:lnTo>
                  <a:cubicBezTo>
                    <a:pt x="50180" y="615"/>
                    <a:pt x="42945" y="2546"/>
                    <a:pt x="43177" y="772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8775F77-37B4-991E-0150-29D539120865}"/>
                </a:ext>
              </a:extLst>
            </p:cNvPr>
            <p:cNvSpPr>
              <a:spLocks/>
            </p:cNvSpPr>
            <p:nvPr/>
          </p:nvSpPr>
          <p:spPr>
            <a:xfrm>
              <a:off x="3707127" y="2908462"/>
              <a:ext cx="96290" cy="102362"/>
            </a:xfrm>
            <a:custGeom>
              <a:avLst/>
              <a:gdLst>
                <a:gd name="connsiteX0" fmla="*/ 32047 w 64510"/>
                <a:gd name="connsiteY0" fmla="*/ 60889 h 68578"/>
                <a:gd name="connsiteX1" fmla="*/ 32047 w 64510"/>
                <a:gd name="connsiteY1" fmla="*/ 47193 h 68578"/>
                <a:gd name="connsiteX2" fmla="*/ 39003 w 64510"/>
                <a:gd name="connsiteY2" fmla="*/ 33188 h 68578"/>
                <a:gd name="connsiteX3" fmla="*/ 33484 w 64510"/>
                <a:gd name="connsiteY3" fmla="*/ 22740 h 68578"/>
                <a:gd name="connsiteX4" fmla="*/ 39003 w 64510"/>
                <a:gd name="connsiteY4" fmla="*/ 21906 h 68578"/>
                <a:gd name="connsiteX5" fmla="*/ 43085 w 64510"/>
                <a:gd name="connsiteY5" fmla="*/ 32047 h 68578"/>
                <a:gd name="connsiteX6" fmla="*/ 51201 w 64510"/>
                <a:gd name="connsiteY6" fmla="*/ 35910 h 68578"/>
                <a:gd name="connsiteX7" fmla="*/ 58435 w 64510"/>
                <a:gd name="connsiteY7" fmla="*/ 37842 h 68578"/>
                <a:gd name="connsiteX8" fmla="*/ 58435 w 64510"/>
                <a:gd name="connsiteY8" fmla="*/ 30993 h 68578"/>
                <a:gd name="connsiteX9" fmla="*/ 64511 w 64510"/>
                <a:gd name="connsiteY9" fmla="*/ 31520 h 68578"/>
                <a:gd name="connsiteX10" fmla="*/ 52360 w 64510"/>
                <a:gd name="connsiteY10" fmla="*/ 13960 h 68578"/>
                <a:gd name="connsiteX11" fmla="*/ 48000 w 64510"/>
                <a:gd name="connsiteY11" fmla="*/ 6848 h 68578"/>
                <a:gd name="connsiteX12" fmla="*/ 30006 w 64510"/>
                <a:gd name="connsiteY12" fmla="*/ 6848 h 68578"/>
                <a:gd name="connsiteX13" fmla="*/ 33763 w 64510"/>
                <a:gd name="connsiteY13" fmla="*/ 10141 h 68578"/>
                <a:gd name="connsiteX14" fmla="*/ 30887 w 64510"/>
                <a:gd name="connsiteY14" fmla="*/ 16726 h 68578"/>
                <a:gd name="connsiteX15" fmla="*/ 21334 w 64510"/>
                <a:gd name="connsiteY15" fmla="*/ 13433 h 68578"/>
                <a:gd name="connsiteX16" fmla="*/ 9739 w 64510"/>
                <a:gd name="connsiteY16" fmla="*/ 9307 h 68578"/>
                <a:gd name="connsiteX17" fmla="*/ 12058 w 64510"/>
                <a:gd name="connsiteY17" fmla="*/ 6848 h 68578"/>
                <a:gd name="connsiteX18" fmla="*/ 25090 w 64510"/>
                <a:gd name="connsiteY18" fmla="*/ 6848 h 68578"/>
                <a:gd name="connsiteX19" fmla="*/ 29450 w 64510"/>
                <a:gd name="connsiteY19" fmla="*/ 3819 h 68578"/>
                <a:gd name="connsiteX20" fmla="*/ 16974 w 64510"/>
                <a:gd name="connsiteY20" fmla="*/ 1361 h 68578"/>
                <a:gd name="connsiteX21" fmla="*/ 0 w 64510"/>
                <a:gd name="connsiteY21" fmla="*/ 0 h 68578"/>
                <a:gd name="connsiteX22" fmla="*/ 1577 w 64510"/>
                <a:gd name="connsiteY22" fmla="*/ 1932 h 68578"/>
                <a:gd name="connsiteX23" fmla="*/ 1809 w 64510"/>
                <a:gd name="connsiteY23" fmla="*/ 1844 h 68578"/>
                <a:gd name="connsiteX24" fmla="*/ 3200 w 64510"/>
                <a:gd name="connsiteY24" fmla="*/ 2151 h 68578"/>
                <a:gd name="connsiteX25" fmla="*/ 5936 w 64510"/>
                <a:gd name="connsiteY25" fmla="*/ 5488 h 68578"/>
                <a:gd name="connsiteX26" fmla="*/ 6029 w 64510"/>
                <a:gd name="connsiteY26" fmla="*/ 6717 h 68578"/>
                <a:gd name="connsiteX27" fmla="*/ 5797 w 64510"/>
                <a:gd name="connsiteY27" fmla="*/ 7068 h 68578"/>
                <a:gd name="connsiteX28" fmla="*/ 6493 w 64510"/>
                <a:gd name="connsiteY28" fmla="*/ 7946 h 68578"/>
                <a:gd name="connsiteX29" fmla="*/ 5333 w 64510"/>
                <a:gd name="connsiteY29" fmla="*/ 7770 h 68578"/>
                <a:gd name="connsiteX30" fmla="*/ 4591 w 64510"/>
                <a:gd name="connsiteY30" fmla="*/ 8956 h 68578"/>
                <a:gd name="connsiteX31" fmla="*/ 20777 w 64510"/>
                <a:gd name="connsiteY31" fmla="*/ 19097 h 68578"/>
                <a:gd name="connsiteX32" fmla="*/ 21287 w 64510"/>
                <a:gd name="connsiteY32" fmla="*/ 19843 h 68578"/>
                <a:gd name="connsiteX33" fmla="*/ 26481 w 64510"/>
                <a:gd name="connsiteY33" fmla="*/ 56060 h 68578"/>
                <a:gd name="connsiteX34" fmla="*/ 26481 w 64510"/>
                <a:gd name="connsiteY34" fmla="*/ 56543 h 68578"/>
                <a:gd name="connsiteX35" fmla="*/ 22771 w 64510"/>
                <a:gd name="connsiteY35" fmla="*/ 68309 h 68578"/>
                <a:gd name="connsiteX36" fmla="*/ 23652 w 64510"/>
                <a:gd name="connsiteY36" fmla="*/ 68572 h 68578"/>
                <a:gd name="connsiteX37" fmla="*/ 32047 w 64510"/>
                <a:gd name="connsiteY37" fmla="*/ 60889 h 68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64510" h="68578">
                  <a:moveTo>
                    <a:pt x="32047" y="60889"/>
                  </a:moveTo>
                  <a:lnTo>
                    <a:pt x="32047" y="47193"/>
                  </a:lnTo>
                  <a:lnTo>
                    <a:pt x="39003" y="33188"/>
                  </a:lnTo>
                  <a:lnTo>
                    <a:pt x="33484" y="22740"/>
                  </a:lnTo>
                  <a:lnTo>
                    <a:pt x="39003" y="21906"/>
                  </a:lnTo>
                  <a:lnTo>
                    <a:pt x="43085" y="32047"/>
                  </a:lnTo>
                  <a:lnTo>
                    <a:pt x="51201" y="35910"/>
                  </a:lnTo>
                  <a:lnTo>
                    <a:pt x="58435" y="37842"/>
                  </a:lnTo>
                  <a:lnTo>
                    <a:pt x="58435" y="30993"/>
                  </a:lnTo>
                  <a:lnTo>
                    <a:pt x="64511" y="31520"/>
                  </a:lnTo>
                  <a:lnTo>
                    <a:pt x="52360" y="13960"/>
                  </a:lnTo>
                  <a:lnTo>
                    <a:pt x="48000" y="6848"/>
                  </a:lnTo>
                  <a:lnTo>
                    <a:pt x="30006" y="6848"/>
                  </a:lnTo>
                  <a:lnTo>
                    <a:pt x="33763" y="10141"/>
                  </a:lnTo>
                  <a:lnTo>
                    <a:pt x="30887" y="16726"/>
                  </a:lnTo>
                  <a:lnTo>
                    <a:pt x="21334" y="13433"/>
                  </a:lnTo>
                  <a:lnTo>
                    <a:pt x="9739" y="9307"/>
                  </a:lnTo>
                  <a:lnTo>
                    <a:pt x="12058" y="6848"/>
                  </a:lnTo>
                  <a:lnTo>
                    <a:pt x="25090" y="6848"/>
                  </a:lnTo>
                  <a:lnTo>
                    <a:pt x="29450" y="3819"/>
                  </a:lnTo>
                  <a:lnTo>
                    <a:pt x="16974" y="1361"/>
                  </a:lnTo>
                  <a:lnTo>
                    <a:pt x="0" y="0"/>
                  </a:lnTo>
                  <a:lnTo>
                    <a:pt x="1577" y="1932"/>
                  </a:lnTo>
                  <a:cubicBezTo>
                    <a:pt x="1577" y="1932"/>
                    <a:pt x="1762" y="1888"/>
                    <a:pt x="1809" y="1844"/>
                  </a:cubicBezTo>
                  <a:cubicBezTo>
                    <a:pt x="2272" y="1624"/>
                    <a:pt x="2875" y="1756"/>
                    <a:pt x="3200" y="2151"/>
                  </a:cubicBezTo>
                  <a:lnTo>
                    <a:pt x="5936" y="5488"/>
                  </a:lnTo>
                  <a:cubicBezTo>
                    <a:pt x="6215" y="5839"/>
                    <a:pt x="6261" y="6322"/>
                    <a:pt x="6029" y="6717"/>
                  </a:cubicBezTo>
                  <a:lnTo>
                    <a:pt x="5797" y="7068"/>
                  </a:lnTo>
                  <a:lnTo>
                    <a:pt x="6493" y="7946"/>
                  </a:lnTo>
                  <a:lnTo>
                    <a:pt x="5333" y="7770"/>
                  </a:lnTo>
                  <a:lnTo>
                    <a:pt x="4591" y="8956"/>
                  </a:lnTo>
                  <a:lnTo>
                    <a:pt x="20777" y="19097"/>
                  </a:lnTo>
                  <a:cubicBezTo>
                    <a:pt x="21055" y="19272"/>
                    <a:pt x="21241" y="19535"/>
                    <a:pt x="21287" y="19843"/>
                  </a:cubicBezTo>
                  <a:lnTo>
                    <a:pt x="26481" y="56060"/>
                  </a:lnTo>
                  <a:cubicBezTo>
                    <a:pt x="26481" y="56060"/>
                    <a:pt x="26481" y="56368"/>
                    <a:pt x="26481" y="56543"/>
                  </a:cubicBezTo>
                  <a:lnTo>
                    <a:pt x="22771" y="68309"/>
                  </a:lnTo>
                  <a:cubicBezTo>
                    <a:pt x="23050" y="68440"/>
                    <a:pt x="23328" y="68572"/>
                    <a:pt x="23652" y="68572"/>
                  </a:cubicBezTo>
                  <a:cubicBezTo>
                    <a:pt x="28847" y="68835"/>
                    <a:pt x="32047" y="60889"/>
                    <a:pt x="32047" y="6088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1136A235-3EA5-E64E-00DC-A04071441D6C}"/>
                </a:ext>
              </a:extLst>
            </p:cNvPr>
            <p:cNvSpPr>
              <a:spLocks/>
            </p:cNvSpPr>
            <p:nvPr/>
          </p:nvSpPr>
          <p:spPr>
            <a:xfrm>
              <a:off x="3727409" y="3023528"/>
              <a:ext cx="12322" cy="7337"/>
            </a:xfrm>
            <a:custGeom>
              <a:avLst/>
              <a:gdLst>
                <a:gd name="connsiteX0" fmla="*/ 5983 w 8255"/>
                <a:gd name="connsiteY0" fmla="*/ 0 h 4916"/>
                <a:gd name="connsiteX1" fmla="*/ 5148 w 8255"/>
                <a:gd name="connsiteY1" fmla="*/ 0 h 4916"/>
                <a:gd name="connsiteX2" fmla="*/ 0 w 8255"/>
                <a:gd name="connsiteY2" fmla="*/ 4917 h 4916"/>
                <a:gd name="connsiteX3" fmla="*/ 8255 w 8255"/>
                <a:gd name="connsiteY3" fmla="*/ 4917 h 4916"/>
                <a:gd name="connsiteX4" fmla="*/ 5936 w 8255"/>
                <a:gd name="connsiteY4" fmla="*/ 0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5" h="4916">
                  <a:moveTo>
                    <a:pt x="5983" y="0"/>
                  </a:moveTo>
                  <a:lnTo>
                    <a:pt x="5148" y="0"/>
                  </a:lnTo>
                  <a:cubicBezTo>
                    <a:pt x="3849" y="878"/>
                    <a:pt x="1670" y="2590"/>
                    <a:pt x="0" y="4917"/>
                  </a:cubicBezTo>
                  <a:lnTo>
                    <a:pt x="8255" y="4917"/>
                  </a:lnTo>
                  <a:cubicBezTo>
                    <a:pt x="8255" y="4917"/>
                    <a:pt x="7096" y="527"/>
                    <a:pt x="593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61A388F1-D12A-5CD8-0D72-FE74D85D3CED}"/>
                </a:ext>
              </a:extLst>
            </p:cNvPr>
            <p:cNvSpPr>
              <a:spLocks/>
            </p:cNvSpPr>
            <p:nvPr/>
          </p:nvSpPr>
          <p:spPr>
            <a:xfrm>
              <a:off x="1802007" y="1983292"/>
              <a:ext cx="19866" cy="11858"/>
            </a:xfrm>
            <a:custGeom>
              <a:avLst/>
              <a:gdLst>
                <a:gd name="connsiteX0" fmla="*/ 2319 w 13310"/>
                <a:gd name="connsiteY0" fmla="*/ 7946 h 7945"/>
                <a:gd name="connsiteX1" fmla="*/ 13310 w 13310"/>
                <a:gd name="connsiteY1" fmla="*/ 1624 h 7945"/>
                <a:gd name="connsiteX2" fmla="*/ 13310 w 13310"/>
                <a:gd name="connsiteY2" fmla="*/ 0 h 7945"/>
                <a:gd name="connsiteX3" fmla="*/ 0 w 13310"/>
                <a:gd name="connsiteY3" fmla="*/ 6585 h 7945"/>
                <a:gd name="connsiteX4" fmla="*/ 2319 w 13310"/>
                <a:gd name="connsiteY4" fmla="*/ 7946 h 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10" h="7945">
                  <a:moveTo>
                    <a:pt x="2319" y="7946"/>
                  </a:moveTo>
                  <a:lnTo>
                    <a:pt x="13310" y="1624"/>
                  </a:lnTo>
                  <a:lnTo>
                    <a:pt x="13310" y="0"/>
                  </a:lnTo>
                  <a:lnTo>
                    <a:pt x="0" y="6585"/>
                  </a:lnTo>
                  <a:lnTo>
                    <a:pt x="2319" y="794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7309ABD4-B1D2-608C-7D05-121433F29AD1}"/>
                </a:ext>
              </a:extLst>
            </p:cNvPr>
            <p:cNvSpPr>
              <a:spLocks/>
            </p:cNvSpPr>
            <p:nvPr/>
          </p:nvSpPr>
          <p:spPr>
            <a:xfrm>
              <a:off x="3724503" y="3015374"/>
              <a:ext cx="91999" cy="33914"/>
            </a:xfrm>
            <a:custGeom>
              <a:avLst/>
              <a:gdLst>
                <a:gd name="connsiteX0" fmla="*/ 41554 w 61635"/>
                <a:gd name="connsiteY0" fmla="*/ 5462 h 22721"/>
                <a:gd name="connsiteX1" fmla="*/ 20406 w 61635"/>
                <a:gd name="connsiteY1" fmla="*/ 10379 h 22721"/>
                <a:gd name="connsiteX2" fmla="*/ 10249 w 61635"/>
                <a:gd name="connsiteY2" fmla="*/ 17227 h 22721"/>
                <a:gd name="connsiteX3" fmla="*/ 0 w 61635"/>
                <a:gd name="connsiteY3" fmla="*/ 16876 h 22721"/>
                <a:gd name="connsiteX4" fmla="*/ 1762 w 61635"/>
                <a:gd name="connsiteY4" fmla="*/ 20827 h 22721"/>
                <a:gd name="connsiteX5" fmla="*/ 7930 w 61635"/>
                <a:gd name="connsiteY5" fmla="*/ 22715 h 22721"/>
                <a:gd name="connsiteX6" fmla="*/ 13218 w 61635"/>
                <a:gd name="connsiteY6" fmla="*/ 20344 h 22721"/>
                <a:gd name="connsiteX7" fmla="*/ 27594 w 61635"/>
                <a:gd name="connsiteY7" fmla="*/ 12179 h 22721"/>
                <a:gd name="connsiteX8" fmla="*/ 28012 w 61635"/>
                <a:gd name="connsiteY8" fmla="*/ 12047 h 22721"/>
                <a:gd name="connsiteX9" fmla="*/ 37705 w 61635"/>
                <a:gd name="connsiteY9" fmla="*/ 10686 h 22721"/>
                <a:gd name="connsiteX10" fmla="*/ 61635 w 61635"/>
                <a:gd name="connsiteY10" fmla="*/ 19 h 22721"/>
                <a:gd name="connsiteX11" fmla="*/ 41508 w 61635"/>
                <a:gd name="connsiteY11" fmla="*/ 5462 h 2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635" h="22721">
                  <a:moveTo>
                    <a:pt x="41554" y="5462"/>
                  </a:moveTo>
                  <a:cubicBezTo>
                    <a:pt x="41554" y="5462"/>
                    <a:pt x="23003" y="-2484"/>
                    <a:pt x="20406" y="10379"/>
                  </a:cubicBezTo>
                  <a:cubicBezTo>
                    <a:pt x="20406" y="10379"/>
                    <a:pt x="11687" y="13935"/>
                    <a:pt x="10249" y="17227"/>
                  </a:cubicBezTo>
                  <a:cubicBezTo>
                    <a:pt x="10249" y="17227"/>
                    <a:pt x="4406" y="18018"/>
                    <a:pt x="0" y="16876"/>
                  </a:cubicBezTo>
                  <a:cubicBezTo>
                    <a:pt x="139" y="18545"/>
                    <a:pt x="696" y="19861"/>
                    <a:pt x="1762" y="20827"/>
                  </a:cubicBezTo>
                  <a:cubicBezTo>
                    <a:pt x="3849" y="22627"/>
                    <a:pt x="7049" y="22759"/>
                    <a:pt x="7930" y="22715"/>
                  </a:cubicBezTo>
                  <a:lnTo>
                    <a:pt x="13218" y="20344"/>
                  </a:lnTo>
                  <a:lnTo>
                    <a:pt x="27594" y="12179"/>
                  </a:lnTo>
                  <a:cubicBezTo>
                    <a:pt x="27594" y="12179"/>
                    <a:pt x="27873" y="12047"/>
                    <a:pt x="28012" y="12047"/>
                  </a:cubicBezTo>
                  <a:lnTo>
                    <a:pt x="37705" y="10686"/>
                  </a:lnTo>
                  <a:lnTo>
                    <a:pt x="61635" y="19"/>
                  </a:lnTo>
                  <a:cubicBezTo>
                    <a:pt x="54864" y="-113"/>
                    <a:pt x="42760" y="326"/>
                    <a:pt x="41508" y="546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FAD4F6B9-4D8B-97B9-EF1D-1CE42CFDDB89}"/>
                </a:ext>
              </a:extLst>
            </p:cNvPr>
            <p:cNvSpPr>
              <a:spLocks/>
            </p:cNvSpPr>
            <p:nvPr/>
          </p:nvSpPr>
          <p:spPr>
            <a:xfrm>
              <a:off x="1867771" y="2042266"/>
              <a:ext cx="17306" cy="8977"/>
            </a:xfrm>
            <a:custGeom>
              <a:avLst/>
              <a:gdLst>
                <a:gd name="connsiteX0" fmla="*/ 2597 w 11594"/>
                <a:gd name="connsiteY0" fmla="*/ 0 h 6014"/>
                <a:gd name="connsiteX1" fmla="*/ 0 w 11594"/>
                <a:gd name="connsiteY1" fmla="*/ 2985 h 6014"/>
                <a:gd name="connsiteX2" fmla="*/ 6354 w 11594"/>
                <a:gd name="connsiteY2" fmla="*/ 2985 h 6014"/>
                <a:gd name="connsiteX3" fmla="*/ 6354 w 11594"/>
                <a:gd name="connsiteY3" fmla="*/ 6014 h 6014"/>
                <a:gd name="connsiteX4" fmla="*/ 11594 w 11594"/>
                <a:gd name="connsiteY4" fmla="*/ 2458 h 6014"/>
                <a:gd name="connsiteX5" fmla="*/ 11594 w 11594"/>
                <a:gd name="connsiteY5" fmla="*/ 0 h 6014"/>
                <a:gd name="connsiteX6" fmla="*/ 7791 w 11594"/>
                <a:gd name="connsiteY6" fmla="*/ 1361 h 6014"/>
                <a:gd name="connsiteX7" fmla="*/ 2597 w 11594"/>
                <a:gd name="connsiteY7" fmla="*/ 0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94" h="6014">
                  <a:moveTo>
                    <a:pt x="2597" y="0"/>
                  </a:moveTo>
                  <a:lnTo>
                    <a:pt x="0" y="2985"/>
                  </a:lnTo>
                  <a:lnTo>
                    <a:pt x="6354" y="2985"/>
                  </a:lnTo>
                  <a:lnTo>
                    <a:pt x="6354" y="6014"/>
                  </a:lnTo>
                  <a:lnTo>
                    <a:pt x="11594" y="2458"/>
                  </a:lnTo>
                  <a:lnTo>
                    <a:pt x="11594" y="0"/>
                  </a:lnTo>
                  <a:lnTo>
                    <a:pt x="7791" y="1361"/>
                  </a:lnTo>
                  <a:lnTo>
                    <a:pt x="259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22E0B90B-10FD-5911-602C-F4D3F2F4F188}"/>
                </a:ext>
              </a:extLst>
            </p:cNvPr>
            <p:cNvSpPr>
              <a:spLocks/>
            </p:cNvSpPr>
            <p:nvPr/>
          </p:nvSpPr>
          <p:spPr>
            <a:xfrm>
              <a:off x="1830528" y="1996790"/>
              <a:ext cx="13013" cy="17167"/>
            </a:xfrm>
            <a:custGeom>
              <a:avLst/>
              <a:gdLst>
                <a:gd name="connsiteX0" fmla="*/ 4916 w 8718"/>
                <a:gd name="connsiteY0" fmla="*/ 0 h 11501"/>
                <a:gd name="connsiteX1" fmla="*/ 0 w 8718"/>
                <a:gd name="connsiteY1" fmla="*/ 11502 h 11501"/>
                <a:gd name="connsiteX2" fmla="*/ 2597 w 8718"/>
                <a:gd name="connsiteY2" fmla="*/ 11502 h 11501"/>
                <a:gd name="connsiteX3" fmla="*/ 8719 w 8718"/>
                <a:gd name="connsiteY3" fmla="*/ 2063 h 11501"/>
                <a:gd name="connsiteX4" fmla="*/ 4916 w 8718"/>
                <a:gd name="connsiteY4" fmla="*/ 4127 h 11501"/>
                <a:gd name="connsiteX5" fmla="*/ 4916 w 8718"/>
                <a:gd name="connsiteY5" fmla="*/ 0 h 1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18" h="11501">
                  <a:moveTo>
                    <a:pt x="4916" y="0"/>
                  </a:moveTo>
                  <a:lnTo>
                    <a:pt x="0" y="11502"/>
                  </a:lnTo>
                  <a:lnTo>
                    <a:pt x="2597" y="11502"/>
                  </a:lnTo>
                  <a:lnTo>
                    <a:pt x="8719" y="2063"/>
                  </a:lnTo>
                  <a:lnTo>
                    <a:pt x="4916" y="4127"/>
                  </a:lnTo>
                  <a:lnTo>
                    <a:pt x="49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D9F55B49-AD04-04E8-BC4C-B1C8C7F697A3}"/>
                </a:ext>
              </a:extLst>
            </p:cNvPr>
            <p:cNvSpPr>
              <a:spLocks/>
            </p:cNvSpPr>
            <p:nvPr/>
          </p:nvSpPr>
          <p:spPr>
            <a:xfrm>
              <a:off x="1885077" y="1983292"/>
              <a:ext cx="4706" cy="8583"/>
            </a:xfrm>
            <a:custGeom>
              <a:avLst/>
              <a:gdLst>
                <a:gd name="connsiteX0" fmla="*/ 1577 w 3153"/>
                <a:gd name="connsiteY0" fmla="*/ 5751 h 5750"/>
                <a:gd name="connsiteX1" fmla="*/ 3154 w 3153"/>
                <a:gd name="connsiteY1" fmla="*/ 2985 h 5750"/>
                <a:gd name="connsiteX2" fmla="*/ 0 w 3153"/>
                <a:gd name="connsiteY2" fmla="*/ 0 h 5750"/>
                <a:gd name="connsiteX3" fmla="*/ 1577 w 3153"/>
                <a:gd name="connsiteY3" fmla="*/ 5751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3" h="5750">
                  <a:moveTo>
                    <a:pt x="1577" y="5751"/>
                  </a:moveTo>
                  <a:lnTo>
                    <a:pt x="3154" y="2985"/>
                  </a:lnTo>
                  <a:lnTo>
                    <a:pt x="0" y="0"/>
                  </a:lnTo>
                  <a:lnTo>
                    <a:pt x="1577" y="57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88990EAD-CF03-FF89-8B3F-E291A1F03EA2}"/>
                </a:ext>
              </a:extLst>
            </p:cNvPr>
            <p:cNvSpPr>
              <a:spLocks/>
            </p:cNvSpPr>
            <p:nvPr/>
          </p:nvSpPr>
          <p:spPr>
            <a:xfrm>
              <a:off x="3481941" y="2671714"/>
              <a:ext cx="19035" cy="5896"/>
            </a:xfrm>
            <a:custGeom>
              <a:avLst/>
              <a:gdLst>
                <a:gd name="connsiteX0" fmla="*/ 12754 w 12753"/>
                <a:gd name="connsiteY0" fmla="*/ 1668 h 3950"/>
                <a:gd name="connsiteX1" fmla="*/ 11038 w 12753"/>
                <a:gd name="connsiteY1" fmla="*/ 0 h 3950"/>
                <a:gd name="connsiteX2" fmla="*/ 2041 w 12753"/>
                <a:gd name="connsiteY2" fmla="*/ 0 h 3950"/>
                <a:gd name="connsiteX3" fmla="*/ 0 w 12753"/>
                <a:gd name="connsiteY3" fmla="*/ 1976 h 3950"/>
                <a:gd name="connsiteX4" fmla="*/ 6957 w 12753"/>
                <a:gd name="connsiteY4" fmla="*/ 3951 h 3950"/>
                <a:gd name="connsiteX5" fmla="*/ 12754 w 12753"/>
                <a:gd name="connsiteY5" fmla="*/ 1668 h 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53" h="3950">
                  <a:moveTo>
                    <a:pt x="12754" y="1668"/>
                  </a:moveTo>
                  <a:lnTo>
                    <a:pt x="11038" y="0"/>
                  </a:lnTo>
                  <a:lnTo>
                    <a:pt x="2041" y="0"/>
                  </a:lnTo>
                  <a:lnTo>
                    <a:pt x="0" y="1976"/>
                  </a:lnTo>
                  <a:lnTo>
                    <a:pt x="6957" y="3951"/>
                  </a:lnTo>
                  <a:lnTo>
                    <a:pt x="12754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69DC2ADF-9438-421F-ED5E-C45ECF4F41A6}"/>
                </a:ext>
              </a:extLst>
            </p:cNvPr>
            <p:cNvSpPr>
              <a:spLocks/>
            </p:cNvSpPr>
            <p:nvPr/>
          </p:nvSpPr>
          <p:spPr>
            <a:xfrm>
              <a:off x="3475919" y="2736388"/>
              <a:ext cx="12114" cy="10239"/>
            </a:xfrm>
            <a:custGeom>
              <a:avLst/>
              <a:gdLst>
                <a:gd name="connsiteX0" fmla="*/ 4035 w 8116"/>
                <a:gd name="connsiteY0" fmla="*/ 6322 h 6860"/>
                <a:gd name="connsiteX1" fmla="*/ 8116 w 8116"/>
                <a:gd name="connsiteY1" fmla="*/ 3293 h 6860"/>
                <a:gd name="connsiteX2" fmla="*/ 5797 w 8116"/>
                <a:gd name="connsiteY2" fmla="*/ 0 h 6860"/>
                <a:gd name="connsiteX3" fmla="*/ 0 w 8116"/>
                <a:gd name="connsiteY3" fmla="*/ 1932 h 6860"/>
                <a:gd name="connsiteX4" fmla="*/ 4081 w 8116"/>
                <a:gd name="connsiteY4" fmla="*/ 6322 h 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6" h="6860">
                  <a:moveTo>
                    <a:pt x="4035" y="6322"/>
                  </a:moveTo>
                  <a:cubicBezTo>
                    <a:pt x="5194" y="8517"/>
                    <a:pt x="8116" y="3293"/>
                    <a:pt x="8116" y="3293"/>
                  </a:cubicBezTo>
                  <a:lnTo>
                    <a:pt x="5797" y="0"/>
                  </a:lnTo>
                  <a:lnTo>
                    <a:pt x="0" y="1932"/>
                  </a:lnTo>
                  <a:cubicBezTo>
                    <a:pt x="0" y="1932"/>
                    <a:pt x="2875" y="4127"/>
                    <a:pt x="4081" y="632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9B1A3048-9F85-B770-08A3-1A000829DF83}"/>
                </a:ext>
              </a:extLst>
            </p:cNvPr>
            <p:cNvSpPr>
              <a:spLocks/>
            </p:cNvSpPr>
            <p:nvPr/>
          </p:nvSpPr>
          <p:spPr>
            <a:xfrm>
              <a:off x="3726510" y="3023528"/>
              <a:ext cx="3183" cy="3080"/>
            </a:xfrm>
            <a:custGeom>
              <a:avLst/>
              <a:gdLst>
                <a:gd name="connsiteX0" fmla="*/ 2087 w 2133"/>
                <a:gd name="connsiteY0" fmla="*/ 0 h 2063"/>
                <a:gd name="connsiteX1" fmla="*/ 835 w 2133"/>
                <a:gd name="connsiteY1" fmla="*/ 0 h 2063"/>
                <a:gd name="connsiteX2" fmla="*/ 0 w 2133"/>
                <a:gd name="connsiteY2" fmla="*/ 2063 h 2063"/>
                <a:gd name="connsiteX3" fmla="*/ 2133 w 2133"/>
                <a:gd name="connsiteY3" fmla="*/ 0 h 2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3" h="2063">
                  <a:moveTo>
                    <a:pt x="2087" y="0"/>
                  </a:moveTo>
                  <a:lnTo>
                    <a:pt x="835" y="0"/>
                  </a:lnTo>
                  <a:lnTo>
                    <a:pt x="0" y="2063"/>
                  </a:lnTo>
                  <a:cubicBezTo>
                    <a:pt x="696" y="1273"/>
                    <a:pt x="1438" y="615"/>
                    <a:pt x="213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E7BC8EA5-519D-07D2-7362-DACED560BFB6}"/>
                </a:ext>
              </a:extLst>
            </p:cNvPr>
            <p:cNvSpPr>
              <a:spLocks/>
            </p:cNvSpPr>
            <p:nvPr/>
          </p:nvSpPr>
          <p:spPr>
            <a:xfrm>
              <a:off x="3817194" y="2973663"/>
              <a:ext cx="68877" cy="29168"/>
            </a:xfrm>
            <a:custGeom>
              <a:avLst/>
              <a:gdLst>
                <a:gd name="connsiteX0" fmla="*/ 36592 w 46145"/>
                <a:gd name="connsiteY0" fmla="*/ 13916 h 19541"/>
                <a:gd name="connsiteX1" fmla="*/ 5473 w 46145"/>
                <a:gd name="connsiteY1" fmla="*/ 13916 h 19541"/>
                <a:gd name="connsiteX2" fmla="*/ 0 w 46145"/>
                <a:gd name="connsiteY2" fmla="*/ 15716 h 19541"/>
                <a:gd name="connsiteX3" fmla="*/ 835 w 46145"/>
                <a:gd name="connsiteY3" fmla="*/ 18877 h 19541"/>
                <a:gd name="connsiteX4" fmla="*/ 4081 w 46145"/>
                <a:gd name="connsiteY4" fmla="*/ 17472 h 19541"/>
                <a:gd name="connsiteX5" fmla="*/ 23513 w 46145"/>
                <a:gd name="connsiteY5" fmla="*/ 18789 h 19541"/>
                <a:gd name="connsiteX6" fmla="*/ 41508 w 46145"/>
                <a:gd name="connsiteY6" fmla="*/ 15629 h 19541"/>
                <a:gd name="connsiteX7" fmla="*/ 46145 w 46145"/>
                <a:gd name="connsiteY7" fmla="*/ 11721 h 19541"/>
                <a:gd name="connsiteX8" fmla="*/ 46145 w 46145"/>
                <a:gd name="connsiteY8" fmla="*/ 8429 h 19541"/>
                <a:gd name="connsiteX9" fmla="*/ 44383 w 46145"/>
                <a:gd name="connsiteY9" fmla="*/ 5970 h 19541"/>
                <a:gd name="connsiteX10" fmla="*/ 46145 w 46145"/>
                <a:gd name="connsiteY10" fmla="*/ 4039 h 19541"/>
                <a:gd name="connsiteX11" fmla="*/ 44661 w 46145"/>
                <a:gd name="connsiteY11" fmla="*/ 0 h 19541"/>
                <a:gd name="connsiteX12" fmla="*/ 37612 w 46145"/>
                <a:gd name="connsiteY12" fmla="*/ 13302 h 19541"/>
                <a:gd name="connsiteX13" fmla="*/ 36592 w 46145"/>
                <a:gd name="connsiteY13" fmla="*/ 13916 h 1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145" h="19541">
                  <a:moveTo>
                    <a:pt x="36592" y="13916"/>
                  </a:moveTo>
                  <a:lnTo>
                    <a:pt x="5473" y="13916"/>
                  </a:lnTo>
                  <a:lnTo>
                    <a:pt x="0" y="15716"/>
                  </a:lnTo>
                  <a:lnTo>
                    <a:pt x="835" y="18877"/>
                  </a:lnTo>
                  <a:cubicBezTo>
                    <a:pt x="1855" y="18526"/>
                    <a:pt x="2968" y="18043"/>
                    <a:pt x="4081" y="17472"/>
                  </a:cubicBezTo>
                  <a:cubicBezTo>
                    <a:pt x="13357" y="12819"/>
                    <a:pt x="20870" y="18438"/>
                    <a:pt x="23513" y="18789"/>
                  </a:cubicBezTo>
                  <a:cubicBezTo>
                    <a:pt x="26157" y="19141"/>
                    <a:pt x="38586" y="21467"/>
                    <a:pt x="41508" y="15629"/>
                  </a:cubicBezTo>
                  <a:lnTo>
                    <a:pt x="46145" y="11721"/>
                  </a:lnTo>
                  <a:lnTo>
                    <a:pt x="46145" y="8429"/>
                  </a:lnTo>
                  <a:lnTo>
                    <a:pt x="44383" y="5970"/>
                  </a:lnTo>
                  <a:lnTo>
                    <a:pt x="46145" y="4039"/>
                  </a:lnTo>
                  <a:lnTo>
                    <a:pt x="44661" y="0"/>
                  </a:lnTo>
                  <a:lnTo>
                    <a:pt x="37612" y="13302"/>
                  </a:lnTo>
                  <a:cubicBezTo>
                    <a:pt x="37426" y="13653"/>
                    <a:pt x="37009" y="13916"/>
                    <a:pt x="36592" y="1391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D3D8E2B3-8B10-476D-57E7-7B3A698D6BD3}"/>
                </a:ext>
              </a:extLst>
            </p:cNvPr>
            <p:cNvSpPr>
              <a:spLocks/>
            </p:cNvSpPr>
            <p:nvPr/>
          </p:nvSpPr>
          <p:spPr>
            <a:xfrm>
              <a:off x="3434383" y="2812925"/>
              <a:ext cx="2006" cy="2030"/>
            </a:xfrm>
            <a:custGeom>
              <a:avLst/>
              <a:gdLst>
                <a:gd name="connsiteX0" fmla="*/ 1345 w 1344"/>
                <a:gd name="connsiteY0" fmla="*/ 1361 h 1360"/>
                <a:gd name="connsiteX1" fmla="*/ 1345 w 1344"/>
                <a:gd name="connsiteY1" fmla="*/ 0 h 1360"/>
                <a:gd name="connsiteX2" fmla="*/ 0 w 1344"/>
                <a:gd name="connsiteY2" fmla="*/ 615 h 1360"/>
                <a:gd name="connsiteX3" fmla="*/ 1345 w 1344"/>
                <a:gd name="connsiteY3" fmla="*/ 1361 h 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" h="1360">
                  <a:moveTo>
                    <a:pt x="1345" y="1361"/>
                  </a:moveTo>
                  <a:lnTo>
                    <a:pt x="1345" y="0"/>
                  </a:lnTo>
                  <a:lnTo>
                    <a:pt x="0" y="615"/>
                  </a:lnTo>
                  <a:lnTo>
                    <a:pt x="1345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9464E30C-6EA3-CC9A-532B-BEB95FACCFD6}"/>
                </a:ext>
              </a:extLst>
            </p:cNvPr>
            <p:cNvSpPr>
              <a:spLocks/>
            </p:cNvSpPr>
            <p:nvPr/>
          </p:nvSpPr>
          <p:spPr>
            <a:xfrm>
              <a:off x="9838938" y="5017177"/>
              <a:ext cx="7753" cy="8583"/>
            </a:xfrm>
            <a:custGeom>
              <a:avLst/>
              <a:gdLst>
                <a:gd name="connsiteX0" fmla="*/ 0 w 5194"/>
                <a:gd name="connsiteY0" fmla="*/ 1098 h 5750"/>
                <a:gd name="connsiteX1" fmla="*/ 0 w 5194"/>
                <a:gd name="connsiteY1" fmla="*/ 5751 h 5750"/>
                <a:gd name="connsiteX2" fmla="*/ 3432 w 5194"/>
                <a:gd name="connsiteY2" fmla="*/ 5751 h 5750"/>
                <a:gd name="connsiteX3" fmla="*/ 5194 w 5194"/>
                <a:gd name="connsiteY3" fmla="*/ 0 h 5750"/>
                <a:gd name="connsiteX4" fmla="*/ 3432 w 5194"/>
                <a:gd name="connsiteY4" fmla="*/ 0 h 5750"/>
                <a:gd name="connsiteX5" fmla="*/ 0 w 5194"/>
                <a:gd name="connsiteY5" fmla="*/ 1098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94" h="5750">
                  <a:moveTo>
                    <a:pt x="0" y="1098"/>
                  </a:moveTo>
                  <a:lnTo>
                    <a:pt x="0" y="5751"/>
                  </a:lnTo>
                  <a:lnTo>
                    <a:pt x="3432" y="5751"/>
                  </a:lnTo>
                  <a:lnTo>
                    <a:pt x="5194" y="0"/>
                  </a:lnTo>
                  <a:lnTo>
                    <a:pt x="3432" y="0"/>
                  </a:lnTo>
                  <a:lnTo>
                    <a:pt x="0" y="109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4255FB94-6174-ABEE-6E4E-528231121FC5}"/>
                </a:ext>
              </a:extLst>
            </p:cNvPr>
            <p:cNvSpPr>
              <a:spLocks/>
            </p:cNvSpPr>
            <p:nvPr/>
          </p:nvSpPr>
          <p:spPr>
            <a:xfrm>
              <a:off x="3610975" y="2914033"/>
              <a:ext cx="132356" cy="138699"/>
            </a:xfrm>
            <a:custGeom>
              <a:avLst/>
              <a:gdLst>
                <a:gd name="connsiteX0" fmla="*/ 83525 w 88673"/>
                <a:gd name="connsiteY0" fmla="*/ 16901 h 92922"/>
                <a:gd name="connsiteX1" fmla="*/ 66876 w 88673"/>
                <a:gd name="connsiteY1" fmla="*/ 6453 h 92922"/>
                <a:gd name="connsiteX2" fmla="*/ 66505 w 88673"/>
                <a:gd name="connsiteY2" fmla="*/ 4961 h 92922"/>
                <a:gd name="connsiteX3" fmla="*/ 67340 w 88673"/>
                <a:gd name="connsiteY3" fmla="*/ 3644 h 92922"/>
                <a:gd name="connsiteX4" fmla="*/ 61403 w 88673"/>
                <a:gd name="connsiteY4" fmla="*/ 2810 h 92922"/>
                <a:gd name="connsiteX5" fmla="*/ 49531 w 88673"/>
                <a:gd name="connsiteY5" fmla="*/ 1141 h 92922"/>
                <a:gd name="connsiteX6" fmla="*/ 47212 w 88673"/>
                <a:gd name="connsiteY6" fmla="*/ 3863 h 92922"/>
                <a:gd name="connsiteX7" fmla="*/ 36499 w 88673"/>
                <a:gd name="connsiteY7" fmla="*/ 0 h 92922"/>
                <a:gd name="connsiteX8" fmla="*/ 34458 w 88673"/>
                <a:gd name="connsiteY8" fmla="*/ 2195 h 92922"/>
                <a:gd name="connsiteX9" fmla="*/ 25739 w 88673"/>
                <a:gd name="connsiteY9" fmla="*/ 3029 h 92922"/>
                <a:gd name="connsiteX10" fmla="*/ 23142 w 88673"/>
                <a:gd name="connsiteY10" fmla="*/ 8253 h 92922"/>
                <a:gd name="connsiteX11" fmla="*/ 19386 w 88673"/>
                <a:gd name="connsiteY11" fmla="*/ 10975 h 92922"/>
                <a:gd name="connsiteX12" fmla="*/ 19386 w 88673"/>
                <a:gd name="connsiteY12" fmla="*/ 4917 h 92922"/>
                <a:gd name="connsiteX13" fmla="*/ 15907 w 88673"/>
                <a:gd name="connsiteY13" fmla="*/ 9043 h 92922"/>
                <a:gd name="connsiteX14" fmla="*/ 10713 w 88673"/>
                <a:gd name="connsiteY14" fmla="*/ 10975 h 92922"/>
                <a:gd name="connsiteX15" fmla="*/ 0 w 88673"/>
                <a:gd name="connsiteY15" fmla="*/ 26340 h 92922"/>
                <a:gd name="connsiteX16" fmla="*/ 1762 w 88673"/>
                <a:gd name="connsiteY16" fmla="*/ 29062 h 92922"/>
                <a:gd name="connsiteX17" fmla="*/ 11316 w 88673"/>
                <a:gd name="connsiteY17" fmla="*/ 18921 h 92922"/>
                <a:gd name="connsiteX18" fmla="*/ 12893 w 88673"/>
                <a:gd name="connsiteY18" fmla="*/ 23574 h 92922"/>
                <a:gd name="connsiteX19" fmla="*/ 5797 w 88673"/>
                <a:gd name="connsiteY19" fmla="*/ 36744 h 92922"/>
                <a:gd name="connsiteX20" fmla="*/ 2319 w 88673"/>
                <a:gd name="connsiteY20" fmla="*/ 43066 h 92922"/>
                <a:gd name="connsiteX21" fmla="*/ 0 w 88673"/>
                <a:gd name="connsiteY21" fmla="*/ 57333 h 92922"/>
                <a:gd name="connsiteX22" fmla="*/ 1438 w 88673"/>
                <a:gd name="connsiteY22" fmla="*/ 82839 h 92922"/>
                <a:gd name="connsiteX23" fmla="*/ 11594 w 88673"/>
                <a:gd name="connsiteY23" fmla="*/ 92454 h 92922"/>
                <a:gd name="connsiteX24" fmla="*/ 20870 w 88673"/>
                <a:gd name="connsiteY24" fmla="*/ 54041 h 92922"/>
                <a:gd name="connsiteX25" fmla="*/ 24348 w 88673"/>
                <a:gd name="connsiteY25" fmla="*/ 38149 h 92922"/>
                <a:gd name="connsiteX26" fmla="*/ 25786 w 88673"/>
                <a:gd name="connsiteY26" fmla="*/ 31037 h 92922"/>
                <a:gd name="connsiteX27" fmla="*/ 25786 w 88673"/>
                <a:gd name="connsiteY27" fmla="*/ 25813 h 92922"/>
                <a:gd name="connsiteX28" fmla="*/ 33902 w 88673"/>
                <a:gd name="connsiteY28" fmla="*/ 21950 h 92922"/>
                <a:gd name="connsiteX29" fmla="*/ 33902 w 88673"/>
                <a:gd name="connsiteY29" fmla="*/ 28008 h 92922"/>
                <a:gd name="connsiteX30" fmla="*/ 39977 w 88673"/>
                <a:gd name="connsiteY30" fmla="*/ 24452 h 92922"/>
                <a:gd name="connsiteX31" fmla="*/ 38539 w 88673"/>
                <a:gd name="connsiteY31" fmla="*/ 17867 h 92922"/>
                <a:gd name="connsiteX32" fmla="*/ 44615 w 88673"/>
                <a:gd name="connsiteY32" fmla="*/ 15409 h 92922"/>
                <a:gd name="connsiteX33" fmla="*/ 42018 w 88673"/>
                <a:gd name="connsiteY33" fmla="*/ 10755 h 92922"/>
                <a:gd name="connsiteX34" fmla="*/ 48974 w 88673"/>
                <a:gd name="connsiteY34" fmla="*/ 6365 h 92922"/>
                <a:gd name="connsiteX35" fmla="*/ 51571 w 88673"/>
                <a:gd name="connsiteY35" fmla="*/ 10229 h 92922"/>
                <a:gd name="connsiteX36" fmla="*/ 60847 w 88673"/>
                <a:gd name="connsiteY36" fmla="*/ 13785 h 92922"/>
                <a:gd name="connsiteX37" fmla="*/ 69844 w 88673"/>
                <a:gd name="connsiteY37" fmla="*/ 22565 h 92922"/>
                <a:gd name="connsiteX38" fmla="*/ 68406 w 88673"/>
                <a:gd name="connsiteY38" fmla="*/ 39027 h 92922"/>
                <a:gd name="connsiteX39" fmla="*/ 65809 w 88673"/>
                <a:gd name="connsiteY39" fmla="*/ 48027 h 92922"/>
                <a:gd name="connsiteX40" fmla="*/ 67247 w 88673"/>
                <a:gd name="connsiteY40" fmla="*/ 50792 h 92922"/>
                <a:gd name="connsiteX41" fmla="*/ 71421 w 88673"/>
                <a:gd name="connsiteY41" fmla="*/ 43110 h 92922"/>
                <a:gd name="connsiteX42" fmla="*/ 76801 w 88673"/>
                <a:gd name="connsiteY42" fmla="*/ 43373 h 92922"/>
                <a:gd name="connsiteX43" fmla="*/ 80001 w 88673"/>
                <a:gd name="connsiteY43" fmla="*/ 43373 h 92922"/>
                <a:gd name="connsiteX44" fmla="*/ 85427 w 88673"/>
                <a:gd name="connsiteY44" fmla="*/ 62645 h 92922"/>
                <a:gd name="connsiteX45" fmla="*/ 88673 w 88673"/>
                <a:gd name="connsiteY45" fmla="*/ 52329 h 92922"/>
                <a:gd name="connsiteX46" fmla="*/ 83572 w 88673"/>
                <a:gd name="connsiteY46" fmla="*/ 16858 h 92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88673" h="92922">
                  <a:moveTo>
                    <a:pt x="83525" y="16901"/>
                  </a:moveTo>
                  <a:lnTo>
                    <a:pt x="66876" y="6453"/>
                  </a:lnTo>
                  <a:cubicBezTo>
                    <a:pt x="66366" y="6146"/>
                    <a:pt x="66180" y="5488"/>
                    <a:pt x="66505" y="4961"/>
                  </a:cubicBezTo>
                  <a:lnTo>
                    <a:pt x="67340" y="3644"/>
                  </a:lnTo>
                  <a:lnTo>
                    <a:pt x="61403" y="2810"/>
                  </a:lnTo>
                  <a:lnTo>
                    <a:pt x="49531" y="1141"/>
                  </a:lnTo>
                  <a:lnTo>
                    <a:pt x="47212" y="3863"/>
                  </a:lnTo>
                  <a:lnTo>
                    <a:pt x="36499" y="0"/>
                  </a:lnTo>
                  <a:lnTo>
                    <a:pt x="34458" y="2195"/>
                  </a:lnTo>
                  <a:lnTo>
                    <a:pt x="25739" y="3029"/>
                  </a:lnTo>
                  <a:lnTo>
                    <a:pt x="23142" y="8253"/>
                  </a:lnTo>
                  <a:lnTo>
                    <a:pt x="19386" y="10975"/>
                  </a:lnTo>
                  <a:lnTo>
                    <a:pt x="19386" y="4917"/>
                  </a:lnTo>
                  <a:lnTo>
                    <a:pt x="15907" y="9043"/>
                  </a:lnTo>
                  <a:lnTo>
                    <a:pt x="10713" y="10975"/>
                  </a:lnTo>
                  <a:lnTo>
                    <a:pt x="0" y="26340"/>
                  </a:lnTo>
                  <a:lnTo>
                    <a:pt x="1762" y="29062"/>
                  </a:lnTo>
                  <a:lnTo>
                    <a:pt x="11316" y="18921"/>
                  </a:lnTo>
                  <a:lnTo>
                    <a:pt x="12893" y="23574"/>
                  </a:lnTo>
                  <a:lnTo>
                    <a:pt x="5797" y="36744"/>
                  </a:lnTo>
                  <a:lnTo>
                    <a:pt x="2319" y="43066"/>
                  </a:lnTo>
                  <a:cubicBezTo>
                    <a:pt x="2319" y="43066"/>
                    <a:pt x="3757" y="53778"/>
                    <a:pt x="0" y="57333"/>
                  </a:cubicBezTo>
                  <a:cubicBezTo>
                    <a:pt x="0" y="57333"/>
                    <a:pt x="3200" y="77923"/>
                    <a:pt x="1438" y="82839"/>
                  </a:cubicBezTo>
                  <a:cubicBezTo>
                    <a:pt x="1438" y="82839"/>
                    <a:pt x="-325" y="95483"/>
                    <a:pt x="11594" y="92454"/>
                  </a:cubicBezTo>
                  <a:cubicBezTo>
                    <a:pt x="23513" y="89424"/>
                    <a:pt x="29589" y="67474"/>
                    <a:pt x="20870" y="54041"/>
                  </a:cubicBezTo>
                  <a:cubicBezTo>
                    <a:pt x="20870" y="54041"/>
                    <a:pt x="15675" y="44734"/>
                    <a:pt x="24348" y="38149"/>
                  </a:cubicBezTo>
                  <a:lnTo>
                    <a:pt x="25786" y="31037"/>
                  </a:lnTo>
                  <a:lnTo>
                    <a:pt x="25786" y="25813"/>
                  </a:lnTo>
                  <a:lnTo>
                    <a:pt x="33902" y="21950"/>
                  </a:lnTo>
                  <a:lnTo>
                    <a:pt x="33902" y="28008"/>
                  </a:lnTo>
                  <a:lnTo>
                    <a:pt x="39977" y="24452"/>
                  </a:lnTo>
                  <a:lnTo>
                    <a:pt x="38539" y="17867"/>
                  </a:lnTo>
                  <a:lnTo>
                    <a:pt x="44615" y="15409"/>
                  </a:lnTo>
                  <a:lnTo>
                    <a:pt x="42018" y="10755"/>
                  </a:lnTo>
                  <a:lnTo>
                    <a:pt x="48974" y="6365"/>
                  </a:lnTo>
                  <a:lnTo>
                    <a:pt x="51571" y="10229"/>
                  </a:lnTo>
                  <a:cubicBezTo>
                    <a:pt x="51571" y="10229"/>
                    <a:pt x="57972" y="7507"/>
                    <a:pt x="60847" y="13785"/>
                  </a:cubicBezTo>
                  <a:cubicBezTo>
                    <a:pt x="60847" y="13785"/>
                    <a:pt x="75920" y="14619"/>
                    <a:pt x="69844" y="22565"/>
                  </a:cubicBezTo>
                  <a:cubicBezTo>
                    <a:pt x="69844" y="22565"/>
                    <a:pt x="74204" y="32442"/>
                    <a:pt x="68406" y="39027"/>
                  </a:cubicBezTo>
                  <a:lnTo>
                    <a:pt x="65809" y="48027"/>
                  </a:lnTo>
                  <a:lnTo>
                    <a:pt x="67247" y="50792"/>
                  </a:lnTo>
                  <a:lnTo>
                    <a:pt x="71421" y="43110"/>
                  </a:lnTo>
                  <a:lnTo>
                    <a:pt x="76801" y="43373"/>
                  </a:lnTo>
                  <a:lnTo>
                    <a:pt x="80001" y="43373"/>
                  </a:lnTo>
                  <a:cubicBezTo>
                    <a:pt x="80001" y="43373"/>
                    <a:pt x="81902" y="57246"/>
                    <a:pt x="85427" y="62645"/>
                  </a:cubicBezTo>
                  <a:lnTo>
                    <a:pt x="88673" y="52329"/>
                  </a:lnTo>
                  <a:lnTo>
                    <a:pt x="83572" y="168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ADE47100-D989-A9C5-43CA-02401F2588A5}"/>
                </a:ext>
              </a:extLst>
            </p:cNvPr>
            <p:cNvSpPr>
              <a:spLocks/>
            </p:cNvSpPr>
            <p:nvPr/>
          </p:nvSpPr>
          <p:spPr>
            <a:xfrm>
              <a:off x="6522147" y="2892868"/>
              <a:ext cx="466" cy="4259"/>
            </a:xfrm>
            <a:custGeom>
              <a:avLst/>
              <a:gdLst>
                <a:gd name="connsiteX0" fmla="*/ 128 w 312"/>
                <a:gd name="connsiteY0" fmla="*/ 2853 h 2853"/>
                <a:gd name="connsiteX1" fmla="*/ 313 w 312"/>
                <a:gd name="connsiteY1" fmla="*/ 0 h 2853"/>
                <a:gd name="connsiteX2" fmla="*/ 128 w 312"/>
                <a:gd name="connsiteY2" fmla="*/ 2853 h 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2" h="2853">
                  <a:moveTo>
                    <a:pt x="128" y="2853"/>
                  </a:moveTo>
                  <a:cubicBezTo>
                    <a:pt x="313" y="1273"/>
                    <a:pt x="313" y="0"/>
                    <a:pt x="313" y="0"/>
                  </a:cubicBezTo>
                  <a:cubicBezTo>
                    <a:pt x="313" y="0"/>
                    <a:pt x="-244" y="1624"/>
                    <a:pt x="128" y="285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C8ACFE0A-EDAE-251A-573C-7AEE7029E6CB}"/>
                </a:ext>
              </a:extLst>
            </p:cNvPr>
            <p:cNvSpPr>
              <a:spLocks/>
            </p:cNvSpPr>
            <p:nvPr/>
          </p:nvSpPr>
          <p:spPr>
            <a:xfrm>
              <a:off x="3439991" y="2789270"/>
              <a:ext cx="23328" cy="31191"/>
            </a:xfrm>
            <a:custGeom>
              <a:avLst/>
              <a:gdLst>
                <a:gd name="connsiteX0" fmla="*/ 5797 w 15629"/>
                <a:gd name="connsiteY0" fmla="*/ 10975 h 20896"/>
                <a:gd name="connsiteX1" fmla="*/ 5797 w 15629"/>
                <a:gd name="connsiteY1" fmla="*/ 8253 h 20896"/>
                <a:gd name="connsiteX2" fmla="*/ 11594 w 15629"/>
                <a:gd name="connsiteY2" fmla="*/ 6585 h 20896"/>
                <a:gd name="connsiteX3" fmla="*/ 11594 w 15629"/>
                <a:gd name="connsiteY3" fmla="*/ 0 h 20896"/>
                <a:gd name="connsiteX4" fmla="*/ 7838 w 15629"/>
                <a:gd name="connsiteY4" fmla="*/ 3293 h 20896"/>
                <a:gd name="connsiteX5" fmla="*/ 3757 w 15629"/>
                <a:gd name="connsiteY5" fmla="*/ 7156 h 20896"/>
                <a:gd name="connsiteX6" fmla="*/ 0 w 15629"/>
                <a:gd name="connsiteY6" fmla="*/ 3293 h 20896"/>
                <a:gd name="connsiteX7" fmla="*/ 1252 w 15629"/>
                <a:gd name="connsiteY7" fmla="*/ 9878 h 20896"/>
                <a:gd name="connsiteX8" fmla="*/ 2875 w 15629"/>
                <a:gd name="connsiteY8" fmla="*/ 9878 h 20896"/>
                <a:gd name="connsiteX9" fmla="*/ 3988 w 15629"/>
                <a:gd name="connsiteY9" fmla="*/ 10668 h 20896"/>
                <a:gd name="connsiteX10" fmla="*/ 7049 w 15629"/>
                <a:gd name="connsiteY10" fmla="*/ 20896 h 20896"/>
                <a:gd name="connsiteX11" fmla="*/ 15629 w 15629"/>
                <a:gd name="connsiteY11" fmla="*/ 15628 h 20896"/>
                <a:gd name="connsiteX12" fmla="*/ 5797 w 15629"/>
                <a:gd name="connsiteY12" fmla="*/ 10975 h 20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29" h="20896">
                  <a:moveTo>
                    <a:pt x="5797" y="10975"/>
                  </a:moveTo>
                  <a:lnTo>
                    <a:pt x="5797" y="8253"/>
                  </a:lnTo>
                  <a:lnTo>
                    <a:pt x="11594" y="6585"/>
                  </a:lnTo>
                  <a:lnTo>
                    <a:pt x="11594" y="0"/>
                  </a:lnTo>
                  <a:lnTo>
                    <a:pt x="7838" y="3293"/>
                  </a:lnTo>
                  <a:lnTo>
                    <a:pt x="3757" y="7156"/>
                  </a:lnTo>
                  <a:lnTo>
                    <a:pt x="0" y="3293"/>
                  </a:lnTo>
                  <a:lnTo>
                    <a:pt x="1252" y="9878"/>
                  </a:lnTo>
                  <a:lnTo>
                    <a:pt x="2875" y="9878"/>
                  </a:lnTo>
                  <a:cubicBezTo>
                    <a:pt x="3386" y="9878"/>
                    <a:pt x="3849" y="10185"/>
                    <a:pt x="3988" y="10668"/>
                  </a:cubicBezTo>
                  <a:lnTo>
                    <a:pt x="7049" y="20896"/>
                  </a:lnTo>
                  <a:lnTo>
                    <a:pt x="15629" y="15628"/>
                  </a:lnTo>
                  <a:lnTo>
                    <a:pt x="5797" y="1097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B1D79583-82EB-34C8-DD5B-F1B47BDFE9E4}"/>
                </a:ext>
              </a:extLst>
            </p:cNvPr>
            <p:cNvSpPr>
              <a:spLocks/>
            </p:cNvSpPr>
            <p:nvPr/>
          </p:nvSpPr>
          <p:spPr>
            <a:xfrm>
              <a:off x="3193829" y="2456722"/>
              <a:ext cx="6922" cy="9828"/>
            </a:xfrm>
            <a:custGeom>
              <a:avLst/>
              <a:gdLst>
                <a:gd name="connsiteX0" fmla="*/ 4638 w 4637"/>
                <a:gd name="connsiteY0" fmla="*/ 0 h 6585"/>
                <a:gd name="connsiteX1" fmla="*/ 0 w 4637"/>
                <a:gd name="connsiteY1" fmla="*/ 3293 h 6585"/>
                <a:gd name="connsiteX2" fmla="*/ 1159 w 4637"/>
                <a:gd name="connsiteY2" fmla="*/ 6585 h 6585"/>
                <a:gd name="connsiteX3" fmla="*/ 4638 w 4637"/>
                <a:gd name="connsiteY3" fmla="*/ 2195 h 6585"/>
                <a:gd name="connsiteX4" fmla="*/ 4638 w 4637"/>
                <a:gd name="connsiteY4" fmla="*/ 0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6585">
                  <a:moveTo>
                    <a:pt x="4638" y="0"/>
                  </a:moveTo>
                  <a:lnTo>
                    <a:pt x="0" y="3293"/>
                  </a:lnTo>
                  <a:lnTo>
                    <a:pt x="1159" y="6585"/>
                  </a:lnTo>
                  <a:lnTo>
                    <a:pt x="4638" y="2195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43EE88AD-874D-7172-7F4B-6321956713A1}"/>
                </a:ext>
              </a:extLst>
            </p:cNvPr>
            <p:cNvSpPr>
              <a:spLocks/>
            </p:cNvSpPr>
            <p:nvPr/>
          </p:nvSpPr>
          <p:spPr>
            <a:xfrm>
              <a:off x="6025030" y="2642425"/>
              <a:ext cx="7614" cy="7143"/>
            </a:xfrm>
            <a:custGeom>
              <a:avLst/>
              <a:gdLst>
                <a:gd name="connsiteX0" fmla="*/ 5102 w 5101"/>
                <a:gd name="connsiteY0" fmla="*/ 966 h 4785"/>
                <a:gd name="connsiteX1" fmla="*/ 0 w 5101"/>
                <a:gd name="connsiteY1" fmla="*/ 0 h 4785"/>
                <a:gd name="connsiteX2" fmla="*/ 928 w 5101"/>
                <a:gd name="connsiteY2" fmla="*/ 3424 h 4785"/>
                <a:gd name="connsiteX3" fmla="*/ 5102 w 5101"/>
                <a:gd name="connsiteY3" fmla="*/ 4785 h 4785"/>
                <a:gd name="connsiteX4" fmla="*/ 5102 w 5101"/>
                <a:gd name="connsiteY4" fmla="*/ 966 h 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1" h="4785">
                  <a:moveTo>
                    <a:pt x="5102" y="966"/>
                  </a:moveTo>
                  <a:lnTo>
                    <a:pt x="0" y="0"/>
                  </a:lnTo>
                  <a:lnTo>
                    <a:pt x="928" y="3424"/>
                  </a:lnTo>
                  <a:lnTo>
                    <a:pt x="5102" y="4785"/>
                  </a:lnTo>
                  <a:lnTo>
                    <a:pt x="5102" y="9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49F2DEF3-9654-CE1A-2811-9D0C36D169D0}"/>
                </a:ext>
              </a:extLst>
            </p:cNvPr>
            <p:cNvSpPr>
              <a:spLocks/>
            </p:cNvSpPr>
            <p:nvPr/>
          </p:nvSpPr>
          <p:spPr>
            <a:xfrm>
              <a:off x="9646356" y="5207597"/>
              <a:ext cx="9136" cy="12318"/>
            </a:xfrm>
            <a:custGeom>
              <a:avLst/>
              <a:gdLst>
                <a:gd name="connsiteX0" fmla="*/ 1484 w 6121"/>
                <a:gd name="connsiteY0" fmla="*/ 8253 h 8253"/>
                <a:gd name="connsiteX1" fmla="*/ 4776 w 6121"/>
                <a:gd name="connsiteY1" fmla="*/ 4917 h 8253"/>
                <a:gd name="connsiteX2" fmla="*/ 6122 w 6121"/>
                <a:gd name="connsiteY2" fmla="*/ 0 h 8253"/>
                <a:gd name="connsiteX3" fmla="*/ 0 w 6121"/>
                <a:gd name="connsiteY3" fmla="*/ 5751 h 8253"/>
                <a:gd name="connsiteX4" fmla="*/ 1484 w 6121"/>
                <a:gd name="connsiteY4" fmla="*/ 8253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8253">
                  <a:moveTo>
                    <a:pt x="1484" y="8253"/>
                  </a:moveTo>
                  <a:lnTo>
                    <a:pt x="4776" y="4917"/>
                  </a:lnTo>
                  <a:lnTo>
                    <a:pt x="6122" y="0"/>
                  </a:lnTo>
                  <a:lnTo>
                    <a:pt x="0" y="5751"/>
                  </a:lnTo>
                  <a:lnTo>
                    <a:pt x="1484" y="82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B5A41C0F-5438-D6DA-C906-C58702E9DD37}"/>
                </a:ext>
              </a:extLst>
            </p:cNvPr>
            <p:cNvSpPr>
              <a:spLocks/>
            </p:cNvSpPr>
            <p:nvPr/>
          </p:nvSpPr>
          <p:spPr>
            <a:xfrm>
              <a:off x="3479794" y="2816267"/>
              <a:ext cx="21182" cy="17298"/>
            </a:xfrm>
            <a:custGeom>
              <a:avLst/>
              <a:gdLst>
                <a:gd name="connsiteX0" fmla="*/ 7838 w 14191"/>
                <a:gd name="connsiteY0" fmla="*/ 4390 h 11589"/>
                <a:gd name="connsiteX1" fmla="*/ 3200 w 14191"/>
                <a:gd name="connsiteY1" fmla="*/ 7419 h 11589"/>
                <a:gd name="connsiteX2" fmla="*/ 3200 w 14191"/>
                <a:gd name="connsiteY2" fmla="*/ 0 h 11589"/>
                <a:gd name="connsiteX3" fmla="*/ 0 w 14191"/>
                <a:gd name="connsiteY3" fmla="*/ 2195 h 11589"/>
                <a:gd name="connsiteX4" fmla="*/ 278 w 14191"/>
                <a:gd name="connsiteY4" fmla="*/ 3556 h 11589"/>
                <a:gd name="connsiteX5" fmla="*/ 1252 w 14191"/>
                <a:gd name="connsiteY5" fmla="*/ 8780 h 11589"/>
                <a:gd name="connsiteX6" fmla="*/ 9554 w 14191"/>
                <a:gd name="connsiteY6" fmla="*/ 8780 h 11589"/>
                <a:gd name="connsiteX7" fmla="*/ 10574 w 14191"/>
                <a:gd name="connsiteY7" fmla="*/ 9307 h 11589"/>
                <a:gd name="connsiteX8" fmla="*/ 11965 w 14191"/>
                <a:gd name="connsiteY8" fmla="*/ 11590 h 11589"/>
                <a:gd name="connsiteX9" fmla="*/ 14191 w 14191"/>
                <a:gd name="connsiteY9" fmla="*/ 10360 h 11589"/>
                <a:gd name="connsiteX10" fmla="*/ 7791 w 14191"/>
                <a:gd name="connsiteY10" fmla="*/ 4302 h 1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91" h="11589">
                  <a:moveTo>
                    <a:pt x="7838" y="4390"/>
                  </a:moveTo>
                  <a:lnTo>
                    <a:pt x="3200" y="7419"/>
                  </a:lnTo>
                  <a:lnTo>
                    <a:pt x="3200" y="0"/>
                  </a:lnTo>
                  <a:lnTo>
                    <a:pt x="0" y="2195"/>
                  </a:lnTo>
                  <a:lnTo>
                    <a:pt x="278" y="3556"/>
                  </a:lnTo>
                  <a:lnTo>
                    <a:pt x="1252" y="8780"/>
                  </a:lnTo>
                  <a:lnTo>
                    <a:pt x="9554" y="8780"/>
                  </a:lnTo>
                  <a:cubicBezTo>
                    <a:pt x="9971" y="8780"/>
                    <a:pt x="10342" y="8956"/>
                    <a:pt x="10574" y="9307"/>
                  </a:cubicBezTo>
                  <a:lnTo>
                    <a:pt x="11965" y="11590"/>
                  </a:lnTo>
                  <a:lnTo>
                    <a:pt x="14191" y="10360"/>
                  </a:lnTo>
                  <a:lnTo>
                    <a:pt x="7791" y="43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B8852467-ADAC-099A-73CC-1EF275BDEEE6}"/>
                </a:ext>
              </a:extLst>
            </p:cNvPr>
            <p:cNvSpPr>
              <a:spLocks/>
            </p:cNvSpPr>
            <p:nvPr/>
          </p:nvSpPr>
          <p:spPr>
            <a:xfrm>
              <a:off x="3714742" y="3015533"/>
              <a:ext cx="108543" cy="43792"/>
            </a:xfrm>
            <a:custGeom>
              <a:avLst/>
              <a:gdLst>
                <a:gd name="connsiteX0" fmla="*/ 71235 w 72719"/>
                <a:gd name="connsiteY0" fmla="*/ 1010 h 29339"/>
                <a:gd name="connsiteX1" fmla="*/ 45125 w 72719"/>
                <a:gd name="connsiteY1" fmla="*/ 12643 h 29339"/>
                <a:gd name="connsiteX2" fmla="*/ 44800 w 72719"/>
                <a:gd name="connsiteY2" fmla="*/ 12731 h 29339"/>
                <a:gd name="connsiteX3" fmla="*/ 35154 w 72719"/>
                <a:gd name="connsiteY3" fmla="*/ 14092 h 29339"/>
                <a:gd name="connsiteX4" fmla="*/ 20870 w 72719"/>
                <a:gd name="connsiteY4" fmla="*/ 22213 h 29339"/>
                <a:gd name="connsiteX5" fmla="*/ 15258 w 72719"/>
                <a:gd name="connsiteY5" fmla="*/ 24716 h 29339"/>
                <a:gd name="connsiteX6" fmla="*/ 14841 w 72719"/>
                <a:gd name="connsiteY6" fmla="*/ 24804 h 29339"/>
                <a:gd name="connsiteX7" fmla="*/ 14377 w 72719"/>
                <a:gd name="connsiteY7" fmla="*/ 24804 h 29339"/>
                <a:gd name="connsiteX8" fmla="*/ 6771 w 72719"/>
                <a:gd name="connsiteY8" fmla="*/ 22345 h 29339"/>
                <a:gd name="connsiteX9" fmla="*/ 4174 w 72719"/>
                <a:gd name="connsiteY9" fmla="*/ 16419 h 29339"/>
                <a:gd name="connsiteX10" fmla="*/ 4220 w 72719"/>
                <a:gd name="connsiteY10" fmla="*/ 15804 h 29339"/>
                <a:gd name="connsiteX11" fmla="*/ 3200 w 72719"/>
                <a:gd name="connsiteY11" fmla="*/ 15189 h 29339"/>
                <a:gd name="connsiteX12" fmla="*/ 3200 w 72719"/>
                <a:gd name="connsiteY12" fmla="*/ 18745 h 29339"/>
                <a:gd name="connsiteX13" fmla="*/ 0 w 72719"/>
                <a:gd name="connsiteY13" fmla="*/ 22872 h 29339"/>
                <a:gd name="connsiteX14" fmla="*/ 1577 w 72719"/>
                <a:gd name="connsiteY14" fmla="*/ 24233 h 29339"/>
                <a:gd name="connsiteX15" fmla="*/ 5472 w 72719"/>
                <a:gd name="connsiteY15" fmla="*/ 24233 h 29339"/>
                <a:gd name="connsiteX16" fmla="*/ 21426 w 72719"/>
                <a:gd name="connsiteY16" fmla="*/ 26691 h 29339"/>
                <a:gd name="connsiteX17" fmla="*/ 35339 w 72719"/>
                <a:gd name="connsiteY17" fmla="*/ 20633 h 29339"/>
                <a:gd name="connsiteX18" fmla="*/ 72720 w 72719"/>
                <a:gd name="connsiteY18" fmla="*/ 44 h 29339"/>
                <a:gd name="connsiteX19" fmla="*/ 71838 w 72719"/>
                <a:gd name="connsiteY19" fmla="*/ 0 h 29339"/>
                <a:gd name="connsiteX20" fmla="*/ 71235 w 72719"/>
                <a:gd name="connsiteY20" fmla="*/ 922 h 2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719" h="29339">
                  <a:moveTo>
                    <a:pt x="71235" y="1010"/>
                  </a:moveTo>
                  <a:lnTo>
                    <a:pt x="45125" y="12643"/>
                  </a:lnTo>
                  <a:cubicBezTo>
                    <a:pt x="45125" y="12643"/>
                    <a:pt x="44893" y="12731"/>
                    <a:pt x="44800" y="12731"/>
                  </a:cubicBezTo>
                  <a:lnTo>
                    <a:pt x="35154" y="14092"/>
                  </a:lnTo>
                  <a:lnTo>
                    <a:pt x="20870" y="22213"/>
                  </a:lnTo>
                  <a:lnTo>
                    <a:pt x="15258" y="24716"/>
                  </a:lnTo>
                  <a:cubicBezTo>
                    <a:pt x="15258" y="24716"/>
                    <a:pt x="14980" y="24804"/>
                    <a:pt x="14841" y="24804"/>
                  </a:cubicBezTo>
                  <a:cubicBezTo>
                    <a:pt x="14841" y="24804"/>
                    <a:pt x="14655" y="24804"/>
                    <a:pt x="14377" y="24804"/>
                  </a:cubicBezTo>
                  <a:cubicBezTo>
                    <a:pt x="13078" y="24804"/>
                    <a:pt x="9368" y="24584"/>
                    <a:pt x="6771" y="22345"/>
                  </a:cubicBezTo>
                  <a:cubicBezTo>
                    <a:pt x="5102" y="20896"/>
                    <a:pt x="4220" y="18921"/>
                    <a:pt x="4174" y="16419"/>
                  </a:cubicBezTo>
                  <a:cubicBezTo>
                    <a:pt x="4174" y="16199"/>
                    <a:pt x="4220" y="16024"/>
                    <a:pt x="4220" y="15804"/>
                  </a:cubicBezTo>
                  <a:cubicBezTo>
                    <a:pt x="3849" y="15584"/>
                    <a:pt x="3478" y="15409"/>
                    <a:pt x="3200" y="15189"/>
                  </a:cubicBezTo>
                  <a:lnTo>
                    <a:pt x="3200" y="18745"/>
                  </a:lnTo>
                  <a:lnTo>
                    <a:pt x="0" y="22872"/>
                  </a:lnTo>
                  <a:lnTo>
                    <a:pt x="1577" y="24233"/>
                  </a:lnTo>
                  <a:lnTo>
                    <a:pt x="5472" y="24233"/>
                  </a:lnTo>
                  <a:cubicBezTo>
                    <a:pt x="5472" y="24233"/>
                    <a:pt x="9229" y="33847"/>
                    <a:pt x="21426" y="26691"/>
                  </a:cubicBezTo>
                  <a:cubicBezTo>
                    <a:pt x="21426" y="26691"/>
                    <a:pt x="28661" y="28623"/>
                    <a:pt x="35339" y="20633"/>
                  </a:cubicBezTo>
                  <a:cubicBezTo>
                    <a:pt x="35339" y="20633"/>
                    <a:pt x="62888" y="14311"/>
                    <a:pt x="72720" y="44"/>
                  </a:cubicBezTo>
                  <a:cubicBezTo>
                    <a:pt x="72720" y="44"/>
                    <a:pt x="72395" y="44"/>
                    <a:pt x="71838" y="0"/>
                  </a:cubicBezTo>
                  <a:cubicBezTo>
                    <a:pt x="71838" y="395"/>
                    <a:pt x="71653" y="746"/>
                    <a:pt x="71235" y="92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5ED463F2-72D3-D900-B1BA-6EE121C9BABF}"/>
                </a:ext>
              </a:extLst>
            </p:cNvPr>
            <p:cNvSpPr>
              <a:spLocks/>
            </p:cNvSpPr>
            <p:nvPr/>
          </p:nvSpPr>
          <p:spPr>
            <a:xfrm>
              <a:off x="1764350" y="2138066"/>
              <a:ext cx="10797" cy="7797"/>
            </a:xfrm>
            <a:custGeom>
              <a:avLst/>
              <a:gdLst>
                <a:gd name="connsiteX0" fmla="*/ 0 w 7234"/>
                <a:gd name="connsiteY0" fmla="*/ 1405 h 5224"/>
                <a:gd name="connsiteX1" fmla="*/ 4638 w 7234"/>
                <a:gd name="connsiteY1" fmla="*/ 5224 h 5224"/>
                <a:gd name="connsiteX2" fmla="*/ 7235 w 7234"/>
                <a:gd name="connsiteY2" fmla="*/ 0 h 5224"/>
                <a:gd name="connsiteX3" fmla="*/ 3617 w 7234"/>
                <a:gd name="connsiteY3" fmla="*/ 0 h 5224"/>
                <a:gd name="connsiteX4" fmla="*/ 0 w 7234"/>
                <a:gd name="connsiteY4" fmla="*/ 1405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5224">
                  <a:moveTo>
                    <a:pt x="0" y="1405"/>
                  </a:moveTo>
                  <a:lnTo>
                    <a:pt x="4638" y="5224"/>
                  </a:lnTo>
                  <a:lnTo>
                    <a:pt x="7235" y="0"/>
                  </a:lnTo>
                  <a:lnTo>
                    <a:pt x="3617" y="0"/>
                  </a:lnTo>
                  <a:lnTo>
                    <a:pt x="0" y="140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AA84D314-6FAC-D28A-9B29-FE15FACFAB79}"/>
                </a:ext>
              </a:extLst>
            </p:cNvPr>
            <p:cNvSpPr>
              <a:spLocks/>
            </p:cNvSpPr>
            <p:nvPr/>
          </p:nvSpPr>
          <p:spPr>
            <a:xfrm>
              <a:off x="3892580" y="2639738"/>
              <a:ext cx="35443" cy="15988"/>
            </a:xfrm>
            <a:custGeom>
              <a:avLst/>
              <a:gdLst>
                <a:gd name="connsiteX0" fmla="*/ 8951 w 23745"/>
                <a:gd name="connsiteY0" fmla="*/ 10712 h 10711"/>
                <a:gd name="connsiteX1" fmla="*/ 11873 w 23745"/>
                <a:gd name="connsiteY1" fmla="*/ 5356 h 10711"/>
                <a:gd name="connsiteX2" fmla="*/ 15907 w 23745"/>
                <a:gd name="connsiteY2" fmla="*/ 9351 h 10711"/>
                <a:gd name="connsiteX3" fmla="*/ 21705 w 23745"/>
                <a:gd name="connsiteY3" fmla="*/ 5356 h 10711"/>
                <a:gd name="connsiteX4" fmla="*/ 18551 w 23745"/>
                <a:gd name="connsiteY4" fmla="*/ 3863 h 10711"/>
                <a:gd name="connsiteX5" fmla="*/ 23745 w 23745"/>
                <a:gd name="connsiteY5" fmla="*/ 0 h 10711"/>
                <a:gd name="connsiteX6" fmla="*/ 17948 w 23745"/>
                <a:gd name="connsiteY6" fmla="*/ 0 h 10711"/>
                <a:gd name="connsiteX7" fmla="*/ 13310 w 23745"/>
                <a:gd name="connsiteY7" fmla="*/ 1405 h 10711"/>
                <a:gd name="connsiteX8" fmla="*/ 3154 w 23745"/>
                <a:gd name="connsiteY8" fmla="*/ 0 h 10711"/>
                <a:gd name="connsiteX9" fmla="*/ 3154 w 23745"/>
                <a:gd name="connsiteY9" fmla="*/ 4127 h 10711"/>
                <a:gd name="connsiteX10" fmla="*/ 0 w 23745"/>
                <a:gd name="connsiteY10" fmla="*/ 6322 h 10711"/>
                <a:gd name="connsiteX11" fmla="*/ 0 w 23745"/>
                <a:gd name="connsiteY11" fmla="*/ 10712 h 10711"/>
                <a:gd name="connsiteX12" fmla="*/ 3154 w 23745"/>
                <a:gd name="connsiteY12" fmla="*/ 10712 h 10711"/>
                <a:gd name="connsiteX13" fmla="*/ 8951 w 23745"/>
                <a:gd name="connsiteY13" fmla="*/ 10712 h 1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45" h="10711">
                  <a:moveTo>
                    <a:pt x="8951" y="10712"/>
                  </a:moveTo>
                  <a:lnTo>
                    <a:pt x="11873" y="5356"/>
                  </a:lnTo>
                  <a:lnTo>
                    <a:pt x="15907" y="9351"/>
                  </a:lnTo>
                  <a:lnTo>
                    <a:pt x="21705" y="5356"/>
                  </a:lnTo>
                  <a:lnTo>
                    <a:pt x="18551" y="3863"/>
                  </a:lnTo>
                  <a:lnTo>
                    <a:pt x="23745" y="0"/>
                  </a:lnTo>
                  <a:lnTo>
                    <a:pt x="17948" y="0"/>
                  </a:lnTo>
                  <a:lnTo>
                    <a:pt x="13310" y="1405"/>
                  </a:lnTo>
                  <a:lnTo>
                    <a:pt x="3154" y="0"/>
                  </a:lnTo>
                  <a:lnTo>
                    <a:pt x="3154" y="4127"/>
                  </a:lnTo>
                  <a:lnTo>
                    <a:pt x="0" y="6322"/>
                  </a:lnTo>
                  <a:lnTo>
                    <a:pt x="0" y="10712"/>
                  </a:lnTo>
                  <a:lnTo>
                    <a:pt x="3154" y="10712"/>
                  </a:lnTo>
                  <a:lnTo>
                    <a:pt x="8951" y="107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F4DF67E3-B90A-4D3C-43DF-FA268BA534DA}"/>
                </a:ext>
              </a:extLst>
            </p:cNvPr>
            <p:cNvSpPr>
              <a:spLocks/>
            </p:cNvSpPr>
            <p:nvPr/>
          </p:nvSpPr>
          <p:spPr>
            <a:xfrm>
              <a:off x="1759159" y="2120505"/>
              <a:ext cx="10590" cy="4848"/>
            </a:xfrm>
            <a:custGeom>
              <a:avLst/>
              <a:gdLst>
                <a:gd name="connsiteX0" fmla="*/ 5797 w 7095"/>
                <a:gd name="connsiteY0" fmla="*/ 0 h 3248"/>
                <a:gd name="connsiteX1" fmla="*/ 0 w 7095"/>
                <a:gd name="connsiteY1" fmla="*/ 1361 h 3248"/>
                <a:gd name="connsiteX2" fmla="*/ 0 w 7095"/>
                <a:gd name="connsiteY2" fmla="*/ 3249 h 3248"/>
                <a:gd name="connsiteX3" fmla="*/ 7096 w 7095"/>
                <a:gd name="connsiteY3" fmla="*/ 3249 h 3248"/>
                <a:gd name="connsiteX4" fmla="*/ 5797 w 7095"/>
                <a:gd name="connsiteY4" fmla="*/ 0 h 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5" h="3248">
                  <a:moveTo>
                    <a:pt x="5797" y="0"/>
                  </a:moveTo>
                  <a:lnTo>
                    <a:pt x="0" y="1361"/>
                  </a:lnTo>
                  <a:lnTo>
                    <a:pt x="0" y="3249"/>
                  </a:lnTo>
                  <a:lnTo>
                    <a:pt x="7096" y="3249"/>
                  </a:lnTo>
                  <a:lnTo>
                    <a:pt x="579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A7BA230B-B971-B042-B021-D284558E76C2}"/>
                </a:ext>
              </a:extLst>
            </p:cNvPr>
            <p:cNvSpPr>
              <a:spLocks/>
            </p:cNvSpPr>
            <p:nvPr/>
          </p:nvSpPr>
          <p:spPr>
            <a:xfrm>
              <a:off x="1730568" y="2109824"/>
              <a:ext cx="4776" cy="8583"/>
            </a:xfrm>
            <a:custGeom>
              <a:avLst/>
              <a:gdLst>
                <a:gd name="connsiteX0" fmla="*/ 1762 w 3200"/>
                <a:gd name="connsiteY0" fmla="*/ 5751 h 5750"/>
                <a:gd name="connsiteX1" fmla="*/ 3200 w 3200"/>
                <a:gd name="connsiteY1" fmla="*/ 0 h 5750"/>
                <a:gd name="connsiteX2" fmla="*/ 0 w 3200"/>
                <a:gd name="connsiteY2" fmla="*/ 1932 h 5750"/>
                <a:gd name="connsiteX3" fmla="*/ 1762 w 3200"/>
                <a:gd name="connsiteY3" fmla="*/ 5751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00" h="5750">
                  <a:moveTo>
                    <a:pt x="1762" y="5751"/>
                  </a:moveTo>
                  <a:lnTo>
                    <a:pt x="3200" y="0"/>
                  </a:lnTo>
                  <a:lnTo>
                    <a:pt x="0" y="1932"/>
                  </a:lnTo>
                  <a:lnTo>
                    <a:pt x="1762" y="57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6DA28E66-7A41-4870-0461-31DC4BD6BB3D}"/>
                </a:ext>
              </a:extLst>
            </p:cNvPr>
            <p:cNvSpPr>
              <a:spLocks/>
            </p:cNvSpPr>
            <p:nvPr/>
          </p:nvSpPr>
          <p:spPr>
            <a:xfrm>
              <a:off x="3879355" y="2542298"/>
              <a:ext cx="10176" cy="13105"/>
            </a:xfrm>
            <a:custGeom>
              <a:avLst/>
              <a:gdLst>
                <a:gd name="connsiteX0" fmla="*/ 6817 w 6817"/>
                <a:gd name="connsiteY0" fmla="*/ 4390 h 8780"/>
                <a:gd name="connsiteX1" fmla="*/ 1577 w 6817"/>
                <a:gd name="connsiteY1" fmla="*/ 0 h 8780"/>
                <a:gd name="connsiteX2" fmla="*/ 0 w 6817"/>
                <a:gd name="connsiteY2" fmla="*/ 8780 h 8780"/>
                <a:gd name="connsiteX3" fmla="*/ 4220 w 6817"/>
                <a:gd name="connsiteY3" fmla="*/ 8780 h 8780"/>
                <a:gd name="connsiteX4" fmla="*/ 6817 w 6817"/>
                <a:gd name="connsiteY4" fmla="*/ 4390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7" h="8780">
                  <a:moveTo>
                    <a:pt x="6817" y="4390"/>
                  </a:moveTo>
                  <a:lnTo>
                    <a:pt x="1577" y="0"/>
                  </a:lnTo>
                  <a:lnTo>
                    <a:pt x="0" y="8780"/>
                  </a:lnTo>
                  <a:lnTo>
                    <a:pt x="4220" y="8780"/>
                  </a:lnTo>
                  <a:lnTo>
                    <a:pt x="6817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77F72FB-D242-91FB-5D6C-0A52CDE34224}"/>
                </a:ext>
              </a:extLst>
            </p:cNvPr>
            <p:cNvSpPr>
              <a:spLocks/>
            </p:cNvSpPr>
            <p:nvPr/>
          </p:nvSpPr>
          <p:spPr>
            <a:xfrm>
              <a:off x="8984433" y="4788620"/>
              <a:ext cx="13844" cy="21230"/>
            </a:xfrm>
            <a:custGeom>
              <a:avLst/>
              <a:gdLst>
                <a:gd name="connsiteX0" fmla="*/ 2876 w 9275"/>
                <a:gd name="connsiteY0" fmla="*/ 4390 h 14223"/>
                <a:gd name="connsiteX1" fmla="*/ 0 w 9275"/>
                <a:gd name="connsiteY1" fmla="*/ 10975 h 14223"/>
                <a:gd name="connsiteX2" fmla="*/ 2737 w 9275"/>
                <a:gd name="connsiteY2" fmla="*/ 14224 h 14223"/>
                <a:gd name="connsiteX3" fmla="*/ 5473 w 9275"/>
                <a:gd name="connsiteY3" fmla="*/ 12643 h 14223"/>
                <a:gd name="connsiteX4" fmla="*/ 7514 w 9275"/>
                <a:gd name="connsiteY4" fmla="*/ 7112 h 14223"/>
                <a:gd name="connsiteX5" fmla="*/ 9275 w 9275"/>
                <a:gd name="connsiteY5" fmla="*/ 2766 h 14223"/>
                <a:gd name="connsiteX6" fmla="*/ 5473 w 9275"/>
                <a:gd name="connsiteY6" fmla="*/ 0 h 14223"/>
                <a:gd name="connsiteX7" fmla="*/ 2876 w 9275"/>
                <a:gd name="connsiteY7" fmla="*/ 4390 h 1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75" h="14223">
                  <a:moveTo>
                    <a:pt x="2876" y="4390"/>
                  </a:moveTo>
                  <a:lnTo>
                    <a:pt x="0" y="10975"/>
                  </a:lnTo>
                  <a:lnTo>
                    <a:pt x="2737" y="14224"/>
                  </a:lnTo>
                  <a:lnTo>
                    <a:pt x="5473" y="12643"/>
                  </a:lnTo>
                  <a:lnTo>
                    <a:pt x="7514" y="7112"/>
                  </a:lnTo>
                  <a:lnTo>
                    <a:pt x="9275" y="2766"/>
                  </a:lnTo>
                  <a:lnTo>
                    <a:pt x="5473" y="0"/>
                  </a:lnTo>
                  <a:lnTo>
                    <a:pt x="2876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ED8F3523-211C-410F-D6C7-38220695CE8E}"/>
                </a:ext>
              </a:extLst>
            </p:cNvPr>
            <p:cNvSpPr>
              <a:spLocks/>
            </p:cNvSpPr>
            <p:nvPr/>
          </p:nvSpPr>
          <p:spPr>
            <a:xfrm>
              <a:off x="8972320" y="4923342"/>
              <a:ext cx="7337" cy="9435"/>
            </a:xfrm>
            <a:custGeom>
              <a:avLst/>
              <a:gdLst>
                <a:gd name="connsiteX0" fmla="*/ 4916 w 4916"/>
                <a:gd name="connsiteY0" fmla="*/ 6322 h 6321"/>
                <a:gd name="connsiteX1" fmla="*/ 4916 w 4916"/>
                <a:gd name="connsiteY1" fmla="*/ 0 h 6321"/>
                <a:gd name="connsiteX2" fmla="*/ 0 w 4916"/>
                <a:gd name="connsiteY2" fmla="*/ 3161 h 6321"/>
                <a:gd name="connsiteX3" fmla="*/ 4916 w 4916"/>
                <a:gd name="connsiteY3" fmla="*/ 6322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16" h="6321">
                  <a:moveTo>
                    <a:pt x="4916" y="6322"/>
                  </a:moveTo>
                  <a:lnTo>
                    <a:pt x="4916" y="0"/>
                  </a:lnTo>
                  <a:lnTo>
                    <a:pt x="0" y="3161"/>
                  </a:lnTo>
                  <a:lnTo>
                    <a:pt x="4916" y="63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9E357651-D3E1-2F16-2AB1-056744C97FCC}"/>
                </a:ext>
              </a:extLst>
            </p:cNvPr>
            <p:cNvSpPr>
              <a:spLocks/>
            </p:cNvSpPr>
            <p:nvPr/>
          </p:nvSpPr>
          <p:spPr>
            <a:xfrm>
              <a:off x="3850559" y="2629909"/>
              <a:ext cx="36758" cy="23785"/>
            </a:xfrm>
            <a:custGeom>
              <a:avLst/>
              <a:gdLst>
                <a:gd name="connsiteX0" fmla="*/ 20174 w 24626"/>
                <a:gd name="connsiteY0" fmla="*/ 15936 h 15935"/>
                <a:gd name="connsiteX1" fmla="*/ 19293 w 24626"/>
                <a:gd name="connsiteY1" fmla="*/ 11546 h 15935"/>
                <a:gd name="connsiteX2" fmla="*/ 15676 w 24626"/>
                <a:gd name="connsiteY2" fmla="*/ 11546 h 15935"/>
                <a:gd name="connsiteX3" fmla="*/ 24626 w 24626"/>
                <a:gd name="connsiteY3" fmla="*/ 4961 h 15935"/>
                <a:gd name="connsiteX4" fmla="*/ 24626 w 24626"/>
                <a:gd name="connsiteY4" fmla="*/ 0 h 15935"/>
                <a:gd name="connsiteX5" fmla="*/ 15954 w 24626"/>
                <a:gd name="connsiteY5" fmla="*/ 3029 h 15935"/>
                <a:gd name="connsiteX6" fmla="*/ 12336 w 24626"/>
                <a:gd name="connsiteY6" fmla="*/ 6892 h 15935"/>
                <a:gd name="connsiteX7" fmla="*/ 8394 w 24626"/>
                <a:gd name="connsiteY7" fmla="*/ 12116 h 15935"/>
                <a:gd name="connsiteX8" fmla="*/ 2922 w 24626"/>
                <a:gd name="connsiteY8" fmla="*/ 9921 h 15935"/>
                <a:gd name="connsiteX9" fmla="*/ 0 w 24626"/>
                <a:gd name="connsiteY9" fmla="*/ 12116 h 15935"/>
                <a:gd name="connsiteX10" fmla="*/ 5519 w 24626"/>
                <a:gd name="connsiteY10" fmla="*/ 15936 h 15935"/>
                <a:gd name="connsiteX11" fmla="*/ 20174 w 24626"/>
                <a:gd name="connsiteY11" fmla="*/ 15936 h 1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626" h="15935">
                  <a:moveTo>
                    <a:pt x="20174" y="15936"/>
                  </a:moveTo>
                  <a:lnTo>
                    <a:pt x="19293" y="11546"/>
                  </a:lnTo>
                  <a:lnTo>
                    <a:pt x="15676" y="11546"/>
                  </a:lnTo>
                  <a:lnTo>
                    <a:pt x="24626" y="4961"/>
                  </a:lnTo>
                  <a:lnTo>
                    <a:pt x="24626" y="0"/>
                  </a:lnTo>
                  <a:lnTo>
                    <a:pt x="15954" y="3029"/>
                  </a:lnTo>
                  <a:lnTo>
                    <a:pt x="12336" y="6892"/>
                  </a:lnTo>
                  <a:lnTo>
                    <a:pt x="8394" y="12116"/>
                  </a:lnTo>
                  <a:lnTo>
                    <a:pt x="2922" y="9921"/>
                  </a:lnTo>
                  <a:lnTo>
                    <a:pt x="0" y="12116"/>
                  </a:lnTo>
                  <a:lnTo>
                    <a:pt x="5519" y="15936"/>
                  </a:lnTo>
                  <a:lnTo>
                    <a:pt x="20174" y="159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2641C37B-DB63-8038-33BE-95D03E1A6532}"/>
                </a:ext>
              </a:extLst>
            </p:cNvPr>
            <p:cNvSpPr>
              <a:spLocks/>
            </p:cNvSpPr>
            <p:nvPr/>
          </p:nvSpPr>
          <p:spPr>
            <a:xfrm>
              <a:off x="8993295" y="4770207"/>
              <a:ext cx="7546" cy="10221"/>
            </a:xfrm>
            <a:custGeom>
              <a:avLst/>
              <a:gdLst>
                <a:gd name="connsiteX0" fmla="*/ 3339 w 5055"/>
                <a:gd name="connsiteY0" fmla="*/ 6848 h 6848"/>
                <a:gd name="connsiteX1" fmla="*/ 5056 w 5055"/>
                <a:gd name="connsiteY1" fmla="*/ 0 h 6848"/>
                <a:gd name="connsiteX2" fmla="*/ 0 w 5055"/>
                <a:gd name="connsiteY2" fmla="*/ 3424 h 6848"/>
                <a:gd name="connsiteX3" fmla="*/ 3339 w 5055"/>
                <a:gd name="connsiteY3" fmla="*/ 6848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5" h="6848">
                  <a:moveTo>
                    <a:pt x="3339" y="6848"/>
                  </a:moveTo>
                  <a:lnTo>
                    <a:pt x="5056" y="0"/>
                  </a:lnTo>
                  <a:lnTo>
                    <a:pt x="0" y="3424"/>
                  </a:lnTo>
                  <a:lnTo>
                    <a:pt x="3339" y="68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4EAE0C27-E9A2-8EEE-2AD2-A4606E802D75}"/>
                </a:ext>
              </a:extLst>
            </p:cNvPr>
            <p:cNvSpPr>
              <a:spLocks/>
            </p:cNvSpPr>
            <p:nvPr/>
          </p:nvSpPr>
          <p:spPr>
            <a:xfrm>
              <a:off x="9025555" y="4685873"/>
              <a:ext cx="6438" cy="6093"/>
            </a:xfrm>
            <a:custGeom>
              <a:avLst/>
              <a:gdLst>
                <a:gd name="connsiteX0" fmla="*/ 1716 w 4313"/>
                <a:gd name="connsiteY0" fmla="*/ 4083 h 4082"/>
                <a:gd name="connsiteX1" fmla="*/ 4313 w 4313"/>
                <a:gd name="connsiteY1" fmla="*/ 0 h 4082"/>
                <a:gd name="connsiteX2" fmla="*/ 0 w 4313"/>
                <a:gd name="connsiteY2" fmla="*/ 0 h 4082"/>
                <a:gd name="connsiteX3" fmla="*/ 1716 w 4313"/>
                <a:gd name="connsiteY3" fmla="*/ 4083 h 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3" h="4082">
                  <a:moveTo>
                    <a:pt x="1716" y="4083"/>
                  </a:moveTo>
                  <a:lnTo>
                    <a:pt x="4313" y="0"/>
                  </a:lnTo>
                  <a:lnTo>
                    <a:pt x="0" y="0"/>
                  </a:lnTo>
                  <a:lnTo>
                    <a:pt x="1716" y="408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5E18407F-E3C3-A14E-7878-339CB1337AA5}"/>
                </a:ext>
              </a:extLst>
            </p:cNvPr>
            <p:cNvSpPr>
              <a:spLocks/>
            </p:cNvSpPr>
            <p:nvPr/>
          </p:nvSpPr>
          <p:spPr>
            <a:xfrm>
              <a:off x="3532129" y="2739731"/>
              <a:ext cx="19451" cy="11008"/>
            </a:xfrm>
            <a:custGeom>
              <a:avLst/>
              <a:gdLst>
                <a:gd name="connsiteX0" fmla="*/ 13032 w 13031"/>
                <a:gd name="connsiteY0" fmla="*/ 1229 h 7375"/>
                <a:gd name="connsiteX1" fmla="*/ 8116 w 13031"/>
                <a:gd name="connsiteY1" fmla="*/ 0 h 7375"/>
                <a:gd name="connsiteX2" fmla="*/ 0 w 13031"/>
                <a:gd name="connsiteY2" fmla="*/ 4302 h 7375"/>
                <a:gd name="connsiteX3" fmla="*/ 1438 w 13031"/>
                <a:gd name="connsiteY3" fmla="*/ 7375 h 7375"/>
                <a:gd name="connsiteX4" fmla="*/ 13032 w 13031"/>
                <a:gd name="connsiteY4" fmla="*/ 1229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31" h="7375">
                  <a:moveTo>
                    <a:pt x="13032" y="1229"/>
                  </a:moveTo>
                  <a:lnTo>
                    <a:pt x="8116" y="0"/>
                  </a:lnTo>
                  <a:lnTo>
                    <a:pt x="0" y="4302"/>
                  </a:lnTo>
                  <a:lnTo>
                    <a:pt x="1438" y="7375"/>
                  </a:lnTo>
                  <a:lnTo>
                    <a:pt x="13032" y="12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74674645-2642-58F0-F007-81ADC562DB58}"/>
                </a:ext>
              </a:extLst>
            </p:cNvPr>
            <p:cNvSpPr>
              <a:spLocks/>
            </p:cNvSpPr>
            <p:nvPr/>
          </p:nvSpPr>
          <p:spPr>
            <a:xfrm>
              <a:off x="6412686" y="2775704"/>
              <a:ext cx="20767" cy="14743"/>
            </a:xfrm>
            <a:custGeom>
              <a:avLst/>
              <a:gdLst>
                <a:gd name="connsiteX0" fmla="*/ 12475 w 13913"/>
                <a:gd name="connsiteY0" fmla="*/ 9878 h 9877"/>
                <a:gd name="connsiteX1" fmla="*/ 13913 w 13913"/>
                <a:gd name="connsiteY1" fmla="*/ 4653 h 9877"/>
                <a:gd name="connsiteX2" fmla="*/ 0 w 13913"/>
                <a:gd name="connsiteY2" fmla="*/ 0 h 9877"/>
                <a:gd name="connsiteX3" fmla="*/ 12475 w 13913"/>
                <a:gd name="connsiteY3" fmla="*/ 9878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13" h="9877">
                  <a:moveTo>
                    <a:pt x="12475" y="9878"/>
                  </a:moveTo>
                  <a:lnTo>
                    <a:pt x="13913" y="4653"/>
                  </a:lnTo>
                  <a:cubicBezTo>
                    <a:pt x="13913" y="4653"/>
                    <a:pt x="1438" y="263"/>
                    <a:pt x="0" y="0"/>
                  </a:cubicBezTo>
                  <a:lnTo>
                    <a:pt x="12475" y="987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1B75D8C4-02D7-E0CB-A78C-17C24521EB89}"/>
                </a:ext>
              </a:extLst>
            </p:cNvPr>
            <p:cNvSpPr>
              <a:spLocks/>
            </p:cNvSpPr>
            <p:nvPr/>
          </p:nvSpPr>
          <p:spPr>
            <a:xfrm>
              <a:off x="6475887" y="2816267"/>
              <a:ext cx="40703" cy="17232"/>
            </a:xfrm>
            <a:custGeom>
              <a:avLst/>
              <a:gdLst>
                <a:gd name="connsiteX0" fmla="*/ 15212 w 27269"/>
                <a:gd name="connsiteY0" fmla="*/ 9351 h 11545"/>
                <a:gd name="connsiteX1" fmla="*/ 27270 w 27269"/>
                <a:gd name="connsiteY1" fmla="*/ 11546 h 11545"/>
                <a:gd name="connsiteX2" fmla="*/ 17113 w 27269"/>
                <a:gd name="connsiteY2" fmla="*/ 7419 h 11545"/>
                <a:gd name="connsiteX3" fmla="*/ 11594 w 27269"/>
                <a:gd name="connsiteY3" fmla="*/ 0 h 11545"/>
                <a:gd name="connsiteX4" fmla="*/ 0 w 27269"/>
                <a:gd name="connsiteY4" fmla="*/ 0 h 11545"/>
                <a:gd name="connsiteX5" fmla="*/ 10435 w 27269"/>
                <a:gd name="connsiteY5" fmla="*/ 3029 h 11545"/>
                <a:gd name="connsiteX6" fmla="*/ 15212 w 27269"/>
                <a:gd name="connsiteY6" fmla="*/ 9351 h 1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69" h="11545">
                  <a:moveTo>
                    <a:pt x="15212" y="9351"/>
                  </a:moveTo>
                  <a:lnTo>
                    <a:pt x="27270" y="11546"/>
                  </a:lnTo>
                  <a:lnTo>
                    <a:pt x="17113" y="7419"/>
                  </a:lnTo>
                  <a:lnTo>
                    <a:pt x="11594" y="0"/>
                  </a:lnTo>
                  <a:lnTo>
                    <a:pt x="0" y="0"/>
                  </a:lnTo>
                  <a:lnTo>
                    <a:pt x="10435" y="3029"/>
                  </a:lnTo>
                  <a:lnTo>
                    <a:pt x="15212" y="93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004A2A2D-C150-A169-EF7E-82160852BB87}"/>
                </a:ext>
              </a:extLst>
            </p:cNvPr>
            <p:cNvSpPr>
              <a:spLocks/>
            </p:cNvSpPr>
            <p:nvPr/>
          </p:nvSpPr>
          <p:spPr>
            <a:xfrm>
              <a:off x="3803834" y="2959246"/>
              <a:ext cx="12597" cy="12253"/>
            </a:xfrm>
            <a:custGeom>
              <a:avLst/>
              <a:gdLst>
                <a:gd name="connsiteX0" fmla="*/ 0 w 8440"/>
                <a:gd name="connsiteY0" fmla="*/ 8209 h 8209"/>
                <a:gd name="connsiteX1" fmla="*/ 8441 w 8440"/>
                <a:gd name="connsiteY1" fmla="*/ 8209 h 8209"/>
                <a:gd name="connsiteX2" fmla="*/ 6122 w 8440"/>
                <a:gd name="connsiteY2" fmla="*/ 0 h 8209"/>
                <a:gd name="connsiteX3" fmla="*/ 2597 w 8440"/>
                <a:gd name="connsiteY3" fmla="*/ 2722 h 8209"/>
                <a:gd name="connsiteX4" fmla="*/ 0 w 8440"/>
                <a:gd name="connsiteY4" fmla="*/ 8209 h 8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40" h="8209">
                  <a:moveTo>
                    <a:pt x="0" y="8209"/>
                  </a:moveTo>
                  <a:lnTo>
                    <a:pt x="8441" y="8209"/>
                  </a:lnTo>
                  <a:lnTo>
                    <a:pt x="6122" y="0"/>
                  </a:lnTo>
                  <a:lnTo>
                    <a:pt x="2597" y="2722"/>
                  </a:lnTo>
                  <a:lnTo>
                    <a:pt x="0" y="82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830D9D83-8E36-2E7C-69D7-734217C33D6C}"/>
                </a:ext>
              </a:extLst>
            </p:cNvPr>
            <p:cNvSpPr>
              <a:spLocks/>
            </p:cNvSpPr>
            <p:nvPr/>
          </p:nvSpPr>
          <p:spPr>
            <a:xfrm>
              <a:off x="6446052" y="2800671"/>
              <a:ext cx="27273" cy="12711"/>
            </a:xfrm>
            <a:custGeom>
              <a:avLst/>
              <a:gdLst>
                <a:gd name="connsiteX0" fmla="*/ 14794 w 18272"/>
                <a:gd name="connsiteY0" fmla="*/ 8517 h 8516"/>
                <a:gd name="connsiteX1" fmla="*/ 18273 w 18272"/>
                <a:gd name="connsiteY1" fmla="*/ 5224 h 8516"/>
                <a:gd name="connsiteX2" fmla="*/ 12475 w 18272"/>
                <a:gd name="connsiteY2" fmla="*/ 4258 h 8516"/>
                <a:gd name="connsiteX3" fmla="*/ 7838 w 18272"/>
                <a:gd name="connsiteY3" fmla="*/ 0 h 8516"/>
                <a:gd name="connsiteX4" fmla="*/ 0 w 18272"/>
                <a:gd name="connsiteY4" fmla="*/ 0 h 8516"/>
                <a:gd name="connsiteX5" fmla="*/ 5797 w 18272"/>
                <a:gd name="connsiteY5" fmla="*/ 2722 h 8516"/>
                <a:gd name="connsiteX6" fmla="*/ 14794 w 18272"/>
                <a:gd name="connsiteY6" fmla="*/ 8473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72" h="8516">
                  <a:moveTo>
                    <a:pt x="14794" y="8517"/>
                  </a:moveTo>
                  <a:cubicBezTo>
                    <a:pt x="15954" y="8517"/>
                    <a:pt x="18273" y="5224"/>
                    <a:pt x="18273" y="5224"/>
                  </a:cubicBezTo>
                  <a:lnTo>
                    <a:pt x="12475" y="4258"/>
                  </a:lnTo>
                  <a:lnTo>
                    <a:pt x="7838" y="0"/>
                  </a:lnTo>
                  <a:lnTo>
                    <a:pt x="0" y="0"/>
                  </a:lnTo>
                  <a:lnTo>
                    <a:pt x="5797" y="2722"/>
                  </a:lnTo>
                  <a:cubicBezTo>
                    <a:pt x="5797" y="2722"/>
                    <a:pt x="13635" y="8473"/>
                    <a:pt x="14794" y="847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A762589A-FAA9-040D-D668-47B43F08A660}"/>
                </a:ext>
              </a:extLst>
            </p:cNvPr>
            <p:cNvSpPr>
              <a:spLocks/>
            </p:cNvSpPr>
            <p:nvPr/>
          </p:nvSpPr>
          <p:spPr>
            <a:xfrm>
              <a:off x="6475887" y="2858465"/>
              <a:ext cx="45410" cy="32369"/>
            </a:xfrm>
            <a:custGeom>
              <a:avLst/>
              <a:gdLst>
                <a:gd name="connsiteX0" fmla="*/ 9878 w 30423"/>
                <a:gd name="connsiteY0" fmla="*/ 12073 h 21686"/>
                <a:gd name="connsiteX1" fmla="*/ 12754 w 30423"/>
                <a:gd name="connsiteY1" fmla="*/ 6848 h 21686"/>
                <a:gd name="connsiteX2" fmla="*/ 17716 w 30423"/>
                <a:gd name="connsiteY2" fmla="*/ 5751 h 21686"/>
                <a:gd name="connsiteX3" fmla="*/ 22910 w 30423"/>
                <a:gd name="connsiteY3" fmla="*/ 6585 h 21686"/>
                <a:gd name="connsiteX4" fmla="*/ 30423 w 30423"/>
                <a:gd name="connsiteY4" fmla="*/ 6322 h 21686"/>
                <a:gd name="connsiteX5" fmla="*/ 30423 w 30423"/>
                <a:gd name="connsiteY5" fmla="*/ 2458 h 21686"/>
                <a:gd name="connsiteX6" fmla="*/ 26992 w 30423"/>
                <a:gd name="connsiteY6" fmla="*/ 0 h 21686"/>
                <a:gd name="connsiteX7" fmla="*/ 23189 w 30423"/>
                <a:gd name="connsiteY7" fmla="*/ 3293 h 21686"/>
                <a:gd name="connsiteX8" fmla="*/ 11594 w 30423"/>
                <a:gd name="connsiteY8" fmla="*/ 3293 h 21686"/>
                <a:gd name="connsiteX9" fmla="*/ 8441 w 30423"/>
                <a:gd name="connsiteY9" fmla="*/ 3293 h 21686"/>
                <a:gd name="connsiteX10" fmla="*/ 8441 w 30423"/>
                <a:gd name="connsiteY10" fmla="*/ 9043 h 21686"/>
                <a:gd name="connsiteX11" fmla="*/ 0 w 30423"/>
                <a:gd name="connsiteY11" fmla="*/ 20282 h 21686"/>
                <a:gd name="connsiteX12" fmla="*/ 2597 w 30423"/>
                <a:gd name="connsiteY12" fmla="*/ 21687 h 21686"/>
                <a:gd name="connsiteX13" fmla="*/ 9878 w 30423"/>
                <a:gd name="connsiteY13" fmla="*/ 12073 h 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423" h="21686">
                  <a:moveTo>
                    <a:pt x="9878" y="12073"/>
                  </a:moveTo>
                  <a:lnTo>
                    <a:pt x="12754" y="6848"/>
                  </a:lnTo>
                  <a:lnTo>
                    <a:pt x="17716" y="5751"/>
                  </a:lnTo>
                  <a:lnTo>
                    <a:pt x="22910" y="6585"/>
                  </a:lnTo>
                  <a:lnTo>
                    <a:pt x="30423" y="6322"/>
                  </a:lnTo>
                  <a:lnTo>
                    <a:pt x="30423" y="2458"/>
                  </a:lnTo>
                  <a:lnTo>
                    <a:pt x="26992" y="0"/>
                  </a:lnTo>
                  <a:lnTo>
                    <a:pt x="23189" y="3293"/>
                  </a:lnTo>
                  <a:lnTo>
                    <a:pt x="11594" y="3293"/>
                  </a:lnTo>
                  <a:lnTo>
                    <a:pt x="8441" y="3293"/>
                  </a:lnTo>
                  <a:lnTo>
                    <a:pt x="8441" y="9043"/>
                  </a:lnTo>
                  <a:lnTo>
                    <a:pt x="0" y="20282"/>
                  </a:lnTo>
                  <a:lnTo>
                    <a:pt x="2597" y="21687"/>
                  </a:lnTo>
                  <a:lnTo>
                    <a:pt x="9878" y="120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97A4FEEE-6270-A5B6-7E3F-6BC6F77527BC}"/>
                </a:ext>
              </a:extLst>
            </p:cNvPr>
            <p:cNvSpPr>
              <a:spLocks/>
            </p:cNvSpPr>
            <p:nvPr/>
          </p:nvSpPr>
          <p:spPr>
            <a:xfrm>
              <a:off x="3484571" y="2758931"/>
              <a:ext cx="33296" cy="16381"/>
            </a:xfrm>
            <a:custGeom>
              <a:avLst/>
              <a:gdLst>
                <a:gd name="connsiteX0" fmla="*/ 7142 w 22307"/>
                <a:gd name="connsiteY0" fmla="*/ 1317 h 10975"/>
                <a:gd name="connsiteX1" fmla="*/ 6678 w 22307"/>
                <a:gd name="connsiteY1" fmla="*/ 0 h 10975"/>
                <a:gd name="connsiteX2" fmla="*/ 4638 w 22307"/>
                <a:gd name="connsiteY2" fmla="*/ 3863 h 10975"/>
                <a:gd name="connsiteX3" fmla="*/ 0 w 22307"/>
                <a:gd name="connsiteY3" fmla="*/ 0 h 10975"/>
                <a:gd name="connsiteX4" fmla="*/ 6678 w 22307"/>
                <a:gd name="connsiteY4" fmla="*/ 10975 h 10975"/>
                <a:gd name="connsiteX5" fmla="*/ 18551 w 22307"/>
                <a:gd name="connsiteY5" fmla="*/ 10975 h 10975"/>
                <a:gd name="connsiteX6" fmla="*/ 20592 w 22307"/>
                <a:gd name="connsiteY6" fmla="*/ 6892 h 10975"/>
                <a:gd name="connsiteX7" fmla="*/ 22307 w 22307"/>
                <a:gd name="connsiteY7" fmla="*/ 0 h 10975"/>
                <a:gd name="connsiteX8" fmla="*/ 17391 w 22307"/>
                <a:gd name="connsiteY8" fmla="*/ 3424 h 10975"/>
                <a:gd name="connsiteX9" fmla="*/ 15351 w 22307"/>
                <a:gd name="connsiteY9" fmla="*/ 6892 h 10975"/>
                <a:gd name="connsiteX10" fmla="*/ 9275 w 22307"/>
                <a:gd name="connsiteY10" fmla="*/ 6892 h 10975"/>
                <a:gd name="connsiteX11" fmla="*/ 7142 w 22307"/>
                <a:gd name="connsiteY11" fmla="*/ 1317 h 1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307" h="10975">
                  <a:moveTo>
                    <a:pt x="7142" y="1317"/>
                  </a:moveTo>
                  <a:lnTo>
                    <a:pt x="6678" y="0"/>
                  </a:lnTo>
                  <a:lnTo>
                    <a:pt x="4638" y="3863"/>
                  </a:lnTo>
                  <a:lnTo>
                    <a:pt x="0" y="0"/>
                  </a:lnTo>
                  <a:lnTo>
                    <a:pt x="6678" y="10975"/>
                  </a:lnTo>
                  <a:lnTo>
                    <a:pt x="18551" y="10975"/>
                  </a:lnTo>
                  <a:lnTo>
                    <a:pt x="20592" y="6892"/>
                  </a:lnTo>
                  <a:lnTo>
                    <a:pt x="22307" y="0"/>
                  </a:lnTo>
                  <a:lnTo>
                    <a:pt x="17391" y="3424"/>
                  </a:lnTo>
                  <a:lnTo>
                    <a:pt x="15351" y="6892"/>
                  </a:lnTo>
                  <a:lnTo>
                    <a:pt x="9275" y="6892"/>
                  </a:lnTo>
                  <a:lnTo>
                    <a:pt x="7142" y="13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43D38581-18B0-30B8-8D9A-A0B85E92B2A6}"/>
                </a:ext>
              </a:extLst>
            </p:cNvPr>
            <p:cNvSpPr>
              <a:spLocks/>
            </p:cNvSpPr>
            <p:nvPr/>
          </p:nvSpPr>
          <p:spPr>
            <a:xfrm>
              <a:off x="3791512" y="2817512"/>
              <a:ext cx="18828" cy="13956"/>
            </a:xfrm>
            <a:custGeom>
              <a:avLst/>
              <a:gdLst>
                <a:gd name="connsiteX0" fmla="*/ 12615 w 12614"/>
                <a:gd name="connsiteY0" fmla="*/ 7419 h 9350"/>
                <a:gd name="connsiteX1" fmla="*/ 11084 w 12614"/>
                <a:gd name="connsiteY1" fmla="*/ 4961 h 9350"/>
                <a:gd name="connsiteX2" fmla="*/ 5426 w 12614"/>
                <a:gd name="connsiteY2" fmla="*/ 4653 h 9350"/>
                <a:gd name="connsiteX3" fmla="*/ 4220 w 12614"/>
                <a:gd name="connsiteY3" fmla="*/ 834 h 9350"/>
                <a:gd name="connsiteX4" fmla="*/ 0 w 12614"/>
                <a:gd name="connsiteY4" fmla="*/ 0 h 9350"/>
                <a:gd name="connsiteX5" fmla="*/ 0 w 12614"/>
                <a:gd name="connsiteY5" fmla="*/ 4961 h 9350"/>
                <a:gd name="connsiteX6" fmla="*/ 6678 w 12614"/>
                <a:gd name="connsiteY6" fmla="*/ 9351 h 9350"/>
                <a:gd name="connsiteX7" fmla="*/ 12615 w 12614"/>
                <a:gd name="connsiteY7" fmla="*/ 7419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14" h="9350">
                  <a:moveTo>
                    <a:pt x="12615" y="7419"/>
                  </a:moveTo>
                  <a:lnTo>
                    <a:pt x="11084" y="4961"/>
                  </a:lnTo>
                  <a:lnTo>
                    <a:pt x="5426" y="4653"/>
                  </a:lnTo>
                  <a:lnTo>
                    <a:pt x="4220" y="834"/>
                  </a:lnTo>
                  <a:lnTo>
                    <a:pt x="0" y="0"/>
                  </a:lnTo>
                  <a:lnTo>
                    <a:pt x="0" y="4961"/>
                  </a:lnTo>
                  <a:lnTo>
                    <a:pt x="6678" y="9351"/>
                  </a:lnTo>
                  <a:lnTo>
                    <a:pt x="12615" y="74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6941D7A-2634-2029-F269-551B17F8DBAC}"/>
                </a:ext>
              </a:extLst>
            </p:cNvPr>
            <p:cNvSpPr>
              <a:spLocks/>
            </p:cNvSpPr>
            <p:nvPr/>
          </p:nvSpPr>
          <p:spPr>
            <a:xfrm>
              <a:off x="3551579" y="2640591"/>
              <a:ext cx="16890" cy="10221"/>
            </a:xfrm>
            <a:custGeom>
              <a:avLst/>
              <a:gdLst>
                <a:gd name="connsiteX0" fmla="*/ 11316 w 11316"/>
                <a:gd name="connsiteY0" fmla="*/ 5488 h 6848"/>
                <a:gd name="connsiteX1" fmla="*/ 6122 w 11316"/>
                <a:gd name="connsiteY1" fmla="*/ 0 h 6848"/>
                <a:gd name="connsiteX2" fmla="*/ 0 w 11316"/>
                <a:gd name="connsiteY2" fmla="*/ 3424 h 6848"/>
                <a:gd name="connsiteX3" fmla="*/ 6122 w 11316"/>
                <a:gd name="connsiteY3" fmla="*/ 6848 h 6848"/>
                <a:gd name="connsiteX4" fmla="*/ 11316 w 11316"/>
                <a:gd name="connsiteY4" fmla="*/ 5488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16" h="6848">
                  <a:moveTo>
                    <a:pt x="11316" y="5488"/>
                  </a:moveTo>
                  <a:lnTo>
                    <a:pt x="6122" y="0"/>
                  </a:lnTo>
                  <a:lnTo>
                    <a:pt x="0" y="3424"/>
                  </a:lnTo>
                  <a:lnTo>
                    <a:pt x="6122" y="6848"/>
                  </a:lnTo>
                  <a:lnTo>
                    <a:pt x="11316" y="54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8C25666E-0218-EFCF-D822-D58FFAE607A6}"/>
                </a:ext>
              </a:extLst>
            </p:cNvPr>
            <p:cNvSpPr>
              <a:spLocks/>
            </p:cNvSpPr>
            <p:nvPr/>
          </p:nvSpPr>
          <p:spPr>
            <a:xfrm>
              <a:off x="3787426" y="2905121"/>
              <a:ext cx="22912" cy="8256"/>
            </a:xfrm>
            <a:custGeom>
              <a:avLst/>
              <a:gdLst>
                <a:gd name="connsiteX0" fmla="*/ 13820 w 15350"/>
                <a:gd name="connsiteY0" fmla="*/ 5531 h 5531"/>
                <a:gd name="connsiteX1" fmla="*/ 15351 w 15350"/>
                <a:gd name="connsiteY1" fmla="*/ 1405 h 5531"/>
                <a:gd name="connsiteX2" fmla="*/ 3757 w 15350"/>
                <a:gd name="connsiteY2" fmla="*/ 0 h 5531"/>
                <a:gd name="connsiteX3" fmla="*/ 0 w 15350"/>
                <a:gd name="connsiteY3" fmla="*/ 2766 h 5531"/>
                <a:gd name="connsiteX4" fmla="*/ 9415 w 15350"/>
                <a:gd name="connsiteY4" fmla="*/ 3863 h 5531"/>
                <a:gd name="connsiteX5" fmla="*/ 13820 w 15350"/>
                <a:gd name="connsiteY5" fmla="*/ 5531 h 5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0" h="5531">
                  <a:moveTo>
                    <a:pt x="13820" y="5531"/>
                  </a:moveTo>
                  <a:lnTo>
                    <a:pt x="15351" y="1405"/>
                  </a:lnTo>
                  <a:lnTo>
                    <a:pt x="3757" y="0"/>
                  </a:lnTo>
                  <a:lnTo>
                    <a:pt x="0" y="2766"/>
                  </a:lnTo>
                  <a:lnTo>
                    <a:pt x="9415" y="3863"/>
                  </a:lnTo>
                  <a:lnTo>
                    <a:pt x="13820" y="55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F135A9AC-20A9-949F-A0D1-CEAEE0A32DDB}"/>
                </a:ext>
              </a:extLst>
            </p:cNvPr>
            <p:cNvSpPr>
              <a:spLocks/>
            </p:cNvSpPr>
            <p:nvPr/>
          </p:nvSpPr>
          <p:spPr>
            <a:xfrm>
              <a:off x="3582800" y="2775247"/>
              <a:ext cx="22497" cy="27914"/>
            </a:xfrm>
            <a:custGeom>
              <a:avLst/>
              <a:gdLst>
                <a:gd name="connsiteX0" fmla="*/ 8673 w 15072"/>
                <a:gd name="connsiteY0" fmla="*/ 18701 h 18701"/>
                <a:gd name="connsiteX1" fmla="*/ 13310 w 15072"/>
                <a:gd name="connsiteY1" fmla="*/ 17867 h 18701"/>
                <a:gd name="connsiteX2" fmla="*/ 13310 w 15072"/>
                <a:gd name="connsiteY2" fmla="*/ 11809 h 18701"/>
                <a:gd name="connsiteX3" fmla="*/ 15073 w 15072"/>
                <a:gd name="connsiteY3" fmla="*/ 5224 h 18701"/>
                <a:gd name="connsiteX4" fmla="*/ 8673 w 15072"/>
                <a:gd name="connsiteY4" fmla="*/ 0 h 18701"/>
                <a:gd name="connsiteX5" fmla="*/ 2597 w 15072"/>
                <a:gd name="connsiteY5" fmla="*/ 0 h 18701"/>
                <a:gd name="connsiteX6" fmla="*/ 2041 w 15072"/>
                <a:gd name="connsiteY6" fmla="*/ 5488 h 18701"/>
                <a:gd name="connsiteX7" fmla="*/ 0 w 15072"/>
                <a:gd name="connsiteY7" fmla="*/ 9351 h 18701"/>
                <a:gd name="connsiteX8" fmla="*/ 2041 w 15072"/>
                <a:gd name="connsiteY8" fmla="*/ 15102 h 18701"/>
                <a:gd name="connsiteX9" fmla="*/ 8719 w 15072"/>
                <a:gd name="connsiteY9" fmla="*/ 18658 h 1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72" h="18701">
                  <a:moveTo>
                    <a:pt x="8673" y="18701"/>
                  </a:moveTo>
                  <a:lnTo>
                    <a:pt x="13310" y="17867"/>
                  </a:lnTo>
                  <a:lnTo>
                    <a:pt x="13310" y="11809"/>
                  </a:lnTo>
                  <a:lnTo>
                    <a:pt x="15073" y="5224"/>
                  </a:lnTo>
                  <a:cubicBezTo>
                    <a:pt x="15073" y="5224"/>
                    <a:pt x="9554" y="307"/>
                    <a:pt x="8673" y="0"/>
                  </a:cubicBezTo>
                  <a:lnTo>
                    <a:pt x="2597" y="0"/>
                  </a:lnTo>
                  <a:lnTo>
                    <a:pt x="2041" y="5488"/>
                  </a:lnTo>
                  <a:lnTo>
                    <a:pt x="0" y="9351"/>
                  </a:lnTo>
                  <a:lnTo>
                    <a:pt x="2041" y="15102"/>
                  </a:lnTo>
                  <a:lnTo>
                    <a:pt x="8719" y="186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68A77363-0BB0-915C-52EA-AFA8C6D3BFC6}"/>
                </a:ext>
              </a:extLst>
            </p:cNvPr>
            <p:cNvSpPr>
              <a:spLocks/>
            </p:cNvSpPr>
            <p:nvPr/>
          </p:nvSpPr>
          <p:spPr>
            <a:xfrm>
              <a:off x="3080025" y="2613528"/>
              <a:ext cx="9967" cy="7403"/>
            </a:xfrm>
            <a:custGeom>
              <a:avLst/>
              <a:gdLst>
                <a:gd name="connsiteX0" fmla="*/ 0 w 6678"/>
                <a:gd name="connsiteY0" fmla="*/ 0 h 4960"/>
                <a:gd name="connsiteX1" fmla="*/ 2041 w 6678"/>
                <a:gd name="connsiteY1" fmla="*/ 4961 h 4960"/>
                <a:gd name="connsiteX2" fmla="*/ 6678 w 6678"/>
                <a:gd name="connsiteY2" fmla="*/ 1405 h 4960"/>
                <a:gd name="connsiteX3" fmla="*/ 4638 w 6678"/>
                <a:gd name="connsiteY3" fmla="*/ 0 h 4960"/>
                <a:gd name="connsiteX4" fmla="*/ 0 w 6678"/>
                <a:gd name="connsiteY4" fmla="*/ 0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8" h="4960">
                  <a:moveTo>
                    <a:pt x="0" y="0"/>
                  </a:moveTo>
                  <a:lnTo>
                    <a:pt x="2041" y="4961"/>
                  </a:lnTo>
                  <a:lnTo>
                    <a:pt x="6678" y="1405"/>
                  </a:lnTo>
                  <a:lnTo>
                    <a:pt x="463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04C07D48-06A6-0602-CF79-D8B5AFF8985B}"/>
                </a:ext>
              </a:extLst>
            </p:cNvPr>
            <p:cNvSpPr>
              <a:spLocks/>
            </p:cNvSpPr>
            <p:nvPr/>
          </p:nvSpPr>
          <p:spPr>
            <a:xfrm>
              <a:off x="3087778" y="2597145"/>
              <a:ext cx="8237" cy="9043"/>
            </a:xfrm>
            <a:custGeom>
              <a:avLst/>
              <a:gdLst>
                <a:gd name="connsiteX0" fmla="*/ 0 w 5518"/>
                <a:gd name="connsiteY0" fmla="*/ 6058 h 6058"/>
                <a:gd name="connsiteX1" fmla="*/ 5519 w 5518"/>
                <a:gd name="connsiteY1" fmla="*/ 4127 h 6058"/>
                <a:gd name="connsiteX2" fmla="*/ 5519 w 5518"/>
                <a:gd name="connsiteY2" fmla="*/ 0 h 6058"/>
                <a:gd name="connsiteX3" fmla="*/ 0 w 5518"/>
                <a:gd name="connsiteY3" fmla="*/ 2195 h 6058"/>
                <a:gd name="connsiteX4" fmla="*/ 0 w 5518"/>
                <a:gd name="connsiteY4" fmla="*/ 6058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8" h="6058">
                  <a:moveTo>
                    <a:pt x="0" y="6058"/>
                  </a:moveTo>
                  <a:lnTo>
                    <a:pt x="5519" y="4127"/>
                  </a:lnTo>
                  <a:lnTo>
                    <a:pt x="5519" y="0"/>
                  </a:lnTo>
                  <a:lnTo>
                    <a:pt x="0" y="2195"/>
                  </a:lnTo>
                  <a:lnTo>
                    <a:pt x="0" y="60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42245B14-6459-8745-BB13-5553F844B3B6}"/>
                </a:ext>
              </a:extLst>
            </p:cNvPr>
            <p:cNvSpPr>
              <a:spLocks/>
            </p:cNvSpPr>
            <p:nvPr/>
          </p:nvSpPr>
          <p:spPr>
            <a:xfrm>
              <a:off x="6378974" y="4161332"/>
              <a:ext cx="6160" cy="13433"/>
            </a:xfrm>
            <a:custGeom>
              <a:avLst/>
              <a:gdLst>
                <a:gd name="connsiteX0" fmla="*/ 139 w 4127"/>
                <a:gd name="connsiteY0" fmla="*/ 0 h 8999"/>
                <a:gd name="connsiteX1" fmla="*/ 0 w 4127"/>
                <a:gd name="connsiteY1" fmla="*/ 3073 h 8999"/>
                <a:gd name="connsiteX2" fmla="*/ 1762 w 4127"/>
                <a:gd name="connsiteY2" fmla="*/ 8999 h 8999"/>
                <a:gd name="connsiteX3" fmla="*/ 4128 w 4127"/>
                <a:gd name="connsiteY3" fmla="*/ 8999 h 8999"/>
                <a:gd name="connsiteX4" fmla="*/ 4128 w 4127"/>
                <a:gd name="connsiteY4" fmla="*/ 8165 h 8999"/>
                <a:gd name="connsiteX5" fmla="*/ 139 w 4127"/>
                <a:gd name="connsiteY5" fmla="*/ 0 h 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27" h="8999">
                  <a:moveTo>
                    <a:pt x="139" y="0"/>
                  </a:moveTo>
                  <a:lnTo>
                    <a:pt x="0" y="3073"/>
                  </a:lnTo>
                  <a:lnTo>
                    <a:pt x="1762" y="8999"/>
                  </a:lnTo>
                  <a:lnTo>
                    <a:pt x="4128" y="8999"/>
                  </a:lnTo>
                  <a:lnTo>
                    <a:pt x="4128" y="8165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67F8A1CA-EDE2-9FC9-194E-C9CAD9F724DF}"/>
                </a:ext>
              </a:extLst>
            </p:cNvPr>
            <p:cNvSpPr>
              <a:spLocks/>
            </p:cNvSpPr>
            <p:nvPr/>
          </p:nvSpPr>
          <p:spPr>
            <a:xfrm>
              <a:off x="2945036" y="2372453"/>
              <a:ext cx="22912" cy="13433"/>
            </a:xfrm>
            <a:custGeom>
              <a:avLst/>
              <a:gdLst>
                <a:gd name="connsiteX0" fmla="*/ 12475 w 15350"/>
                <a:gd name="connsiteY0" fmla="*/ 0 h 8999"/>
                <a:gd name="connsiteX1" fmla="*/ 7699 w 15350"/>
                <a:gd name="connsiteY1" fmla="*/ 4478 h 8999"/>
                <a:gd name="connsiteX2" fmla="*/ 2319 w 15350"/>
                <a:gd name="connsiteY2" fmla="*/ 4478 h 8999"/>
                <a:gd name="connsiteX3" fmla="*/ 0 w 15350"/>
                <a:gd name="connsiteY3" fmla="*/ 5663 h 8999"/>
                <a:gd name="connsiteX4" fmla="*/ 5519 w 15350"/>
                <a:gd name="connsiteY4" fmla="*/ 7595 h 8999"/>
                <a:gd name="connsiteX5" fmla="*/ 12475 w 15350"/>
                <a:gd name="connsiteY5" fmla="*/ 9000 h 8999"/>
                <a:gd name="connsiteX6" fmla="*/ 15351 w 15350"/>
                <a:gd name="connsiteY6" fmla="*/ 3468 h 8999"/>
                <a:gd name="connsiteX7" fmla="*/ 12475 w 15350"/>
                <a:gd name="connsiteY7" fmla="*/ 0 h 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50" h="8999">
                  <a:moveTo>
                    <a:pt x="12475" y="0"/>
                  </a:moveTo>
                  <a:lnTo>
                    <a:pt x="7699" y="4478"/>
                  </a:lnTo>
                  <a:lnTo>
                    <a:pt x="2319" y="4478"/>
                  </a:lnTo>
                  <a:lnTo>
                    <a:pt x="0" y="5663"/>
                  </a:lnTo>
                  <a:lnTo>
                    <a:pt x="5519" y="7595"/>
                  </a:lnTo>
                  <a:lnTo>
                    <a:pt x="12475" y="9000"/>
                  </a:lnTo>
                  <a:lnTo>
                    <a:pt x="15351" y="3468"/>
                  </a:lnTo>
                  <a:lnTo>
                    <a:pt x="1247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B24EE402-851C-8AE6-1122-4BBE816CC52E}"/>
                </a:ext>
              </a:extLst>
            </p:cNvPr>
            <p:cNvSpPr>
              <a:spLocks/>
            </p:cNvSpPr>
            <p:nvPr/>
          </p:nvSpPr>
          <p:spPr>
            <a:xfrm>
              <a:off x="3028605" y="2442764"/>
              <a:ext cx="18122" cy="21788"/>
            </a:xfrm>
            <a:custGeom>
              <a:avLst/>
              <a:gdLst>
                <a:gd name="connsiteX0" fmla="*/ 4860 w 12141"/>
                <a:gd name="connsiteY0" fmla="*/ 0 h 14597"/>
                <a:gd name="connsiteX1" fmla="*/ 222 w 12141"/>
                <a:gd name="connsiteY1" fmla="*/ 6848 h 14597"/>
                <a:gd name="connsiteX2" fmla="*/ 2263 w 12141"/>
                <a:gd name="connsiteY2" fmla="*/ 10712 h 14597"/>
                <a:gd name="connsiteX3" fmla="*/ 10379 w 12141"/>
                <a:gd name="connsiteY3" fmla="*/ 13741 h 14597"/>
                <a:gd name="connsiteX4" fmla="*/ 12141 w 12141"/>
                <a:gd name="connsiteY4" fmla="*/ 4127 h 14597"/>
                <a:gd name="connsiteX5" fmla="*/ 4906 w 12141"/>
                <a:gd name="connsiteY5" fmla="*/ 0 h 14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41" h="14597">
                  <a:moveTo>
                    <a:pt x="4860" y="0"/>
                  </a:moveTo>
                  <a:cubicBezTo>
                    <a:pt x="-1540" y="2458"/>
                    <a:pt x="222" y="6848"/>
                    <a:pt x="222" y="6848"/>
                  </a:cubicBezTo>
                  <a:cubicBezTo>
                    <a:pt x="4582" y="7683"/>
                    <a:pt x="2263" y="10712"/>
                    <a:pt x="2263" y="10712"/>
                  </a:cubicBezTo>
                  <a:cubicBezTo>
                    <a:pt x="4582" y="17033"/>
                    <a:pt x="10379" y="13741"/>
                    <a:pt x="10379" y="13741"/>
                  </a:cubicBezTo>
                  <a:cubicBezTo>
                    <a:pt x="6298" y="9614"/>
                    <a:pt x="12141" y="4127"/>
                    <a:pt x="12141" y="4127"/>
                  </a:cubicBezTo>
                  <a:cubicBezTo>
                    <a:pt x="7504" y="4127"/>
                    <a:pt x="4906" y="0"/>
                    <a:pt x="490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9502C0B4-D090-C6F6-F269-E20DFEAA6D70}"/>
                </a:ext>
              </a:extLst>
            </p:cNvPr>
            <p:cNvSpPr>
              <a:spLocks/>
            </p:cNvSpPr>
            <p:nvPr/>
          </p:nvSpPr>
          <p:spPr>
            <a:xfrm>
              <a:off x="3515653" y="2841952"/>
              <a:ext cx="167176" cy="59137"/>
            </a:xfrm>
            <a:custGeom>
              <a:avLst/>
              <a:gdLst>
                <a:gd name="connsiteX0" fmla="*/ 54215 w 112001"/>
                <a:gd name="connsiteY0" fmla="*/ 0 h 39619"/>
                <a:gd name="connsiteX1" fmla="*/ 41461 w 112001"/>
                <a:gd name="connsiteY1" fmla="*/ 7068 h 39619"/>
                <a:gd name="connsiteX2" fmla="*/ 40858 w 112001"/>
                <a:gd name="connsiteY2" fmla="*/ 7200 h 39619"/>
                <a:gd name="connsiteX3" fmla="*/ 34134 w 112001"/>
                <a:gd name="connsiteY3" fmla="*/ 7200 h 39619"/>
                <a:gd name="connsiteX4" fmla="*/ 0 w 112001"/>
                <a:gd name="connsiteY4" fmla="*/ 31871 h 39619"/>
                <a:gd name="connsiteX5" fmla="*/ 14794 w 112001"/>
                <a:gd name="connsiteY5" fmla="*/ 28842 h 39619"/>
                <a:gd name="connsiteX6" fmla="*/ 17670 w 112001"/>
                <a:gd name="connsiteY6" fmla="*/ 29369 h 39619"/>
                <a:gd name="connsiteX7" fmla="*/ 14794 w 112001"/>
                <a:gd name="connsiteY7" fmla="*/ 37622 h 39619"/>
                <a:gd name="connsiteX8" fmla="*/ 25507 w 112001"/>
                <a:gd name="connsiteY8" fmla="*/ 36261 h 39619"/>
                <a:gd name="connsiteX9" fmla="*/ 35061 w 112001"/>
                <a:gd name="connsiteY9" fmla="*/ 31871 h 39619"/>
                <a:gd name="connsiteX10" fmla="*/ 41137 w 112001"/>
                <a:gd name="connsiteY10" fmla="*/ 31037 h 39619"/>
                <a:gd name="connsiteX11" fmla="*/ 44012 w 112001"/>
                <a:gd name="connsiteY11" fmla="*/ 27745 h 39619"/>
                <a:gd name="connsiteX12" fmla="*/ 55606 w 112001"/>
                <a:gd name="connsiteY12" fmla="*/ 18438 h 39619"/>
                <a:gd name="connsiteX13" fmla="*/ 63444 w 112001"/>
                <a:gd name="connsiteY13" fmla="*/ 18438 h 39619"/>
                <a:gd name="connsiteX14" fmla="*/ 54169 w 112001"/>
                <a:gd name="connsiteY14" fmla="*/ 28315 h 39619"/>
                <a:gd name="connsiteX15" fmla="*/ 55050 w 112001"/>
                <a:gd name="connsiteY15" fmla="*/ 30247 h 39619"/>
                <a:gd name="connsiteX16" fmla="*/ 63444 w 112001"/>
                <a:gd name="connsiteY16" fmla="*/ 31081 h 39619"/>
                <a:gd name="connsiteX17" fmla="*/ 76198 w 112001"/>
                <a:gd name="connsiteY17" fmla="*/ 37666 h 39619"/>
                <a:gd name="connsiteX18" fmla="*/ 88952 w 112001"/>
                <a:gd name="connsiteY18" fmla="*/ 35735 h 39619"/>
                <a:gd name="connsiteX19" fmla="*/ 101984 w 112001"/>
                <a:gd name="connsiteY19" fmla="*/ 35208 h 39619"/>
                <a:gd name="connsiteX20" fmla="*/ 107781 w 112001"/>
                <a:gd name="connsiteY20" fmla="*/ 34374 h 39619"/>
                <a:gd name="connsiteX21" fmla="*/ 107781 w 112001"/>
                <a:gd name="connsiteY21" fmla="*/ 38237 h 39619"/>
                <a:gd name="connsiteX22" fmla="*/ 112001 w 112001"/>
                <a:gd name="connsiteY22" fmla="*/ 39203 h 39619"/>
                <a:gd name="connsiteX23" fmla="*/ 109079 w 112001"/>
                <a:gd name="connsiteY23" fmla="*/ 30686 h 39619"/>
                <a:gd name="connsiteX24" fmla="*/ 54169 w 112001"/>
                <a:gd name="connsiteY24" fmla="*/ 0 h 3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001" h="39619">
                  <a:moveTo>
                    <a:pt x="54215" y="0"/>
                  </a:moveTo>
                  <a:lnTo>
                    <a:pt x="41461" y="7068"/>
                  </a:lnTo>
                  <a:cubicBezTo>
                    <a:pt x="41461" y="7068"/>
                    <a:pt x="41090" y="7200"/>
                    <a:pt x="40858" y="7200"/>
                  </a:cubicBezTo>
                  <a:lnTo>
                    <a:pt x="34134" y="7200"/>
                  </a:lnTo>
                  <a:cubicBezTo>
                    <a:pt x="26482" y="10448"/>
                    <a:pt x="4545" y="20589"/>
                    <a:pt x="0" y="31871"/>
                  </a:cubicBezTo>
                  <a:cubicBezTo>
                    <a:pt x="0" y="31871"/>
                    <a:pt x="3200" y="37095"/>
                    <a:pt x="14794" y="28842"/>
                  </a:cubicBezTo>
                  <a:lnTo>
                    <a:pt x="17670" y="29369"/>
                  </a:lnTo>
                  <a:lnTo>
                    <a:pt x="14794" y="37622"/>
                  </a:lnTo>
                  <a:lnTo>
                    <a:pt x="25507" y="36261"/>
                  </a:lnTo>
                  <a:lnTo>
                    <a:pt x="35061" y="31871"/>
                  </a:lnTo>
                  <a:lnTo>
                    <a:pt x="41137" y="31037"/>
                  </a:lnTo>
                  <a:lnTo>
                    <a:pt x="44012" y="27745"/>
                  </a:lnTo>
                  <a:lnTo>
                    <a:pt x="55606" y="18438"/>
                  </a:lnTo>
                  <a:lnTo>
                    <a:pt x="63444" y="18438"/>
                  </a:lnTo>
                  <a:lnTo>
                    <a:pt x="54169" y="28315"/>
                  </a:lnTo>
                  <a:lnTo>
                    <a:pt x="55050" y="30247"/>
                  </a:lnTo>
                  <a:lnTo>
                    <a:pt x="63444" y="31081"/>
                  </a:lnTo>
                  <a:cubicBezTo>
                    <a:pt x="63444" y="31081"/>
                    <a:pt x="70957" y="41529"/>
                    <a:pt x="76198" y="37666"/>
                  </a:cubicBezTo>
                  <a:cubicBezTo>
                    <a:pt x="76198" y="37666"/>
                    <a:pt x="81114" y="43154"/>
                    <a:pt x="88952" y="35735"/>
                  </a:cubicBezTo>
                  <a:lnTo>
                    <a:pt x="101984" y="35208"/>
                  </a:lnTo>
                  <a:lnTo>
                    <a:pt x="107781" y="34374"/>
                  </a:lnTo>
                  <a:lnTo>
                    <a:pt x="107781" y="38237"/>
                  </a:lnTo>
                  <a:lnTo>
                    <a:pt x="112001" y="39203"/>
                  </a:lnTo>
                  <a:cubicBezTo>
                    <a:pt x="110563" y="37008"/>
                    <a:pt x="109590" y="32969"/>
                    <a:pt x="109079" y="30686"/>
                  </a:cubicBezTo>
                  <a:lnTo>
                    <a:pt x="5416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E24306D3-DAA4-AB2E-30A3-9B891E31A3B0}"/>
                </a:ext>
              </a:extLst>
            </p:cNvPr>
            <p:cNvSpPr>
              <a:spLocks/>
            </p:cNvSpPr>
            <p:nvPr/>
          </p:nvSpPr>
          <p:spPr>
            <a:xfrm>
              <a:off x="3656732" y="3805121"/>
              <a:ext cx="25963" cy="24973"/>
            </a:xfrm>
            <a:custGeom>
              <a:avLst/>
              <a:gdLst>
                <a:gd name="connsiteX0" fmla="*/ 0 w 17394"/>
                <a:gd name="connsiteY0" fmla="*/ 1805 h 16731"/>
                <a:gd name="connsiteX1" fmla="*/ 3710 w 17394"/>
                <a:gd name="connsiteY1" fmla="*/ 11902 h 16731"/>
                <a:gd name="connsiteX2" fmla="*/ 4916 w 17394"/>
                <a:gd name="connsiteY2" fmla="*/ 11727 h 16731"/>
                <a:gd name="connsiteX3" fmla="*/ 15861 w 17394"/>
                <a:gd name="connsiteY3" fmla="*/ 16731 h 16731"/>
                <a:gd name="connsiteX4" fmla="*/ 17391 w 17394"/>
                <a:gd name="connsiteY4" fmla="*/ 15722 h 16731"/>
                <a:gd name="connsiteX5" fmla="*/ 15954 w 17394"/>
                <a:gd name="connsiteY5" fmla="*/ 12210 h 16731"/>
                <a:gd name="connsiteX6" fmla="*/ 0 w 17394"/>
                <a:gd name="connsiteY6" fmla="*/ 1761 h 16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94" h="16731">
                  <a:moveTo>
                    <a:pt x="0" y="1805"/>
                  </a:moveTo>
                  <a:cubicBezTo>
                    <a:pt x="0" y="1805"/>
                    <a:pt x="46" y="7644"/>
                    <a:pt x="3710" y="11902"/>
                  </a:cubicBezTo>
                  <a:cubicBezTo>
                    <a:pt x="4035" y="11639"/>
                    <a:pt x="4499" y="11507"/>
                    <a:pt x="4916" y="11727"/>
                  </a:cubicBezTo>
                  <a:lnTo>
                    <a:pt x="15861" y="16731"/>
                  </a:lnTo>
                  <a:lnTo>
                    <a:pt x="17391" y="15722"/>
                  </a:lnTo>
                  <a:cubicBezTo>
                    <a:pt x="17438" y="14931"/>
                    <a:pt x="17021" y="13790"/>
                    <a:pt x="15954" y="12210"/>
                  </a:cubicBezTo>
                  <a:cubicBezTo>
                    <a:pt x="11316" y="5625"/>
                    <a:pt x="6354" y="-3990"/>
                    <a:pt x="0" y="176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F08FDFF3-DD28-2375-20DD-A715059CB7D4}"/>
                </a:ext>
              </a:extLst>
            </p:cNvPr>
            <p:cNvSpPr>
              <a:spLocks/>
            </p:cNvSpPr>
            <p:nvPr/>
          </p:nvSpPr>
          <p:spPr>
            <a:xfrm>
              <a:off x="8984433" y="4761623"/>
              <a:ext cx="6922" cy="6946"/>
            </a:xfrm>
            <a:custGeom>
              <a:avLst/>
              <a:gdLst>
                <a:gd name="connsiteX0" fmla="*/ 4638 w 4637"/>
                <a:gd name="connsiteY0" fmla="*/ 2283 h 4653"/>
                <a:gd name="connsiteX1" fmla="*/ 2597 w 4637"/>
                <a:gd name="connsiteY1" fmla="*/ 0 h 4653"/>
                <a:gd name="connsiteX2" fmla="*/ 0 w 4637"/>
                <a:gd name="connsiteY2" fmla="*/ 0 h 4653"/>
                <a:gd name="connsiteX3" fmla="*/ 2597 w 4637"/>
                <a:gd name="connsiteY3" fmla="*/ 4653 h 4653"/>
                <a:gd name="connsiteX4" fmla="*/ 4638 w 4637"/>
                <a:gd name="connsiteY4" fmla="*/ 2283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4653">
                  <a:moveTo>
                    <a:pt x="4638" y="2283"/>
                  </a:moveTo>
                  <a:lnTo>
                    <a:pt x="2597" y="0"/>
                  </a:lnTo>
                  <a:lnTo>
                    <a:pt x="0" y="0"/>
                  </a:lnTo>
                  <a:lnTo>
                    <a:pt x="2597" y="4653"/>
                  </a:lnTo>
                  <a:lnTo>
                    <a:pt x="4638" y="228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B78078AC-81A0-2E92-7042-22B77C00FE0D}"/>
                </a:ext>
              </a:extLst>
            </p:cNvPr>
            <p:cNvSpPr>
              <a:spLocks/>
            </p:cNvSpPr>
            <p:nvPr/>
          </p:nvSpPr>
          <p:spPr>
            <a:xfrm>
              <a:off x="2424541" y="2404694"/>
              <a:ext cx="7407" cy="9435"/>
            </a:xfrm>
            <a:custGeom>
              <a:avLst/>
              <a:gdLst>
                <a:gd name="connsiteX0" fmla="*/ 0 w 4962"/>
                <a:gd name="connsiteY0" fmla="*/ 3029 h 6321"/>
                <a:gd name="connsiteX1" fmla="*/ 4962 w 4962"/>
                <a:gd name="connsiteY1" fmla="*/ 6322 h 6321"/>
                <a:gd name="connsiteX2" fmla="*/ 4962 w 4962"/>
                <a:gd name="connsiteY2" fmla="*/ 3029 h 6321"/>
                <a:gd name="connsiteX3" fmla="*/ 0 w 4962"/>
                <a:gd name="connsiteY3" fmla="*/ 0 h 6321"/>
                <a:gd name="connsiteX4" fmla="*/ 0 w 4962"/>
                <a:gd name="connsiteY4" fmla="*/ 3029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2" h="6321">
                  <a:moveTo>
                    <a:pt x="0" y="3029"/>
                  </a:moveTo>
                  <a:lnTo>
                    <a:pt x="4962" y="6322"/>
                  </a:lnTo>
                  <a:lnTo>
                    <a:pt x="4962" y="3029"/>
                  </a:lnTo>
                  <a:lnTo>
                    <a:pt x="0" y="0"/>
                  </a:lnTo>
                  <a:lnTo>
                    <a:pt x="0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24763806-A801-5144-1EDD-5B91814FE5C5}"/>
                </a:ext>
              </a:extLst>
            </p:cNvPr>
            <p:cNvSpPr>
              <a:spLocks/>
            </p:cNvSpPr>
            <p:nvPr/>
          </p:nvSpPr>
          <p:spPr>
            <a:xfrm>
              <a:off x="2401627" y="2325669"/>
              <a:ext cx="14259" cy="20051"/>
            </a:xfrm>
            <a:custGeom>
              <a:avLst/>
              <a:gdLst>
                <a:gd name="connsiteX0" fmla="*/ 0 w 9553"/>
                <a:gd name="connsiteY0" fmla="*/ 0 h 13433"/>
                <a:gd name="connsiteX1" fmla="*/ 0 w 9553"/>
                <a:gd name="connsiteY1" fmla="*/ 3029 h 13433"/>
                <a:gd name="connsiteX2" fmla="*/ 6678 w 9553"/>
                <a:gd name="connsiteY2" fmla="*/ 6848 h 13433"/>
                <a:gd name="connsiteX3" fmla="*/ 6678 w 9553"/>
                <a:gd name="connsiteY3" fmla="*/ 13433 h 13433"/>
                <a:gd name="connsiteX4" fmla="*/ 9554 w 9553"/>
                <a:gd name="connsiteY4" fmla="*/ 13433 h 13433"/>
                <a:gd name="connsiteX5" fmla="*/ 9554 w 9553"/>
                <a:gd name="connsiteY5" fmla="*/ 10141 h 13433"/>
                <a:gd name="connsiteX6" fmla="*/ 6075 w 9553"/>
                <a:gd name="connsiteY6" fmla="*/ 2458 h 13433"/>
                <a:gd name="connsiteX7" fmla="*/ 0 w 9553"/>
                <a:gd name="connsiteY7" fmla="*/ 0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53" h="13433">
                  <a:moveTo>
                    <a:pt x="0" y="0"/>
                  </a:moveTo>
                  <a:lnTo>
                    <a:pt x="0" y="3029"/>
                  </a:lnTo>
                  <a:lnTo>
                    <a:pt x="6678" y="6848"/>
                  </a:lnTo>
                  <a:lnTo>
                    <a:pt x="6678" y="13433"/>
                  </a:lnTo>
                  <a:lnTo>
                    <a:pt x="9554" y="13433"/>
                  </a:lnTo>
                  <a:lnTo>
                    <a:pt x="9554" y="10141"/>
                  </a:lnTo>
                  <a:lnTo>
                    <a:pt x="6075" y="24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0171BA7B-E78A-54C0-94EC-D8DA0E44AB96}"/>
                </a:ext>
              </a:extLst>
            </p:cNvPr>
            <p:cNvSpPr>
              <a:spLocks/>
            </p:cNvSpPr>
            <p:nvPr/>
          </p:nvSpPr>
          <p:spPr>
            <a:xfrm>
              <a:off x="6393996" y="2736848"/>
              <a:ext cx="16059" cy="21295"/>
            </a:xfrm>
            <a:custGeom>
              <a:avLst/>
              <a:gdLst>
                <a:gd name="connsiteX0" fmla="*/ 4128 w 10759"/>
                <a:gd name="connsiteY0" fmla="*/ 2195 h 14267"/>
                <a:gd name="connsiteX1" fmla="*/ 7003 w 10759"/>
                <a:gd name="connsiteY1" fmla="*/ 3556 h 14267"/>
                <a:gd name="connsiteX2" fmla="*/ 6725 w 10759"/>
                <a:gd name="connsiteY2" fmla="*/ 14268 h 14267"/>
                <a:gd name="connsiteX3" fmla="*/ 9322 w 10759"/>
                <a:gd name="connsiteY3" fmla="*/ 14268 h 14267"/>
                <a:gd name="connsiteX4" fmla="*/ 10760 w 10759"/>
                <a:gd name="connsiteY4" fmla="*/ 5488 h 14267"/>
                <a:gd name="connsiteX5" fmla="*/ 9600 w 10759"/>
                <a:gd name="connsiteY5" fmla="*/ 1054 h 14267"/>
                <a:gd name="connsiteX6" fmla="*/ 9322 w 10759"/>
                <a:gd name="connsiteY6" fmla="*/ 1098 h 14267"/>
                <a:gd name="connsiteX7" fmla="*/ 8487 w 10759"/>
                <a:gd name="connsiteY7" fmla="*/ 790 h 14267"/>
                <a:gd name="connsiteX8" fmla="*/ 7652 w 10759"/>
                <a:gd name="connsiteY8" fmla="*/ 0 h 14267"/>
                <a:gd name="connsiteX9" fmla="*/ 0 w 10759"/>
                <a:gd name="connsiteY9" fmla="*/ 0 h 14267"/>
                <a:gd name="connsiteX10" fmla="*/ 4081 w 10759"/>
                <a:gd name="connsiteY10" fmla="*/ 2195 h 1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59" h="14267">
                  <a:moveTo>
                    <a:pt x="4128" y="2195"/>
                  </a:moveTo>
                  <a:lnTo>
                    <a:pt x="7003" y="3556"/>
                  </a:lnTo>
                  <a:lnTo>
                    <a:pt x="6725" y="14268"/>
                  </a:lnTo>
                  <a:lnTo>
                    <a:pt x="9322" y="14268"/>
                  </a:lnTo>
                  <a:lnTo>
                    <a:pt x="10760" y="5488"/>
                  </a:lnTo>
                  <a:lnTo>
                    <a:pt x="9600" y="1054"/>
                  </a:lnTo>
                  <a:cubicBezTo>
                    <a:pt x="9600" y="1054"/>
                    <a:pt x="9415" y="1098"/>
                    <a:pt x="9322" y="1098"/>
                  </a:cubicBezTo>
                  <a:cubicBezTo>
                    <a:pt x="9044" y="1098"/>
                    <a:pt x="8719" y="966"/>
                    <a:pt x="8487" y="790"/>
                  </a:cubicBezTo>
                  <a:lnTo>
                    <a:pt x="7652" y="0"/>
                  </a:lnTo>
                  <a:lnTo>
                    <a:pt x="0" y="0"/>
                  </a:lnTo>
                  <a:lnTo>
                    <a:pt x="4081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0B2EF8A7-F17C-E12B-059A-8D4D5ED4CB35}"/>
                </a:ext>
              </a:extLst>
            </p:cNvPr>
            <p:cNvSpPr>
              <a:spLocks/>
            </p:cNvSpPr>
            <p:nvPr/>
          </p:nvSpPr>
          <p:spPr>
            <a:xfrm>
              <a:off x="2909941" y="2262108"/>
              <a:ext cx="182196" cy="90885"/>
            </a:xfrm>
            <a:custGeom>
              <a:avLst/>
              <a:gdLst>
                <a:gd name="connsiteX0" fmla="*/ 108152 w 122064"/>
                <a:gd name="connsiteY0" fmla="*/ 11546 h 60889"/>
                <a:gd name="connsiteX1" fmla="*/ 116546 w 122064"/>
                <a:gd name="connsiteY1" fmla="*/ 7683 h 60889"/>
                <a:gd name="connsiteX2" fmla="*/ 122065 w 122064"/>
                <a:gd name="connsiteY2" fmla="*/ 2195 h 60889"/>
                <a:gd name="connsiteX3" fmla="*/ 113671 w 122064"/>
                <a:gd name="connsiteY3" fmla="*/ 1932 h 60889"/>
                <a:gd name="connsiteX4" fmla="*/ 106714 w 122064"/>
                <a:gd name="connsiteY4" fmla="*/ 4127 h 60889"/>
                <a:gd name="connsiteX5" fmla="*/ 97160 w 122064"/>
                <a:gd name="connsiteY5" fmla="*/ 6058 h 60889"/>
                <a:gd name="connsiteX6" fmla="*/ 90204 w 122064"/>
                <a:gd name="connsiteY6" fmla="*/ 9614 h 60889"/>
                <a:gd name="connsiteX7" fmla="*/ 63259 w 122064"/>
                <a:gd name="connsiteY7" fmla="*/ 24716 h 60889"/>
                <a:gd name="connsiteX8" fmla="*/ 50783 w 122064"/>
                <a:gd name="connsiteY8" fmla="*/ 14268 h 60889"/>
                <a:gd name="connsiteX9" fmla="*/ 50505 w 122064"/>
                <a:gd name="connsiteY9" fmla="*/ 10975 h 60889"/>
                <a:gd name="connsiteX10" fmla="*/ 45311 w 122064"/>
                <a:gd name="connsiteY10" fmla="*/ 13433 h 60889"/>
                <a:gd name="connsiteX11" fmla="*/ 25600 w 122064"/>
                <a:gd name="connsiteY11" fmla="*/ 0 h 60889"/>
                <a:gd name="connsiteX12" fmla="*/ 22725 w 122064"/>
                <a:gd name="connsiteY12" fmla="*/ 2722 h 60889"/>
                <a:gd name="connsiteX13" fmla="*/ 28800 w 122064"/>
                <a:gd name="connsiteY13" fmla="*/ 9043 h 60889"/>
                <a:gd name="connsiteX14" fmla="*/ 33438 w 122064"/>
                <a:gd name="connsiteY14" fmla="*/ 10712 h 60889"/>
                <a:gd name="connsiteX15" fmla="*/ 33438 w 122064"/>
                <a:gd name="connsiteY15" fmla="*/ 17297 h 60889"/>
                <a:gd name="connsiteX16" fmla="*/ 38354 w 122064"/>
                <a:gd name="connsiteY16" fmla="*/ 17297 h 60889"/>
                <a:gd name="connsiteX17" fmla="*/ 38354 w 122064"/>
                <a:gd name="connsiteY17" fmla="*/ 21950 h 60889"/>
                <a:gd name="connsiteX18" fmla="*/ 42713 w 122064"/>
                <a:gd name="connsiteY18" fmla="*/ 24408 h 60889"/>
                <a:gd name="connsiteX19" fmla="*/ 44476 w 122064"/>
                <a:gd name="connsiteY19" fmla="*/ 27964 h 60889"/>
                <a:gd name="connsiteX20" fmla="*/ 41600 w 122064"/>
                <a:gd name="connsiteY20" fmla="*/ 32354 h 60889"/>
                <a:gd name="connsiteX21" fmla="*/ 29450 w 122064"/>
                <a:gd name="connsiteY21" fmla="*/ 32354 h 60889"/>
                <a:gd name="connsiteX22" fmla="*/ 28893 w 122064"/>
                <a:gd name="connsiteY22" fmla="*/ 40300 h 60889"/>
                <a:gd name="connsiteX23" fmla="*/ 25693 w 122064"/>
                <a:gd name="connsiteY23" fmla="*/ 44427 h 60889"/>
                <a:gd name="connsiteX24" fmla="*/ 25415 w 122064"/>
                <a:gd name="connsiteY24" fmla="*/ 50178 h 60889"/>
                <a:gd name="connsiteX25" fmla="*/ 19339 w 122064"/>
                <a:gd name="connsiteY25" fmla="*/ 46885 h 60889"/>
                <a:gd name="connsiteX26" fmla="*/ 11826 w 122064"/>
                <a:gd name="connsiteY26" fmla="*/ 45788 h 60889"/>
                <a:gd name="connsiteX27" fmla="*/ 15907 w 122064"/>
                <a:gd name="connsiteY27" fmla="*/ 52373 h 60889"/>
                <a:gd name="connsiteX28" fmla="*/ 8394 w 122064"/>
                <a:gd name="connsiteY28" fmla="*/ 50441 h 60889"/>
                <a:gd name="connsiteX29" fmla="*/ 4638 w 122064"/>
                <a:gd name="connsiteY29" fmla="*/ 50178 h 60889"/>
                <a:gd name="connsiteX30" fmla="*/ 0 w 122064"/>
                <a:gd name="connsiteY30" fmla="*/ 46622 h 60889"/>
                <a:gd name="connsiteX31" fmla="*/ 0 w 122064"/>
                <a:gd name="connsiteY31" fmla="*/ 47983 h 60889"/>
                <a:gd name="connsiteX32" fmla="*/ 4081 w 122064"/>
                <a:gd name="connsiteY32" fmla="*/ 52373 h 60889"/>
                <a:gd name="connsiteX33" fmla="*/ 14516 w 122064"/>
                <a:gd name="connsiteY33" fmla="*/ 54568 h 60889"/>
                <a:gd name="connsiteX34" fmla="*/ 18597 w 122064"/>
                <a:gd name="connsiteY34" fmla="*/ 59221 h 60889"/>
                <a:gd name="connsiteX35" fmla="*/ 35989 w 122064"/>
                <a:gd name="connsiteY35" fmla="*/ 60889 h 60889"/>
                <a:gd name="connsiteX36" fmla="*/ 43224 w 122064"/>
                <a:gd name="connsiteY36" fmla="*/ 58431 h 60889"/>
                <a:gd name="connsiteX37" fmla="*/ 48743 w 122064"/>
                <a:gd name="connsiteY37" fmla="*/ 58958 h 60889"/>
                <a:gd name="connsiteX38" fmla="*/ 52824 w 122064"/>
                <a:gd name="connsiteY38" fmla="*/ 55402 h 60889"/>
                <a:gd name="connsiteX39" fmla="*/ 56580 w 122064"/>
                <a:gd name="connsiteY39" fmla="*/ 56763 h 60889"/>
                <a:gd name="connsiteX40" fmla="*/ 61496 w 122064"/>
                <a:gd name="connsiteY40" fmla="*/ 52900 h 60889"/>
                <a:gd name="connsiteX41" fmla="*/ 60059 w 122064"/>
                <a:gd name="connsiteY41" fmla="*/ 45481 h 60889"/>
                <a:gd name="connsiteX42" fmla="*/ 72209 w 122064"/>
                <a:gd name="connsiteY42" fmla="*/ 41617 h 60889"/>
                <a:gd name="connsiteX43" fmla="*/ 75966 w 122064"/>
                <a:gd name="connsiteY43" fmla="*/ 41354 h 60889"/>
                <a:gd name="connsiteX44" fmla="*/ 82923 w 122064"/>
                <a:gd name="connsiteY44" fmla="*/ 36437 h 60889"/>
                <a:gd name="connsiteX45" fmla="*/ 88720 w 122064"/>
                <a:gd name="connsiteY45" fmla="*/ 30379 h 60889"/>
                <a:gd name="connsiteX46" fmla="*/ 96836 w 122064"/>
                <a:gd name="connsiteY46" fmla="*/ 23267 h 60889"/>
                <a:gd name="connsiteX47" fmla="*/ 91039 w 122064"/>
                <a:gd name="connsiteY47" fmla="*/ 23004 h 60889"/>
                <a:gd name="connsiteX48" fmla="*/ 88441 w 122064"/>
                <a:gd name="connsiteY48" fmla="*/ 26296 h 60889"/>
                <a:gd name="connsiteX49" fmla="*/ 84082 w 122064"/>
                <a:gd name="connsiteY49" fmla="*/ 26823 h 60889"/>
                <a:gd name="connsiteX50" fmla="*/ 79723 w 122064"/>
                <a:gd name="connsiteY50" fmla="*/ 31740 h 60889"/>
                <a:gd name="connsiteX51" fmla="*/ 81763 w 122064"/>
                <a:gd name="connsiteY51" fmla="*/ 34462 h 60889"/>
                <a:gd name="connsiteX52" fmla="*/ 76244 w 122064"/>
                <a:gd name="connsiteY52" fmla="*/ 37491 h 60889"/>
                <a:gd name="connsiteX53" fmla="*/ 73044 w 122064"/>
                <a:gd name="connsiteY53" fmla="*/ 33627 h 60889"/>
                <a:gd name="connsiteX54" fmla="*/ 72766 w 122064"/>
                <a:gd name="connsiteY54" fmla="*/ 30335 h 60889"/>
                <a:gd name="connsiteX55" fmla="*/ 80882 w 122064"/>
                <a:gd name="connsiteY55" fmla="*/ 27306 h 60889"/>
                <a:gd name="connsiteX56" fmla="*/ 75363 w 122064"/>
                <a:gd name="connsiteY56" fmla="*/ 27042 h 60889"/>
                <a:gd name="connsiteX57" fmla="*/ 76244 w 122064"/>
                <a:gd name="connsiteY57" fmla="*/ 24584 h 60889"/>
                <a:gd name="connsiteX58" fmla="*/ 81439 w 122064"/>
                <a:gd name="connsiteY58" fmla="*/ 22126 h 60889"/>
                <a:gd name="connsiteX59" fmla="*/ 86076 w 122064"/>
                <a:gd name="connsiteY59" fmla="*/ 24321 h 60889"/>
                <a:gd name="connsiteX60" fmla="*/ 87839 w 122064"/>
                <a:gd name="connsiteY60" fmla="*/ 22652 h 60889"/>
                <a:gd name="connsiteX61" fmla="*/ 90157 w 122064"/>
                <a:gd name="connsiteY61" fmla="*/ 20194 h 60889"/>
                <a:gd name="connsiteX62" fmla="*/ 96836 w 122064"/>
                <a:gd name="connsiteY62" fmla="*/ 19931 h 60889"/>
                <a:gd name="connsiteX63" fmla="*/ 99433 w 122064"/>
                <a:gd name="connsiteY63" fmla="*/ 14443 h 60889"/>
                <a:gd name="connsiteX64" fmla="*/ 104349 w 122064"/>
                <a:gd name="connsiteY64" fmla="*/ 12248 h 60889"/>
                <a:gd name="connsiteX65" fmla="*/ 108430 w 122064"/>
                <a:gd name="connsiteY65" fmla="*/ 11414 h 60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22064" h="60889">
                  <a:moveTo>
                    <a:pt x="108152" y="11546"/>
                  </a:moveTo>
                  <a:lnTo>
                    <a:pt x="116546" y="7683"/>
                  </a:lnTo>
                  <a:lnTo>
                    <a:pt x="122065" y="2195"/>
                  </a:lnTo>
                  <a:lnTo>
                    <a:pt x="113671" y="1932"/>
                  </a:lnTo>
                  <a:lnTo>
                    <a:pt x="106714" y="4127"/>
                  </a:lnTo>
                  <a:lnTo>
                    <a:pt x="97160" y="6058"/>
                  </a:lnTo>
                  <a:lnTo>
                    <a:pt x="90204" y="9614"/>
                  </a:lnTo>
                  <a:cubicBezTo>
                    <a:pt x="90204" y="9614"/>
                    <a:pt x="83804" y="24979"/>
                    <a:pt x="63259" y="24716"/>
                  </a:cubicBezTo>
                  <a:lnTo>
                    <a:pt x="50783" y="14268"/>
                  </a:lnTo>
                  <a:lnTo>
                    <a:pt x="50505" y="10975"/>
                  </a:lnTo>
                  <a:lnTo>
                    <a:pt x="45311" y="13433"/>
                  </a:lnTo>
                  <a:lnTo>
                    <a:pt x="25600" y="0"/>
                  </a:lnTo>
                  <a:lnTo>
                    <a:pt x="22725" y="2722"/>
                  </a:lnTo>
                  <a:lnTo>
                    <a:pt x="28800" y="9043"/>
                  </a:lnTo>
                  <a:lnTo>
                    <a:pt x="33438" y="10712"/>
                  </a:lnTo>
                  <a:lnTo>
                    <a:pt x="33438" y="17297"/>
                  </a:lnTo>
                  <a:lnTo>
                    <a:pt x="38354" y="17297"/>
                  </a:lnTo>
                  <a:lnTo>
                    <a:pt x="38354" y="21950"/>
                  </a:lnTo>
                  <a:lnTo>
                    <a:pt x="42713" y="24408"/>
                  </a:lnTo>
                  <a:lnTo>
                    <a:pt x="44476" y="27964"/>
                  </a:lnTo>
                  <a:lnTo>
                    <a:pt x="41600" y="32354"/>
                  </a:lnTo>
                  <a:lnTo>
                    <a:pt x="29450" y="32354"/>
                  </a:lnTo>
                  <a:lnTo>
                    <a:pt x="28893" y="40300"/>
                  </a:lnTo>
                  <a:lnTo>
                    <a:pt x="25693" y="44427"/>
                  </a:lnTo>
                  <a:lnTo>
                    <a:pt x="25415" y="50178"/>
                  </a:lnTo>
                  <a:lnTo>
                    <a:pt x="19339" y="46885"/>
                  </a:lnTo>
                  <a:lnTo>
                    <a:pt x="11826" y="45788"/>
                  </a:lnTo>
                  <a:lnTo>
                    <a:pt x="15907" y="52373"/>
                  </a:lnTo>
                  <a:lnTo>
                    <a:pt x="8394" y="50441"/>
                  </a:lnTo>
                  <a:lnTo>
                    <a:pt x="4638" y="50178"/>
                  </a:lnTo>
                  <a:lnTo>
                    <a:pt x="0" y="46622"/>
                  </a:lnTo>
                  <a:lnTo>
                    <a:pt x="0" y="47983"/>
                  </a:lnTo>
                  <a:lnTo>
                    <a:pt x="4081" y="52373"/>
                  </a:lnTo>
                  <a:lnTo>
                    <a:pt x="14516" y="54568"/>
                  </a:lnTo>
                  <a:lnTo>
                    <a:pt x="18597" y="59221"/>
                  </a:lnTo>
                  <a:lnTo>
                    <a:pt x="35989" y="60889"/>
                  </a:lnTo>
                  <a:lnTo>
                    <a:pt x="43224" y="58431"/>
                  </a:lnTo>
                  <a:lnTo>
                    <a:pt x="48743" y="58958"/>
                  </a:lnTo>
                  <a:lnTo>
                    <a:pt x="52824" y="55402"/>
                  </a:lnTo>
                  <a:lnTo>
                    <a:pt x="56580" y="56763"/>
                  </a:lnTo>
                  <a:lnTo>
                    <a:pt x="61496" y="52900"/>
                  </a:lnTo>
                  <a:lnTo>
                    <a:pt x="60059" y="45481"/>
                  </a:lnTo>
                  <a:cubicBezTo>
                    <a:pt x="60059" y="45481"/>
                    <a:pt x="65856" y="36701"/>
                    <a:pt x="72209" y="41617"/>
                  </a:cubicBezTo>
                  <a:lnTo>
                    <a:pt x="75966" y="41354"/>
                  </a:lnTo>
                  <a:lnTo>
                    <a:pt x="82923" y="36437"/>
                  </a:lnTo>
                  <a:lnTo>
                    <a:pt x="88720" y="30379"/>
                  </a:lnTo>
                  <a:lnTo>
                    <a:pt x="96836" y="23267"/>
                  </a:lnTo>
                  <a:lnTo>
                    <a:pt x="91039" y="23004"/>
                  </a:lnTo>
                  <a:lnTo>
                    <a:pt x="88441" y="26296"/>
                  </a:lnTo>
                  <a:lnTo>
                    <a:pt x="84082" y="26823"/>
                  </a:lnTo>
                  <a:lnTo>
                    <a:pt x="79723" y="31740"/>
                  </a:lnTo>
                  <a:lnTo>
                    <a:pt x="81763" y="34462"/>
                  </a:lnTo>
                  <a:lnTo>
                    <a:pt x="76244" y="37491"/>
                  </a:lnTo>
                  <a:lnTo>
                    <a:pt x="73044" y="33627"/>
                  </a:lnTo>
                  <a:lnTo>
                    <a:pt x="72766" y="30335"/>
                  </a:lnTo>
                  <a:lnTo>
                    <a:pt x="80882" y="27306"/>
                  </a:lnTo>
                  <a:lnTo>
                    <a:pt x="75363" y="27042"/>
                  </a:lnTo>
                  <a:lnTo>
                    <a:pt x="76244" y="24584"/>
                  </a:lnTo>
                  <a:lnTo>
                    <a:pt x="81439" y="22126"/>
                  </a:lnTo>
                  <a:lnTo>
                    <a:pt x="86076" y="24321"/>
                  </a:lnTo>
                  <a:lnTo>
                    <a:pt x="87839" y="22652"/>
                  </a:lnTo>
                  <a:lnTo>
                    <a:pt x="90157" y="20194"/>
                  </a:lnTo>
                  <a:lnTo>
                    <a:pt x="96836" y="19931"/>
                  </a:lnTo>
                  <a:lnTo>
                    <a:pt x="99433" y="14443"/>
                  </a:lnTo>
                  <a:lnTo>
                    <a:pt x="104349" y="12248"/>
                  </a:lnTo>
                  <a:lnTo>
                    <a:pt x="108430" y="114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100766E3-C7CF-B45A-EEF8-5EE49D190CC4}"/>
                </a:ext>
              </a:extLst>
            </p:cNvPr>
            <p:cNvSpPr>
              <a:spLocks/>
            </p:cNvSpPr>
            <p:nvPr/>
          </p:nvSpPr>
          <p:spPr>
            <a:xfrm>
              <a:off x="4382270" y="3966260"/>
              <a:ext cx="10383" cy="9043"/>
            </a:xfrm>
            <a:custGeom>
              <a:avLst/>
              <a:gdLst>
                <a:gd name="connsiteX0" fmla="*/ 6957 w 6956"/>
                <a:gd name="connsiteY0" fmla="*/ 834 h 6058"/>
                <a:gd name="connsiteX1" fmla="*/ 0 w 6956"/>
                <a:gd name="connsiteY1" fmla="*/ 0 h 6058"/>
                <a:gd name="connsiteX2" fmla="*/ 0 w 6956"/>
                <a:gd name="connsiteY2" fmla="*/ 6058 h 6058"/>
                <a:gd name="connsiteX3" fmla="*/ 3803 w 6956"/>
                <a:gd name="connsiteY3" fmla="*/ 6058 h 6058"/>
                <a:gd name="connsiteX4" fmla="*/ 6957 w 6956"/>
                <a:gd name="connsiteY4" fmla="*/ 834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6058">
                  <a:moveTo>
                    <a:pt x="6957" y="834"/>
                  </a:moveTo>
                  <a:lnTo>
                    <a:pt x="0" y="0"/>
                  </a:lnTo>
                  <a:lnTo>
                    <a:pt x="0" y="6058"/>
                  </a:lnTo>
                  <a:lnTo>
                    <a:pt x="3803" y="6058"/>
                  </a:lnTo>
                  <a:lnTo>
                    <a:pt x="6957" y="8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E70B1141-2B24-6B02-FC72-DE5A1AB65377}"/>
                </a:ext>
              </a:extLst>
            </p:cNvPr>
            <p:cNvSpPr>
              <a:spLocks/>
            </p:cNvSpPr>
            <p:nvPr/>
          </p:nvSpPr>
          <p:spPr>
            <a:xfrm>
              <a:off x="2865013" y="2317085"/>
              <a:ext cx="31566" cy="20443"/>
            </a:xfrm>
            <a:custGeom>
              <a:avLst/>
              <a:gdLst>
                <a:gd name="connsiteX0" fmla="*/ 21148 w 21148"/>
                <a:gd name="connsiteY0" fmla="*/ 5444 h 13696"/>
                <a:gd name="connsiteX1" fmla="*/ 18551 w 21148"/>
                <a:gd name="connsiteY1" fmla="*/ 0 h 13696"/>
                <a:gd name="connsiteX2" fmla="*/ 9554 w 21148"/>
                <a:gd name="connsiteY2" fmla="*/ 8780 h 13696"/>
                <a:gd name="connsiteX3" fmla="*/ 0 w 21148"/>
                <a:gd name="connsiteY3" fmla="*/ 10975 h 13696"/>
                <a:gd name="connsiteX4" fmla="*/ 0 w 21148"/>
                <a:gd name="connsiteY4" fmla="*/ 13697 h 13696"/>
                <a:gd name="connsiteX5" fmla="*/ 11873 w 21148"/>
                <a:gd name="connsiteY5" fmla="*/ 10668 h 13696"/>
                <a:gd name="connsiteX6" fmla="*/ 21148 w 21148"/>
                <a:gd name="connsiteY6" fmla="*/ 5444 h 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148" h="13696">
                  <a:moveTo>
                    <a:pt x="21148" y="5444"/>
                  </a:moveTo>
                  <a:lnTo>
                    <a:pt x="18551" y="0"/>
                  </a:lnTo>
                  <a:lnTo>
                    <a:pt x="9554" y="8780"/>
                  </a:lnTo>
                  <a:lnTo>
                    <a:pt x="0" y="10975"/>
                  </a:lnTo>
                  <a:lnTo>
                    <a:pt x="0" y="13697"/>
                  </a:lnTo>
                  <a:lnTo>
                    <a:pt x="11873" y="10668"/>
                  </a:lnTo>
                  <a:lnTo>
                    <a:pt x="21148" y="54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AEF20A77-E7FA-B32C-D1A8-37747C99D9F9}"/>
                </a:ext>
              </a:extLst>
            </p:cNvPr>
            <p:cNvSpPr>
              <a:spLocks/>
            </p:cNvSpPr>
            <p:nvPr/>
          </p:nvSpPr>
          <p:spPr>
            <a:xfrm>
              <a:off x="2896580" y="2342050"/>
              <a:ext cx="18136" cy="9828"/>
            </a:xfrm>
            <a:custGeom>
              <a:avLst/>
              <a:gdLst>
                <a:gd name="connsiteX0" fmla="*/ 8719 w 12150"/>
                <a:gd name="connsiteY0" fmla="*/ 6585 h 6585"/>
                <a:gd name="connsiteX1" fmla="*/ 12151 w 12150"/>
                <a:gd name="connsiteY1" fmla="*/ 4083 h 6585"/>
                <a:gd name="connsiteX2" fmla="*/ 1438 w 12150"/>
                <a:gd name="connsiteY2" fmla="*/ 0 h 6585"/>
                <a:gd name="connsiteX3" fmla="*/ 0 w 12150"/>
                <a:gd name="connsiteY3" fmla="*/ 2195 h 6585"/>
                <a:gd name="connsiteX4" fmla="*/ 8719 w 12150"/>
                <a:gd name="connsiteY4" fmla="*/ 6585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50" h="6585">
                  <a:moveTo>
                    <a:pt x="8719" y="6585"/>
                  </a:moveTo>
                  <a:lnTo>
                    <a:pt x="12151" y="4083"/>
                  </a:lnTo>
                  <a:lnTo>
                    <a:pt x="1438" y="0"/>
                  </a:lnTo>
                  <a:lnTo>
                    <a:pt x="0" y="2195"/>
                  </a:lnTo>
                  <a:lnTo>
                    <a:pt x="8719" y="65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EDA4C6CA-5D17-5E2C-7D82-1F8F068015F7}"/>
                </a:ext>
              </a:extLst>
            </p:cNvPr>
            <p:cNvSpPr>
              <a:spLocks/>
            </p:cNvSpPr>
            <p:nvPr/>
          </p:nvSpPr>
          <p:spPr>
            <a:xfrm>
              <a:off x="6324909" y="2436211"/>
              <a:ext cx="13013" cy="34269"/>
            </a:xfrm>
            <a:custGeom>
              <a:avLst/>
              <a:gdLst>
                <a:gd name="connsiteX0" fmla="*/ 6354 w 8718"/>
                <a:gd name="connsiteY0" fmla="*/ 20326 h 22959"/>
                <a:gd name="connsiteX1" fmla="*/ 6354 w 8718"/>
                <a:gd name="connsiteY1" fmla="*/ 11151 h 22959"/>
                <a:gd name="connsiteX2" fmla="*/ 4359 w 8718"/>
                <a:gd name="connsiteY2" fmla="*/ 4697 h 22959"/>
                <a:gd name="connsiteX3" fmla="*/ 4684 w 8718"/>
                <a:gd name="connsiteY3" fmla="*/ 3600 h 22959"/>
                <a:gd name="connsiteX4" fmla="*/ 8719 w 8718"/>
                <a:gd name="connsiteY4" fmla="*/ 0 h 22959"/>
                <a:gd name="connsiteX5" fmla="*/ 0 w 8718"/>
                <a:gd name="connsiteY5" fmla="*/ 0 h 22959"/>
                <a:gd name="connsiteX6" fmla="*/ 4916 w 8718"/>
                <a:gd name="connsiteY6" fmla="*/ 15628 h 22959"/>
                <a:gd name="connsiteX7" fmla="*/ 4359 w 8718"/>
                <a:gd name="connsiteY7" fmla="*/ 19755 h 22959"/>
                <a:gd name="connsiteX8" fmla="*/ 7513 w 8718"/>
                <a:gd name="connsiteY8" fmla="*/ 22960 h 22959"/>
                <a:gd name="connsiteX9" fmla="*/ 6493 w 8718"/>
                <a:gd name="connsiteY9" fmla="*/ 20765 h 22959"/>
                <a:gd name="connsiteX10" fmla="*/ 6400 w 8718"/>
                <a:gd name="connsiteY10" fmla="*/ 20326 h 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18" h="22959">
                  <a:moveTo>
                    <a:pt x="6354" y="20326"/>
                  </a:moveTo>
                  <a:lnTo>
                    <a:pt x="6354" y="11151"/>
                  </a:lnTo>
                  <a:lnTo>
                    <a:pt x="4359" y="4697"/>
                  </a:lnTo>
                  <a:cubicBezTo>
                    <a:pt x="4220" y="4302"/>
                    <a:pt x="4359" y="3863"/>
                    <a:pt x="4684" y="3600"/>
                  </a:cubicBezTo>
                  <a:lnTo>
                    <a:pt x="8719" y="0"/>
                  </a:lnTo>
                  <a:lnTo>
                    <a:pt x="0" y="0"/>
                  </a:lnTo>
                  <a:lnTo>
                    <a:pt x="4916" y="15628"/>
                  </a:lnTo>
                  <a:lnTo>
                    <a:pt x="4359" y="19755"/>
                  </a:lnTo>
                  <a:lnTo>
                    <a:pt x="7513" y="22960"/>
                  </a:lnTo>
                  <a:lnTo>
                    <a:pt x="6493" y="20765"/>
                  </a:lnTo>
                  <a:cubicBezTo>
                    <a:pt x="6493" y="20765"/>
                    <a:pt x="6400" y="20457"/>
                    <a:pt x="6400" y="2032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A1E9431E-0A54-B419-00A3-5CB6D3CC05FB}"/>
                </a:ext>
              </a:extLst>
            </p:cNvPr>
            <p:cNvSpPr>
              <a:spLocks/>
            </p:cNvSpPr>
            <p:nvPr/>
          </p:nvSpPr>
          <p:spPr>
            <a:xfrm>
              <a:off x="5993888" y="3751593"/>
              <a:ext cx="12867" cy="16251"/>
            </a:xfrm>
            <a:custGeom>
              <a:avLst/>
              <a:gdLst>
                <a:gd name="connsiteX0" fmla="*/ 7322 w 8620"/>
                <a:gd name="connsiteY0" fmla="*/ 0 h 10887"/>
                <a:gd name="connsiteX1" fmla="*/ 1757 w 8620"/>
                <a:gd name="connsiteY1" fmla="*/ 1976 h 10887"/>
                <a:gd name="connsiteX2" fmla="*/ 4539 w 8620"/>
                <a:gd name="connsiteY2" fmla="*/ 10887 h 10887"/>
                <a:gd name="connsiteX3" fmla="*/ 8621 w 8620"/>
                <a:gd name="connsiteY3" fmla="*/ 10141 h 10887"/>
                <a:gd name="connsiteX4" fmla="*/ 7322 w 8620"/>
                <a:gd name="connsiteY4" fmla="*/ 44 h 10887"/>
                <a:gd name="connsiteX5" fmla="*/ 7322 w 8620"/>
                <a:gd name="connsiteY5" fmla="*/ 0 h 1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20" h="10887">
                  <a:moveTo>
                    <a:pt x="7322" y="0"/>
                  </a:moveTo>
                  <a:cubicBezTo>
                    <a:pt x="5328" y="219"/>
                    <a:pt x="3380" y="834"/>
                    <a:pt x="1757" y="1976"/>
                  </a:cubicBezTo>
                  <a:cubicBezTo>
                    <a:pt x="-2417" y="4961"/>
                    <a:pt x="1803" y="8912"/>
                    <a:pt x="4539" y="10887"/>
                  </a:cubicBezTo>
                  <a:lnTo>
                    <a:pt x="8621" y="10141"/>
                  </a:lnTo>
                  <a:lnTo>
                    <a:pt x="7322" y="44"/>
                  </a:lnTo>
                  <a:cubicBezTo>
                    <a:pt x="7322" y="44"/>
                    <a:pt x="7322" y="44"/>
                    <a:pt x="7322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59FB95C1-510C-0B90-5C93-CC737DFDFC2A}"/>
                </a:ext>
              </a:extLst>
            </p:cNvPr>
            <p:cNvSpPr>
              <a:spLocks/>
            </p:cNvSpPr>
            <p:nvPr/>
          </p:nvSpPr>
          <p:spPr>
            <a:xfrm>
              <a:off x="2943307" y="2577094"/>
              <a:ext cx="30735" cy="11074"/>
            </a:xfrm>
            <a:custGeom>
              <a:avLst/>
              <a:gdLst>
                <a:gd name="connsiteX0" fmla="*/ 12197 w 20591"/>
                <a:gd name="connsiteY0" fmla="*/ 1537 h 7419"/>
                <a:gd name="connsiteX1" fmla="*/ 0 w 20591"/>
                <a:gd name="connsiteY1" fmla="*/ 1537 h 7419"/>
                <a:gd name="connsiteX2" fmla="*/ 2319 w 20591"/>
                <a:gd name="connsiteY2" fmla="*/ 4653 h 7419"/>
                <a:gd name="connsiteX3" fmla="*/ 10157 w 20591"/>
                <a:gd name="connsiteY3" fmla="*/ 4653 h 7419"/>
                <a:gd name="connsiteX4" fmla="*/ 14516 w 20591"/>
                <a:gd name="connsiteY4" fmla="*/ 4653 h 7419"/>
                <a:gd name="connsiteX5" fmla="*/ 20592 w 20591"/>
                <a:gd name="connsiteY5" fmla="*/ 7419 h 7419"/>
                <a:gd name="connsiteX6" fmla="*/ 18829 w 20591"/>
                <a:gd name="connsiteY6" fmla="*/ 0 h 7419"/>
                <a:gd name="connsiteX7" fmla="*/ 12197 w 20591"/>
                <a:gd name="connsiteY7" fmla="*/ 1537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591" h="7419">
                  <a:moveTo>
                    <a:pt x="12197" y="1537"/>
                  </a:moveTo>
                  <a:lnTo>
                    <a:pt x="0" y="1537"/>
                  </a:lnTo>
                  <a:lnTo>
                    <a:pt x="2319" y="4653"/>
                  </a:lnTo>
                  <a:lnTo>
                    <a:pt x="10157" y="4653"/>
                  </a:lnTo>
                  <a:lnTo>
                    <a:pt x="14516" y="4653"/>
                  </a:lnTo>
                  <a:lnTo>
                    <a:pt x="20592" y="7419"/>
                  </a:lnTo>
                  <a:lnTo>
                    <a:pt x="18829" y="0"/>
                  </a:lnTo>
                  <a:lnTo>
                    <a:pt x="12197" y="153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D8CA1F5-8F36-F29B-E5AA-AF4C0168F415}"/>
                </a:ext>
              </a:extLst>
            </p:cNvPr>
            <p:cNvSpPr>
              <a:spLocks/>
            </p:cNvSpPr>
            <p:nvPr/>
          </p:nvSpPr>
          <p:spPr>
            <a:xfrm>
              <a:off x="2896580" y="2362101"/>
              <a:ext cx="21182" cy="10353"/>
            </a:xfrm>
            <a:custGeom>
              <a:avLst/>
              <a:gdLst>
                <a:gd name="connsiteX0" fmla="*/ 0 w 14191"/>
                <a:gd name="connsiteY0" fmla="*/ 3468 h 6936"/>
                <a:gd name="connsiteX1" fmla="*/ 10157 w 14191"/>
                <a:gd name="connsiteY1" fmla="*/ 6936 h 6936"/>
                <a:gd name="connsiteX2" fmla="*/ 14191 w 14191"/>
                <a:gd name="connsiteY2" fmla="*/ 3819 h 6936"/>
                <a:gd name="connsiteX3" fmla="*/ 10157 w 14191"/>
                <a:gd name="connsiteY3" fmla="*/ 0 h 6936"/>
                <a:gd name="connsiteX4" fmla="*/ 0 w 14191"/>
                <a:gd name="connsiteY4" fmla="*/ 3468 h 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1" h="6936">
                  <a:moveTo>
                    <a:pt x="0" y="3468"/>
                  </a:moveTo>
                  <a:lnTo>
                    <a:pt x="10157" y="6936"/>
                  </a:lnTo>
                  <a:lnTo>
                    <a:pt x="14191" y="3819"/>
                  </a:lnTo>
                  <a:lnTo>
                    <a:pt x="10157" y="0"/>
                  </a:lnTo>
                  <a:lnTo>
                    <a:pt x="0" y="34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5ECBB66D-DE2E-DF4C-AAD5-C29A3653F85C}"/>
                </a:ext>
              </a:extLst>
            </p:cNvPr>
            <p:cNvSpPr>
              <a:spLocks/>
            </p:cNvSpPr>
            <p:nvPr/>
          </p:nvSpPr>
          <p:spPr>
            <a:xfrm>
              <a:off x="4191490" y="3901979"/>
              <a:ext cx="16475" cy="29486"/>
            </a:xfrm>
            <a:custGeom>
              <a:avLst/>
              <a:gdLst>
                <a:gd name="connsiteX0" fmla="*/ 7699 w 11037"/>
                <a:gd name="connsiteY0" fmla="*/ 15365 h 19755"/>
                <a:gd name="connsiteX1" fmla="*/ 11038 w 11037"/>
                <a:gd name="connsiteY1" fmla="*/ 8780 h 19755"/>
                <a:gd name="connsiteX2" fmla="*/ 11038 w 11037"/>
                <a:gd name="connsiteY2" fmla="*/ 3029 h 19755"/>
                <a:gd name="connsiteX3" fmla="*/ 4359 w 11037"/>
                <a:gd name="connsiteY3" fmla="*/ 0 h 19755"/>
                <a:gd name="connsiteX4" fmla="*/ 3200 w 11037"/>
                <a:gd name="connsiteY4" fmla="*/ 1624 h 19755"/>
                <a:gd name="connsiteX5" fmla="*/ 5519 w 11037"/>
                <a:gd name="connsiteY5" fmla="*/ 6014 h 19755"/>
                <a:gd name="connsiteX6" fmla="*/ 3803 w 11037"/>
                <a:gd name="connsiteY6" fmla="*/ 9878 h 19755"/>
                <a:gd name="connsiteX7" fmla="*/ 0 w 11037"/>
                <a:gd name="connsiteY7" fmla="*/ 9878 h 19755"/>
                <a:gd name="connsiteX8" fmla="*/ 6400 w 11037"/>
                <a:gd name="connsiteY8" fmla="*/ 19755 h 19755"/>
                <a:gd name="connsiteX9" fmla="*/ 7699 w 11037"/>
                <a:gd name="connsiteY9" fmla="*/ 15365 h 19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37" h="19755">
                  <a:moveTo>
                    <a:pt x="7699" y="15365"/>
                  </a:moveTo>
                  <a:lnTo>
                    <a:pt x="11038" y="8780"/>
                  </a:lnTo>
                  <a:lnTo>
                    <a:pt x="11038" y="3029"/>
                  </a:lnTo>
                  <a:lnTo>
                    <a:pt x="4359" y="0"/>
                  </a:lnTo>
                  <a:lnTo>
                    <a:pt x="3200" y="1624"/>
                  </a:lnTo>
                  <a:lnTo>
                    <a:pt x="5519" y="6014"/>
                  </a:lnTo>
                  <a:lnTo>
                    <a:pt x="3803" y="9878"/>
                  </a:lnTo>
                  <a:lnTo>
                    <a:pt x="0" y="9878"/>
                  </a:lnTo>
                  <a:lnTo>
                    <a:pt x="6400" y="19755"/>
                  </a:lnTo>
                  <a:lnTo>
                    <a:pt x="7699" y="1536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4EBBFFBE-6C32-4D41-2C1D-5F8F728E3C22}"/>
                </a:ext>
              </a:extLst>
            </p:cNvPr>
            <p:cNvSpPr>
              <a:spLocks/>
            </p:cNvSpPr>
            <p:nvPr/>
          </p:nvSpPr>
          <p:spPr>
            <a:xfrm>
              <a:off x="2868475" y="2440340"/>
              <a:ext cx="10797" cy="9370"/>
            </a:xfrm>
            <a:custGeom>
              <a:avLst/>
              <a:gdLst>
                <a:gd name="connsiteX0" fmla="*/ 0 w 7234"/>
                <a:gd name="connsiteY0" fmla="*/ 6278 h 6277"/>
                <a:gd name="connsiteX1" fmla="*/ 7235 w 7234"/>
                <a:gd name="connsiteY1" fmla="*/ 2722 h 6277"/>
                <a:gd name="connsiteX2" fmla="*/ 7235 w 7234"/>
                <a:gd name="connsiteY2" fmla="*/ 0 h 6277"/>
                <a:gd name="connsiteX3" fmla="*/ 2319 w 7234"/>
                <a:gd name="connsiteY3" fmla="*/ 0 h 6277"/>
                <a:gd name="connsiteX4" fmla="*/ 0 w 7234"/>
                <a:gd name="connsiteY4" fmla="*/ 6278 h 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6277">
                  <a:moveTo>
                    <a:pt x="0" y="6278"/>
                  </a:moveTo>
                  <a:lnTo>
                    <a:pt x="7235" y="2722"/>
                  </a:lnTo>
                  <a:lnTo>
                    <a:pt x="7235" y="0"/>
                  </a:lnTo>
                  <a:lnTo>
                    <a:pt x="2319" y="0"/>
                  </a:lnTo>
                  <a:lnTo>
                    <a:pt x="0" y="627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C6AA3897-A0B3-4F5B-12AB-19686D48736E}"/>
                </a:ext>
              </a:extLst>
            </p:cNvPr>
            <p:cNvSpPr>
              <a:spLocks/>
            </p:cNvSpPr>
            <p:nvPr/>
          </p:nvSpPr>
          <p:spPr>
            <a:xfrm>
              <a:off x="2868475" y="2397748"/>
              <a:ext cx="21597" cy="9370"/>
            </a:xfrm>
            <a:custGeom>
              <a:avLst/>
              <a:gdLst>
                <a:gd name="connsiteX0" fmla="*/ 0 w 14469"/>
                <a:gd name="connsiteY0" fmla="*/ 1624 h 6277"/>
                <a:gd name="connsiteX1" fmla="*/ 2041 w 14469"/>
                <a:gd name="connsiteY1" fmla="*/ 2195 h 6277"/>
                <a:gd name="connsiteX2" fmla="*/ 6075 w 14469"/>
                <a:gd name="connsiteY2" fmla="*/ 4917 h 6277"/>
                <a:gd name="connsiteX3" fmla="*/ 14470 w 14469"/>
                <a:gd name="connsiteY3" fmla="*/ 6278 h 6277"/>
                <a:gd name="connsiteX4" fmla="*/ 8255 w 14469"/>
                <a:gd name="connsiteY4" fmla="*/ 0 h 6277"/>
                <a:gd name="connsiteX5" fmla="*/ 0 w 14469"/>
                <a:gd name="connsiteY5" fmla="*/ 1624 h 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69" h="6277">
                  <a:moveTo>
                    <a:pt x="0" y="1624"/>
                  </a:moveTo>
                  <a:lnTo>
                    <a:pt x="2041" y="2195"/>
                  </a:lnTo>
                  <a:lnTo>
                    <a:pt x="6075" y="4917"/>
                  </a:lnTo>
                  <a:lnTo>
                    <a:pt x="14470" y="6278"/>
                  </a:lnTo>
                  <a:lnTo>
                    <a:pt x="8255" y="0"/>
                  </a:lnTo>
                  <a:lnTo>
                    <a:pt x="0" y="16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2EC8330-CD47-B77F-8A10-197F6FC16AAF}"/>
                </a:ext>
              </a:extLst>
            </p:cNvPr>
            <p:cNvSpPr>
              <a:spLocks/>
            </p:cNvSpPr>
            <p:nvPr/>
          </p:nvSpPr>
          <p:spPr>
            <a:xfrm>
              <a:off x="2955420" y="2559928"/>
              <a:ext cx="10797" cy="8977"/>
            </a:xfrm>
            <a:custGeom>
              <a:avLst/>
              <a:gdLst>
                <a:gd name="connsiteX0" fmla="*/ 3478 w 7234"/>
                <a:gd name="connsiteY0" fmla="*/ 6014 h 6014"/>
                <a:gd name="connsiteX1" fmla="*/ 7235 w 7234"/>
                <a:gd name="connsiteY1" fmla="*/ 0 h 6014"/>
                <a:gd name="connsiteX2" fmla="*/ 0 w 7234"/>
                <a:gd name="connsiteY2" fmla="*/ 2985 h 6014"/>
                <a:gd name="connsiteX3" fmla="*/ 3478 w 7234"/>
                <a:gd name="connsiteY3" fmla="*/ 6014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34" h="6014">
                  <a:moveTo>
                    <a:pt x="3478" y="6014"/>
                  </a:moveTo>
                  <a:lnTo>
                    <a:pt x="7235" y="0"/>
                  </a:lnTo>
                  <a:lnTo>
                    <a:pt x="0" y="2985"/>
                  </a:lnTo>
                  <a:lnTo>
                    <a:pt x="3478" y="60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80994E9E-AC7C-C4FF-A932-80CBBE58D0E1}"/>
                </a:ext>
              </a:extLst>
            </p:cNvPr>
            <p:cNvSpPr>
              <a:spLocks/>
            </p:cNvSpPr>
            <p:nvPr/>
          </p:nvSpPr>
          <p:spPr>
            <a:xfrm>
              <a:off x="3155341" y="2490730"/>
              <a:ext cx="23328" cy="16840"/>
            </a:xfrm>
            <a:custGeom>
              <a:avLst/>
              <a:gdLst>
                <a:gd name="connsiteX0" fmla="*/ 15629 w 15629"/>
                <a:gd name="connsiteY0" fmla="*/ 0 h 11282"/>
                <a:gd name="connsiteX1" fmla="*/ 14191 w 15629"/>
                <a:gd name="connsiteY1" fmla="*/ 0 h 11282"/>
                <a:gd name="connsiteX2" fmla="*/ 10713 w 15629"/>
                <a:gd name="connsiteY2" fmla="*/ 3029 h 11282"/>
                <a:gd name="connsiteX3" fmla="*/ 4638 w 15629"/>
                <a:gd name="connsiteY3" fmla="*/ 5619 h 11282"/>
                <a:gd name="connsiteX4" fmla="*/ 0 w 15629"/>
                <a:gd name="connsiteY4" fmla="*/ 7419 h 11282"/>
                <a:gd name="connsiteX5" fmla="*/ 0 w 15629"/>
                <a:gd name="connsiteY5" fmla="*/ 11282 h 11282"/>
                <a:gd name="connsiteX6" fmla="*/ 5194 w 15629"/>
                <a:gd name="connsiteY6" fmla="*/ 9351 h 11282"/>
                <a:gd name="connsiteX7" fmla="*/ 10388 w 15629"/>
                <a:gd name="connsiteY7" fmla="*/ 9351 h 11282"/>
                <a:gd name="connsiteX8" fmla="*/ 15583 w 15629"/>
                <a:gd name="connsiteY8" fmla="*/ 5488 h 11282"/>
                <a:gd name="connsiteX9" fmla="*/ 15583 w 15629"/>
                <a:gd name="connsiteY9" fmla="*/ 0 h 1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29" h="11282">
                  <a:moveTo>
                    <a:pt x="15629" y="0"/>
                  </a:moveTo>
                  <a:lnTo>
                    <a:pt x="14191" y="0"/>
                  </a:lnTo>
                  <a:lnTo>
                    <a:pt x="10713" y="3029"/>
                  </a:lnTo>
                  <a:cubicBezTo>
                    <a:pt x="10713" y="3029"/>
                    <a:pt x="7838" y="-1361"/>
                    <a:pt x="4638" y="5619"/>
                  </a:cubicBezTo>
                  <a:lnTo>
                    <a:pt x="0" y="7419"/>
                  </a:lnTo>
                  <a:lnTo>
                    <a:pt x="0" y="11282"/>
                  </a:lnTo>
                  <a:lnTo>
                    <a:pt x="5194" y="9351"/>
                  </a:lnTo>
                  <a:lnTo>
                    <a:pt x="10388" y="9351"/>
                  </a:lnTo>
                  <a:lnTo>
                    <a:pt x="15583" y="5488"/>
                  </a:lnTo>
                  <a:lnTo>
                    <a:pt x="1558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2AF94731-FA2D-3954-905A-8A6A149B3B2B}"/>
                </a:ext>
              </a:extLst>
            </p:cNvPr>
            <p:cNvSpPr>
              <a:spLocks/>
            </p:cNvSpPr>
            <p:nvPr/>
          </p:nvSpPr>
          <p:spPr>
            <a:xfrm>
              <a:off x="3176108" y="2775313"/>
              <a:ext cx="9068" cy="5766"/>
            </a:xfrm>
            <a:custGeom>
              <a:avLst/>
              <a:gdLst>
                <a:gd name="connsiteX0" fmla="*/ 0 w 6075"/>
                <a:gd name="connsiteY0" fmla="*/ 1668 h 3863"/>
                <a:gd name="connsiteX1" fmla="*/ 1716 w 6075"/>
                <a:gd name="connsiteY1" fmla="*/ 3863 h 3863"/>
                <a:gd name="connsiteX2" fmla="*/ 6075 w 6075"/>
                <a:gd name="connsiteY2" fmla="*/ 3863 h 3863"/>
                <a:gd name="connsiteX3" fmla="*/ 6075 w 6075"/>
                <a:gd name="connsiteY3" fmla="*/ 1668 h 3863"/>
                <a:gd name="connsiteX4" fmla="*/ 3014 w 6075"/>
                <a:gd name="connsiteY4" fmla="*/ 0 h 3863"/>
                <a:gd name="connsiteX5" fmla="*/ 0 w 6075"/>
                <a:gd name="connsiteY5" fmla="*/ 1668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75" h="3863">
                  <a:moveTo>
                    <a:pt x="0" y="1668"/>
                  </a:moveTo>
                  <a:lnTo>
                    <a:pt x="1716" y="3863"/>
                  </a:lnTo>
                  <a:lnTo>
                    <a:pt x="6075" y="3863"/>
                  </a:lnTo>
                  <a:lnTo>
                    <a:pt x="6075" y="1668"/>
                  </a:lnTo>
                  <a:lnTo>
                    <a:pt x="3014" y="0"/>
                  </a:lnTo>
                  <a:lnTo>
                    <a:pt x="0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7956498A-7DAA-D453-7F7B-F0AB1C4B7BFE}"/>
                </a:ext>
              </a:extLst>
            </p:cNvPr>
            <p:cNvSpPr>
              <a:spLocks/>
            </p:cNvSpPr>
            <p:nvPr/>
          </p:nvSpPr>
          <p:spPr>
            <a:xfrm>
              <a:off x="3166970" y="2545182"/>
              <a:ext cx="3876" cy="18411"/>
            </a:xfrm>
            <a:custGeom>
              <a:avLst/>
              <a:gdLst>
                <a:gd name="connsiteX0" fmla="*/ 0 w 2597"/>
                <a:gd name="connsiteY0" fmla="*/ 9307 h 12335"/>
                <a:gd name="connsiteX1" fmla="*/ 0 w 2597"/>
                <a:gd name="connsiteY1" fmla="*/ 12336 h 12335"/>
                <a:gd name="connsiteX2" fmla="*/ 2597 w 2597"/>
                <a:gd name="connsiteY2" fmla="*/ 11107 h 12335"/>
                <a:gd name="connsiteX3" fmla="*/ 0 w 2597"/>
                <a:gd name="connsiteY3" fmla="*/ 0 h 12335"/>
                <a:gd name="connsiteX4" fmla="*/ 0 w 2597"/>
                <a:gd name="connsiteY4" fmla="*/ 9307 h 1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7" h="12335">
                  <a:moveTo>
                    <a:pt x="0" y="9307"/>
                  </a:moveTo>
                  <a:lnTo>
                    <a:pt x="0" y="12336"/>
                  </a:lnTo>
                  <a:lnTo>
                    <a:pt x="2597" y="11107"/>
                  </a:lnTo>
                  <a:lnTo>
                    <a:pt x="0" y="0"/>
                  </a:lnTo>
                  <a:lnTo>
                    <a:pt x="0" y="930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7079507F-20D8-EB75-69B0-B977FE6C6080}"/>
                </a:ext>
              </a:extLst>
            </p:cNvPr>
            <p:cNvSpPr>
              <a:spLocks/>
            </p:cNvSpPr>
            <p:nvPr/>
          </p:nvSpPr>
          <p:spPr>
            <a:xfrm>
              <a:off x="6432206" y="4101835"/>
              <a:ext cx="58978" cy="36890"/>
            </a:xfrm>
            <a:custGeom>
              <a:avLst/>
              <a:gdLst>
                <a:gd name="connsiteX0" fmla="*/ 6075 w 39513"/>
                <a:gd name="connsiteY0" fmla="*/ 1624 h 24715"/>
                <a:gd name="connsiteX1" fmla="*/ 0 w 39513"/>
                <a:gd name="connsiteY1" fmla="*/ 9614 h 24715"/>
                <a:gd name="connsiteX2" fmla="*/ 0 w 39513"/>
                <a:gd name="connsiteY2" fmla="*/ 16199 h 24715"/>
                <a:gd name="connsiteX3" fmla="*/ 7838 w 39513"/>
                <a:gd name="connsiteY3" fmla="*/ 16989 h 24715"/>
                <a:gd name="connsiteX4" fmla="*/ 1716 w 39513"/>
                <a:gd name="connsiteY4" fmla="*/ 20018 h 24715"/>
                <a:gd name="connsiteX5" fmla="*/ 1716 w 39513"/>
                <a:gd name="connsiteY5" fmla="*/ 24716 h 24715"/>
                <a:gd name="connsiteX6" fmla="*/ 10713 w 39513"/>
                <a:gd name="connsiteY6" fmla="*/ 18131 h 24715"/>
                <a:gd name="connsiteX7" fmla="*/ 15073 w 39513"/>
                <a:gd name="connsiteY7" fmla="*/ 20853 h 24715"/>
                <a:gd name="connsiteX8" fmla="*/ 23189 w 39513"/>
                <a:gd name="connsiteY8" fmla="*/ 19755 h 24715"/>
                <a:gd name="connsiteX9" fmla="*/ 29264 w 39513"/>
                <a:gd name="connsiteY9" fmla="*/ 20853 h 24715"/>
                <a:gd name="connsiteX10" fmla="*/ 36221 w 39513"/>
                <a:gd name="connsiteY10" fmla="*/ 15365 h 24715"/>
                <a:gd name="connsiteX11" fmla="*/ 23189 w 39513"/>
                <a:gd name="connsiteY11" fmla="*/ 16463 h 24715"/>
                <a:gd name="connsiteX12" fmla="*/ 23189 w 39513"/>
                <a:gd name="connsiteY12" fmla="*/ 13170 h 24715"/>
                <a:gd name="connsiteX13" fmla="*/ 28986 w 39513"/>
                <a:gd name="connsiteY13" fmla="*/ 11809 h 24715"/>
                <a:gd name="connsiteX14" fmla="*/ 39514 w 39513"/>
                <a:gd name="connsiteY14" fmla="*/ 1317 h 24715"/>
                <a:gd name="connsiteX15" fmla="*/ 36824 w 39513"/>
                <a:gd name="connsiteY15" fmla="*/ 0 h 24715"/>
                <a:gd name="connsiteX16" fmla="*/ 5241 w 39513"/>
                <a:gd name="connsiteY16" fmla="*/ 0 h 24715"/>
                <a:gd name="connsiteX17" fmla="*/ 6075 w 39513"/>
                <a:gd name="connsiteY17" fmla="*/ 1624 h 2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513" h="24715">
                  <a:moveTo>
                    <a:pt x="6075" y="1624"/>
                  </a:moveTo>
                  <a:lnTo>
                    <a:pt x="0" y="9614"/>
                  </a:lnTo>
                  <a:lnTo>
                    <a:pt x="0" y="16199"/>
                  </a:lnTo>
                  <a:lnTo>
                    <a:pt x="7838" y="16989"/>
                  </a:lnTo>
                  <a:lnTo>
                    <a:pt x="1716" y="20018"/>
                  </a:lnTo>
                  <a:lnTo>
                    <a:pt x="1716" y="24716"/>
                  </a:lnTo>
                  <a:lnTo>
                    <a:pt x="10713" y="18131"/>
                  </a:lnTo>
                  <a:lnTo>
                    <a:pt x="15073" y="20853"/>
                  </a:lnTo>
                  <a:lnTo>
                    <a:pt x="23189" y="19755"/>
                  </a:lnTo>
                  <a:lnTo>
                    <a:pt x="29264" y="20853"/>
                  </a:lnTo>
                  <a:lnTo>
                    <a:pt x="36221" y="15365"/>
                  </a:lnTo>
                  <a:lnTo>
                    <a:pt x="23189" y="16463"/>
                  </a:lnTo>
                  <a:lnTo>
                    <a:pt x="23189" y="13170"/>
                  </a:lnTo>
                  <a:lnTo>
                    <a:pt x="28986" y="11809"/>
                  </a:lnTo>
                  <a:lnTo>
                    <a:pt x="39514" y="1317"/>
                  </a:lnTo>
                  <a:lnTo>
                    <a:pt x="36824" y="0"/>
                  </a:lnTo>
                  <a:lnTo>
                    <a:pt x="5241" y="0"/>
                  </a:lnTo>
                  <a:lnTo>
                    <a:pt x="6075" y="16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BA14951C-671C-CAF4-597B-2B77FA9ED82C}"/>
                </a:ext>
              </a:extLst>
            </p:cNvPr>
            <p:cNvSpPr>
              <a:spLocks/>
            </p:cNvSpPr>
            <p:nvPr/>
          </p:nvSpPr>
          <p:spPr>
            <a:xfrm>
              <a:off x="3178670" y="2421075"/>
              <a:ext cx="25544" cy="19658"/>
            </a:xfrm>
            <a:custGeom>
              <a:avLst/>
              <a:gdLst>
                <a:gd name="connsiteX0" fmla="*/ 17113 w 17113"/>
                <a:gd name="connsiteY0" fmla="*/ 4390 h 13170"/>
                <a:gd name="connsiteX1" fmla="*/ 17113 w 17113"/>
                <a:gd name="connsiteY1" fmla="*/ 1624 h 13170"/>
                <a:gd name="connsiteX2" fmla="*/ 17113 w 17113"/>
                <a:gd name="connsiteY2" fmla="*/ 0 h 13170"/>
                <a:gd name="connsiteX3" fmla="*/ 10157 w 17113"/>
                <a:gd name="connsiteY3" fmla="*/ 2195 h 13170"/>
                <a:gd name="connsiteX4" fmla="*/ 4638 w 17113"/>
                <a:gd name="connsiteY4" fmla="*/ 6585 h 13170"/>
                <a:gd name="connsiteX5" fmla="*/ 0 w 17113"/>
                <a:gd name="connsiteY5" fmla="*/ 10975 h 13170"/>
                <a:gd name="connsiteX6" fmla="*/ 2922 w 17113"/>
                <a:gd name="connsiteY6" fmla="*/ 13170 h 13170"/>
                <a:gd name="connsiteX7" fmla="*/ 7235 w 17113"/>
                <a:gd name="connsiteY7" fmla="*/ 8209 h 13170"/>
                <a:gd name="connsiteX8" fmla="*/ 11594 w 17113"/>
                <a:gd name="connsiteY8" fmla="*/ 4390 h 13170"/>
                <a:gd name="connsiteX9" fmla="*/ 17113 w 17113"/>
                <a:gd name="connsiteY9" fmla="*/ 4390 h 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3" h="13170">
                  <a:moveTo>
                    <a:pt x="17113" y="4390"/>
                  </a:moveTo>
                  <a:lnTo>
                    <a:pt x="17113" y="1624"/>
                  </a:lnTo>
                  <a:lnTo>
                    <a:pt x="17113" y="0"/>
                  </a:lnTo>
                  <a:lnTo>
                    <a:pt x="10157" y="2195"/>
                  </a:lnTo>
                  <a:lnTo>
                    <a:pt x="4638" y="6585"/>
                  </a:lnTo>
                  <a:lnTo>
                    <a:pt x="0" y="10975"/>
                  </a:lnTo>
                  <a:lnTo>
                    <a:pt x="2922" y="13170"/>
                  </a:lnTo>
                  <a:lnTo>
                    <a:pt x="7235" y="8209"/>
                  </a:lnTo>
                  <a:lnTo>
                    <a:pt x="11594" y="4390"/>
                  </a:lnTo>
                  <a:lnTo>
                    <a:pt x="17113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D80FE5C0-A89F-9C6D-102F-CEB2D99B32A5}"/>
                </a:ext>
              </a:extLst>
            </p:cNvPr>
            <p:cNvSpPr>
              <a:spLocks/>
            </p:cNvSpPr>
            <p:nvPr/>
          </p:nvSpPr>
          <p:spPr>
            <a:xfrm>
              <a:off x="3439852" y="2807289"/>
              <a:ext cx="7199" cy="13433"/>
            </a:xfrm>
            <a:custGeom>
              <a:avLst/>
              <a:gdLst>
                <a:gd name="connsiteX0" fmla="*/ 1113 w 4823"/>
                <a:gd name="connsiteY0" fmla="*/ 0 h 8999"/>
                <a:gd name="connsiteX1" fmla="*/ 93 w 4823"/>
                <a:gd name="connsiteY1" fmla="*/ 2722 h 8999"/>
                <a:gd name="connsiteX2" fmla="*/ 0 w 4823"/>
                <a:gd name="connsiteY2" fmla="*/ 2766 h 8999"/>
                <a:gd name="connsiteX3" fmla="*/ 0 w 4823"/>
                <a:gd name="connsiteY3" fmla="*/ 6366 h 8999"/>
                <a:gd name="connsiteX4" fmla="*/ 4823 w 4823"/>
                <a:gd name="connsiteY4" fmla="*/ 8999 h 8999"/>
                <a:gd name="connsiteX5" fmla="*/ 2133 w 4823"/>
                <a:gd name="connsiteY5" fmla="*/ 0 h 8999"/>
                <a:gd name="connsiteX6" fmla="*/ 1113 w 4823"/>
                <a:gd name="connsiteY6" fmla="*/ 0 h 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23" h="8999">
                  <a:moveTo>
                    <a:pt x="1113" y="0"/>
                  </a:moveTo>
                  <a:lnTo>
                    <a:pt x="93" y="2722"/>
                  </a:lnTo>
                  <a:lnTo>
                    <a:pt x="0" y="2766"/>
                  </a:lnTo>
                  <a:lnTo>
                    <a:pt x="0" y="6366"/>
                  </a:lnTo>
                  <a:lnTo>
                    <a:pt x="4823" y="8999"/>
                  </a:lnTo>
                  <a:lnTo>
                    <a:pt x="2133" y="0"/>
                  </a:lnTo>
                  <a:lnTo>
                    <a:pt x="111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461571C-12A5-12D1-E591-1C7A764AAAE2}"/>
                </a:ext>
              </a:extLst>
            </p:cNvPr>
            <p:cNvSpPr>
              <a:spLocks/>
            </p:cNvSpPr>
            <p:nvPr/>
          </p:nvSpPr>
          <p:spPr>
            <a:xfrm>
              <a:off x="3490801" y="2832648"/>
              <a:ext cx="3530" cy="2096"/>
            </a:xfrm>
            <a:custGeom>
              <a:avLst/>
              <a:gdLst>
                <a:gd name="connsiteX0" fmla="*/ 0 w 2365"/>
                <a:gd name="connsiteY0" fmla="*/ 0 h 1404"/>
                <a:gd name="connsiteX1" fmla="*/ 2365 w 2365"/>
                <a:gd name="connsiteY1" fmla="*/ 1405 h 1404"/>
                <a:gd name="connsiteX2" fmla="*/ 1531 w 2365"/>
                <a:gd name="connsiteY2" fmla="*/ 0 h 1404"/>
                <a:gd name="connsiteX3" fmla="*/ 0 w 2365"/>
                <a:gd name="connsiteY3" fmla="*/ 0 h 1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5" h="1404">
                  <a:moveTo>
                    <a:pt x="0" y="0"/>
                  </a:moveTo>
                  <a:lnTo>
                    <a:pt x="2365" y="1405"/>
                  </a:lnTo>
                  <a:lnTo>
                    <a:pt x="153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DC385BED-ECCF-0203-6758-9C8D507BAA75}"/>
                </a:ext>
              </a:extLst>
            </p:cNvPr>
            <p:cNvSpPr>
              <a:spLocks/>
            </p:cNvSpPr>
            <p:nvPr/>
          </p:nvSpPr>
          <p:spPr>
            <a:xfrm>
              <a:off x="6487670" y="4289022"/>
              <a:ext cx="31067" cy="113055"/>
            </a:xfrm>
            <a:custGeom>
              <a:avLst/>
              <a:gdLst>
                <a:gd name="connsiteX0" fmla="*/ 8941 w 20813"/>
                <a:gd name="connsiteY0" fmla="*/ 60158 h 75742"/>
                <a:gd name="connsiteX1" fmla="*/ 7225 w 20813"/>
                <a:gd name="connsiteY1" fmla="*/ 40579 h 75742"/>
                <a:gd name="connsiteX2" fmla="*/ 7550 w 20813"/>
                <a:gd name="connsiteY2" fmla="*/ 39745 h 75742"/>
                <a:gd name="connsiteX3" fmla="*/ 8385 w 20813"/>
                <a:gd name="connsiteY3" fmla="*/ 39393 h 75742"/>
                <a:gd name="connsiteX4" fmla="*/ 11028 w 20813"/>
                <a:gd name="connsiteY4" fmla="*/ 39393 h 75742"/>
                <a:gd name="connsiteX5" fmla="*/ 9312 w 20813"/>
                <a:gd name="connsiteY5" fmla="*/ 35223 h 75742"/>
                <a:gd name="connsiteX6" fmla="*/ 9498 w 20813"/>
                <a:gd name="connsiteY6" fmla="*/ 34126 h 75742"/>
                <a:gd name="connsiteX7" fmla="*/ 11213 w 20813"/>
                <a:gd name="connsiteY7" fmla="*/ 32194 h 75742"/>
                <a:gd name="connsiteX8" fmla="*/ 12095 w 20813"/>
                <a:gd name="connsiteY8" fmla="*/ 31799 h 75742"/>
                <a:gd name="connsiteX9" fmla="*/ 16732 w 20813"/>
                <a:gd name="connsiteY9" fmla="*/ 31799 h 75742"/>
                <a:gd name="connsiteX10" fmla="*/ 10425 w 20813"/>
                <a:gd name="connsiteY10" fmla="*/ 23282 h 75742"/>
                <a:gd name="connsiteX11" fmla="*/ 9776 w 20813"/>
                <a:gd name="connsiteY11" fmla="*/ 9585 h 75742"/>
                <a:gd name="connsiteX12" fmla="*/ 779 w 20813"/>
                <a:gd name="connsiteY12" fmla="*/ 278 h 75742"/>
                <a:gd name="connsiteX13" fmla="*/ 5277 w 20813"/>
                <a:gd name="connsiteY13" fmla="*/ 13712 h 75742"/>
                <a:gd name="connsiteX14" fmla="*/ 6297 w 20813"/>
                <a:gd name="connsiteY14" fmla="*/ 35399 h 75742"/>
                <a:gd name="connsiteX15" fmla="*/ 4906 w 20813"/>
                <a:gd name="connsiteY15" fmla="*/ 44925 h 75742"/>
                <a:gd name="connsiteX16" fmla="*/ 12095 w 20813"/>
                <a:gd name="connsiteY16" fmla="*/ 73284 h 75742"/>
                <a:gd name="connsiteX17" fmla="*/ 16176 w 20813"/>
                <a:gd name="connsiteY17" fmla="*/ 70826 h 75742"/>
                <a:gd name="connsiteX18" fmla="*/ 20814 w 20813"/>
                <a:gd name="connsiteY18" fmla="*/ 75743 h 75742"/>
                <a:gd name="connsiteX19" fmla="*/ 20814 w 20813"/>
                <a:gd name="connsiteY19" fmla="*/ 71221 h 75742"/>
                <a:gd name="connsiteX20" fmla="*/ 9312 w 20813"/>
                <a:gd name="connsiteY20" fmla="*/ 60904 h 75742"/>
                <a:gd name="connsiteX21" fmla="*/ 8941 w 20813"/>
                <a:gd name="connsiteY21" fmla="*/ 60202 h 7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813" h="75742">
                  <a:moveTo>
                    <a:pt x="8941" y="60158"/>
                  </a:moveTo>
                  <a:lnTo>
                    <a:pt x="7225" y="40579"/>
                  </a:lnTo>
                  <a:cubicBezTo>
                    <a:pt x="7225" y="40271"/>
                    <a:pt x="7318" y="39964"/>
                    <a:pt x="7550" y="39745"/>
                  </a:cubicBezTo>
                  <a:cubicBezTo>
                    <a:pt x="7782" y="39525"/>
                    <a:pt x="8060" y="39393"/>
                    <a:pt x="8385" y="39393"/>
                  </a:cubicBezTo>
                  <a:lnTo>
                    <a:pt x="11028" y="39393"/>
                  </a:lnTo>
                  <a:lnTo>
                    <a:pt x="9312" y="35223"/>
                  </a:lnTo>
                  <a:cubicBezTo>
                    <a:pt x="9173" y="34828"/>
                    <a:pt x="9219" y="34433"/>
                    <a:pt x="9498" y="34126"/>
                  </a:cubicBezTo>
                  <a:lnTo>
                    <a:pt x="11213" y="32194"/>
                  </a:lnTo>
                  <a:cubicBezTo>
                    <a:pt x="11445" y="31974"/>
                    <a:pt x="11770" y="31799"/>
                    <a:pt x="12095" y="31799"/>
                  </a:cubicBezTo>
                  <a:lnTo>
                    <a:pt x="16732" y="31799"/>
                  </a:lnTo>
                  <a:cubicBezTo>
                    <a:pt x="16547" y="28814"/>
                    <a:pt x="15016" y="25653"/>
                    <a:pt x="10425" y="23282"/>
                  </a:cubicBezTo>
                  <a:lnTo>
                    <a:pt x="9776" y="9585"/>
                  </a:lnTo>
                  <a:cubicBezTo>
                    <a:pt x="9776" y="9585"/>
                    <a:pt x="3979" y="-1917"/>
                    <a:pt x="779" y="278"/>
                  </a:cubicBezTo>
                  <a:cubicBezTo>
                    <a:pt x="-2421" y="2473"/>
                    <a:pt x="5277" y="13712"/>
                    <a:pt x="5277" y="13712"/>
                  </a:cubicBezTo>
                  <a:lnTo>
                    <a:pt x="6297" y="35399"/>
                  </a:lnTo>
                  <a:cubicBezTo>
                    <a:pt x="6297" y="35399"/>
                    <a:pt x="-566" y="42906"/>
                    <a:pt x="4906" y="44925"/>
                  </a:cubicBezTo>
                  <a:cubicBezTo>
                    <a:pt x="4906" y="44925"/>
                    <a:pt x="8616" y="71923"/>
                    <a:pt x="12095" y="73284"/>
                  </a:cubicBezTo>
                  <a:lnTo>
                    <a:pt x="16176" y="70826"/>
                  </a:lnTo>
                  <a:lnTo>
                    <a:pt x="20814" y="75743"/>
                  </a:lnTo>
                  <a:lnTo>
                    <a:pt x="20814" y="71221"/>
                  </a:lnTo>
                  <a:lnTo>
                    <a:pt x="9312" y="60904"/>
                  </a:lnTo>
                  <a:cubicBezTo>
                    <a:pt x="9312" y="60904"/>
                    <a:pt x="8987" y="60466"/>
                    <a:pt x="8941" y="6020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BE361A2F-E3DB-78B8-EDB9-CEED13DCA7F2}"/>
                </a:ext>
              </a:extLst>
            </p:cNvPr>
            <p:cNvSpPr>
              <a:spLocks/>
            </p:cNvSpPr>
            <p:nvPr/>
          </p:nvSpPr>
          <p:spPr>
            <a:xfrm>
              <a:off x="3060987" y="2408822"/>
              <a:ext cx="104320" cy="42592"/>
            </a:xfrm>
            <a:custGeom>
              <a:avLst/>
              <a:gdLst>
                <a:gd name="connsiteX0" fmla="*/ 50737 w 69890"/>
                <a:gd name="connsiteY0" fmla="*/ 9570 h 28535"/>
                <a:gd name="connsiteX1" fmla="*/ 55096 w 69890"/>
                <a:gd name="connsiteY1" fmla="*/ 9043 h 28535"/>
                <a:gd name="connsiteX2" fmla="*/ 69891 w 69890"/>
                <a:gd name="connsiteY2" fmla="*/ 10712 h 28535"/>
                <a:gd name="connsiteX3" fmla="*/ 69891 w 69890"/>
                <a:gd name="connsiteY3" fmla="*/ 8253 h 28535"/>
                <a:gd name="connsiteX4" fmla="*/ 55977 w 69890"/>
                <a:gd name="connsiteY4" fmla="*/ 6058 h 28535"/>
                <a:gd name="connsiteX5" fmla="*/ 41183 w 69890"/>
                <a:gd name="connsiteY5" fmla="*/ 4127 h 28535"/>
                <a:gd name="connsiteX6" fmla="*/ 36267 w 69890"/>
                <a:gd name="connsiteY6" fmla="*/ 6848 h 28535"/>
                <a:gd name="connsiteX7" fmla="*/ 29867 w 69890"/>
                <a:gd name="connsiteY7" fmla="*/ 0 h 28535"/>
                <a:gd name="connsiteX8" fmla="*/ 22029 w 69890"/>
                <a:gd name="connsiteY8" fmla="*/ 6585 h 28535"/>
                <a:gd name="connsiteX9" fmla="*/ 15629 w 69890"/>
                <a:gd name="connsiteY9" fmla="*/ 10448 h 28535"/>
                <a:gd name="connsiteX10" fmla="*/ 7513 w 69890"/>
                <a:gd name="connsiteY10" fmla="*/ 17867 h 28535"/>
                <a:gd name="connsiteX11" fmla="*/ 0 w 69890"/>
                <a:gd name="connsiteY11" fmla="*/ 25813 h 28535"/>
                <a:gd name="connsiteX12" fmla="*/ 10157 w 69890"/>
                <a:gd name="connsiteY12" fmla="*/ 28535 h 28535"/>
                <a:gd name="connsiteX13" fmla="*/ 24626 w 69890"/>
                <a:gd name="connsiteY13" fmla="*/ 14268 h 28535"/>
                <a:gd name="connsiteX14" fmla="*/ 50690 w 69890"/>
                <a:gd name="connsiteY14" fmla="*/ 9614 h 2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890" h="28535">
                  <a:moveTo>
                    <a:pt x="50737" y="9570"/>
                  </a:moveTo>
                  <a:lnTo>
                    <a:pt x="55096" y="9043"/>
                  </a:lnTo>
                  <a:lnTo>
                    <a:pt x="69891" y="10712"/>
                  </a:lnTo>
                  <a:lnTo>
                    <a:pt x="69891" y="8253"/>
                  </a:lnTo>
                  <a:lnTo>
                    <a:pt x="55977" y="6058"/>
                  </a:lnTo>
                  <a:cubicBezTo>
                    <a:pt x="51061" y="3336"/>
                    <a:pt x="41183" y="4127"/>
                    <a:pt x="41183" y="4127"/>
                  </a:cubicBezTo>
                  <a:lnTo>
                    <a:pt x="36267" y="6848"/>
                  </a:lnTo>
                  <a:cubicBezTo>
                    <a:pt x="36267" y="6848"/>
                    <a:pt x="36267" y="0"/>
                    <a:pt x="29867" y="0"/>
                  </a:cubicBezTo>
                  <a:cubicBezTo>
                    <a:pt x="23467" y="0"/>
                    <a:pt x="21751" y="4653"/>
                    <a:pt x="22029" y="6585"/>
                  </a:cubicBezTo>
                  <a:cubicBezTo>
                    <a:pt x="22307" y="8517"/>
                    <a:pt x="15629" y="10448"/>
                    <a:pt x="15629" y="10448"/>
                  </a:cubicBezTo>
                  <a:cubicBezTo>
                    <a:pt x="15629" y="10448"/>
                    <a:pt x="8673" y="13170"/>
                    <a:pt x="7513" y="17867"/>
                  </a:cubicBezTo>
                  <a:cubicBezTo>
                    <a:pt x="6354" y="22565"/>
                    <a:pt x="0" y="25813"/>
                    <a:pt x="0" y="25813"/>
                  </a:cubicBezTo>
                  <a:lnTo>
                    <a:pt x="10157" y="28535"/>
                  </a:lnTo>
                  <a:cubicBezTo>
                    <a:pt x="10157" y="19492"/>
                    <a:pt x="24626" y="14268"/>
                    <a:pt x="24626" y="14268"/>
                  </a:cubicBezTo>
                  <a:cubicBezTo>
                    <a:pt x="44940" y="15936"/>
                    <a:pt x="50690" y="9614"/>
                    <a:pt x="50690" y="961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9358437A-7344-0F0D-B346-79F1E4A70C96}"/>
                </a:ext>
              </a:extLst>
            </p:cNvPr>
            <p:cNvSpPr>
              <a:spLocks/>
            </p:cNvSpPr>
            <p:nvPr/>
          </p:nvSpPr>
          <p:spPr>
            <a:xfrm>
              <a:off x="6426323" y="3523561"/>
              <a:ext cx="46102" cy="47899"/>
            </a:xfrm>
            <a:custGeom>
              <a:avLst/>
              <a:gdLst>
                <a:gd name="connsiteX0" fmla="*/ 3339 w 30887"/>
                <a:gd name="connsiteY0" fmla="*/ 31828 h 32090"/>
                <a:gd name="connsiteX1" fmla="*/ 8580 w 30887"/>
                <a:gd name="connsiteY1" fmla="*/ 25506 h 32090"/>
                <a:gd name="connsiteX2" fmla="*/ 12336 w 30887"/>
                <a:gd name="connsiteY2" fmla="*/ 22784 h 32090"/>
                <a:gd name="connsiteX3" fmla="*/ 15258 w 30887"/>
                <a:gd name="connsiteY3" fmla="*/ 25506 h 32090"/>
                <a:gd name="connsiteX4" fmla="*/ 23931 w 30887"/>
                <a:gd name="connsiteY4" fmla="*/ 17297 h 32090"/>
                <a:gd name="connsiteX5" fmla="*/ 30887 w 30887"/>
                <a:gd name="connsiteY5" fmla="*/ 20018 h 32090"/>
                <a:gd name="connsiteX6" fmla="*/ 25832 w 30887"/>
                <a:gd name="connsiteY6" fmla="*/ 14004 h 32090"/>
                <a:gd name="connsiteX7" fmla="*/ 27734 w 30887"/>
                <a:gd name="connsiteY7" fmla="*/ 8517 h 32090"/>
                <a:gd name="connsiteX8" fmla="*/ 25832 w 30887"/>
                <a:gd name="connsiteY8" fmla="*/ 8517 h 32090"/>
                <a:gd name="connsiteX9" fmla="*/ 27734 w 30887"/>
                <a:gd name="connsiteY9" fmla="*/ 4127 h 32090"/>
                <a:gd name="connsiteX10" fmla="*/ 23931 w 30887"/>
                <a:gd name="connsiteY10" fmla="*/ 0 h 32090"/>
                <a:gd name="connsiteX11" fmla="*/ 23931 w 30887"/>
                <a:gd name="connsiteY11" fmla="*/ 5488 h 32090"/>
                <a:gd name="connsiteX12" fmla="*/ 19896 w 30887"/>
                <a:gd name="connsiteY12" fmla="*/ 8780 h 32090"/>
                <a:gd name="connsiteX13" fmla="*/ 23096 w 30887"/>
                <a:gd name="connsiteY13" fmla="*/ 8780 h 32090"/>
                <a:gd name="connsiteX14" fmla="*/ 22771 w 30887"/>
                <a:gd name="connsiteY14" fmla="*/ 11809 h 32090"/>
                <a:gd name="connsiteX15" fmla="*/ 19015 w 30887"/>
                <a:gd name="connsiteY15" fmla="*/ 13697 h 32090"/>
                <a:gd name="connsiteX16" fmla="*/ 20174 w 30887"/>
                <a:gd name="connsiteY16" fmla="*/ 16463 h 32090"/>
                <a:gd name="connsiteX17" fmla="*/ 16139 w 30887"/>
                <a:gd name="connsiteY17" fmla="*/ 20853 h 32090"/>
                <a:gd name="connsiteX18" fmla="*/ 14377 w 30887"/>
                <a:gd name="connsiteY18" fmla="*/ 19492 h 32090"/>
                <a:gd name="connsiteX19" fmla="*/ 6261 w 30887"/>
                <a:gd name="connsiteY19" fmla="*/ 22784 h 32090"/>
                <a:gd name="connsiteX20" fmla="*/ 1020 w 30887"/>
                <a:gd name="connsiteY20" fmla="*/ 29633 h 32090"/>
                <a:gd name="connsiteX21" fmla="*/ 0 w 30887"/>
                <a:gd name="connsiteY21" fmla="*/ 32091 h 32090"/>
                <a:gd name="connsiteX22" fmla="*/ 3246 w 30887"/>
                <a:gd name="connsiteY22" fmla="*/ 32091 h 32090"/>
                <a:gd name="connsiteX23" fmla="*/ 3339 w 30887"/>
                <a:gd name="connsiteY23" fmla="*/ 31828 h 3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887" h="32090">
                  <a:moveTo>
                    <a:pt x="3339" y="31828"/>
                  </a:moveTo>
                  <a:lnTo>
                    <a:pt x="8580" y="25506"/>
                  </a:lnTo>
                  <a:lnTo>
                    <a:pt x="12336" y="22784"/>
                  </a:lnTo>
                  <a:lnTo>
                    <a:pt x="15258" y="25506"/>
                  </a:lnTo>
                  <a:lnTo>
                    <a:pt x="23931" y="17297"/>
                  </a:lnTo>
                  <a:lnTo>
                    <a:pt x="30887" y="20018"/>
                  </a:lnTo>
                  <a:lnTo>
                    <a:pt x="25832" y="14004"/>
                  </a:lnTo>
                  <a:lnTo>
                    <a:pt x="27734" y="8517"/>
                  </a:lnTo>
                  <a:lnTo>
                    <a:pt x="25832" y="8517"/>
                  </a:lnTo>
                  <a:lnTo>
                    <a:pt x="27734" y="4127"/>
                  </a:lnTo>
                  <a:lnTo>
                    <a:pt x="23931" y="0"/>
                  </a:lnTo>
                  <a:lnTo>
                    <a:pt x="23931" y="5488"/>
                  </a:lnTo>
                  <a:lnTo>
                    <a:pt x="19896" y="8780"/>
                  </a:lnTo>
                  <a:lnTo>
                    <a:pt x="23096" y="8780"/>
                  </a:lnTo>
                  <a:lnTo>
                    <a:pt x="22771" y="11809"/>
                  </a:lnTo>
                  <a:lnTo>
                    <a:pt x="19015" y="13697"/>
                  </a:lnTo>
                  <a:lnTo>
                    <a:pt x="20174" y="16463"/>
                  </a:lnTo>
                  <a:lnTo>
                    <a:pt x="16139" y="20853"/>
                  </a:lnTo>
                  <a:lnTo>
                    <a:pt x="14377" y="19492"/>
                  </a:lnTo>
                  <a:lnTo>
                    <a:pt x="6261" y="22784"/>
                  </a:lnTo>
                  <a:lnTo>
                    <a:pt x="1020" y="29633"/>
                  </a:lnTo>
                  <a:lnTo>
                    <a:pt x="0" y="32091"/>
                  </a:lnTo>
                  <a:lnTo>
                    <a:pt x="3246" y="32091"/>
                  </a:lnTo>
                  <a:lnTo>
                    <a:pt x="3339" y="3182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E250F3FC-378E-68C1-9D0C-665C511206FC}"/>
                </a:ext>
              </a:extLst>
            </p:cNvPr>
            <p:cNvSpPr>
              <a:spLocks/>
            </p:cNvSpPr>
            <p:nvPr/>
          </p:nvSpPr>
          <p:spPr>
            <a:xfrm>
              <a:off x="6423139" y="3574738"/>
              <a:ext cx="6575" cy="4127"/>
            </a:xfrm>
            <a:custGeom>
              <a:avLst/>
              <a:gdLst>
                <a:gd name="connsiteX0" fmla="*/ 3154 w 4405"/>
                <a:gd name="connsiteY0" fmla="*/ 2766 h 2765"/>
                <a:gd name="connsiteX1" fmla="*/ 4406 w 4405"/>
                <a:gd name="connsiteY1" fmla="*/ 0 h 2765"/>
                <a:gd name="connsiteX2" fmla="*/ 1159 w 4405"/>
                <a:gd name="connsiteY2" fmla="*/ 0 h 2765"/>
                <a:gd name="connsiteX3" fmla="*/ 0 w 4405"/>
                <a:gd name="connsiteY3" fmla="*/ 2766 h 2765"/>
                <a:gd name="connsiteX4" fmla="*/ 3154 w 4405"/>
                <a:gd name="connsiteY4" fmla="*/ 2766 h 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5" h="2765">
                  <a:moveTo>
                    <a:pt x="3154" y="2766"/>
                  </a:moveTo>
                  <a:lnTo>
                    <a:pt x="4406" y="0"/>
                  </a:lnTo>
                  <a:lnTo>
                    <a:pt x="1159" y="0"/>
                  </a:lnTo>
                  <a:lnTo>
                    <a:pt x="0" y="2766"/>
                  </a:lnTo>
                  <a:lnTo>
                    <a:pt x="3154" y="27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202BCAF7-9AAE-03DE-BED2-3D4A6ED89370}"/>
                </a:ext>
              </a:extLst>
            </p:cNvPr>
            <p:cNvSpPr>
              <a:spLocks/>
            </p:cNvSpPr>
            <p:nvPr/>
          </p:nvSpPr>
          <p:spPr>
            <a:xfrm>
              <a:off x="3128066" y="2566086"/>
              <a:ext cx="15991" cy="24114"/>
            </a:xfrm>
            <a:custGeom>
              <a:avLst/>
              <a:gdLst>
                <a:gd name="connsiteX0" fmla="*/ 5333 w 10713"/>
                <a:gd name="connsiteY0" fmla="*/ 11765 h 16155"/>
                <a:gd name="connsiteX1" fmla="*/ 2319 w 10713"/>
                <a:gd name="connsiteY1" fmla="*/ 2722 h 16155"/>
                <a:gd name="connsiteX2" fmla="*/ 0 w 10713"/>
                <a:gd name="connsiteY2" fmla="*/ 4653 h 16155"/>
                <a:gd name="connsiteX3" fmla="*/ 4638 w 10713"/>
                <a:gd name="connsiteY3" fmla="*/ 15058 h 16155"/>
                <a:gd name="connsiteX4" fmla="*/ 7235 w 10713"/>
                <a:gd name="connsiteY4" fmla="*/ 16155 h 16155"/>
                <a:gd name="connsiteX5" fmla="*/ 10713 w 10713"/>
                <a:gd name="connsiteY5" fmla="*/ 0 h 16155"/>
                <a:gd name="connsiteX6" fmla="*/ 8116 w 10713"/>
                <a:gd name="connsiteY6" fmla="*/ 0 h 16155"/>
                <a:gd name="connsiteX7" fmla="*/ 5333 w 10713"/>
                <a:gd name="connsiteY7" fmla="*/ 11765 h 1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13" h="16155">
                  <a:moveTo>
                    <a:pt x="5333" y="11765"/>
                  </a:moveTo>
                  <a:lnTo>
                    <a:pt x="2319" y="2722"/>
                  </a:lnTo>
                  <a:lnTo>
                    <a:pt x="0" y="4653"/>
                  </a:lnTo>
                  <a:lnTo>
                    <a:pt x="4638" y="15058"/>
                  </a:lnTo>
                  <a:lnTo>
                    <a:pt x="7235" y="16155"/>
                  </a:lnTo>
                  <a:lnTo>
                    <a:pt x="10713" y="0"/>
                  </a:lnTo>
                  <a:lnTo>
                    <a:pt x="8116" y="0"/>
                  </a:lnTo>
                  <a:lnTo>
                    <a:pt x="5333" y="1176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F7EDA22-4291-89E9-426E-0A76BE23AD1D}"/>
                </a:ext>
              </a:extLst>
            </p:cNvPr>
            <p:cNvSpPr>
              <a:spLocks/>
            </p:cNvSpPr>
            <p:nvPr/>
          </p:nvSpPr>
          <p:spPr>
            <a:xfrm>
              <a:off x="3109445" y="2553375"/>
              <a:ext cx="22082" cy="16774"/>
            </a:xfrm>
            <a:custGeom>
              <a:avLst/>
              <a:gdLst>
                <a:gd name="connsiteX0" fmla="*/ 14794 w 14794"/>
                <a:gd name="connsiteY0" fmla="*/ 1932 h 11238"/>
                <a:gd name="connsiteX1" fmla="*/ 12475 w 14794"/>
                <a:gd name="connsiteY1" fmla="*/ 0 h 11238"/>
                <a:gd name="connsiteX2" fmla="*/ 10157 w 14794"/>
                <a:gd name="connsiteY2" fmla="*/ 1361 h 11238"/>
                <a:gd name="connsiteX3" fmla="*/ 10157 w 14794"/>
                <a:gd name="connsiteY3" fmla="*/ 3819 h 11238"/>
                <a:gd name="connsiteX4" fmla="*/ 7374 w 14794"/>
                <a:gd name="connsiteY4" fmla="*/ 5619 h 11238"/>
                <a:gd name="connsiteX5" fmla="*/ 1438 w 14794"/>
                <a:gd name="connsiteY5" fmla="*/ 0 h 11238"/>
                <a:gd name="connsiteX6" fmla="*/ 0 w 14794"/>
                <a:gd name="connsiteY6" fmla="*/ 1361 h 11238"/>
                <a:gd name="connsiteX7" fmla="*/ 0 w 14794"/>
                <a:gd name="connsiteY7" fmla="*/ 5619 h 11238"/>
                <a:gd name="connsiteX8" fmla="*/ 4916 w 14794"/>
                <a:gd name="connsiteY8" fmla="*/ 6848 h 11238"/>
                <a:gd name="connsiteX9" fmla="*/ 7235 w 14794"/>
                <a:gd name="connsiteY9" fmla="*/ 11238 h 11238"/>
                <a:gd name="connsiteX10" fmla="*/ 12475 w 14794"/>
                <a:gd name="connsiteY10" fmla="*/ 7375 h 11238"/>
                <a:gd name="connsiteX11" fmla="*/ 14794 w 14794"/>
                <a:gd name="connsiteY11" fmla="*/ 1932 h 11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94" h="11238">
                  <a:moveTo>
                    <a:pt x="14794" y="1932"/>
                  </a:moveTo>
                  <a:lnTo>
                    <a:pt x="12475" y="0"/>
                  </a:lnTo>
                  <a:lnTo>
                    <a:pt x="10157" y="1361"/>
                  </a:lnTo>
                  <a:lnTo>
                    <a:pt x="10157" y="3819"/>
                  </a:lnTo>
                  <a:lnTo>
                    <a:pt x="7374" y="5619"/>
                  </a:lnTo>
                  <a:lnTo>
                    <a:pt x="1438" y="0"/>
                  </a:lnTo>
                  <a:lnTo>
                    <a:pt x="0" y="1361"/>
                  </a:lnTo>
                  <a:lnTo>
                    <a:pt x="0" y="5619"/>
                  </a:lnTo>
                  <a:lnTo>
                    <a:pt x="4916" y="6848"/>
                  </a:lnTo>
                  <a:lnTo>
                    <a:pt x="7235" y="11238"/>
                  </a:lnTo>
                  <a:lnTo>
                    <a:pt x="12475" y="7375"/>
                  </a:lnTo>
                  <a:lnTo>
                    <a:pt x="14794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2646A275-0C3E-1163-7AB2-7F6E583C5224}"/>
                </a:ext>
              </a:extLst>
            </p:cNvPr>
            <p:cNvSpPr>
              <a:spLocks/>
            </p:cNvSpPr>
            <p:nvPr/>
          </p:nvSpPr>
          <p:spPr>
            <a:xfrm>
              <a:off x="3148833" y="2590198"/>
              <a:ext cx="4291" cy="8648"/>
            </a:xfrm>
            <a:custGeom>
              <a:avLst/>
              <a:gdLst>
                <a:gd name="connsiteX0" fmla="*/ 2875 w 2875"/>
                <a:gd name="connsiteY0" fmla="*/ 5795 h 5794"/>
                <a:gd name="connsiteX1" fmla="*/ 2875 w 2875"/>
                <a:gd name="connsiteY1" fmla="*/ 2195 h 5794"/>
                <a:gd name="connsiteX2" fmla="*/ 0 w 2875"/>
                <a:gd name="connsiteY2" fmla="*/ 0 h 5794"/>
                <a:gd name="connsiteX3" fmla="*/ 0 w 2875"/>
                <a:gd name="connsiteY3" fmla="*/ 5795 h 5794"/>
                <a:gd name="connsiteX4" fmla="*/ 2875 w 2875"/>
                <a:gd name="connsiteY4" fmla="*/ 5795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5" h="5794">
                  <a:moveTo>
                    <a:pt x="2875" y="5795"/>
                  </a:moveTo>
                  <a:lnTo>
                    <a:pt x="2875" y="2195"/>
                  </a:lnTo>
                  <a:lnTo>
                    <a:pt x="0" y="0"/>
                  </a:lnTo>
                  <a:lnTo>
                    <a:pt x="0" y="5795"/>
                  </a:lnTo>
                  <a:lnTo>
                    <a:pt x="2875" y="57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AA34B61B-0691-B7AE-2272-D75FEDC7C432}"/>
                </a:ext>
              </a:extLst>
            </p:cNvPr>
            <p:cNvSpPr>
              <a:spLocks/>
            </p:cNvSpPr>
            <p:nvPr/>
          </p:nvSpPr>
          <p:spPr>
            <a:xfrm>
              <a:off x="3116783" y="2527556"/>
              <a:ext cx="18205" cy="17627"/>
            </a:xfrm>
            <a:custGeom>
              <a:avLst/>
              <a:gdLst>
                <a:gd name="connsiteX0" fmla="*/ 0 w 12197"/>
                <a:gd name="connsiteY0" fmla="*/ 0 h 11809"/>
                <a:gd name="connsiteX1" fmla="*/ 0 w 12197"/>
                <a:gd name="connsiteY1" fmla="*/ 6848 h 11809"/>
                <a:gd name="connsiteX2" fmla="*/ 4962 w 12197"/>
                <a:gd name="connsiteY2" fmla="*/ 11809 h 11809"/>
                <a:gd name="connsiteX3" fmla="*/ 12197 w 12197"/>
                <a:gd name="connsiteY3" fmla="*/ 11809 h 11809"/>
                <a:gd name="connsiteX4" fmla="*/ 12197 w 12197"/>
                <a:gd name="connsiteY4" fmla="*/ 9307 h 11809"/>
                <a:gd name="connsiteX5" fmla="*/ 6075 w 12197"/>
                <a:gd name="connsiteY5" fmla="*/ 7946 h 11809"/>
                <a:gd name="connsiteX6" fmla="*/ 2458 w 12197"/>
                <a:gd name="connsiteY6" fmla="*/ 4127 h 11809"/>
                <a:gd name="connsiteX7" fmla="*/ 2458 w 12197"/>
                <a:gd name="connsiteY7" fmla="*/ 0 h 11809"/>
                <a:gd name="connsiteX8" fmla="*/ 0 w 12197"/>
                <a:gd name="connsiteY8" fmla="*/ 0 h 1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7" h="11809">
                  <a:moveTo>
                    <a:pt x="0" y="0"/>
                  </a:moveTo>
                  <a:lnTo>
                    <a:pt x="0" y="6848"/>
                  </a:lnTo>
                  <a:lnTo>
                    <a:pt x="4962" y="11809"/>
                  </a:lnTo>
                  <a:lnTo>
                    <a:pt x="12197" y="11809"/>
                  </a:lnTo>
                  <a:lnTo>
                    <a:pt x="12197" y="9307"/>
                  </a:lnTo>
                  <a:lnTo>
                    <a:pt x="6075" y="7946"/>
                  </a:lnTo>
                  <a:lnTo>
                    <a:pt x="2458" y="4127"/>
                  </a:lnTo>
                  <a:lnTo>
                    <a:pt x="245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35BD2448-0D55-70AD-807D-7E03B756338A}"/>
                </a:ext>
              </a:extLst>
            </p:cNvPr>
            <p:cNvSpPr>
              <a:spLocks/>
            </p:cNvSpPr>
            <p:nvPr/>
          </p:nvSpPr>
          <p:spPr>
            <a:xfrm>
              <a:off x="3146580" y="2603553"/>
              <a:ext cx="9621" cy="9984"/>
            </a:xfrm>
            <a:custGeom>
              <a:avLst/>
              <a:gdLst>
                <a:gd name="connsiteX0" fmla="*/ 26 w 6446"/>
                <a:gd name="connsiteY0" fmla="*/ 1765 h 6689"/>
                <a:gd name="connsiteX1" fmla="*/ 4385 w 6446"/>
                <a:gd name="connsiteY1" fmla="*/ 6682 h 6689"/>
                <a:gd name="connsiteX2" fmla="*/ 4385 w 6446"/>
                <a:gd name="connsiteY2" fmla="*/ 97 h 6689"/>
                <a:gd name="connsiteX3" fmla="*/ 26 w 6446"/>
                <a:gd name="connsiteY3" fmla="*/ 1765 h 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46" h="6689">
                  <a:moveTo>
                    <a:pt x="26" y="1765"/>
                  </a:moveTo>
                  <a:cubicBezTo>
                    <a:pt x="26" y="1765"/>
                    <a:pt x="-252" y="6419"/>
                    <a:pt x="4385" y="6682"/>
                  </a:cubicBezTo>
                  <a:cubicBezTo>
                    <a:pt x="9023" y="6946"/>
                    <a:pt x="4385" y="97"/>
                    <a:pt x="4385" y="97"/>
                  </a:cubicBezTo>
                  <a:cubicBezTo>
                    <a:pt x="4385" y="97"/>
                    <a:pt x="-392" y="-605"/>
                    <a:pt x="26" y="176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BE2DD387-90D3-611E-309C-F430E9C3EDCC}"/>
                </a:ext>
              </a:extLst>
            </p:cNvPr>
            <p:cNvSpPr>
              <a:spLocks/>
            </p:cNvSpPr>
            <p:nvPr/>
          </p:nvSpPr>
          <p:spPr>
            <a:xfrm>
              <a:off x="3159218" y="2608612"/>
              <a:ext cx="7753" cy="8648"/>
            </a:xfrm>
            <a:custGeom>
              <a:avLst/>
              <a:gdLst>
                <a:gd name="connsiteX0" fmla="*/ 0 w 5194"/>
                <a:gd name="connsiteY0" fmla="*/ 2897 h 5794"/>
                <a:gd name="connsiteX1" fmla="*/ 1716 w 5194"/>
                <a:gd name="connsiteY1" fmla="*/ 5795 h 5794"/>
                <a:gd name="connsiteX2" fmla="*/ 5194 w 5194"/>
                <a:gd name="connsiteY2" fmla="*/ 0 h 5794"/>
                <a:gd name="connsiteX3" fmla="*/ 1716 w 5194"/>
                <a:gd name="connsiteY3" fmla="*/ 0 h 5794"/>
                <a:gd name="connsiteX4" fmla="*/ 0 w 5194"/>
                <a:gd name="connsiteY4" fmla="*/ 2897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4" h="5794">
                  <a:moveTo>
                    <a:pt x="0" y="2897"/>
                  </a:moveTo>
                  <a:lnTo>
                    <a:pt x="1716" y="5795"/>
                  </a:lnTo>
                  <a:lnTo>
                    <a:pt x="5194" y="0"/>
                  </a:lnTo>
                  <a:lnTo>
                    <a:pt x="1716" y="0"/>
                  </a:lnTo>
                  <a:lnTo>
                    <a:pt x="0" y="28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85030620-EB0C-6438-7072-43FDB32DEC5A}"/>
                </a:ext>
              </a:extLst>
            </p:cNvPr>
            <p:cNvSpPr>
              <a:spLocks/>
            </p:cNvSpPr>
            <p:nvPr/>
          </p:nvSpPr>
          <p:spPr>
            <a:xfrm>
              <a:off x="6377746" y="4077262"/>
              <a:ext cx="8287" cy="13090"/>
            </a:xfrm>
            <a:custGeom>
              <a:avLst/>
              <a:gdLst>
                <a:gd name="connsiteX0" fmla="*/ 822 w 5552"/>
                <a:gd name="connsiteY0" fmla="*/ 7683 h 8770"/>
                <a:gd name="connsiteX1" fmla="*/ 5274 w 5552"/>
                <a:gd name="connsiteY1" fmla="*/ 8078 h 8770"/>
                <a:gd name="connsiteX2" fmla="*/ 5553 w 5552"/>
                <a:gd name="connsiteY2" fmla="*/ 0 h 8770"/>
                <a:gd name="connsiteX3" fmla="*/ 822 w 5552"/>
                <a:gd name="connsiteY3" fmla="*/ 7683 h 8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2" h="8770">
                  <a:moveTo>
                    <a:pt x="822" y="7683"/>
                  </a:moveTo>
                  <a:cubicBezTo>
                    <a:pt x="2260" y="9175"/>
                    <a:pt x="3837" y="8956"/>
                    <a:pt x="5274" y="8078"/>
                  </a:cubicBezTo>
                  <a:lnTo>
                    <a:pt x="5553" y="0"/>
                  </a:lnTo>
                  <a:cubicBezTo>
                    <a:pt x="1703" y="1405"/>
                    <a:pt x="-1590" y="5180"/>
                    <a:pt x="822" y="768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428EB4C4-5B10-0FD9-6AB1-1771033B6CC1}"/>
                </a:ext>
              </a:extLst>
            </p:cNvPr>
            <p:cNvSpPr>
              <a:spLocks/>
            </p:cNvSpPr>
            <p:nvPr/>
          </p:nvSpPr>
          <p:spPr>
            <a:xfrm>
              <a:off x="6501987" y="4339762"/>
              <a:ext cx="10590" cy="42788"/>
            </a:xfrm>
            <a:custGeom>
              <a:avLst/>
              <a:gdLst>
                <a:gd name="connsiteX0" fmla="*/ 2551 w 7095"/>
                <a:gd name="connsiteY0" fmla="*/ 10887 h 28666"/>
                <a:gd name="connsiteX1" fmla="*/ 4591 w 7095"/>
                <a:gd name="connsiteY1" fmla="*/ 6497 h 28666"/>
                <a:gd name="connsiteX2" fmla="*/ 7096 w 7095"/>
                <a:gd name="connsiteY2" fmla="*/ 0 h 28666"/>
                <a:gd name="connsiteX3" fmla="*/ 3061 w 7095"/>
                <a:gd name="connsiteY3" fmla="*/ 0 h 28666"/>
                <a:gd name="connsiteX4" fmla="*/ 2133 w 7095"/>
                <a:gd name="connsiteY4" fmla="*/ 1054 h 28666"/>
                <a:gd name="connsiteX5" fmla="*/ 4220 w 7095"/>
                <a:gd name="connsiteY5" fmla="*/ 6102 h 28666"/>
                <a:gd name="connsiteX6" fmla="*/ 4081 w 7095"/>
                <a:gd name="connsiteY6" fmla="*/ 7112 h 28666"/>
                <a:gd name="connsiteX7" fmla="*/ 3107 w 7095"/>
                <a:gd name="connsiteY7" fmla="*/ 7595 h 28666"/>
                <a:gd name="connsiteX8" fmla="*/ 0 w 7095"/>
                <a:gd name="connsiteY8" fmla="*/ 7595 h 28666"/>
                <a:gd name="connsiteX9" fmla="*/ 1577 w 7095"/>
                <a:gd name="connsiteY9" fmla="*/ 25550 h 28666"/>
                <a:gd name="connsiteX10" fmla="*/ 5055 w 7095"/>
                <a:gd name="connsiteY10" fmla="*/ 28667 h 28666"/>
                <a:gd name="connsiteX11" fmla="*/ 4545 w 7095"/>
                <a:gd name="connsiteY11" fmla="*/ 15628 h 28666"/>
                <a:gd name="connsiteX12" fmla="*/ 2504 w 7095"/>
                <a:gd name="connsiteY12" fmla="*/ 10887 h 2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095" h="28666">
                  <a:moveTo>
                    <a:pt x="2551" y="10887"/>
                  </a:moveTo>
                  <a:lnTo>
                    <a:pt x="4591" y="6497"/>
                  </a:lnTo>
                  <a:cubicBezTo>
                    <a:pt x="4591" y="6497"/>
                    <a:pt x="6632" y="3644"/>
                    <a:pt x="7096" y="0"/>
                  </a:cubicBezTo>
                  <a:lnTo>
                    <a:pt x="3061" y="0"/>
                  </a:lnTo>
                  <a:lnTo>
                    <a:pt x="2133" y="1054"/>
                  </a:lnTo>
                  <a:lnTo>
                    <a:pt x="4220" y="6102"/>
                  </a:lnTo>
                  <a:cubicBezTo>
                    <a:pt x="4359" y="6453"/>
                    <a:pt x="4313" y="6804"/>
                    <a:pt x="4081" y="7112"/>
                  </a:cubicBezTo>
                  <a:cubicBezTo>
                    <a:pt x="3849" y="7419"/>
                    <a:pt x="3525" y="7595"/>
                    <a:pt x="3107" y="7595"/>
                  </a:cubicBezTo>
                  <a:lnTo>
                    <a:pt x="0" y="7595"/>
                  </a:lnTo>
                  <a:lnTo>
                    <a:pt x="1577" y="25550"/>
                  </a:lnTo>
                  <a:lnTo>
                    <a:pt x="5055" y="28667"/>
                  </a:lnTo>
                  <a:lnTo>
                    <a:pt x="4545" y="15628"/>
                  </a:lnTo>
                  <a:lnTo>
                    <a:pt x="2504" y="1088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8667CD13-7D48-827C-E2CB-87B68C8776CA}"/>
                </a:ext>
              </a:extLst>
            </p:cNvPr>
            <p:cNvSpPr>
              <a:spLocks/>
            </p:cNvSpPr>
            <p:nvPr/>
          </p:nvSpPr>
          <p:spPr>
            <a:xfrm>
              <a:off x="6105606" y="4090171"/>
              <a:ext cx="4706" cy="2227"/>
            </a:xfrm>
            <a:custGeom>
              <a:avLst/>
              <a:gdLst>
                <a:gd name="connsiteX0" fmla="*/ 3154 w 3153"/>
                <a:gd name="connsiteY0" fmla="*/ 1493 h 1492"/>
                <a:gd name="connsiteX1" fmla="*/ 232 w 3153"/>
                <a:gd name="connsiteY1" fmla="*/ 0 h 1492"/>
                <a:gd name="connsiteX2" fmla="*/ 0 w 3153"/>
                <a:gd name="connsiteY2" fmla="*/ 351 h 1492"/>
                <a:gd name="connsiteX3" fmla="*/ 3154 w 3153"/>
                <a:gd name="connsiteY3" fmla="*/ 1493 h 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3" h="1492">
                  <a:moveTo>
                    <a:pt x="3154" y="1493"/>
                  </a:moveTo>
                  <a:lnTo>
                    <a:pt x="232" y="0"/>
                  </a:lnTo>
                  <a:cubicBezTo>
                    <a:pt x="232" y="0"/>
                    <a:pt x="93" y="264"/>
                    <a:pt x="0" y="351"/>
                  </a:cubicBezTo>
                  <a:lnTo>
                    <a:pt x="3154" y="14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E7A8DDE2-4BDA-03B7-95A0-62FCA620DAB3}"/>
                </a:ext>
              </a:extLst>
            </p:cNvPr>
            <p:cNvSpPr>
              <a:spLocks/>
            </p:cNvSpPr>
            <p:nvPr/>
          </p:nvSpPr>
          <p:spPr>
            <a:xfrm>
              <a:off x="6106507" y="4026218"/>
              <a:ext cx="138447" cy="62380"/>
            </a:xfrm>
            <a:custGeom>
              <a:avLst/>
              <a:gdLst>
                <a:gd name="connsiteX0" fmla="*/ 2458 w 92754"/>
                <a:gd name="connsiteY0" fmla="*/ 38061 h 41792"/>
                <a:gd name="connsiteX1" fmla="*/ 2458 w 92754"/>
                <a:gd name="connsiteY1" fmla="*/ 38061 h 41792"/>
                <a:gd name="connsiteX2" fmla="*/ 9183 w 92754"/>
                <a:gd name="connsiteY2" fmla="*/ 30115 h 41792"/>
                <a:gd name="connsiteX3" fmla="*/ 9368 w 92754"/>
                <a:gd name="connsiteY3" fmla="*/ 29896 h 41792"/>
                <a:gd name="connsiteX4" fmla="*/ 9368 w 92754"/>
                <a:gd name="connsiteY4" fmla="*/ 29545 h 41792"/>
                <a:gd name="connsiteX5" fmla="*/ 9600 w 92754"/>
                <a:gd name="connsiteY5" fmla="*/ 22916 h 41792"/>
                <a:gd name="connsiteX6" fmla="*/ 18922 w 92754"/>
                <a:gd name="connsiteY6" fmla="*/ 13697 h 41792"/>
                <a:gd name="connsiteX7" fmla="*/ 28105 w 92754"/>
                <a:gd name="connsiteY7" fmla="*/ 8297 h 41792"/>
                <a:gd name="connsiteX8" fmla="*/ 40673 w 92754"/>
                <a:gd name="connsiteY8" fmla="*/ 5970 h 41792"/>
                <a:gd name="connsiteX9" fmla="*/ 48279 w 92754"/>
                <a:gd name="connsiteY9" fmla="*/ 6409 h 41792"/>
                <a:gd name="connsiteX10" fmla="*/ 48557 w 92754"/>
                <a:gd name="connsiteY10" fmla="*/ 6409 h 41792"/>
                <a:gd name="connsiteX11" fmla="*/ 48789 w 92754"/>
                <a:gd name="connsiteY11" fmla="*/ 6365 h 41792"/>
                <a:gd name="connsiteX12" fmla="*/ 62516 w 92754"/>
                <a:gd name="connsiteY12" fmla="*/ 2722 h 41792"/>
                <a:gd name="connsiteX13" fmla="*/ 71931 w 92754"/>
                <a:gd name="connsiteY13" fmla="*/ 2458 h 41792"/>
                <a:gd name="connsiteX14" fmla="*/ 83618 w 92754"/>
                <a:gd name="connsiteY14" fmla="*/ 7112 h 41792"/>
                <a:gd name="connsiteX15" fmla="*/ 92755 w 92754"/>
                <a:gd name="connsiteY15" fmla="*/ 16682 h 41792"/>
                <a:gd name="connsiteX16" fmla="*/ 84639 w 92754"/>
                <a:gd name="connsiteY16" fmla="*/ 6102 h 41792"/>
                <a:gd name="connsiteX17" fmla="*/ 84546 w 92754"/>
                <a:gd name="connsiteY17" fmla="*/ 6014 h 41792"/>
                <a:gd name="connsiteX18" fmla="*/ 84360 w 92754"/>
                <a:gd name="connsiteY18" fmla="*/ 5926 h 41792"/>
                <a:gd name="connsiteX19" fmla="*/ 72673 w 92754"/>
                <a:gd name="connsiteY19" fmla="*/ 351 h 41792"/>
                <a:gd name="connsiteX20" fmla="*/ 72488 w 92754"/>
                <a:gd name="connsiteY20" fmla="*/ 263 h 41792"/>
                <a:gd name="connsiteX21" fmla="*/ 72209 w 92754"/>
                <a:gd name="connsiteY21" fmla="*/ 263 h 41792"/>
                <a:gd name="connsiteX22" fmla="*/ 62377 w 92754"/>
                <a:gd name="connsiteY22" fmla="*/ 0 h 41792"/>
                <a:gd name="connsiteX23" fmla="*/ 62192 w 92754"/>
                <a:gd name="connsiteY23" fmla="*/ 0 h 41792"/>
                <a:gd name="connsiteX24" fmla="*/ 61960 w 92754"/>
                <a:gd name="connsiteY24" fmla="*/ 44 h 41792"/>
                <a:gd name="connsiteX25" fmla="*/ 48279 w 92754"/>
                <a:gd name="connsiteY25" fmla="*/ 3424 h 41792"/>
                <a:gd name="connsiteX26" fmla="*/ 40719 w 92754"/>
                <a:gd name="connsiteY26" fmla="*/ 2809 h 41792"/>
                <a:gd name="connsiteX27" fmla="*/ 40534 w 92754"/>
                <a:gd name="connsiteY27" fmla="*/ 2809 h 41792"/>
                <a:gd name="connsiteX28" fmla="*/ 40302 w 92754"/>
                <a:gd name="connsiteY28" fmla="*/ 2809 h 41792"/>
                <a:gd name="connsiteX29" fmla="*/ 27270 w 92754"/>
                <a:gd name="connsiteY29" fmla="*/ 5312 h 41792"/>
                <a:gd name="connsiteX30" fmla="*/ 26945 w 92754"/>
                <a:gd name="connsiteY30" fmla="*/ 5312 h 41792"/>
                <a:gd name="connsiteX31" fmla="*/ 26713 w 92754"/>
                <a:gd name="connsiteY31" fmla="*/ 5531 h 41792"/>
                <a:gd name="connsiteX32" fmla="*/ 17206 w 92754"/>
                <a:gd name="connsiteY32" fmla="*/ 11370 h 41792"/>
                <a:gd name="connsiteX33" fmla="*/ 17020 w 92754"/>
                <a:gd name="connsiteY33" fmla="*/ 11458 h 41792"/>
                <a:gd name="connsiteX34" fmla="*/ 16881 w 92754"/>
                <a:gd name="connsiteY34" fmla="*/ 11589 h 41792"/>
                <a:gd name="connsiteX35" fmla="*/ 7513 w 92754"/>
                <a:gd name="connsiteY35" fmla="*/ 21643 h 41792"/>
                <a:gd name="connsiteX36" fmla="*/ 7188 w 92754"/>
                <a:gd name="connsiteY36" fmla="*/ 22038 h 41792"/>
                <a:gd name="connsiteX37" fmla="*/ 7188 w 92754"/>
                <a:gd name="connsiteY37" fmla="*/ 22477 h 41792"/>
                <a:gd name="connsiteX38" fmla="*/ 7420 w 92754"/>
                <a:gd name="connsiteY38" fmla="*/ 29325 h 41792"/>
                <a:gd name="connsiteX39" fmla="*/ 1623 w 92754"/>
                <a:gd name="connsiteY39" fmla="*/ 37491 h 41792"/>
                <a:gd name="connsiteX40" fmla="*/ 1623 w 92754"/>
                <a:gd name="connsiteY40" fmla="*/ 37491 h 41792"/>
                <a:gd name="connsiteX41" fmla="*/ 185 w 92754"/>
                <a:gd name="connsiteY41" fmla="*/ 40081 h 41792"/>
                <a:gd name="connsiteX42" fmla="*/ 0 w 92754"/>
                <a:gd name="connsiteY42" fmla="*/ 41793 h 41792"/>
                <a:gd name="connsiteX43" fmla="*/ 2644 w 92754"/>
                <a:gd name="connsiteY43" fmla="*/ 38105 h 4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92754" h="41792">
                  <a:moveTo>
                    <a:pt x="2458" y="38061"/>
                  </a:moveTo>
                  <a:lnTo>
                    <a:pt x="2458" y="38061"/>
                  </a:lnTo>
                  <a:cubicBezTo>
                    <a:pt x="4730" y="35471"/>
                    <a:pt x="7003" y="32793"/>
                    <a:pt x="9183" y="30115"/>
                  </a:cubicBezTo>
                  <a:lnTo>
                    <a:pt x="9368" y="29896"/>
                  </a:lnTo>
                  <a:lnTo>
                    <a:pt x="9368" y="29545"/>
                  </a:lnTo>
                  <a:cubicBezTo>
                    <a:pt x="9368" y="29545"/>
                    <a:pt x="9600" y="22916"/>
                    <a:pt x="9600" y="22916"/>
                  </a:cubicBezTo>
                  <a:cubicBezTo>
                    <a:pt x="12754" y="19887"/>
                    <a:pt x="15861" y="16814"/>
                    <a:pt x="18922" y="13697"/>
                  </a:cubicBezTo>
                  <a:lnTo>
                    <a:pt x="28105" y="8297"/>
                  </a:lnTo>
                  <a:cubicBezTo>
                    <a:pt x="32278" y="7551"/>
                    <a:pt x="36499" y="6804"/>
                    <a:pt x="40673" y="5970"/>
                  </a:cubicBezTo>
                  <a:lnTo>
                    <a:pt x="48279" y="6409"/>
                  </a:lnTo>
                  <a:lnTo>
                    <a:pt x="48557" y="6409"/>
                  </a:lnTo>
                  <a:cubicBezTo>
                    <a:pt x="48557" y="6409"/>
                    <a:pt x="48789" y="6365"/>
                    <a:pt x="48789" y="6365"/>
                  </a:cubicBezTo>
                  <a:lnTo>
                    <a:pt x="62516" y="2722"/>
                  </a:lnTo>
                  <a:lnTo>
                    <a:pt x="71931" y="2458"/>
                  </a:lnTo>
                  <a:cubicBezTo>
                    <a:pt x="75827" y="3995"/>
                    <a:pt x="79676" y="5619"/>
                    <a:pt x="83618" y="7112"/>
                  </a:cubicBezTo>
                  <a:cubicBezTo>
                    <a:pt x="86679" y="10316"/>
                    <a:pt x="89647" y="13521"/>
                    <a:pt x="92755" y="16682"/>
                  </a:cubicBezTo>
                  <a:cubicBezTo>
                    <a:pt x="90111" y="13082"/>
                    <a:pt x="87328" y="9614"/>
                    <a:pt x="84639" y="6102"/>
                  </a:cubicBezTo>
                  <a:lnTo>
                    <a:pt x="84546" y="6014"/>
                  </a:lnTo>
                  <a:lnTo>
                    <a:pt x="84360" y="5926"/>
                  </a:lnTo>
                  <a:cubicBezTo>
                    <a:pt x="80511" y="3995"/>
                    <a:pt x="76569" y="2195"/>
                    <a:pt x="72673" y="351"/>
                  </a:cubicBezTo>
                  <a:lnTo>
                    <a:pt x="72488" y="263"/>
                  </a:lnTo>
                  <a:lnTo>
                    <a:pt x="72209" y="263"/>
                  </a:lnTo>
                  <a:cubicBezTo>
                    <a:pt x="72209" y="263"/>
                    <a:pt x="62377" y="0"/>
                    <a:pt x="62377" y="0"/>
                  </a:cubicBezTo>
                  <a:lnTo>
                    <a:pt x="62192" y="0"/>
                  </a:lnTo>
                  <a:cubicBezTo>
                    <a:pt x="62192" y="0"/>
                    <a:pt x="61960" y="44"/>
                    <a:pt x="61960" y="44"/>
                  </a:cubicBezTo>
                  <a:lnTo>
                    <a:pt x="48279" y="3424"/>
                  </a:lnTo>
                  <a:lnTo>
                    <a:pt x="40719" y="2809"/>
                  </a:lnTo>
                  <a:lnTo>
                    <a:pt x="40534" y="2809"/>
                  </a:lnTo>
                  <a:cubicBezTo>
                    <a:pt x="40534" y="2809"/>
                    <a:pt x="40302" y="2809"/>
                    <a:pt x="40302" y="2809"/>
                  </a:cubicBezTo>
                  <a:cubicBezTo>
                    <a:pt x="35942" y="3556"/>
                    <a:pt x="31629" y="4478"/>
                    <a:pt x="27270" y="5312"/>
                  </a:cubicBezTo>
                  <a:lnTo>
                    <a:pt x="26945" y="5312"/>
                  </a:lnTo>
                  <a:cubicBezTo>
                    <a:pt x="26945" y="5312"/>
                    <a:pt x="26713" y="5531"/>
                    <a:pt x="26713" y="5531"/>
                  </a:cubicBezTo>
                  <a:lnTo>
                    <a:pt x="17206" y="11370"/>
                  </a:lnTo>
                  <a:lnTo>
                    <a:pt x="17020" y="11458"/>
                  </a:lnTo>
                  <a:lnTo>
                    <a:pt x="16881" y="11589"/>
                  </a:lnTo>
                  <a:cubicBezTo>
                    <a:pt x="13681" y="14882"/>
                    <a:pt x="10574" y="18262"/>
                    <a:pt x="7513" y="21643"/>
                  </a:cubicBezTo>
                  <a:lnTo>
                    <a:pt x="7188" y="22038"/>
                  </a:lnTo>
                  <a:lnTo>
                    <a:pt x="7188" y="22477"/>
                  </a:lnTo>
                  <a:cubicBezTo>
                    <a:pt x="7188" y="22477"/>
                    <a:pt x="7420" y="29325"/>
                    <a:pt x="7420" y="29325"/>
                  </a:cubicBezTo>
                  <a:cubicBezTo>
                    <a:pt x="5426" y="32003"/>
                    <a:pt x="3525" y="34769"/>
                    <a:pt x="1623" y="37491"/>
                  </a:cubicBezTo>
                  <a:lnTo>
                    <a:pt x="1623" y="37491"/>
                  </a:lnTo>
                  <a:cubicBezTo>
                    <a:pt x="1623" y="37491"/>
                    <a:pt x="185" y="40081"/>
                    <a:pt x="185" y="40081"/>
                  </a:cubicBezTo>
                  <a:lnTo>
                    <a:pt x="0" y="41793"/>
                  </a:lnTo>
                  <a:lnTo>
                    <a:pt x="2644" y="3810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BA519767-4569-BD75-833A-CDED17A9B905}"/>
                </a:ext>
              </a:extLst>
            </p:cNvPr>
            <p:cNvSpPr>
              <a:spLocks/>
            </p:cNvSpPr>
            <p:nvPr/>
          </p:nvSpPr>
          <p:spPr>
            <a:xfrm>
              <a:off x="3572762" y="2816595"/>
              <a:ext cx="119480" cy="83022"/>
            </a:xfrm>
            <a:custGeom>
              <a:avLst/>
              <a:gdLst>
                <a:gd name="connsiteX0" fmla="*/ 78285 w 80047"/>
                <a:gd name="connsiteY0" fmla="*/ 50266 h 55621"/>
                <a:gd name="connsiteX1" fmla="*/ 80047 w 80047"/>
                <a:gd name="connsiteY1" fmla="*/ 46402 h 55621"/>
                <a:gd name="connsiteX2" fmla="*/ 75131 w 80047"/>
                <a:gd name="connsiteY2" fmla="*/ 45876 h 55621"/>
                <a:gd name="connsiteX3" fmla="*/ 75131 w 80047"/>
                <a:gd name="connsiteY3" fmla="*/ 41486 h 55621"/>
                <a:gd name="connsiteX4" fmla="*/ 78007 w 80047"/>
                <a:gd name="connsiteY4" fmla="*/ 37622 h 55621"/>
                <a:gd name="connsiteX5" fmla="*/ 70772 w 80047"/>
                <a:gd name="connsiteY5" fmla="*/ 31037 h 55621"/>
                <a:gd name="connsiteX6" fmla="*/ 73091 w 80047"/>
                <a:gd name="connsiteY6" fmla="*/ 23882 h 55621"/>
                <a:gd name="connsiteX7" fmla="*/ 64696 w 80047"/>
                <a:gd name="connsiteY7" fmla="*/ 25550 h 55621"/>
                <a:gd name="connsiteX8" fmla="*/ 57183 w 80047"/>
                <a:gd name="connsiteY8" fmla="*/ 21687 h 55621"/>
                <a:gd name="connsiteX9" fmla="*/ 48186 w 80047"/>
                <a:gd name="connsiteY9" fmla="*/ 6849 h 55621"/>
                <a:gd name="connsiteX10" fmla="*/ 20916 w 80047"/>
                <a:gd name="connsiteY10" fmla="*/ 0 h 55621"/>
                <a:gd name="connsiteX11" fmla="*/ 20916 w 80047"/>
                <a:gd name="connsiteY11" fmla="*/ 4390 h 55621"/>
                <a:gd name="connsiteX12" fmla="*/ 24116 w 80047"/>
                <a:gd name="connsiteY12" fmla="*/ 6585 h 55621"/>
                <a:gd name="connsiteX13" fmla="*/ 16000 w 80047"/>
                <a:gd name="connsiteY13" fmla="*/ 12336 h 55621"/>
                <a:gd name="connsiteX14" fmla="*/ 16000 w 80047"/>
                <a:gd name="connsiteY14" fmla="*/ 5488 h 55621"/>
                <a:gd name="connsiteX15" fmla="*/ 10203 w 80047"/>
                <a:gd name="connsiteY15" fmla="*/ 15629 h 55621"/>
                <a:gd name="connsiteX16" fmla="*/ 10203 w 80047"/>
                <a:gd name="connsiteY16" fmla="*/ 10536 h 55621"/>
                <a:gd name="connsiteX17" fmla="*/ 3803 w 80047"/>
                <a:gd name="connsiteY17" fmla="*/ 15629 h 55621"/>
                <a:gd name="connsiteX18" fmla="*/ 3803 w 80047"/>
                <a:gd name="connsiteY18" fmla="*/ 18921 h 55621"/>
                <a:gd name="connsiteX19" fmla="*/ 0 w 80047"/>
                <a:gd name="connsiteY19" fmla="*/ 21950 h 55621"/>
                <a:gd name="connsiteX20" fmla="*/ 2365 w 80047"/>
                <a:gd name="connsiteY20" fmla="*/ 21950 h 55621"/>
                <a:gd name="connsiteX21" fmla="*/ 15444 w 80047"/>
                <a:gd name="connsiteY21" fmla="*/ 14707 h 55621"/>
                <a:gd name="connsiteX22" fmla="*/ 16603 w 80047"/>
                <a:gd name="connsiteY22" fmla="*/ 14707 h 55621"/>
                <a:gd name="connsiteX23" fmla="*/ 72534 w 80047"/>
                <a:gd name="connsiteY23" fmla="*/ 45963 h 55621"/>
                <a:gd name="connsiteX24" fmla="*/ 73091 w 80047"/>
                <a:gd name="connsiteY24" fmla="*/ 46710 h 55621"/>
                <a:gd name="connsiteX25" fmla="*/ 76291 w 80047"/>
                <a:gd name="connsiteY25" fmla="*/ 55578 h 55621"/>
                <a:gd name="connsiteX26" fmla="*/ 76430 w 80047"/>
                <a:gd name="connsiteY26" fmla="*/ 55621 h 55621"/>
                <a:gd name="connsiteX27" fmla="*/ 78331 w 80047"/>
                <a:gd name="connsiteY27" fmla="*/ 53207 h 55621"/>
                <a:gd name="connsiteX28" fmla="*/ 78331 w 80047"/>
                <a:gd name="connsiteY28" fmla="*/ 50178 h 55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047" h="55621">
                  <a:moveTo>
                    <a:pt x="78285" y="50266"/>
                  </a:moveTo>
                  <a:lnTo>
                    <a:pt x="80047" y="46402"/>
                  </a:lnTo>
                  <a:lnTo>
                    <a:pt x="75131" y="45876"/>
                  </a:lnTo>
                  <a:lnTo>
                    <a:pt x="75131" y="41486"/>
                  </a:lnTo>
                  <a:lnTo>
                    <a:pt x="78007" y="37622"/>
                  </a:lnTo>
                  <a:lnTo>
                    <a:pt x="70772" y="31037"/>
                  </a:lnTo>
                  <a:lnTo>
                    <a:pt x="73091" y="23882"/>
                  </a:lnTo>
                  <a:lnTo>
                    <a:pt x="64696" y="25550"/>
                  </a:lnTo>
                  <a:lnTo>
                    <a:pt x="57183" y="21687"/>
                  </a:lnTo>
                  <a:cubicBezTo>
                    <a:pt x="57183" y="21687"/>
                    <a:pt x="49670" y="14575"/>
                    <a:pt x="48186" y="6849"/>
                  </a:cubicBezTo>
                  <a:cubicBezTo>
                    <a:pt x="48186" y="6849"/>
                    <a:pt x="25554" y="5180"/>
                    <a:pt x="20916" y="0"/>
                  </a:cubicBezTo>
                  <a:lnTo>
                    <a:pt x="20916" y="4390"/>
                  </a:lnTo>
                  <a:lnTo>
                    <a:pt x="24116" y="6585"/>
                  </a:lnTo>
                  <a:lnTo>
                    <a:pt x="16000" y="12336"/>
                  </a:lnTo>
                  <a:lnTo>
                    <a:pt x="16000" y="5488"/>
                  </a:lnTo>
                  <a:lnTo>
                    <a:pt x="10203" y="15629"/>
                  </a:lnTo>
                  <a:lnTo>
                    <a:pt x="10203" y="10536"/>
                  </a:lnTo>
                  <a:lnTo>
                    <a:pt x="3803" y="15629"/>
                  </a:lnTo>
                  <a:lnTo>
                    <a:pt x="3803" y="18921"/>
                  </a:lnTo>
                  <a:lnTo>
                    <a:pt x="0" y="21950"/>
                  </a:lnTo>
                  <a:lnTo>
                    <a:pt x="2365" y="21950"/>
                  </a:lnTo>
                  <a:lnTo>
                    <a:pt x="15444" y="14707"/>
                  </a:lnTo>
                  <a:cubicBezTo>
                    <a:pt x="15815" y="14487"/>
                    <a:pt x="16278" y="14487"/>
                    <a:pt x="16603" y="14707"/>
                  </a:cubicBezTo>
                  <a:lnTo>
                    <a:pt x="72534" y="45963"/>
                  </a:lnTo>
                  <a:cubicBezTo>
                    <a:pt x="72812" y="46139"/>
                    <a:pt x="72998" y="46402"/>
                    <a:pt x="73091" y="46710"/>
                  </a:cubicBezTo>
                  <a:cubicBezTo>
                    <a:pt x="73972" y="51012"/>
                    <a:pt x="75456" y="55139"/>
                    <a:pt x="76291" y="55578"/>
                  </a:cubicBezTo>
                  <a:cubicBezTo>
                    <a:pt x="76291" y="55578"/>
                    <a:pt x="76383" y="55578"/>
                    <a:pt x="76430" y="55621"/>
                  </a:cubicBezTo>
                  <a:lnTo>
                    <a:pt x="78331" y="53207"/>
                  </a:lnTo>
                  <a:lnTo>
                    <a:pt x="78331" y="5017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38B4176E-911A-90D4-564B-3FB2B739C8BF}"/>
                </a:ext>
              </a:extLst>
            </p:cNvPr>
            <p:cNvSpPr>
              <a:spLocks/>
            </p:cNvSpPr>
            <p:nvPr/>
          </p:nvSpPr>
          <p:spPr>
            <a:xfrm>
              <a:off x="3903377" y="2381563"/>
              <a:ext cx="6922" cy="7993"/>
            </a:xfrm>
            <a:custGeom>
              <a:avLst/>
              <a:gdLst>
                <a:gd name="connsiteX0" fmla="*/ 4638 w 4637"/>
                <a:gd name="connsiteY0" fmla="*/ 1493 h 5355"/>
                <a:gd name="connsiteX1" fmla="*/ 0 w 4637"/>
                <a:gd name="connsiteY1" fmla="*/ 0 h 5355"/>
                <a:gd name="connsiteX2" fmla="*/ 0 w 4637"/>
                <a:gd name="connsiteY2" fmla="*/ 5356 h 5355"/>
                <a:gd name="connsiteX3" fmla="*/ 4638 w 4637"/>
                <a:gd name="connsiteY3" fmla="*/ 5356 h 5355"/>
                <a:gd name="connsiteX4" fmla="*/ 4638 w 4637"/>
                <a:gd name="connsiteY4" fmla="*/ 1493 h 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5355">
                  <a:moveTo>
                    <a:pt x="4638" y="1493"/>
                  </a:moveTo>
                  <a:lnTo>
                    <a:pt x="0" y="0"/>
                  </a:lnTo>
                  <a:lnTo>
                    <a:pt x="0" y="5356"/>
                  </a:lnTo>
                  <a:lnTo>
                    <a:pt x="4638" y="5356"/>
                  </a:lnTo>
                  <a:lnTo>
                    <a:pt x="4638" y="14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78A42BC1-EA8C-66FD-0507-47FE1A6F2887}"/>
                </a:ext>
              </a:extLst>
            </p:cNvPr>
            <p:cNvSpPr>
              <a:spLocks/>
            </p:cNvSpPr>
            <p:nvPr/>
          </p:nvSpPr>
          <p:spPr>
            <a:xfrm>
              <a:off x="3938751" y="2360463"/>
              <a:ext cx="16147" cy="12371"/>
            </a:xfrm>
            <a:custGeom>
              <a:avLst/>
              <a:gdLst>
                <a:gd name="connsiteX0" fmla="*/ 46 w 10818"/>
                <a:gd name="connsiteY0" fmla="*/ 2371 h 8288"/>
                <a:gd name="connsiteX1" fmla="*/ 9878 w 10818"/>
                <a:gd name="connsiteY1" fmla="*/ 8253 h 8288"/>
                <a:gd name="connsiteX2" fmla="*/ 8116 w 10818"/>
                <a:gd name="connsiteY2" fmla="*/ 2371 h 8288"/>
                <a:gd name="connsiteX3" fmla="*/ 2319 w 10818"/>
                <a:gd name="connsiteY3" fmla="*/ 0 h 8288"/>
                <a:gd name="connsiteX4" fmla="*/ 0 w 10818"/>
                <a:gd name="connsiteY4" fmla="*/ 2371 h 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8" h="8288">
                  <a:moveTo>
                    <a:pt x="46" y="2371"/>
                  </a:moveTo>
                  <a:cubicBezTo>
                    <a:pt x="46" y="2371"/>
                    <a:pt x="7003" y="7683"/>
                    <a:pt x="9878" y="8253"/>
                  </a:cubicBezTo>
                  <a:cubicBezTo>
                    <a:pt x="12754" y="8824"/>
                    <a:pt x="8116" y="2371"/>
                    <a:pt x="8116" y="2371"/>
                  </a:cubicBezTo>
                  <a:lnTo>
                    <a:pt x="2319" y="0"/>
                  </a:lnTo>
                  <a:lnTo>
                    <a:pt x="0" y="237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876F383B-2F19-2D31-325C-B900121D7805}"/>
                </a:ext>
              </a:extLst>
            </p:cNvPr>
            <p:cNvSpPr>
              <a:spLocks/>
            </p:cNvSpPr>
            <p:nvPr/>
          </p:nvSpPr>
          <p:spPr>
            <a:xfrm>
              <a:off x="3918455" y="2543262"/>
              <a:ext cx="20581" cy="20761"/>
            </a:xfrm>
            <a:custGeom>
              <a:avLst/>
              <a:gdLst>
                <a:gd name="connsiteX0" fmla="*/ 8 w 13789"/>
                <a:gd name="connsiteY0" fmla="*/ 3395 h 13909"/>
                <a:gd name="connsiteX1" fmla="*/ 6409 w 13789"/>
                <a:gd name="connsiteY1" fmla="*/ 8136 h 13909"/>
                <a:gd name="connsiteX2" fmla="*/ 11325 w 13789"/>
                <a:gd name="connsiteY2" fmla="*/ 13887 h 13909"/>
                <a:gd name="connsiteX3" fmla="*/ 13226 w 13789"/>
                <a:gd name="connsiteY3" fmla="*/ 5809 h 13909"/>
                <a:gd name="connsiteX4" fmla="*/ 8449 w 13789"/>
                <a:gd name="connsiteY4" fmla="*/ 3746 h 13909"/>
                <a:gd name="connsiteX5" fmla="*/ 55 w 13789"/>
                <a:gd name="connsiteY5" fmla="*/ 3395 h 1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89" h="13909">
                  <a:moveTo>
                    <a:pt x="8" y="3395"/>
                  </a:moveTo>
                  <a:cubicBezTo>
                    <a:pt x="-270" y="9892"/>
                    <a:pt x="6409" y="8136"/>
                    <a:pt x="6409" y="8136"/>
                  </a:cubicBezTo>
                  <a:cubicBezTo>
                    <a:pt x="6409" y="8136"/>
                    <a:pt x="7290" y="13360"/>
                    <a:pt x="11325" y="13887"/>
                  </a:cubicBezTo>
                  <a:cubicBezTo>
                    <a:pt x="15359" y="14413"/>
                    <a:pt x="13226" y="5809"/>
                    <a:pt x="13226" y="5809"/>
                  </a:cubicBezTo>
                  <a:cubicBezTo>
                    <a:pt x="13226" y="5809"/>
                    <a:pt x="8449" y="6204"/>
                    <a:pt x="8449" y="3746"/>
                  </a:cubicBezTo>
                  <a:cubicBezTo>
                    <a:pt x="8449" y="1287"/>
                    <a:pt x="333" y="-3103"/>
                    <a:pt x="55" y="3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189D8B63-65B9-1442-BCF2-9D1DE3E511A3}"/>
                </a:ext>
              </a:extLst>
            </p:cNvPr>
            <p:cNvSpPr>
              <a:spLocks/>
            </p:cNvSpPr>
            <p:nvPr/>
          </p:nvSpPr>
          <p:spPr>
            <a:xfrm>
              <a:off x="3949330" y="2589348"/>
              <a:ext cx="27355" cy="10934"/>
            </a:xfrm>
            <a:custGeom>
              <a:avLst/>
              <a:gdLst>
                <a:gd name="connsiteX0" fmla="*/ 8 w 18327"/>
                <a:gd name="connsiteY0" fmla="*/ 6058 h 7325"/>
                <a:gd name="connsiteX1" fmla="*/ 18327 w 18327"/>
                <a:gd name="connsiteY1" fmla="*/ 0 h 7325"/>
                <a:gd name="connsiteX2" fmla="*/ 8 w 18327"/>
                <a:gd name="connsiteY2" fmla="*/ 6058 h 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27" h="7325">
                  <a:moveTo>
                    <a:pt x="8" y="6058"/>
                  </a:moveTo>
                  <a:cubicBezTo>
                    <a:pt x="15174" y="10975"/>
                    <a:pt x="18327" y="0"/>
                    <a:pt x="18327" y="0"/>
                  </a:cubicBezTo>
                  <a:cubicBezTo>
                    <a:pt x="-966" y="527"/>
                    <a:pt x="8" y="6058"/>
                    <a:pt x="8" y="605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DC2AD706-0D03-C246-70D1-7EB92A44EDCD}"/>
                </a:ext>
              </a:extLst>
            </p:cNvPr>
            <p:cNvSpPr>
              <a:spLocks/>
            </p:cNvSpPr>
            <p:nvPr/>
          </p:nvSpPr>
          <p:spPr>
            <a:xfrm>
              <a:off x="3933213" y="2342443"/>
              <a:ext cx="12944" cy="6553"/>
            </a:xfrm>
            <a:custGeom>
              <a:avLst/>
              <a:gdLst>
                <a:gd name="connsiteX0" fmla="*/ 8673 w 8672"/>
                <a:gd name="connsiteY0" fmla="*/ 0 h 4390"/>
                <a:gd name="connsiteX1" fmla="*/ 0 w 8672"/>
                <a:gd name="connsiteY1" fmla="*/ 2195 h 4390"/>
                <a:gd name="connsiteX2" fmla="*/ 0 w 8672"/>
                <a:gd name="connsiteY2" fmla="*/ 4390 h 4390"/>
                <a:gd name="connsiteX3" fmla="*/ 8673 w 8672"/>
                <a:gd name="connsiteY3" fmla="*/ 2195 h 4390"/>
                <a:gd name="connsiteX4" fmla="*/ 8673 w 8672"/>
                <a:gd name="connsiteY4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72" h="4390">
                  <a:moveTo>
                    <a:pt x="8673" y="0"/>
                  </a:moveTo>
                  <a:lnTo>
                    <a:pt x="0" y="2195"/>
                  </a:lnTo>
                  <a:lnTo>
                    <a:pt x="0" y="4390"/>
                  </a:lnTo>
                  <a:lnTo>
                    <a:pt x="8673" y="2195"/>
                  </a:lnTo>
                  <a:lnTo>
                    <a:pt x="867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C7D2431-6E7F-EA09-46F4-AA3C18F4FDB7}"/>
                </a:ext>
              </a:extLst>
            </p:cNvPr>
            <p:cNvSpPr>
              <a:spLocks/>
            </p:cNvSpPr>
            <p:nvPr/>
          </p:nvSpPr>
          <p:spPr>
            <a:xfrm>
              <a:off x="3357753" y="2720860"/>
              <a:ext cx="4776" cy="9828"/>
            </a:xfrm>
            <a:custGeom>
              <a:avLst/>
              <a:gdLst>
                <a:gd name="connsiteX0" fmla="*/ 0 w 3200"/>
                <a:gd name="connsiteY0" fmla="*/ 6585 h 6585"/>
                <a:gd name="connsiteX1" fmla="*/ 3200 w 3200"/>
                <a:gd name="connsiteY1" fmla="*/ 0 h 6585"/>
                <a:gd name="connsiteX2" fmla="*/ 0 w 3200"/>
                <a:gd name="connsiteY2" fmla="*/ 0 h 6585"/>
                <a:gd name="connsiteX3" fmla="*/ 0 w 3200"/>
                <a:gd name="connsiteY3" fmla="*/ 6585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00" h="6585">
                  <a:moveTo>
                    <a:pt x="0" y="6585"/>
                  </a:moveTo>
                  <a:lnTo>
                    <a:pt x="3200" y="0"/>
                  </a:lnTo>
                  <a:lnTo>
                    <a:pt x="0" y="0"/>
                  </a:lnTo>
                  <a:lnTo>
                    <a:pt x="0" y="65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520CAEEE-C9CB-7A01-BBDF-32181B3E9065}"/>
                </a:ext>
              </a:extLst>
            </p:cNvPr>
            <p:cNvSpPr>
              <a:spLocks/>
            </p:cNvSpPr>
            <p:nvPr/>
          </p:nvSpPr>
          <p:spPr>
            <a:xfrm>
              <a:off x="3448643" y="2603304"/>
              <a:ext cx="22912" cy="17232"/>
            </a:xfrm>
            <a:custGeom>
              <a:avLst/>
              <a:gdLst>
                <a:gd name="connsiteX0" fmla="*/ 4916 w 15350"/>
                <a:gd name="connsiteY0" fmla="*/ 8253 h 11545"/>
                <a:gd name="connsiteX1" fmla="*/ 11594 w 15350"/>
                <a:gd name="connsiteY1" fmla="*/ 5488 h 11545"/>
                <a:gd name="connsiteX2" fmla="*/ 15351 w 15350"/>
                <a:gd name="connsiteY2" fmla="*/ 0 h 11545"/>
                <a:gd name="connsiteX3" fmla="*/ 4916 w 15350"/>
                <a:gd name="connsiteY3" fmla="*/ 2195 h 11545"/>
                <a:gd name="connsiteX4" fmla="*/ 0 w 15350"/>
                <a:gd name="connsiteY4" fmla="*/ 11546 h 11545"/>
                <a:gd name="connsiteX5" fmla="*/ 4916 w 15350"/>
                <a:gd name="connsiteY5" fmla="*/ 8253 h 1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0" h="11545">
                  <a:moveTo>
                    <a:pt x="4916" y="8253"/>
                  </a:moveTo>
                  <a:lnTo>
                    <a:pt x="11594" y="5488"/>
                  </a:lnTo>
                  <a:lnTo>
                    <a:pt x="15351" y="0"/>
                  </a:lnTo>
                  <a:lnTo>
                    <a:pt x="4916" y="2195"/>
                  </a:lnTo>
                  <a:lnTo>
                    <a:pt x="0" y="11546"/>
                  </a:lnTo>
                  <a:lnTo>
                    <a:pt x="4916" y="82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13705EBF-6C79-A37C-AF23-C8EED38779BC}"/>
                </a:ext>
              </a:extLst>
            </p:cNvPr>
            <p:cNvSpPr>
              <a:spLocks/>
            </p:cNvSpPr>
            <p:nvPr/>
          </p:nvSpPr>
          <p:spPr>
            <a:xfrm>
              <a:off x="3432238" y="2536991"/>
              <a:ext cx="16405" cy="9435"/>
            </a:xfrm>
            <a:custGeom>
              <a:avLst/>
              <a:gdLst>
                <a:gd name="connsiteX0" fmla="*/ 10991 w 10991"/>
                <a:gd name="connsiteY0" fmla="*/ 4390 h 6321"/>
                <a:gd name="connsiteX1" fmla="*/ 3757 w 10991"/>
                <a:gd name="connsiteY1" fmla="*/ 0 h 6321"/>
                <a:gd name="connsiteX2" fmla="*/ 0 w 10991"/>
                <a:gd name="connsiteY2" fmla="*/ 1624 h 6321"/>
                <a:gd name="connsiteX3" fmla="*/ 3757 w 10991"/>
                <a:gd name="connsiteY3" fmla="*/ 6322 h 6321"/>
                <a:gd name="connsiteX4" fmla="*/ 10991 w 10991"/>
                <a:gd name="connsiteY4" fmla="*/ 4390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" h="6321">
                  <a:moveTo>
                    <a:pt x="10991" y="4390"/>
                  </a:moveTo>
                  <a:lnTo>
                    <a:pt x="3757" y="0"/>
                  </a:lnTo>
                  <a:lnTo>
                    <a:pt x="0" y="1624"/>
                  </a:lnTo>
                  <a:lnTo>
                    <a:pt x="3757" y="6322"/>
                  </a:lnTo>
                  <a:lnTo>
                    <a:pt x="10991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60BFCAF9-19C9-8C55-C1B7-E70AF8B0FCA8}"/>
                </a:ext>
              </a:extLst>
            </p:cNvPr>
            <p:cNvSpPr>
              <a:spLocks/>
            </p:cNvSpPr>
            <p:nvPr/>
          </p:nvSpPr>
          <p:spPr>
            <a:xfrm>
              <a:off x="3976664" y="2827103"/>
              <a:ext cx="14044" cy="9398"/>
            </a:xfrm>
            <a:custGeom>
              <a:avLst/>
              <a:gdLst>
                <a:gd name="connsiteX0" fmla="*/ 3076 w 9409"/>
                <a:gd name="connsiteY0" fmla="*/ 6174 h 6296"/>
                <a:gd name="connsiteX1" fmla="*/ 9151 w 9409"/>
                <a:gd name="connsiteY1" fmla="*/ 2882 h 6296"/>
                <a:gd name="connsiteX2" fmla="*/ 1035 w 9409"/>
                <a:gd name="connsiteY2" fmla="*/ 423 h 6296"/>
                <a:gd name="connsiteX3" fmla="*/ 3076 w 9409"/>
                <a:gd name="connsiteY3" fmla="*/ 6174 h 6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9" h="6296">
                  <a:moveTo>
                    <a:pt x="3076" y="6174"/>
                  </a:moveTo>
                  <a:cubicBezTo>
                    <a:pt x="3076" y="6174"/>
                    <a:pt x="10914" y="7272"/>
                    <a:pt x="9151" y="2882"/>
                  </a:cubicBezTo>
                  <a:cubicBezTo>
                    <a:pt x="7389" y="-1508"/>
                    <a:pt x="1035" y="423"/>
                    <a:pt x="1035" y="423"/>
                  </a:cubicBezTo>
                  <a:cubicBezTo>
                    <a:pt x="-2165" y="2882"/>
                    <a:pt x="3076" y="6174"/>
                    <a:pt x="3076" y="617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48C694AB-60E4-6538-34C1-A07EE1C0F846}"/>
                </a:ext>
              </a:extLst>
            </p:cNvPr>
            <p:cNvSpPr>
              <a:spLocks/>
            </p:cNvSpPr>
            <p:nvPr/>
          </p:nvSpPr>
          <p:spPr>
            <a:xfrm>
              <a:off x="3342695" y="2643080"/>
              <a:ext cx="67182" cy="127899"/>
            </a:xfrm>
            <a:custGeom>
              <a:avLst/>
              <a:gdLst>
                <a:gd name="connsiteX0" fmla="*/ 31838 w 45009"/>
                <a:gd name="connsiteY0" fmla="*/ 33188 h 85687"/>
                <a:gd name="connsiteX1" fmla="*/ 15328 w 45009"/>
                <a:gd name="connsiteY1" fmla="*/ 1361 h 85687"/>
                <a:gd name="connsiteX2" fmla="*/ 6331 w 45009"/>
                <a:gd name="connsiteY2" fmla="*/ 0 h 85687"/>
                <a:gd name="connsiteX3" fmla="*/ 1693 w 45009"/>
                <a:gd name="connsiteY3" fmla="*/ 9043 h 85687"/>
                <a:gd name="connsiteX4" fmla="*/ 3131 w 45009"/>
                <a:gd name="connsiteY4" fmla="*/ 19184 h 85687"/>
                <a:gd name="connsiteX5" fmla="*/ 11525 w 45009"/>
                <a:gd name="connsiteY5" fmla="*/ 20545 h 85687"/>
                <a:gd name="connsiteX6" fmla="*/ 11525 w 45009"/>
                <a:gd name="connsiteY6" fmla="*/ 22213 h 85687"/>
                <a:gd name="connsiteX7" fmla="*/ 5125 w 45009"/>
                <a:gd name="connsiteY7" fmla="*/ 24672 h 85687"/>
                <a:gd name="connsiteX8" fmla="*/ 12638 w 45009"/>
                <a:gd name="connsiteY8" fmla="*/ 34549 h 85687"/>
                <a:gd name="connsiteX9" fmla="*/ 11757 w 45009"/>
                <a:gd name="connsiteY9" fmla="*/ 36481 h 85687"/>
                <a:gd name="connsiteX10" fmla="*/ 17833 w 45009"/>
                <a:gd name="connsiteY10" fmla="*/ 43593 h 85687"/>
                <a:gd name="connsiteX11" fmla="*/ 17833 w 45009"/>
                <a:gd name="connsiteY11" fmla="*/ 48510 h 85687"/>
                <a:gd name="connsiteX12" fmla="*/ 21589 w 45009"/>
                <a:gd name="connsiteY12" fmla="*/ 48510 h 85687"/>
                <a:gd name="connsiteX13" fmla="*/ 21589 w 45009"/>
                <a:gd name="connsiteY13" fmla="*/ 42759 h 85687"/>
                <a:gd name="connsiteX14" fmla="*/ 25067 w 45009"/>
                <a:gd name="connsiteY14" fmla="*/ 42759 h 85687"/>
                <a:gd name="connsiteX15" fmla="*/ 25067 w 45009"/>
                <a:gd name="connsiteY15" fmla="*/ 45788 h 85687"/>
                <a:gd name="connsiteX16" fmla="*/ 31143 w 45009"/>
                <a:gd name="connsiteY16" fmla="*/ 46315 h 85687"/>
                <a:gd name="connsiteX17" fmla="*/ 31143 w 45009"/>
                <a:gd name="connsiteY17" fmla="*/ 60845 h 85687"/>
                <a:gd name="connsiteX18" fmla="*/ 36337 w 45009"/>
                <a:gd name="connsiteY18" fmla="*/ 53997 h 85687"/>
                <a:gd name="connsiteX19" fmla="*/ 38656 w 45009"/>
                <a:gd name="connsiteY19" fmla="*/ 56455 h 85687"/>
                <a:gd name="connsiteX20" fmla="*/ 33462 w 45009"/>
                <a:gd name="connsiteY20" fmla="*/ 63567 h 85687"/>
                <a:gd name="connsiteX21" fmla="*/ 34899 w 45009"/>
                <a:gd name="connsiteY21" fmla="*/ 66026 h 85687"/>
                <a:gd name="connsiteX22" fmla="*/ 38656 w 45009"/>
                <a:gd name="connsiteY22" fmla="*/ 62470 h 85687"/>
                <a:gd name="connsiteX23" fmla="*/ 38656 w 45009"/>
                <a:gd name="connsiteY23" fmla="*/ 69055 h 85687"/>
                <a:gd name="connsiteX24" fmla="*/ 35456 w 45009"/>
                <a:gd name="connsiteY24" fmla="*/ 73445 h 85687"/>
                <a:gd name="connsiteX25" fmla="*/ 40650 w 45009"/>
                <a:gd name="connsiteY25" fmla="*/ 84947 h 85687"/>
                <a:gd name="connsiteX26" fmla="*/ 40650 w 45009"/>
                <a:gd name="connsiteY26" fmla="*/ 78362 h 85687"/>
                <a:gd name="connsiteX27" fmla="*/ 45010 w 45009"/>
                <a:gd name="connsiteY27" fmla="*/ 78362 h 85687"/>
                <a:gd name="connsiteX28" fmla="*/ 43572 w 45009"/>
                <a:gd name="connsiteY28" fmla="*/ 67387 h 85687"/>
                <a:gd name="connsiteX29" fmla="*/ 45010 w 45009"/>
                <a:gd name="connsiteY29" fmla="*/ 64094 h 85687"/>
                <a:gd name="connsiteX30" fmla="*/ 31653 w 45009"/>
                <a:gd name="connsiteY30" fmla="*/ 33101 h 8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5009" h="85687">
                  <a:moveTo>
                    <a:pt x="31838" y="33188"/>
                  </a:moveTo>
                  <a:cubicBezTo>
                    <a:pt x="31838" y="33188"/>
                    <a:pt x="26041" y="4390"/>
                    <a:pt x="15328" y="1361"/>
                  </a:cubicBezTo>
                  <a:lnTo>
                    <a:pt x="6331" y="0"/>
                  </a:lnTo>
                  <a:cubicBezTo>
                    <a:pt x="6331" y="0"/>
                    <a:pt x="1415" y="1932"/>
                    <a:pt x="1693" y="9043"/>
                  </a:cubicBezTo>
                  <a:cubicBezTo>
                    <a:pt x="1693" y="9043"/>
                    <a:pt x="-2945" y="18350"/>
                    <a:pt x="3131" y="19184"/>
                  </a:cubicBezTo>
                  <a:cubicBezTo>
                    <a:pt x="9206" y="20018"/>
                    <a:pt x="11525" y="20545"/>
                    <a:pt x="11525" y="20545"/>
                  </a:cubicBezTo>
                  <a:lnTo>
                    <a:pt x="11525" y="22213"/>
                  </a:lnTo>
                  <a:lnTo>
                    <a:pt x="5125" y="24672"/>
                  </a:lnTo>
                  <a:lnTo>
                    <a:pt x="12638" y="34549"/>
                  </a:lnTo>
                  <a:lnTo>
                    <a:pt x="11757" y="36481"/>
                  </a:lnTo>
                  <a:lnTo>
                    <a:pt x="17833" y="43593"/>
                  </a:lnTo>
                  <a:lnTo>
                    <a:pt x="17833" y="48510"/>
                  </a:lnTo>
                  <a:lnTo>
                    <a:pt x="21589" y="48510"/>
                  </a:lnTo>
                  <a:lnTo>
                    <a:pt x="21589" y="42759"/>
                  </a:lnTo>
                  <a:lnTo>
                    <a:pt x="25067" y="42759"/>
                  </a:lnTo>
                  <a:lnTo>
                    <a:pt x="25067" y="45788"/>
                  </a:lnTo>
                  <a:lnTo>
                    <a:pt x="31143" y="46315"/>
                  </a:lnTo>
                  <a:lnTo>
                    <a:pt x="31143" y="60845"/>
                  </a:lnTo>
                  <a:lnTo>
                    <a:pt x="36337" y="53997"/>
                  </a:lnTo>
                  <a:lnTo>
                    <a:pt x="38656" y="56455"/>
                  </a:lnTo>
                  <a:lnTo>
                    <a:pt x="33462" y="63567"/>
                  </a:lnTo>
                  <a:lnTo>
                    <a:pt x="34899" y="66026"/>
                  </a:lnTo>
                  <a:cubicBezTo>
                    <a:pt x="34899" y="66026"/>
                    <a:pt x="38378" y="63567"/>
                    <a:pt x="38656" y="62470"/>
                  </a:cubicBezTo>
                  <a:cubicBezTo>
                    <a:pt x="38934" y="61372"/>
                    <a:pt x="38656" y="69055"/>
                    <a:pt x="38656" y="69055"/>
                  </a:cubicBezTo>
                  <a:cubicBezTo>
                    <a:pt x="38656" y="69055"/>
                    <a:pt x="35456" y="68791"/>
                    <a:pt x="35456" y="73445"/>
                  </a:cubicBezTo>
                  <a:cubicBezTo>
                    <a:pt x="35456" y="78098"/>
                    <a:pt x="33693" y="88546"/>
                    <a:pt x="40650" y="84947"/>
                  </a:cubicBezTo>
                  <a:lnTo>
                    <a:pt x="40650" y="78362"/>
                  </a:lnTo>
                  <a:lnTo>
                    <a:pt x="45010" y="78362"/>
                  </a:lnTo>
                  <a:lnTo>
                    <a:pt x="43572" y="67387"/>
                  </a:lnTo>
                  <a:lnTo>
                    <a:pt x="45010" y="64094"/>
                  </a:lnTo>
                  <a:lnTo>
                    <a:pt x="31653" y="3310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E8E3DF32-3938-DA88-995D-122C53BAA308}"/>
                </a:ext>
              </a:extLst>
            </p:cNvPr>
            <p:cNvSpPr>
              <a:spLocks/>
            </p:cNvSpPr>
            <p:nvPr/>
          </p:nvSpPr>
          <p:spPr>
            <a:xfrm>
              <a:off x="3439991" y="2637313"/>
              <a:ext cx="23397" cy="11467"/>
            </a:xfrm>
            <a:custGeom>
              <a:avLst/>
              <a:gdLst>
                <a:gd name="connsiteX0" fmla="*/ 4081 w 15675"/>
                <a:gd name="connsiteY0" fmla="*/ 0 h 7682"/>
                <a:gd name="connsiteX1" fmla="*/ 0 w 15675"/>
                <a:gd name="connsiteY1" fmla="*/ 1361 h 7682"/>
                <a:gd name="connsiteX2" fmla="*/ 5797 w 15675"/>
                <a:gd name="connsiteY2" fmla="*/ 7683 h 7682"/>
                <a:gd name="connsiteX3" fmla="*/ 15676 w 15675"/>
                <a:gd name="connsiteY3" fmla="*/ 7683 h 7682"/>
                <a:gd name="connsiteX4" fmla="*/ 15676 w 15675"/>
                <a:gd name="connsiteY4" fmla="*/ 3819 h 7682"/>
                <a:gd name="connsiteX5" fmla="*/ 7838 w 15675"/>
                <a:gd name="connsiteY5" fmla="*/ 3819 h 7682"/>
                <a:gd name="connsiteX6" fmla="*/ 4081 w 15675"/>
                <a:gd name="connsiteY6" fmla="*/ 0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675" h="7682">
                  <a:moveTo>
                    <a:pt x="4081" y="0"/>
                  </a:moveTo>
                  <a:lnTo>
                    <a:pt x="0" y="1361"/>
                  </a:lnTo>
                  <a:lnTo>
                    <a:pt x="5797" y="7683"/>
                  </a:lnTo>
                  <a:lnTo>
                    <a:pt x="15676" y="7683"/>
                  </a:lnTo>
                  <a:lnTo>
                    <a:pt x="15676" y="3819"/>
                  </a:lnTo>
                  <a:lnTo>
                    <a:pt x="7838" y="3819"/>
                  </a:lnTo>
                  <a:lnTo>
                    <a:pt x="408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E3DA3741-BBD3-BD39-C988-A77F7231F2D8}"/>
                </a:ext>
              </a:extLst>
            </p:cNvPr>
            <p:cNvSpPr>
              <a:spLocks/>
            </p:cNvSpPr>
            <p:nvPr/>
          </p:nvSpPr>
          <p:spPr>
            <a:xfrm>
              <a:off x="2010927" y="2424352"/>
              <a:ext cx="11698" cy="3276"/>
            </a:xfrm>
            <a:custGeom>
              <a:avLst/>
              <a:gdLst>
                <a:gd name="connsiteX0" fmla="*/ 0 w 7837"/>
                <a:gd name="connsiteY0" fmla="*/ 2195 h 2195"/>
                <a:gd name="connsiteX1" fmla="*/ 7838 w 7837"/>
                <a:gd name="connsiteY1" fmla="*/ 2195 h 2195"/>
                <a:gd name="connsiteX2" fmla="*/ 3803 w 7837"/>
                <a:gd name="connsiteY2" fmla="*/ 0 h 2195"/>
                <a:gd name="connsiteX3" fmla="*/ 0 w 7837"/>
                <a:gd name="connsiteY3" fmla="*/ 2195 h 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7" h="2195">
                  <a:moveTo>
                    <a:pt x="0" y="2195"/>
                  </a:moveTo>
                  <a:lnTo>
                    <a:pt x="7838" y="2195"/>
                  </a:lnTo>
                  <a:lnTo>
                    <a:pt x="3803" y="0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B4BF934-46F5-549D-F4C5-730BCC536CD4}"/>
                </a:ext>
              </a:extLst>
            </p:cNvPr>
            <p:cNvSpPr>
              <a:spLocks/>
            </p:cNvSpPr>
            <p:nvPr/>
          </p:nvSpPr>
          <p:spPr>
            <a:xfrm>
              <a:off x="3284651" y="2586530"/>
              <a:ext cx="13013" cy="11074"/>
            </a:xfrm>
            <a:custGeom>
              <a:avLst/>
              <a:gdLst>
                <a:gd name="connsiteX0" fmla="*/ 8719 w 8718"/>
                <a:gd name="connsiteY0" fmla="*/ 0 h 7419"/>
                <a:gd name="connsiteX1" fmla="*/ 4359 w 8718"/>
                <a:gd name="connsiteY1" fmla="*/ 0 h 7419"/>
                <a:gd name="connsiteX2" fmla="*/ 0 w 8718"/>
                <a:gd name="connsiteY2" fmla="*/ 0 h 7419"/>
                <a:gd name="connsiteX3" fmla="*/ 3200 w 8718"/>
                <a:gd name="connsiteY3" fmla="*/ 7419 h 7419"/>
                <a:gd name="connsiteX4" fmla="*/ 6957 w 8718"/>
                <a:gd name="connsiteY4" fmla="*/ 4127 h 7419"/>
                <a:gd name="connsiteX5" fmla="*/ 8719 w 8718"/>
                <a:gd name="connsiteY5" fmla="*/ 0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18" h="7419">
                  <a:moveTo>
                    <a:pt x="8719" y="0"/>
                  </a:moveTo>
                  <a:lnTo>
                    <a:pt x="4359" y="0"/>
                  </a:lnTo>
                  <a:lnTo>
                    <a:pt x="0" y="0"/>
                  </a:lnTo>
                  <a:lnTo>
                    <a:pt x="3200" y="7419"/>
                  </a:lnTo>
                  <a:lnTo>
                    <a:pt x="6957" y="4127"/>
                  </a:lnTo>
                  <a:lnTo>
                    <a:pt x="871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89B6FE0E-49FE-302D-0CE7-A5762699E83F}"/>
                </a:ext>
              </a:extLst>
            </p:cNvPr>
            <p:cNvSpPr>
              <a:spLocks/>
            </p:cNvSpPr>
            <p:nvPr/>
          </p:nvSpPr>
          <p:spPr>
            <a:xfrm>
              <a:off x="3294204" y="2669225"/>
              <a:ext cx="37172" cy="56156"/>
            </a:xfrm>
            <a:custGeom>
              <a:avLst/>
              <a:gdLst>
                <a:gd name="connsiteX0" fmla="*/ 22029 w 24904"/>
                <a:gd name="connsiteY0" fmla="*/ 37622 h 37622"/>
                <a:gd name="connsiteX1" fmla="*/ 24905 w 24904"/>
                <a:gd name="connsiteY1" fmla="*/ 37622 h 37622"/>
                <a:gd name="connsiteX2" fmla="*/ 24905 w 24904"/>
                <a:gd name="connsiteY2" fmla="*/ 32662 h 37622"/>
                <a:gd name="connsiteX3" fmla="*/ 23189 w 24904"/>
                <a:gd name="connsiteY3" fmla="*/ 31301 h 37622"/>
                <a:gd name="connsiteX4" fmla="*/ 23189 w 24904"/>
                <a:gd name="connsiteY4" fmla="*/ 25550 h 37622"/>
                <a:gd name="connsiteX5" fmla="*/ 24905 w 24904"/>
                <a:gd name="connsiteY5" fmla="*/ 21423 h 37622"/>
                <a:gd name="connsiteX6" fmla="*/ 23189 w 24904"/>
                <a:gd name="connsiteY6" fmla="*/ 16199 h 37622"/>
                <a:gd name="connsiteX7" fmla="*/ 24905 w 24904"/>
                <a:gd name="connsiteY7" fmla="*/ 12116 h 37622"/>
                <a:gd name="connsiteX8" fmla="*/ 22029 w 24904"/>
                <a:gd name="connsiteY8" fmla="*/ 6585 h 37622"/>
                <a:gd name="connsiteX9" fmla="*/ 10435 w 24904"/>
                <a:gd name="connsiteY9" fmla="*/ 0 h 37622"/>
                <a:gd name="connsiteX10" fmla="*/ 5472 w 24904"/>
                <a:gd name="connsiteY10" fmla="*/ 0 h 37622"/>
                <a:gd name="connsiteX11" fmla="*/ 0 w 24904"/>
                <a:gd name="connsiteY11" fmla="*/ 1405 h 37622"/>
                <a:gd name="connsiteX12" fmla="*/ 5472 w 24904"/>
                <a:gd name="connsiteY12" fmla="*/ 4127 h 37622"/>
                <a:gd name="connsiteX13" fmla="*/ 5472 w 24904"/>
                <a:gd name="connsiteY13" fmla="*/ 8517 h 37622"/>
                <a:gd name="connsiteX14" fmla="*/ 8673 w 24904"/>
                <a:gd name="connsiteY14" fmla="*/ 8517 h 37622"/>
                <a:gd name="connsiteX15" fmla="*/ 9832 w 24904"/>
                <a:gd name="connsiteY15" fmla="*/ 4961 h 37622"/>
                <a:gd name="connsiteX16" fmla="*/ 12012 w 24904"/>
                <a:gd name="connsiteY16" fmla="*/ 4961 h 37622"/>
                <a:gd name="connsiteX17" fmla="*/ 12012 w 24904"/>
                <a:gd name="connsiteY17" fmla="*/ 10975 h 37622"/>
                <a:gd name="connsiteX18" fmla="*/ 15351 w 24904"/>
                <a:gd name="connsiteY18" fmla="*/ 10975 h 37622"/>
                <a:gd name="connsiteX19" fmla="*/ 15351 w 24904"/>
                <a:gd name="connsiteY19" fmla="*/ 7726 h 37622"/>
                <a:gd name="connsiteX20" fmla="*/ 18458 w 24904"/>
                <a:gd name="connsiteY20" fmla="*/ 9087 h 37622"/>
                <a:gd name="connsiteX21" fmla="*/ 20128 w 24904"/>
                <a:gd name="connsiteY21" fmla="*/ 15365 h 37622"/>
                <a:gd name="connsiteX22" fmla="*/ 22029 w 24904"/>
                <a:gd name="connsiteY22" fmla="*/ 20062 h 37622"/>
                <a:gd name="connsiteX23" fmla="*/ 15351 w 24904"/>
                <a:gd name="connsiteY23" fmla="*/ 20896 h 37622"/>
                <a:gd name="connsiteX24" fmla="*/ 17670 w 24904"/>
                <a:gd name="connsiteY24" fmla="*/ 32662 h 37622"/>
                <a:gd name="connsiteX25" fmla="*/ 22029 w 24904"/>
                <a:gd name="connsiteY25" fmla="*/ 35120 h 37622"/>
                <a:gd name="connsiteX26" fmla="*/ 22029 w 24904"/>
                <a:gd name="connsiteY26" fmla="*/ 37622 h 3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904" h="37622">
                  <a:moveTo>
                    <a:pt x="22029" y="37622"/>
                  </a:moveTo>
                  <a:lnTo>
                    <a:pt x="24905" y="37622"/>
                  </a:lnTo>
                  <a:lnTo>
                    <a:pt x="24905" y="32662"/>
                  </a:lnTo>
                  <a:lnTo>
                    <a:pt x="23189" y="31301"/>
                  </a:lnTo>
                  <a:lnTo>
                    <a:pt x="23189" y="25550"/>
                  </a:lnTo>
                  <a:lnTo>
                    <a:pt x="24905" y="21423"/>
                  </a:lnTo>
                  <a:lnTo>
                    <a:pt x="23189" y="16199"/>
                  </a:lnTo>
                  <a:lnTo>
                    <a:pt x="24905" y="12116"/>
                  </a:lnTo>
                  <a:lnTo>
                    <a:pt x="22029" y="6585"/>
                  </a:lnTo>
                  <a:lnTo>
                    <a:pt x="10435" y="0"/>
                  </a:lnTo>
                  <a:lnTo>
                    <a:pt x="5472" y="0"/>
                  </a:lnTo>
                  <a:lnTo>
                    <a:pt x="0" y="1405"/>
                  </a:lnTo>
                  <a:lnTo>
                    <a:pt x="5472" y="4127"/>
                  </a:lnTo>
                  <a:lnTo>
                    <a:pt x="5472" y="8517"/>
                  </a:lnTo>
                  <a:lnTo>
                    <a:pt x="8673" y="8517"/>
                  </a:lnTo>
                  <a:lnTo>
                    <a:pt x="9832" y="4961"/>
                  </a:lnTo>
                  <a:lnTo>
                    <a:pt x="12012" y="4961"/>
                  </a:lnTo>
                  <a:lnTo>
                    <a:pt x="12012" y="10975"/>
                  </a:lnTo>
                  <a:lnTo>
                    <a:pt x="15351" y="10975"/>
                  </a:lnTo>
                  <a:lnTo>
                    <a:pt x="15351" y="7726"/>
                  </a:lnTo>
                  <a:lnTo>
                    <a:pt x="18458" y="9087"/>
                  </a:lnTo>
                  <a:lnTo>
                    <a:pt x="20128" y="15365"/>
                  </a:lnTo>
                  <a:lnTo>
                    <a:pt x="22029" y="20062"/>
                  </a:lnTo>
                  <a:lnTo>
                    <a:pt x="15351" y="20896"/>
                  </a:lnTo>
                  <a:lnTo>
                    <a:pt x="17670" y="32662"/>
                  </a:lnTo>
                  <a:lnTo>
                    <a:pt x="22029" y="35120"/>
                  </a:lnTo>
                  <a:lnTo>
                    <a:pt x="22029" y="376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377B34F0-8F82-8FA1-9FF0-2CB6C68819DA}"/>
                </a:ext>
              </a:extLst>
            </p:cNvPr>
            <p:cNvSpPr>
              <a:spLocks/>
            </p:cNvSpPr>
            <p:nvPr/>
          </p:nvSpPr>
          <p:spPr>
            <a:xfrm>
              <a:off x="9002573" y="4156680"/>
              <a:ext cx="9136" cy="19264"/>
            </a:xfrm>
            <a:custGeom>
              <a:avLst/>
              <a:gdLst>
                <a:gd name="connsiteX0" fmla="*/ 6122 w 6121"/>
                <a:gd name="connsiteY0" fmla="*/ 9395 h 12906"/>
                <a:gd name="connsiteX1" fmla="*/ 1159 w 6121"/>
                <a:gd name="connsiteY1" fmla="*/ 0 h 12906"/>
                <a:gd name="connsiteX2" fmla="*/ 0 w 6121"/>
                <a:gd name="connsiteY2" fmla="*/ 4566 h 12906"/>
                <a:gd name="connsiteX3" fmla="*/ 6122 w 6121"/>
                <a:gd name="connsiteY3" fmla="*/ 12907 h 12906"/>
                <a:gd name="connsiteX4" fmla="*/ 6122 w 6121"/>
                <a:gd name="connsiteY4" fmla="*/ 9395 h 1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12906">
                  <a:moveTo>
                    <a:pt x="6122" y="9395"/>
                  </a:moveTo>
                  <a:lnTo>
                    <a:pt x="1159" y="0"/>
                  </a:lnTo>
                  <a:lnTo>
                    <a:pt x="0" y="4566"/>
                  </a:lnTo>
                  <a:lnTo>
                    <a:pt x="6122" y="12907"/>
                  </a:lnTo>
                  <a:lnTo>
                    <a:pt x="6122" y="93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783D4FD1-5E0C-6286-A2B1-6DB83B5C2480}"/>
                </a:ext>
              </a:extLst>
            </p:cNvPr>
            <p:cNvSpPr>
              <a:spLocks/>
            </p:cNvSpPr>
            <p:nvPr/>
          </p:nvSpPr>
          <p:spPr>
            <a:xfrm>
              <a:off x="1905359" y="2061071"/>
              <a:ext cx="7821" cy="9435"/>
            </a:xfrm>
            <a:custGeom>
              <a:avLst/>
              <a:gdLst>
                <a:gd name="connsiteX0" fmla="*/ 5241 w 5240"/>
                <a:gd name="connsiteY0" fmla="*/ 3556 h 6321"/>
                <a:gd name="connsiteX1" fmla="*/ 3478 w 5240"/>
                <a:gd name="connsiteY1" fmla="*/ 0 h 6321"/>
                <a:gd name="connsiteX2" fmla="*/ 0 w 5240"/>
                <a:gd name="connsiteY2" fmla="*/ 3161 h 6321"/>
                <a:gd name="connsiteX3" fmla="*/ 0 w 5240"/>
                <a:gd name="connsiteY3" fmla="*/ 6322 h 6321"/>
                <a:gd name="connsiteX4" fmla="*/ 5241 w 5240"/>
                <a:gd name="connsiteY4" fmla="*/ 6322 h 6321"/>
                <a:gd name="connsiteX5" fmla="*/ 5241 w 5240"/>
                <a:gd name="connsiteY5" fmla="*/ 3556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0" h="6321">
                  <a:moveTo>
                    <a:pt x="5241" y="3556"/>
                  </a:moveTo>
                  <a:lnTo>
                    <a:pt x="3478" y="0"/>
                  </a:lnTo>
                  <a:lnTo>
                    <a:pt x="0" y="3161"/>
                  </a:lnTo>
                  <a:lnTo>
                    <a:pt x="0" y="6322"/>
                  </a:lnTo>
                  <a:lnTo>
                    <a:pt x="5241" y="6322"/>
                  </a:lnTo>
                  <a:lnTo>
                    <a:pt x="5241" y="35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D607A63C-AE6D-71F7-7C4A-465CA5FD2F7B}"/>
                </a:ext>
              </a:extLst>
            </p:cNvPr>
            <p:cNvSpPr>
              <a:spLocks/>
            </p:cNvSpPr>
            <p:nvPr/>
          </p:nvSpPr>
          <p:spPr>
            <a:xfrm>
              <a:off x="3281606" y="2339561"/>
              <a:ext cx="17790" cy="19854"/>
            </a:xfrm>
            <a:custGeom>
              <a:avLst/>
              <a:gdLst>
                <a:gd name="connsiteX0" fmla="*/ 2319 w 11918"/>
                <a:gd name="connsiteY0" fmla="*/ 13302 h 13301"/>
                <a:gd name="connsiteX1" fmla="*/ 11919 w 11918"/>
                <a:gd name="connsiteY1" fmla="*/ 6892 h 13301"/>
                <a:gd name="connsiteX2" fmla="*/ 11919 w 11918"/>
                <a:gd name="connsiteY2" fmla="*/ 2766 h 13301"/>
                <a:gd name="connsiteX3" fmla="*/ 7560 w 11918"/>
                <a:gd name="connsiteY3" fmla="*/ 3293 h 13301"/>
                <a:gd name="connsiteX4" fmla="*/ 3989 w 11918"/>
                <a:gd name="connsiteY4" fmla="*/ 0 h 13301"/>
                <a:gd name="connsiteX5" fmla="*/ 5983 w 11918"/>
                <a:gd name="connsiteY5" fmla="*/ 6892 h 13301"/>
                <a:gd name="connsiteX6" fmla="*/ 0 w 11918"/>
                <a:gd name="connsiteY6" fmla="*/ 11414 h 13301"/>
                <a:gd name="connsiteX7" fmla="*/ 2319 w 11918"/>
                <a:gd name="connsiteY7" fmla="*/ 13302 h 13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18" h="13301">
                  <a:moveTo>
                    <a:pt x="2319" y="13302"/>
                  </a:moveTo>
                  <a:lnTo>
                    <a:pt x="11919" y="6892"/>
                  </a:lnTo>
                  <a:lnTo>
                    <a:pt x="11919" y="2766"/>
                  </a:lnTo>
                  <a:lnTo>
                    <a:pt x="7560" y="3293"/>
                  </a:lnTo>
                  <a:lnTo>
                    <a:pt x="3989" y="0"/>
                  </a:lnTo>
                  <a:lnTo>
                    <a:pt x="5983" y="6892"/>
                  </a:lnTo>
                  <a:lnTo>
                    <a:pt x="0" y="11414"/>
                  </a:lnTo>
                  <a:lnTo>
                    <a:pt x="2319" y="133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9F9189BB-4C97-5725-5042-6D767666F4DC}"/>
                </a:ext>
              </a:extLst>
            </p:cNvPr>
            <p:cNvSpPr>
              <a:spLocks/>
            </p:cNvSpPr>
            <p:nvPr/>
          </p:nvSpPr>
          <p:spPr>
            <a:xfrm>
              <a:off x="3335325" y="2722104"/>
              <a:ext cx="37242" cy="54203"/>
            </a:xfrm>
            <a:custGeom>
              <a:avLst/>
              <a:gdLst>
                <a:gd name="connsiteX0" fmla="*/ 11873 w 24950"/>
                <a:gd name="connsiteY0" fmla="*/ 15628 h 36313"/>
                <a:gd name="connsiteX1" fmla="*/ 15073 w 24950"/>
                <a:gd name="connsiteY1" fmla="*/ 11238 h 36313"/>
                <a:gd name="connsiteX2" fmla="*/ 11873 w 24950"/>
                <a:gd name="connsiteY2" fmla="*/ 7946 h 36313"/>
                <a:gd name="connsiteX3" fmla="*/ 11873 w 24950"/>
                <a:gd name="connsiteY3" fmla="*/ 0 h 36313"/>
                <a:gd name="connsiteX4" fmla="*/ 8533 w 24950"/>
                <a:gd name="connsiteY4" fmla="*/ 0 h 36313"/>
                <a:gd name="connsiteX5" fmla="*/ 8533 w 24950"/>
                <a:gd name="connsiteY5" fmla="*/ 3863 h 36313"/>
                <a:gd name="connsiteX6" fmla="*/ 5194 w 24950"/>
                <a:gd name="connsiteY6" fmla="*/ 0 h 36313"/>
                <a:gd name="connsiteX7" fmla="*/ 0 w 24950"/>
                <a:gd name="connsiteY7" fmla="*/ 0 h 36313"/>
                <a:gd name="connsiteX8" fmla="*/ 4359 w 24950"/>
                <a:gd name="connsiteY8" fmla="*/ 5751 h 36313"/>
                <a:gd name="connsiteX9" fmla="*/ 7560 w 24950"/>
                <a:gd name="connsiteY9" fmla="*/ 11238 h 36313"/>
                <a:gd name="connsiteX10" fmla="*/ 9878 w 24950"/>
                <a:gd name="connsiteY10" fmla="*/ 14531 h 36313"/>
                <a:gd name="connsiteX11" fmla="*/ 9878 w 24950"/>
                <a:gd name="connsiteY11" fmla="*/ 20589 h 36313"/>
                <a:gd name="connsiteX12" fmla="*/ 11919 w 24950"/>
                <a:gd name="connsiteY12" fmla="*/ 27701 h 36313"/>
                <a:gd name="connsiteX13" fmla="*/ 15119 w 24950"/>
                <a:gd name="connsiteY13" fmla="*/ 36218 h 36313"/>
                <a:gd name="connsiteX14" fmla="*/ 24951 w 24950"/>
                <a:gd name="connsiteY14" fmla="*/ 32091 h 36313"/>
                <a:gd name="connsiteX15" fmla="*/ 15119 w 24950"/>
                <a:gd name="connsiteY15" fmla="*/ 19755 h 36313"/>
                <a:gd name="connsiteX16" fmla="*/ 11919 w 24950"/>
                <a:gd name="connsiteY16" fmla="*/ 15628 h 36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950" h="36313">
                  <a:moveTo>
                    <a:pt x="11873" y="15628"/>
                  </a:moveTo>
                  <a:lnTo>
                    <a:pt x="15073" y="11238"/>
                  </a:lnTo>
                  <a:lnTo>
                    <a:pt x="11873" y="7946"/>
                  </a:lnTo>
                  <a:lnTo>
                    <a:pt x="11873" y="0"/>
                  </a:lnTo>
                  <a:lnTo>
                    <a:pt x="8533" y="0"/>
                  </a:lnTo>
                  <a:lnTo>
                    <a:pt x="8533" y="3863"/>
                  </a:lnTo>
                  <a:lnTo>
                    <a:pt x="5194" y="0"/>
                  </a:lnTo>
                  <a:lnTo>
                    <a:pt x="0" y="0"/>
                  </a:lnTo>
                  <a:lnTo>
                    <a:pt x="4359" y="5751"/>
                  </a:lnTo>
                  <a:lnTo>
                    <a:pt x="7560" y="11238"/>
                  </a:lnTo>
                  <a:lnTo>
                    <a:pt x="9878" y="14531"/>
                  </a:lnTo>
                  <a:lnTo>
                    <a:pt x="9878" y="20589"/>
                  </a:lnTo>
                  <a:lnTo>
                    <a:pt x="11919" y="27701"/>
                  </a:lnTo>
                  <a:lnTo>
                    <a:pt x="15119" y="36218"/>
                  </a:lnTo>
                  <a:cubicBezTo>
                    <a:pt x="15119" y="36218"/>
                    <a:pt x="24673" y="37315"/>
                    <a:pt x="24951" y="32091"/>
                  </a:cubicBezTo>
                  <a:lnTo>
                    <a:pt x="15119" y="19755"/>
                  </a:lnTo>
                  <a:lnTo>
                    <a:pt x="11919" y="1562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0043BE95-5920-CF4B-4781-ED32D47D56E6}"/>
                </a:ext>
              </a:extLst>
            </p:cNvPr>
            <p:cNvSpPr>
              <a:spLocks/>
            </p:cNvSpPr>
            <p:nvPr/>
          </p:nvSpPr>
          <p:spPr>
            <a:xfrm>
              <a:off x="3324040" y="2733965"/>
              <a:ext cx="11282" cy="9828"/>
            </a:xfrm>
            <a:custGeom>
              <a:avLst/>
              <a:gdLst>
                <a:gd name="connsiteX0" fmla="*/ 0 w 7559"/>
                <a:gd name="connsiteY0" fmla="*/ 3293 h 6585"/>
                <a:gd name="connsiteX1" fmla="*/ 3200 w 7559"/>
                <a:gd name="connsiteY1" fmla="*/ 6585 h 6585"/>
                <a:gd name="connsiteX2" fmla="*/ 7560 w 7559"/>
                <a:gd name="connsiteY2" fmla="*/ 4917 h 6585"/>
                <a:gd name="connsiteX3" fmla="*/ 2041 w 7559"/>
                <a:gd name="connsiteY3" fmla="*/ 0 h 6585"/>
                <a:gd name="connsiteX4" fmla="*/ 0 w 7559"/>
                <a:gd name="connsiteY4" fmla="*/ 3293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9" h="6585">
                  <a:moveTo>
                    <a:pt x="0" y="3293"/>
                  </a:moveTo>
                  <a:lnTo>
                    <a:pt x="3200" y="6585"/>
                  </a:lnTo>
                  <a:lnTo>
                    <a:pt x="7560" y="4917"/>
                  </a:lnTo>
                  <a:lnTo>
                    <a:pt x="2041" y="0"/>
                  </a:lnTo>
                  <a:lnTo>
                    <a:pt x="0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E5A003E7-83F7-658B-DB5B-CD4AFCD31222}"/>
                </a:ext>
              </a:extLst>
            </p:cNvPr>
            <p:cNvSpPr>
              <a:spLocks/>
            </p:cNvSpPr>
            <p:nvPr/>
          </p:nvSpPr>
          <p:spPr>
            <a:xfrm>
              <a:off x="3903377" y="2499314"/>
              <a:ext cx="25405" cy="18020"/>
            </a:xfrm>
            <a:custGeom>
              <a:avLst/>
              <a:gdLst>
                <a:gd name="connsiteX0" fmla="*/ 13635 w 17020"/>
                <a:gd name="connsiteY0" fmla="*/ 0 h 12072"/>
                <a:gd name="connsiteX1" fmla="*/ 0 w 17020"/>
                <a:gd name="connsiteY1" fmla="*/ 9307 h 12072"/>
                <a:gd name="connsiteX2" fmla="*/ 0 w 17020"/>
                <a:gd name="connsiteY2" fmla="*/ 12073 h 12072"/>
                <a:gd name="connsiteX3" fmla="*/ 17020 w 17020"/>
                <a:gd name="connsiteY3" fmla="*/ 0 h 12072"/>
                <a:gd name="connsiteX4" fmla="*/ 13635 w 17020"/>
                <a:gd name="connsiteY4" fmla="*/ 0 h 1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20" h="12072">
                  <a:moveTo>
                    <a:pt x="13635" y="0"/>
                  </a:moveTo>
                  <a:lnTo>
                    <a:pt x="0" y="9307"/>
                  </a:lnTo>
                  <a:lnTo>
                    <a:pt x="0" y="12073"/>
                  </a:lnTo>
                  <a:lnTo>
                    <a:pt x="17020" y="0"/>
                  </a:lnTo>
                  <a:lnTo>
                    <a:pt x="1363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D78CD0A5-7F4F-4FED-4E59-4898A58090FE}"/>
                </a:ext>
              </a:extLst>
            </p:cNvPr>
            <p:cNvSpPr>
              <a:spLocks/>
            </p:cNvSpPr>
            <p:nvPr/>
          </p:nvSpPr>
          <p:spPr>
            <a:xfrm>
              <a:off x="8939854" y="4185382"/>
              <a:ext cx="12114" cy="10221"/>
            </a:xfrm>
            <a:custGeom>
              <a:avLst/>
              <a:gdLst>
                <a:gd name="connsiteX0" fmla="*/ 4081 w 8116"/>
                <a:gd name="connsiteY0" fmla="*/ 3029 h 6848"/>
                <a:gd name="connsiteX1" fmla="*/ 0 w 8116"/>
                <a:gd name="connsiteY1" fmla="*/ 2195 h 6848"/>
                <a:gd name="connsiteX2" fmla="*/ 4916 w 8116"/>
                <a:gd name="connsiteY2" fmla="*/ 6848 h 6848"/>
                <a:gd name="connsiteX3" fmla="*/ 8116 w 8116"/>
                <a:gd name="connsiteY3" fmla="*/ 2195 h 6848"/>
                <a:gd name="connsiteX4" fmla="*/ 4081 w 8116"/>
                <a:gd name="connsiteY4" fmla="*/ 0 h 6848"/>
                <a:gd name="connsiteX5" fmla="*/ 4081 w 8116"/>
                <a:gd name="connsiteY5" fmla="*/ 3029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16" h="6848">
                  <a:moveTo>
                    <a:pt x="4081" y="3029"/>
                  </a:moveTo>
                  <a:lnTo>
                    <a:pt x="0" y="2195"/>
                  </a:lnTo>
                  <a:lnTo>
                    <a:pt x="4916" y="6848"/>
                  </a:lnTo>
                  <a:lnTo>
                    <a:pt x="8116" y="2195"/>
                  </a:lnTo>
                  <a:lnTo>
                    <a:pt x="4081" y="0"/>
                  </a:lnTo>
                  <a:lnTo>
                    <a:pt x="4081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82616C77-135C-39E3-53EA-6094043660E3}"/>
                </a:ext>
              </a:extLst>
            </p:cNvPr>
            <p:cNvSpPr>
              <a:spLocks/>
            </p:cNvSpPr>
            <p:nvPr/>
          </p:nvSpPr>
          <p:spPr>
            <a:xfrm>
              <a:off x="9009079" y="4205104"/>
              <a:ext cx="6922" cy="14284"/>
            </a:xfrm>
            <a:custGeom>
              <a:avLst/>
              <a:gdLst>
                <a:gd name="connsiteX0" fmla="*/ 0 w 4637"/>
                <a:gd name="connsiteY0" fmla="*/ 9570 h 9570"/>
                <a:gd name="connsiteX1" fmla="*/ 4081 w 4637"/>
                <a:gd name="connsiteY1" fmla="*/ 9570 h 9570"/>
                <a:gd name="connsiteX2" fmla="*/ 4638 w 4637"/>
                <a:gd name="connsiteY2" fmla="*/ 6366 h 9570"/>
                <a:gd name="connsiteX3" fmla="*/ 4638 w 4637"/>
                <a:gd name="connsiteY3" fmla="*/ 0 h 9570"/>
                <a:gd name="connsiteX4" fmla="*/ 4081 w 4637"/>
                <a:gd name="connsiteY4" fmla="*/ 0 h 9570"/>
                <a:gd name="connsiteX5" fmla="*/ 0 w 4637"/>
                <a:gd name="connsiteY5" fmla="*/ 9570 h 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37" h="9570">
                  <a:moveTo>
                    <a:pt x="0" y="9570"/>
                  </a:moveTo>
                  <a:lnTo>
                    <a:pt x="4081" y="9570"/>
                  </a:lnTo>
                  <a:lnTo>
                    <a:pt x="4638" y="6366"/>
                  </a:lnTo>
                  <a:lnTo>
                    <a:pt x="4638" y="0"/>
                  </a:lnTo>
                  <a:lnTo>
                    <a:pt x="4081" y="0"/>
                  </a:lnTo>
                  <a:lnTo>
                    <a:pt x="0" y="95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BCAC9B56-06DA-E1B9-3B9E-874F579E26FE}"/>
                </a:ext>
              </a:extLst>
            </p:cNvPr>
            <p:cNvSpPr>
              <a:spLocks/>
            </p:cNvSpPr>
            <p:nvPr/>
          </p:nvSpPr>
          <p:spPr>
            <a:xfrm>
              <a:off x="7034667" y="3035650"/>
              <a:ext cx="17545" cy="17634"/>
            </a:xfrm>
            <a:custGeom>
              <a:avLst/>
              <a:gdLst>
                <a:gd name="connsiteX0" fmla="*/ 0 w 11754"/>
                <a:gd name="connsiteY0" fmla="*/ 5795 h 11814"/>
                <a:gd name="connsiteX1" fmla="*/ 0 w 11754"/>
                <a:gd name="connsiteY1" fmla="*/ 6848 h 11814"/>
                <a:gd name="connsiteX2" fmla="*/ 2458 w 11754"/>
                <a:gd name="connsiteY2" fmla="*/ 8034 h 11814"/>
                <a:gd name="connsiteX3" fmla="*/ 10852 w 11754"/>
                <a:gd name="connsiteY3" fmla="*/ 8034 h 11814"/>
                <a:gd name="connsiteX4" fmla="*/ 8812 w 11754"/>
                <a:gd name="connsiteY4" fmla="*/ 1975 h 11814"/>
                <a:gd name="connsiteX5" fmla="*/ 9183 w 11754"/>
                <a:gd name="connsiteY5" fmla="*/ 0 h 11814"/>
                <a:gd name="connsiteX6" fmla="*/ 4220 w 11754"/>
                <a:gd name="connsiteY6" fmla="*/ 307 h 11814"/>
                <a:gd name="connsiteX7" fmla="*/ 0 w 11754"/>
                <a:gd name="connsiteY7" fmla="*/ 5795 h 1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54" h="11814">
                  <a:moveTo>
                    <a:pt x="0" y="5795"/>
                  </a:moveTo>
                  <a:lnTo>
                    <a:pt x="0" y="6848"/>
                  </a:lnTo>
                  <a:cubicBezTo>
                    <a:pt x="1067" y="7639"/>
                    <a:pt x="2458" y="8034"/>
                    <a:pt x="2458" y="8034"/>
                  </a:cubicBezTo>
                  <a:cubicBezTo>
                    <a:pt x="2458" y="15145"/>
                    <a:pt x="7977" y="10492"/>
                    <a:pt x="10852" y="8034"/>
                  </a:cubicBezTo>
                  <a:cubicBezTo>
                    <a:pt x="13727" y="5575"/>
                    <a:pt x="8812" y="1975"/>
                    <a:pt x="8812" y="1975"/>
                  </a:cubicBezTo>
                  <a:cubicBezTo>
                    <a:pt x="8812" y="1975"/>
                    <a:pt x="9090" y="1098"/>
                    <a:pt x="9183" y="0"/>
                  </a:cubicBezTo>
                  <a:lnTo>
                    <a:pt x="4220" y="307"/>
                  </a:lnTo>
                  <a:lnTo>
                    <a:pt x="0" y="57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46919125-FA5C-A0B6-B86C-12F53BD7D3EE}"/>
                </a:ext>
              </a:extLst>
            </p:cNvPr>
            <p:cNvSpPr>
              <a:spLocks/>
            </p:cNvSpPr>
            <p:nvPr/>
          </p:nvSpPr>
          <p:spPr>
            <a:xfrm>
              <a:off x="7085059" y="2944305"/>
              <a:ext cx="17307" cy="22620"/>
            </a:xfrm>
            <a:custGeom>
              <a:avLst/>
              <a:gdLst>
                <a:gd name="connsiteX0" fmla="*/ 5195 w 11595"/>
                <a:gd name="connsiteY0" fmla="*/ 658 h 15155"/>
                <a:gd name="connsiteX1" fmla="*/ 1670 w 11595"/>
                <a:gd name="connsiteY1" fmla="*/ 11107 h 15155"/>
                <a:gd name="connsiteX2" fmla="*/ 10992 w 11595"/>
                <a:gd name="connsiteY2" fmla="*/ 11107 h 15155"/>
                <a:gd name="connsiteX3" fmla="*/ 11595 w 11595"/>
                <a:gd name="connsiteY3" fmla="*/ 3995 h 15155"/>
                <a:gd name="connsiteX4" fmla="*/ 4870 w 11595"/>
                <a:gd name="connsiteY4" fmla="*/ 0 h 15155"/>
                <a:gd name="connsiteX5" fmla="*/ 5195 w 11595"/>
                <a:gd name="connsiteY5" fmla="*/ 702 h 15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95" h="15155">
                  <a:moveTo>
                    <a:pt x="5195" y="658"/>
                  </a:moveTo>
                  <a:cubicBezTo>
                    <a:pt x="5195" y="658"/>
                    <a:pt x="-3570" y="6717"/>
                    <a:pt x="1670" y="11107"/>
                  </a:cubicBezTo>
                  <a:cubicBezTo>
                    <a:pt x="6957" y="15497"/>
                    <a:pt x="12152" y="17428"/>
                    <a:pt x="10992" y="11107"/>
                  </a:cubicBezTo>
                  <a:cubicBezTo>
                    <a:pt x="10297" y="7331"/>
                    <a:pt x="10992" y="5180"/>
                    <a:pt x="11595" y="3995"/>
                  </a:cubicBezTo>
                  <a:lnTo>
                    <a:pt x="4870" y="0"/>
                  </a:lnTo>
                  <a:cubicBezTo>
                    <a:pt x="4963" y="219"/>
                    <a:pt x="5010" y="439"/>
                    <a:pt x="5195" y="70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9FF1723E-8162-2FE0-D1BE-83B3705AC10D}"/>
                </a:ext>
              </a:extLst>
            </p:cNvPr>
            <p:cNvSpPr>
              <a:spLocks/>
            </p:cNvSpPr>
            <p:nvPr/>
          </p:nvSpPr>
          <p:spPr>
            <a:xfrm>
              <a:off x="7293772" y="3063563"/>
              <a:ext cx="15437" cy="4193"/>
            </a:xfrm>
            <a:custGeom>
              <a:avLst/>
              <a:gdLst>
                <a:gd name="connsiteX0" fmla="*/ 1901 w 10342"/>
                <a:gd name="connsiteY0" fmla="*/ 2810 h 2809"/>
                <a:gd name="connsiteX1" fmla="*/ 10342 w 10342"/>
                <a:gd name="connsiteY1" fmla="*/ 2810 h 2809"/>
                <a:gd name="connsiteX2" fmla="*/ 1670 w 10342"/>
                <a:gd name="connsiteY2" fmla="*/ 0 h 2809"/>
                <a:gd name="connsiteX3" fmla="*/ 0 w 10342"/>
                <a:gd name="connsiteY3" fmla="*/ 527 h 2809"/>
                <a:gd name="connsiteX4" fmla="*/ 1623 w 10342"/>
                <a:gd name="connsiteY4" fmla="*/ 2019 h 2809"/>
                <a:gd name="connsiteX5" fmla="*/ 1948 w 10342"/>
                <a:gd name="connsiteY5" fmla="*/ 2810 h 2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42" h="2809">
                  <a:moveTo>
                    <a:pt x="1901" y="2810"/>
                  </a:moveTo>
                  <a:lnTo>
                    <a:pt x="10342" y="2810"/>
                  </a:lnTo>
                  <a:lnTo>
                    <a:pt x="1670" y="0"/>
                  </a:lnTo>
                  <a:lnTo>
                    <a:pt x="0" y="527"/>
                  </a:lnTo>
                  <a:lnTo>
                    <a:pt x="1623" y="2019"/>
                  </a:lnTo>
                  <a:cubicBezTo>
                    <a:pt x="1623" y="2019"/>
                    <a:pt x="1948" y="2502"/>
                    <a:pt x="1948" y="281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7AE326B3-666B-4291-E318-FEDE671E1B14}"/>
                </a:ext>
              </a:extLst>
            </p:cNvPr>
            <p:cNvSpPr>
              <a:spLocks/>
            </p:cNvSpPr>
            <p:nvPr/>
          </p:nvSpPr>
          <p:spPr>
            <a:xfrm>
              <a:off x="7244692" y="3066579"/>
              <a:ext cx="48179" cy="17561"/>
            </a:xfrm>
            <a:custGeom>
              <a:avLst/>
              <a:gdLst>
                <a:gd name="connsiteX0" fmla="*/ 31119 w 32278"/>
                <a:gd name="connsiteY0" fmla="*/ 0 h 11765"/>
                <a:gd name="connsiteX1" fmla="*/ 30145 w 32278"/>
                <a:gd name="connsiteY1" fmla="*/ 0 h 11765"/>
                <a:gd name="connsiteX2" fmla="*/ 30145 w 32278"/>
                <a:gd name="connsiteY2" fmla="*/ 1624 h 11765"/>
                <a:gd name="connsiteX3" fmla="*/ 26064 w 32278"/>
                <a:gd name="connsiteY3" fmla="*/ 5005 h 11765"/>
                <a:gd name="connsiteX4" fmla="*/ 0 w 32278"/>
                <a:gd name="connsiteY4" fmla="*/ 1493 h 11765"/>
                <a:gd name="connsiteX5" fmla="*/ 3200 w 32278"/>
                <a:gd name="connsiteY5" fmla="*/ 3819 h 11765"/>
                <a:gd name="connsiteX6" fmla="*/ 24626 w 32278"/>
                <a:gd name="connsiteY6" fmla="*/ 11765 h 11765"/>
                <a:gd name="connsiteX7" fmla="*/ 27223 w 32278"/>
                <a:gd name="connsiteY7" fmla="*/ 7375 h 11765"/>
                <a:gd name="connsiteX8" fmla="*/ 31722 w 32278"/>
                <a:gd name="connsiteY8" fmla="*/ 2722 h 11765"/>
                <a:gd name="connsiteX9" fmla="*/ 32279 w 32278"/>
                <a:gd name="connsiteY9" fmla="*/ 1098 h 11765"/>
                <a:gd name="connsiteX10" fmla="*/ 31073 w 32278"/>
                <a:gd name="connsiteY10" fmla="*/ 0 h 1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278" h="11765">
                  <a:moveTo>
                    <a:pt x="31119" y="0"/>
                  </a:moveTo>
                  <a:lnTo>
                    <a:pt x="30145" y="0"/>
                  </a:lnTo>
                  <a:cubicBezTo>
                    <a:pt x="30145" y="0"/>
                    <a:pt x="30145" y="1624"/>
                    <a:pt x="30145" y="1624"/>
                  </a:cubicBezTo>
                  <a:lnTo>
                    <a:pt x="26064" y="5005"/>
                  </a:lnTo>
                  <a:cubicBezTo>
                    <a:pt x="26064" y="5005"/>
                    <a:pt x="9554" y="-3293"/>
                    <a:pt x="0" y="1493"/>
                  </a:cubicBezTo>
                  <a:lnTo>
                    <a:pt x="3200" y="3819"/>
                  </a:lnTo>
                  <a:cubicBezTo>
                    <a:pt x="3200" y="3819"/>
                    <a:pt x="15954" y="2722"/>
                    <a:pt x="24626" y="11765"/>
                  </a:cubicBezTo>
                  <a:lnTo>
                    <a:pt x="27223" y="7375"/>
                  </a:lnTo>
                  <a:lnTo>
                    <a:pt x="31722" y="2722"/>
                  </a:lnTo>
                  <a:lnTo>
                    <a:pt x="32279" y="1098"/>
                  </a:lnTo>
                  <a:lnTo>
                    <a:pt x="3107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506933F9-1BFA-0699-4B8C-05CBE63176AF}"/>
                </a:ext>
              </a:extLst>
            </p:cNvPr>
            <p:cNvSpPr>
              <a:spLocks/>
            </p:cNvSpPr>
            <p:nvPr/>
          </p:nvSpPr>
          <p:spPr>
            <a:xfrm>
              <a:off x="7037470" y="3029601"/>
              <a:ext cx="10556" cy="5327"/>
            </a:xfrm>
            <a:custGeom>
              <a:avLst/>
              <a:gdLst>
                <a:gd name="connsiteX0" fmla="*/ 3501 w 7072"/>
                <a:gd name="connsiteY0" fmla="*/ 13 h 3569"/>
                <a:gd name="connsiteX1" fmla="*/ 116 w 7072"/>
                <a:gd name="connsiteY1" fmla="*/ 3569 h 3569"/>
                <a:gd name="connsiteX2" fmla="*/ 858 w 7072"/>
                <a:gd name="connsiteY2" fmla="*/ 2647 h 3569"/>
                <a:gd name="connsiteX3" fmla="*/ 1739 w 7072"/>
                <a:gd name="connsiteY3" fmla="*/ 2208 h 3569"/>
                <a:gd name="connsiteX4" fmla="*/ 7072 w 7072"/>
                <a:gd name="connsiteY4" fmla="*/ 1857 h 3569"/>
                <a:gd name="connsiteX5" fmla="*/ 3548 w 7072"/>
                <a:gd name="connsiteY5" fmla="*/ 13 h 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2" h="3569">
                  <a:moveTo>
                    <a:pt x="3501" y="13"/>
                  </a:moveTo>
                  <a:cubicBezTo>
                    <a:pt x="-70" y="189"/>
                    <a:pt x="-209" y="2208"/>
                    <a:pt x="116" y="3569"/>
                  </a:cubicBezTo>
                  <a:lnTo>
                    <a:pt x="858" y="2647"/>
                  </a:lnTo>
                  <a:cubicBezTo>
                    <a:pt x="1043" y="2384"/>
                    <a:pt x="1368" y="2208"/>
                    <a:pt x="1739" y="2208"/>
                  </a:cubicBezTo>
                  <a:lnTo>
                    <a:pt x="7072" y="1857"/>
                  </a:lnTo>
                  <a:cubicBezTo>
                    <a:pt x="6655" y="759"/>
                    <a:pt x="5635" y="-119"/>
                    <a:pt x="3548" y="1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3CE01177-551F-705D-282A-9E5FFD631187}"/>
                </a:ext>
              </a:extLst>
            </p:cNvPr>
            <p:cNvSpPr>
              <a:spLocks/>
            </p:cNvSpPr>
            <p:nvPr/>
          </p:nvSpPr>
          <p:spPr>
            <a:xfrm>
              <a:off x="7062978" y="2931004"/>
              <a:ext cx="10907" cy="35188"/>
            </a:xfrm>
            <a:custGeom>
              <a:avLst/>
              <a:gdLst>
                <a:gd name="connsiteX0" fmla="*/ 4638 w 7307"/>
                <a:gd name="connsiteY0" fmla="*/ 44 h 23574"/>
                <a:gd name="connsiteX1" fmla="*/ 4220 w 7307"/>
                <a:gd name="connsiteY1" fmla="*/ 1624 h 23574"/>
                <a:gd name="connsiteX2" fmla="*/ 0 w 7307"/>
                <a:gd name="connsiteY2" fmla="*/ 12599 h 23574"/>
                <a:gd name="connsiteX3" fmla="*/ 0 w 7307"/>
                <a:gd name="connsiteY3" fmla="*/ 23574 h 23574"/>
                <a:gd name="connsiteX4" fmla="*/ 6400 w 7307"/>
                <a:gd name="connsiteY4" fmla="*/ 17823 h 23574"/>
                <a:gd name="connsiteX5" fmla="*/ 6400 w 7307"/>
                <a:gd name="connsiteY5" fmla="*/ 1098 h 23574"/>
                <a:gd name="connsiteX6" fmla="*/ 6400 w 7307"/>
                <a:gd name="connsiteY6" fmla="*/ 1010 h 23574"/>
                <a:gd name="connsiteX7" fmla="*/ 4777 w 7307"/>
                <a:gd name="connsiteY7" fmla="*/ 0 h 23574"/>
                <a:gd name="connsiteX8" fmla="*/ 4638 w 7307"/>
                <a:gd name="connsiteY8" fmla="*/ 0 h 2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7" h="23574">
                  <a:moveTo>
                    <a:pt x="4638" y="44"/>
                  </a:moveTo>
                  <a:lnTo>
                    <a:pt x="4220" y="1624"/>
                  </a:lnTo>
                  <a:lnTo>
                    <a:pt x="0" y="12599"/>
                  </a:lnTo>
                  <a:lnTo>
                    <a:pt x="0" y="23574"/>
                  </a:lnTo>
                  <a:cubicBezTo>
                    <a:pt x="0" y="23574"/>
                    <a:pt x="4359" y="20282"/>
                    <a:pt x="6400" y="17823"/>
                  </a:cubicBezTo>
                  <a:cubicBezTo>
                    <a:pt x="8441" y="15365"/>
                    <a:pt x="6400" y="1098"/>
                    <a:pt x="6400" y="1098"/>
                  </a:cubicBezTo>
                  <a:lnTo>
                    <a:pt x="6400" y="1010"/>
                  </a:lnTo>
                  <a:cubicBezTo>
                    <a:pt x="6400" y="1010"/>
                    <a:pt x="4777" y="0"/>
                    <a:pt x="4777" y="0"/>
                  </a:cubicBez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DF7A228A-E918-8142-0CFA-A2873A7C4EFD}"/>
                </a:ext>
              </a:extLst>
            </p:cNvPr>
            <p:cNvSpPr>
              <a:spLocks/>
            </p:cNvSpPr>
            <p:nvPr/>
          </p:nvSpPr>
          <p:spPr>
            <a:xfrm>
              <a:off x="7070663" y="2915015"/>
              <a:ext cx="18275" cy="14677"/>
            </a:xfrm>
            <a:custGeom>
              <a:avLst/>
              <a:gdLst>
                <a:gd name="connsiteX0" fmla="*/ 2505 w 12243"/>
                <a:gd name="connsiteY0" fmla="*/ 9834 h 9833"/>
                <a:gd name="connsiteX1" fmla="*/ 5612 w 12243"/>
                <a:gd name="connsiteY1" fmla="*/ 4917 h 9833"/>
                <a:gd name="connsiteX2" fmla="*/ 9647 w 12243"/>
                <a:gd name="connsiteY2" fmla="*/ 4917 h 9833"/>
                <a:gd name="connsiteX3" fmla="*/ 12244 w 12243"/>
                <a:gd name="connsiteY3" fmla="*/ 0 h 9833"/>
                <a:gd name="connsiteX4" fmla="*/ 5287 w 12243"/>
                <a:gd name="connsiteY4" fmla="*/ 2195 h 9833"/>
                <a:gd name="connsiteX5" fmla="*/ 1206 w 12243"/>
                <a:gd name="connsiteY5" fmla="*/ 3863 h 9833"/>
                <a:gd name="connsiteX6" fmla="*/ 0 w 12243"/>
                <a:gd name="connsiteY6" fmla="*/ 8560 h 9833"/>
                <a:gd name="connsiteX7" fmla="*/ 371 w 12243"/>
                <a:gd name="connsiteY7" fmla="*/ 8604 h 9833"/>
                <a:gd name="connsiteX8" fmla="*/ 2458 w 12243"/>
                <a:gd name="connsiteY8" fmla="*/ 9834 h 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43" h="9833">
                  <a:moveTo>
                    <a:pt x="2505" y="9834"/>
                  </a:moveTo>
                  <a:lnTo>
                    <a:pt x="5612" y="4917"/>
                  </a:lnTo>
                  <a:lnTo>
                    <a:pt x="9647" y="4917"/>
                  </a:lnTo>
                  <a:lnTo>
                    <a:pt x="12244" y="0"/>
                  </a:lnTo>
                  <a:lnTo>
                    <a:pt x="5287" y="2195"/>
                  </a:lnTo>
                  <a:lnTo>
                    <a:pt x="1206" y="3863"/>
                  </a:lnTo>
                  <a:lnTo>
                    <a:pt x="0" y="8560"/>
                  </a:lnTo>
                  <a:cubicBezTo>
                    <a:pt x="0" y="8560"/>
                    <a:pt x="278" y="8560"/>
                    <a:pt x="371" y="8604"/>
                  </a:cubicBezTo>
                  <a:lnTo>
                    <a:pt x="2458" y="98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125B735E-FF23-BF66-6530-CDD6BE84A353}"/>
                </a:ext>
              </a:extLst>
            </p:cNvPr>
            <p:cNvSpPr>
              <a:spLocks/>
            </p:cNvSpPr>
            <p:nvPr/>
          </p:nvSpPr>
          <p:spPr>
            <a:xfrm>
              <a:off x="4036150" y="2921960"/>
              <a:ext cx="6092" cy="9370"/>
            </a:xfrm>
            <a:custGeom>
              <a:avLst/>
              <a:gdLst>
                <a:gd name="connsiteX0" fmla="*/ 4081 w 4081"/>
                <a:gd name="connsiteY0" fmla="*/ 0 h 6277"/>
                <a:gd name="connsiteX1" fmla="*/ 0 w 4081"/>
                <a:gd name="connsiteY1" fmla="*/ 1624 h 6277"/>
                <a:gd name="connsiteX2" fmla="*/ 4081 w 4081"/>
                <a:gd name="connsiteY2" fmla="*/ 6278 h 6277"/>
                <a:gd name="connsiteX3" fmla="*/ 4081 w 4081"/>
                <a:gd name="connsiteY3" fmla="*/ 0 h 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1" h="6277">
                  <a:moveTo>
                    <a:pt x="4081" y="0"/>
                  </a:moveTo>
                  <a:lnTo>
                    <a:pt x="0" y="1624"/>
                  </a:lnTo>
                  <a:lnTo>
                    <a:pt x="4081" y="6278"/>
                  </a:lnTo>
                  <a:lnTo>
                    <a:pt x="408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AED7015F-5A08-BC3E-0E46-0A8927CE22D3}"/>
                </a:ext>
              </a:extLst>
            </p:cNvPr>
            <p:cNvSpPr>
              <a:spLocks/>
            </p:cNvSpPr>
            <p:nvPr/>
          </p:nvSpPr>
          <p:spPr>
            <a:xfrm>
              <a:off x="7066024" y="2991550"/>
              <a:ext cx="6506" cy="8190"/>
            </a:xfrm>
            <a:custGeom>
              <a:avLst/>
              <a:gdLst>
                <a:gd name="connsiteX0" fmla="*/ 1762 w 4359"/>
                <a:gd name="connsiteY0" fmla="*/ 5488 h 5487"/>
                <a:gd name="connsiteX1" fmla="*/ 4359 w 4359"/>
                <a:gd name="connsiteY1" fmla="*/ 3293 h 5487"/>
                <a:gd name="connsiteX2" fmla="*/ 4359 w 4359"/>
                <a:gd name="connsiteY2" fmla="*/ 0 h 5487"/>
                <a:gd name="connsiteX3" fmla="*/ 0 w 4359"/>
                <a:gd name="connsiteY3" fmla="*/ 0 h 5487"/>
                <a:gd name="connsiteX4" fmla="*/ 1762 w 4359"/>
                <a:gd name="connsiteY4" fmla="*/ 5488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9" h="5487">
                  <a:moveTo>
                    <a:pt x="1762" y="5488"/>
                  </a:moveTo>
                  <a:lnTo>
                    <a:pt x="4359" y="3293"/>
                  </a:lnTo>
                  <a:lnTo>
                    <a:pt x="4359" y="0"/>
                  </a:lnTo>
                  <a:lnTo>
                    <a:pt x="0" y="0"/>
                  </a:lnTo>
                  <a:lnTo>
                    <a:pt x="1762" y="54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880BB889-A2E7-1A24-8AAF-2234044181F2}"/>
                </a:ext>
              </a:extLst>
            </p:cNvPr>
            <p:cNvSpPr>
              <a:spLocks/>
            </p:cNvSpPr>
            <p:nvPr/>
          </p:nvSpPr>
          <p:spPr>
            <a:xfrm>
              <a:off x="8157205" y="4154256"/>
              <a:ext cx="3876" cy="14350"/>
            </a:xfrm>
            <a:custGeom>
              <a:avLst/>
              <a:gdLst>
                <a:gd name="connsiteX0" fmla="*/ 0 w 2597"/>
                <a:gd name="connsiteY0" fmla="*/ 6190 h 9614"/>
                <a:gd name="connsiteX1" fmla="*/ 2597 w 2597"/>
                <a:gd name="connsiteY1" fmla="*/ 9614 h 9614"/>
                <a:gd name="connsiteX2" fmla="*/ 2597 w 2597"/>
                <a:gd name="connsiteY2" fmla="*/ 2766 h 9614"/>
                <a:gd name="connsiteX3" fmla="*/ 0 w 2597"/>
                <a:gd name="connsiteY3" fmla="*/ 0 h 9614"/>
                <a:gd name="connsiteX4" fmla="*/ 0 w 2597"/>
                <a:gd name="connsiteY4" fmla="*/ 6190 h 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7" h="9614">
                  <a:moveTo>
                    <a:pt x="0" y="6190"/>
                  </a:moveTo>
                  <a:lnTo>
                    <a:pt x="2597" y="9614"/>
                  </a:lnTo>
                  <a:lnTo>
                    <a:pt x="2597" y="2766"/>
                  </a:lnTo>
                  <a:lnTo>
                    <a:pt x="0" y="0"/>
                  </a:lnTo>
                  <a:lnTo>
                    <a:pt x="0" y="61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95CE5F42-FDBD-3CF8-7D41-647026F83EA1}"/>
                </a:ext>
              </a:extLst>
            </p:cNvPr>
            <p:cNvSpPr>
              <a:spLocks/>
            </p:cNvSpPr>
            <p:nvPr/>
          </p:nvSpPr>
          <p:spPr>
            <a:xfrm>
              <a:off x="5527516" y="2607825"/>
              <a:ext cx="10383" cy="7143"/>
            </a:xfrm>
            <a:custGeom>
              <a:avLst/>
              <a:gdLst>
                <a:gd name="connsiteX0" fmla="*/ 6957 w 6956"/>
                <a:gd name="connsiteY0" fmla="*/ 0 h 4785"/>
                <a:gd name="connsiteX1" fmla="*/ 4081 w 6956"/>
                <a:gd name="connsiteY1" fmla="*/ 0 h 4785"/>
                <a:gd name="connsiteX2" fmla="*/ 0 w 6956"/>
                <a:gd name="connsiteY2" fmla="*/ 4785 h 4785"/>
                <a:gd name="connsiteX3" fmla="*/ 6957 w 6956"/>
                <a:gd name="connsiteY3" fmla="*/ 4785 h 4785"/>
                <a:gd name="connsiteX4" fmla="*/ 6957 w 6956"/>
                <a:gd name="connsiteY4" fmla="*/ 0 h 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4785">
                  <a:moveTo>
                    <a:pt x="6957" y="0"/>
                  </a:moveTo>
                  <a:lnTo>
                    <a:pt x="4081" y="0"/>
                  </a:lnTo>
                  <a:lnTo>
                    <a:pt x="0" y="4785"/>
                  </a:lnTo>
                  <a:lnTo>
                    <a:pt x="6957" y="4785"/>
                  </a:lnTo>
                  <a:lnTo>
                    <a:pt x="695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C70D83BE-DCE6-A8C6-14DE-BD2E266BCCC7}"/>
                </a:ext>
              </a:extLst>
            </p:cNvPr>
            <p:cNvSpPr>
              <a:spLocks/>
            </p:cNvSpPr>
            <p:nvPr/>
          </p:nvSpPr>
          <p:spPr>
            <a:xfrm>
              <a:off x="1901482" y="2257651"/>
              <a:ext cx="6506" cy="31976"/>
            </a:xfrm>
            <a:custGeom>
              <a:avLst/>
              <a:gdLst>
                <a:gd name="connsiteX0" fmla="*/ 4359 w 4359"/>
                <a:gd name="connsiteY0" fmla="*/ 1361 h 21423"/>
                <a:gd name="connsiteX1" fmla="*/ 2319 w 4359"/>
                <a:gd name="connsiteY1" fmla="*/ 0 h 21423"/>
                <a:gd name="connsiteX2" fmla="*/ 0 w 4359"/>
                <a:gd name="connsiteY2" fmla="*/ 4390 h 21423"/>
                <a:gd name="connsiteX3" fmla="*/ 0 w 4359"/>
                <a:gd name="connsiteY3" fmla="*/ 10712 h 21423"/>
                <a:gd name="connsiteX4" fmla="*/ 2319 w 4359"/>
                <a:gd name="connsiteY4" fmla="*/ 21423 h 21423"/>
                <a:gd name="connsiteX5" fmla="*/ 4359 w 4359"/>
                <a:gd name="connsiteY5" fmla="*/ 20326 h 21423"/>
                <a:gd name="connsiteX6" fmla="*/ 2319 w 4359"/>
                <a:gd name="connsiteY6" fmla="*/ 10712 h 21423"/>
                <a:gd name="connsiteX7" fmla="*/ 2319 w 4359"/>
                <a:gd name="connsiteY7" fmla="*/ 5751 h 21423"/>
                <a:gd name="connsiteX8" fmla="*/ 4359 w 4359"/>
                <a:gd name="connsiteY8" fmla="*/ 1361 h 2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9" h="21423">
                  <a:moveTo>
                    <a:pt x="4359" y="1361"/>
                  </a:moveTo>
                  <a:lnTo>
                    <a:pt x="2319" y="0"/>
                  </a:lnTo>
                  <a:lnTo>
                    <a:pt x="0" y="4390"/>
                  </a:lnTo>
                  <a:lnTo>
                    <a:pt x="0" y="10712"/>
                  </a:lnTo>
                  <a:lnTo>
                    <a:pt x="2319" y="21423"/>
                  </a:lnTo>
                  <a:lnTo>
                    <a:pt x="4359" y="20326"/>
                  </a:lnTo>
                  <a:lnTo>
                    <a:pt x="2319" y="10712"/>
                  </a:lnTo>
                  <a:lnTo>
                    <a:pt x="2319" y="5751"/>
                  </a:lnTo>
                  <a:lnTo>
                    <a:pt x="4359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DBE3BF8-EB52-6CDB-26A6-9B5E03B00CDB}"/>
                </a:ext>
              </a:extLst>
            </p:cNvPr>
            <p:cNvSpPr>
              <a:spLocks/>
            </p:cNvSpPr>
            <p:nvPr/>
          </p:nvSpPr>
          <p:spPr>
            <a:xfrm>
              <a:off x="8728720" y="1698644"/>
              <a:ext cx="6922" cy="4390"/>
            </a:xfrm>
            <a:custGeom>
              <a:avLst/>
              <a:gdLst>
                <a:gd name="connsiteX0" fmla="*/ 0 w 4637"/>
                <a:gd name="connsiteY0" fmla="*/ 2941 h 2941"/>
                <a:gd name="connsiteX1" fmla="*/ 3757 w 4637"/>
                <a:gd name="connsiteY1" fmla="*/ 2941 h 2941"/>
                <a:gd name="connsiteX2" fmla="*/ 4638 w 4637"/>
                <a:gd name="connsiteY2" fmla="*/ 1449 h 2941"/>
                <a:gd name="connsiteX3" fmla="*/ 2875 w 4637"/>
                <a:gd name="connsiteY3" fmla="*/ 0 h 2941"/>
                <a:gd name="connsiteX4" fmla="*/ 0 w 4637"/>
                <a:gd name="connsiteY4" fmla="*/ 2941 h 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2941">
                  <a:moveTo>
                    <a:pt x="0" y="2941"/>
                  </a:moveTo>
                  <a:lnTo>
                    <a:pt x="3757" y="2941"/>
                  </a:lnTo>
                  <a:lnTo>
                    <a:pt x="4638" y="1449"/>
                  </a:lnTo>
                  <a:lnTo>
                    <a:pt x="2875" y="0"/>
                  </a:lnTo>
                  <a:lnTo>
                    <a:pt x="0" y="29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65D791FF-6F1C-BE9A-68C2-AC320DA2A359}"/>
                </a:ext>
              </a:extLst>
            </p:cNvPr>
            <p:cNvSpPr>
              <a:spLocks/>
            </p:cNvSpPr>
            <p:nvPr/>
          </p:nvSpPr>
          <p:spPr>
            <a:xfrm>
              <a:off x="3948788" y="2951842"/>
              <a:ext cx="9553" cy="26604"/>
            </a:xfrm>
            <a:custGeom>
              <a:avLst/>
              <a:gdLst>
                <a:gd name="connsiteX0" fmla="*/ 2041 w 6400"/>
                <a:gd name="connsiteY0" fmla="*/ 17823 h 17823"/>
                <a:gd name="connsiteX1" fmla="*/ 6400 w 6400"/>
                <a:gd name="connsiteY1" fmla="*/ 5488 h 17823"/>
                <a:gd name="connsiteX2" fmla="*/ 6400 w 6400"/>
                <a:gd name="connsiteY2" fmla="*/ 0 h 17823"/>
                <a:gd name="connsiteX3" fmla="*/ 1762 w 6400"/>
                <a:gd name="connsiteY3" fmla="*/ 0 h 17823"/>
                <a:gd name="connsiteX4" fmla="*/ 3200 w 6400"/>
                <a:gd name="connsiteY4" fmla="*/ 7683 h 17823"/>
                <a:gd name="connsiteX5" fmla="*/ 0 w 6400"/>
                <a:gd name="connsiteY5" fmla="*/ 15936 h 17823"/>
                <a:gd name="connsiteX6" fmla="*/ 2041 w 6400"/>
                <a:gd name="connsiteY6" fmla="*/ 17823 h 1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00" h="17823">
                  <a:moveTo>
                    <a:pt x="2041" y="17823"/>
                  </a:moveTo>
                  <a:lnTo>
                    <a:pt x="6400" y="5488"/>
                  </a:lnTo>
                  <a:lnTo>
                    <a:pt x="6400" y="0"/>
                  </a:lnTo>
                  <a:lnTo>
                    <a:pt x="1762" y="0"/>
                  </a:lnTo>
                  <a:lnTo>
                    <a:pt x="3200" y="7683"/>
                  </a:lnTo>
                  <a:lnTo>
                    <a:pt x="0" y="15936"/>
                  </a:lnTo>
                  <a:lnTo>
                    <a:pt x="2041" y="1782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608FC2C-21EA-D562-5364-E70368A25907}"/>
                </a:ext>
              </a:extLst>
            </p:cNvPr>
            <p:cNvSpPr>
              <a:spLocks/>
            </p:cNvSpPr>
            <p:nvPr/>
          </p:nvSpPr>
          <p:spPr>
            <a:xfrm>
              <a:off x="7087617" y="2923512"/>
              <a:ext cx="16828" cy="23612"/>
            </a:xfrm>
            <a:custGeom>
              <a:avLst/>
              <a:gdLst>
                <a:gd name="connsiteX0" fmla="*/ 7007 w 11274"/>
                <a:gd name="connsiteY0" fmla="*/ 3044 h 15819"/>
                <a:gd name="connsiteX1" fmla="*/ 4688 w 11274"/>
                <a:gd name="connsiteY1" fmla="*/ 15 h 15819"/>
                <a:gd name="connsiteX2" fmla="*/ 4688 w 11274"/>
                <a:gd name="connsiteY2" fmla="*/ 5766 h 15819"/>
                <a:gd name="connsiteX3" fmla="*/ 2462 w 11274"/>
                <a:gd name="connsiteY3" fmla="*/ 10815 h 15819"/>
                <a:gd name="connsiteX4" fmla="*/ 10902 w 11274"/>
                <a:gd name="connsiteY4" fmla="*/ 15819 h 15819"/>
                <a:gd name="connsiteX5" fmla="*/ 7007 w 11274"/>
                <a:gd name="connsiteY5" fmla="*/ 3000 h 15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74" h="15819">
                  <a:moveTo>
                    <a:pt x="7007" y="3044"/>
                  </a:moveTo>
                  <a:cubicBezTo>
                    <a:pt x="7007" y="3044"/>
                    <a:pt x="7007" y="-248"/>
                    <a:pt x="4688" y="15"/>
                  </a:cubicBezTo>
                  <a:cubicBezTo>
                    <a:pt x="2369" y="278"/>
                    <a:pt x="-4588" y="6073"/>
                    <a:pt x="4688" y="5766"/>
                  </a:cubicBezTo>
                  <a:cubicBezTo>
                    <a:pt x="4688" y="5766"/>
                    <a:pt x="2554" y="7829"/>
                    <a:pt x="2462" y="10815"/>
                  </a:cubicBezTo>
                  <a:lnTo>
                    <a:pt x="10902" y="15819"/>
                  </a:lnTo>
                  <a:cubicBezTo>
                    <a:pt x="11320" y="12527"/>
                    <a:pt x="12386" y="1156"/>
                    <a:pt x="7007" y="300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CB9A0839-7E3A-8BDD-23EF-8444DD2AFA94}"/>
                </a:ext>
              </a:extLst>
            </p:cNvPr>
            <p:cNvSpPr>
              <a:spLocks/>
            </p:cNvSpPr>
            <p:nvPr/>
          </p:nvSpPr>
          <p:spPr>
            <a:xfrm>
              <a:off x="7225725" y="3169324"/>
              <a:ext cx="9414" cy="6159"/>
            </a:xfrm>
            <a:custGeom>
              <a:avLst/>
              <a:gdLst>
                <a:gd name="connsiteX0" fmla="*/ 0 w 6307"/>
                <a:gd name="connsiteY0" fmla="*/ 0 h 4126"/>
                <a:gd name="connsiteX1" fmla="*/ 0 w 6307"/>
                <a:gd name="connsiteY1" fmla="*/ 4127 h 4126"/>
                <a:gd name="connsiteX2" fmla="*/ 5287 w 6307"/>
                <a:gd name="connsiteY2" fmla="*/ 4127 h 4126"/>
                <a:gd name="connsiteX3" fmla="*/ 6307 w 6307"/>
                <a:gd name="connsiteY3" fmla="*/ 1405 h 4126"/>
                <a:gd name="connsiteX4" fmla="*/ 0 w 6307"/>
                <a:gd name="connsiteY4" fmla="*/ 0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7" h="4126">
                  <a:moveTo>
                    <a:pt x="0" y="0"/>
                  </a:moveTo>
                  <a:lnTo>
                    <a:pt x="0" y="4127"/>
                  </a:lnTo>
                  <a:lnTo>
                    <a:pt x="5287" y="4127"/>
                  </a:lnTo>
                  <a:lnTo>
                    <a:pt x="6307" y="14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85149564-E8E2-3CDF-B5E7-AE8E6D75E2E1}"/>
                </a:ext>
              </a:extLst>
            </p:cNvPr>
            <p:cNvSpPr>
              <a:spLocks/>
            </p:cNvSpPr>
            <p:nvPr/>
          </p:nvSpPr>
          <p:spPr>
            <a:xfrm>
              <a:off x="3275998" y="2272788"/>
              <a:ext cx="26859" cy="18871"/>
            </a:xfrm>
            <a:custGeom>
              <a:avLst/>
              <a:gdLst>
                <a:gd name="connsiteX0" fmla="*/ 13357 w 17994"/>
                <a:gd name="connsiteY0" fmla="*/ 6892 h 12643"/>
                <a:gd name="connsiteX1" fmla="*/ 17994 w 17994"/>
                <a:gd name="connsiteY1" fmla="*/ 6892 h 12643"/>
                <a:gd name="connsiteX2" fmla="*/ 15676 w 17994"/>
                <a:gd name="connsiteY2" fmla="*/ 1800 h 12643"/>
                <a:gd name="connsiteX3" fmla="*/ 7281 w 17994"/>
                <a:gd name="connsiteY3" fmla="*/ 3863 h 12643"/>
                <a:gd name="connsiteX4" fmla="*/ 2644 w 17994"/>
                <a:gd name="connsiteY4" fmla="*/ 0 h 12643"/>
                <a:gd name="connsiteX5" fmla="*/ 0 w 17994"/>
                <a:gd name="connsiteY5" fmla="*/ 1800 h 12643"/>
                <a:gd name="connsiteX6" fmla="*/ 3757 w 17994"/>
                <a:gd name="connsiteY6" fmla="*/ 6058 h 12643"/>
                <a:gd name="connsiteX7" fmla="*/ 1159 w 17994"/>
                <a:gd name="connsiteY7" fmla="*/ 7243 h 12643"/>
                <a:gd name="connsiteX8" fmla="*/ 2644 w 17994"/>
                <a:gd name="connsiteY8" fmla="*/ 12643 h 12643"/>
                <a:gd name="connsiteX9" fmla="*/ 7745 w 17994"/>
                <a:gd name="connsiteY9" fmla="*/ 6892 h 12643"/>
                <a:gd name="connsiteX10" fmla="*/ 13357 w 17994"/>
                <a:gd name="connsiteY10" fmla="*/ 6892 h 1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994" h="12643">
                  <a:moveTo>
                    <a:pt x="13357" y="6892"/>
                  </a:moveTo>
                  <a:lnTo>
                    <a:pt x="17994" y="6892"/>
                  </a:lnTo>
                  <a:lnTo>
                    <a:pt x="15676" y="1800"/>
                  </a:lnTo>
                  <a:lnTo>
                    <a:pt x="7281" y="3863"/>
                  </a:lnTo>
                  <a:lnTo>
                    <a:pt x="2644" y="0"/>
                  </a:lnTo>
                  <a:lnTo>
                    <a:pt x="0" y="1800"/>
                  </a:lnTo>
                  <a:lnTo>
                    <a:pt x="3757" y="6058"/>
                  </a:lnTo>
                  <a:lnTo>
                    <a:pt x="1159" y="7243"/>
                  </a:lnTo>
                  <a:lnTo>
                    <a:pt x="2644" y="12643"/>
                  </a:lnTo>
                  <a:lnTo>
                    <a:pt x="7745" y="6892"/>
                  </a:lnTo>
                  <a:lnTo>
                    <a:pt x="13357" y="689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128E58B2-3D4E-6FC7-885C-7F0B6E78A3BF}"/>
                </a:ext>
              </a:extLst>
            </p:cNvPr>
            <p:cNvSpPr>
              <a:spLocks/>
            </p:cNvSpPr>
            <p:nvPr/>
          </p:nvSpPr>
          <p:spPr>
            <a:xfrm>
              <a:off x="7019299" y="1522115"/>
              <a:ext cx="17306" cy="11467"/>
            </a:xfrm>
            <a:custGeom>
              <a:avLst/>
              <a:gdLst>
                <a:gd name="connsiteX0" fmla="*/ 11594 w 11594"/>
                <a:gd name="connsiteY0" fmla="*/ 4961 h 7682"/>
                <a:gd name="connsiteX1" fmla="*/ 0 w 11594"/>
                <a:gd name="connsiteY1" fmla="*/ 0 h 7682"/>
                <a:gd name="connsiteX2" fmla="*/ 0 w 11594"/>
                <a:gd name="connsiteY2" fmla="*/ 3863 h 7682"/>
                <a:gd name="connsiteX3" fmla="*/ 10157 w 11594"/>
                <a:gd name="connsiteY3" fmla="*/ 7683 h 7682"/>
                <a:gd name="connsiteX4" fmla="*/ 11594 w 11594"/>
                <a:gd name="connsiteY4" fmla="*/ 4961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94" h="7682">
                  <a:moveTo>
                    <a:pt x="11594" y="4961"/>
                  </a:moveTo>
                  <a:lnTo>
                    <a:pt x="0" y="0"/>
                  </a:lnTo>
                  <a:lnTo>
                    <a:pt x="0" y="3863"/>
                  </a:lnTo>
                  <a:lnTo>
                    <a:pt x="10157" y="7683"/>
                  </a:lnTo>
                  <a:lnTo>
                    <a:pt x="11594" y="49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3EED6B8F-C754-5F4A-9660-06F8DC88F1AC}"/>
                </a:ext>
              </a:extLst>
            </p:cNvPr>
            <p:cNvSpPr>
              <a:spLocks/>
            </p:cNvSpPr>
            <p:nvPr/>
          </p:nvSpPr>
          <p:spPr>
            <a:xfrm>
              <a:off x="8562768" y="4823481"/>
              <a:ext cx="11512" cy="15135"/>
            </a:xfrm>
            <a:custGeom>
              <a:avLst/>
              <a:gdLst>
                <a:gd name="connsiteX0" fmla="*/ 1035 w 7713"/>
                <a:gd name="connsiteY0" fmla="*/ 10141 h 10140"/>
                <a:gd name="connsiteX1" fmla="*/ 7713 w 7713"/>
                <a:gd name="connsiteY1" fmla="*/ 0 h 10140"/>
                <a:gd name="connsiteX2" fmla="*/ 1035 w 7713"/>
                <a:gd name="connsiteY2" fmla="*/ 10141 h 10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3" h="10140">
                  <a:moveTo>
                    <a:pt x="1035" y="10141"/>
                  </a:moveTo>
                  <a:cubicBezTo>
                    <a:pt x="757" y="5224"/>
                    <a:pt x="7713" y="0"/>
                    <a:pt x="7713" y="0"/>
                  </a:cubicBezTo>
                  <a:cubicBezTo>
                    <a:pt x="-3881" y="527"/>
                    <a:pt x="1035" y="10141"/>
                    <a:pt x="1035" y="1014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E350A30F-D85B-AB6C-99BB-BEC80820033F}"/>
                </a:ext>
              </a:extLst>
            </p:cNvPr>
            <p:cNvSpPr>
              <a:spLocks/>
            </p:cNvSpPr>
            <p:nvPr/>
          </p:nvSpPr>
          <p:spPr>
            <a:xfrm>
              <a:off x="8988312" y="4653896"/>
              <a:ext cx="9967" cy="6946"/>
            </a:xfrm>
            <a:custGeom>
              <a:avLst/>
              <a:gdLst>
                <a:gd name="connsiteX0" fmla="*/ 6678 w 6678"/>
                <a:gd name="connsiteY0" fmla="*/ 0 h 4653"/>
                <a:gd name="connsiteX1" fmla="*/ 0 w 6678"/>
                <a:gd name="connsiteY1" fmla="*/ 0 h 4653"/>
                <a:gd name="connsiteX2" fmla="*/ 0 w 6678"/>
                <a:gd name="connsiteY2" fmla="*/ 4653 h 4653"/>
                <a:gd name="connsiteX3" fmla="*/ 6678 w 6678"/>
                <a:gd name="connsiteY3" fmla="*/ 1668 h 4653"/>
                <a:gd name="connsiteX4" fmla="*/ 6678 w 6678"/>
                <a:gd name="connsiteY4" fmla="*/ 0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8" h="4653">
                  <a:moveTo>
                    <a:pt x="6678" y="0"/>
                  </a:moveTo>
                  <a:lnTo>
                    <a:pt x="0" y="0"/>
                  </a:lnTo>
                  <a:lnTo>
                    <a:pt x="0" y="4653"/>
                  </a:lnTo>
                  <a:lnTo>
                    <a:pt x="6678" y="1668"/>
                  </a:lnTo>
                  <a:lnTo>
                    <a:pt x="667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C4130571-5674-10F0-47E3-9086CC99DF3B}"/>
                </a:ext>
              </a:extLst>
            </p:cNvPr>
            <p:cNvSpPr>
              <a:spLocks/>
            </p:cNvSpPr>
            <p:nvPr/>
          </p:nvSpPr>
          <p:spPr>
            <a:xfrm>
              <a:off x="8583350" y="4610918"/>
              <a:ext cx="12270" cy="12614"/>
            </a:xfrm>
            <a:custGeom>
              <a:avLst/>
              <a:gdLst>
                <a:gd name="connsiteX0" fmla="*/ 7837 w 8221"/>
                <a:gd name="connsiteY0" fmla="*/ 3815 h 8451"/>
                <a:gd name="connsiteX1" fmla="*/ 4962 w 8221"/>
                <a:gd name="connsiteY1" fmla="*/ 522 h 8451"/>
                <a:gd name="connsiteX2" fmla="*/ 46 w 8221"/>
                <a:gd name="connsiteY2" fmla="*/ 6010 h 8451"/>
                <a:gd name="connsiteX3" fmla="*/ 7884 w 8221"/>
                <a:gd name="connsiteY3" fmla="*/ 3815 h 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21" h="8451">
                  <a:moveTo>
                    <a:pt x="7837" y="3815"/>
                  </a:moveTo>
                  <a:cubicBezTo>
                    <a:pt x="9554" y="-1936"/>
                    <a:pt x="4962" y="522"/>
                    <a:pt x="4962" y="522"/>
                  </a:cubicBezTo>
                  <a:cubicBezTo>
                    <a:pt x="4962" y="522"/>
                    <a:pt x="-557" y="2454"/>
                    <a:pt x="46" y="6010"/>
                  </a:cubicBezTo>
                  <a:cubicBezTo>
                    <a:pt x="649" y="9566"/>
                    <a:pt x="6121" y="9566"/>
                    <a:pt x="7884" y="381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D1F253EF-45E8-5BE3-FD28-2F22117C3453}"/>
                </a:ext>
              </a:extLst>
            </p:cNvPr>
            <p:cNvSpPr>
              <a:spLocks/>
            </p:cNvSpPr>
            <p:nvPr/>
          </p:nvSpPr>
          <p:spPr>
            <a:xfrm>
              <a:off x="8725190" y="4443367"/>
              <a:ext cx="11385" cy="10214"/>
            </a:xfrm>
            <a:custGeom>
              <a:avLst/>
              <a:gdLst>
                <a:gd name="connsiteX0" fmla="*/ 7560 w 7627"/>
                <a:gd name="connsiteY0" fmla="*/ 1093 h 6843"/>
                <a:gd name="connsiteX1" fmla="*/ 1762 w 7627"/>
                <a:gd name="connsiteY1" fmla="*/ 1093 h 6843"/>
                <a:gd name="connsiteX2" fmla="*/ 0 w 7627"/>
                <a:gd name="connsiteY2" fmla="*/ 3419 h 6843"/>
                <a:gd name="connsiteX3" fmla="*/ 0 w 7627"/>
                <a:gd name="connsiteY3" fmla="*/ 6844 h 6843"/>
                <a:gd name="connsiteX4" fmla="*/ 7513 w 7627"/>
                <a:gd name="connsiteY4" fmla="*/ 1093 h 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7" h="6843">
                  <a:moveTo>
                    <a:pt x="7560" y="1093"/>
                  </a:moveTo>
                  <a:cubicBezTo>
                    <a:pt x="6400" y="-1366"/>
                    <a:pt x="1762" y="1093"/>
                    <a:pt x="1762" y="1093"/>
                  </a:cubicBezTo>
                  <a:lnTo>
                    <a:pt x="0" y="3419"/>
                  </a:lnTo>
                  <a:lnTo>
                    <a:pt x="0" y="6844"/>
                  </a:lnTo>
                  <a:cubicBezTo>
                    <a:pt x="0" y="6844"/>
                    <a:pt x="8719" y="3551"/>
                    <a:pt x="7513" y="109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72C61630-5D63-5A13-2209-5EE62E57C985}"/>
                </a:ext>
              </a:extLst>
            </p:cNvPr>
            <p:cNvSpPr>
              <a:spLocks/>
            </p:cNvSpPr>
            <p:nvPr/>
          </p:nvSpPr>
          <p:spPr>
            <a:xfrm>
              <a:off x="8501595" y="4753431"/>
              <a:ext cx="22912" cy="19198"/>
            </a:xfrm>
            <a:custGeom>
              <a:avLst/>
              <a:gdLst>
                <a:gd name="connsiteX0" fmla="*/ 10157 w 15350"/>
                <a:gd name="connsiteY0" fmla="*/ 0 h 12862"/>
                <a:gd name="connsiteX1" fmla="*/ 7652 w 15350"/>
                <a:gd name="connsiteY1" fmla="*/ 2722 h 12862"/>
                <a:gd name="connsiteX2" fmla="*/ 4035 w 15350"/>
                <a:gd name="connsiteY2" fmla="*/ 1888 h 12862"/>
                <a:gd name="connsiteX3" fmla="*/ 0 w 15350"/>
                <a:gd name="connsiteY3" fmla="*/ 3819 h 12862"/>
                <a:gd name="connsiteX4" fmla="*/ 0 w 15350"/>
                <a:gd name="connsiteY4" fmla="*/ 6453 h 12862"/>
                <a:gd name="connsiteX5" fmla="*/ 3200 w 15350"/>
                <a:gd name="connsiteY5" fmla="*/ 6453 h 12862"/>
                <a:gd name="connsiteX6" fmla="*/ 4313 w 15350"/>
                <a:gd name="connsiteY6" fmla="*/ 12863 h 12862"/>
                <a:gd name="connsiteX7" fmla="*/ 6632 w 15350"/>
                <a:gd name="connsiteY7" fmla="*/ 4653 h 12862"/>
                <a:gd name="connsiteX8" fmla="*/ 12614 w 15350"/>
                <a:gd name="connsiteY8" fmla="*/ 9307 h 12862"/>
                <a:gd name="connsiteX9" fmla="*/ 9832 w 15350"/>
                <a:gd name="connsiteY9" fmla="*/ 3293 h 12862"/>
                <a:gd name="connsiteX10" fmla="*/ 15351 w 15350"/>
                <a:gd name="connsiteY10" fmla="*/ 0 h 12862"/>
                <a:gd name="connsiteX11" fmla="*/ 10157 w 15350"/>
                <a:gd name="connsiteY11" fmla="*/ 0 h 1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50" h="12862">
                  <a:moveTo>
                    <a:pt x="10157" y="0"/>
                  </a:moveTo>
                  <a:lnTo>
                    <a:pt x="7652" y="2722"/>
                  </a:lnTo>
                  <a:lnTo>
                    <a:pt x="4035" y="1888"/>
                  </a:lnTo>
                  <a:lnTo>
                    <a:pt x="0" y="3819"/>
                  </a:lnTo>
                  <a:lnTo>
                    <a:pt x="0" y="6453"/>
                  </a:lnTo>
                  <a:lnTo>
                    <a:pt x="3200" y="6453"/>
                  </a:lnTo>
                  <a:lnTo>
                    <a:pt x="4313" y="12863"/>
                  </a:lnTo>
                  <a:lnTo>
                    <a:pt x="6632" y="4653"/>
                  </a:lnTo>
                  <a:lnTo>
                    <a:pt x="12614" y="9307"/>
                  </a:lnTo>
                  <a:lnTo>
                    <a:pt x="9832" y="3293"/>
                  </a:lnTo>
                  <a:lnTo>
                    <a:pt x="15351" y="0"/>
                  </a:lnTo>
                  <a:lnTo>
                    <a:pt x="1015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F6211326-5656-1C9A-0759-B20B7A6823A9}"/>
                </a:ext>
              </a:extLst>
            </p:cNvPr>
            <p:cNvSpPr>
              <a:spLocks/>
            </p:cNvSpPr>
            <p:nvPr/>
          </p:nvSpPr>
          <p:spPr>
            <a:xfrm>
              <a:off x="8571651" y="4679715"/>
              <a:ext cx="23951" cy="8190"/>
            </a:xfrm>
            <a:custGeom>
              <a:avLst/>
              <a:gdLst>
                <a:gd name="connsiteX0" fmla="*/ 4962 w 16046"/>
                <a:gd name="connsiteY0" fmla="*/ 0 h 5487"/>
                <a:gd name="connsiteX1" fmla="*/ 0 w 16046"/>
                <a:gd name="connsiteY1" fmla="*/ 1624 h 5487"/>
                <a:gd name="connsiteX2" fmla="*/ 7791 w 16046"/>
                <a:gd name="connsiteY2" fmla="*/ 5488 h 5487"/>
                <a:gd name="connsiteX3" fmla="*/ 16046 w 16046"/>
                <a:gd name="connsiteY3" fmla="*/ 5488 h 5487"/>
                <a:gd name="connsiteX4" fmla="*/ 9878 w 16046"/>
                <a:gd name="connsiteY4" fmla="*/ 1624 h 5487"/>
                <a:gd name="connsiteX5" fmla="*/ 4962 w 16046"/>
                <a:gd name="connsiteY5" fmla="*/ 0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46" h="5487">
                  <a:moveTo>
                    <a:pt x="4962" y="0"/>
                  </a:moveTo>
                  <a:lnTo>
                    <a:pt x="0" y="1624"/>
                  </a:lnTo>
                  <a:lnTo>
                    <a:pt x="7791" y="5488"/>
                  </a:lnTo>
                  <a:lnTo>
                    <a:pt x="16046" y="5488"/>
                  </a:lnTo>
                  <a:lnTo>
                    <a:pt x="9878" y="1624"/>
                  </a:lnTo>
                  <a:lnTo>
                    <a:pt x="496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7EE02744-3D80-13EC-981D-EFCC3279BF74}"/>
                </a:ext>
              </a:extLst>
            </p:cNvPr>
            <p:cNvSpPr>
              <a:spLocks/>
            </p:cNvSpPr>
            <p:nvPr/>
          </p:nvSpPr>
          <p:spPr>
            <a:xfrm>
              <a:off x="1795501" y="2122929"/>
              <a:ext cx="10797" cy="15661"/>
            </a:xfrm>
            <a:custGeom>
              <a:avLst/>
              <a:gdLst>
                <a:gd name="connsiteX0" fmla="*/ 0 w 7234"/>
                <a:gd name="connsiteY0" fmla="*/ 10492 h 10492"/>
                <a:gd name="connsiteX1" fmla="*/ 7235 w 7234"/>
                <a:gd name="connsiteY1" fmla="*/ 3819 h 10492"/>
                <a:gd name="connsiteX2" fmla="*/ 7235 w 7234"/>
                <a:gd name="connsiteY2" fmla="*/ 0 h 10492"/>
                <a:gd name="connsiteX3" fmla="*/ 0 w 7234"/>
                <a:gd name="connsiteY3" fmla="*/ 8209 h 10492"/>
                <a:gd name="connsiteX4" fmla="*/ 0 w 7234"/>
                <a:gd name="connsiteY4" fmla="*/ 10492 h 10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10492">
                  <a:moveTo>
                    <a:pt x="0" y="10492"/>
                  </a:moveTo>
                  <a:lnTo>
                    <a:pt x="7235" y="3819"/>
                  </a:lnTo>
                  <a:lnTo>
                    <a:pt x="7235" y="0"/>
                  </a:lnTo>
                  <a:lnTo>
                    <a:pt x="0" y="8209"/>
                  </a:lnTo>
                  <a:lnTo>
                    <a:pt x="0" y="1049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80D1F5D6-80A1-FA6F-212A-0A7CA7298C0A}"/>
                </a:ext>
              </a:extLst>
            </p:cNvPr>
            <p:cNvSpPr>
              <a:spLocks/>
            </p:cNvSpPr>
            <p:nvPr/>
          </p:nvSpPr>
          <p:spPr>
            <a:xfrm>
              <a:off x="8501595" y="4736591"/>
              <a:ext cx="15159" cy="13564"/>
            </a:xfrm>
            <a:custGeom>
              <a:avLst/>
              <a:gdLst>
                <a:gd name="connsiteX0" fmla="*/ 7652 w 10156"/>
                <a:gd name="connsiteY0" fmla="*/ 0 h 9087"/>
                <a:gd name="connsiteX1" fmla="*/ 0 w 10156"/>
                <a:gd name="connsiteY1" fmla="*/ 4566 h 9087"/>
                <a:gd name="connsiteX2" fmla="*/ 0 w 10156"/>
                <a:gd name="connsiteY2" fmla="*/ 9087 h 9087"/>
                <a:gd name="connsiteX3" fmla="*/ 10157 w 10156"/>
                <a:gd name="connsiteY3" fmla="*/ 3117 h 9087"/>
                <a:gd name="connsiteX4" fmla="*/ 7652 w 10156"/>
                <a:gd name="connsiteY4" fmla="*/ 0 h 9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56" h="9087">
                  <a:moveTo>
                    <a:pt x="7652" y="0"/>
                  </a:moveTo>
                  <a:lnTo>
                    <a:pt x="0" y="4566"/>
                  </a:lnTo>
                  <a:lnTo>
                    <a:pt x="0" y="9087"/>
                  </a:lnTo>
                  <a:lnTo>
                    <a:pt x="10157" y="3117"/>
                  </a:lnTo>
                  <a:lnTo>
                    <a:pt x="765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F69D0C75-FB98-F550-89E9-1F6BB702DC5A}"/>
                </a:ext>
              </a:extLst>
            </p:cNvPr>
            <p:cNvSpPr>
              <a:spLocks/>
            </p:cNvSpPr>
            <p:nvPr/>
          </p:nvSpPr>
          <p:spPr>
            <a:xfrm>
              <a:off x="1826235" y="2114148"/>
              <a:ext cx="7753" cy="4259"/>
            </a:xfrm>
            <a:custGeom>
              <a:avLst/>
              <a:gdLst>
                <a:gd name="connsiteX0" fmla="*/ 0 w 5194"/>
                <a:gd name="connsiteY0" fmla="*/ 2853 h 2853"/>
                <a:gd name="connsiteX1" fmla="*/ 5194 w 5194"/>
                <a:gd name="connsiteY1" fmla="*/ 1229 h 2853"/>
                <a:gd name="connsiteX2" fmla="*/ 5194 w 5194"/>
                <a:gd name="connsiteY2" fmla="*/ 0 h 2853"/>
                <a:gd name="connsiteX3" fmla="*/ 2597 w 5194"/>
                <a:gd name="connsiteY3" fmla="*/ 0 h 2853"/>
                <a:gd name="connsiteX4" fmla="*/ 0 w 5194"/>
                <a:gd name="connsiteY4" fmla="*/ 2853 h 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4" h="2853">
                  <a:moveTo>
                    <a:pt x="0" y="2853"/>
                  </a:moveTo>
                  <a:lnTo>
                    <a:pt x="5194" y="1229"/>
                  </a:lnTo>
                  <a:lnTo>
                    <a:pt x="5194" y="0"/>
                  </a:lnTo>
                  <a:lnTo>
                    <a:pt x="2597" y="0"/>
                  </a:lnTo>
                  <a:lnTo>
                    <a:pt x="0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FAE7A287-2D9B-F769-6DA7-1E877C6A4448}"/>
                </a:ext>
              </a:extLst>
            </p:cNvPr>
            <p:cNvSpPr>
              <a:spLocks/>
            </p:cNvSpPr>
            <p:nvPr/>
          </p:nvSpPr>
          <p:spPr>
            <a:xfrm>
              <a:off x="8721057" y="4582996"/>
              <a:ext cx="19667" cy="16675"/>
            </a:xfrm>
            <a:custGeom>
              <a:avLst/>
              <a:gdLst>
                <a:gd name="connsiteX0" fmla="*/ 10467 w 13176"/>
                <a:gd name="connsiteY0" fmla="*/ 44 h 11172"/>
                <a:gd name="connsiteX1" fmla="*/ 4577 w 13176"/>
                <a:gd name="connsiteY1" fmla="*/ 5619 h 11172"/>
                <a:gd name="connsiteX2" fmla="*/ 2815 w 13176"/>
                <a:gd name="connsiteY2" fmla="*/ 10448 h 11172"/>
                <a:gd name="connsiteX3" fmla="*/ 12369 w 13176"/>
                <a:gd name="connsiteY3" fmla="*/ 6058 h 11172"/>
                <a:gd name="connsiteX4" fmla="*/ 10467 w 13176"/>
                <a:gd name="connsiteY4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76" h="11172">
                  <a:moveTo>
                    <a:pt x="10467" y="44"/>
                  </a:moveTo>
                  <a:lnTo>
                    <a:pt x="4577" y="5619"/>
                  </a:lnTo>
                  <a:cubicBezTo>
                    <a:pt x="4577" y="5619"/>
                    <a:pt x="-4420" y="7990"/>
                    <a:pt x="2815" y="10448"/>
                  </a:cubicBezTo>
                  <a:cubicBezTo>
                    <a:pt x="10050" y="12907"/>
                    <a:pt x="9771" y="8517"/>
                    <a:pt x="12369" y="6058"/>
                  </a:cubicBezTo>
                  <a:cubicBezTo>
                    <a:pt x="14966" y="3600"/>
                    <a:pt x="10467" y="0"/>
                    <a:pt x="10467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8801F557-F227-392D-AD51-4578D656747A}"/>
                </a:ext>
              </a:extLst>
            </p:cNvPr>
            <p:cNvSpPr>
              <a:spLocks/>
            </p:cNvSpPr>
            <p:nvPr/>
          </p:nvSpPr>
          <p:spPr>
            <a:xfrm>
              <a:off x="8460892" y="4767782"/>
              <a:ext cx="10383" cy="22475"/>
            </a:xfrm>
            <a:custGeom>
              <a:avLst/>
              <a:gdLst>
                <a:gd name="connsiteX0" fmla="*/ 0 w 6956"/>
                <a:gd name="connsiteY0" fmla="*/ 1361 h 15057"/>
                <a:gd name="connsiteX1" fmla="*/ 0 w 6956"/>
                <a:gd name="connsiteY1" fmla="*/ 4390 h 15057"/>
                <a:gd name="connsiteX2" fmla="*/ 1159 w 6956"/>
                <a:gd name="connsiteY2" fmla="*/ 7507 h 15057"/>
                <a:gd name="connsiteX3" fmla="*/ 0 w 6956"/>
                <a:gd name="connsiteY3" fmla="*/ 15058 h 15057"/>
                <a:gd name="connsiteX4" fmla="*/ 5241 w 6956"/>
                <a:gd name="connsiteY4" fmla="*/ 7112 h 15057"/>
                <a:gd name="connsiteX5" fmla="*/ 3478 w 6956"/>
                <a:gd name="connsiteY5" fmla="*/ 5444 h 15057"/>
                <a:gd name="connsiteX6" fmla="*/ 6957 w 6956"/>
                <a:gd name="connsiteY6" fmla="*/ 0 h 15057"/>
                <a:gd name="connsiteX7" fmla="*/ 0 w 6956"/>
                <a:gd name="connsiteY7" fmla="*/ 1361 h 15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56" h="15057">
                  <a:moveTo>
                    <a:pt x="0" y="1361"/>
                  </a:moveTo>
                  <a:lnTo>
                    <a:pt x="0" y="4390"/>
                  </a:lnTo>
                  <a:lnTo>
                    <a:pt x="1159" y="7507"/>
                  </a:lnTo>
                  <a:lnTo>
                    <a:pt x="0" y="15058"/>
                  </a:lnTo>
                  <a:lnTo>
                    <a:pt x="5241" y="7112"/>
                  </a:lnTo>
                  <a:lnTo>
                    <a:pt x="3478" y="5444"/>
                  </a:lnTo>
                  <a:lnTo>
                    <a:pt x="6957" y="0"/>
                  </a:lnTo>
                  <a:lnTo>
                    <a:pt x="0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8C949316-9F88-4446-9100-AB7241CD2AF6}"/>
                </a:ext>
              </a:extLst>
            </p:cNvPr>
            <p:cNvSpPr>
              <a:spLocks/>
            </p:cNvSpPr>
            <p:nvPr/>
          </p:nvSpPr>
          <p:spPr>
            <a:xfrm>
              <a:off x="1781240" y="2135182"/>
              <a:ext cx="4291" cy="6814"/>
            </a:xfrm>
            <a:custGeom>
              <a:avLst/>
              <a:gdLst>
                <a:gd name="connsiteX0" fmla="*/ 0 w 2875"/>
                <a:gd name="connsiteY0" fmla="*/ 4566 h 4565"/>
                <a:gd name="connsiteX1" fmla="*/ 2875 w 2875"/>
                <a:gd name="connsiteY1" fmla="*/ 4566 h 4565"/>
                <a:gd name="connsiteX2" fmla="*/ 2875 w 2875"/>
                <a:gd name="connsiteY2" fmla="*/ 2283 h 4565"/>
                <a:gd name="connsiteX3" fmla="*/ 0 w 2875"/>
                <a:gd name="connsiteY3" fmla="*/ 0 h 4565"/>
                <a:gd name="connsiteX4" fmla="*/ 0 w 2875"/>
                <a:gd name="connsiteY4" fmla="*/ 4566 h 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5" h="4565">
                  <a:moveTo>
                    <a:pt x="0" y="4566"/>
                  </a:moveTo>
                  <a:lnTo>
                    <a:pt x="2875" y="4566"/>
                  </a:lnTo>
                  <a:lnTo>
                    <a:pt x="2875" y="2283"/>
                  </a:lnTo>
                  <a:lnTo>
                    <a:pt x="0" y="0"/>
                  </a:lnTo>
                  <a:lnTo>
                    <a:pt x="0" y="45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EF03BD77-D7A1-65EF-35D8-D0ED7DB26347}"/>
                </a:ext>
              </a:extLst>
            </p:cNvPr>
            <p:cNvSpPr>
              <a:spLocks/>
            </p:cNvSpPr>
            <p:nvPr/>
          </p:nvSpPr>
          <p:spPr>
            <a:xfrm>
              <a:off x="8919987" y="4727158"/>
              <a:ext cx="22912" cy="28348"/>
            </a:xfrm>
            <a:custGeom>
              <a:avLst/>
              <a:gdLst>
                <a:gd name="connsiteX0" fmla="*/ 5797 w 15350"/>
                <a:gd name="connsiteY0" fmla="*/ 17602 h 18992"/>
                <a:gd name="connsiteX1" fmla="*/ 10991 w 15350"/>
                <a:gd name="connsiteY1" fmla="*/ 18963 h 18992"/>
                <a:gd name="connsiteX2" fmla="*/ 15351 w 15350"/>
                <a:gd name="connsiteY2" fmla="*/ 18963 h 18992"/>
                <a:gd name="connsiteX3" fmla="*/ 15351 w 15350"/>
                <a:gd name="connsiteY3" fmla="*/ 15144 h 18992"/>
                <a:gd name="connsiteX4" fmla="*/ 11316 w 15350"/>
                <a:gd name="connsiteY4" fmla="*/ 12686 h 18992"/>
                <a:gd name="connsiteX5" fmla="*/ 13635 w 15350"/>
                <a:gd name="connsiteY5" fmla="*/ 8296 h 18992"/>
                <a:gd name="connsiteX6" fmla="*/ 0 w 15350"/>
                <a:gd name="connsiteY6" fmla="*/ 1974 h 18992"/>
                <a:gd name="connsiteX7" fmla="*/ 2875 w 15350"/>
                <a:gd name="connsiteY7" fmla="*/ 5837 h 18992"/>
                <a:gd name="connsiteX8" fmla="*/ 2875 w 15350"/>
                <a:gd name="connsiteY8" fmla="*/ 9130 h 18992"/>
                <a:gd name="connsiteX9" fmla="*/ 1437 w 15350"/>
                <a:gd name="connsiteY9" fmla="*/ 17646 h 18992"/>
                <a:gd name="connsiteX10" fmla="*/ 5797 w 15350"/>
                <a:gd name="connsiteY10" fmla="*/ 17646 h 18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50" h="18992">
                  <a:moveTo>
                    <a:pt x="5797" y="17602"/>
                  </a:moveTo>
                  <a:lnTo>
                    <a:pt x="10991" y="18963"/>
                  </a:lnTo>
                  <a:lnTo>
                    <a:pt x="15351" y="18963"/>
                  </a:lnTo>
                  <a:lnTo>
                    <a:pt x="15351" y="15144"/>
                  </a:lnTo>
                  <a:lnTo>
                    <a:pt x="11316" y="12686"/>
                  </a:lnTo>
                  <a:lnTo>
                    <a:pt x="13635" y="8296"/>
                  </a:lnTo>
                  <a:cubicBezTo>
                    <a:pt x="13635" y="8296"/>
                    <a:pt x="6957" y="-4874"/>
                    <a:pt x="0" y="1974"/>
                  </a:cubicBezTo>
                  <a:lnTo>
                    <a:pt x="2875" y="5837"/>
                  </a:lnTo>
                  <a:lnTo>
                    <a:pt x="2875" y="9130"/>
                  </a:lnTo>
                  <a:cubicBezTo>
                    <a:pt x="2875" y="9130"/>
                    <a:pt x="-603" y="14617"/>
                    <a:pt x="1437" y="17646"/>
                  </a:cubicBezTo>
                  <a:cubicBezTo>
                    <a:pt x="3478" y="20675"/>
                    <a:pt x="5797" y="17646"/>
                    <a:pt x="5797" y="1764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6EA63D06-F6F6-4185-944B-CDEA298F6159}"/>
                </a:ext>
              </a:extLst>
            </p:cNvPr>
            <p:cNvSpPr>
              <a:spLocks/>
            </p:cNvSpPr>
            <p:nvPr/>
          </p:nvSpPr>
          <p:spPr>
            <a:xfrm>
              <a:off x="8885791" y="4809850"/>
              <a:ext cx="23328" cy="32435"/>
            </a:xfrm>
            <a:custGeom>
              <a:avLst/>
              <a:gdLst>
                <a:gd name="connsiteX0" fmla="*/ 10713 w 15629"/>
                <a:gd name="connsiteY0" fmla="*/ 3600 h 21730"/>
                <a:gd name="connsiteX1" fmla="*/ 4916 w 15629"/>
                <a:gd name="connsiteY1" fmla="*/ 3600 h 21730"/>
                <a:gd name="connsiteX2" fmla="*/ 1717 w 15629"/>
                <a:gd name="connsiteY2" fmla="*/ 0 h 21730"/>
                <a:gd name="connsiteX3" fmla="*/ 0 w 15629"/>
                <a:gd name="connsiteY3" fmla="*/ 2810 h 21730"/>
                <a:gd name="connsiteX4" fmla="*/ 10157 w 15629"/>
                <a:gd name="connsiteY4" fmla="*/ 14180 h 21730"/>
                <a:gd name="connsiteX5" fmla="*/ 8673 w 15629"/>
                <a:gd name="connsiteY5" fmla="*/ 21731 h 21730"/>
                <a:gd name="connsiteX6" fmla="*/ 13913 w 15629"/>
                <a:gd name="connsiteY6" fmla="*/ 19272 h 21730"/>
                <a:gd name="connsiteX7" fmla="*/ 15630 w 15629"/>
                <a:gd name="connsiteY7" fmla="*/ 14180 h 21730"/>
                <a:gd name="connsiteX8" fmla="*/ 12754 w 15629"/>
                <a:gd name="connsiteY8" fmla="*/ 9131 h 21730"/>
                <a:gd name="connsiteX9" fmla="*/ 10713 w 15629"/>
                <a:gd name="connsiteY9" fmla="*/ 3600 h 2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29" h="21730">
                  <a:moveTo>
                    <a:pt x="10713" y="3600"/>
                  </a:moveTo>
                  <a:lnTo>
                    <a:pt x="4916" y="3600"/>
                  </a:lnTo>
                  <a:lnTo>
                    <a:pt x="1717" y="0"/>
                  </a:lnTo>
                  <a:lnTo>
                    <a:pt x="0" y="2810"/>
                  </a:lnTo>
                  <a:lnTo>
                    <a:pt x="10157" y="14180"/>
                  </a:lnTo>
                  <a:lnTo>
                    <a:pt x="8673" y="21731"/>
                  </a:lnTo>
                  <a:lnTo>
                    <a:pt x="13913" y="19272"/>
                  </a:lnTo>
                  <a:lnTo>
                    <a:pt x="15630" y="14180"/>
                  </a:lnTo>
                  <a:lnTo>
                    <a:pt x="12754" y="9131"/>
                  </a:lnTo>
                  <a:lnTo>
                    <a:pt x="10713" y="36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26B5F3CF-4E5C-C7C0-E789-E055C2AA4429}"/>
                </a:ext>
              </a:extLst>
            </p:cNvPr>
            <p:cNvSpPr>
              <a:spLocks/>
            </p:cNvSpPr>
            <p:nvPr/>
          </p:nvSpPr>
          <p:spPr>
            <a:xfrm>
              <a:off x="8913895" y="4815223"/>
              <a:ext cx="6021" cy="10811"/>
            </a:xfrm>
            <a:custGeom>
              <a:avLst/>
              <a:gdLst>
                <a:gd name="connsiteX0" fmla="*/ 0 w 4034"/>
                <a:gd name="connsiteY0" fmla="*/ 2195 h 7243"/>
                <a:gd name="connsiteX1" fmla="*/ 1438 w 4034"/>
                <a:gd name="connsiteY1" fmla="*/ 5531 h 7243"/>
                <a:gd name="connsiteX2" fmla="*/ 4035 w 4034"/>
                <a:gd name="connsiteY2" fmla="*/ 7244 h 7243"/>
                <a:gd name="connsiteX3" fmla="*/ 4035 w 4034"/>
                <a:gd name="connsiteY3" fmla="*/ 2502 h 7243"/>
                <a:gd name="connsiteX4" fmla="*/ 1438 w 4034"/>
                <a:gd name="connsiteY4" fmla="*/ 0 h 7243"/>
                <a:gd name="connsiteX5" fmla="*/ 0 w 4034"/>
                <a:gd name="connsiteY5" fmla="*/ 2195 h 7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4" h="7243">
                  <a:moveTo>
                    <a:pt x="0" y="2195"/>
                  </a:moveTo>
                  <a:lnTo>
                    <a:pt x="1438" y="5531"/>
                  </a:lnTo>
                  <a:lnTo>
                    <a:pt x="4035" y="7244"/>
                  </a:lnTo>
                  <a:lnTo>
                    <a:pt x="4035" y="2502"/>
                  </a:lnTo>
                  <a:lnTo>
                    <a:pt x="1438" y="0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23E7929A-846C-4F03-34EE-3E8C43017655}"/>
                </a:ext>
              </a:extLst>
            </p:cNvPr>
            <p:cNvSpPr>
              <a:spLocks/>
            </p:cNvSpPr>
            <p:nvPr/>
          </p:nvSpPr>
          <p:spPr>
            <a:xfrm>
              <a:off x="8926599" y="4759954"/>
              <a:ext cx="16301" cy="10252"/>
            </a:xfrm>
            <a:custGeom>
              <a:avLst/>
              <a:gdLst>
                <a:gd name="connsiteX0" fmla="*/ 8602 w 10921"/>
                <a:gd name="connsiteY0" fmla="*/ 2083 h 6868"/>
                <a:gd name="connsiteX1" fmla="*/ 10921 w 10921"/>
                <a:gd name="connsiteY1" fmla="*/ 591 h 6868"/>
                <a:gd name="connsiteX2" fmla="*/ 3223 w 10921"/>
                <a:gd name="connsiteY2" fmla="*/ 2083 h 6868"/>
                <a:gd name="connsiteX3" fmla="*/ 3223 w 10921"/>
                <a:gd name="connsiteY3" fmla="*/ 6868 h 6868"/>
                <a:gd name="connsiteX4" fmla="*/ 8602 w 10921"/>
                <a:gd name="connsiteY4" fmla="*/ 2083 h 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21" h="6868">
                  <a:moveTo>
                    <a:pt x="8602" y="2083"/>
                  </a:moveTo>
                  <a:lnTo>
                    <a:pt x="10921" y="591"/>
                  </a:lnTo>
                  <a:cubicBezTo>
                    <a:pt x="6562" y="-1341"/>
                    <a:pt x="8602" y="2083"/>
                    <a:pt x="3223" y="2083"/>
                  </a:cubicBezTo>
                  <a:cubicBezTo>
                    <a:pt x="-2157" y="2083"/>
                    <a:pt x="162" y="6868"/>
                    <a:pt x="3223" y="6868"/>
                  </a:cubicBezTo>
                  <a:cubicBezTo>
                    <a:pt x="6283" y="6868"/>
                    <a:pt x="8602" y="2083"/>
                    <a:pt x="8602" y="208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D91FA415-0C43-28F3-A5BF-F4D6356D0A82}"/>
                </a:ext>
              </a:extLst>
            </p:cNvPr>
            <p:cNvSpPr>
              <a:spLocks/>
            </p:cNvSpPr>
            <p:nvPr/>
          </p:nvSpPr>
          <p:spPr>
            <a:xfrm>
              <a:off x="8931409" y="4788620"/>
              <a:ext cx="19322" cy="42395"/>
            </a:xfrm>
            <a:custGeom>
              <a:avLst/>
              <a:gdLst>
                <a:gd name="connsiteX0" fmla="*/ 11734 w 12945"/>
                <a:gd name="connsiteY0" fmla="*/ 14268 h 28403"/>
                <a:gd name="connsiteX1" fmla="*/ 0 w 12945"/>
                <a:gd name="connsiteY1" fmla="*/ 0 h 28403"/>
                <a:gd name="connsiteX2" fmla="*/ 5055 w 12945"/>
                <a:gd name="connsiteY2" fmla="*/ 12073 h 28403"/>
                <a:gd name="connsiteX3" fmla="*/ 4498 w 12945"/>
                <a:gd name="connsiteY3" fmla="*/ 15365 h 28403"/>
                <a:gd name="connsiteX4" fmla="*/ 7698 w 12945"/>
                <a:gd name="connsiteY4" fmla="*/ 18921 h 28403"/>
                <a:gd name="connsiteX5" fmla="*/ 5890 w 12945"/>
                <a:gd name="connsiteY5" fmla="*/ 28403 h 28403"/>
                <a:gd name="connsiteX6" fmla="*/ 11779 w 12945"/>
                <a:gd name="connsiteY6" fmla="*/ 14268 h 2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45" h="28403">
                  <a:moveTo>
                    <a:pt x="11734" y="14268"/>
                  </a:moveTo>
                  <a:cubicBezTo>
                    <a:pt x="11734" y="6585"/>
                    <a:pt x="0" y="0"/>
                    <a:pt x="0" y="0"/>
                  </a:cubicBezTo>
                  <a:cubicBezTo>
                    <a:pt x="0" y="0"/>
                    <a:pt x="3896" y="8517"/>
                    <a:pt x="5055" y="12073"/>
                  </a:cubicBezTo>
                  <a:cubicBezTo>
                    <a:pt x="6214" y="15628"/>
                    <a:pt x="4498" y="15365"/>
                    <a:pt x="4498" y="15365"/>
                  </a:cubicBezTo>
                  <a:lnTo>
                    <a:pt x="7698" y="18921"/>
                  </a:lnTo>
                  <a:lnTo>
                    <a:pt x="5890" y="28403"/>
                  </a:lnTo>
                  <a:cubicBezTo>
                    <a:pt x="16835" y="15365"/>
                    <a:pt x="11779" y="14268"/>
                    <a:pt x="11779" y="142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F0430675-BBC0-2704-EAD6-2D9ED2578070}"/>
                </a:ext>
              </a:extLst>
            </p:cNvPr>
            <p:cNvSpPr>
              <a:spLocks/>
            </p:cNvSpPr>
            <p:nvPr/>
          </p:nvSpPr>
          <p:spPr>
            <a:xfrm>
              <a:off x="8771986" y="4646557"/>
              <a:ext cx="15574" cy="9828"/>
            </a:xfrm>
            <a:custGeom>
              <a:avLst/>
              <a:gdLst>
                <a:gd name="connsiteX0" fmla="*/ 0 w 10434"/>
                <a:gd name="connsiteY0" fmla="*/ 0 h 6585"/>
                <a:gd name="connsiteX1" fmla="*/ 8997 w 10434"/>
                <a:gd name="connsiteY1" fmla="*/ 6585 h 6585"/>
                <a:gd name="connsiteX2" fmla="*/ 10435 w 10434"/>
                <a:gd name="connsiteY2" fmla="*/ 3249 h 6585"/>
                <a:gd name="connsiteX3" fmla="*/ 2597 w 10434"/>
                <a:gd name="connsiteY3" fmla="*/ 0 h 6585"/>
                <a:gd name="connsiteX4" fmla="*/ 0 w 10434"/>
                <a:gd name="connsiteY4" fmla="*/ 0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34" h="6585">
                  <a:moveTo>
                    <a:pt x="0" y="0"/>
                  </a:moveTo>
                  <a:lnTo>
                    <a:pt x="8997" y="6585"/>
                  </a:lnTo>
                  <a:lnTo>
                    <a:pt x="10435" y="3249"/>
                  </a:lnTo>
                  <a:lnTo>
                    <a:pt x="259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F686F554-1270-CBDD-E484-F0A449A02C45}"/>
                </a:ext>
              </a:extLst>
            </p:cNvPr>
            <p:cNvSpPr>
              <a:spLocks/>
            </p:cNvSpPr>
            <p:nvPr/>
          </p:nvSpPr>
          <p:spPr>
            <a:xfrm>
              <a:off x="8837334" y="4479006"/>
              <a:ext cx="9485" cy="7797"/>
            </a:xfrm>
            <a:custGeom>
              <a:avLst/>
              <a:gdLst>
                <a:gd name="connsiteX0" fmla="*/ 6354 w 6354"/>
                <a:gd name="connsiteY0" fmla="*/ 2502 h 5224"/>
                <a:gd name="connsiteX1" fmla="*/ 4638 w 6354"/>
                <a:gd name="connsiteY1" fmla="*/ 0 h 5224"/>
                <a:gd name="connsiteX2" fmla="*/ 0 w 6354"/>
                <a:gd name="connsiteY2" fmla="*/ 2634 h 5224"/>
                <a:gd name="connsiteX3" fmla="*/ 2597 w 6354"/>
                <a:gd name="connsiteY3" fmla="*/ 5224 h 5224"/>
                <a:gd name="connsiteX4" fmla="*/ 6354 w 6354"/>
                <a:gd name="connsiteY4" fmla="*/ 2502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4" h="5224">
                  <a:moveTo>
                    <a:pt x="6354" y="2502"/>
                  </a:moveTo>
                  <a:lnTo>
                    <a:pt x="4638" y="0"/>
                  </a:lnTo>
                  <a:lnTo>
                    <a:pt x="0" y="2634"/>
                  </a:lnTo>
                  <a:lnTo>
                    <a:pt x="2597" y="5224"/>
                  </a:lnTo>
                  <a:lnTo>
                    <a:pt x="6354" y="25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C02F7CD4-3499-1335-616E-1BCE8D360485}"/>
                </a:ext>
              </a:extLst>
            </p:cNvPr>
            <p:cNvSpPr>
              <a:spLocks/>
            </p:cNvSpPr>
            <p:nvPr/>
          </p:nvSpPr>
          <p:spPr>
            <a:xfrm>
              <a:off x="8839894" y="4681746"/>
              <a:ext cx="18204" cy="15988"/>
            </a:xfrm>
            <a:custGeom>
              <a:avLst/>
              <a:gdLst>
                <a:gd name="connsiteX0" fmla="*/ 0 w 12196"/>
                <a:gd name="connsiteY0" fmla="*/ 0 h 10711"/>
                <a:gd name="connsiteX1" fmla="*/ 10435 w 12196"/>
                <a:gd name="connsiteY1" fmla="*/ 10712 h 10711"/>
                <a:gd name="connsiteX2" fmla="*/ 12197 w 12196"/>
                <a:gd name="connsiteY2" fmla="*/ 8780 h 10711"/>
                <a:gd name="connsiteX3" fmla="*/ 1762 w 12196"/>
                <a:gd name="connsiteY3" fmla="*/ 0 h 10711"/>
                <a:gd name="connsiteX4" fmla="*/ 0 w 12196"/>
                <a:gd name="connsiteY4" fmla="*/ 0 h 1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6" h="10711">
                  <a:moveTo>
                    <a:pt x="0" y="0"/>
                  </a:moveTo>
                  <a:lnTo>
                    <a:pt x="10435" y="10712"/>
                  </a:lnTo>
                  <a:lnTo>
                    <a:pt x="12197" y="8780"/>
                  </a:lnTo>
                  <a:lnTo>
                    <a:pt x="176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EF4D8B25-7B22-FD27-3AE7-53D255B94332}"/>
                </a:ext>
              </a:extLst>
            </p:cNvPr>
            <p:cNvSpPr>
              <a:spLocks/>
            </p:cNvSpPr>
            <p:nvPr/>
          </p:nvSpPr>
          <p:spPr>
            <a:xfrm>
              <a:off x="8880182" y="4804607"/>
              <a:ext cx="5606" cy="9043"/>
            </a:xfrm>
            <a:custGeom>
              <a:avLst/>
              <a:gdLst>
                <a:gd name="connsiteX0" fmla="*/ 1855 w 3756"/>
                <a:gd name="connsiteY0" fmla="*/ 0 h 6058"/>
                <a:gd name="connsiteX1" fmla="*/ 0 w 3756"/>
                <a:gd name="connsiteY1" fmla="*/ 1932 h 6058"/>
                <a:gd name="connsiteX2" fmla="*/ 0 w 3756"/>
                <a:gd name="connsiteY2" fmla="*/ 6058 h 6058"/>
                <a:gd name="connsiteX3" fmla="*/ 3756 w 3756"/>
                <a:gd name="connsiteY3" fmla="*/ 1932 h 6058"/>
                <a:gd name="connsiteX4" fmla="*/ 1855 w 3756"/>
                <a:gd name="connsiteY4" fmla="*/ 0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6" h="6058">
                  <a:moveTo>
                    <a:pt x="1855" y="0"/>
                  </a:moveTo>
                  <a:lnTo>
                    <a:pt x="0" y="1932"/>
                  </a:lnTo>
                  <a:lnTo>
                    <a:pt x="0" y="6058"/>
                  </a:lnTo>
                  <a:lnTo>
                    <a:pt x="3756" y="1932"/>
                  </a:lnTo>
                  <a:lnTo>
                    <a:pt x="185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8FDF5547-A816-B83C-68C3-34478C9B07A7}"/>
                </a:ext>
              </a:extLst>
            </p:cNvPr>
            <p:cNvSpPr>
              <a:spLocks/>
            </p:cNvSpPr>
            <p:nvPr/>
          </p:nvSpPr>
          <p:spPr>
            <a:xfrm>
              <a:off x="8874507" y="4818107"/>
              <a:ext cx="11281" cy="5371"/>
            </a:xfrm>
            <a:custGeom>
              <a:avLst/>
              <a:gdLst>
                <a:gd name="connsiteX0" fmla="*/ 0 w 7558"/>
                <a:gd name="connsiteY0" fmla="*/ 3600 h 3599"/>
                <a:gd name="connsiteX1" fmla="*/ 4638 w 7558"/>
                <a:gd name="connsiteY1" fmla="*/ 1800 h 3599"/>
                <a:gd name="connsiteX2" fmla="*/ 7559 w 7558"/>
                <a:gd name="connsiteY2" fmla="*/ 3600 h 3599"/>
                <a:gd name="connsiteX3" fmla="*/ 7559 w 7558"/>
                <a:gd name="connsiteY3" fmla="*/ 0 h 3599"/>
                <a:gd name="connsiteX4" fmla="*/ 0 w 7558"/>
                <a:gd name="connsiteY4" fmla="*/ 0 h 3599"/>
                <a:gd name="connsiteX5" fmla="*/ 0 w 7558"/>
                <a:gd name="connsiteY5" fmla="*/ 3600 h 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58" h="3599">
                  <a:moveTo>
                    <a:pt x="0" y="3600"/>
                  </a:moveTo>
                  <a:lnTo>
                    <a:pt x="4638" y="1800"/>
                  </a:lnTo>
                  <a:lnTo>
                    <a:pt x="7559" y="3600"/>
                  </a:lnTo>
                  <a:lnTo>
                    <a:pt x="7559" y="0"/>
                  </a:lnTo>
                  <a:lnTo>
                    <a:pt x="0" y="0"/>
                  </a:lnTo>
                  <a:lnTo>
                    <a:pt x="0" y="36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7F91792-417A-1C5A-3F52-5F534B5DA60E}"/>
                </a:ext>
              </a:extLst>
            </p:cNvPr>
            <p:cNvSpPr>
              <a:spLocks/>
            </p:cNvSpPr>
            <p:nvPr/>
          </p:nvSpPr>
          <p:spPr>
            <a:xfrm>
              <a:off x="8553929" y="4137022"/>
              <a:ext cx="8652" cy="6224"/>
            </a:xfrm>
            <a:custGeom>
              <a:avLst/>
              <a:gdLst>
                <a:gd name="connsiteX0" fmla="*/ 5797 w 5797"/>
                <a:gd name="connsiteY0" fmla="*/ 2107 h 4170"/>
                <a:gd name="connsiteX1" fmla="*/ 0 w 5797"/>
                <a:gd name="connsiteY1" fmla="*/ 0 h 4170"/>
                <a:gd name="connsiteX2" fmla="*/ 3478 w 5797"/>
                <a:gd name="connsiteY2" fmla="*/ 4171 h 4170"/>
                <a:gd name="connsiteX3" fmla="*/ 5797 w 5797"/>
                <a:gd name="connsiteY3" fmla="*/ 2107 h 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97" h="4170">
                  <a:moveTo>
                    <a:pt x="5797" y="2107"/>
                  </a:moveTo>
                  <a:lnTo>
                    <a:pt x="0" y="0"/>
                  </a:lnTo>
                  <a:lnTo>
                    <a:pt x="3478" y="4171"/>
                  </a:lnTo>
                  <a:lnTo>
                    <a:pt x="5797" y="210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0244A6CE-B629-CFD7-574E-E27ABDB79CB5}"/>
                </a:ext>
              </a:extLst>
            </p:cNvPr>
            <p:cNvSpPr>
              <a:spLocks/>
            </p:cNvSpPr>
            <p:nvPr/>
          </p:nvSpPr>
          <p:spPr>
            <a:xfrm>
              <a:off x="2028233" y="2372847"/>
              <a:ext cx="22082" cy="17495"/>
            </a:xfrm>
            <a:custGeom>
              <a:avLst/>
              <a:gdLst>
                <a:gd name="connsiteX0" fmla="*/ 0 w 14794"/>
                <a:gd name="connsiteY0" fmla="*/ 9395 h 11721"/>
                <a:gd name="connsiteX1" fmla="*/ 3061 w 14794"/>
                <a:gd name="connsiteY1" fmla="*/ 11721 h 11721"/>
                <a:gd name="connsiteX2" fmla="*/ 14794 w 14794"/>
                <a:gd name="connsiteY2" fmla="*/ 0 h 11721"/>
                <a:gd name="connsiteX3" fmla="*/ 9554 w 14794"/>
                <a:gd name="connsiteY3" fmla="*/ 0 h 11721"/>
                <a:gd name="connsiteX4" fmla="*/ 0 w 14794"/>
                <a:gd name="connsiteY4" fmla="*/ 9395 h 1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94" h="11721">
                  <a:moveTo>
                    <a:pt x="0" y="9395"/>
                  </a:moveTo>
                  <a:lnTo>
                    <a:pt x="3061" y="11721"/>
                  </a:lnTo>
                  <a:lnTo>
                    <a:pt x="14794" y="0"/>
                  </a:lnTo>
                  <a:lnTo>
                    <a:pt x="9554" y="0"/>
                  </a:lnTo>
                  <a:lnTo>
                    <a:pt x="0" y="93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844519A3-AD77-F33B-B702-00B18B0D7B9E}"/>
                </a:ext>
              </a:extLst>
            </p:cNvPr>
            <p:cNvSpPr>
              <a:spLocks/>
            </p:cNvSpPr>
            <p:nvPr/>
          </p:nvSpPr>
          <p:spPr>
            <a:xfrm>
              <a:off x="3266515" y="2359414"/>
              <a:ext cx="13429" cy="30535"/>
            </a:xfrm>
            <a:custGeom>
              <a:avLst/>
              <a:gdLst>
                <a:gd name="connsiteX0" fmla="*/ 4499 w 8997"/>
                <a:gd name="connsiteY0" fmla="*/ 5092 h 20457"/>
                <a:gd name="connsiteX1" fmla="*/ 2875 w 8997"/>
                <a:gd name="connsiteY1" fmla="*/ 0 h 20457"/>
                <a:gd name="connsiteX2" fmla="*/ 0 w 8997"/>
                <a:gd name="connsiteY2" fmla="*/ 2063 h 20457"/>
                <a:gd name="connsiteX3" fmla="*/ 0 w 8997"/>
                <a:gd name="connsiteY3" fmla="*/ 8385 h 20457"/>
                <a:gd name="connsiteX4" fmla="*/ 0 w 8997"/>
                <a:gd name="connsiteY4" fmla="*/ 11941 h 20457"/>
                <a:gd name="connsiteX5" fmla="*/ 5797 w 8997"/>
                <a:gd name="connsiteY5" fmla="*/ 20457 h 20457"/>
                <a:gd name="connsiteX6" fmla="*/ 8997 w 8997"/>
                <a:gd name="connsiteY6" fmla="*/ 17999 h 20457"/>
                <a:gd name="connsiteX7" fmla="*/ 7513 w 8997"/>
                <a:gd name="connsiteY7" fmla="*/ 11282 h 20457"/>
                <a:gd name="connsiteX8" fmla="*/ 4499 w 8997"/>
                <a:gd name="connsiteY8" fmla="*/ 5092 h 20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97" h="20457">
                  <a:moveTo>
                    <a:pt x="4499" y="5092"/>
                  </a:moveTo>
                  <a:lnTo>
                    <a:pt x="2875" y="0"/>
                  </a:lnTo>
                  <a:lnTo>
                    <a:pt x="0" y="2063"/>
                  </a:lnTo>
                  <a:lnTo>
                    <a:pt x="0" y="8385"/>
                  </a:lnTo>
                  <a:lnTo>
                    <a:pt x="0" y="11941"/>
                  </a:lnTo>
                  <a:lnTo>
                    <a:pt x="5797" y="20457"/>
                  </a:lnTo>
                  <a:lnTo>
                    <a:pt x="8997" y="17999"/>
                  </a:lnTo>
                  <a:lnTo>
                    <a:pt x="7513" y="11282"/>
                  </a:lnTo>
                  <a:lnTo>
                    <a:pt x="4499" y="509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98531F2C-F9BF-67CE-DB81-877CDFE63208}"/>
                </a:ext>
              </a:extLst>
            </p:cNvPr>
            <p:cNvSpPr>
              <a:spLocks/>
            </p:cNvSpPr>
            <p:nvPr/>
          </p:nvSpPr>
          <p:spPr>
            <a:xfrm>
              <a:off x="1927026" y="2065789"/>
              <a:ext cx="6021" cy="4717"/>
            </a:xfrm>
            <a:custGeom>
              <a:avLst/>
              <a:gdLst>
                <a:gd name="connsiteX0" fmla="*/ 0 w 4034"/>
                <a:gd name="connsiteY0" fmla="*/ 0 h 3160"/>
                <a:gd name="connsiteX1" fmla="*/ 0 w 4034"/>
                <a:gd name="connsiteY1" fmla="*/ 3161 h 3160"/>
                <a:gd name="connsiteX2" fmla="*/ 4035 w 4034"/>
                <a:gd name="connsiteY2" fmla="*/ 1580 h 3160"/>
                <a:gd name="connsiteX3" fmla="*/ 0 w 4034"/>
                <a:gd name="connsiteY3" fmla="*/ 0 h 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" h="3160">
                  <a:moveTo>
                    <a:pt x="0" y="0"/>
                  </a:moveTo>
                  <a:lnTo>
                    <a:pt x="0" y="3161"/>
                  </a:lnTo>
                  <a:lnTo>
                    <a:pt x="4035" y="15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DB8CE8C1-0DDD-682B-1E7E-12B4EB0D1D85}"/>
                </a:ext>
              </a:extLst>
            </p:cNvPr>
            <p:cNvSpPr>
              <a:spLocks/>
            </p:cNvSpPr>
            <p:nvPr/>
          </p:nvSpPr>
          <p:spPr>
            <a:xfrm>
              <a:off x="3199447" y="2583503"/>
              <a:ext cx="18680" cy="18286"/>
            </a:xfrm>
            <a:custGeom>
              <a:avLst/>
              <a:gdLst>
                <a:gd name="connsiteX0" fmla="*/ 875 w 12515"/>
                <a:gd name="connsiteY0" fmla="*/ 2291 h 12251"/>
                <a:gd name="connsiteX1" fmla="*/ 2034 w 12515"/>
                <a:gd name="connsiteY1" fmla="*/ 12169 h 12251"/>
                <a:gd name="connsiteX2" fmla="*/ 8434 w 12515"/>
                <a:gd name="connsiteY2" fmla="*/ 7252 h 12251"/>
                <a:gd name="connsiteX3" fmla="*/ 12515 w 12515"/>
                <a:gd name="connsiteY3" fmla="*/ 4530 h 12251"/>
                <a:gd name="connsiteX4" fmla="*/ 921 w 12515"/>
                <a:gd name="connsiteY4" fmla="*/ 2335 h 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5" h="12251">
                  <a:moveTo>
                    <a:pt x="875" y="2291"/>
                  </a:moveTo>
                  <a:cubicBezTo>
                    <a:pt x="875" y="2291"/>
                    <a:pt x="-1723" y="11335"/>
                    <a:pt x="2034" y="12169"/>
                  </a:cubicBezTo>
                  <a:cubicBezTo>
                    <a:pt x="5791" y="13003"/>
                    <a:pt x="8434" y="7252"/>
                    <a:pt x="8434" y="7252"/>
                  </a:cubicBezTo>
                  <a:lnTo>
                    <a:pt x="12515" y="4530"/>
                  </a:lnTo>
                  <a:cubicBezTo>
                    <a:pt x="12515" y="4530"/>
                    <a:pt x="4121" y="-3987"/>
                    <a:pt x="921" y="233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27957478-1BEB-6804-2969-1E67BA6830CB}"/>
                </a:ext>
              </a:extLst>
            </p:cNvPr>
            <p:cNvSpPr>
              <a:spLocks/>
            </p:cNvSpPr>
            <p:nvPr/>
          </p:nvSpPr>
          <p:spPr>
            <a:xfrm>
              <a:off x="1932633" y="2155299"/>
              <a:ext cx="13429" cy="13105"/>
            </a:xfrm>
            <a:custGeom>
              <a:avLst/>
              <a:gdLst>
                <a:gd name="connsiteX0" fmla="*/ 0 w 8997"/>
                <a:gd name="connsiteY0" fmla="*/ 8780 h 8780"/>
                <a:gd name="connsiteX1" fmla="*/ 8997 w 8997"/>
                <a:gd name="connsiteY1" fmla="*/ 2722 h 8780"/>
                <a:gd name="connsiteX2" fmla="*/ 8997 w 8997"/>
                <a:gd name="connsiteY2" fmla="*/ 0 h 8780"/>
                <a:gd name="connsiteX3" fmla="*/ 0 w 8997"/>
                <a:gd name="connsiteY3" fmla="*/ 5751 h 8780"/>
                <a:gd name="connsiteX4" fmla="*/ 0 w 8997"/>
                <a:gd name="connsiteY4" fmla="*/ 8780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" h="8780">
                  <a:moveTo>
                    <a:pt x="0" y="8780"/>
                  </a:moveTo>
                  <a:lnTo>
                    <a:pt x="8997" y="2722"/>
                  </a:lnTo>
                  <a:lnTo>
                    <a:pt x="8997" y="0"/>
                  </a:lnTo>
                  <a:lnTo>
                    <a:pt x="0" y="5751"/>
                  </a:lnTo>
                  <a:lnTo>
                    <a:pt x="0" y="8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7DF0F8D8-49A0-0F77-F00B-663CE86CCA3D}"/>
                </a:ext>
              </a:extLst>
            </p:cNvPr>
            <p:cNvSpPr>
              <a:spLocks/>
            </p:cNvSpPr>
            <p:nvPr/>
          </p:nvSpPr>
          <p:spPr>
            <a:xfrm>
              <a:off x="9138044" y="5131455"/>
              <a:ext cx="6438" cy="14743"/>
            </a:xfrm>
            <a:custGeom>
              <a:avLst/>
              <a:gdLst>
                <a:gd name="connsiteX0" fmla="*/ 1437 w 4313"/>
                <a:gd name="connsiteY0" fmla="*/ 0 h 9877"/>
                <a:gd name="connsiteX1" fmla="*/ 0 w 4313"/>
                <a:gd name="connsiteY1" fmla="*/ 6585 h 9877"/>
                <a:gd name="connsiteX2" fmla="*/ 1437 w 4313"/>
                <a:gd name="connsiteY2" fmla="*/ 9878 h 9877"/>
                <a:gd name="connsiteX3" fmla="*/ 4313 w 4313"/>
                <a:gd name="connsiteY3" fmla="*/ 3556 h 9877"/>
                <a:gd name="connsiteX4" fmla="*/ 1437 w 4313"/>
                <a:gd name="connsiteY4" fmla="*/ 0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13" h="9877">
                  <a:moveTo>
                    <a:pt x="1437" y="0"/>
                  </a:moveTo>
                  <a:lnTo>
                    <a:pt x="0" y="6585"/>
                  </a:lnTo>
                  <a:lnTo>
                    <a:pt x="1437" y="9878"/>
                  </a:lnTo>
                  <a:lnTo>
                    <a:pt x="4313" y="3556"/>
                  </a:lnTo>
                  <a:cubicBezTo>
                    <a:pt x="4313" y="3556"/>
                    <a:pt x="2272" y="263"/>
                    <a:pt x="1437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6973BC44-2274-6D0E-91D3-F9E1EBAF77BD}"/>
                </a:ext>
              </a:extLst>
            </p:cNvPr>
            <p:cNvSpPr>
              <a:spLocks/>
            </p:cNvSpPr>
            <p:nvPr/>
          </p:nvSpPr>
          <p:spPr>
            <a:xfrm>
              <a:off x="3247478" y="2475134"/>
              <a:ext cx="30249" cy="67164"/>
            </a:xfrm>
            <a:custGeom>
              <a:avLst/>
              <a:gdLst>
                <a:gd name="connsiteX0" fmla="*/ 17670 w 20266"/>
                <a:gd name="connsiteY0" fmla="*/ 18087 h 44997"/>
                <a:gd name="connsiteX1" fmla="*/ 17670 w 20266"/>
                <a:gd name="connsiteY1" fmla="*/ 0 h 44997"/>
                <a:gd name="connsiteX2" fmla="*/ 13589 w 20266"/>
                <a:gd name="connsiteY2" fmla="*/ 16067 h 44997"/>
                <a:gd name="connsiteX3" fmla="*/ 10157 w 20266"/>
                <a:gd name="connsiteY3" fmla="*/ 16067 h 44997"/>
                <a:gd name="connsiteX4" fmla="*/ 6354 w 20266"/>
                <a:gd name="connsiteY4" fmla="*/ 18087 h 44997"/>
                <a:gd name="connsiteX5" fmla="*/ 8673 w 20266"/>
                <a:gd name="connsiteY5" fmla="*/ 21687 h 44997"/>
                <a:gd name="connsiteX6" fmla="*/ 6817 w 20266"/>
                <a:gd name="connsiteY6" fmla="*/ 26340 h 44997"/>
                <a:gd name="connsiteX7" fmla="*/ 11270 w 20266"/>
                <a:gd name="connsiteY7" fmla="*/ 29896 h 44997"/>
                <a:gd name="connsiteX8" fmla="*/ 11270 w 20266"/>
                <a:gd name="connsiteY8" fmla="*/ 33452 h 44997"/>
                <a:gd name="connsiteX9" fmla="*/ 6354 w 20266"/>
                <a:gd name="connsiteY9" fmla="*/ 41003 h 44997"/>
                <a:gd name="connsiteX10" fmla="*/ 2597 w 20266"/>
                <a:gd name="connsiteY10" fmla="*/ 40037 h 44997"/>
                <a:gd name="connsiteX11" fmla="*/ 0 w 20266"/>
                <a:gd name="connsiteY11" fmla="*/ 42803 h 44997"/>
                <a:gd name="connsiteX12" fmla="*/ 2597 w 20266"/>
                <a:gd name="connsiteY12" fmla="*/ 44998 h 44997"/>
                <a:gd name="connsiteX13" fmla="*/ 11594 w 20266"/>
                <a:gd name="connsiteY13" fmla="*/ 39247 h 44997"/>
                <a:gd name="connsiteX14" fmla="*/ 13589 w 20266"/>
                <a:gd name="connsiteY14" fmla="*/ 35120 h 44997"/>
                <a:gd name="connsiteX15" fmla="*/ 17391 w 20266"/>
                <a:gd name="connsiteY15" fmla="*/ 30467 h 44997"/>
                <a:gd name="connsiteX16" fmla="*/ 14794 w 20266"/>
                <a:gd name="connsiteY16" fmla="*/ 26340 h 44997"/>
                <a:gd name="connsiteX17" fmla="*/ 20267 w 20266"/>
                <a:gd name="connsiteY17" fmla="*/ 21687 h 44997"/>
                <a:gd name="connsiteX18" fmla="*/ 17670 w 20266"/>
                <a:gd name="connsiteY18" fmla="*/ 18087 h 4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266" h="44997">
                  <a:moveTo>
                    <a:pt x="17670" y="18087"/>
                  </a:moveTo>
                  <a:lnTo>
                    <a:pt x="17670" y="0"/>
                  </a:lnTo>
                  <a:lnTo>
                    <a:pt x="13589" y="16067"/>
                  </a:lnTo>
                  <a:lnTo>
                    <a:pt x="10157" y="16067"/>
                  </a:lnTo>
                  <a:lnTo>
                    <a:pt x="6354" y="18087"/>
                  </a:lnTo>
                  <a:lnTo>
                    <a:pt x="8673" y="21687"/>
                  </a:lnTo>
                  <a:lnTo>
                    <a:pt x="6817" y="26340"/>
                  </a:lnTo>
                  <a:lnTo>
                    <a:pt x="11270" y="29896"/>
                  </a:lnTo>
                  <a:lnTo>
                    <a:pt x="11270" y="33452"/>
                  </a:lnTo>
                  <a:lnTo>
                    <a:pt x="6354" y="41003"/>
                  </a:lnTo>
                  <a:lnTo>
                    <a:pt x="2597" y="40037"/>
                  </a:lnTo>
                  <a:lnTo>
                    <a:pt x="0" y="42803"/>
                  </a:lnTo>
                  <a:lnTo>
                    <a:pt x="2597" y="44998"/>
                  </a:lnTo>
                  <a:lnTo>
                    <a:pt x="11594" y="39247"/>
                  </a:lnTo>
                  <a:lnTo>
                    <a:pt x="13589" y="35120"/>
                  </a:lnTo>
                  <a:lnTo>
                    <a:pt x="17391" y="30467"/>
                  </a:lnTo>
                  <a:lnTo>
                    <a:pt x="14794" y="26340"/>
                  </a:lnTo>
                  <a:lnTo>
                    <a:pt x="20267" y="21687"/>
                  </a:lnTo>
                  <a:lnTo>
                    <a:pt x="17670" y="1808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ADF8B276-A00F-AF2F-081C-685FB58911F3}"/>
                </a:ext>
              </a:extLst>
            </p:cNvPr>
            <p:cNvSpPr>
              <a:spLocks/>
            </p:cNvSpPr>
            <p:nvPr/>
          </p:nvSpPr>
          <p:spPr>
            <a:xfrm>
              <a:off x="3215842" y="2710638"/>
              <a:ext cx="17306" cy="8977"/>
            </a:xfrm>
            <a:custGeom>
              <a:avLst/>
              <a:gdLst>
                <a:gd name="connsiteX0" fmla="*/ 3061 w 11594"/>
                <a:gd name="connsiteY0" fmla="*/ 0 h 6014"/>
                <a:gd name="connsiteX1" fmla="*/ 0 w 11594"/>
                <a:gd name="connsiteY1" fmla="*/ 6014 h 6014"/>
                <a:gd name="connsiteX2" fmla="*/ 3061 w 11594"/>
                <a:gd name="connsiteY2" fmla="*/ 6014 h 6014"/>
                <a:gd name="connsiteX3" fmla="*/ 6122 w 11594"/>
                <a:gd name="connsiteY3" fmla="*/ 3556 h 6014"/>
                <a:gd name="connsiteX4" fmla="*/ 11594 w 11594"/>
                <a:gd name="connsiteY4" fmla="*/ 2985 h 6014"/>
                <a:gd name="connsiteX5" fmla="*/ 10481 w 11594"/>
                <a:gd name="connsiteY5" fmla="*/ 0 h 6014"/>
                <a:gd name="connsiteX6" fmla="*/ 3061 w 11594"/>
                <a:gd name="connsiteY6" fmla="*/ 0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94" h="6014">
                  <a:moveTo>
                    <a:pt x="3061" y="0"/>
                  </a:moveTo>
                  <a:lnTo>
                    <a:pt x="0" y="6014"/>
                  </a:lnTo>
                  <a:lnTo>
                    <a:pt x="3061" y="6014"/>
                  </a:lnTo>
                  <a:lnTo>
                    <a:pt x="6122" y="3556"/>
                  </a:lnTo>
                  <a:lnTo>
                    <a:pt x="11594" y="2985"/>
                  </a:lnTo>
                  <a:lnTo>
                    <a:pt x="10481" y="0"/>
                  </a:lnTo>
                  <a:lnTo>
                    <a:pt x="306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F4280839-FB8D-6A7F-E14C-EC1D145EA183}"/>
                </a:ext>
              </a:extLst>
            </p:cNvPr>
            <p:cNvSpPr>
              <a:spLocks/>
            </p:cNvSpPr>
            <p:nvPr/>
          </p:nvSpPr>
          <p:spPr>
            <a:xfrm>
              <a:off x="1933948" y="2122076"/>
              <a:ext cx="9068" cy="9043"/>
            </a:xfrm>
            <a:custGeom>
              <a:avLst/>
              <a:gdLst>
                <a:gd name="connsiteX0" fmla="*/ 6075 w 6075"/>
                <a:gd name="connsiteY0" fmla="*/ 3863 h 6058"/>
                <a:gd name="connsiteX1" fmla="*/ 6075 w 6075"/>
                <a:gd name="connsiteY1" fmla="*/ 0 h 6058"/>
                <a:gd name="connsiteX2" fmla="*/ 0 w 6075"/>
                <a:gd name="connsiteY2" fmla="*/ 4390 h 6058"/>
                <a:gd name="connsiteX3" fmla="*/ 4359 w 6075"/>
                <a:gd name="connsiteY3" fmla="*/ 6058 h 6058"/>
                <a:gd name="connsiteX4" fmla="*/ 6075 w 6075"/>
                <a:gd name="connsiteY4" fmla="*/ 3863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5" h="6058">
                  <a:moveTo>
                    <a:pt x="6075" y="3863"/>
                  </a:moveTo>
                  <a:lnTo>
                    <a:pt x="6075" y="0"/>
                  </a:lnTo>
                  <a:lnTo>
                    <a:pt x="0" y="4390"/>
                  </a:lnTo>
                  <a:lnTo>
                    <a:pt x="4359" y="6058"/>
                  </a:lnTo>
                  <a:lnTo>
                    <a:pt x="6075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AEA57E5C-5D71-E490-78F0-8CD904D298A4}"/>
                </a:ext>
              </a:extLst>
            </p:cNvPr>
            <p:cNvSpPr>
              <a:spLocks/>
            </p:cNvSpPr>
            <p:nvPr/>
          </p:nvSpPr>
          <p:spPr>
            <a:xfrm>
              <a:off x="3233149" y="2606188"/>
              <a:ext cx="9553" cy="11074"/>
            </a:xfrm>
            <a:custGeom>
              <a:avLst/>
              <a:gdLst>
                <a:gd name="connsiteX0" fmla="*/ 0 w 6400"/>
                <a:gd name="connsiteY0" fmla="*/ 4917 h 7419"/>
                <a:gd name="connsiteX1" fmla="*/ 6400 w 6400"/>
                <a:gd name="connsiteY1" fmla="*/ 7419 h 7419"/>
                <a:gd name="connsiteX2" fmla="*/ 6400 w 6400"/>
                <a:gd name="connsiteY2" fmla="*/ 0 h 7419"/>
                <a:gd name="connsiteX3" fmla="*/ 5241 w 6400"/>
                <a:gd name="connsiteY3" fmla="*/ 1624 h 7419"/>
                <a:gd name="connsiteX4" fmla="*/ 0 w 6400"/>
                <a:gd name="connsiteY4" fmla="*/ 4917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" h="7419">
                  <a:moveTo>
                    <a:pt x="0" y="4917"/>
                  </a:moveTo>
                  <a:lnTo>
                    <a:pt x="6400" y="7419"/>
                  </a:lnTo>
                  <a:lnTo>
                    <a:pt x="6400" y="0"/>
                  </a:lnTo>
                  <a:lnTo>
                    <a:pt x="5241" y="1624"/>
                  </a:lnTo>
                  <a:lnTo>
                    <a:pt x="0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ED47E5C4-9879-6CCE-626B-F5F3ED5342F9}"/>
                </a:ext>
              </a:extLst>
            </p:cNvPr>
            <p:cNvSpPr>
              <a:spLocks/>
            </p:cNvSpPr>
            <p:nvPr/>
          </p:nvSpPr>
          <p:spPr>
            <a:xfrm>
              <a:off x="3237990" y="2455259"/>
              <a:ext cx="18971" cy="19940"/>
            </a:xfrm>
            <a:custGeom>
              <a:avLst/>
              <a:gdLst>
                <a:gd name="connsiteX0" fmla="*/ 5197 w 12710"/>
                <a:gd name="connsiteY0" fmla="*/ 980 h 13359"/>
                <a:gd name="connsiteX1" fmla="*/ 838 w 12710"/>
                <a:gd name="connsiteY1" fmla="*/ 4272 h 13359"/>
                <a:gd name="connsiteX2" fmla="*/ 838 w 12710"/>
                <a:gd name="connsiteY2" fmla="*/ 5941 h 13359"/>
                <a:gd name="connsiteX3" fmla="*/ 5476 w 12710"/>
                <a:gd name="connsiteY3" fmla="*/ 13360 h 13359"/>
                <a:gd name="connsiteX4" fmla="*/ 12711 w 12710"/>
                <a:gd name="connsiteY4" fmla="*/ 4316 h 13359"/>
                <a:gd name="connsiteX5" fmla="*/ 5197 w 12710"/>
                <a:gd name="connsiteY5" fmla="*/ 1024 h 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10" h="13359">
                  <a:moveTo>
                    <a:pt x="5197" y="980"/>
                  </a:moveTo>
                  <a:lnTo>
                    <a:pt x="838" y="4272"/>
                  </a:lnTo>
                  <a:lnTo>
                    <a:pt x="838" y="5941"/>
                  </a:lnTo>
                  <a:cubicBezTo>
                    <a:pt x="838" y="5941"/>
                    <a:pt x="-2919" y="12789"/>
                    <a:pt x="5476" y="13360"/>
                  </a:cubicBezTo>
                  <a:lnTo>
                    <a:pt x="12711" y="4316"/>
                  </a:lnTo>
                  <a:cubicBezTo>
                    <a:pt x="12711" y="4316"/>
                    <a:pt x="11551" y="-2532"/>
                    <a:pt x="5197" y="102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4722BFF3-440D-856C-F8AD-DFB5D3986C39}"/>
                </a:ext>
              </a:extLst>
            </p:cNvPr>
            <p:cNvSpPr>
              <a:spLocks/>
            </p:cNvSpPr>
            <p:nvPr/>
          </p:nvSpPr>
          <p:spPr>
            <a:xfrm>
              <a:off x="6747592" y="3080863"/>
              <a:ext cx="18507" cy="13992"/>
            </a:xfrm>
            <a:custGeom>
              <a:avLst/>
              <a:gdLst>
                <a:gd name="connsiteX0" fmla="*/ 3061 w 12399"/>
                <a:gd name="connsiteY0" fmla="*/ 0 h 9374"/>
                <a:gd name="connsiteX1" fmla="*/ 0 w 12399"/>
                <a:gd name="connsiteY1" fmla="*/ 1361 h 9374"/>
                <a:gd name="connsiteX2" fmla="*/ 4638 w 12399"/>
                <a:gd name="connsiteY2" fmla="*/ 4697 h 9374"/>
                <a:gd name="connsiteX3" fmla="*/ 5194 w 12399"/>
                <a:gd name="connsiteY3" fmla="*/ 9307 h 9374"/>
                <a:gd name="connsiteX4" fmla="*/ 12151 w 12399"/>
                <a:gd name="connsiteY4" fmla="*/ 7946 h 9374"/>
                <a:gd name="connsiteX5" fmla="*/ 3015 w 12399"/>
                <a:gd name="connsiteY5" fmla="*/ 0 h 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99" h="9374">
                  <a:moveTo>
                    <a:pt x="3061" y="0"/>
                  </a:moveTo>
                  <a:lnTo>
                    <a:pt x="0" y="1361"/>
                  </a:lnTo>
                  <a:lnTo>
                    <a:pt x="4638" y="4697"/>
                  </a:lnTo>
                  <a:lnTo>
                    <a:pt x="5194" y="9307"/>
                  </a:lnTo>
                  <a:cubicBezTo>
                    <a:pt x="5194" y="9307"/>
                    <a:pt x="10110" y="9834"/>
                    <a:pt x="12151" y="7946"/>
                  </a:cubicBezTo>
                  <a:cubicBezTo>
                    <a:pt x="14191" y="6014"/>
                    <a:pt x="3015" y="0"/>
                    <a:pt x="301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B6D6B3AB-512F-1401-54D3-8F5A1C4FC97B}"/>
                </a:ext>
              </a:extLst>
            </p:cNvPr>
            <p:cNvSpPr>
              <a:spLocks/>
            </p:cNvSpPr>
            <p:nvPr/>
          </p:nvSpPr>
          <p:spPr>
            <a:xfrm>
              <a:off x="1812807" y="2371537"/>
              <a:ext cx="9967" cy="9828"/>
            </a:xfrm>
            <a:custGeom>
              <a:avLst/>
              <a:gdLst>
                <a:gd name="connsiteX0" fmla="*/ 0 w 6678"/>
                <a:gd name="connsiteY0" fmla="*/ 5224 h 6585"/>
                <a:gd name="connsiteX1" fmla="*/ 3478 w 6678"/>
                <a:gd name="connsiteY1" fmla="*/ 6585 h 6585"/>
                <a:gd name="connsiteX2" fmla="*/ 6678 w 6678"/>
                <a:gd name="connsiteY2" fmla="*/ 6585 h 6585"/>
                <a:gd name="connsiteX3" fmla="*/ 6678 w 6678"/>
                <a:gd name="connsiteY3" fmla="*/ 878 h 6585"/>
                <a:gd name="connsiteX4" fmla="*/ 0 w 6678"/>
                <a:gd name="connsiteY4" fmla="*/ 0 h 6585"/>
                <a:gd name="connsiteX5" fmla="*/ 0 w 6678"/>
                <a:gd name="connsiteY5" fmla="*/ 5224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8" h="6585">
                  <a:moveTo>
                    <a:pt x="0" y="5224"/>
                  </a:moveTo>
                  <a:lnTo>
                    <a:pt x="3478" y="6585"/>
                  </a:lnTo>
                  <a:lnTo>
                    <a:pt x="6678" y="6585"/>
                  </a:lnTo>
                  <a:lnTo>
                    <a:pt x="6678" y="878"/>
                  </a:lnTo>
                  <a:lnTo>
                    <a:pt x="0" y="0"/>
                  </a:lnTo>
                  <a:lnTo>
                    <a:pt x="0" y="52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101CB7CA-C14D-24B5-2760-457FC2EF58F3}"/>
                </a:ext>
              </a:extLst>
            </p:cNvPr>
            <p:cNvSpPr>
              <a:spLocks/>
            </p:cNvSpPr>
            <p:nvPr/>
          </p:nvSpPr>
          <p:spPr>
            <a:xfrm>
              <a:off x="6785251" y="3066120"/>
              <a:ext cx="762" cy="982"/>
            </a:xfrm>
            <a:custGeom>
              <a:avLst/>
              <a:gdLst>
                <a:gd name="connsiteX0" fmla="*/ 0 w 510"/>
                <a:gd name="connsiteY0" fmla="*/ 0 h 658"/>
                <a:gd name="connsiteX1" fmla="*/ 0 w 510"/>
                <a:gd name="connsiteY1" fmla="*/ 658 h 658"/>
                <a:gd name="connsiteX2" fmla="*/ 510 w 510"/>
                <a:gd name="connsiteY2" fmla="*/ 263 h 658"/>
                <a:gd name="connsiteX3" fmla="*/ 0 w 510"/>
                <a:gd name="connsiteY3" fmla="*/ 0 h 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0" h="658">
                  <a:moveTo>
                    <a:pt x="0" y="0"/>
                  </a:moveTo>
                  <a:lnTo>
                    <a:pt x="0" y="658"/>
                  </a:lnTo>
                  <a:lnTo>
                    <a:pt x="510" y="26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499E840A-5461-E6A3-763D-D7C0F00309D1}"/>
                </a:ext>
              </a:extLst>
            </p:cNvPr>
            <p:cNvSpPr>
              <a:spLocks/>
            </p:cNvSpPr>
            <p:nvPr/>
          </p:nvSpPr>
          <p:spPr>
            <a:xfrm>
              <a:off x="6785251" y="3068282"/>
              <a:ext cx="14259" cy="5766"/>
            </a:xfrm>
            <a:custGeom>
              <a:avLst/>
              <a:gdLst>
                <a:gd name="connsiteX0" fmla="*/ 9554 w 9553"/>
                <a:gd name="connsiteY0" fmla="*/ 3819 h 3863"/>
                <a:gd name="connsiteX1" fmla="*/ 2644 w 9553"/>
                <a:gd name="connsiteY1" fmla="*/ 0 h 3863"/>
                <a:gd name="connsiteX2" fmla="*/ 928 w 9553"/>
                <a:gd name="connsiteY2" fmla="*/ 1317 h 3863"/>
                <a:gd name="connsiteX3" fmla="*/ 0 w 9553"/>
                <a:gd name="connsiteY3" fmla="*/ 1537 h 3863"/>
                <a:gd name="connsiteX4" fmla="*/ 0 w 9553"/>
                <a:gd name="connsiteY4" fmla="*/ 2678 h 3863"/>
                <a:gd name="connsiteX5" fmla="*/ 9554 w 9553"/>
                <a:gd name="connsiteY5" fmla="*/ 3863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53" h="3863">
                  <a:moveTo>
                    <a:pt x="9554" y="3819"/>
                  </a:moveTo>
                  <a:lnTo>
                    <a:pt x="2644" y="0"/>
                  </a:lnTo>
                  <a:lnTo>
                    <a:pt x="928" y="1317"/>
                  </a:lnTo>
                  <a:cubicBezTo>
                    <a:pt x="649" y="1537"/>
                    <a:pt x="325" y="1580"/>
                    <a:pt x="0" y="1537"/>
                  </a:cubicBezTo>
                  <a:lnTo>
                    <a:pt x="0" y="2678"/>
                  </a:lnTo>
                  <a:lnTo>
                    <a:pt x="9554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1657951D-62AA-3CBC-8362-260BDDD339D1}"/>
                </a:ext>
              </a:extLst>
            </p:cNvPr>
            <p:cNvSpPr>
              <a:spLocks/>
            </p:cNvSpPr>
            <p:nvPr/>
          </p:nvSpPr>
          <p:spPr>
            <a:xfrm>
              <a:off x="1810591" y="2334253"/>
              <a:ext cx="12183" cy="7797"/>
            </a:xfrm>
            <a:custGeom>
              <a:avLst/>
              <a:gdLst>
                <a:gd name="connsiteX0" fmla="*/ 0 w 8162"/>
                <a:gd name="connsiteY0" fmla="*/ 5224 h 5224"/>
                <a:gd name="connsiteX1" fmla="*/ 4823 w 8162"/>
                <a:gd name="connsiteY1" fmla="*/ 5224 h 5224"/>
                <a:gd name="connsiteX2" fmla="*/ 8162 w 8162"/>
                <a:gd name="connsiteY2" fmla="*/ 0 h 5224"/>
                <a:gd name="connsiteX3" fmla="*/ 2644 w 8162"/>
                <a:gd name="connsiteY3" fmla="*/ 0 h 5224"/>
                <a:gd name="connsiteX4" fmla="*/ 0 w 8162"/>
                <a:gd name="connsiteY4" fmla="*/ 5224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62" h="5224">
                  <a:moveTo>
                    <a:pt x="0" y="5224"/>
                  </a:moveTo>
                  <a:lnTo>
                    <a:pt x="4823" y="5224"/>
                  </a:lnTo>
                  <a:lnTo>
                    <a:pt x="8162" y="0"/>
                  </a:lnTo>
                  <a:lnTo>
                    <a:pt x="2644" y="0"/>
                  </a:lnTo>
                  <a:lnTo>
                    <a:pt x="0" y="52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DB203907-261E-A3EF-2C13-BE0675340BE7}"/>
                </a:ext>
              </a:extLst>
            </p:cNvPr>
            <p:cNvSpPr>
              <a:spLocks/>
            </p:cNvSpPr>
            <p:nvPr/>
          </p:nvSpPr>
          <p:spPr>
            <a:xfrm>
              <a:off x="1800207" y="2259682"/>
              <a:ext cx="36826" cy="44687"/>
            </a:xfrm>
            <a:custGeom>
              <a:avLst/>
              <a:gdLst>
                <a:gd name="connsiteX0" fmla="*/ 15119 w 24672"/>
                <a:gd name="connsiteY0" fmla="*/ 21423 h 29939"/>
                <a:gd name="connsiteX1" fmla="*/ 11038 w 24672"/>
                <a:gd name="connsiteY1" fmla="*/ 20326 h 29939"/>
                <a:gd name="connsiteX2" fmla="*/ 8441 w 24672"/>
                <a:gd name="connsiteY2" fmla="*/ 6585 h 29939"/>
                <a:gd name="connsiteX3" fmla="*/ 2644 w 24672"/>
                <a:gd name="connsiteY3" fmla="*/ 0 h 29939"/>
                <a:gd name="connsiteX4" fmla="*/ 0 w 24672"/>
                <a:gd name="connsiteY4" fmla="*/ 1932 h 29939"/>
                <a:gd name="connsiteX5" fmla="*/ 6957 w 24672"/>
                <a:gd name="connsiteY5" fmla="*/ 7990 h 29939"/>
                <a:gd name="connsiteX6" fmla="*/ 8441 w 24672"/>
                <a:gd name="connsiteY6" fmla="*/ 21687 h 29939"/>
                <a:gd name="connsiteX7" fmla="*/ 15119 w 24672"/>
                <a:gd name="connsiteY7" fmla="*/ 25550 h 29939"/>
                <a:gd name="connsiteX8" fmla="*/ 19757 w 24672"/>
                <a:gd name="connsiteY8" fmla="*/ 29940 h 29939"/>
                <a:gd name="connsiteX9" fmla="*/ 24673 w 24672"/>
                <a:gd name="connsiteY9" fmla="*/ 29940 h 29939"/>
                <a:gd name="connsiteX10" fmla="*/ 24673 w 24672"/>
                <a:gd name="connsiteY10" fmla="*/ 28008 h 29939"/>
                <a:gd name="connsiteX11" fmla="*/ 21194 w 24672"/>
                <a:gd name="connsiteY11" fmla="*/ 28008 h 29939"/>
                <a:gd name="connsiteX12" fmla="*/ 15119 w 24672"/>
                <a:gd name="connsiteY12" fmla="*/ 21423 h 2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72" h="29939">
                  <a:moveTo>
                    <a:pt x="15119" y="21423"/>
                  </a:moveTo>
                  <a:lnTo>
                    <a:pt x="11038" y="20326"/>
                  </a:lnTo>
                  <a:lnTo>
                    <a:pt x="8441" y="6585"/>
                  </a:lnTo>
                  <a:lnTo>
                    <a:pt x="2644" y="0"/>
                  </a:lnTo>
                  <a:lnTo>
                    <a:pt x="0" y="1932"/>
                  </a:lnTo>
                  <a:lnTo>
                    <a:pt x="6957" y="7990"/>
                  </a:lnTo>
                  <a:lnTo>
                    <a:pt x="8441" y="21687"/>
                  </a:lnTo>
                  <a:lnTo>
                    <a:pt x="15119" y="25550"/>
                  </a:lnTo>
                  <a:lnTo>
                    <a:pt x="19757" y="29940"/>
                  </a:lnTo>
                  <a:lnTo>
                    <a:pt x="24673" y="29940"/>
                  </a:lnTo>
                  <a:lnTo>
                    <a:pt x="24673" y="28008"/>
                  </a:lnTo>
                  <a:lnTo>
                    <a:pt x="21194" y="28008"/>
                  </a:lnTo>
                  <a:lnTo>
                    <a:pt x="15119" y="2142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95E03B95-1377-F610-BF97-35B47503DD1B}"/>
                </a:ext>
              </a:extLst>
            </p:cNvPr>
            <p:cNvSpPr>
              <a:spLocks/>
            </p:cNvSpPr>
            <p:nvPr/>
          </p:nvSpPr>
          <p:spPr>
            <a:xfrm>
              <a:off x="1875938" y="2349389"/>
              <a:ext cx="19035" cy="7403"/>
            </a:xfrm>
            <a:custGeom>
              <a:avLst/>
              <a:gdLst>
                <a:gd name="connsiteX0" fmla="*/ 0 w 12753"/>
                <a:gd name="connsiteY0" fmla="*/ 0 h 4960"/>
                <a:gd name="connsiteX1" fmla="*/ 0 w 12753"/>
                <a:gd name="connsiteY1" fmla="*/ 3029 h 4960"/>
                <a:gd name="connsiteX2" fmla="*/ 12754 w 12753"/>
                <a:gd name="connsiteY2" fmla="*/ 4961 h 4960"/>
                <a:gd name="connsiteX3" fmla="*/ 6400 w 12753"/>
                <a:gd name="connsiteY3" fmla="*/ 2502 h 4960"/>
                <a:gd name="connsiteX4" fmla="*/ 0 w 12753"/>
                <a:gd name="connsiteY4" fmla="*/ 0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53" h="4960">
                  <a:moveTo>
                    <a:pt x="0" y="0"/>
                  </a:moveTo>
                  <a:lnTo>
                    <a:pt x="0" y="3029"/>
                  </a:lnTo>
                  <a:lnTo>
                    <a:pt x="12754" y="4961"/>
                  </a:lnTo>
                  <a:lnTo>
                    <a:pt x="6400" y="25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122D37C9-D082-8FF2-BC9F-02CBD647D14E}"/>
                </a:ext>
              </a:extLst>
            </p:cNvPr>
            <p:cNvSpPr>
              <a:spLocks/>
            </p:cNvSpPr>
            <p:nvPr/>
          </p:nvSpPr>
          <p:spPr>
            <a:xfrm>
              <a:off x="1939556" y="1984079"/>
              <a:ext cx="9967" cy="11467"/>
            </a:xfrm>
            <a:custGeom>
              <a:avLst/>
              <a:gdLst>
                <a:gd name="connsiteX0" fmla="*/ 4638 w 6678"/>
                <a:gd name="connsiteY0" fmla="*/ 4653 h 7682"/>
                <a:gd name="connsiteX1" fmla="*/ 2922 w 6678"/>
                <a:gd name="connsiteY1" fmla="*/ 0 h 7682"/>
                <a:gd name="connsiteX2" fmla="*/ 0 w 6678"/>
                <a:gd name="connsiteY2" fmla="*/ 5795 h 7682"/>
                <a:gd name="connsiteX3" fmla="*/ 6678 w 6678"/>
                <a:gd name="connsiteY3" fmla="*/ 7683 h 7682"/>
                <a:gd name="connsiteX4" fmla="*/ 4638 w 6678"/>
                <a:gd name="connsiteY4" fmla="*/ 4653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8" h="7682">
                  <a:moveTo>
                    <a:pt x="4638" y="4653"/>
                  </a:moveTo>
                  <a:lnTo>
                    <a:pt x="2922" y="0"/>
                  </a:lnTo>
                  <a:lnTo>
                    <a:pt x="0" y="5795"/>
                  </a:lnTo>
                  <a:lnTo>
                    <a:pt x="6678" y="7683"/>
                  </a:lnTo>
                  <a:lnTo>
                    <a:pt x="4638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BE21072F-77F6-C039-89D1-C2053D60893E}"/>
                </a:ext>
              </a:extLst>
            </p:cNvPr>
            <p:cNvSpPr>
              <a:spLocks/>
            </p:cNvSpPr>
            <p:nvPr/>
          </p:nvSpPr>
          <p:spPr>
            <a:xfrm>
              <a:off x="1853025" y="2301489"/>
              <a:ext cx="8237" cy="18871"/>
            </a:xfrm>
            <a:custGeom>
              <a:avLst/>
              <a:gdLst>
                <a:gd name="connsiteX0" fmla="*/ 0 w 5518"/>
                <a:gd name="connsiteY0" fmla="*/ 1361 h 12643"/>
                <a:gd name="connsiteX1" fmla="*/ 1438 w 5518"/>
                <a:gd name="connsiteY1" fmla="*/ 5224 h 12643"/>
                <a:gd name="connsiteX2" fmla="*/ 1438 w 5518"/>
                <a:gd name="connsiteY2" fmla="*/ 12643 h 12643"/>
                <a:gd name="connsiteX3" fmla="*/ 5519 w 5518"/>
                <a:gd name="connsiteY3" fmla="*/ 12643 h 12643"/>
                <a:gd name="connsiteX4" fmla="*/ 5519 w 5518"/>
                <a:gd name="connsiteY4" fmla="*/ 5751 h 12643"/>
                <a:gd name="connsiteX5" fmla="*/ 1438 w 5518"/>
                <a:gd name="connsiteY5" fmla="*/ 0 h 12643"/>
                <a:gd name="connsiteX6" fmla="*/ 0 w 5518"/>
                <a:gd name="connsiteY6" fmla="*/ 1361 h 1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18" h="12643">
                  <a:moveTo>
                    <a:pt x="0" y="1361"/>
                  </a:moveTo>
                  <a:lnTo>
                    <a:pt x="1438" y="5224"/>
                  </a:lnTo>
                  <a:lnTo>
                    <a:pt x="1438" y="12643"/>
                  </a:lnTo>
                  <a:lnTo>
                    <a:pt x="5519" y="12643"/>
                  </a:lnTo>
                  <a:lnTo>
                    <a:pt x="5519" y="5751"/>
                  </a:lnTo>
                  <a:lnTo>
                    <a:pt x="1438" y="0"/>
                  </a:lnTo>
                  <a:lnTo>
                    <a:pt x="0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4ED3F7C9-5396-5793-3C97-267694495FC4}"/>
                </a:ext>
              </a:extLst>
            </p:cNvPr>
            <p:cNvSpPr>
              <a:spLocks/>
            </p:cNvSpPr>
            <p:nvPr/>
          </p:nvSpPr>
          <p:spPr>
            <a:xfrm>
              <a:off x="1841742" y="2304372"/>
              <a:ext cx="6092" cy="4914"/>
            </a:xfrm>
            <a:custGeom>
              <a:avLst/>
              <a:gdLst>
                <a:gd name="connsiteX0" fmla="*/ 4081 w 4081"/>
                <a:gd name="connsiteY0" fmla="*/ 3293 h 3292"/>
                <a:gd name="connsiteX1" fmla="*/ 4081 w 4081"/>
                <a:gd name="connsiteY1" fmla="*/ 0 h 3292"/>
                <a:gd name="connsiteX2" fmla="*/ 0 w 4081"/>
                <a:gd name="connsiteY2" fmla="*/ 1624 h 3292"/>
                <a:gd name="connsiteX3" fmla="*/ 4081 w 4081"/>
                <a:gd name="connsiteY3" fmla="*/ 3293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1" h="3292">
                  <a:moveTo>
                    <a:pt x="4081" y="3293"/>
                  </a:moveTo>
                  <a:lnTo>
                    <a:pt x="4081" y="0"/>
                  </a:lnTo>
                  <a:lnTo>
                    <a:pt x="0" y="1624"/>
                  </a:lnTo>
                  <a:lnTo>
                    <a:pt x="4081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857041B-557E-4D74-16F4-8377CEF3F4D1}"/>
                </a:ext>
              </a:extLst>
            </p:cNvPr>
            <p:cNvSpPr>
              <a:spLocks/>
            </p:cNvSpPr>
            <p:nvPr/>
          </p:nvSpPr>
          <p:spPr>
            <a:xfrm>
              <a:off x="2552606" y="2009895"/>
              <a:ext cx="29835" cy="15595"/>
            </a:xfrm>
            <a:custGeom>
              <a:avLst/>
              <a:gdLst>
                <a:gd name="connsiteX0" fmla="*/ 0 w 19988"/>
                <a:gd name="connsiteY0" fmla="*/ 7112 h 10448"/>
                <a:gd name="connsiteX1" fmla="*/ 2319 w 19988"/>
                <a:gd name="connsiteY1" fmla="*/ 10448 h 10448"/>
                <a:gd name="connsiteX2" fmla="*/ 19989 w 19988"/>
                <a:gd name="connsiteY2" fmla="*/ 1668 h 10448"/>
                <a:gd name="connsiteX3" fmla="*/ 15954 w 19988"/>
                <a:gd name="connsiteY3" fmla="*/ 0 h 10448"/>
                <a:gd name="connsiteX4" fmla="*/ 0 w 19988"/>
                <a:gd name="connsiteY4" fmla="*/ 7112 h 10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8" h="10448">
                  <a:moveTo>
                    <a:pt x="0" y="7112"/>
                  </a:moveTo>
                  <a:lnTo>
                    <a:pt x="2319" y="10448"/>
                  </a:lnTo>
                  <a:lnTo>
                    <a:pt x="19989" y="1668"/>
                  </a:lnTo>
                  <a:lnTo>
                    <a:pt x="15954" y="0"/>
                  </a:lnTo>
                  <a:lnTo>
                    <a:pt x="0" y="71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01ECD3A4-DA90-CCBA-627E-37457CCB2BD8}"/>
                </a:ext>
              </a:extLst>
            </p:cNvPr>
            <p:cNvSpPr>
              <a:spLocks/>
            </p:cNvSpPr>
            <p:nvPr/>
          </p:nvSpPr>
          <p:spPr>
            <a:xfrm>
              <a:off x="5830372" y="3255688"/>
              <a:ext cx="16475" cy="6159"/>
            </a:xfrm>
            <a:custGeom>
              <a:avLst/>
              <a:gdLst>
                <a:gd name="connsiteX0" fmla="*/ 11038 w 11037"/>
                <a:gd name="connsiteY0" fmla="*/ 2063 h 4126"/>
                <a:gd name="connsiteX1" fmla="*/ 7560 w 11037"/>
                <a:gd name="connsiteY1" fmla="*/ 0 h 4126"/>
                <a:gd name="connsiteX2" fmla="*/ 2922 w 11037"/>
                <a:gd name="connsiteY2" fmla="*/ 2063 h 4126"/>
                <a:gd name="connsiteX3" fmla="*/ 0 w 11037"/>
                <a:gd name="connsiteY3" fmla="*/ 0 h 4126"/>
                <a:gd name="connsiteX4" fmla="*/ 0 w 11037"/>
                <a:gd name="connsiteY4" fmla="*/ 4127 h 4126"/>
                <a:gd name="connsiteX5" fmla="*/ 5519 w 11037"/>
                <a:gd name="connsiteY5" fmla="*/ 4127 h 4126"/>
                <a:gd name="connsiteX6" fmla="*/ 11038 w 11037"/>
                <a:gd name="connsiteY6" fmla="*/ 2063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37" h="4126">
                  <a:moveTo>
                    <a:pt x="11038" y="2063"/>
                  </a:moveTo>
                  <a:lnTo>
                    <a:pt x="7560" y="0"/>
                  </a:lnTo>
                  <a:lnTo>
                    <a:pt x="2922" y="2063"/>
                  </a:lnTo>
                  <a:lnTo>
                    <a:pt x="0" y="0"/>
                  </a:lnTo>
                  <a:lnTo>
                    <a:pt x="0" y="4127"/>
                  </a:lnTo>
                  <a:lnTo>
                    <a:pt x="5519" y="4127"/>
                  </a:lnTo>
                  <a:lnTo>
                    <a:pt x="11038" y="20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9112A080-2F80-B18D-5DE1-BEEF2B1CEE72}"/>
                </a:ext>
              </a:extLst>
            </p:cNvPr>
            <p:cNvSpPr>
              <a:spLocks/>
            </p:cNvSpPr>
            <p:nvPr/>
          </p:nvSpPr>
          <p:spPr>
            <a:xfrm>
              <a:off x="3125436" y="2230196"/>
              <a:ext cx="22082" cy="25424"/>
            </a:xfrm>
            <a:custGeom>
              <a:avLst/>
              <a:gdLst>
                <a:gd name="connsiteX0" fmla="*/ 7235 w 14794"/>
                <a:gd name="connsiteY0" fmla="*/ 5531 h 17033"/>
                <a:gd name="connsiteX1" fmla="*/ 0 w 14794"/>
                <a:gd name="connsiteY1" fmla="*/ 17033 h 17033"/>
                <a:gd name="connsiteX2" fmla="*/ 10760 w 14794"/>
                <a:gd name="connsiteY2" fmla="*/ 8517 h 17033"/>
                <a:gd name="connsiteX3" fmla="*/ 14794 w 14794"/>
                <a:gd name="connsiteY3" fmla="*/ 3336 h 17033"/>
                <a:gd name="connsiteX4" fmla="*/ 11873 w 14794"/>
                <a:gd name="connsiteY4" fmla="*/ 0 h 17033"/>
                <a:gd name="connsiteX5" fmla="*/ 5797 w 14794"/>
                <a:gd name="connsiteY5" fmla="*/ 2766 h 17033"/>
                <a:gd name="connsiteX6" fmla="*/ 7235 w 14794"/>
                <a:gd name="connsiteY6" fmla="*/ 5531 h 17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94" h="17033">
                  <a:moveTo>
                    <a:pt x="7235" y="5531"/>
                  </a:moveTo>
                  <a:lnTo>
                    <a:pt x="0" y="17033"/>
                  </a:lnTo>
                  <a:lnTo>
                    <a:pt x="10760" y="8517"/>
                  </a:lnTo>
                  <a:lnTo>
                    <a:pt x="14794" y="3336"/>
                  </a:lnTo>
                  <a:lnTo>
                    <a:pt x="11873" y="0"/>
                  </a:lnTo>
                  <a:lnTo>
                    <a:pt x="5797" y="2766"/>
                  </a:lnTo>
                  <a:lnTo>
                    <a:pt x="7235" y="55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086A3708-D7DE-2DC6-0A84-C34E1460B31B}"/>
                </a:ext>
              </a:extLst>
            </p:cNvPr>
            <p:cNvSpPr>
              <a:spLocks/>
            </p:cNvSpPr>
            <p:nvPr/>
          </p:nvSpPr>
          <p:spPr>
            <a:xfrm>
              <a:off x="2701438" y="2021363"/>
              <a:ext cx="13844" cy="15530"/>
            </a:xfrm>
            <a:custGeom>
              <a:avLst/>
              <a:gdLst>
                <a:gd name="connsiteX0" fmla="*/ 1623 w 9275"/>
                <a:gd name="connsiteY0" fmla="*/ 10404 h 10404"/>
                <a:gd name="connsiteX1" fmla="*/ 8116 w 9275"/>
                <a:gd name="connsiteY1" fmla="*/ 10404 h 10404"/>
                <a:gd name="connsiteX2" fmla="*/ 9275 w 9275"/>
                <a:gd name="connsiteY2" fmla="*/ 5224 h 10404"/>
                <a:gd name="connsiteX3" fmla="*/ 8116 w 9275"/>
                <a:gd name="connsiteY3" fmla="*/ 0 h 10404"/>
                <a:gd name="connsiteX4" fmla="*/ 0 w 9275"/>
                <a:gd name="connsiteY4" fmla="*/ 5224 h 10404"/>
                <a:gd name="connsiteX5" fmla="*/ 1623 w 9275"/>
                <a:gd name="connsiteY5" fmla="*/ 10404 h 1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75" h="10404">
                  <a:moveTo>
                    <a:pt x="1623" y="10404"/>
                  </a:moveTo>
                  <a:lnTo>
                    <a:pt x="8116" y="10404"/>
                  </a:lnTo>
                  <a:lnTo>
                    <a:pt x="9275" y="5224"/>
                  </a:lnTo>
                  <a:lnTo>
                    <a:pt x="8116" y="0"/>
                  </a:lnTo>
                  <a:lnTo>
                    <a:pt x="0" y="5224"/>
                  </a:lnTo>
                  <a:lnTo>
                    <a:pt x="1623" y="1040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BB2FBD0E-699B-A28B-DC36-97FD3D71BC1F}"/>
                </a:ext>
              </a:extLst>
            </p:cNvPr>
            <p:cNvSpPr>
              <a:spLocks/>
            </p:cNvSpPr>
            <p:nvPr/>
          </p:nvSpPr>
          <p:spPr>
            <a:xfrm>
              <a:off x="3080510" y="2328664"/>
              <a:ext cx="19866" cy="18694"/>
            </a:xfrm>
            <a:custGeom>
              <a:avLst/>
              <a:gdLst>
                <a:gd name="connsiteX0" fmla="*/ 13310 w 13310"/>
                <a:gd name="connsiteY0" fmla="*/ 2910 h 12524"/>
                <a:gd name="connsiteX1" fmla="*/ 6075 w 13310"/>
                <a:gd name="connsiteY1" fmla="*/ 5105 h 12524"/>
                <a:gd name="connsiteX2" fmla="*/ 6075 w 13310"/>
                <a:gd name="connsiteY2" fmla="*/ 715 h 12524"/>
                <a:gd name="connsiteX3" fmla="*/ 0 w 13310"/>
                <a:gd name="connsiteY3" fmla="*/ 3744 h 12524"/>
                <a:gd name="connsiteX4" fmla="*/ 2041 w 13310"/>
                <a:gd name="connsiteY4" fmla="*/ 6641 h 12524"/>
                <a:gd name="connsiteX5" fmla="*/ 0 w 13310"/>
                <a:gd name="connsiteY5" fmla="*/ 12524 h 12524"/>
                <a:gd name="connsiteX6" fmla="*/ 3478 w 13310"/>
                <a:gd name="connsiteY6" fmla="*/ 12524 h 12524"/>
                <a:gd name="connsiteX7" fmla="*/ 6075 w 13310"/>
                <a:gd name="connsiteY7" fmla="*/ 9495 h 12524"/>
                <a:gd name="connsiteX8" fmla="*/ 13310 w 13310"/>
                <a:gd name="connsiteY8" fmla="*/ 5105 h 12524"/>
                <a:gd name="connsiteX9" fmla="*/ 13310 w 13310"/>
                <a:gd name="connsiteY9" fmla="*/ 2910 h 12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0" h="12524">
                  <a:moveTo>
                    <a:pt x="13310" y="2910"/>
                  </a:moveTo>
                  <a:lnTo>
                    <a:pt x="6075" y="5105"/>
                  </a:lnTo>
                  <a:lnTo>
                    <a:pt x="6075" y="715"/>
                  </a:lnTo>
                  <a:cubicBezTo>
                    <a:pt x="417" y="-1963"/>
                    <a:pt x="0" y="3744"/>
                    <a:pt x="0" y="3744"/>
                  </a:cubicBezTo>
                  <a:lnTo>
                    <a:pt x="2041" y="6641"/>
                  </a:lnTo>
                  <a:lnTo>
                    <a:pt x="0" y="12524"/>
                  </a:lnTo>
                  <a:lnTo>
                    <a:pt x="3478" y="12524"/>
                  </a:lnTo>
                  <a:lnTo>
                    <a:pt x="6075" y="9495"/>
                  </a:lnTo>
                  <a:lnTo>
                    <a:pt x="13310" y="5105"/>
                  </a:lnTo>
                  <a:lnTo>
                    <a:pt x="13310" y="291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5E6104C9-B915-BF3A-256A-C986863BB33F}"/>
                </a:ext>
              </a:extLst>
            </p:cNvPr>
            <p:cNvSpPr>
              <a:spLocks/>
            </p:cNvSpPr>
            <p:nvPr/>
          </p:nvSpPr>
          <p:spPr>
            <a:xfrm>
              <a:off x="3089578" y="2362953"/>
              <a:ext cx="4291" cy="12645"/>
            </a:xfrm>
            <a:custGeom>
              <a:avLst/>
              <a:gdLst>
                <a:gd name="connsiteX0" fmla="*/ 557 w 2875"/>
                <a:gd name="connsiteY0" fmla="*/ 8473 h 8472"/>
                <a:gd name="connsiteX1" fmla="*/ 2875 w 2875"/>
                <a:gd name="connsiteY1" fmla="*/ 1054 h 8472"/>
                <a:gd name="connsiteX2" fmla="*/ 0 w 2875"/>
                <a:gd name="connsiteY2" fmla="*/ 0 h 8472"/>
                <a:gd name="connsiteX3" fmla="*/ 557 w 2875"/>
                <a:gd name="connsiteY3" fmla="*/ 8473 h 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5" h="8472">
                  <a:moveTo>
                    <a:pt x="557" y="8473"/>
                  </a:moveTo>
                  <a:lnTo>
                    <a:pt x="2875" y="1054"/>
                  </a:lnTo>
                  <a:lnTo>
                    <a:pt x="0" y="0"/>
                  </a:lnTo>
                  <a:lnTo>
                    <a:pt x="557" y="84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9A7E4F5D-F975-BCFE-34C7-FF70E54521A0}"/>
                </a:ext>
              </a:extLst>
            </p:cNvPr>
            <p:cNvSpPr>
              <a:spLocks/>
            </p:cNvSpPr>
            <p:nvPr/>
          </p:nvSpPr>
          <p:spPr>
            <a:xfrm>
              <a:off x="6012501" y="2640591"/>
              <a:ext cx="9967" cy="5634"/>
            </a:xfrm>
            <a:custGeom>
              <a:avLst/>
              <a:gdLst>
                <a:gd name="connsiteX0" fmla="*/ 1762 w 6678"/>
                <a:gd name="connsiteY0" fmla="*/ 0 h 3775"/>
                <a:gd name="connsiteX1" fmla="*/ 0 w 6678"/>
                <a:gd name="connsiteY1" fmla="*/ 3029 h 3775"/>
                <a:gd name="connsiteX2" fmla="*/ 4359 w 6678"/>
                <a:gd name="connsiteY2" fmla="*/ 3029 h 3775"/>
                <a:gd name="connsiteX3" fmla="*/ 6678 w 6678"/>
                <a:gd name="connsiteY3" fmla="*/ 3775 h 3775"/>
                <a:gd name="connsiteX4" fmla="*/ 5890 w 6678"/>
                <a:gd name="connsiteY4" fmla="*/ 790 h 3775"/>
                <a:gd name="connsiteX5" fmla="*/ 1762 w 6678"/>
                <a:gd name="connsiteY5" fmla="*/ 0 h 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8" h="3775">
                  <a:moveTo>
                    <a:pt x="1762" y="0"/>
                  </a:moveTo>
                  <a:lnTo>
                    <a:pt x="0" y="3029"/>
                  </a:lnTo>
                  <a:lnTo>
                    <a:pt x="4359" y="3029"/>
                  </a:lnTo>
                  <a:lnTo>
                    <a:pt x="6678" y="3775"/>
                  </a:lnTo>
                  <a:lnTo>
                    <a:pt x="5890" y="790"/>
                  </a:lnTo>
                  <a:lnTo>
                    <a:pt x="176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2305069A-4A03-59EE-2657-62E0CB92DE9F}"/>
                </a:ext>
              </a:extLst>
            </p:cNvPr>
            <p:cNvSpPr>
              <a:spLocks/>
            </p:cNvSpPr>
            <p:nvPr/>
          </p:nvSpPr>
          <p:spPr>
            <a:xfrm>
              <a:off x="2710090" y="2072539"/>
              <a:ext cx="6922" cy="5766"/>
            </a:xfrm>
            <a:custGeom>
              <a:avLst/>
              <a:gdLst>
                <a:gd name="connsiteX0" fmla="*/ 0 w 4637"/>
                <a:gd name="connsiteY0" fmla="*/ 1932 h 3863"/>
                <a:gd name="connsiteX1" fmla="*/ 0 w 4637"/>
                <a:gd name="connsiteY1" fmla="*/ 3863 h 3863"/>
                <a:gd name="connsiteX2" fmla="*/ 4638 w 4637"/>
                <a:gd name="connsiteY2" fmla="*/ 3863 h 3863"/>
                <a:gd name="connsiteX3" fmla="*/ 3200 w 4637"/>
                <a:gd name="connsiteY3" fmla="*/ 0 h 3863"/>
                <a:gd name="connsiteX4" fmla="*/ 0 w 4637"/>
                <a:gd name="connsiteY4" fmla="*/ 1932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3863">
                  <a:moveTo>
                    <a:pt x="0" y="1932"/>
                  </a:moveTo>
                  <a:lnTo>
                    <a:pt x="0" y="3863"/>
                  </a:lnTo>
                  <a:lnTo>
                    <a:pt x="4638" y="3863"/>
                  </a:lnTo>
                  <a:lnTo>
                    <a:pt x="3200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A2B35A2C-AADB-3AF2-99C6-168614233BC5}"/>
                </a:ext>
              </a:extLst>
            </p:cNvPr>
            <p:cNvSpPr>
              <a:spLocks/>
            </p:cNvSpPr>
            <p:nvPr/>
          </p:nvSpPr>
          <p:spPr>
            <a:xfrm>
              <a:off x="3185176" y="2236356"/>
              <a:ext cx="15574" cy="13105"/>
            </a:xfrm>
            <a:custGeom>
              <a:avLst/>
              <a:gdLst>
                <a:gd name="connsiteX0" fmla="*/ 10435 w 10434"/>
                <a:gd name="connsiteY0" fmla="*/ 4127 h 8780"/>
                <a:gd name="connsiteX1" fmla="*/ 8116 w 10434"/>
                <a:gd name="connsiteY1" fmla="*/ 0 h 8780"/>
                <a:gd name="connsiteX2" fmla="*/ 0 w 10434"/>
                <a:gd name="connsiteY2" fmla="*/ 6585 h 8780"/>
                <a:gd name="connsiteX3" fmla="*/ 5797 w 10434"/>
                <a:gd name="connsiteY3" fmla="*/ 8780 h 8780"/>
                <a:gd name="connsiteX4" fmla="*/ 10435 w 10434"/>
                <a:gd name="connsiteY4" fmla="*/ 4127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34" h="8780">
                  <a:moveTo>
                    <a:pt x="10435" y="4127"/>
                  </a:moveTo>
                  <a:lnTo>
                    <a:pt x="8116" y="0"/>
                  </a:lnTo>
                  <a:lnTo>
                    <a:pt x="0" y="6585"/>
                  </a:lnTo>
                  <a:lnTo>
                    <a:pt x="5797" y="8780"/>
                  </a:lnTo>
                  <a:lnTo>
                    <a:pt x="10435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9232E103-1D20-FCB6-397E-82072DA73774}"/>
                </a:ext>
              </a:extLst>
            </p:cNvPr>
            <p:cNvSpPr>
              <a:spLocks/>
            </p:cNvSpPr>
            <p:nvPr/>
          </p:nvSpPr>
          <p:spPr>
            <a:xfrm>
              <a:off x="5869761" y="3265124"/>
              <a:ext cx="41534" cy="18020"/>
            </a:xfrm>
            <a:custGeom>
              <a:avLst/>
              <a:gdLst>
                <a:gd name="connsiteX0" fmla="*/ 13913 w 27826"/>
                <a:gd name="connsiteY0" fmla="*/ 1405 h 12072"/>
                <a:gd name="connsiteX1" fmla="*/ 11038 w 27826"/>
                <a:gd name="connsiteY1" fmla="*/ 4653 h 12072"/>
                <a:gd name="connsiteX2" fmla="*/ 0 w 27826"/>
                <a:gd name="connsiteY2" fmla="*/ 4653 h 12072"/>
                <a:gd name="connsiteX3" fmla="*/ 11594 w 27826"/>
                <a:gd name="connsiteY3" fmla="*/ 12073 h 12072"/>
                <a:gd name="connsiteX4" fmla="*/ 19525 w 27826"/>
                <a:gd name="connsiteY4" fmla="*/ 9043 h 12072"/>
                <a:gd name="connsiteX5" fmla="*/ 27826 w 27826"/>
                <a:gd name="connsiteY5" fmla="*/ 2327 h 12072"/>
                <a:gd name="connsiteX6" fmla="*/ 22307 w 27826"/>
                <a:gd name="connsiteY6" fmla="*/ 2327 h 12072"/>
                <a:gd name="connsiteX7" fmla="*/ 20870 w 27826"/>
                <a:gd name="connsiteY7" fmla="*/ 0 h 12072"/>
                <a:gd name="connsiteX8" fmla="*/ 17670 w 27826"/>
                <a:gd name="connsiteY8" fmla="*/ 2327 h 12072"/>
                <a:gd name="connsiteX9" fmla="*/ 20592 w 27826"/>
                <a:gd name="connsiteY9" fmla="*/ 4653 h 12072"/>
                <a:gd name="connsiteX10" fmla="*/ 13913 w 27826"/>
                <a:gd name="connsiteY10" fmla="*/ 5488 h 12072"/>
                <a:gd name="connsiteX11" fmla="*/ 13913 w 27826"/>
                <a:gd name="connsiteY11" fmla="*/ 1405 h 1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826" h="12072">
                  <a:moveTo>
                    <a:pt x="13913" y="1405"/>
                  </a:moveTo>
                  <a:lnTo>
                    <a:pt x="11038" y="4653"/>
                  </a:lnTo>
                  <a:lnTo>
                    <a:pt x="0" y="4653"/>
                  </a:lnTo>
                  <a:lnTo>
                    <a:pt x="11594" y="12073"/>
                  </a:lnTo>
                  <a:lnTo>
                    <a:pt x="19525" y="9043"/>
                  </a:lnTo>
                  <a:lnTo>
                    <a:pt x="27826" y="2327"/>
                  </a:lnTo>
                  <a:lnTo>
                    <a:pt x="22307" y="2327"/>
                  </a:lnTo>
                  <a:lnTo>
                    <a:pt x="20870" y="0"/>
                  </a:lnTo>
                  <a:lnTo>
                    <a:pt x="17670" y="2327"/>
                  </a:lnTo>
                  <a:lnTo>
                    <a:pt x="20592" y="4653"/>
                  </a:lnTo>
                  <a:lnTo>
                    <a:pt x="13913" y="5488"/>
                  </a:lnTo>
                  <a:lnTo>
                    <a:pt x="13913" y="140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B5FF97E8-749C-8F8A-C1EC-EE85C5154E46}"/>
                </a:ext>
              </a:extLst>
            </p:cNvPr>
            <p:cNvSpPr>
              <a:spLocks/>
            </p:cNvSpPr>
            <p:nvPr/>
          </p:nvSpPr>
          <p:spPr>
            <a:xfrm>
              <a:off x="3089578" y="2287138"/>
              <a:ext cx="21597" cy="34401"/>
            </a:xfrm>
            <a:custGeom>
              <a:avLst/>
              <a:gdLst>
                <a:gd name="connsiteX0" fmla="*/ 12429 w 14469"/>
                <a:gd name="connsiteY0" fmla="*/ 0 h 23047"/>
                <a:gd name="connsiteX1" fmla="*/ 0 w 14469"/>
                <a:gd name="connsiteY1" fmla="*/ 13170 h 23047"/>
                <a:gd name="connsiteX2" fmla="*/ 0 w 14469"/>
                <a:gd name="connsiteY2" fmla="*/ 16463 h 23047"/>
                <a:gd name="connsiteX3" fmla="*/ 1994 w 14469"/>
                <a:gd name="connsiteY3" fmla="*/ 19755 h 23047"/>
                <a:gd name="connsiteX4" fmla="*/ 4035 w 14469"/>
                <a:gd name="connsiteY4" fmla="*/ 20062 h 23047"/>
                <a:gd name="connsiteX5" fmla="*/ 6354 w 14469"/>
                <a:gd name="connsiteY5" fmla="*/ 23048 h 23047"/>
                <a:gd name="connsiteX6" fmla="*/ 9275 w 14469"/>
                <a:gd name="connsiteY6" fmla="*/ 23048 h 23047"/>
                <a:gd name="connsiteX7" fmla="*/ 9275 w 14469"/>
                <a:gd name="connsiteY7" fmla="*/ 15936 h 23047"/>
                <a:gd name="connsiteX8" fmla="*/ 14470 w 14469"/>
                <a:gd name="connsiteY8" fmla="*/ 13170 h 23047"/>
                <a:gd name="connsiteX9" fmla="*/ 12429 w 14469"/>
                <a:gd name="connsiteY9" fmla="*/ 9878 h 23047"/>
                <a:gd name="connsiteX10" fmla="*/ 9554 w 14469"/>
                <a:gd name="connsiteY10" fmla="*/ 10712 h 23047"/>
                <a:gd name="connsiteX11" fmla="*/ 8255 w 14469"/>
                <a:gd name="connsiteY11" fmla="*/ 13477 h 23047"/>
                <a:gd name="connsiteX12" fmla="*/ 6354 w 14469"/>
                <a:gd name="connsiteY12" fmla="*/ 15936 h 23047"/>
                <a:gd name="connsiteX13" fmla="*/ 4035 w 14469"/>
                <a:gd name="connsiteY13" fmla="*/ 13477 h 23047"/>
                <a:gd name="connsiteX14" fmla="*/ 12429 w 14469"/>
                <a:gd name="connsiteY14" fmla="*/ 2766 h 23047"/>
                <a:gd name="connsiteX15" fmla="*/ 12429 w 14469"/>
                <a:gd name="connsiteY15" fmla="*/ 0 h 23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469" h="23047">
                  <a:moveTo>
                    <a:pt x="12429" y="0"/>
                  </a:moveTo>
                  <a:lnTo>
                    <a:pt x="0" y="13170"/>
                  </a:lnTo>
                  <a:lnTo>
                    <a:pt x="0" y="16463"/>
                  </a:lnTo>
                  <a:lnTo>
                    <a:pt x="1994" y="19755"/>
                  </a:lnTo>
                  <a:lnTo>
                    <a:pt x="4035" y="20062"/>
                  </a:lnTo>
                  <a:lnTo>
                    <a:pt x="6354" y="23048"/>
                  </a:lnTo>
                  <a:lnTo>
                    <a:pt x="9275" y="23048"/>
                  </a:lnTo>
                  <a:lnTo>
                    <a:pt x="9275" y="15936"/>
                  </a:lnTo>
                  <a:lnTo>
                    <a:pt x="14470" y="13170"/>
                  </a:lnTo>
                  <a:lnTo>
                    <a:pt x="12429" y="9878"/>
                  </a:lnTo>
                  <a:lnTo>
                    <a:pt x="9554" y="10712"/>
                  </a:lnTo>
                  <a:lnTo>
                    <a:pt x="8255" y="13477"/>
                  </a:lnTo>
                  <a:lnTo>
                    <a:pt x="6354" y="15936"/>
                  </a:lnTo>
                  <a:lnTo>
                    <a:pt x="4035" y="13477"/>
                  </a:lnTo>
                  <a:lnTo>
                    <a:pt x="12429" y="2766"/>
                  </a:lnTo>
                  <a:lnTo>
                    <a:pt x="1242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BC1C541C-6C5D-D0AE-BE63-18347BFC4DA1}"/>
                </a:ext>
              </a:extLst>
            </p:cNvPr>
            <p:cNvSpPr>
              <a:spLocks/>
            </p:cNvSpPr>
            <p:nvPr/>
          </p:nvSpPr>
          <p:spPr>
            <a:xfrm>
              <a:off x="3160048" y="2175350"/>
              <a:ext cx="7336" cy="11858"/>
            </a:xfrm>
            <a:custGeom>
              <a:avLst/>
              <a:gdLst>
                <a:gd name="connsiteX0" fmla="*/ 2458 w 4915"/>
                <a:gd name="connsiteY0" fmla="*/ 0 h 7945"/>
                <a:gd name="connsiteX1" fmla="*/ 0 w 4915"/>
                <a:gd name="connsiteY1" fmla="*/ 4390 h 7945"/>
                <a:gd name="connsiteX2" fmla="*/ 0 w 4915"/>
                <a:gd name="connsiteY2" fmla="*/ 7946 h 7945"/>
                <a:gd name="connsiteX3" fmla="*/ 4916 w 4915"/>
                <a:gd name="connsiteY3" fmla="*/ 7946 h 7945"/>
                <a:gd name="connsiteX4" fmla="*/ 2458 w 4915"/>
                <a:gd name="connsiteY4" fmla="*/ 0 h 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7945">
                  <a:moveTo>
                    <a:pt x="2458" y="0"/>
                  </a:moveTo>
                  <a:lnTo>
                    <a:pt x="0" y="4390"/>
                  </a:lnTo>
                  <a:lnTo>
                    <a:pt x="0" y="7946"/>
                  </a:lnTo>
                  <a:lnTo>
                    <a:pt x="4916" y="7946"/>
                  </a:lnTo>
                  <a:lnTo>
                    <a:pt x="245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489CF858-AC69-A5B2-307E-F25BBB4222CD}"/>
                </a:ext>
              </a:extLst>
            </p:cNvPr>
            <p:cNvSpPr>
              <a:spLocks/>
            </p:cNvSpPr>
            <p:nvPr/>
          </p:nvSpPr>
          <p:spPr>
            <a:xfrm>
              <a:off x="3139280" y="2194156"/>
              <a:ext cx="16475" cy="16381"/>
            </a:xfrm>
            <a:custGeom>
              <a:avLst/>
              <a:gdLst>
                <a:gd name="connsiteX0" fmla="*/ 4081 w 11037"/>
                <a:gd name="connsiteY0" fmla="*/ 7726 h 10975"/>
                <a:gd name="connsiteX1" fmla="*/ 7560 w 11037"/>
                <a:gd name="connsiteY1" fmla="*/ 10975 h 10975"/>
                <a:gd name="connsiteX2" fmla="*/ 11038 w 11037"/>
                <a:gd name="connsiteY2" fmla="*/ 6585 h 10975"/>
                <a:gd name="connsiteX3" fmla="*/ 4081 w 11037"/>
                <a:gd name="connsiteY3" fmla="*/ 0 h 10975"/>
                <a:gd name="connsiteX4" fmla="*/ 0 w 11037"/>
                <a:gd name="connsiteY4" fmla="*/ 1932 h 10975"/>
                <a:gd name="connsiteX5" fmla="*/ 1484 w 11037"/>
                <a:gd name="connsiteY5" fmla="*/ 7726 h 10975"/>
                <a:gd name="connsiteX6" fmla="*/ 4081 w 11037"/>
                <a:gd name="connsiteY6" fmla="*/ 7726 h 1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37" h="10975">
                  <a:moveTo>
                    <a:pt x="4081" y="7726"/>
                  </a:moveTo>
                  <a:lnTo>
                    <a:pt x="7560" y="10975"/>
                  </a:lnTo>
                  <a:lnTo>
                    <a:pt x="11038" y="6585"/>
                  </a:lnTo>
                  <a:lnTo>
                    <a:pt x="4081" y="0"/>
                  </a:lnTo>
                  <a:lnTo>
                    <a:pt x="0" y="1932"/>
                  </a:lnTo>
                  <a:lnTo>
                    <a:pt x="1484" y="7726"/>
                  </a:lnTo>
                  <a:lnTo>
                    <a:pt x="4081" y="772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57CE8C81-DEA9-3B03-83FC-E1CD04093872}"/>
                </a:ext>
              </a:extLst>
            </p:cNvPr>
            <p:cNvSpPr>
              <a:spLocks/>
            </p:cNvSpPr>
            <p:nvPr/>
          </p:nvSpPr>
          <p:spPr>
            <a:xfrm>
              <a:off x="6489317" y="4075231"/>
              <a:ext cx="16475" cy="25424"/>
            </a:xfrm>
            <a:custGeom>
              <a:avLst/>
              <a:gdLst>
                <a:gd name="connsiteX0" fmla="*/ 0 w 11037"/>
                <a:gd name="connsiteY0" fmla="*/ 16067 h 17033"/>
                <a:gd name="connsiteX1" fmla="*/ 2041 w 11037"/>
                <a:gd name="connsiteY1" fmla="*/ 17033 h 17033"/>
                <a:gd name="connsiteX2" fmla="*/ 2041 w 11037"/>
                <a:gd name="connsiteY2" fmla="*/ 8473 h 17033"/>
                <a:gd name="connsiteX3" fmla="*/ 6957 w 11037"/>
                <a:gd name="connsiteY3" fmla="*/ 8473 h 17033"/>
                <a:gd name="connsiteX4" fmla="*/ 11038 w 11037"/>
                <a:gd name="connsiteY4" fmla="*/ 5224 h 17033"/>
                <a:gd name="connsiteX5" fmla="*/ 11038 w 11037"/>
                <a:gd name="connsiteY5" fmla="*/ 2458 h 17033"/>
                <a:gd name="connsiteX6" fmla="*/ 371 w 11037"/>
                <a:gd name="connsiteY6" fmla="*/ 0 h 17033"/>
                <a:gd name="connsiteX7" fmla="*/ 278 w 11037"/>
                <a:gd name="connsiteY7" fmla="*/ 88 h 17033"/>
                <a:gd name="connsiteX8" fmla="*/ 0 w 11037"/>
                <a:gd name="connsiteY8" fmla="*/ 16067 h 17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37" h="17033">
                  <a:moveTo>
                    <a:pt x="0" y="16067"/>
                  </a:moveTo>
                  <a:lnTo>
                    <a:pt x="2041" y="17033"/>
                  </a:lnTo>
                  <a:lnTo>
                    <a:pt x="2041" y="8473"/>
                  </a:lnTo>
                  <a:lnTo>
                    <a:pt x="6957" y="8473"/>
                  </a:lnTo>
                  <a:lnTo>
                    <a:pt x="11038" y="5224"/>
                  </a:lnTo>
                  <a:lnTo>
                    <a:pt x="11038" y="2458"/>
                  </a:lnTo>
                  <a:lnTo>
                    <a:pt x="371" y="0"/>
                  </a:lnTo>
                  <a:lnTo>
                    <a:pt x="278" y="88"/>
                  </a:lnTo>
                  <a:lnTo>
                    <a:pt x="0" y="1606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747C24DE-BE4F-9439-ADBB-2D893029CC3D}"/>
                </a:ext>
              </a:extLst>
            </p:cNvPr>
            <p:cNvSpPr>
              <a:spLocks/>
            </p:cNvSpPr>
            <p:nvPr/>
          </p:nvSpPr>
          <p:spPr>
            <a:xfrm>
              <a:off x="3100376" y="2392687"/>
              <a:ext cx="17389" cy="9736"/>
            </a:xfrm>
            <a:custGeom>
              <a:avLst/>
              <a:gdLst>
                <a:gd name="connsiteX0" fmla="*/ 11594 w 11650"/>
                <a:gd name="connsiteY0" fmla="*/ 6112 h 6523"/>
                <a:gd name="connsiteX1" fmla="*/ 7235 w 11650"/>
                <a:gd name="connsiteY1" fmla="*/ 2556 h 6523"/>
                <a:gd name="connsiteX2" fmla="*/ 0 w 11650"/>
                <a:gd name="connsiteY2" fmla="*/ 2556 h 6523"/>
                <a:gd name="connsiteX3" fmla="*/ 11594 w 11650"/>
                <a:gd name="connsiteY3" fmla="*/ 6112 h 6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50" h="6523">
                  <a:moveTo>
                    <a:pt x="11594" y="6112"/>
                  </a:moveTo>
                  <a:cubicBezTo>
                    <a:pt x="11594" y="6112"/>
                    <a:pt x="12475" y="3083"/>
                    <a:pt x="7235" y="2556"/>
                  </a:cubicBezTo>
                  <a:cubicBezTo>
                    <a:pt x="7235" y="2556"/>
                    <a:pt x="1159" y="-3195"/>
                    <a:pt x="0" y="2556"/>
                  </a:cubicBezTo>
                  <a:cubicBezTo>
                    <a:pt x="0" y="2556"/>
                    <a:pt x="2597" y="8043"/>
                    <a:pt x="11594" y="61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CAE534B-F5F5-3AAB-29B4-96600018A025}"/>
                </a:ext>
              </a:extLst>
            </p:cNvPr>
            <p:cNvSpPr>
              <a:spLocks/>
            </p:cNvSpPr>
            <p:nvPr/>
          </p:nvSpPr>
          <p:spPr>
            <a:xfrm>
              <a:off x="2719229" y="2113492"/>
              <a:ext cx="8167" cy="10680"/>
            </a:xfrm>
            <a:custGeom>
              <a:avLst/>
              <a:gdLst>
                <a:gd name="connsiteX0" fmla="*/ 5472 w 5472"/>
                <a:gd name="connsiteY0" fmla="*/ 7156 h 7155"/>
                <a:gd name="connsiteX1" fmla="*/ 2319 w 5472"/>
                <a:gd name="connsiteY1" fmla="*/ 0 h 7155"/>
                <a:gd name="connsiteX2" fmla="*/ 0 w 5472"/>
                <a:gd name="connsiteY2" fmla="*/ 3556 h 7155"/>
                <a:gd name="connsiteX3" fmla="*/ 2319 w 5472"/>
                <a:gd name="connsiteY3" fmla="*/ 7156 h 7155"/>
                <a:gd name="connsiteX4" fmla="*/ 5472 w 5472"/>
                <a:gd name="connsiteY4" fmla="*/ 7156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2" h="7155">
                  <a:moveTo>
                    <a:pt x="5472" y="7156"/>
                  </a:moveTo>
                  <a:lnTo>
                    <a:pt x="2319" y="0"/>
                  </a:lnTo>
                  <a:lnTo>
                    <a:pt x="0" y="3556"/>
                  </a:lnTo>
                  <a:lnTo>
                    <a:pt x="2319" y="7156"/>
                  </a:lnTo>
                  <a:lnTo>
                    <a:pt x="5472" y="71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964835FC-36E9-A1E5-1206-3CC7A1630139}"/>
                </a:ext>
              </a:extLst>
            </p:cNvPr>
            <p:cNvSpPr>
              <a:spLocks/>
            </p:cNvSpPr>
            <p:nvPr/>
          </p:nvSpPr>
          <p:spPr>
            <a:xfrm>
              <a:off x="3052335" y="2252979"/>
              <a:ext cx="58840" cy="16991"/>
            </a:xfrm>
            <a:custGeom>
              <a:avLst/>
              <a:gdLst>
                <a:gd name="connsiteX0" fmla="*/ 0 w 39420"/>
                <a:gd name="connsiteY0" fmla="*/ 8091 h 11383"/>
                <a:gd name="connsiteX1" fmla="*/ 2597 w 39420"/>
                <a:gd name="connsiteY1" fmla="*/ 9452 h 11383"/>
                <a:gd name="connsiteX2" fmla="*/ 34783 w 39420"/>
                <a:gd name="connsiteY2" fmla="*/ 11384 h 11383"/>
                <a:gd name="connsiteX3" fmla="*/ 39421 w 39420"/>
                <a:gd name="connsiteY3" fmla="*/ 4272 h 11383"/>
                <a:gd name="connsiteX4" fmla="*/ 0 w 39420"/>
                <a:gd name="connsiteY4" fmla="*/ 8135 h 1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20" h="11383">
                  <a:moveTo>
                    <a:pt x="0" y="8091"/>
                  </a:moveTo>
                  <a:lnTo>
                    <a:pt x="2597" y="9452"/>
                  </a:lnTo>
                  <a:cubicBezTo>
                    <a:pt x="25786" y="-4552"/>
                    <a:pt x="34783" y="11384"/>
                    <a:pt x="34783" y="11384"/>
                  </a:cubicBezTo>
                  <a:lnTo>
                    <a:pt x="39421" y="4272"/>
                  </a:lnTo>
                  <a:cubicBezTo>
                    <a:pt x="10157" y="-7230"/>
                    <a:pt x="0" y="8135"/>
                    <a:pt x="0" y="813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84C85731-3673-61F0-3CC4-F65A47B605A7}"/>
                </a:ext>
              </a:extLst>
            </p:cNvPr>
            <p:cNvSpPr>
              <a:spLocks/>
            </p:cNvSpPr>
            <p:nvPr/>
          </p:nvSpPr>
          <p:spPr>
            <a:xfrm>
              <a:off x="4307024" y="4716672"/>
              <a:ext cx="46172" cy="38003"/>
            </a:xfrm>
            <a:custGeom>
              <a:avLst/>
              <a:gdLst>
                <a:gd name="connsiteX0" fmla="*/ 27687 w 30933"/>
                <a:gd name="connsiteY0" fmla="*/ 0 h 25461"/>
                <a:gd name="connsiteX1" fmla="*/ 27409 w 30933"/>
                <a:gd name="connsiteY1" fmla="*/ 88 h 25461"/>
                <a:gd name="connsiteX2" fmla="*/ 25229 w 30933"/>
                <a:gd name="connsiteY2" fmla="*/ 4039 h 25461"/>
                <a:gd name="connsiteX3" fmla="*/ 24626 w 30933"/>
                <a:gd name="connsiteY3" fmla="*/ 7595 h 25461"/>
                <a:gd name="connsiteX4" fmla="*/ 14191 w 30933"/>
                <a:gd name="connsiteY4" fmla="*/ 9263 h 25461"/>
                <a:gd name="connsiteX5" fmla="*/ 0 w 30933"/>
                <a:gd name="connsiteY5" fmla="*/ 25462 h 25461"/>
                <a:gd name="connsiteX6" fmla="*/ 24070 w 30933"/>
                <a:gd name="connsiteY6" fmla="*/ 15848 h 25461"/>
                <a:gd name="connsiteX7" fmla="*/ 29542 w 30933"/>
                <a:gd name="connsiteY7" fmla="*/ 8165 h 25461"/>
                <a:gd name="connsiteX8" fmla="*/ 29542 w 30933"/>
                <a:gd name="connsiteY8" fmla="*/ 4566 h 25461"/>
                <a:gd name="connsiteX9" fmla="*/ 30934 w 30933"/>
                <a:gd name="connsiteY9" fmla="*/ 3249 h 25461"/>
                <a:gd name="connsiteX10" fmla="*/ 30841 w 30933"/>
                <a:gd name="connsiteY10" fmla="*/ 3205 h 25461"/>
                <a:gd name="connsiteX11" fmla="*/ 27687 w 30933"/>
                <a:gd name="connsiteY11" fmla="*/ 0 h 25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933" h="25461">
                  <a:moveTo>
                    <a:pt x="27687" y="0"/>
                  </a:moveTo>
                  <a:lnTo>
                    <a:pt x="27409" y="88"/>
                  </a:lnTo>
                  <a:lnTo>
                    <a:pt x="25229" y="4039"/>
                  </a:lnTo>
                  <a:lnTo>
                    <a:pt x="24626" y="7595"/>
                  </a:lnTo>
                  <a:lnTo>
                    <a:pt x="14191" y="9263"/>
                  </a:lnTo>
                  <a:lnTo>
                    <a:pt x="0" y="25462"/>
                  </a:lnTo>
                  <a:lnTo>
                    <a:pt x="24070" y="15848"/>
                  </a:lnTo>
                  <a:lnTo>
                    <a:pt x="29542" y="8165"/>
                  </a:lnTo>
                  <a:lnTo>
                    <a:pt x="29542" y="4566"/>
                  </a:lnTo>
                  <a:lnTo>
                    <a:pt x="30934" y="3249"/>
                  </a:lnTo>
                  <a:lnTo>
                    <a:pt x="30841" y="3205"/>
                  </a:lnTo>
                  <a:lnTo>
                    <a:pt x="2768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4622F89D-6504-3A0B-9BC9-2A850A501E39}"/>
                </a:ext>
              </a:extLst>
            </p:cNvPr>
            <p:cNvSpPr>
              <a:spLocks/>
            </p:cNvSpPr>
            <p:nvPr/>
          </p:nvSpPr>
          <p:spPr>
            <a:xfrm>
              <a:off x="3060088" y="2166766"/>
              <a:ext cx="32465" cy="11008"/>
            </a:xfrm>
            <a:custGeom>
              <a:avLst/>
              <a:gdLst>
                <a:gd name="connsiteX0" fmla="*/ 14516 w 21750"/>
                <a:gd name="connsiteY0" fmla="*/ 7375 h 7375"/>
                <a:gd name="connsiteX1" fmla="*/ 15954 w 21750"/>
                <a:gd name="connsiteY1" fmla="*/ 5751 h 7375"/>
                <a:gd name="connsiteX2" fmla="*/ 21751 w 21750"/>
                <a:gd name="connsiteY2" fmla="*/ 0 h 7375"/>
                <a:gd name="connsiteX3" fmla="*/ 13357 w 21750"/>
                <a:gd name="connsiteY3" fmla="*/ 3688 h 7375"/>
                <a:gd name="connsiteX4" fmla="*/ 10899 w 21750"/>
                <a:gd name="connsiteY4" fmla="*/ 1932 h 7375"/>
                <a:gd name="connsiteX5" fmla="*/ 8997 w 21750"/>
                <a:gd name="connsiteY5" fmla="*/ 3688 h 7375"/>
                <a:gd name="connsiteX6" fmla="*/ 3339 w 21750"/>
                <a:gd name="connsiteY6" fmla="*/ 1932 h 7375"/>
                <a:gd name="connsiteX7" fmla="*/ 0 w 21750"/>
                <a:gd name="connsiteY7" fmla="*/ 1624 h 7375"/>
                <a:gd name="connsiteX8" fmla="*/ 7560 w 21750"/>
                <a:gd name="connsiteY8" fmla="*/ 7375 h 7375"/>
                <a:gd name="connsiteX9" fmla="*/ 14516 w 21750"/>
                <a:gd name="connsiteY9" fmla="*/ 7375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750" h="7375">
                  <a:moveTo>
                    <a:pt x="14516" y="7375"/>
                  </a:moveTo>
                  <a:lnTo>
                    <a:pt x="15954" y="5751"/>
                  </a:lnTo>
                  <a:lnTo>
                    <a:pt x="21751" y="0"/>
                  </a:lnTo>
                  <a:lnTo>
                    <a:pt x="13357" y="3688"/>
                  </a:lnTo>
                  <a:lnTo>
                    <a:pt x="10899" y="1932"/>
                  </a:lnTo>
                  <a:lnTo>
                    <a:pt x="8997" y="3688"/>
                  </a:lnTo>
                  <a:lnTo>
                    <a:pt x="3339" y="1932"/>
                  </a:lnTo>
                  <a:lnTo>
                    <a:pt x="0" y="1624"/>
                  </a:lnTo>
                  <a:lnTo>
                    <a:pt x="7560" y="7375"/>
                  </a:lnTo>
                  <a:lnTo>
                    <a:pt x="14516" y="737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008DEA9F-0A59-AB12-C57E-C5AC000C52E4}"/>
                </a:ext>
              </a:extLst>
            </p:cNvPr>
            <p:cNvSpPr>
              <a:spLocks/>
            </p:cNvSpPr>
            <p:nvPr/>
          </p:nvSpPr>
          <p:spPr>
            <a:xfrm>
              <a:off x="3118929" y="2226526"/>
              <a:ext cx="6506" cy="6946"/>
            </a:xfrm>
            <a:custGeom>
              <a:avLst/>
              <a:gdLst>
                <a:gd name="connsiteX0" fmla="*/ 4359 w 4359"/>
                <a:gd name="connsiteY0" fmla="*/ 0 h 4653"/>
                <a:gd name="connsiteX1" fmla="*/ 0 w 4359"/>
                <a:gd name="connsiteY1" fmla="*/ 2327 h 4653"/>
                <a:gd name="connsiteX2" fmla="*/ 4359 w 4359"/>
                <a:gd name="connsiteY2" fmla="*/ 4653 h 4653"/>
                <a:gd name="connsiteX3" fmla="*/ 4359 w 4359"/>
                <a:gd name="connsiteY3" fmla="*/ 0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59" h="4653">
                  <a:moveTo>
                    <a:pt x="4359" y="0"/>
                  </a:moveTo>
                  <a:lnTo>
                    <a:pt x="0" y="2327"/>
                  </a:lnTo>
                  <a:lnTo>
                    <a:pt x="4359" y="4653"/>
                  </a:lnTo>
                  <a:lnTo>
                    <a:pt x="435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1CDE61A5-C026-824D-003C-50DE02AB8BDF}"/>
                </a:ext>
              </a:extLst>
            </p:cNvPr>
            <p:cNvSpPr>
              <a:spLocks/>
            </p:cNvSpPr>
            <p:nvPr/>
          </p:nvSpPr>
          <p:spPr>
            <a:xfrm>
              <a:off x="3112006" y="2214666"/>
              <a:ext cx="9136" cy="7797"/>
            </a:xfrm>
            <a:custGeom>
              <a:avLst/>
              <a:gdLst>
                <a:gd name="connsiteX0" fmla="*/ 4638 w 6121"/>
                <a:gd name="connsiteY0" fmla="*/ 2590 h 5224"/>
                <a:gd name="connsiteX1" fmla="*/ 0 w 6121"/>
                <a:gd name="connsiteY1" fmla="*/ 0 h 5224"/>
                <a:gd name="connsiteX2" fmla="*/ 0 w 6121"/>
                <a:gd name="connsiteY2" fmla="*/ 5224 h 5224"/>
                <a:gd name="connsiteX3" fmla="*/ 6122 w 6121"/>
                <a:gd name="connsiteY3" fmla="*/ 5224 h 5224"/>
                <a:gd name="connsiteX4" fmla="*/ 4638 w 6121"/>
                <a:gd name="connsiteY4" fmla="*/ 2590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5224">
                  <a:moveTo>
                    <a:pt x="4638" y="2590"/>
                  </a:moveTo>
                  <a:lnTo>
                    <a:pt x="0" y="0"/>
                  </a:lnTo>
                  <a:lnTo>
                    <a:pt x="0" y="5224"/>
                  </a:lnTo>
                  <a:lnTo>
                    <a:pt x="6122" y="5224"/>
                  </a:lnTo>
                  <a:lnTo>
                    <a:pt x="4638" y="25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59CEC30E-8091-4C1B-0F34-DC1A7F9756B5}"/>
                </a:ext>
              </a:extLst>
            </p:cNvPr>
            <p:cNvSpPr>
              <a:spLocks/>
            </p:cNvSpPr>
            <p:nvPr/>
          </p:nvSpPr>
          <p:spPr>
            <a:xfrm>
              <a:off x="3106885" y="2180264"/>
              <a:ext cx="28104" cy="24179"/>
            </a:xfrm>
            <a:custGeom>
              <a:avLst/>
              <a:gdLst>
                <a:gd name="connsiteX0" fmla="*/ 12429 w 18829"/>
                <a:gd name="connsiteY0" fmla="*/ 14838 h 16199"/>
                <a:gd name="connsiteX1" fmla="*/ 8070 w 18829"/>
                <a:gd name="connsiteY1" fmla="*/ 12073 h 16199"/>
                <a:gd name="connsiteX2" fmla="*/ 13913 w 18829"/>
                <a:gd name="connsiteY2" fmla="*/ 10141 h 16199"/>
                <a:gd name="connsiteX3" fmla="*/ 18829 w 18829"/>
                <a:gd name="connsiteY3" fmla="*/ 10141 h 16199"/>
                <a:gd name="connsiteX4" fmla="*/ 12429 w 18829"/>
                <a:gd name="connsiteY4" fmla="*/ 6058 h 16199"/>
                <a:gd name="connsiteX5" fmla="*/ 10249 w 18829"/>
                <a:gd name="connsiteY5" fmla="*/ 0 h 16199"/>
                <a:gd name="connsiteX6" fmla="*/ 8070 w 18829"/>
                <a:gd name="connsiteY6" fmla="*/ 2195 h 16199"/>
                <a:gd name="connsiteX7" fmla="*/ 10249 w 18829"/>
                <a:gd name="connsiteY7" fmla="*/ 8078 h 16199"/>
                <a:gd name="connsiteX8" fmla="*/ 6493 w 18829"/>
                <a:gd name="connsiteY8" fmla="*/ 9043 h 16199"/>
                <a:gd name="connsiteX9" fmla="*/ 0 w 18829"/>
                <a:gd name="connsiteY9" fmla="*/ 10141 h 16199"/>
                <a:gd name="connsiteX10" fmla="*/ 10249 w 18829"/>
                <a:gd name="connsiteY10" fmla="*/ 16199 h 16199"/>
                <a:gd name="connsiteX11" fmla="*/ 12429 w 18829"/>
                <a:gd name="connsiteY11" fmla="*/ 14838 h 16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829" h="16199">
                  <a:moveTo>
                    <a:pt x="12429" y="14838"/>
                  </a:moveTo>
                  <a:lnTo>
                    <a:pt x="8070" y="12073"/>
                  </a:lnTo>
                  <a:lnTo>
                    <a:pt x="13913" y="10141"/>
                  </a:lnTo>
                  <a:lnTo>
                    <a:pt x="18829" y="10141"/>
                  </a:lnTo>
                  <a:lnTo>
                    <a:pt x="12429" y="6058"/>
                  </a:lnTo>
                  <a:lnTo>
                    <a:pt x="10249" y="0"/>
                  </a:lnTo>
                  <a:lnTo>
                    <a:pt x="8070" y="2195"/>
                  </a:lnTo>
                  <a:lnTo>
                    <a:pt x="10249" y="8078"/>
                  </a:lnTo>
                  <a:lnTo>
                    <a:pt x="6493" y="9043"/>
                  </a:lnTo>
                  <a:lnTo>
                    <a:pt x="0" y="10141"/>
                  </a:lnTo>
                  <a:lnTo>
                    <a:pt x="10249" y="16199"/>
                  </a:lnTo>
                  <a:lnTo>
                    <a:pt x="12429" y="1483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DA0F9868-62D7-5B44-501F-11F68C1A6A00}"/>
                </a:ext>
              </a:extLst>
            </p:cNvPr>
            <p:cNvSpPr>
              <a:spLocks/>
            </p:cNvSpPr>
            <p:nvPr/>
          </p:nvSpPr>
          <p:spPr>
            <a:xfrm>
              <a:off x="6536458" y="3974975"/>
              <a:ext cx="16890" cy="49472"/>
            </a:xfrm>
            <a:custGeom>
              <a:avLst/>
              <a:gdLst>
                <a:gd name="connsiteX0" fmla="*/ 2829 w 11316"/>
                <a:gd name="connsiteY0" fmla="*/ 2195 h 33144"/>
                <a:gd name="connsiteX1" fmla="*/ 0 w 11316"/>
                <a:gd name="connsiteY1" fmla="*/ 0 h 33144"/>
                <a:gd name="connsiteX2" fmla="*/ 0 w 11316"/>
                <a:gd name="connsiteY2" fmla="*/ 18043 h 33144"/>
                <a:gd name="connsiteX3" fmla="*/ 9554 w 11316"/>
                <a:gd name="connsiteY3" fmla="*/ 33145 h 33144"/>
                <a:gd name="connsiteX4" fmla="*/ 11316 w 11316"/>
                <a:gd name="connsiteY4" fmla="*/ 24628 h 33144"/>
                <a:gd name="connsiteX5" fmla="*/ 2458 w 11316"/>
                <a:gd name="connsiteY5" fmla="*/ 18043 h 33144"/>
                <a:gd name="connsiteX6" fmla="*/ 4870 w 11316"/>
                <a:gd name="connsiteY6" fmla="*/ 2590 h 33144"/>
                <a:gd name="connsiteX7" fmla="*/ 3432 w 11316"/>
                <a:gd name="connsiteY7" fmla="*/ 2414 h 33144"/>
                <a:gd name="connsiteX8" fmla="*/ 2829 w 11316"/>
                <a:gd name="connsiteY8" fmla="*/ 2195 h 33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16" h="33144">
                  <a:moveTo>
                    <a:pt x="2829" y="2195"/>
                  </a:moveTo>
                  <a:lnTo>
                    <a:pt x="0" y="0"/>
                  </a:lnTo>
                  <a:lnTo>
                    <a:pt x="0" y="18043"/>
                  </a:lnTo>
                  <a:lnTo>
                    <a:pt x="9554" y="33145"/>
                  </a:lnTo>
                  <a:lnTo>
                    <a:pt x="11316" y="24628"/>
                  </a:lnTo>
                  <a:lnTo>
                    <a:pt x="2458" y="18043"/>
                  </a:lnTo>
                  <a:lnTo>
                    <a:pt x="4870" y="2590"/>
                  </a:lnTo>
                  <a:lnTo>
                    <a:pt x="3432" y="2414"/>
                  </a:lnTo>
                  <a:cubicBezTo>
                    <a:pt x="3432" y="2414"/>
                    <a:pt x="3015" y="2327"/>
                    <a:pt x="2829" y="21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FFCA0E3B-CFDF-0569-1EA4-3F6DD5C919FB}"/>
                </a:ext>
              </a:extLst>
            </p:cNvPr>
            <p:cNvSpPr>
              <a:spLocks/>
            </p:cNvSpPr>
            <p:nvPr/>
          </p:nvSpPr>
          <p:spPr>
            <a:xfrm>
              <a:off x="2611445" y="1878449"/>
              <a:ext cx="5606" cy="6159"/>
            </a:xfrm>
            <a:custGeom>
              <a:avLst/>
              <a:gdLst>
                <a:gd name="connsiteX0" fmla="*/ 3757 w 3756"/>
                <a:gd name="connsiteY0" fmla="*/ 0 h 4126"/>
                <a:gd name="connsiteX1" fmla="*/ 0 w 3756"/>
                <a:gd name="connsiteY1" fmla="*/ 0 h 4126"/>
                <a:gd name="connsiteX2" fmla="*/ 0 w 3756"/>
                <a:gd name="connsiteY2" fmla="*/ 4127 h 4126"/>
                <a:gd name="connsiteX3" fmla="*/ 3757 w 3756"/>
                <a:gd name="connsiteY3" fmla="*/ 4127 h 4126"/>
                <a:gd name="connsiteX4" fmla="*/ 3757 w 3756"/>
                <a:gd name="connsiteY4" fmla="*/ 0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6" h="4126">
                  <a:moveTo>
                    <a:pt x="3757" y="0"/>
                  </a:moveTo>
                  <a:lnTo>
                    <a:pt x="0" y="0"/>
                  </a:lnTo>
                  <a:lnTo>
                    <a:pt x="0" y="4127"/>
                  </a:lnTo>
                  <a:lnTo>
                    <a:pt x="3757" y="4127"/>
                  </a:lnTo>
                  <a:lnTo>
                    <a:pt x="375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E7F74469-D804-974B-AF98-0316C85D5967}"/>
                </a:ext>
              </a:extLst>
            </p:cNvPr>
            <p:cNvSpPr>
              <a:spLocks/>
            </p:cNvSpPr>
            <p:nvPr/>
          </p:nvSpPr>
          <p:spPr>
            <a:xfrm>
              <a:off x="2749063" y="2588167"/>
              <a:ext cx="12944" cy="6553"/>
            </a:xfrm>
            <a:custGeom>
              <a:avLst/>
              <a:gdLst>
                <a:gd name="connsiteX0" fmla="*/ 0 w 8672"/>
                <a:gd name="connsiteY0" fmla="*/ 4390 h 4390"/>
                <a:gd name="connsiteX1" fmla="*/ 8673 w 8672"/>
                <a:gd name="connsiteY1" fmla="*/ 1932 h 4390"/>
                <a:gd name="connsiteX2" fmla="*/ 8673 w 8672"/>
                <a:gd name="connsiteY2" fmla="*/ 0 h 4390"/>
                <a:gd name="connsiteX3" fmla="*/ 0 w 8672"/>
                <a:gd name="connsiteY3" fmla="*/ 1932 h 4390"/>
                <a:gd name="connsiteX4" fmla="*/ 0 w 8672"/>
                <a:gd name="connsiteY4" fmla="*/ 439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72" h="4390">
                  <a:moveTo>
                    <a:pt x="0" y="4390"/>
                  </a:moveTo>
                  <a:lnTo>
                    <a:pt x="8673" y="1932"/>
                  </a:lnTo>
                  <a:lnTo>
                    <a:pt x="8673" y="0"/>
                  </a:lnTo>
                  <a:lnTo>
                    <a:pt x="0" y="1932"/>
                  </a:lnTo>
                  <a:lnTo>
                    <a:pt x="0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FF1C65D3-119F-7CB5-A88F-D7F129ABA1B0}"/>
                </a:ext>
              </a:extLst>
            </p:cNvPr>
            <p:cNvSpPr>
              <a:spLocks/>
            </p:cNvSpPr>
            <p:nvPr/>
          </p:nvSpPr>
          <p:spPr>
            <a:xfrm>
              <a:off x="2636990" y="2642620"/>
              <a:ext cx="12114" cy="6159"/>
            </a:xfrm>
            <a:custGeom>
              <a:avLst/>
              <a:gdLst>
                <a:gd name="connsiteX0" fmla="*/ 0 w 8116"/>
                <a:gd name="connsiteY0" fmla="*/ 4127 h 4126"/>
                <a:gd name="connsiteX1" fmla="*/ 8116 w 8116"/>
                <a:gd name="connsiteY1" fmla="*/ 0 h 4126"/>
                <a:gd name="connsiteX2" fmla="*/ 0 w 8116"/>
                <a:gd name="connsiteY2" fmla="*/ 0 h 4126"/>
                <a:gd name="connsiteX3" fmla="*/ 0 w 8116"/>
                <a:gd name="connsiteY3" fmla="*/ 4127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6" h="4126">
                  <a:moveTo>
                    <a:pt x="0" y="4127"/>
                  </a:moveTo>
                  <a:lnTo>
                    <a:pt x="8116" y="0"/>
                  </a:lnTo>
                  <a:lnTo>
                    <a:pt x="0" y="0"/>
                  </a:lnTo>
                  <a:lnTo>
                    <a:pt x="0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D24F6A45-B004-F7CB-62E5-0F6F1B238A12}"/>
                </a:ext>
              </a:extLst>
            </p:cNvPr>
            <p:cNvSpPr>
              <a:spLocks/>
            </p:cNvSpPr>
            <p:nvPr/>
          </p:nvSpPr>
          <p:spPr>
            <a:xfrm>
              <a:off x="2595871" y="2017692"/>
              <a:ext cx="131525" cy="137146"/>
            </a:xfrm>
            <a:custGeom>
              <a:avLst/>
              <a:gdLst>
                <a:gd name="connsiteX0" fmla="*/ 88117 w 88116"/>
                <a:gd name="connsiteY0" fmla="*/ 89995 h 91882"/>
                <a:gd name="connsiteX1" fmla="*/ 78285 w 88116"/>
                <a:gd name="connsiteY1" fmla="*/ 90259 h 91882"/>
                <a:gd name="connsiteX2" fmla="*/ 74807 w 88116"/>
                <a:gd name="connsiteY2" fmla="*/ 87800 h 91882"/>
                <a:gd name="connsiteX3" fmla="*/ 71607 w 88116"/>
                <a:gd name="connsiteY3" fmla="*/ 82313 h 91882"/>
                <a:gd name="connsiteX4" fmla="*/ 64650 w 88116"/>
                <a:gd name="connsiteY4" fmla="*/ 77659 h 91882"/>
                <a:gd name="connsiteX5" fmla="*/ 58250 w 88116"/>
                <a:gd name="connsiteY5" fmla="*/ 75464 h 91882"/>
                <a:gd name="connsiteX6" fmla="*/ 52174 w 88116"/>
                <a:gd name="connsiteY6" fmla="*/ 69143 h 91882"/>
                <a:gd name="connsiteX7" fmla="*/ 42621 w 88116"/>
                <a:gd name="connsiteY7" fmla="*/ 64182 h 91882"/>
                <a:gd name="connsiteX8" fmla="*/ 34783 w 88116"/>
                <a:gd name="connsiteY8" fmla="*/ 61987 h 91882"/>
                <a:gd name="connsiteX9" fmla="*/ 28986 w 88116"/>
                <a:gd name="connsiteY9" fmla="*/ 55709 h 91882"/>
                <a:gd name="connsiteX10" fmla="*/ 28708 w 88116"/>
                <a:gd name="connsiteY10" fmla="*/ 45963 h 91882"/>
                <a:gd name="connsiteX11" fmla="*/ 34505 w 88116"/>
                <a:gd name="connsiteY11" fmla="*/ 41134 h 91882"/>
                <a:gd name="connsiteX12" fmla="*/ 33624 w 88116"/>
                <a:gd name="connsiteY12" fmla="*/ 36481 h 91882"/>
                <a:gd name="connsiteX13" fmla="*/ 27270 w 88116"/>
                <a:gd name="connsiteY13" fmla="*/ 30159 h 91882"/>
                <a:gd name="connsiteX14" fmla="*/ 12336 w 88116"/>
                <a:gd name="connsiteY14" fmla="*/ 19184 h 91882"/>
                <a:gd name="connsiteX15" fmla="*/ 8441 w 88116"/>
                <a:gd name="connsiteY15" fmla="*/ 3819 h 91882"/>
                <a:gd name="connsiteX16" fmla="*/ 2922 w 88116"/>
                <a:gd name="connsiteY16" fmla="*/ 0 h 91882"/>
                <a:gd name="connsiteX17" fmla="*/ 0 w 88116"/>
                <a:gd name="connsiteY17" fmla="*/ 0 h 91882"/>
                <a:gd name="connsiteX18" fmla="*/ 6678 w 88116"/>
                <a:gd name="connsiteY18" fmla="*/ 5224 h 91882"/>
                <a:gd name="connsiteX19" fmla="*/ 10435 w 88116"/>
                <a:gd name="connsiteY19" fmla="*/ 21116 h 91882"/>
                <a:gd name="connsiteX20" fmla="*/ 25229 w 88116"/>
                <a:gd name="connsiteY20" fmla="*/ 31564 h 91882"/>
                <a:gd name="connsiteX21" fmla="*/ 31305 w 88116"/>
                <a:gd name="connsiteY21" fmla="*/ 37842 h 91882"/>
                <a:gd name="connsiteX22" fmla="*/ 31305 w 88116"/>
                <a:gd name="connsiteY22" fmla="*/ 41134 h 91882"/>
                <a:gd name="connsiteX23" fmla="*/ 26667 w 88116"/>
                <a:gd name="connsiteY23" fmla="*/ 43900 h 91882"/>
                <a:gd name="connsiteX24" fmla="*/ 26389 w 88116"/>
                <a:gd name="connsiteY24" fmla="*/ 56763 h 91882"/>
                <a:gd name="connsiteX25" fmla="*/ 33948 w 88116"/>
                <a:gd name="connsiteY25" fmla="*/ 64753 h 91882"/>
                <a:gd name="connsiteX26" fmla="*/ 42342 w 88116"/>
                <a:gd name="connsiteY26" fmla="*/ 66684 h 91882"/>
                <a:gd name="connsiteX27" fmla="*/ 50737 w 88116"/>
                <a:gd name="connsiteY27" fmla="*/ 71601 h 91882"/>
                <a:gd name="connsiteX28" fmla="*/ 57137 w 88116"/>
                <a:gd name="connsiteY28" fmla="*/ 77659 h 91882"/>
                <a:gd name="connsiteX29" fmla="*/ 63769 w 88116"/>
                <a:gd name="connsiteY29" fmla="*/ 79547 h 91882"/>
                <a:gd name="connsiteX30" fmla="*/ 70169 w 88116"/>
                <a:gd name="connsiteY30" fmla="*/ 84244 h 91882"/>
                <a:gd name="connsiteX31" fmla="*/ 73044 w 88116"/>
                <a:gd name="connsiteY31" fmla="*/ 88898 h 91882"/>
                <a:gd name="connsiteX32" fmla="*/ 77125 w 88116"/>
                <a:gd name="connsiteY32" fmla="*/ 91883 h 91882"/>
                <a:gd name="connsiteX33" fmla="*/ 88117 w 88116"/>
                <a:gd name="connsiteY33" fmla="*/ 91883 h 91882"/>
                <a:gd name="connsiteX34" fmla="*/ 88117 w 88116"/>
                <a:gd name="connsiteY34" fmla="*/ 89995 h 91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8116" h="91882">
                  <a:moveTo>
                    <a:pt x="88117" y="89995"/>
                  </a:moveTo>
                  <a:lnTo>
                    <a:pt x="78285" y="90259"/>
                  </a:lnTo>
                  <a:lnTo>
                    <a:pt x="74807" y="87800"/>
                  </a:lnTo>
                  <a:lnTo>
                    <a:pt x="71607" y="82313"/>
                  </a:lnTo>
                  <a:lnTo>
                    <a:pt x="64650" y="77659"/>
                  </a:lnTo>
                  <a:lnTo>
                    <a:pt x="58250" y="75464"/>
                  </a:lnTo>
                  <a:lnTo>
                    <a:pt x="52174" y="69143"/>
                  </a:lnTo>
                  <a:lnTo>
                    <a:pt x="42621" y="64182"/>
                  </a:lnTo>
                  <a:lnTo>
                    <a:pt x="34783" y="61987"/>
                  </a:lnTo>
                  <a:lnTo>
                    <a:pt x="28986" y="55709"/>
                  </a:lnTo>
                  <a:lnTo>
                    <a:pt x="28708" y="45963"/>
                  </a:lnTo>
                  <a:lnTo>
                    <a:pt x="34505" y="41134"/>
                  </a:lnTo>
                  <a:lnTo>
                    <a:pt x="33624" y="36481"/>
                  </a:lnTo>
                  <a:lnTo>
                    <a:pt x="27270" y="30159"/>
                  </a:lnTo>
                  <a:lnTo>
                    <a:pt x="12336" y="19184"/>
                  </a:lnTo>
                  <a:lnTo>
                    <a:pt x="8441" y="3819"/>
                  </a:lnTo>
                  <a:lnTo>
                    <a:pt x="2922" y="0"/>
                  </a:lnTo>
                  <a:lnTo>
                    <a:pt x="0" y="0"/>
                  </a:lnTo>
                  <a:lnTo>
                    <a:pt x="6678" y="5224"/>
                  </a:lnTo>
                  <a:lnTo>
                    <a:pt x="10435" y="21116"/>
                  </a:lnTo>
                  <a:lnTo>
                    <a:pt x="25229" y="31564"/>
                  </a:lnTo>
                  <a:lnTo>
                    <a:pt x="31305" y="37842"/>
                  </a:lnTo>
                  <a:lnTo>
                    <a:pt x="31305" y="41134"/>
                  </a:lnTo>
                  <a:lnTo>
                    <a:pt x="26667" y="43900"/>
                  </a:lnTo>
                  <a:lnTo>
                    <a:pt x="26389" y="56763"/>
                  </a:lnTo>
                  <a:lnTo>
                    <a:pt x="33948" y="64753"/>
                  </a:lnTo>
                  <a:lnTo>
                    <a:pt x="42342" y="66684"/>
                  </a:lnTo>
                  <a:lnTo>
                    <a:pt x="50737" y="71601"/>
                  </a:lnTo>
                  <a:lnTo>
                    <a:pt x="57137" y="77659"/>
                  </a:lnTo>
                  <a:lnTo>
                    <a:pt x="63769" y="79547"/>
                  </a:lnTo>
                  <a:lnTo>
                    <a:pt x="70169" y="84244"/>
                  </a:lnTo>
                  <a:lnTo>
                    <a:pt x="73044" y="88898"/>
                  </a:lnTo>
                  <a:lnTo>
                    <a:pt x="77125" y="91883"/>
                  </a:lnTo>
                  <a:lnTo>
                    <a:pt x="88117" y="91883"/>
                  </a:lnTo>
                  <a:lnTo>
                    <a:pt x="88117" y="899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80FF2FF6-B8DE-7A55-D0F9-ED79B3EAF365}"/>
                </a:ext>
              </a:extLst>
            </p:cNvPr>
            <p:cNvSpPr>
              <a:spLocks/>
            </p:cNvSpPr>
            <p:nvPr/>
          </p:nvSpPr>
          <p:spPr>
            <a:xfrm>
              <a:off x="2733489" y="2525524"/>
              <a:ext cx="64448" cy="65527"/>
            </a:xfrm>
            <a:custGeom>
              <a:avLst/>
              <a:gdLst>
                <a:gd name="connsiteX0" fmla="*/ 5797 w 43177"/>
                <a:gd name="connsiteY0" fmla="*/ 1624 h 43900"/>
                <a:gd name="connsiteX1" fmla="*/ 0 w 43177"/>
                <a:gd name="connsiteY1" fmla="*/ 0 h 43900"/>
                <a:gd name="connsiteX2" fmla="*/ 28661 w 43177"/>
                <a:gd name="connsiteY2" fmla="*/ 43900 h 43900"/>
                <a:gd name="connsiteX3" fmla="*/ 30423 w 43177"/>
                <a:gd name="connsiteY3" fmla="*/ 41968 h 43900"/>
                <a:gd name="connsiteX4" fmla="*/ 19107 w 43177"/>
                <a:gd name="connsiteY4" fmla="*/ 23048 h 43900"/>
                <a:gd name="connsiteX5" fmla="*/ 43177 w 43177"/>
                <a:gd name="connsiteY5" fmla="*/ 21950 h 43900"/>
                <a:gd name="connsiteX6" fmla="*/ 43177 w 43177"/>
                <a:gd name="connsiteY6" fmla="*/ 18658 h 43900"/>
                <a:gd name="connsiteX7" fmla="*/ 19107 w 43177"/>
                <a:gd name="connsiteY7" fmla="*/ 20853 h 43900"/>
                <a:gd name="connsiteX8" fmla="*/ 5797 w 43177"/>
                <a:gd name="connsiteY8" fmla="*/ 1624 h 4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77" h="43900">
                  <a:moveTo>
                    <a:pt x="5797" y="1624"/>
                  </a:moveTo>
                  <a:lnTo>
                    <a:pt x="0" y="0"/>
                  </a:lnTo>
                  <a:lnTo>
                    <a:pt x="28661" y="43900"/>
                  </a:lnTo>
                  <a:lnTo>
                    <a:pt x="30423" y="41968"/>
                  </a:lnTo>
                  <a:lnTo>
                    <a:pt x="19107" y="23048"/>
                  </a:lnTo>
                  <a:lnTo>
                    <a:pt x="43177" y="21950"/>
                  </a:lnTo>
                  <a:lnTo>
                    <a:pt x="43177" y="18658"/>
                  </a:lnTo>
                  <a:lnTo>
                    <a:pt x="19107" y="20853"/>
                  </a:lnTo>
                  <a:lnTo>
                    <a:pt x="5797" y="16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BD301A1-D627-079F-27BD-03E1509CFC84}"/>
                </a:ext>
              </a:extLst>
            </p:cNvPr>
            <p:cNvSpPr>
              <a:spLocks/>
            </p:cNvSpPr>
            <p:nvPr/>
          </p:nvSpPr>
          <p:spPr>
            <a:xfrm>
              <a:off x="2721790" y="2653696"/>
              <a:ext cx="11698" cy="8977"/>
            </a:xfrm>
            <a:custGeom>
              <a:avLst/>
              <a:gdLst>
                <a:gd name="connsiteX0" fmla="*/ 0 w 7837"/>
                <a:gd name="connsiteY0" fmla="*/ 1361 h 6014"/>
                <a:gd name="connsiteX1" fmla="*/ 0 w 7837"/>
                <a:gd name="connsiteY1" fmla="*/ 6014 h 6014"/>
                <a:gd name="connsiteX2" fmla="*/ 7838 w 7837"/>
                <a:gd name="connsiteY2" fmla="*/ 3688 h 6014"/>
                <a:gd name="connsiteX3" fmla="*/ 3896 w 7837"/>
                <a:gd name="connsiteY3" fmla="*/ 0 h 6014"/>
                <a:gd name="connsiteX4" fmla="*/ 0 w 7837"/>
                <a:gd name="connsiteY4" fmla="*/ 1361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37" h="6014">
                  <a:moveTo>
                    <a:pt x="0" y="1361"/>
                  </a:moveTo>
                  <a:lnTo>
                    <a:pt x="0" y="6014"/>
                  </a:lnTo>
                  <a:lnTo>
                    <a:pt x="7838" y="3688"/>
                  </a:lnTo>
                  <a:lnTo>
                    <a:pt x="3896" y="0"/>
                  </a:lnTo>
                  <a:lnTo>
                    <a:pt x="0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A73C91E4-2CE8-550D-7F11-326423541D15}"/>
                </a:ext>
              </a:extLst>
            </p:cNvPr>
            <p:cNvSpPr>
              <a:spLocks/>
            </p:cNvSpPr>
            <p:nvPr/>
          </p:nvSpPr>
          <p:spPr>
            <a:xfrm>
              <a:off x="5669841" y="3889265"/>
              <a:ext cx="22567" cy="44230"/>
            </a:xfrm>
            <a:custGeom>
              <a:avLst/>
              <a:gdLst>
                <a:gd name="connsiteX0" fmla="*/ 9878 w 15119"/>
                <a:gd name="connsiteY0" fmla="*/ 5488 h 29632"/>
                <a:gd name="connsiteX1" fmla="*/ 0 w 15119"/>
                <a:gd name="connsiteY1" fmla="*/ 0 h 29632"/>
                <a:gd name="connsiteX2" fmla="*/ 0 w 15119"/>
                <a:gd name="connsiteY2" fmla="*/ 4127 h 29632"/>
                <a:gd name="connsiteX3" fmla="*/ 9275 w 15119"/>
                <a:gd name="connsiteY3" fmla="*/ 9878 h 29632"/>
                <a:gd name="connsiteX4" fmla="*/ 9275 w 15119"/>
                <a:gd name="connsiteY4" fmla="*/ 18921 h 29632"/>
                <a:gd name="connsiteX5" fmla="*/ 11919 w 15119"/>
                <a:gd name="connsiteY5" fmla="*/ 23882 h 29632"/>
                <a:gd name="connsiteX6" fmla="*/ 9275 w 15119"/>
                <a:gd name="connsiteY6" fmla="*/ 26077 h 29632"/>
                <a:gd name="connsiteX7" fmla="*/ 2922 w 15119"/>
                <a:gd name="connsiteY7" fmla="*/ 23048 h 29632"/>
                <a:gd name="connsiteX8" fmla="*/ 0 w 15119"/>
                <a:gd name="connsiteY8" fmla="*/ 24145 h 29632"/>
                <a:gd name="connsiteX9" fmla="*/ 11038 w 15119"/>
                <a:gd name="connsiteY9" fmla="*/ 29633 h 29632"/>
                <a:gd name="connsiteX10" fmla="*/ 15119 w 15119"/>
                <a:gd name="connsiteY10" fmla="*/ 27438 h 29632"/>
                <a:gd name="connsiteX11" fmla="*/ 15119 w 15119"/>
                <a:gd name="connsiteY11" fmla="*/ 13477 h 29632"/>
                <a:gd name="connsiteX12" fmla="*/ 15119 w 15119"/>
                <a:gd name="connsiteY12" fmla="*/ 6892 h 29632"/>
                <a:gd name="connsiteX13" fmla="*/ 13078 w 15119"/>
                <a:gd name="connsiteY13" fmla="*/ 2766 h 29632"/>
                <a:gd name="connsiteX14" fmla="*/ 9878 w 15119"/>
                <a:gd name="connsiteY14" fmla="*/ 5488 h 29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19" h="29632">
                  <a:moveTo>
                    <a:pt x="9878" y="5488"/>
                  </a:moveTo>
                  <a:lnTo>
                    <a:pt x="0" y="0"/>
                  </a:lnTo>
                  <a:lnTo>
                    <a:pt x="0" y="4127"/>
                  </a:lnTo>
                  <a:lnTo>
                    <a:pt x="9275" y="9878"/>
                  </a:lnTo>
                  <a:lnTo>
                    <a:pt x="9275" y="18921"/>
                  </a:lnTo>
                  <a:lnTo>
                    <a:pt x="11919" y="23882"/>
                  </a:lnTo>
                  <a:lnTo>
                    <a:pt x="9275" y="26077"/>
                  </a:lnTo>
                  <a:lnTo>
                    <a:pt x="2922" y="23048"/>
                  </a:lnTo>
                  <a:lnTo>
                    <a:pt x="0" y="24145"/>
                  </a:lnTo>
                  <a:lnTo>
                    <a:pt x="11038" y="29633"/>
                  </a:lnTo>
                  <a:lnTo>
                    <a:pt x="15119" y="27438"/>
                  </a:lnTo>
                  <a:lnTo>
                    <a:pt x="15119" y="13477"/>
                  </a:lnTo>
                  <a:lnTo>
                    <a:pt x="15119" y="6892"/>
                  </a:lnTo>
                  <a:lnTo>
                    <a:pt x="13078" y="2766"/>
                  </a:lnTo>
                  <a:lnTo>
                    <a:pt x="9878" y="54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EFFFC8B3-B9F1-7AFE-B86A-1290DACDCD89}"/>
                </a:ext>
              </a:extLst>
            </p:cNvPr>
            <p:cNvSpPr>
              <a:spLocks/>
            </p:cNvSpPr>
            <p:nvPr/>
          </p:nvSpPr>
          <p:spPr>
            <a:xfrm>
              <a:off x="6560285" y="3799188"/>
              <a:ext cx="15770" cy="16137"/>
            </a:xfrm>
            <a:custGeom>
              <a:avLst/>
              <a:gdLst>
                <a:gd name="connsiteX0" fmla="*/ 8385 w 10565"/>
                <a:gd name="connsiteY0" fmla="*/ 10171 h 10811"/>
                <a:gd name="connsiteX1" fmla="*/ 8385 w 10565"/>
                <a:gd name="connsiteY1" fmla="*/ 293 h 10811"/>
                <a:gd name="connsiteX2" fmla="*/ 872 w 10565"/>
                <a:gd name="connsiteY2" fmla="*/ 2752 h 10811"/>
                <a:gd name="connsiteX3" fmla="*/ 8385 w 10565"/>
                <a:gd name="connsiteY3" fmla="*/ 10171 h 1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65" h="10811">
                  <a:moveTo>
                    <a:pt x="8385" y="10171"/>
                  </a:moveTo>
                  <a:cubicBezTo>
                    <a:pt x="11585" y="9644"/>
                    <a:pt x="10982" y="1654"/>
                    <a:pt x="8385" y="293"/>
                  </a:cubicBezTo>
                  <a:cubicBezTo>
                    <a:pt x="5788" y="-1068"/>
                    <a:pt x="872" y="2752"/>
                    <a:pt x="872" y="2752"/>
                  </a:cubicBezTo>
                  <a:cubicBezTo>
                    <a:pt x="-2606" y="13200"/>
                    <a:pt x="5232" y="10697"/>
                    <a:pt x="8385" y="1017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1BA36466-33D5-3057-82F7-A6B625A68D19}"/>
                </a:ext>
              </a:extLst>
            </p:cNvPr>
            <p:cNvSpPr>
              <a:spLocks/>
            </p:cNvSpPr>
            <p:nvPr/>
          </p:nvSpPr>
          <p:spPr>
            <a:xfrm>
              <a:off x="6573217" y="3928975"/>
              <a:ext cx="13013" cy="18537"/>
            </a:xfrm>
            <a:custGeom>
              <a:avLst/>
              <a:gdLst>
                <a:gd name="connsiteX0" fmla="*/ 0 w 8718"/>
                <a:gd name="connsiteY0" fmla="*/ 12380 h 12419"/>
                <a:gd name="connsiteX1" fmla="*/ 8719 w 8718"/>
                <a:gd name="connsiteY1" fmla="*/ 1668 h 12419"/>
                <a:gd name="connsiteX2" fmla="*/ 6122 w 8718"/>
                <a:gd name="connsiteY2" fmla="*/ 0 h 12419"/>
                <a:gd name="connsiteX3" fmla="*/ 4406 w 8718"/>
                <a:gd name="connsiteY3" fmla="*/ 1932 h 12419"/>
                <a:gd name="connsiteX4" fmla="*/ 46 w 8718"/>
                <a:gd name="connsiteY4" fmla="*/ 12380 h 1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8" h="12419">
                  <a:moveTo>
                    <a:pt x="0" y="12380"/>
                  </a:moveTo>
                  <a:cubicBezTo>
                    <a:pt x="557" y="11546"/>
                    <a:pt x="8719" y="1668"/>
                    <a:pt x="8719" y="1668"/>
                  </a:cubicBezTo>
                  <a:lnTo>
                    <a:pt x="6122" y="0"/>
                  </a:lnTo>
                  <a:lnTo>
                    <a:pt x="4406" y="1932"/>
                  </a:lnTo>
                  <a:cubicBezTo>
                    <a:pt x="4406" y="1932"/>
                    <a:pt x="-510" y="13170"/>
                    <a:pt x="46" y="123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83E35F52-7291-4DF4-EFC3-8732CCC2960D}"/>
                </a:ext>
              </a:extLst>
            </p:cNvPr>
            <p:cNvSpPr>
              <a:spLocks/>
            </p:cNvSpPr>
            <p:nvPr/>
          </p:nvSpPr>
          <p:spPr>
            <a:xfrm>
              <a:off x="2815657" y="2355942"/>
              <a:ext cx="11333" cy="16511"/>
            </a:xfrm>
            <a:custGeom>
              <a:avLst/>
              <a:gdLst>
                <a:gd name="connsiteX0" fmla="*/ 2041 w 7593"/>
                <a:gd name="connsiteY0" fmla="*/ 0 h 11062"/>
                <a:gd name="connsiteX1" fmla="*/ 3803 w 7593"/>
                <a:gd name="connsiteY1" fmla="*/ 5531 h 11062"/>
                <a:gd name="connsiteX2" fmla="*/ 0 w 7593"/>
                <a:gd name="connsiteY2" fmla="*/ 8253 h 11062"/>
                <a:gd name="connsiteX3" fmla="*/ 6957 w 7593"/>
                <a:gd name="connsiteY3" fmla="*/ 8253 h 11062"/>
                <a:gd name="connsiteX4" fmla="*/ 2041 w 7593"/>
                <a:gd name="connsiteY4" fmla="*/ 0 h 11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3" h="11062">
                  <a:moveTo>
                    <a:pt x="2041" y="0"/>
                  </a:moveTo>
                  <a:lnTo>
                    <a:pt x="3803" y="5531"/>
                  </a:lnTo>
                  <a:lnTo>
                    <a:pt x="0" y="8253"/>
                  </a:lnTo>
                  <a:cubicBezTo>
                    <a:pt x="0" y="8253"/>
                    <a:pt x="4081" y="14575"/>
                    <a:pt x="6957" y="8253"/>
                  </a:cubicBezTo>
                  <a:cubicBezTo>
                    <a:pt x="9832" y="1932"/>
                    <a:pt x="2041" y="0"/>
                    <a:pt x="2041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4C40CF65-CBDE-1177-61B4-57E7F4BCE46F}"/>
                </a:ext>
              </a:extLst>
            </p:cNvPr>
            <p:cNvSpPr>
              <a:spLocks/>
            </p:cNvSpPr>
            <p:nvPr/>
          </p:nvSpPr>
          <p:spPr>
            <a:xfrm>
              <a:off x="2773292" y="2197432"/>
              <a:ext cx="7336" cy="8648"/>
            </a:xfrm>
            <a:custGeom>
              <a:avLst/>
              <a:gdLst>
                <a:gd name="connsiteX0" fmla="*/ 0 w 4915"/>
                <a:gd name="connsiteY0" fmla="*/ 2897 h 5794"/>
                <a:gd name="connsiteX1" fmla="*/ 4916 w 4915"/>
                <a:gd name="connsiteY1" fmla="*/ 5795 h 5794"/>
                <a:gd name="connsiteX2" fmla="*/ 4916 w 4915"/>
                <a:gd name="connsiteY2" fmla="*/ 0 h 5794"/>
                <a:gd name="connsiteX3" fmla="*/ 0 w 4915"/>
                <a:gd name="connsiteY3" fmla="*/ 2897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15" h="5794">
                  <a:moveTo>
                    <a:pt x="0" y="2897"/>
                  </a:moveTo>
                  <a:lnTo>
                    <a:pt x="4916" y="5795"/>
                  </a:lnTo>
                  <a:lnTo>
                    <a:pt x="4916" y="0"/>
                  </a:lnTo>
                  <a:lnTo>
                    <a:pt x="0" y="28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D4EA3544-29C2-1E44-95C3-67D6EF68932B}"/>
                </a:ext>
              </a:extLst>
            </p:cNvPr>
            <p:cNvSpPr>
              <a:spLocks/>
            </p:cNvSpPr>
            <p:nvPr/>
          </p:nvSpPr>
          <p:spPr>
            <a:xfrm>
              <a:off x="2617053" y="1889064"/>
              <a:ext cx="5260" cy="7403"/>
            </a:xfrm>
            <a:custGeom>
              <a:avLst/>
              <a:gdLst>
                <a:gd name="connsiteX0" fmla="*/ 0 w 3524"/>
                <a:gd name="connsiteY0" fmla="*/ 4961 h 4960"/>
                <a:gd name="connsiteX1" fmla="*/ 3525 w 3524"/>
                <a:gd name="connsiteY1" fmla="*/ 3600 h 4960"/>
                <a:gd name="connsiteX2" fmla="*/ 1762 w 3524"/>
                <a:gd name="connsiteY2" fmla="*/ 0 h 4960"/>
                <a:gd name="connsiteX3" fmla="*/ 0 w 3524"/>
                <a:gd name="connsiteY3" fmla="*/ 2458 h 4960"/>
                <a:gd name="connsiteX4" fmla="*/ 0 w 3524"/>
                <a:gd name="connsiteY4" fmla="*/ 4961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4" h="4960">
                  <a:moveTo>
                    <a:pt x="0" y="4961"/>
                  </a:moveTo>
                  <a:lnTo>
                    <a:pt x="3525" y="3600"/>
                  </a:lnTo>
                  <a:lnTo>
                    <a:pt x="1762" y="0"/>
                  </a:lnTo>
                  <a:lnTo>
                    <a:pt x="0" y="2458"/>
                  </a:lnTo>
                  <a:lnTo>
                    <a:pt x="0" y="49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DF4E5C71-6377-FB82-C3A1-9444E309A874}"/>
                </a:ext>
              </a:extLst>
            </p:cNvPr>
            <p:cNvSpPr>
              <a:spLocks/>
            </p:cNvSpPr>
            <p:nvPr/>
          </p:nvSpPr>
          <p:spPr>
            <a:xfrm>
              <a:off x="2701438" y="2036891"/>
              <a:ext cx="4776" cy="15201"/>
            </a:xfrm>
            <a:custGeom>
              <a:avLst/>
              <a:gdLst>
                <a:gd name="connsiteX0" fmla="*/ 0 w 3200"/>
                <a:gd name="connsiteY0" fmla="*/ 3863 h 10184"/>
                <a:gd name="connsiteX1" fmla="*/ 0 w 3200"/>
                <a:gd name="connsiteY1" fmla="*/ 10185 h 10184"/>
                <a:gd name="connsiteX2" fmla="*/ 1623 w 3200"/>
                <a:gd name="connsiteY2" fmla="*/ 10185 h 10184"/>
                <a:gd name="connsiteX3" fmla="*/ 3200 w 3200"/>
                <a:gd name="connsiteY3" fmla="*/ 5795 h 10184"/>
                <a:gd name="connsiteX4" fmla="*/ 3200 w 3200"/>
                <a:gd name="connsiteY4" fmla="*/ 2195 h 10184"/>
                <a:gd name="connsiteX5" fmla="*/ 0 w 3200"/>
                <a:gd name="connsiteY5" fmla="*/ 0 h 10184"/>
                <a:gd name="connsiteX6" fmla="*/ 0 w 3200"/>
                <a:gd name="connsiteY6" fmla="*/ 3863 h 10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0" h="10184">
                  <a:moveTo>
                    <a:pt x="0" y="3863"/>
                  </a:moveTo>
                  <a:lnTo>
                    <a:pt x="0" y="10185"/>
                  </a:lnTo>
                  <a:lnTo>
                    <a:pt x="1623" y="10185"/>
                  </a:lnTo>
                  <a:lnTo>
                    <a:pt x="3200" y="5795"/>
                  </a:lnTo>
                  <a:lnTo>
                    <a:pt x="3200" y="2195"/>
                  </a:lnTo>
                  <a:lnTo>
                    <a:pt x="0" y="0"/>
                  </a:lnTo>
                  <a:lnTo>
                    <a:pt x="0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48AF8E3B-BFE8-118B-A114-699B66C875E4}"/>
                </a:ext>
              </a:extLst>
            </p:cNvPr>
            <p:cNvSpPr>
              <a:spLocks/>
            </p:cNvSpPr>
            <p:nvPr/>
          </p:nvSpPr>
          <p:spPr>
            <a:xfrm>
              <a:off x="3215842" y="2466550"/>
              <a:ext cx="9136" cy="8583"/>
            </a:xfrm>
            <a:custGeom>
              <a:avLst/>
              <a:gdLst>
                <a:gd name="connsiteX0" fmla="*/ 2041 w 6121"/>
                <a:gd name="connsiteY0" fmla="*/ 5751 h 5750"/>
                <a:gd name="connsiteX1" fmla="*/ 6122 w 6121"/>
                <a:gd name="connsiteY1" fmla="*/ 1624 h 5750"/>
                <a:gd name="connsiteX2" fmla="*/ 4081 w 6121"/>
                <a:gd name="connsiteY2" fmla="*/ 0 h 5750"/>
                <a:gd name="connsiteX3" fmla="*/ 0 w 6121"/>
                <a:gd name="connsiteY3" fmla="*/ 0 h 5750"/>
                <a:gd name="connsiteX4" fmla="*/ 2041 w 6121"/>
                <a:gd name="connsiteY4" fmla="*/ 5751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5750">
                  <a:moveTo>
                    <a:pt x="2041" y="5751"/>
                  </a:moveTo>
                  <a:lnTo>
                    <a:pt x="6122" y="1624"/>
                  </a:lnTo>
                  <a:lnTo>
                    <a:pt x="4081" y="0"/>
                  </a:lnTo>
                  <a:lnTo>
                    <a:pt x="0" y="0"/>
                  </a:lnTo>
                  <a:lnTo>
                    <a:pt x="2041" y="57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3A3E185D-F580-FCD7-C8B1-E4248968D8D5}"/>
                </a:ext>
              </a:extLst>
            </p:cNvPr>
            <p:cNvSpPr>
              <a:spLocks/>
            </p:cNvSpPr>
            <p:nvPr/>
          </p:nvSpPr>
          <p:spPr>
            <a:xfrm>
              <a:off x="2690224" y="2004129"/>
              <a:ext cx="15991" cy="21361"/>
            </a:xfrm>
            <a:custGeom>
              <a:avLst/>
              <a:gdLst>
                <a:gd name="connsiteX0" fmla="*/ 5333 w 10713"/>
                <a:gd name="connsiteY0" fmla="*/ 10185 h 14311"/>
                <a:gd name="connsiteX1" fmla="*/ 4916 w 10713"/>
                <a:gd name="connsiteY1" fmla="*/ 14311 h 14311"/>
                <a:gd name="connsiteX2" fmla="*/ 10713 w 10713"/>
                <a:gd name="connsiteY2" fmla="*/ 11546 h 14311"/>
                <a:gd name="connsiteX3" fmla="*/ 7838 w 10713"/>
                <a:gd name="connsiteY3" fmla="*/ 9087 h 14311"/>
                <a:gd name="connsiteX4" fmla="*/ 7513 w 10713"/>
                <a:gd name="connsiteY4" fmla="*/ 5795 h 14311"/>
                <a:gd name="connsiteX5" fmla="*/ 3478 w 10713"/>
                <a:gd name="connsiteY5" fmla="*/ 0 h 14311"/>
                <a:gd name="connsiteX6" fmla="*/ 0 w 10713"/>
                <a:gd name="connsiteY6" fmla="*/ 0 h 14311"/>
                <a:gd name="connsiteX7" fmla="*/ 3478 w 10713"/>
                <a:gd name="connsiteY7" fmla="*/ 5531 h 14311"/>
                <a:gd name="connsiteX8" fmla="*/ 5333 w 10713"/>
                <a:gd name="connsiteY8" fmla="*/ 10185 h 14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13" h="14311">
                  <a:moveTo>
                    <a:pt x="5333" y="10185"/>
                  </a:moveTo>
                  <a:lnTo>
                    <a:pt x="4916" y="14311"/>
                  </a:lnTo>
                  <a:lnTo>
                    <a:pt x="10713" y="11546"/>
                  </a:lnTo>
                  <a:lnTo>
                    <a:pt x="7838" y="9087"/>
                  </a:lnTo>
                  <a:lnTo>
                    <a:pt x="7513" y="5795"/>
                  </a:lnTo>
                  <a:lnTo>
                    <a:pt x="3478" y="0"/>
                  </a:lnTo>
                  <a:lnTo>
                    <a:pt x="0" y="0"/>
                  </a:lnTo>
                  <a:lnTo>
                    <a:pt x="3478" y="5531"/>
                  </a:lnTo>
                  <a:lnTo>
                    <a:pt x="5333" y="101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54B689E-9249-A552-F55D-7C3580B027CD}"/>
                </a:ext>
              </a:extLst>
            </p:cNvPr>
            <p:cNvSpPr>
              <a:spLocks/>
            </p:cNvSpPr>
            <p:nvPr/>
          </p:nvSpPr>
          <p:spPr>
            <a:xfrm>
              <a:off x="5675448" y="3251561"/>
              <a:ext cx="40703" cy="20508"/>
            </a:xfrm>
            <a:custGeom>
              <a:avLst/>
              <a:gdLst>
                <a:gd name="connsiteX0" fmla="*/ 27270 w 27269"/>
                <a:gd name="connsiteY0" fmla="*/ 44 h 13740"/>
                <a:gd name="connsiteX1" fmla="*/ 22354 w 27269"/>
                <a:gd name="connsiteY1" fmla="*/ 44 h 13740"/>
                <a:gd name="connsiteX2" fmla="*/ 2041 w 27269"/>
                <a:gd name="connsiteY2" fmla="*/ 9351 h 13740"/>
                <a:gd name="connsiteX3" fmla="*/ 0 w 27269"/>
                <a:gd name="connsiteY3" fmla="*/ 13741 h 13740"/>
                <a:gd name="connsiteX4" fmla="*/ 7235 w 27269"/>
                <a:gd name="connsiteY4" fmla="*/ 10712 h 13740"/>
                <a:gd name="connsiteX5" fmla="*/ 27223 w 27269"/>
                <a:gd name="connsiteY5" fmla="*/ 0 h 1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269" h="13740">
                  <a:moveTo>
                    <a:pt x="27270" y="44"/>
                  </a:moveTo>
                  <a:lnTo>
                    <a:pt x="22354" y="44"/>
                  </a:lnTo>
                  <a:cubicBezTo>
                    <a:pt x="14516" y="9658"/>
                    <a:pt x="2041" y="9351"/>
                    <a:pt x="2041" y="9351"/>
                  </a:cubicBezTo>
                  <a:lnTo>
                    <a:pt x="0" y="13741"/>
                  </a:lnTo>
                  <a:lnTo>
                    <a:pt x="7235" y="10712"/>
                  </a:lnTo>
                  <a:cubicBezTo>
                    <a:pt x="24023" y="10185"/>
                    <a:pt x="27223" y="0"/>
                    <a:pt x="2722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2226097C-7D63-C930-999D-7845A78DDEF7}"/>
                </a:ext>
              </a:extLst>
            </p:cNvPr>
            <p:cNvSpPr>
              <a:spLocks/>
            </p:cNvSpPr>
            <p:nvPr/>
          </p:nvSpPr>
          <p:spPr>
            <a:xfrm>
              <a:off x="5793614" y="3225416"/>
              <a:ext cx="14674" cy="5306"/>
            </a:xfrm>
            <a:custGeom>
              <a:avLst/>
              <a:gdLst>
                <a:gd name="connsiteX0" fmla="*/ 9832 w 9831"/>
                <a:gd name="connsiteY0" fmla="*/ 1800 h 3555"/>
                <a:gd name="connsiteX1" fmla="*/ 0 w 9831"/>
                <a:gd name="connsiteY1" fmla="*/ 0 h 3555"/>
                <a:gd name="connsiteX2" fmla="*/ 0 w 9831"/>
                <a:gd name="connsiteY2" fmla="*/ 3556 h 3555"/>
                <a:gd name="connsiteX3" fmla="*/ 6075 w 9831"/>
                <a:gd name="connsiteY3" fmla="*/ 3556 h 3555"/>
                <a:gd name="connsiteX4" fmla="*/ 9832 w 9831"/>
                <a:gd name="connsiteY4" fmla="*/ 1800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31" h="3555">
                  <a:moveTo>
                    <a:pt x="9832" y="1800"/>
                  </a:moveTo>
                  <a:lnTo>
                    <a:pt x="0" y="0"/>
                  </a:lnTo>
                  <a:lnTo>
                    <a:pt x="0" y="3556"/>
                  </a:lnTo>
                  <a:lnTo>
                    <a:pt x="6075" y="3556"/>
                  </a:lnTo>
                  <a:lnTo>
                    <a:pt x="9832" y="18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D2F2F04C-E239-C52C-3892-E42F75C0658F}"/>
                </a:ext>
              </a:extLst>
            </p:cNvPr>
            <p:cNvSpPr>
              <a:spLocks/>
            </p:cNvSpPr>
            <p:nvPr/>
          </p:nvSpPr>
          <p:spPr>
            <a:xfrm>
              <a:off x="5826495" y="3265124"/>
              <a:ext cx="8652" cy="6946"/>
            </a:xfrm>
            <a:custGeom>
              <a:avLst/>
              <a:gdLst>
                <a:gd name="connsiteX0" fmla="*/ 5797 w 5797"/>
                <a:gd name="connsiteY0" fmla="*/ 0 h 4653"/>
                <a:gd name="connsiteX1" fmla="*/ 0 w 5797"/>
                <a:gd name="connsiteY1" fmla="*/ 0 h 4653"/>
                <a:gd name="connsiteX2" fmla="*/ 2597 w 5797"/>
                <a:gd name="connsiteY2" fmla="*/ 4653 h 4653"/>
                <a:gd name="connsiteX3" fmla="*/ 5797 w 5797"/>
                <a:gd name="connsiteY3" fmla="*/ 0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97" h="4653">
                  <a:moveTo>
                    <a:pt x="5797" y="0"/>
                  </a:moveTo>
                  <a:lnTo>
                    <a:pt x="0" y="0"/>
                  </a:lnTo>
                  <a:lnTo>
                    <a:pt x="2597" y="4653"/>
                  </a:lnTo>
                  <a:lnTo>
                    <a:pt x="579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A02C1C37-7351-8C46-C65A-21E83C4A7322}"/>
                </a:ext>
              </a:extLst>
            </p:cNvPr>
            <p:cNvSpPr>
              <a:spLocks/>
            </p:cNvSpPr>
            <p:nvPr/>
          </p:nvSpPr>
          <p:spPr>
            <a:xfrm>
              <a:off x="2555235" y="2646291"/>
              <a:ext cx="7336" cy="7403"/>
            </a:xfrm>
            <a:custGeom>
              <a:avLst/>
              <a:gdLst>
                <a:gd name="connsiteX0" fmla="*/ 2458 w 4915"/>
                <a:gd name="connsiteY0" fmla="*/ 0 h 4960"/>
                <a:gd name="connsiteX1" fmla="*/ 0 w 4915"/>
                <a:gd name="connsiteY1" fmla="*/ 1668 h 4960"/>
                <a:gd name="connsiteX2" fmla="*/ 1716 w 4915"/>
                <a:gd name="connsiteY2" fmla="*/ 4961 h 4960"/>
                <a:gd name="connsiteX3" fmla="*/ 3200 w 4915"/>
                <a:gd name="connsiteY3" fmla="*/ 3336 h 4960"/>
                <a:gd name="connsiteX4" fmla="*/ 4916 w 4915"/>
                <a:gd name="connsiteY4" fmla="*/ 1668 h 4960"/>
                <a:gd name="connsiteX5" fmla="*/ 2458 w 4915"/>
                <a:gd name="connsiteY5" fmla="*/ 0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15" h="4960">
                  <a:moveTo>
                    <a:pt x="2458" y="0"/>
                  </a:moveTo>
                  <a:lnTo>
                    <a:pt x="0" y="1668"/>
                  </a:lnTo>
                  <a:lnTo>
                    <a:pt x="1716" y="4961"/>
                  </a:lnTo>
                  <a:lnTo>
                    <a:pt x="3200" y="3336"/>
                  </a:lnTo>
                  <a:lnTo>
                    <a:pt x="4916" y="1668"/>
                  </a:lnTo>
                  <a:lnTo>
                    <a:pt x="245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BE38FC94-99D5-1416-A5F6-DC28338C5AD1}"/>
                </a:ext>
              </a:extLst>
            </p:cNvPr>
            <p:cNvSpPr>
              <a:spLocks/>
            </p:cNvSpPr>
            <p:nvPr/>
          </p:nvSpPr>
          <p:spPr>
            <a:xfrm>
              <a:off x="3656732" y="2108185"/>
              <a:ext cx="8652" cy="12711"/>
            </a:xfrm>
            <a:custGeom>
              <a:avLst/>
              <a:gdLst>
                <a:gd name="connsiteX0" fmla="*/ 0 w 5797"/>
                <a:gd name="connsiteY0" fmla="*/ 8517 h 8516"/>
                <a:gd name="connsiteX1" fmla="*/ 3478 w 5797"/>
                <a:gd name="connsiteY1" fmla="*/ 6322 h 8516"/>
                <a:gd name="connsiteX2" fmla="*/ 5797 w 5797"/>
                <a:gd name="connsiteY2" fmla="*/ 3863 h 8516"/>
                <a:gd name="connsiteX3" fmla="*/ 3478 w 5797"/>
                <a:gd name="connsiteY3" fmla="*/ 0 h 8516"/>
                <a:gd name="connsiteX4" fmla="*/ 0 w 5797"/>
                <a:gd name="connsiteY4" fmla="*/ 8517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8516">
                  <a:moveTo>
                    <a:pt x="0" y="8517"/>
                  </a:moveTo>
                  <a:lnTo>
                    <a:pt x="3478" y="6322"/>
                  </a:lnTo>
                  <a:lnTo>
                    <a:pt x="5797" y="3863"/>
                  </a:lnTo>
                  <a:lnTo>
                    <a:pt x="3478" y="0"/>
                  </a:lnTo>
                  <a:lnTo>
                    <a:pt x="0" y="85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3AC5660-2F73-1CC7-2D08-863CD1DBEB73}"/>
                </a:ext>
              </a:extLst>
            </p:cNvPr>
            <p:cNvSpPr>
              <a:spLocks/>
            </p:cNvSpPr>
            <p:nvPr/>
          </p:nvSpPr>
          <p:spPr>
            <a:xfrm>
              <a:off x="2680671" y="2001311"/>
              <a:ext cx="5191" cy="8190"/>
            </a:xfrm>
            <a:custGeom>
              <a:avLst/>
              <a:gdLst>
                <a:gd name="connsiteX0" fmla="*/ 2319 w 3478"/>
                <a:gd name="connsiteY0" fmla="*/ 0 h 5487"/>
                <a:gd name="connsiteX1" fmla="*/ 0 w 3478"/>
                <a:gd name="connsiteY1" fmla="*/ 1098 h 5487"/>
                <a:gd name="connsiteX2" fmla="*/ 0 w 3478"/>
                <a:gd name="connsiteY2" fmla="*/ 5488 h 5487"/>
                <a:gd name="connsiteX3" fmla="*/ 3478 w 3478"/>
                <a:gd name="connsiteY3" fmla="*/ 1888 h 5487"/>
                <a:gd name="connsiteX4" fmla="*/ 2319 w 3478"/>
                <a:gd name="connsiteY4" fmla="*/ 0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8" h="5487">
                  <a:moveTo>
                    <a:pt x="2319" y="0"/>
                  </a:moveTo>
                  <a:lnTo>
                    <a:pt x="0" y="1098"/>
                  </a:lnTo>
                  <a:lnTo>
                    <a:pt x="0" y="5488"/>
                  </a:lnTo>
                  <a:lnTo>
                    <a:pt x="3478" y="1888"/>
                  </a:lnTo>
                  <a:lnTo>
                    <a:pt x="231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5B22E519-B40D-EA80-E414-8721DD15D7CF}"/>
                </a:ext>
              </a:extLst>
            </p:cNvPr>
            <p:cNvSpPr>
              <a:spLocks/>
            </p:cNvSpPr>
            <p:nvPr/>
          </p:nvSpPr>
          <p:spPr>
            <a:xfrm>
              <a:off x="2674233" y="2080729"/>
              <a:ext cx="6438" cy="10287"/>
            </a:xfrm>
            <a:custGeom>
              <a:avLst/>
              <a:gdLst>
                <a:gd name="connsiteX0" fmla="*/ 0 w 4313"/>
                <a:gd name="connsiteY0" fmla="*/ 0 h 6892"/>
                <a:gd name="connsiteX1" fmla="*/ 0 w 4313"/>
                <a:gd name="connsiteY1" fmla="*/ 3732 h 6892"/>
                <a:gd name="connsiteX2" fmla="*/ 0 w 4313"/>
                <a:gd name="connsiteY2" fmla="*/ 6892 h 6892"/>
                <a:gd name="connsiteX3" fmla="*/ 4313 w 4313"/>
                <a:gd name="connsiteY3" fmla="*/ 0 h 6892"/>
                <a:gd name="connsiteX4" fmla="*/ 0 w 4313"/>
                <a:gd name="connsiteY4" fmla="*/ 0 h 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13" h="6892">
                  <a:moveTo>
                    <a:pt x="0" y="0"/>
                  </a:moveTo>
                  <a:lnTo>
                    <a:pt x="0" y="3732"/>
                  </a:lnTo>
                  <a:lnTo>
                    <a:pt x="0" y="6892"/>
                  </a:lnTo>
                  <a:lnTo>
                    <a:pt x="43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9A1326-984F-1CA6-302E-42210C24E4CF}"/>
                </a:ext>
              </a:extLst>
            </p:cNvPr>
            <p:cNvSpPr>
              <a:spLocks/>
            </p:cNvSpPr>
            <p:nvPr/>
          </p:nvSpPr>
          <p:spPr>
            <a:xfrm>
              <a:off x="2733489" y="2613528"/>
              <a:ext cx="17306" cy="12711"/>
            </a:xfrm>
            <a:custGeom>
              <a:avLst/>
              <a:gdLst>
                <a:gd name="connsiteX0" fmla="*/ 0 w 11594"/>
                <a:gd name="connsiteY0" fmla="*/ 0 h 8516"/>
                <a:gd name="connsiteX1" fmla="*/ 11594 w 11594"/>
                <a:gd name="connsiteY1" fmla="*/ 8517 h 8516"/>
                <a:gd name="connsiteX2" fmla="*/ 11594 w 11594"/>
                <a:gd name="connsiteY2" fmla="*/ 5224 h 8516"/>
                <a:gd name="connsiteX3" fmla="*/ 4638 w 11594"/>
                <a:gd name="connsiteY3" fmla="*/ 0 h 8516"/>
                <a:gd name="connsiteX4" fmla="*/ 0 w 11594"/>
                <a:gd name="connsiteY4" fmla="*/ 0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94" h="8516">
                  <a:moveTo>
                    <a:pt x="0" y="0"/>
                  </a:moveTo>
                  <a:lnTo>
                    <a:pt x="11594" y="8517"/>
                  </a:lnTo>
                  <a:lnTo>
                    <a:pt x="11594" y="5224"/>
                  </a:lnTo>
                  <a:lnTo>
                    <a:pt x="463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DC921810-7A5D-AC41-1A2C-65C47DD103D6}"/>
                </a:ext>
              </a:extLst>
            </p:cNvPr>
            <p:cNvSpPr>
              <a:spLocks/>
            </p:cNvSpPr>
            <p:nvPr/>
          </p:nvSpPr>
          <p:spPr>
            <a:xfrm>
              <a:off x="6271329" y="4540863"/>
              <a:ext cx="35857" cy="20508"/>
            </a:xfrm>
            <a:custGeom>
              <a:avLst/>
              <a:gdLst>
                <a:gd name="connsiteX0" fmla="*/ 3432 w 24023"/>
                <a:gd name="connsiteY0" fmla="*/ 9614 h 13740"/>
                <a:gd name="connsiteX1" fmla="*/ 8626 w 24023"/>
                <a:gd name="connsiteY1" fmla="*/ 6892 h 13740"/>
                <a:gd name="connsiteX2" fmla="*/ 8626 w 24023"/>
                <a:gd name="connsiteY2" fmla="*/ 10185 h 13740"/>
                <a:gd name="connsiteX3" fmla="*/ 16464 w 24023"/>
                <a:gd name="connsiteY3" fmla="*/ 11546 h 13740"/>
                <a:gd name="connsiteX4" fmla="*/ 22400 w 24023"/>
                <a:gd name="connsiteY4" fmla="*/ 13741 h 13740"/>
                <a:gd name="connsiteX5" fmla="*/ 22400 w 24023"/>
                <a:gd name="connsiteY5" fmla="*/ 9878 h 13740"/>
                <a:gd name="connsiteX6" fmla="*/ 20823 w 24023"/>
                <a:gd name="connsiteY6" fmla="*/ 7946 h 13740"/>
                <a:gd name="connsiteX7" fmla="*/ 20823 w 24023"/>
                <a:gd name="connsiteY7" fmla="*/ 4653 h 13740"/>
                <a:gd name="connsiteX8" fmla="*/ 24023 w 24023"/>
                <a:gd name="connsiteY8" fmla="*/ 0 h 13740"/>
                <a:gd name="connsiteX9" fmla="*/ 19664 w 24023"/>
                <a:gd name="connsiteY9" fmla="*/ 0 h 13740"/>
                <a:gd name="connsiteX10" fmla="*/ 19107 w 24023"/>
                <a:gd name="connsiteY10" fmla="*/ 3293 h 13740"/>
                <a:gd name="connsiteX11" fmla="*/ 14748 w 24023"/>
                <a:gd name="connsiteY11" fmla="*/ 3293 h 13740"/>
                <a:gd name="connsiteX12" fmla="*/ 12012 w 24023"/>
                <a:gd name="connsiteY12" fmla="*/ 1361 h 13740"/>
                <a:gd name="connsiteX13" fmla="*/ 12012 w 24023"/>
                <a:gd name="connsiteY13" fmla="*/ 4653 h 13740"/>
                <a:gd name="connsiteX14" fmla="*/ 8673 w 24023"/>
                <a:gd name="connsiteY14" fmla="*/ 3556 h 13740"/>
                <a:gd name="connsiteX15" fmla="*/ 3478 w 24023"/>
                <a:gd name="connsiteY15" fmla="*/ 2722 h 13740"/>
                <a:gd name="connsiteX16" fmla="*/ 0 w 24023"/>
                <a:gd name="connsiteY16" fmla="*/ 6848 h 13740"/>
                <a:gd name="connsiteX17" fmla="*/ 3478 w 24023"/>
                <a:gd name="connsiteY17" fmla="*/ 9570 h 1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023" h="13740">
                  <a:moveTo>
                    <a:pt x="3432" y="9614"/>
                  </a:moveTo>
                  <a:lnTo>
                    <a:pt x="8626" y="6892"/>
                  </a:lnTo>
                  <a:lnTo>
                    <a:pt x="8626" y="10185"/>
                  </a:lnTo>
                  <a:lnTo>
                    <a:pt x="16464" y="11546"/>
                  </a:lnTo>
                  <a:lnTo>
                    <a:pt x="22400" y="13741"/>
                  </a:lnTo>
                  <a:lnTo>
                    <a:pt x="22400" y="9878"/>
                  </a:lnTo>
                  <a:lnTo>
                    <a:pt x="20823" y="7946"/>
                  </a:lnTo>
                  <a:lnTo>
                    <a:pt x="20823" y="4653"/>
                  </a:lnTo>
                  <a:lnTo>
                    <a:pt x="24023" y="0"/>
                  </a:lnTo>
                  <a:lnTo>
                    <a:pt x="19664" y="0"/>
                  </a:lnTo>
                  <a:lnTo>
                    <a:pt x="19107" y="3293"/>
                  </a:lnTo>
                  <a:lnTo>
                    <a:pt x="14748" y="3293"/>
                  </a:lnTo>
                  <a:lnTo>
                    <a:pt x="12012" y="1361"/>
                  </a:lnTo>
                  <a:lnTo>
                    <a:pt x="12012" y="4653"/>
                  </a:lnTo>
                  <a:cubicBezTo>
                    <a:pt x="12012" y="4653"/>
                    <a:pt x="9554" y="3819"/>
                    <a:pt x="8673" y="3556"/>
                  </a:cubicBezTo>
                  <a:cubicBezTo>
                    <a:pt x="7791" y="3293"/>
                    <a:pt x="3478" y="2722"/>
                    <a:pt x="3478" y="2722"/>
                  </a:cubicBezTo>
                  <a:lnTo>
                    <a:pt x="0" y="6848"/>
                  </a:lnTo>
                  <a:lnTo>
                    <a:pt x="3478" y="95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49833016-69D0-8B82-00B0-D3D5968033AF}"/>
                </a:ext>
              </a:extLst>
            </p:cNvPr>
            <p:cNvSpPr>
              <a:spLocks/>
            </p:cNvSpPr>
            <p:nvPr/>
          </p:nvSpPr>
          <p:spPr>
            <a:xfrm>
              <a:off x="6203768" y="4493749"/>
              <a:ext cx="44095" cy="37285"/>
            </a:xfrm>
            <a:custGeom>
              <a:avLst/>
              <a:gdLst>
                <a:gd name="connsiteX0" fmla="*/ 0 w 29542"/>
                <a:gd name="connsiteY0" fmla="*/ 0 h 24979"/>
                <a:gd name="connsiteX1" fmla="*/ 0 w 29542"/>
                <a:gd name="connsiteY1" fmla="*/ 1668 h 24979"/>
                <a:gd name="connsiteX2" fmla="*/ 7560 w 29542"/>
                <a:gd name="connsiteY2" fmla="*/ 9043 h 24979"/>
                <a:gd name="connsiteX3" fmla="*/ 5241 w 29542"/>
                <a:gd name="connsiteY3" fmla="*/ 13741 h 24979"/>
                <a:gd name="connsiteX4" fmla="*/ 10991 w 29542"/>
                <a:gd name="connsiteY4" fmla="*/ 21687 h 24979"/>
                <a:gd name="connsiteX5" fmla="*/ 13032 w 29542"/>
                <a:gd name="connsiteY5" fmla="*/ 18658 h 24979"/>
                <a:gd name="connsiteX6" fmla="*/ 13032 w 29542"/>
                <a:gd name="connsiteY6" fmla="*/ 24979 h 24979"/>
                <a:gd name="connsiteX7" fmla="*/ 17670 w 29542"/>
                <a:gd name="connsiteY7" fmla="*/ 24979 h 24979"/>
                <a:gd name="connsiteX8" fmla="*/ 17948 w 29542"/>
                <a:gd name="connsiteY8" fmla="*/ 23618 h 24979"/>
                <a:gd name="connsiteX9" fmla="*/ 20267 w 29542"/>
                <a:gd name="connsiteY9" fmla="*/ 23618 h 24979"/>
                <a:gd name="connsiteX10" fmla="*/ 26110 w 29542"/>
                <a:gd name="connsiteY10" fmla="*/ 23618 h 24979"/>
                <a:gd name="connsiteX11" fmla="*/ 22029 w 29542"/>
                <a:gd name="connsiteY11" fmla="*/ 20326 h 24979"/>
                <a:gd name="connsiteX12" fmla="*/ 25507 w 29542"/>
                <a:gd name="connsiteY12" fmla="*/ 17823 h 24979"/>
                <a:gd name="connsiteX13" fmla="*/ 23467 w 29542"/>
                <a:gd name="connsiteY13" fmla="*/ 15102 h 24979"/>
                <a:gd name="connsiteX14" fmla="*/ 29542 w 29542"/>
                <a:gd name="connsiteY14" fmla="*/ 12380 h 24979"/>
                <a:gd name="connsiteX15" fmla="*/ 12475 w 29542"/>
                <a:gd name="connsiteY15" fmla="*/ 9043 h 24979"/>
                <a:gd name="connsiteX16" fmla="*/ 0 w 29542"/>
                <a:gd name="connsiteY16" fmla="*/ 0 h 2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9542" h="24979">
                  <a:moveTo>
                    <a:pt x="0" y="0"/>
                  </a:moveTo>
                  <a:lnTo>
                    <a:pt x="0" y="1668"/>
                  </a:lnTo>
                  <a:lnTo>
                    <a:pt x="7560" y="9043"/>
                  </a:lnTo>
                  <a:lnTo>
                    <a:pt x="5241" y="13741"/>
                  </a:lnTo>
                  <a:lnTo>
                    <a:pt x="10991" y="21687"/>
                  </a:lnTo>
                  <a:lnTo>
                    <a:pt x="13032" y="18658"/>
                  </a:lnTo>
                  <a:lnTo>
                    <a:pt x="13032" y="24979"/>
                  </a:lnTo>
                  <a:lnTo>
                    <a:pt x="17670" y="24979"/>
                  </a:lnTo>
                  <a:lnTo>
                    <a:pt x="17948" y="23618"/>
                  </a:lnTo>
                  <a:lnTo>
                    <a:pt x="20267" y="23618"/>
                  </a:lnTo>
                  <a:lnTo>
                    <a:pt x="26110" y="23618"/>
                  </a:lnTo>
                  <a:lnTo>
                    <a:pt x="22029" y="20326"/>
                  </a:lnTo>
                  <a:lnTo>
                    <a:pt x="25507" y="17823"/>
                  </a:lnTo>
                  <a:lnTo>
                    <a:pt x="23467" y="15102"/>
                  </a:lnTo>
                  <a:lnTo>
                    <a:pt x="29542" y="12380"/>
                  </a:lnTo>
                  <a:lnTo>
                    <a:pt x="12475" y="904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EEF8605D-591A-6CE7-AF96-FA6333A8674B}"/>
                </a:ext>
              </a:extLst>
            </p:cNvPr>
            <p:cNvSpPr>
              <a:spLocks/>
            </p:cNvSpPr>
            <p:nvPr/>
          </p:nvSpPr>
          <p:spPr>
            <a:xfrm>
              <a:off x="2882736" y="2220635"/>
              <a:ext cx="32008" cy="24816"/>
            </a:xfrm>
            <a:custGeom>
              <a:avLst/>
              <a:gdLst>
                <a:gd name="connsiteX0" fmla="*/ 7838 w 21444"/>
                <a:gd name="connsiteY0" fmla="*/ 128 h 16626"/>
                <a:gd name="connsiteX1" fmla="*/ 2041 w 21444"/>
                <a:gd name="connsiteY1" fmla="*/ 5352 h 16626"/>
                <a:gd name="connsiteX2" fmla="*/ 0 w 21444"/>
                <a:gd name="connsiteY2" fmla="*/ 9742 h 16626"/>
                <a:gd name="connsiteX3" fmla="*/ 5797 w 21444"/>
                <a:gd name="connsiteY3" fmla="*/ 10840 h 16626"/>
                <a:gd name="connsiteX4" fmla="*/ 18551 w 21444"/>
                <a:gd name="connsiteY4" fmla="*/ 16591 h 16626"/>
                <a:gd name="connsiteX5" fmla="*/ 20313 w 21444"/>
                <a:gd name="connsiteY5" fmla="*/ 10269 h 16626"/>
                <a:gd name="connsiteX6" fmla="*/ 11594 w 21444"/>
                <a:gd name="connsiteY6" fmla="*/ 5352 h 16626"/>
                <a:gd name="connsiteX7" fmla="*/ 7838 w 21444"/>
                <a:gd name="connsiteY7" fmla="*/ 128 h 1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444" h="16626">
                  <a:moveTo>
                    <a:pt x="7838" y="128"/>
                  </a:moveTo>
                  <a:cubicBezTo>
                    <a:pt x="4359" y="1225"/>
                    <a:pt x="2041" y="5352"/>
                    <a:pt x="2041" y="5352"/>
                  </a:cubicBezTo>
                  <a:lnTo>
                    <a:pt x="0" y="9742"/>
                  </a:lnTo>
                  <a:lnTo>
                    <a:pt x="5797" y="10840"/>
                  </a:lnTo>
                  <a:cubicBezTo>
                    <a:pt x="5797" y="10840"/>
                    <a:pt x="13310" y="17161"/>
                    <a:pt x="18551" y="16591"/>
                  </a:cubicBezTo>
                  <a:cubicBezTo>
                    <a:pt x="23792" y="16020"/>
                    <a:pt x="20313" y="10269"/>
                    <a:pt x="20313" y="10269"/>
                  </a:cubicBezTo>
                  <a:lnTo>
                    <a:pt x="11594" y="5352"/>
                  </a:lnTo>
                  <a:cubicBezTo>
                    <a:pt x="11594" y="5352"/>
                    <a:pt x="11316" y="-970"/>
                    <a:pt x="7838" y="12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64A3BFAE-9940-1E08-AA78-BE57A6DB90CD}"/>
                </a:ext>
              </a:extLst>
            </p:cNvPr>
            <p:cNvSpPr>
              <a:spLocks/>
            </p:cNvSpPr>
            <p:nvPr/>
          </p:nvSpPr>
          <p:spPr>
            <a:xfrm>
              <a:off x="2887513" y="2242515"/>
              <a:ext cx="5191" cy="7337"/>
            </a:xfrm>
            <a:custGeom>
              <a:avLst/>
              <a:gdLst>
                <a:gd name="connsiteX0" fmla="*/ 0 w 3478"/>
                <a:gd name="connsiteY0" fmla="*/ 0 h 4916"/>
                <a:gd name="connsiteX1" fmla="*/ 3478 w 3478"/>
                <a:gd name="connsiteY1" fmla="*/ 0 h 4916"/>
                <a:gd name="connsiteX2" fmla="*/ 3478 w 3478"/>
                <a:gd name="connsiteY2" fmla="*/ 4917 h 4916"/>
                <a:gd name="connsiteX3" fmla="*/ 0 w 3478"/>
                <a:gd name="connsiteY3" fmla="*/ 4917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8" h="4916">
                  <a:moveTo>
                    <a:pt x="0" y="0"/>
                  </a:moveTo>
                  <a:lnTo>
                    <a:pt x="3478" y="0"/>
                  </a:lnTo>
                  <a:lnTo>
                    <a:pt x="3478" y="4917"/>
                  </a:lnTo>
                  <a:lnTo>
                    <a:pt x="0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4FD30C83-6BFE-AE02-F070-C203657F6E78}"/>
                </a:ext>
              </a:extLst>
            </p:cNvPr>
            <p:cNvSpPr>
              <a:spLocks/>
            </p:cNvSpPr>
            <p:nvPr/>
          </p:nvSpPr>
          <p:spPr>
            <a:xfrm>
              <a:off x="6373483" y="4160809"/>
              <a:ext cx="38442" cy="98224"/>
            </a:xfrm>
            <a:custGeom>
              <a:avLst/>
              <a:gdLst>
                <a:gd name="connsiteX0" fmla="*/ 16525 w 25754"/>
                <a:gd name="connsiteY0" fmla="*/ 50134 h 65806"/>
                <a:gd name="connsiteX1" fmla="*/ 15180 w 25754"/>
                <a:gd name="connsiteY1" fmla="*/ 47280 h 65806"/>
                <a:gd name="connsiteX2" fmla="*/ 7528 w 25754"/>
                <a:gd name="connsiteY2" fmla="*/ 40300 h 65806"/>
                <a:gd name="connsiteX3" fmla="*/ 7157 w 25754"/>
                <a:gd name="connsiteY3" fmla="*/ 39510 h 65806"/>
                <a:gd name="connsiteX4" fmla="*/ 7157 w 25754"/>
                <a:gd name="connsiteY4" fmla="*/ 26516 h 65806"/>
                <a:gd name="connsiteX5" fmla="*/ 3447 w 25754"/>
                <a:gd name="connsiteY5" fmla="*/ 15980 h 65806"/>
                <a:gd name="connsiteX6" fmla="*/ 3401 w 25754"/>
                <a:gd name="connsiteY6" fmla="*/ 15628 h 65806"/>
                <a:gd name="connsiteX7" fmla="*/ 3401 w 25754"/>
                <a:gd name="connsiteY7" fmla="*/ 10580 h 65806"/>
                <a:gd name="connsiteX8" fmla="*/ 1406 w 25754"/>
                <a:gd name="connsiteY8" fmla="*/ 3863 h 65806"/>
                <a:gd name="connsiteX9" fmla="*/ 1406 w 25754"/>
                <a:gd name="connsiteY9" fmla="*/ 3512 h 65806"/>
                <a:gd name="connsiteX10" fmla="*/ 1545 w 25754"/>
                <a:gd name="connsiteY10" fmla="*/ 0 h 65806"/>
                <a:gd name="connsiteX11" fmla="*/ 2890 w 25754"/>
                <a:gd name="connsiteY11" fmla="*/ 9834 h 65806"/>
                <a:gd name="connsiteX12" fmla="*/ 4885 w 25754"/>
                <a:gd name="connsiteY12" fmla="*/ 29325 h 65806"/>
                <a:gd name="connsiteX13" fmla="*/ 5441 w 25754"/>
                <a:gd name="connsiteY13" fmla="*/ 38939 h 65806"/>
                <a:gd name="connsiteX14" fmla="*/ 17777 w 25754"/>
                <a:gd name="connsiteY14" fmla="*/ 52636 h 65806"/>
                <a:gd name="connsiteX15" fmla="*/ 24641 w 25754"/>
                <a:gd name="connsiteY15" fmla="*/ 65806 h 65806"/>
                <a:gd name="connsiteX16" fmla="*/ 25754 w 25754"/>
                <a:gd name="connsiteY16" fmla="*/ 65631 h 65806"/>
                <a:gd name="connsiteX17" fmla="*/ 16572 w 25754"/>
                <a:gd name="connsiteY17" fmla="*/ 50090 h 6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54" h="65806">
                  <a:moveTo>
                    <a:pt x="16525" y="50134"/>
                  </a:moveTo>
                  <a:lnTo>
                    <a:pt x="15180" y="47280"/>
                  </a:lnTo>
                  <a:lnTo>
                    <a:pt x="7528" y="40300"/>
                  </a:lnTo>
                  <a:cubicBezTo>
                    <a:pt x="7528" y="40300"/>
                    <a:pt x="7157" y="39817"/>
                    <a:pt x="7157" y="39510"/>
                  </a:cubicBezTo>
                  <a:lnTo>
                    <a:pt x="7157" y="26516"/>
                  </a:lnTo>
                  <a:lnTo>
                    <a:pt x="3447" y="15980"/>
                  </a:lnTo>
                  <a:cubicBezTo>
                    <a:pt x="3447" y="15980"/>
                    <a:pt x="3401" y="15760"/>
                    <a:pt x="3401" y="15628"/>
                  </a:cubicBezTo>
                  <a:lnTo>
                    <a:pt x="3401" y="10580"/>
                  </a:lnTo>
                  <a:lnTo>
                    <a:pt x="1406" y="3863"/>
                  </a:lnTo>
                  <a:cubicBezTo>
                    <a:pt x="1406" y="3863"/>
                    <a:pt x="1406" y="3644"/>
                    <a:pt x="1406" y="3512"/>
                  </a:cubicBezTo>
                  <a:lnTo>
                    <a:pt x="1545" y="0"/>
                  </a:lnTo>
                  <a:cubicBezTo>
                    <a:pt x="-866" y="4302"/>
                    <a:pt x="2890" y="9834"/>
                    <a:pt x="2890" y="9834"/>
                  </a:cubicBezTo>
                  <a:cubicBezTo>
                    <a:pt x="-4623" y="18087"/>
                    <a:pt x="4885" y="29325"/>
                    <a:pt x="4885" y="29325"/>
                  </a:cubicBezTo>
                  <a:cubicBezTo>
                    <a:pt x="-310" y="33188"/>
                    <a:pt x="5441" y="38939"/>
                    <a:pt x="5441" y="38939"/>
                  </a:cubicBezTo>
                  <a:cubicBezTo>
                    <a:pt x="5163" y="48817"/>
                    <a:pt x="17777" y="52636"/>
                    <a:pt x="17777" y="52636"/>
                  </a:cubicBezTo>
                  <a:cubicBezTo>
                    <a:pt x="18288" y="60889"/>
                    <a:pt x="22276" y="64401"/>
                    <a:pt x="24641" y="65806"/>
                  </a:cubicBezTo>
                  <a:lnTo>
                    <a:pt x="25754" y="65631"/>
                  </a:lnTo>
                  <a:cubicBezTo>
                    <a:pt x="22879" y="61460"/>
                    <a:pt x="19447" y="56017"/>
                    <a:pt x="16572" y="500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1E4C3675-8A66-1DF5-ABB3-62C3705ACA7B}"/>
                </a:ext>
              </a:extLst>
            </p:cNvPr>
            <p:cNvSpPr>
              <a:spLocks/>
            </p:cNvSpPr>
            <p:nvPr/>
          </p:nvSpPr>
          <p:spPr>
            <a:xfrm>
              <a:off x="4094574" y="4499259"/>
              <a:ext cx="10732" cy="15388"/>
            </a:xfrm>
            <a:custGeom>
              <a:avLst/>
              <a:gdLst>
                <a:gd name="connsiteX0" fmla="*/ 6400 w 7190"/>
                <a:gd name="connsiteY0" fmla="*/ 9742 h 10309"/>
                <a:gd name="connsiteX1" fmla="*/ 4359 w 7190"/>
                <a:gd name="connsiteY1" fmla="*/ 699 h 10309"/>
                <a:gd name="connsiteX2" fmla="*/ 0 w 7190"/>
                <a:gd name="connsiteY2" fmla="*/ 3728 h 10309"/>
                <a:gd name="connsiteX3" fmla="*/ 6400 w 7190"/>
                <a:gd name="connsiteY3" fmla="*/ 9786 h 10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0" h="10309">
                  <a:moveTo>
                    <a:pt x="6400" y="9742"/>
                  </a:moveTo>
                  <a:cubicBezTo>
                    <a:pt x="8997" y="7020"/>
                    <a:pt x="4359" y="699"/>
                    <a:pt x="4359" y="699"/>
                  </a:cubicBezTo>
                  <a:cubicBezTo>
                    <a:pt x="2783" y="-1935"/>
                    <a:pt x="0" y="3728"/>
                    <a:pt x="0" y="3728"/>
                  </a:cubicBezTo>
                  <a:cubicBezTo>
                    <a:pt x="0" y="3728"/>
                    <a:pt x="3757" y="12508"/>
                    <a:pt x="6400" y="978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BFEBE968-B637-6F77-FA8F-BD1F5A54F561}"/>
                </a:ext>
              </a:extLst>
            </p:cNvPr>
            <p:cNvSpPr>
              <a:spLocks/>
            </p:cNvSpPr>
            <p:nvPr/>
          </p:nvSpPr>
          <p:spPr>
            <a:xfrm>
              <a:off x="2914717" y="2199530"/>
              <a:ext cx="6922" cy="11858"/>
            </a:xfrm>
            <a:custGeom>
              <a:avLst/>
              <a:gdLst>
                <a:gd name="connsiteX0" fmla="*/ 2041 w 4637"/>
                <a:gd name="connsiteY0" fmla="*/ 0 h 7945"/>
                <a:gd name="connsiteX1" fmla="*/ 0 w 4637"/>
                <a:gd name="connsiteY1" fmla="*/ 0 h 7945"/>
                <a:gd name="connsiteX2" fmla="*/ 0 w 4637"/>
                <a:gd name="connsiteY2" fmla="*/ 3951 h 7945"/>
                <a:gd name="connsiteX3" fmla="*/ 0 w 4637"/>
                <a:gd name="connsiteY3" fmla="*/ 7946 h 7945"/>
                <a:gd name="connsiteX4" fmla="*/ 4638 w 4637"/>
                <a:gd name="connsiteY4" fmla="*/ 4390 h 7945"/>
                <a:gd name="connsiteX5" fmla="*/ 2041 w 4637"/>
                <a:gd name="connsiteY5" fmla="*/ 0 h 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37" h="7945">
                  <a:moveTo>
                    <a:pt x="2041" y="0"/>
                  </a:moveTo>
                  <a:lnTo>
                    <a:pt x="0" y="0"/>
                  </a:lnTo>
                  <a:lnTo>
                    <a:pt x="0" y="3951"/>
                  </a:lnTo>
                  <a:lnTo>
                    <a:pt x="0" y="7946"/>
                  </a:lnTo>
                  <a:lnTo>
                    <a:pt x="4638" y="4390"/>
                  </a:lnTo>
                  <a:lnTo>
                    <a:pt x="204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980B9F82-B32E-D2AA-50C3-1F653CA09038}"/>
                </a:ext>
              </a:extLst>
            </p:cNvPr>
            <p:cNvSpPr>
              <a:spLocks/>
            </p:cNvSpPr>
            <p:nvPr/>
          </p:nvSpPr>
          <p:spPr>
            <a:xfrm>
              <a:off x="6341870" y="4452664"/>
              <a:ext cx="29766" cy="16120"/>
            </a:xfrm>
            <a:custGeom>
              <a:avLst/>
              <a:gdLst>
                <a:gd name="connsiteX0" fmla="*/ 17067 w 19942"/>
                <a:gd name="connsiteY0" fmla="*/ 4215 h 10799"/>
                <a:gd name="connsiteX1" fmla="*/ 19942 w 19942"/>
                <a:gd name="connsiteY1" fmla="*/ 659 h 10799"/>
                <a:gd name="connsiteX2" fmla="*/ 15907 w 19942"/>
                <a:gd name="connsiteY2" fmla="*/ 0 h 10799"/>
                <a:gd name="connsiteX3" fmla="*/ 2458 w 19942"/>
                <a:gd name="connsiteY3" fmla="*/ 7551 h 10799"/>
                <a:gd name="connsiteX4" fmla="*/ 0 w 19942"/>
                <a:gd name="connsiteY4" fmla="*/ 10800 h 10799"/>
                <a:gd name="connsiteX5" fmla="*/ 16974 w 19942"/>
                <a:gd name="connsiteY5" fmla="*/ 4258 h 1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42" h="10799">
                  <a:moveTo>
                    <a:pt x="17067" y="4215"/>
                  </a:moveTo>
                  <a:lnTo>
                    <a:pt x="19942" y="659"/>
                  </a:lnTo>
                  <a:cubicBezTo>
                    <a:pt x="18551" y="263"/>
                    <a:pt x="17206" y="88"/>
                    <a:pt x="15907" y="0"/>
                  </a:cubicBezTo>
                  <a:lnTo>
                    <a:pt x="2458" y="7551"/>
                  </a:lnTo>
                  <a:lnTo>
                    <a:pt x="0" y="10800"/>
                  </a:lnTo>
                  <a:cubicBezTo>
                    <a:pt x="12522" y="2678"/>
                    <a:pt x="16974" y="4258"/>
                    <a:pt x="16974" y="425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BB07EFD9-AF2F-F0BD-0768-BA98CFBA8633}"/>
                </a:ext>
              </a:extLst>
            </p:cNvPr>
            <p:cNvSpPr>
              <a:spLocks/>
            </p:cNvSpPr>
            <p:nvPr/>
          </p:nvSpPr>
          <p:spPr>
            <a:xfrm>
              <a:off x="6331347" y="4452927"/>
              <a:ext cx="26927" cy="23261"/>
            </a:xfrm>
            <a:custGeom>
              <a:avLst/>
              <a:gdLst>
                <a:gd name="connsiteX0" fmla="*/ 8116 w 18040"/>
                <a:gd name="connsiteY0" fmla="*/ 5575 h 15584"/>
                <a:gd name="connsiteX1" fmla="*/ 18041 w 18040"/>
                <a:gd name="connsiteY1" fmla="*/ 0 h 15584"/>
                <a:gd name="connsiteX2" fmla="*/ 0 w 18040"/>
                <a:gd name="connsiteY2" fmla="*/ 15584 h 15584"/>
                <a:gd name="connsiteX3" fmla="*/ 1020 w 18040"/>
                <a:gd name="connsiteY3" fmla="*/ 14794 h 15584"/>
                <a:gd name="connsiteX4" fmla="*/ 7745 w 18040"/>
                <a:gd name="connsiteY4" fmla="*/ 5882 h 15584"/>
                <a:gd name="connsiteX5" fmla="*/ 8116 w 18040"/>
                <a:gd name="connsiteY5" fmla="*/ 5575 h 1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40" h="15584">
                  <a:moveTo>
                    <a:pt x="8116" y="5575"/>
                  </a:moveTo>
                  <a:lnTo>
                    <a:pt x="18041" y="0"/>
                  </a:lnTo>
                  <a:cubicBezTo>
                    <a:pt x="5844" y="2107"/>
                    <a:pt x="0" y="15584"/>
                    <a:pt x="0" y="15584"/>
                  </a:cubicBezTo>
                  <a:cubicBezTo>
                    <a:pt x="371" y="15321"/>
                    <a:pt x="696" y="15058"/>
                    <a:pt x="1020" y="14794"/>
                  </a:cubicBezTo>
                  <a:lnTo>
                    <a:pt x="7745" y="5882"/>
                  </a:lnTo>
                  <a:cubicBezTo>
                    <a:pt x="7745" y="5882"/>
                    <a:pt x="7977" y="5663"/>
                    <a:pt x="8116" y="55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D8D155DF-5E9B-686F-D5E0-9A7AE400AB3C}"/>
                </a:ext>
              </a:extLst>
            </p:cNvPr>
            <p:cNvSpPr>
              <a:spLocks/>
            </p:cNvSpPr>
            <p:nvPr/>
          </p:nvSpPr>
          <p:spPr>
            <a:xfrm>
              <a:off x="6358621" y="4268730"/>
              <a:ext cx="15138" cy="20314"/>
            </a:xfrm>
            <a:custGeom>
              <a:avLst/>
              <a:gdLst>
                <a:gd name="connsiteX0" fmla="*/ 9925 w 10142"/>
                <a:gd name="connsiteY0" fmla="*/ 3161 h 13609"/>
                <a:gd name="connsiteX1" fmla="*/ 9647 w 10142"/>
                <a:gd name="connsiteY1" fmla="*/ 0 h 13609"/>
                <a:gd name="connsiteX2" fmla="*/ 8116 w 10142"/>
                <a:gd name="connsiteY2" fmla="*/ 264 h 13609"/>
                <a:gd name="connsiteX3" fmla="*/ 8116 w 10142"/>
                <a:gd name="connsiteY3" fmla="*/ 2371 h 13609"/>
                <a:gd name="connsiteX4" fmla="*/ 7791 w 10142"/>
                <a:gd name="connsiteY4" fmla="*/ 3117 h 13609"/>
                <a:gd name="connsiteX5" fmla="*/ 0 w 10142"/>
                <a:gd name="connsiteY5" fmla="*/ 11107 h 13609"/>
                <a:gd name="connsiteX6" fmla="*/ 1994 w 10142"/>
                <a:gd name="connsiteY6" fmla="*/ 13609 h 13609"/>
                <a:gd name="connsiteX7" fmla="*/ 9878 w 10142"/>
                <a:gd name="connsiteY7" fmla="*/ 3205 h 13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42" h="13609">
                  <a:moveTo>
                    <a:pt x="9925" y="3161"/>
                  </a:moveTo>
                  <a:cubicBezTo>
                    <a:pt x="10342" y="1493"/>
                    <a:pt x="10110" y="527"/>
                    <a:pt x="9647" y="0"/>
                  </a:cubicBezTo>
                  <a:lnTo>
                    <a:pt x="8116" y="264"/>
                  </a:lnTo>
                  <a:lnTo>
                    <a:pt x="8116" y="2371"/>
                  </a:lnTo>
                  <a:cubicBezTo>
                    <a:pt x="8116" y="2634"/>
                    <a:pt x="8023" y="2898"/>
                    <a:pt x="7791" y="3117"/>
                  </a:cubicBezTo>
                  <a:lnTo>
                    <a:pt x="0" y="11107"/>
                  </a:lnTo>
                  <a:lnTo>
                    <a:pt x="1994" y="13609"/>
                  </a:lnTo>
                  <a:cubicBezTo>
                    <a:pt x="5333" y="12380"/>
                    <a:pt x="8858" y="7419"/>
                    <a:pt x="9878" y="320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05CF9ABD-60BF-2FB1-366E-FE49E5FCD8F6}"/>
                </a:ext>
              </a:extLst>
            </p:cNvPr>
            <p:cNvSpPr>
              <a:spLocks/>
            </p:cNvSpPr>
            <p:nvPr/>
          </p:nvSpPr>
          <p:spPr>
            <a:xfrm>
              <a:off x="2727396" y="2004129"/>
              <a:ext cx="12597" cy="10680"/>
            </a:xfrm>
            <a:custGeom>
              <a:avLst/>
              <a:gdLst>
                <a:gd name="connsiteX0" fmla="*/ 8441 w 8440"/>
                <a:gd name="connsiteY0" fmla="*/ 5531 h 7155"/>
                <a:gd name="connsiteX1" fmla="*/ 8441 w 8440"/>
                <a:gd name="connsiteY1" fmla="*/ 0 h 7155"/>
                <a:gd name="connsiteX2" fmla="*/ 4220 w 8440"/>
                <a:gd name="connsiteY2" fmla="*/ 0 h 7155"/>
                <a:gd name="connsiteX3" fmla="*/ 0 w 8440"/>
                <a:gd name="connsiteY3" fmla="*/ 3863 h 7155"/>
                <a:gd name="connsiteX4" fmla="*/ 2922 w 8440"/>
                <a:gd name="connsiteY4" fmla="*/ 7156 h 7155"/>
                <a:gd name="connsiteX5" fmla="*/ 8441 w 8440"/>
                <a:gd name="connsiteY5" fmla="*/ 5531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40" h="7155">
                  <a:moveTo>
                    <a:pt x="8441" y="5531"/>
                  </a:moveTo>
                  <a:lnTo>
                    <a:pt x="8441" y="0"/>
                  </a:lnTo>
                  <a:lnTo>
                    <a:pt x="4220" y="0"/>
                  </a:lnTo>
                  <a:lnTo>
                    <a:pt x="0" y="3863"/>
                  </a:lnTo>
                  <a:lnTo>
                    <a:pt x="2922" y="7156"/>
                  </a:lnTo>
                  <a:lnTo>
                    <a:pt x="8441" y="55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81B0D7C3-40B4-45A8-6D8B-B900363917A0}"/>
                </a:ext>
              </a:extLst>
            </p:cNvPr>
            <p:cNvSpPr>
              <a:spLocks/>
            </p:cNvSpPr>
            <p:nvPr/>
          </p:nvSpPr>
          <p:spPr>
            <a:xfrm>
              <a:off x="4030519" y="4422129"/>
              <a:ext cx="28612" cy="30075"/>
            </a:xfrm>
            <a:custGeom>
              <a:avLst/>
              <a:gdLst>
                <a:gd name="connsiteX0" fmla="*/ 13743 w 19169"/>
                <a:gd name="connsiteY0" fmla="*/ 15233 h 20149"/>
                <a:gd name="connsiteX1" fmla="*/ 13187 w 19169"/>
                <a:gd name="connsiteY1" fmla="*/ 14706 h 20149"/>
                <a:gd name="connsiteX2" fmla="*/ 9430 w 19169"/>
                <a:gd name="connsiteY2" fmla="*/ 7595 h 20149"/>
                <a:gd name="connsiteX3" fmla="*/ 9476 w 19169"/>
                <a:gd name="connsiteY3" fmla="*/ 6541 h 20149"/>
                <a:gd name="connsiteX4" fmla="*/ 11007 w 19169"/>
                <a:gd name="connsiteY4" fmla="*/ 4171 h 20149"/>
                <a:gd name="connsiteX5" fmla="*/ 6369 w 19169"/>
                <a:gd name="connsiteY5" fmla="*/ 0 h 20149"/>
                <a:gd name="connsiteX6" fmla="*/ 294 w 19169"/>
                <a:gd name="connsiteY6" fmla="*/ 10580 h 20149"/>
                <a:gd name="connsiteX7" fmla="*/ 8688 w 19169"/>
                <a:gd name="connsiteY7" fmla="*/ 13477 h 20149"/>
                <a:gd name="connsiteX8" fmla="*/ 7807 w 19169"/>
                <a:gd name="connsiteY8" fmla="*/ 16506 h 20149"/>
                <a:gd name="connsiteX9" fmla="*/ 13882 w 19169"/>
                <a:gd name="connsiteY9" fmla="*/ 16506 h 20149"/>
                <a:gd name="connsiteX10" fmla="*/ 15691 w 19169"/>
                <a:gd name="connsiteY10" fmla="*/ 20150 h 20149"/>
                <a:gd name="connsiteX11" fmla="*/ 19169 w 19169"/>
                <a:gd name="connsiteY11" fmla="*/ 17604 h 20149"/>
                <a:gd name="connsiteX12" fmla="*/ 13697 w 19169"/>
                <a:gd name="connsiteY12" fmla="*/ 15321 h 20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69" h="20149">
                  <a:moveTo>
                    <a:pt x="13743" y="15233"/>
                  </a:moveTo>
                  <a:cubicBezTo>
                    <a:pt x="13511" y="15146"/>
                    <a:pt x="13279" y="14970"/>
                    <a:pt x="13187" y="14706"/>
                  </a:cubicBezTo>
                  <a:lnTo>
                    <a:pt x="9430" y="7595"/>
                  </a:lnTo>
                  <a:cubicBezTo>
                    <a:pt x="9244" y="7244"/>
                    <a:pt x="9291" y="6848"/>
                    <a:pt x="9476" y="6541"/>
                  </a:cubicBezTo>
                  <a:lnTo>
                    <a:pt x="11007" y="4171"/>
                  </a:lnTo>
                  <a:lnTo>
                    <a:pt x="6369" y="0"/>
                  </a:lnTo>
                  <a:cubicBezTo>
                    <a:pt x="-2025" y="527"/>
                    <a:pt x="294" y="10580"/>
                    <a:pt x="294" y="10580"/>
                  </a:cubicBezTo>
                  <a:lnTo>
                    <a:pt x="8688" y="13477"/>
                  </a:lnTo>
                  <a:lnTo>
                    <a:pt x="7807" y="16506"/>
                  </a:lnTo>
                  <a:lnTo>
                    <a:pt x="13882" y="16506"/>
                  </a:lnTo>
                  <a:lnTo>
                    <a:pt x="15691" y="20150"/>
                  </a:lnTo>
                  <a:lnTo>
                    <a:pt x="19169" y="17604"/>
                  </a:lnTo>
                  <a:lnTo>
                    <a:pt x="13697" y="1532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03375F60-DBDD-3426-8C07-95A2616A4657}"/>
                </a:ext>
              </a:extLst>
            </p:cNvPr>
            <p:cNvSpPr>
              <a:spLocks/>
            </p:cNvSpPr>
            <p:nvPr/>
          </p:nvSpPr>
          <p:spPr>
            <a:xfrm>
              <a:off x="2723312" y="2040168"/>
              <a:ext cx="13222" cy="16840"/>
            </a:xfrm>
            <a:custGeom>
              <a:avLst/>
              <a:gdLst>
                <a:gd name="connsiteX0" fmla="*/ 8858 w 8858"/>
                <a:gd name="connsiteY0" fmla="*/ 7990 h 11282"/>
                <a:gd name="connsiteX1" fmla="*/ 2736 w 8858"/>
                <a:gd name="connsiteY1" fmla="*/ 0 h 11282"/>
                <a:gd name="connsiteX2" fmla="*/ 0 w 8858"/>
                <a:gd name="connsiteY2" fmla="*/ 0 h 11282"/>
                <a:gd name="connsiteX3" fmla="*/ 0 w 8858"/>
                <a:gd name="connsiteY3" fmla="*/ 6892 h 11282"/>
                <a:gd name="connsiteX4" fmla="*/ 6215 w 8858"/>
                <a:gd name="connsiteY4" fmla="*/ 11282 h 11282"/>
                <a:gd name="connsiteX5" fmla="*/ 8858 w 8858"/>
                <a:gd name="connsiteY5" fmla="*/ 7990 h 1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58" h="11282">
                  <a:moveTo>
                    <a:pt x="8858" y="7990"/>
                  </a:moveTo>
                  <a:lnTo>
                    <a:pt x="2736" y="0"/>
                  </a:lnTo>
                  <a:lnTo>
                    <a:pt x="0" y="0"/>
                  </a:lnTo>
                  <a:lnTo>
                    <a:pt x="0" y="6892"/>
                  </a:lnTo>
                  <a:lnTo>
                    <a:pt x="6215" y="11282"/>
                  </a:lnTo>
                  <a:lnTo>
                    <a:pt x="8858" y="79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610E475F-A75D-494C-7757-55DE85625900}"/>
                </a:ext>
              </a:extLst>
            </p:cNvPr>
            <p:cNvSpPr>
              <a:spLocks/>
            </p:cNvSpPr>
            <p:nvPr/>
          </p:nvSpPr>
          <p:spPr>
            <a:xfrm>
              <a:off x="4048126" y="4430648"/>
              <a:ext cx="11421" cy="14218"/>
            </a:xfrm>
            <a:custGeom>
              <a:avLst/>
              <a:gdLst>
                <a:gd name="connsiteX0" fmla="*/ 927 w 7652"/>
                <a:gd name="connsiteY0" fmla="*/ 0 h 9526"/>
                <a:gd name="connsiteX1" fmla="*/ 0 w 7652"/>
                <a:gd name="connsiteY1" fmla="*/ 1449 h 9526"/>
                <a:gd name="connsiteX2" fmla="*/ 3293 w 7652"/>
                <a:gd name="connsiteY2" fmla="*/ 7683 h 9526"/>
                <a:gd name="connsiteX3" fmla="*/ 7652 w 7652"/>
                <a:gd name="connsiteY3" fmla="*/ 9526 h 9526"/>
                <a:gd name="connsiteX4" fmla="*/ 7652 w 7652"/>
                <a:gd name="connsiteY4" fmla="*/ 6058 h 9526"/>
                <a:gd name="connsiteX5" fmla="*/ 927 w 7652"/>
                <a:gd name="connsiteY5" fmla="*/ 0 h 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52" h="9526">
                  <a:moveTo>
                    <a:pt x="927" y="0"/>
                  </a:moveTo>
                  <a:lnTo>
                    <a:pt x="0" y="1449"/>
                  </a:lnTo>
                  <a:lnTo>
                    <a:pt x="3293" y="7683"/>
                  </a:lnTo>
                  <a:lnTo>
                    <a:pt x="7652" y="9526"/>
                  </a:lnTo>
                  <a:lnTo>
                    <a:pt x="7652" y="6058"/>
                  </a:lnTo>
                  <a:lnTo>
                    <a:pt x="92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7803E121-99EC-AC17-B746-A47879F08005}"/>
                </a:ext>
              </a:extLst>
            </p:cNvPr>
            <p:cNvSpPr>
              <a:spLocks/>
            </p:cNvSpPr>
            <p:nvPr/>
          </p:nvSpPr>
          <p:spPr>
            <a:xfrm>
              <a:off x="3965609" y="5249927"/>
              <a:ext cx="25127" cy="17430"/>
            </a:xfrm>
            <a:custGeom>
              <a:avLst/>
              <a:gdLst>
                <a:gd name="connsiteX0" fmla="*/ 16000 w 16834"/>
                <a:gd name="connsiteY0" fmla="*/ 0 h 11677"/>
                <a:gd name="connsiteX1" fmla="*/ 14238 w 16834"/>
                <a:gd name="connsiteY1" fmla="*/ 439 h 11677"/>
                <a:gd name="connsiteX2" fmla="*/ 0 w 16834"/>
                <a:gd name="connsiteY2" fmla="*/ 11677 h 11677"/>
                <a:gd name="connsiteX3" fmla="*/ 15397 w 16834"/>
                <a:gd name="connsiteY3" fmla="*/ 3731 h 11677"/>
                <a:gd name="connsiteX4" fmla="*/ 16835 w 16834"/>
                <a:gd name="connsiteY4" fmla="*/ 3819 h 11677"/>
                <a:gd name="connsiteX5" fmla="*/ 16835 w 16834"/>
                <a:gd name="connsiteY5" fmla="*/ 1317 h 11677"/>
                <a:gd name="connsiteX6" fmla="*/ 16000 w 16834"/>
                <a:gd name="connsiteY6" fmla="*/ 0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34" h="11677">
                  <a:moveTo>
                    <a:pt x="16000" y="0"/>
                  </a:moveTo>
                  <a:cubicBezTo>
                    <a:pt x="15397" y="132"/>
                    <a:pt x="14841" y="219"/>
                    <a:pt x="14238" y="439"/>
                  </a:cubicBezTo>
                  <a:cubicBezTo>
                    <a:pt x="7838" y="2897"/>
                    <a:pt x="0" y="11677"/>
                    <a:pt x="0" y="11677"/>
                  </a:cubicBezTo>
                  <a:cubicBezTo>
                    <a:pt x="0" y="11677"/>
                    <a:pt x="11084" y="3731"/>
                    <a:pt x="15397" y="3731"/>
                  </a:cubicBezTo>
                  <a:cubicBezTo>
                    <a:pt x="15861" y="3731"/>
                    <a:pt x="16325" y="3731"/>
                    <a:pt x="16835" y="3819"/>
                  </a:cubicBezTo>
                  <a:lnTo>
                    <a:pt x="16835" y="1317"/>
                  </a:lnTo>
                  <a:lnTo>
                    <a:pt x="1600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E155E964-3238-04D7-3427-CC0ADB649947}"/>
                </a:ext>
              </a:extLst>
            </p:cNvPr>
            <p:cNvSpPr>
              <a:spLocks/>
            </p:cNvSpPr>
            <p:nvPr/>
          </p:nvSpPr>
          <p:spPr>
            <a:xfrm>
              <a:off x="6021569" y="3782785"/>
              <a:ext cx="6783" cy="5240"/>
            </a:xfrm>
            <a:custGeom>
              <a:avLst/>
              <a:gdLst>
                <a:gd name="connsiteX0" fmla="*/ 3988 w 4544"/>
                <a:gd name="connsiteY0" fmla="*/ 0 h 3511"/>
                <a:gd name="connsiteX1" fmla="*/ 0 w 4544"/>
                <a:gd name="connsiteY1" fmla="*/ 0 h 3511"/>
                <a:gd name="connsiteX2" fmla="*/ 742 w 4544"/>
                <a:gd name="connsiteY2" fmla="*/ 3512 h 3511"/>
                <a:gd name="connsiteX3" fmla="*/ 4545 w 4544"/>
                <a:gd name="connsiteY3" fmla="*/ 2722 h 3511"/>
                <a:gd name="connsiteX4" fmla="*/ 4545 w 4544"/>
                <a:gd name="connsiteY4" fmla="*/ 2722 h 3511"/>
                <a:gd name="connsiteX5" fmla="*/ 4035 w 4544"/>
                <a:gd name="connsiteY5" fmla="*/ 44 h 3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44" h="3511">
                  <a:moveTo>
                    <a:pt x="3988" y="0"/>
                  </a:moveTo>
                  <a:lnTo>
                    <a:pt x="0" y="0"/>
                  </a:lnTo>
                  <a:cubicBezTo>
                    <a:pt x="185" y="966"/>
                    <a:pt x="464" y="2195"/>
                    <a:pt x="742" y="3512"/>
                  </a:cubicBezTo>
                  <a:lnTo>
                    <a:pt x="4545" y="2722"/>
                  </a:lnTo>
                  <a:cubicBezTo>
                    <a:pt x="4545" y="2722"/>
                    <a:pt x="4545" y="2722"/>
                    <a:pt x="4545" y="2722"/>
                  </a:cubicBezTo>
                  <a:lnTo>
                    <a:pt x="4035" y="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2493280A-2B7A-6640-997F-0BE0F9D45FB0}"/>
                </a:ext>
              </a:extLst>
            </p:cNvPr>
            <p:cNvSpPr>
              <a:spLocks/>
            </p:cNvSpPr>
            <p:nvPr/>
          </p:nvSpPr>
          <p:spPr>
            <a:xfrm>
              <a:off x="2877128" y="2133610"/>
              <a:ext cx="17720" cy="24114"/>
            </a:xfrm>
            <a:custGeom>
              <a:avLst/>
              <a:gdLst>
                <a:gd name="connsiteX0" fmla="*/ 8673 w 11872"/>
                <a:gd name="connsiteY0" fmla="*/ 16155 h 16155"/>
                <a:gd name="connsiteX1" fmla="*/ 11873 w 11872"/>
                <a:gd name="connsiteY1" fmla="*/ 16155 h 16155"/>
                <a:gd name="connsiteX2" fmla="*/ 8673 w 11872"/>
                <a:gd name="connsiteY2" fmla="*/ 11765 h 16155"/>
                <a:gd name="connsiteX3" fmla="*/ 8673 w 11872"/>
                <a:gd name="connsiteY3" fmla="*/ 7375 h 16155"/>
                <a:gd name="connsiteX4" fmla="*/ 10435 w 11872"/>
                <a:gd name="connsiteY4" fmla="*/ 2722 h 16155"/>
                <a:gd name="connsiteX5" fmla="*/ 6957 w 11872"/>
                <a:gd name="connsiteY5" fmla="*/ 0 h 16155"/>
                <a:gd name="connsiteX6" fmla="*/ 3757 w 11872"/>
                <a:gd name="connsiteY6" fmla="*/ 0 h 16155"/>
                <a:gd name="connsiteX7" fmla="*/ 0 w 11872"/>
                <a:gd name="connsiteY7" fmla="*/ 2722 h 16155"/>
                <a:gd name="connsiteX8" fmla="*/ 2458 w 11872"/>
                <a:gd name="connsiteY8" fmla="*/ 6848 h 16155"/>
                <a:gd name="connsiteX9" fmla="*/ 2458 w 11872"/>
                <a:gd name="connsiteY9" fmla="*/ 12599 h 16155"/>
                <a:gd name="connsiteX10" fmla="*/ 8673 w 11872"/>
                <a:gd name="connsiteY10" fmla="*/ 16155 h 1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72" h="16155">
                  <a:moveTo>
                    <a:pt x="8673" y="16155"/>
                  </a:moveTo>
                  <a:lnTo>
                    <a:pt x="11873" y="16155"/>
                  </a:lnTo>
                  <a:lnTo>
                    <a:pt x="8673" y="11765"/>
                  </a:lnTo>
                  <a:lnTo>
                    <a:pt x="8673" y="7375"/>
                  </a:lnTo>
                  <a:lnTo>
                    <a:pt x="10435" y="2722"/>
                  </a:lnTo>
                  <a:lnTo>
                    <a:pt x="6957" y="0"/>
                  </a:lnTo>
                  <a:lnTo>
                    <a:pt x="3757" y="0"/>
                  </a:lnTo>
                  <a:lnTo>
                    <a:pt x="0" y="2722"/>
                  </a:lnTo>
                  <a:lnTo>
                    <a:pt x="2458" y="6848"/>
                  </a:lnTo>
                  <a:lnTo>
                    <a:pt x="2458" y="12599"/>
                  </a:lnTo>
                  <a:lnTo>
                    <a:pt x="8673" y="1615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AE52E780-742C-7945-7304-2BBB6DB8486B}"/>
                </a:ext>
              </a:extLst>
            </p:cNvPr>
            <p:cNvSpPr>
              <a:spLocks/>
            </p:cNvSpPr>
            <p:nvPr/>
          </p:nvSpPr>
          <p:spPr>
            <a:xfrm>
              <a:off x="6405695" y="4030868"/>
              <a:ext cx="17374" cy="13827"/>
            </a:xfrm>
            <a:custGeom>
              <a:avLst/>
              <a:gdLst>
                <a:gd name="connsiteX0" fmla="*/ 11316 w 11640"/>
                <a:gd name="connsiteY0" fmla="*/ 0 h 9263"/>
                <a:gd name="connsiteX1" fmla="*/ 10528 w 11640"/>
                <a:gd name="connsiteY1" fmla="*/ 878 h 9263"/>
                <a:gd name="connsiteX2" fmla="*/ 2690 w 11640"/>
                <a:gd name="connsiteY2" fmla="*/ 5005 h 9263"/>
                <a:gd name="connsiteX3" fmla="*/ 0 w 11640"/>
                <a:gd name="connsiteY3" fmla="*/ 9263 h 9263"/>
                <a:gd name="connsiteX4" fmla="*/ 11641 w 11640"/>
                <a:gd name="connsiteY4" fmla="*/ 615 h 9263"/>
                <a:gd name="connsiteX5" fmla="*/ 11316 w 11640"/>
                <a:gd name="connsiteY5" fmla="*/ 0 h 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40" h="9263">
                  <a:moveTo>
                    <a:pt x="11316" y="0"/>
                  </a:moveTo>
                  <a:lnTo>
                    <a:pt x="10528" y="878"/>
                  </a:lnTo>
                  <a:lnTo>
                    <a:pt x="2690" y="5005"/>
                  </a:lnTo>
                  <a:lnTo>
                    <a:pt x="0" y="9263"/>
                  </a:lnTo>
                  <a:lnTo>
                    <a:pt x="11641" y="615"/>
                  </a:lnTo>
                  <a:lnTo>
                    <a:pt x="113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14C27278-3596-967F-1B87-50A626BCCFBD}"/>
                </a:ext>
              </a:extLst>
            </p:cNvPr>
            <p:cNvSpPr>
              <a:spLocks/>
            </p:cNvSpPr>
            <p:nvPr/>
          </p:nvSpPr>
          <p:spPr>
            <a:xfrm>
              <a:off x="2887513" y="2103664"/>
              <a:ext cx="12944" cy="11074"/>
            </a:xfrm>
            <a:custGeom>
              <a:avLst/>
              <a:gdLst>
                <a:gd name="connsiteX0" fmla="*/ 8673 w 8672"/>
                <a:gd name="connsiteY0" fmla="*/ 4390 h 7419"/>
                <a:gd name="connsiteX1" fmla="*/ 7513 w 8672"/>
                <a:gd name="connsiteY1" fmla="*/ 0 h 7419"/>
                <a:gd name="connsiteX2" fmla="*/ 3478 w 8672"/>
                <a:gd name="connsiteY2" fmla="*/ 3732 h 7419"/>
                <a:gd name="connsiteX3" fmla="*/ 0 w 8672"/>
                <a:gd name="connsiteY3" fmla="*/ 6322 h 7419"/>
                <a:gd name="connsiteX4" fmla="*/ 3478 w 8672"/>
                <a:gd name="connsiteY4" fmla="*/ 7419 h 7419"/>
                <a:gd name="connsiteX5" fmla="*/ 8673 w 8672"/>
                <a:gd name="connsiteY5" fmla="*/ 4390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2" h="7419">
                  <a:moveTo>
                    <a:pt x="8673" y="4390"/>
                  </a:moveTo>
                  <a:lnTo>
                    <a:pt x="7513" y="0"/>
                  </a:lnTo>
                  <a:lnTo>
                    <a:pt x="3478" y="3732"/>
                  </a:lnTo>
                  <a:lnTo>
                    <a:pt x="0" y="6322"/>
                  </a:lnTo>
                  <a:lnTo>
                    <a:pt x="3478" y="7419"/>
                  </a:lnTo>
                  <a:lnTo>
                    <a:pt x="8673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292B7365-2DB6-0A2B-BD40-7CF63F3C195C}"/>
                </a:ext>
              </a:extLst>
            </p:cNvPr>
            <p:cNvSpPr>
              <a:spLocks/>
            </p:cNvSpPr>
            <p:nvPr/>
          </p:nvSpPr>
          <p:spPr>
            <a:xfrm>
              <a:off x="2787137" y="2005374"/>
              <a:ext cx="10383" cy="7797"/>
            </a:xfrm>
            <a:custGeom>
              <a:avLst/>
              <a:gdLst>
                <a:gd name="connsiteX0" fmla="*/ 6957 w 6956"/>
                <a:gd name="connsiteY0" fmla="*/ 0 h 5224"/>
                <a:gd name="connsiteX1" fmla="*/ 1994 w 6956"/>
                <a:gd name="connsiteY1" fmla="*/ 2634 h 5224"/>
                <a:gd name="connsiteX2" fmla="*/ 0 w 6956"/>
                <a:gd name="connsiteY2" fmla="*/ 5224 h 5224"/>
                <a:gd name="connsiteX3" fmla="*/ 6957 w 6956"/>
                <a:gd name="connsiteY3" fmla="*/ 5224 h 5224"/>
                <a:gd name="connsiteX4" fmla="*/ 6957 w 6956"/>
                <a:gd name="connsiteY4" fmla="*/ 0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5224">
                  <a:moveTo>
                    <a:pt x="6957" y="0"/>
                  </a:moveTo>
                  <a:lnTo>
                    <a:pt x="1994" y="2634"/>
                  </a:lnTo>
                  <a:lnTo>
                    <a:pt x="0" y="5224"/>
                  </a:lnTo>
                  <a:lnTo>
                    <a:pt x="6957" y="5224"/>
                  </a:lnTo>
                  <a:lnTo>
                    <a:pt x="695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4FFF2530-DC6C-2A07-4514-2CAF1C67AD99}"/>
                </a:ext>
              </a:extLst>
            </p:cNvPr>
            <p:cNvSpPr>
              <a:spLocks/>
            </p:cNvSpPr>
            <p:nvPr/>
          </p:nvSpPr>
          <p:spPr>
            <a:xfrm>
              <a:off x="2851585" y="1932050"/>
              <a:ext cx="11214" cy="32369"/>
            </a:xfrm>
            <a:custGeom>
              <a:avLst/>
              <a:gdLst>
                <a:gd name="connsiteX0" fmla="*/ 5519 w 7513"/>
                <a:gd name="connsiteY0" fmla="*/ 21687 h 21686"/>
                <a:gd name="connsiteX1" fmla="*/ 7513 w 7513"/>
                <a:gd name="connsiteY1" fmla="*/ 14838 h 21686"/>
                <a:gd name="connsiteX2" fmla="*/ 7513 w 7513"/>
                <a:gd name="connsiteY2" fmla="*/ 9614 h 21686"/>
                <a:gd name="connsiteX3" fmla="*/ 7513 w 7513"/>
                <a:gd name="connsiteY3" fmla="*/ 0 h 21686"/>
                <a:gd name="connsiteX4" fmla="*/ 3757 w 7513"/>
                <a:gd name="connsiteY4" fmla="*/ 0 h 21686"/>
                <a:gd name="connsiteX5" fmla="*/ 3757 w 7513"/>
                <a:gd name="connsiteY5" fmla="*/ 6892 h 21686"/>
                <a:gd name="connsiteX6" fmla="*/ 0 w 7513"/>
                <a:gd name="connsiteY6" fmla="*/ 9614 h 21686"/>
                <a:gd name="connsiteX7" fmla="*/ 1901 w 7513"/>
                <a:gd name="connsiteY7" fmla="*/ 21687 h 21686"/>
                <a:gd name="connsiteX8" fmla="*/ 5519 w 7513"/>
                <a:gd name="connsiteY8" fmla="*/ 21687 h 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13" h="21686">
                  <a:moveTo>
                    <a:pt x="5519" y="21687"/>
                  </a:moveTo>
                  <a:lnTo>
                    <a:pt x="7513" y="14838"/>
                  </a:lnTo>
                  <a:lnTo>
                    <a:pt x="7513" y="9614"/>
                  </a:lnTo>
                  <a:lnTo>
                    <a:pt x="7513" y="0"/>
                  </a:lnTo>
                  <a:lnTo>
                    <a:pt x="3757" y="0"/>
                  </a:lnTo>
                  <a:lnTo>
                    <a:pt x="3757" y="6892"/>
                  </a:lnTo>
                  <a:lnTo>
                    <a:pt x="0" y="9614"/>
                  </a:lnTo>
                  <a:lnTo>
                    <a:pt x="1901" y="21687"/>
                  </a:lnTo>
                  <a:lnTo>
                    <a:pt x="5519" y="2168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D85CD288-DD2F-38E3-730B-899E44039DD3}"/>
                </a:ext>
              </a:extLst>
            </p:cNvPr>
            <p:cNvSpPr>
              <a:spLocks/>
            </p:cNvSpPr>
            <p:nvPr/>
          </p:nvSpPr>
          <p:spPr>
            <a:xfrm>
              <a:off x="6385135" y="4319711"/>
              <a:ext cx="9414" cy="14743"/>
            </a:xfrm>
            <a:custGeom>
              <a:avLst/>
              <a:gdLst>
                <a:gd name="connsiteX0" fmla="*/ 1994 w 6307"/>
                <a:gd name="connsiteY0" fmla="*/ 9878 h 9877"/>
                <a:gd name="connsiteX1" fmla="*/ 6307 w 6307"/>
                <a:gd name="connsiteY1" fmla="*/ 5224 h 9877"/>
                <a:gd name="connsiteX2" fmla="*/ 6307 w 6307"/>
                <a:gd name="connsiteY2" fmla="*/ 0 h 9877"/>
                <a:gd name="connsiteX3" fmla="*/ 0 w 6307"/>
                <a:gd name="connsiteY3" fmla="*/ 7683 h 9877"/>
                <a:gd name="connsiteX4" fmla="*/ 1994 w 6307"/>
                <a:gd name="connsiteY4" fmla="*/ 9878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7" h="9877">
                  <a:moveTo>
                    <a:pt x="1994" y="9878"/>
                  </a:moveTo>
                  <a:lnTo>
                    <a:pt x="6307" y="5224"/>
                  </a:lnTo>
                  <a:lnTo>
                    <a:pt x="6307" y="0"/>
                  </a:lnTo>
                  <a:lnTo>
                    <a:pt x="0" y="7683"/>
                  </a:lnTo>
                  <a:lnTo>
                    <a:pt x="1994" y="987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5CA38770-7FAE-118D-1D43-BC6F44485B73}"/>
                </a:ext>
              </a:extLst>
            </p:cNvPr>
            <p:cNvSpPr>
              <a:spLocks/>
            </p:cNvSpPr>
            <p:nvPr/>
          </p:nvSpPr>
          <p:spPr>
            <a:xfrm>
              <a:off x="4422282" y="4836126"/>
              <a:ext cx="20214" cy="36235"/>
            </a:xfrm>
            <a:custGeom>
              <a:avLst/>
              <a:gdLst>
                <a:gd name="connsiteX0" fmla="*/ 6354 w 13542"/>
                <a:gd name="connsiteY0" fmla="*/ 12160 h 24276"/>
                <a:gd name="connsiteX1" fmla="*/ 974 w 13542"/>
                <a:gd name="connsiteY1" fmla="*/ 19360 h 24276"/>
                <a:gd name="connsiteX2" fmla="*/ 0 w 13542"/>
                <a:gd name="connsiteY2" fmla="*/ 24277 h 24276"/>
                <a:gd name="connsiteX3" fmla="*/ 2504 w 13542"/>
                <a:gd name="connsiteY3" fmla="*/ 17823 h 24276"/>
                <a:gd name="connsiteX4" fmla="*/ 6586 w 13542"/>
                <a:gd name="connsiteY4" fmla="*/ 14531 h 24276"/>
                <a:gd name="connsiteX5" fmla="*/ 13542 w 13542"/>
                <a:gd name="connsiteY5" fmla="*/ 14531 h 24276"/>
                <a:gd name="connsiteX6" fmla="*/ 13542 w 13542"/>
                <a:gd name="connsiteY6" fmla="*/ 0 h 24276"/>
                <a:gd name="connsiteX7" fmla="*/ 10064 w 13542"/>
                <a:gd name="connsiteY7" fmla="*/ 6058 h 24276"/>
                <a:gd name="connsiteX8" fmla="*/ 5426 w 13542"/>
                <a:gd name="connsiteY8" fmla="*/ 7990 h 24276"/>
                <a:gd name="connsiteX9" fmla="*/ 5426 w 13542"/>
                <a:gd name="connsiteY9" fmla="*/ 10141 h 24276"/>
                <a:gd name="connsiteX10" fmla="*/ 6168 w 13542"/>
                <a:gd name="connsiteY10" fmla="*/ 10712 h 24276"/>
                <a:gd name="connsiteX11" fmla="*/ 6400 w 13542"/>
                <a:gd name="connsiteY11" fmla="*/ 12204 h 2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542" h="24276">
                  <a:moveTo>
                    <a:pt x="6354" y="12160"/>
                  </a:moveTo>
                  <a:lnTo>
                    <a:pt x="974" y="19360"/>
                  </a:lnTo>
                  <a:lnTo>
                    <a:pt x="0" y="24277"/>
                  </a:lnTo>
                  <a:lnTo>
                    <a:pt x="2504" y="17823"/>
                  </a:lnTo>
                  <a:lnTo>
                    <a:pt x="6586" y="14531"/>
                  </a:lnTo>
                  <a:lnTo>
                    <a:pt x="13542" y="14531"/>
                  </a:lnTo>
                  <a:lnTo>
                    <a:pt x="13542" y="0"/>
                  </a:lnTo>
                  <a:lnTo>
                    <a:pt x="10064" y="6058"/>
                  </a:lnTo>
                  <a:lnTo>
                    <a:pt x="5426" y="7990"/>
                  </a:lnTo>
                  <a:lnTo>
                    <a:pt x="5426" y="10141"/>
                  </a:lnTo>
                  <a:lnTo>
                    <a:pt x="6168" y="10712"/>
                  </a:lnTo>
                  <a:cubicBezTo>
                    <a:pt x="6632" y="11063"/>
                    <a:pt x="6725" y="11721"/>
                    <a:pt x="6400" y="1220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2262B183-B02A-E483-D646-0366EE441877}"/>
                </a:ext>
              </a:extLst>
            </p:cNvPr>
            <p:cNvSpPr>
              <a:spLocks/>
            </p:cNvSpPr>
            <p:nvPr/>
          </p:nvSpPr>
          <p:spPr>
            <a:xfrm>
              <a:off x="3050605" y="2092590"/>
              <a:ext cx="41949" cy="44687"/>
            </a:xfrm>
            <a:custGeom>
              <a:avLst/>
              <a:gdLst>
                <a:gd name="connsiteX0" fmla="*/ 7838 w 28104"/>
                <a:gd name="connsiteY0" fmla="*/ 13741 h 29939"/>
                <a:gd name="connsiteX1" fmla="*/ 13032 w 28104"/>
                <a:gd name="connsiteY1" fmla="*/ 13741 h 29939"/>
                <a:gd name="connsiteX2" fmla="*/ 15073 w 28104"/>
                <a:gd name="connsiteY2" fmla="*/ 20896 h 29939"/>
                <a:gd name="connsiteX3" fmla="*/ 11316 w 28104"/>
                <a:gd name="connsiteY3" fmla="*/ 23618 h 29939"/>
                <a:gd name="connsiteX4" fmla="*/ 17252 w 28104"/>
                <a:gd name="connsiteY4" fmla="*/ 29940 h 29939"/>
                <a:gd name="connsiteX5" fmla="*/ 18829 w 28104"/>
                <a:gd name="connsiteY5" fmla="*/ 23618 h 29939"/>
                <a:gd name="connsiteX6" fmla="*/ 28105 w 28104"/>
                <a:gd name="connsiteY6" fmla="*/ 27481 h 29939"/>
                <a:gd name="connsiteX7" fmla="*/ 22029 w 28104"/>
                <a:gd name="connsiteY7" fmla="*/ 21687 h 29939"/>
                <a:gd name="connsiteX8" fmla="*/ 23189 w 28104"/>
                <a:gd name="connsiteY8" fmla="*/ 18394 h 29939"/>
                <a:gd name="connsiteX9" fmla="*/ 10991 w 28104"/>
                <a:gd name="connsiteY9" fmla="*/ 7726 h 29939"/>
                <a:gd name="connsiteX10" fmla="*/ 2597 w 28104"/>
                <a:gd name="connsiteY10" fmla="*/ 0 h 29939"/>
                <a:gd name="connsiteX11" fmla="*/ 0 w 28104"/>
                <a:gd name="connsiteY11" fmla="*/ 9087 h 29939"/>
                <a:gd name="connsiteX12" fmla="*/ 5241 w 28104"/>
                <a:gd name="connsiteY12" fmla="*/ 9087 h 29939"/>
                <a:gd name="connsiteX13" fmla="*/ 7838 w 28104"/>
                <a:gd name="connsiteY13" fmla="*/ 13741 h 2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104" h="29939">
                  <a:moveTo>
                    <a:pt x="7838" y="13741"/>
                  </a:moveTo>
                  <a:lnTo>
                    <a:pt x="13032" y="13741"/>
                  </a:lnTo>
                  <a:lnTo>
                    <a:pt x="15073" y="20896"/>
                  </a:lnTo>
                  <a:lnTo>
                    <a:pt x="11316" y="23618"/>
                  </a:lnTo>
                  <a:lnTo>
                    <a:pt x="17252" y="29940"/>
                  </a:lnTo>
                  <a:lnTo>
                    <a:pt x="18829" y="23618"/>
                  </a:lnTo>
                  <a:lnTo>
                    <a:pt x="28105" y="27481"/>
                  </a:lnTo>
                  <a:lnTo>
                    <a:pt x="22029" y="21687"/>
                  </a:lnTo>
                  <a:lnTo>
                    <a:pt x="23189" y="18394"/>
                  </a:lnTo>
                  <a:lnTo>
                    <a:pt x="10991" y="7726"/>
                  </a:lnTo>
                  <a:lnTo>
                    <a:pt x="2597" y="0"/>
                  </a:lnTo>
                  <a:lnTo>
                    <a:pt x="0" y="9087"/>
                  </a:lnTo>
                  <a:lnTo>
                    <a:pt x="5241" y="9087"/>
                  </a:lnTo>
                  <a:lnTo>
                    <a:pt x="7838" y="137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1C2DA6CF-8940-5555-B49D-C6240E0BEA7E}"/>
                </a:ext>
              </a:extLst>
            </p:cNvPr>
            <p:cNvSpPr>
              <a:spLocks/>
            </p:cNvSpPr>
            <p:nvPr/>
          </p:nvSpPr>
          <p:spPr>
            <a:xfrm>
              <a:off x="4418130" y="4858667"/>
              <a:ext cx="6021" cy="14611"/>
            </a:xfrm>
            <a:custGeom>
              <a:avLst/>
              <a:gdLst>
                <a:gd name="connsiteX0" fmla="*/ 46 w 4034"/>
                <a:gd name="connsiteY0" fmla="*/ 9614 h 9789"/>
                <a:gd name="connsiteX1" fmla="*/ 278 w 4034"/>
                <a:gd name="connsiteY1" fmla="*/ 9790 h 9789"/>
                <a:gd name="connsiteX2" fmla="*/ 1484 w 4034"/>
                <a:gd name="connsiteY2" fmla="*/ 3644 h 9789"/>
                <a:gd name="connsiteX3" fmla="*/ 1670 w 4034"/>
                <a:gd name="connsiteY3" fmla="*/ 3205 h 9789"/>
                <a:gd name="connsiteX4" fmla="*/ 4035 w 4034"/>
                <a:gd name="connsiteY4" fmla="*/ 0 h 9789"/>
                <a:gd name="connsiteX5" fmla="*/ 0 w 4034"/>
                <a:gd name="connsiteY5" fmla="*/ 3556 h 9789"/>
                <a:gd name="connsiteX6" fmla="*/ 0 w 4034"/>
                <a:gd name="connsiteY6" fmla="*/ 9614 h 9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4" h="9789">
                  <a:moveTo>
                    <a:pt x="46" y="9614"/>
                  </a:moveTo>
                  <a:lnTo>
                    <a:pt x="278" y="9790"/>
                  </a:lnTo>
                  <a:lnTo>
                    <a:pt x="1484" y="3644"/>
                  </a:lnTo>
                  <a:cubicBezTo>
                    <a:pt x="1484" y="3644"/>
                    <a:pt x="1577" y="3336"/>
                    <a:pt x="1670" y="3205"/>
                  </a:cubicBezTo>
                  <a:lnTo>
                    <a:pt x="4035" y="0"/>
                  </a:lnTo>
                  <a:lnTo>
                    <a:pt x="0" y="3556"/>
                  </a:lnTo>
                  <a:lnTo>
                    <a:pt x="0" y="96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BFDDC952-64B1-4792-E556-971E824B2277}"/>
                </a:ext>
              </a:extLst>
            </p:cNvPr>
            <p:cNvSpPr>
              <a:spLocks/>
            </p:cNvSpPr>
            <p:nvPr/>
          </p:nvSpPr>
          <p:spPr>
            <a:xfrm>
              <a:off x="3026791" y="2095866"/>
              <a:ext cx="11698" cy="10287"/>
            </a:xfrm>
            <a:custGeom>
              <a:avLst/>
              <a:gdLst>
                <a:gd name="connsiteX0" fmla="*/ 5658 w 7837"/>
                <a:gd name="connsiteY0" fmla="*/ 6892 h 6892"/>
                <a:gd name="connsiteX1" fmla="*/ 7838 w 7837"/>
                <a:gd name="connsiteY1" fmla="*/ 4127 h 6892"/>
                <a:gd name="connsiteX2" fmla="*/ 3478 w 7837"/>
                <a:gd name="connsiteY2" fmla="*/ 0 h 6892"/>
                <a:gd name="connsiteX3" fmla="*/ 0 w 7837"/>
                <a:gd name="connsiteY3" fmla="*/ 0 h 6892"/>
                <a:gd name="connsiteX4" fmla="*/ 3478 w 7837"/>
                <a:gd name="connsiteY4" fmla="*/ 6892 h 6892"/>
                <a:gd name="connsiteX5" fmla="*/ 5658 w 7837"/>
                <a:gd name="connsiteY5" fmla="*/ 6892 h 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37" h="6892">
                  <a:moveTo>
                    <a:pt x="5658" y="6892"/>
                  </a:moveTo>
                  <a:lnTo>
                    <a:pt x="7838" y="4127"/>
                  </a:lnTo>
                  <a:lnTo>
                    <a:pt x="3478" y="0"/>
                  </a:lnTo>
                  <a:lnTo>
                    <a:pt x="0" y="0"/>
                  </a:lnTo>
                  <a:lnTo>
                    <a:pt x="3478" y="6892"/>
                  </a:lnTo>
                  <a:lnTo>
                    <a:pt x="5658" y="689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DD44ED7-B84C-7A81-9997-D40C4FCE2B77}"/>
                </a:ext>
              </a:extLst>
            </p:cNvPr>
            <p:cNvSpPr>
              <a:spLocks/>
            </p:cNvSpPr>
            <p:nvPr/>
          </p:nvSpPr>
          <p:spPr>
            <a:xfrm>
              <a:off x="3041052" y="2186712"/>
              <a:ext cx="48040" cy="27888"/>
            </a:xfrm>
            <a:custGeom>
              <a:avLst/>
              <a:gdLst>
                <a:gd name="connsiteX0" fmla="*/ 13078 w 32185"/>
                <a:gd name="connsiteY0" fmla="*/ 15831 h 18684"/>
                <a:gd name="connsiteX1" fmla="*/ 9322 w 32185"/>
                <a:gd name="connsiteY1" fmla="*/ 15831 h 18684"/>
                <a:gd name="connsiteX2" fmla="*/ 11919 w 32185"/>
                <a:gd name="connsiteY2" fmla="*/ 13241 h 18684"/>
                <a:gd name="connsiteX3" fmla="*/ 16557 w 32185"/>
                <a:gd name="connsiteY3" fmla="*/ 15699 h 18684"/>
                <a:gd name="connsiteX4" fmla="*/ 26389 w 32185"/>
                <a:gd name="connsiteY4" fmla="*/ 9641 h 18684"/>
                <a:gd name="connsiteX5" fmla="*/ 32186 w 32185"/>
                <a:gd name="connsiteY5" fmla="*/ 3056 h 18684"/>
                <a:gd name="connsiteX6" fmla="*/ 32186 w 32185"/>
                <a:gd name="connsiteY6" fmla="*/ 27 h 18684"/>
                <a:gd name="connsiteX7" fmla="*/ 24673 w 32185"/>
                <a:gd name="connsiteY7" fmla="*/ 6875 h 18684"/>
                <a:gd name="connsiteX8" fmla="*/ 18273 w 32185"/>
                <a:gd name="connsiteY8" fmla="*/ 12626 h 18684"/>
                <a:gd name="connsiteX9" fmla="*/ 16093 w 32185"/>
                <a:gd name="connsiteY9" fmla="*/ 10695 h 18684"/>
                <a:gd name="connsiteX10" fmla="*/ 12197 w 32185"/>
                <a:gd name="connsiteY10" fmla="*/ 9334 h 18684"/>
                <a:gd name="connsiteX11" fmla="*/ 8116 w 32185"/>
                <a:gd name="connsiteY11" fmla="*/ 9334 h 18684"/>
                <a:gd name="connsiteX12" fmla="*/ 0 w 32185"/>
                <a:gd name="connsiteY12" fmla="*/ 16753 h 18684"/>
                <a:gd name="connsiteX13" fmla="*/ 3200 w 32185"/>
                <a:gd name="connsiteY13" fmla="*/ 18684 h 18684"/>
                <a:gd name="connsiteX14" fmla="*/ 13032 w 32185"/>
                <a:gd name="connsiteY14" fmla="*/ 15787 h 1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185" h="18684">
                  <a:moveTo>
                    <a:pt x="13078" y="15831"/>
                  </a:moveTo>
                  <a:lnTo>
                    <a:pt x="9322" y="15831"/>
                  </a:lnTo>
                  <a:lnTo>
                    <a:pt x="11919" y="13241"/>
                  </a:lnTo>
                  <a:lnTo>
                    <a:pt x="16557" y="15699"/>
                  </a:lnTo>
                  <a:cubicBezTo>
                    <a:pt x="24070" y="16797"/>
                    <a:pt x="26389" y="9641"/>
                    <a:pt x="26389" y="9641"/>
                  </a:cubicBezTo>
                  <a:cubicBezTo>
                    <a:pt x="26667" y="4988"/>
                    <a:pt x="32186" y="3056"/>
                    <a:pt x="32186" y="3056"/>
                  </a:cubicBezTo>
                  <a:lnTo>
                    <a:pt x="32186" y="27"/>
                  </a:lnTo>
                  <a:cubicBezTo>
                    <a:pt x="24951" y="-500"/>
                    <a:pt x="24673" y="6875"/>
                    <a:pt x="24673" y="6875"/>
                  </a:cubicBezTo>
                  <a:cubicBezTo>
                    <a:pt x="24394" y="14558"/>
                    <a:pt x="18273" y="12626"/>
                    <a:pt x="18273" y="12626"/>
                  </a:cubicBezTo>
                  <a:lnTo>
                    <a:pt x="16093" y="10695"/>
                  </a:lnTo>
                  <a:lnTo>
                    <a:pt x="12197" y="9334"/>
                  </a:lnTo>
                  <a:lnTo>
                    <a:pt x="8116" y="9334"/>
                  </a:lnTo>
                  <a:lnTo>
                    <a:pt x="0" y="16753"/>
                  </a:lnTo>
                  <a:lnTo>
                    <a:pt x="3200" y="18684"/>
                  </a:lnTo>
                  <a:lnTo>
                    <a:pt x="13032" y="1578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F8D4A162-0BEE-F28C-A246-6CFFA193FEFC}"/>
                </a:ext>
              </a:extLst>
            </p:cNvPr>
            <p:cNvSpPr>
              <a:spLocks/>
            </p:cNvSpPr>
            <p:nvPr/>
          </p:nvSpPr>
          <p:spPr>
            <a:xfrm>
              <a:off x="3993299" y="5249534"/>
              <a:ext cx="12114" cy="8911"/>
            </a:xfrm>
            <a:custGeom>
              <a:avLst/>
              <a:gdLst>
                <a:gd name="connsiteX0" fmla="*/ 603 w 8116"/>
                <a:gd name="connsiteY0" fmla="*/ 1273 h 5970"/>
                <a:gd name="connsiteX1" fmla="*/ 603 w 8116"/>
                <a:gd name="connsiteY1" fmla="*/ 4346 h 5970"/>
                <a:gd name="connsiteX2" fmla="*/ 8116 w 8116"/>
                <a:gd name="connsiteY2" fmla="*/ 5970 h 5970"/>
                <a:gd name="connsiteX3" fmla="*/ 8116 w 8116"/>
                <a:gd name="connsiteY3" fmla="*/ 2897 h 5970"/>
                <a:gd name="connsiteX4" fmla="*/ 0 w 8116"/>
                <a:gd name="connsiteY4" fmla="*/ 0 h 5970"/>
                <a:gd name="connsiteX5" fmla="*/ 417 w 8116"/>
                <a:gd name="connsiteY5" fmla="*/ 658 h 5970"/>
                <a:gd name="connsiteX6" fmla="*/ 603 w 8116"/>
                <a:gd name="connsiteY6" fmla="*/ 1229 h 5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16" h="5970">
                  <a:moveTo>
                    <a:pt x="603" y="1273"/>
                  </a:moveTo>
                  <a:lnTo>
                    <a:pt x="603" y="4346"/>
                  </a:lnTo>
                  <a:cubicBezTo>
                    <a:pt x="4359" y="4917"/>
                    <a:pt x="8116" y="5970"/>
                    <a:pt x="8116" y="5970"/>
                  </a:cubicBezTo>
                  <a:lnTo>
                    <a:pt x="8116" y="2897"/>
                  </a:lnTo>
                  <a:cubicBezTo>
                    <a:pt x="8116" y="2897"/>
                    <a:pt x="4545" y="176"/>
                    <a:pt x="0" y="0"/>
                  </a:cubicBezTo>
                  <a:lnTo>
                    <a:pt x="417" y="658"/>
                  </a:lnTo>
                  <a:cubicBezTo>
                    <a:pt x="417" y="658"/>
                    <a:pt x="603" y="1010"/>
                    <a:pt x="603" y="122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CD1760AD-4BA6-9B64-ED1F-7A9E6344337B}"/>
                </a:ext>
              </a:extLst>
            </p:cNvPr>
            <p:cNvSpPr>
              <a:spLocks/>
            </p:cNvSpPr>
            <p:nvPr/>
          </p:nvSpPr>
          <p:spPr>
            <a:xfrm>
              <a:off x="2923855" y="1957081"/>
              <a:ext cx="12529" cy="9828"/>
            </a:xfrm>
            <a:custGeom>
              <a:avLst/>
              <a:gdLst>
                <a:gd name="connsiteX0" fmla="*/ 8394 w 8394"/>
                <a:gd name="connsiteY0" fmla="*/ 3293 h 6585"/>
                <a:gd name="connsiteX1" fmla="*/ 0 w 8394"/>
                <a:gd name="connsiteY1" fmla="*/ 0 h 6585"/>
                <a:gd name="connsiteX2" fmla="*/ 0 w 8394"/>
                <a:gd name="connsiteY2" fmla="*/ 4917 h 6585"/>
                <a:gd name="connsiteX3" fmla="*/ 5194 w 8394"/>
                <a:gd name="connsiteY3" fmla="*/ 6585 h 6585"/>
                <a:gd name="connsiteX4" fmla="*/ 8394 w 8394"/>
                <a:gd name="connsiteY4" fmla="*/ 3293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4" h="6585">
                  <a:moveTo>
                    <a:pt x="8394" y="3293"/>
                  </a:moveTo>
                  <a:lnTo>
                    <a:pt x="0" y="0"/>
                  </a:lnTo>
                  <a:lnTo>
                    <a:pt x="0" y="4917"/>
                  </a:lnTo>
                  <a:lnTo>
                    <a:pt x="5194" y="6585"/>
                  </a:lnTo>
                  <a:lnTo>
                    <a:pt x="8394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784EFC9B-4BB6-73EA-EA3A-766FE3D6CC60}"/>
                </a:ext>
              </a:extLst>
            </p:cNvPr>
            <p:cNvSpPr>
              <a:spLocks/>
            </p:cNvSpPr>
            <p:nvPr/>
          </p:nvSpPr>
          <p:spPr>
            <a:xfrm>
              <a:off x="3008170" y="2015202"/>
              <a:ext cx="4152" cy="10287"/>
            </a:xfrm>
            <a:custGeom>
              <a:avLst/>
              <a:gdLst>
                <a:gd name="connsiteX0" fmla="*/ 2783 w 2782"/>
                <a:gd name="connsiteY0" fmla="*/ 0 h 6892"/>
                <a:gd name="connsiteX1" fmla="*/ 0 w 2782"/>
                <a:gd name="connsiteY1" fmla="*/ 1668 h 6892"/>
                <a:gd name="connsiteX2" fmla="*/ 0 w 2782"/>
                <a:gd name="connsiteY2" fmla="*/ 6892 h 6892"/>
                <a:gd name="connsiteX3" fmla="*/ 2319 w 2782"/>
                <a:gd name="connsiteY3" fmla="*/ 6892 h 6892"/>
                <a:gd name="connsiteX4" fmla="*/ 2783 w 2782"/>
                <a:gd name="connsiteY4" fmla="*/ 0 h 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2" h="6892">
                  <a:moveTo>
                    <a:pt x="2783" y="0"/>
                  </a:moveTo>
                  <a:lnTo>
                    <a:pt x="0" y="1668"/>
                  </a:lnTo>
                  <a:lnTo>
                    <a:pt x="0" y="6892"/>
                  </a:lnTo>
                  <a:lnTo>
                    <a:pt x="2319" y="6892"/>
                  </a:lnTo>
                  <a:lnTo>
                    <a:pt x="278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92213284-81CC-66E0-6268-90086AAAEDB3}"/>
                </a:ext>
              </a:extLst>
            </p:cNvPr>
            <p:cNvSpPr>
              <a:spLocks/>
            </p:cNvSpPr>
            <p:nvPr/>
          </p:nvSpPr>
          <p:spPr>
            <a:xfrm>
              <a:off x="3963118" y="5327182"/>
              <a:ext cx="6021" cy="7077"/>
            </a:xfrm>
            <a:custGeom>
              <a:avLst/>
              <a:gdLst>
                <a:gd name="connsiteX0" fmla="*/ 4035 w 4034"/>
                <a:gd name="connsiteY0" fmla="*/ 2151 h 4741"/>
                <a:gd name="connsiteX1" fmla="*/ 1670 w 4034"/>
                <a:gd name="connsiteY1" fmla="*/ 0 h 4741"/>
                <a:gd name="connsiteX2" fmla="*/ 0 w 4034"/>
                <a:gd name="connsiteY2" fmla="*/ 3029 h 4741"/>
                <a:gd name="connsiteX3" fmla="*/ 2041 w 4034"/>
                <a:gd name="connsiteY3" fmla="*/ 4741 h 4741"/>
                <a:gd name="connsiteX4" fmla="*/ 4035 w 4034"/>
                <a:gd name="connsiteY4" fmla="*/ 3731 h 4741"/>
                <a:gd name="connsiteX5" fmla="*/ 4035 w 4034"/>
                <a:gd name="connsiteY5" fmla="*/ 2195 h 4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4" h="4741">
                  <a:moveTo>
                    <a:pt x="4035" y="2151"/>
                  </a:moveTo>
                  <a:cubicBezTo>
                    <a:pt x="2551" y="1229"/>
                    <a:pt x="1484" y="395"/>
                    <a:pt x="1670" y="0"/>
                  </a:cubicBezTo>
                  <a:lnTo>
                    <a:pt x="0" y="3029"/>
                  </a:lnTo>
                  <a:lnTo>
                    <a:pt x="2041" y="4741"/>
                  </a:lnTo>
                  <a:lnTo>
                    <a:pt x="4035" y="3731"/>
                  </a:lnTo>
                  <a:lnTo>
                    <a:pt x="4035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730967BC-745C-1E43-6D95-39AEC6F67306}"/>
                </a:ext>
              </a:extLst>
            </p:cNvPr>
            <p:cNvSpPr>
              <a:spLocks/>
            </p:cNvSpPr>
            <p:nvPr/>
          </p:nvSpPr>
          <p:spPr>
            <a:xfrm>
              <a:off x="3054481" y="2144618"/>
              <a:ext cx="7821" cy="9043"/>
            </a:xfrm>
            <a:custGeom>
              <a:avLst/>
              <a:gdLst>
                <a:gd name="connsiteX0" fmla="*/ 1438 w 5240"/>
                <a:gd name="connsiteY0" fmla="*/ 0 h 6058"/>
                <a:gd name="connsiteX1" fmla="*/ 0 w 5240"/>
                <a:gd name="connsiteY1" fmla="*/ 6058 h 6058"/>
                <a:gd name="connsiteX2" fmla="*/ 5241 w 5240"/>
                <a:gd name="connsiteY2" fmla="*/ 6058 h 6058"/>
                <a:gd name="connsiteX3" fmla="*/ 5241 w 5240"/>
                <a:gd name="connsiteY3" fmla="*/ 3293 h 6058"/>
                <a:gd name="connsiteX4" fmla="*/ 1438 w 5240"/>
                <a:gd name="connsiteY4" fmla="*/ 0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0" h="6058">
                  <a:moveTo>
                    <a:pt x="1438" y="0"/>
                  </a:moveTo>
                  <a:lnTo>
                    <a:pt x="0" y="6058"/>
                  </a:lnTo>
                  <a:lnTo>
                    <a:pt x="5241" y="6058"/>
                  </a:lnTo>
                  <a:lnTo>
                    <a:pt x="5241" y="3293"/>
                  </a:lnTo>
                  <a:lnTo>
                    <a:pt x="14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9F464635-28C1-B8DE-809B-D8F6B7387395}"/>
                </a:ext>
              </a:extLst>
            </p:cNvPr>
            <p:cNvSpPr>
              <a:spLocks/>
            </p:cNvSpPr>
            <p:nvPr/>
          </p:nvSpPr>
          <p:spPr>
            <a:xfrm>
              <a:off x="3968863" y="5332425"/>
              <a:ext cx="9275" cy="11140"/>
            </a:xfrm>
            <a:custGeom>
              <a:avLst/>
              <a:gdLst>
                <a:gd name="connsiteX0" fmla="*/ 1855 w 6214"/>
                <a:gd name="connsiteY0" fmla="*/ 1844 h 7463"/>
                <a:gd name="connsiteX1" fmla="*/ 0 w 6214"/>
                <a:gd name="connsiteY1" fmla="*/ 2766 h 7463"/>
                <a:gd name="connsiteX2" fmla="*/ 1994 w 6214"/>
                <a:gd name="connsiteY2" fmla="*/ 4434 h 7463"/>
                <a:gd name="connsiteX3" fmla="*/ 3339 w 6214"/>
                <a:gd name="connsiteY3" fmla="*/ 7463 h 7463"/>
                <a:gd name="connsiteX4" fmla="*/ 6215 w 6214"/>
                <a:gd name="connsiteY4" fmla="*/ 7463 h 7463"/>
                <a:gd name="connsiteX5" fmla="*/ 6215 w 6214"/>
                <a:gd name="connsiteY5" fmla="*/ 1976 h 7463"/>
                <a:gd name="connsiteX6" fmla="*/ 2458 w 6214"/>
                <a:gd name="connsiteY6" fmla="*/ 0 h 7463"/>
                <a:gd name="connsiteX7" fmla="*/ 2458 w 6214"/>
                <a:gd name="connsiteY7" fmla="*/ 878 h 7463"/>
                <a:gd name="connsiteX8" fmla="*/ 1855 w 6214"/>
                <a:gd name="connsiteY8" fmla="*/ 1844 h 7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14" h="7463">
                  <a:moveTo>
                    <a:pt x="1855" y="1844"/>
                  </a:moveTo>
                  <a:lnTo>
                    <a:pt x="0" y="2766"/>
                  </a:lnTo>
                  <a:lnTo>
                    <a:pt x="1994" y="4434"/>
                  </a:lnTo>
                  <a:lnTo>
                    <a:pt x="3339" y="7463"/>
                  </a:lnTo>
                  <a:lnTo>
                    <a:pt x="6215" y="7463"/>
                  </a:lnTo>
                  <a:lnTo>
                    <a:pt x="6215" y="1976"/>
                  </a:lnTo>
                  <a:cubicBezTo>
                    <a:pt x="6215" y="1976"/>
                    <a:pt x="4406" y="1098"/>
                    <a:pt x="2458" y="0"/>
                  </a:cubicBezTo>
                  <a:lnTo>
                    <a:pt x="2458" y="878"/>
                  </a:lnTo>
                  <a:cubicBezTo>
                    <a:pt x="2458" y="1273"/>
                    <a:pt x="2226" y="1668"/>
                    <a:pt x="1855" y="18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7191CD98-DD5E-39FD-E32B-E5789D1CC3CF}"/>
                </a:ext>
              </a:extLst>
            </p:cNvPr>
            <p:cNvSpPr>
              <a:spLocks/>
            </p:cNvSpPr>
            <p:nvPr/>
          </p:nvSpPr>
          <p:spPr>
            <a:xfrm>
              <a:off x="6407563" y="4261393"/>
              <a:ext cx="14537" cy="11205"/>
            </a:xfrm>
            <a:custGeom>
              <a:avLst/>
              <a:gdLst>
                <a:gd name="connsiteX0" fmla="*/ 1670 w 9739"/>
                <a:gd name="connsiteY0" fmla="*/ 703 h 7507"/>
                <a:gd name="connsiteX1" fmla="*/ 0 w 9739"/>
                <a:gd name="connsiteY1" fmla="*/ 2019 h 7507"/>
                <a:gd name="connsiteX2" fmla="*/ 881 w 9739"/>
                <a:gd name="connsiteY2" fmla="*/ 4741 h 7507"/>
                <a:gd name="connsiteX3" fmla="*/ 3757 w 9739"/>
                <a:gd name="connsiteY3" fmla="*/ 4215 h 7507"/>
                <a:gd name="connsiteX4" fmla="*/ 9275 w 9739"/>
                <a:gd name="connsiteY4" fmla="*/ 7507 h 7507"/>
                <a:gd name="connsiteX5" fmla="*/ 9739 w 9739"/>
                <a:gd name="connsiteY5" fmla="*/ 6629 h 7507"/>
                <a:gd name="connsiteX6" fmla="*/ 8904 w 9739"/>
                <a:gd name="connsiteY6" fmla="*/ 6234 h 7507"/>
                <a:gd name="connsiteX7" fmla="*/ 4174 w 9739"/>
                <a:gd name="connsiteY7" fmla="*/ 0 h 7507"/>
                <a:gd name="connsiteX8" fmla="*/ 3664 w 9739"/>
                <a:gd name="connsiteY8" fmla="*/ 307 h 7507"/>
                <a:gd name="connsiteX9" fmla="*/ 1670 w 9739"/>
                <a:gd name="connsiteY9" fmla="*/ 659 h 7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39" h="7507">
                  <a:moveTo>
                    <a:pt x="1670" y="703"/>
                  </a:moveTo>
                  <a:lnTo>
                    <a:pt x="0" y="2019"/>
                  </a:lnTo>
                  <a:lnTo>
                    <a:pt x="881" y="4741"/>
                  </a:lnTo>
                  <a:lnTo>
                    <a:pt x="3757" y="4215"/>
                  </a:lnTo>
                  <a:lnTo>
                    <a:pt x="9275" y="7507"/>
                  </a:lnTo>
                  <a:cubicBezTo>
                    <a:pt x="9275" y="7507"/>
                    <a:pt x="9647" y="6980"/>
                    <a:pt x="9739" y="6629"/>
                  </a:cubicBezTo>
                  <a:cubicBezTo>
                    <a:pt x="9414" y="6629"/>
                    <a:pt x="9090" y="6497"/>
                    <a:pt x="8904" y="6234"/>
                  </a:cubicBezTo>
                  <a:cubicBezTo>
                    <a:pt x="8904" y="6190"/>
                    <a:pt x="6864" y="3776"/>
                    <a:pt x="4174" y="0"/>
                  </a:cubicBezTo>
                  <a:cubicBezTo>
                    <a:pt x="4035" y="132"/>
                    <a:pt x="3896" y="263"/>
                    <a:pt x="3664" y="307"/>
                  </a:cubicBezTo>
                  <a:lnTo>
                    <a:pt x="1670" y="65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0C7D4A1F-CDD3-2473-3CFB-D7E83B95AC08}"/>
                </a:ext>
              </a:extLst>
            </p:cNvPr>
            <p:cNvSpPr>
              <a:spLocks/>
            </p:cNvSpPr>
            <p:nvPr/>
          </p:nvSpPr>
          <p:spPr>
            <a:xfrm>
              <a:off x="2937700" y="2178234"/>
              <a:ext cx="5191" cy="19198"/>
            </a:xfrm>
            <a:custGeom>
              <a:avLst/>
              <a:gdLst>
                <a:gd name="connsiteX0" fmla="*/ 3478 w 3478"/>
                <a:gd name="connsiteY0" fmla="*/ 7946 h 12862"/>
                <a:gd name="connsiteX1" fmla="*/ 3478 w 3478"/>
                <a:gd name="connsiteY1" fmla="*/ 0 h 12862"/>
                <a:gd name="connsiteX2" fmla="*/ 0 w 3478"/>
                <a:gd name="connsiteY2" fmla="*/ 3293 h 12862"/>
                <a:gd name="connsiteX3" fmla="*/ 2041 w 3478"/>
                <a:gd name="connsiteY3" fmla="*/ 12863 h 12862"/>
                <a:gd name="connsiteX4" fmla="*/ 3478 w 3478"/>
                <a:gd name="connsiteY4" fmla="*/ 7946 h 1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8" h="12862">
                  <a:moveTo>
                    <a:pt x="3478" y="7946"/>
                  </a:moveTo>
                  <a:lnTo>
                    <a:pt x="3478" y="0"/>
                  </a:lnTo>
                  <a:lnTo>
                    <a:pt x="0" y="3293"/>
                  </a:lnTo>
                  <a:lnTo>
                    <a:pt x="2041" y="12863"/>
                  </a:lnTo>
                  <a:lnTo>
                    <a:pt x="3478" y="794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ED322448-9C48-C58E-E855-B0D9993CCF1B}"/>
                </a:ext>
              </a:extLst>
            </p:cNvPr>
            <p:cNvSpPr>
              <a:spLocks/>
            </p:cNvSpPr>
            <p:nvPr/>
          </p:nvSpPr>
          <p:spPr>
            <a:xfrm>
              <a:off x="3008170" y="2043444"/>
              <a:ext cx="6922" cy="7403"/>
            </a:xfrm>
            <a:custGeom>
              <a:avLst/>
              <a:gdLst>
                <a:gd name="connsiteX0" fmla="*/ 4638 w 4637"/>
                <a:gd name="connsiteY0" fmla="*/ 0 h 4960"/>
                <a:gd name="connsiteX1" fmla="*/ 2783 w 4637"/>
                <a:gd name="connsiteY1" fmla="*/ 0 h 4960"/>
                <a:gd name="connsiteX2" fmla="*/ 0 w 4637"/>
                <a:gd name="connsiteY2" fmla="*/ 0 h 4960"/>
                <a:gd name="connsiteX3" fmla="*/ 0 w 4637"/>
                <a:gd name="connsiteY3" fmla="*/ 2502 h 4960"/>
                <a:gd name="connsiteX4" fmla="*/ 3710 w 4637"/>
                <a:gd name="connsiteY4" fmla="*/ 4961 h 4960"/>
                <a:gd name="connsiteX5" fmla="*/ 4638 w 4637"/>
                <a:gd name="connsiteY5" fmla="*/ 0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37" h="4960">
                  <a:moveTo>
                    <a:pt x="4638" y="0"/>
                  </a:moveTo>
                  <a:lnTo>
                    <a:pt x="2783" y="0"/>
                  </a:lnTo>
                  <a:lnTo>
                    <a:pt x="0" y="0"/>
                  </a:lnTo>
                  <a:lnTo>
                    <a:pt x="0" y="2502"/>
                  </a:lnTo>
                  <a:lnTo>
                    <a:pt x="3710" y="4961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8AA32713-67A6-333C-A0D6-9A8B2D95A3E1}"/>
                </a:ext>
              </a:extLst>
            </p:cNvPr>
            <p:cNvSpPr>
              <a:spLocks/>
            </p:cNvSpPr>
            <p:nvPr/>
          </p:nvSpPr>
          <p:spPr>
            <a:xfrm>
              <a:off x="6337023" y="4398343"/>
              <a:ext cx="9068" cy="7337"/>
            </a:xfrm>
            <a:custGeom>
              <a:avLst/>
              <a:gdLst>
                <a:gd name="connsiteX0" fmla="*/ 0 w 6075"/>
                <a:gd name="connsiteY0" fmla="*/ 0 h 4916"/>
                <a:gd name="connsiteX1" fmla="*/ 6075 w 6075"/>
                <a:gd name="connsiteY1" fmla="*/ 0 h 4916"/>
                <a:gd name="connsiteX2" fmla="*/ 6075 w 6075"/>
                <a:gd name="connsiteY2" fmla="*/ 4917 h 4916"/>
                <a:gd name="connsiteX3" fmla="*/ 0 w 6075"/>
                <a:gd name="connsiteY3" fmla="*/ 4917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75" h="4916">
                  <a:moveTo>
                    <a:pt x="0" y="0"/>
                  </a:moveTo>
                  <a:lnTo>
                    <a:pt x="6075" y="0"/>
                  </a:lnTo>
                  <a:lnTo>
                    <a:pt x="6075" y="4917"/>
                  </a:lnTo>
                  <a:lnTo>
                    <a:pt x="0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A8BB52CC-EACD-A914-44A1-C58B282E10C9}"/>
                </a:ext>
              </a:extLst>
            </p:cNvPr>
            <p:cNvSpPr>
              <a:spLocks/>
            </p:cNvSpPr>
            <p:nvPr/>
          </p:nvSpPr>
          <p:spPr>
            <a:xfrm>
              <a:off x="6381950" y="4178042"/>
              <a:ext cx="39319" cy="87935"/>
            </a:xfrm>
            <a:custGeom>
              <a:avLst/>
              <a:gdLst>
                <a:gd name="connsiteX0" fmla="*/ 46 w 26342"/>
                <a:gd name="connsiteY0" fmla="*/ 3907 h 58913"/>
                <a:gd name="connsiteX1" fmla="*/ 3757 w 26342"/>
                <a:gd name="connsiteY1" fmla="*/ 14443 h 58913"/>
                <a:gd name="connsiteX2" fmla="*/ 3803 w 26342"/>
                <a:gd name="connsiteY2" fmla="*/ 14794 h 58913"/>
                <a:gd name="connsiteX3" fmla="*/ 3803 w 26342"/>
                <a:gd name="connsiteY3" fmla="*/ 27481 h 58913"/>
                <a:gd name="connsiteX4" fmla="*/ 11270 w 26342"/>
                <a:gd name="connsiteY4" fmla="*/ 34286 h 58913"/>
                <a:gd name="connsiteX5" fmla="*/ 11501 w 26342"/>
                <a:gd name="connsiteY5" fmla="*/ 34637 h 58913"/>
                <a:gd name="connsiteX6" fmla="*/ 12939 w 26342"/>
                <a:gd name="connsiteY6" fmla="*/ 37666 h 58913"/>
                <a:gd name="connsiteX7" fmla="*/ 26342 w 26342"/>
                <a:gd name="connsiteY7" fmla="*/ 58914 h 58913"/>
                <a:gd name="connsiteX8" fmla="*/ 17948 w 26342"/>
                <a:gd name="connsiteY8" fmla="*/ 44163 h 58913"/>
                <a:gd name="connsiteX9" fmla="*/ 7003 w 26342"/>
                <a:gd name="connsiteY9" fmla="*/ 27130 h 58913"/>
                <a:gd name="connsiteX10" fmla="*/ 4638 w 26342"/>
                <a:gd name="connsiteY10" fmla="*/ 23838 h 58913"/>
                <a:gd name="connsiteX11" fmla="*/ 9275 w 26342"/>
                <a:gd name="connsiteY11" fmla="*/ 18921 h 58913"/>
                <a:gd name="connsiteX12" fmla="*/ 5797 w 26342"/>
                <a:gd name="connsiteY12" fmla="*/ 14004 h 58913"/>
                <a:gd name="connsiteX13" fmla="*/ 5797 w 26342"/>
                <a:gd name="connsiteY13" fmla="*/ 7419 h 58913"/>
                <a:gd name="connsiteX14" fmla="*/ 2087 w 26342"/>
                <a:gd name="connsiteY14" fmla="*/ 3863 h 58913"/>
                <a:gd name="connsiteX15" fmla="*/ 2087 w 26342"/>
                <a:gd name="connsiteY15" fmla="*/ 0 h 58913"/>
                <a:gd name="connsiteX16" fmla="*/ 0 w 26342"/>
                <a:gd name="connsiteY16" fmla="*/ 0 h 58913"/>
                <a:gd name="connsiteX17" fmla="*/ 0 w 26342"/>
                <a:gd name="connsiteY17" fmla="*/ 3951 h 58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42" h="58913">
                  <a:moveTo>
                    <a:pt x="46" y="3907"/>
                  </a:moveTo>
                  <a:lnTo>
                    <a:pt x="3757" y="14443"/>
                  </a:lnTo>
                  <a:cubicBezTo>
                    <a:pt x="3757" y="14443"/>
                    <a:pt x="3803" y="14662"/>
                    <a:pt x="3803" y="14794"/>
                  </a:cubicBezTo>
                  <a:lnTo>
                    <a:pt x="3803" y="27481"/>
                  </a:lnTo>
                  <a:lnTo>
                    <a:pt x="11270" y="34286"/>
                  </a:lnTo>
                  <a:cubicBezTo>
                    <a:pt x="11270" y="34286"/>
                    <a:pt x="11455" y="34505"/>
                    <a:pt x="11501" y="34637"/>
                  </a:cubicBezTo>
                  <a:lnTo>
                    <a:pt x="12939" y="37666"/>
                  </a:lnTo>
                  <a:cubicBezTo>
                    <a:pt x="17531" y="47149"/>
                    <a:pt x="23606" y="55402"/>
                    <a:pt x="26342" y="58914"/>
                  </a:cubicBezTo>
                  <a:cubicBezTo>
                    <a:pt x="24348" y="53075"/>
                    <a:pt x="17948" y="44163"/>
                    <a:pt x="17948" y="44163"/>
                  </a:cubicBezTo>
                  <a:cubicBezTo>
                    <a:pt x="19107" y="30993"/>
                    <a:pt x="7003" y="27130"/>
                    <a:pt x="7003" y="27130"/>
                  </a:cubicBezTo>
                  <a:lnTo>
                    <a:pt x="4638" y="23838"/>
                  </a:lnTo>
                  <a:lnTo>
                    <a:pt x="9275" y="18921"/>
                  </a:lnTo>
                  <a:lnTo>
                    <a:pt x="5797" y="14004"/>
                  </a:lnTo>
                  <a:lnTo>
                    <a:pt x="5797" y="7419"/>
                  </a:lnTo>
                  <a:lnTo>
                    <a:pt x="2087" y="3863"/>
                  </a:lnTo>
                  <a:lnTo>
                    <a:pt x="2087" y="0"/>
                  </a:lnTo>
                  <a:lnTo>
                    <a:pt x="0" y="0"/>
                  </a:lnTo>
                  <a:lnTo>
                    <a:pt x="0" y="39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11BE028E-50B4-214A-3BE8-5C769EDFB8FB}"/>
                </a:ext>
              </a:extLst>
            </p:cNvPr>
            <p:cNvSpPr>
              <a:spLocks/>
            </p:cNvSpPr>
            <p:nvPr/>
          </p:nvSpPr>
          <p:spPr>
            <a:xfrm>
              <a:off x="6385135" y="4267683"/>
              <a:ext cx="9414" cy="11467"/>
            </a:xfrm>
            <a:custGeom>
              <a:avLst/>
              <a:gdLst>
                <a:gd name="connsiteX0" fmla="*/ 0 w 6307"/>
                <a:gd name="connsiteY0" fmla="*/ 5795 h 7682"/>
                <a:gd name="connsiteX1" fmla="*/ 1670 w 6307"/>
                <a:gd name="connsiteY1" fmla="*/ 7683 h 7682"/>
                <a:gd name="connsiteX2" fmla="*/ 6307 w 6307"/>
                <a:gd name="connsiteY2" fmla="*/ 0 h 7682"/>
                <a:gd name="connsiteX3" fmla="*/ 3154 w 6307"/>
                <a:gd name="connsiteY3" fmla="*/ 0 h 7682"/>
                <a:gd name="connsiteX4" fmla="*/ 0 w 6307"/>
                <a:gd name="connsiteY4" fmla="*/ 5795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7" h="7682">
                  <a:moveTo>
                    <a:pt x="0" y="5795"/>
                  </a:moveTo>
                  <a:lnTo>
                    <a:pt x="1670" y="7683"/>
                  </a:lnTo>
                  <a:lnTo>
                    <a:pt x="6307" y="0"/>
                  </a:lnTo>
                  <a:lnTo>
                    <a:pt x="3154" y="0"/>
                  </a:lnTo>
                  <a:lnTo>
                    <a:pt x="0" y="57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CD8D7815-0AE8-17A4-7AE1-01CA589F5A67}"/>
                </a:ext>
              </a:extLst>
            </p:cNvPr>
            <p:cNvSpPr>
              <a:spLocks/>
            </p:cNvSpPr>
            <p:nvPr/>
          </p:nvSpPr>
          <p:spPr>
            <a:xfrm>
              <a:off x="4351050" y="4713330"/>
              <a:ext cx="8099" cy="4653"/>
            </a:xfrm>
            <a:custGeom>
              <a:avLst/>
              <a:gdLst>
                <a:gd name="connsiteX0" fmla="*/ 2226 w 5426"/>
                <a:gd name="connsiteY0" fmla="*/ 3117 h 3117"/>
                <a:gd name="connsiteX1" fmla="*/ 5426 w 5426"/>
                <a:gd name="connsiteY1" fmla="*/ 0 h 3117"/>
                <a:gd name="connsiteX2" fmla="*/ 0 w 5426"/>
                <a:gd name="connsiteY2" fmla="*/ 834 h 3117"/>
                <a:gd name="connsiteX3" fmla="*/ 2226 w 5426"/>
                <a:gd name="connsiteY3" fmla="*/ 3117 h 3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6" h="3117">
                  <a:moveTo>
                    <a:pt x="2226" y="3117"/>
                  </a:moveTo>
                  <a:lnTo>
                    <a:pt x="5426" y="0"/>
                  </a:lnTo>
                  <a:lnTo>
                    <a:pt x="0" y="834"/>
                  </a:lnTo>
                  <a:lnTo>
                    <a:pt x="2226" y="31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9EE4413B-81D8-8722-2373-2BEF5052B8D1}"/>
                </a:ext>
              </a:extLst>
            </p:cNvPr>
            <p:cNvSpPr>
              <a:spLocks/>
            </p:cNvSpPr>
            <p:nvPr/>
          </p:nvSpPr>
          <p:spPr>
            <a:xfrm>
              <a:off x="3003463" y="2066838"/>
              <a:ext cx="17720" cy="25751"/>
            </a:xfrm>
            <a:custGeom>
              <a:avLst/>
              <a:gdLst>
                <a:gd name="connsiteX0" fmla="*/ 11873 w 11872"/>
                <a:gd name="connsiteY0" fmla="*/ 12073 h 17252"/>
                <a:gd name="connsiteX1" fmla="*/ 11873 w 11872"/>
                <a:gd name="connsiteY1" fmla="*/ 3029 h 17252"/>
                <a:gd name="connsiteX2" fmla="*/ 8673 w 11872"/>
                <a:gd name="connsiteY2" fmla="*/ 0 h 17252"/>
                <a:gd name="connsiteX3" fmla="*/ 4359 w 11872"/>
                <a:gd name="connsiteY3" fmla="*/ 0 h 17252"/>
                <a:gd name="connsiteX4" fmla="*/ 8673 w 11872"/>
                <a:gd name="connsiteY4" fmla="*/ 6848 h 17252"/>
                <a:gd name="connsiteX5" fmla="*/ 8673 w 11872"/>
                <a:gd name="connsiteY5" fmla="*/ 13170 h 17252"/>
                <a:gd name="connsiteX6" fmla="*/ 7235 w 11872"/>
                <a:gd name="connsiteY6" fmla="*/ 8473 h 17252"/>
                <a:gd name="connsiteX7" fmla="*/ 0 w 11872"/>
                <a:gd name="connsiteY7" fmla="*/ 4917 h 17252"/>
                <a:gd name="connsiteX8" fmla="*/ 0 w 11872"/>
                <a:gd name="connsiteY8" fmla="*/ 10141 h 17252"/>
                <a:gd name="connsiteX9" fmla="*/ 8997 w 11872"/>
                <a:gd name="connsiteY9" fmla="*/ 17253 h 17252"/>
                <a:gd name="connsiteX10" fmla="*/ 11873 w 11872"/>
                <a:gd name="connsiteY10" fmla="*/ 12073 h 1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72" h="17252">
                  <a:moveTo>
                    <a:pt x="11873" y="12073"/>
                  </a:moveTo>
                  <a:lnTo>
                    <a:pt x="11873" y="3029"/>
                  </a:lnTo>
                  <a:lnTo>
                    <a:pt x="8673" y="0"/>
                  </a:lnTo>
                  <a:lnTo>
                    <a:pt x="4359" y="0"/>
                  </a:lnTo>
                  <a:lnTo>
                    <a:pt x="8673" y="6848"/>
                  </a:lnTo>
                  <a:lnTo>
                    <a:pt x="8673" y="13170"/>
                  </a:lnTo>
                  <a:lnTo>
                    <a:pt x="7235" y="8473"/>
                  </a:lnTo>
                  <a:lnTo>
                    <a:pt x="0" y="4917"/>
                  </a:lnTo>
                  <a:lnTo>
                    <a:pt x="0" y="10141"/>
                  </a:lnTo>
                  <a:lnTo>
                    <a:pt x="8997" y="17253"/>
                  </a:lnTo>
                  <a:lnTo>
                    <a:pt x="11873" y="120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5D21C1A1-7F64-2207-FF97-9EA92F02682E}"/>
                </a:ext>
              </a:extLst>
            </p:cNvPr>
            <p:cNvSpPr>
              <a:spLocks/>
            </p:cNvSpPr>
            <p:nvPr/>
          </p:nvSpPr>
          <p:spPr>
            <a:xfrm>
              <a:off x="3005610" y="2238846"/>
              <a:ext cx="10797" cy="15988"/>
            </a:xfrm>
            <a:custGeom>
              <a:avLst/>
              <a:gdLst>
                <a:gd name="connsiteX0" fmla="*/ 3478 w 7234"/>
                <a:gd name="connsiteY0" fmla="*/ 10712 h 10711"/>
                <a:gd name="connsiteX1" fmla="*/ 7235 w 7234"/>
                <a:gd name="connsiteY1" fmla="*/ 0 h 10711"/>
                <a:gd name="connsiteX2" fmla="*/ 3478 w 7234"/>
                <a:gd name="connsiteY2" fmla="*/ 0 h 10711"/>
                <a:gd name="connsiteX3" fmla="*/ 0 w 7234"/>
                <a:gd name="connsiteY3" fmla="*/ 10712 h 10711"/>
                <a:gd name="connsiteX4" fmla="*/ 3478 w 7234"/>
                <a:gd name="connsiteY4" fmla="*/ 10712 h 1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10711">
                  <a:moveTo>
                    <a:pt x="3478" y="10712"/>
                  </a:moveTo>
                  <a:lnTo>
                    <a:pt x="7235" y="0"/>
                  </a:lnTo>
                  <a:lnTo>
                    <a:pt x="3478" y="0"/>
                  </a:lnTo>
                  <a:lnTo>
                    <a:pt x="0" y="10712"/>
                  </a:lnTo>
                  <a:lnTo>
                    <a:pt x="3478" y="107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AFC02ACB-804E-0E26-B237-D187DE9B3D23}"/>
                </a:ext>
              </a:extLst>
            </p:cNvPr>
            <p:cNvSpPr>
              <a:spLocks/>
            </p:cNvSpPr>
            <p:nvPr/>
          </p:nvSpPr>
          <p:spPr>
            <a:xfrm>
              <a:off x="6358000" y="4269387"/>
              <a:ext cx="9343" cy="11730"/>
            </a:xfrm>
            <a:custGeom>
              <a:avLst/>
              <a:gdLst>
                <a:gd name="connsiteX0" fmla="*/ 6261 w 6260"/>
                <a:gd name="connsiteY0" fmla="*/ 0 h 7858"/>
                <a:gd name="connsiteX1" fmla="*/ 0 w 6260"/>
                <a:gd name="connsiteY1" fmla="*/ 7858 h 7858"/>
                <a:gd name="connsiteX2" fmla="*/ 6261 w 6260"/>
                <a:gd name="connsiteY2" fmla="*/ 1449 h 7858"/>
                <a:gd name="connsiteX3" fmla="*/ 6261 w 6260"/>
                <a:gd name="connsiteY3" fmla="*/ 0 h 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0" h="7858">
                  <a:moveTo>
                    <a:pt x="6261" y="0"/>
                  </a:moveTo>
                  <a:cubicBezTo>
                    <a:pt x="3200" y="2985"/>
                    <a:pt x="1113" y="5663"/>
                    <a:pt x="0" y="7858"/>
                  </a:cubicBezTo>
                  <a:lnTo>
                    <a:pt x="6261" y="1449"/>
                  </a:lnTo>
                  <a:lnTo>
                    <a:pt x="626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E8214CE0-95E2-C7EF-F139-33AB1249F76E}"/>
                </a:ext>
              </a:extLst>
            </p:cNvPr>
            <p:cNvSpPr>
              <a:spLocks/>
            </p:cNvSpPr>
            <p:nvPr/>
          </p:nvSpPr>
          <p:spPr>
            <a:xfrm>
              <a:off x="3157486" y="2260142"/>
              <a:ext cx="5606" cy="12645"/>
            </a:xfrm>
            <a:custGeom>
              <a:avLst/>
              <a:gdLst>
                <a:gd name="connsiteX0" fmla="*/ 3757 w 3756"/>
                <a:gd name="connsiteY0" fmla="*/ 3819 h 8472"/>
                <a:gd name="connsiteX1" fmla="*/ 3757 w 3756"/>
                <a:gd name="connsiteY1" fmla="*/ 0 h 8472"/>
                <a:gd name="connsiteX2" fmla="*/ 0 w 3756"/>
                <a:gd name="connsiteY2" fmla="*/ 0 h 8472"/>
                <a:gd name="connsiteX3" fmla="*/ 1855 w 3756"/>
                <a:gd name="connsiteY3" fmla="*/ 8473 h 8472"/>
                <a:gd name="connsiteX4" fmla="*/ 3757 w 3756"/>
                <a:gd name="connsiteY4" fmla="*/ 3819 h 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6" h="8472">
                  <a:moveTo>
                    <a:pt x="3757" y="3819"/>
                  </a:moveTo>
                  <a:lnTo>
                    <a:pt x="3757" y="0"/>
                  </a:lnTo>
                  <a:lnTo>
                    <a:pt x="0" y="0"/>
                  </a:lnTo>
                  <a:lnTo>
                    <a:pt x="1855" y="8473"/>
                  </a:lnTo>
                  <a:lnTo>
                    <a:pt x="3757" y="38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DCBB65FD-72E1-6FE6-E745-5C6B324D22A7}"/>
                </a:ext>
              </a:extLst>
            </p:cNvPr>
            <p:cNvSpPr>
              <a:spLocks/>
            </p:cNvSpPr>
            <p:nvPr/>
          </p:nvSpPr>
          <p:spPr>
            <a:xfrm>
              <a:off x="6291820" y="2241730"/>
              <a:ext cx="11906" cy="27782"/>
            </a:xfrm>
            <a:custGeom>
              <a:avLst/>
              <a:gdLst>
                <a:gd name="connsiteX0" fmla="*/ 0 w 7977"/>
                <a:gd name="connsiteY0" fmla="*/ 2722 h 18613"/>
                <a:gd name="connsiteX1" fmla="*/ 4220 w 7977"/>
                <a:gd name="connsiteY1" fmla="*/ 5180 h 18613"/>
                <a:gd name="connsiteX2" fmla="*/ 5333 w 7977"/>
                <a:gd name="connsiteY2" fmla="*/ 9307 h 18613"/>
                <a:gd name="connsiteX3" fmla="*/ 1020 w 7977"/>
                <a:gd name="connsiteY3" fmla="*/ 18614 h 18613"/>
                <a:gd name="connsiteX4" fmla="*/ 2736 w 7977"/>
                <a:gd name="connsiteY4" fmla="*/ 18614 h 18613"/>
                <a:gd name="connsiteX5" fmla="*/ 7977 w 7977"/>
                <a:gd name="connsiteY5" fmla="*/ 8209 h 18613"/>
                <a:gd name="connsiteX6" fmla="*/ 7977 w 7977"/>
                <a:gd name="connsiteY6" fmla="*/ 2985 h 18613"/>
                <a:gd name="connsiteX7" fmla="*/ 0 w 7977"/>
                <a:gd name="connsiteY7" fmla="*/ 0 h 18613"/>
                <a:gd name="connsiteX8" fmla="*/ 0 w 7977"/>
                <a:gd name="connsiteY8" fmla="*/ 2722 h 1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77" h="18613">
                  <a:moveTo>
                    <a:pt x="0" y="2722"/>
                  </a:moveTo>
                  <a:lnTo>
                    <a:pt x="4220" y="5180"/>
                  </a:lnTo>
                  <a:lnTo>
                    <a:pt x="5333" y="9307"/>
                  </a:lnTo>
                  <a:lnTo>
                    <a:pt x="1020" y="18614"/>
                  </a:lnTo>
                  <a:lnTo>
                    <a:pt x="2736" y="18614"/>
                  </a:lnTo>
                  <a:lnTo>
                    <a:pt x="7977" y="8209"/>
                  </a:lnTo>
                  <a:lnTo>
                    <a:pt x="7977" y="2985"/>
                  </a:lnTo>
                  <a:lnTo>
                    <a:pt x="0" y="0"/>
                  </a:lnTo>
                  <a:lnTo>
                    <a:pt x="0" y="27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1D511006-6F80-A1EC-F834-672AD060913A}"/>
                </a:ext>
              </a:extLst>
            </p:cNvPr>
            <p:cNvSpPr>
              <a:spLocks/>
            </p:cNvSpPr>
            <p:nvPr/>
          </p:nvSpPr>
          <p:spPr>
            <a:xfrm>
              <a:off x="6378558" y="2296182"/>
              <a:ext cx="8652" cy="10221"/>
            </a:xfrm>
            <a:custGeom>
              <a:avLst/>
              <a:gdLst>
                <a:gd name="connsiteX0" fmla="*/ 0 w 5797"/>
                <a:gd name="connsiteY0" fmla="*/ 6848 h 6848"/>
                <a:gd name="connsiteX1" fmla="*/ 5797 w 5797"/>
                <a:gd name="connsiteY1" fmla="*/ 6848 h 6848"/>
                <a:gd name="connsiteX2" fmla="*/ 5797 w 5797"/>
                <a:gd name="connsiteY2" fmla="*/ 0 h 6848"/>
                <a:gd name="connsiteX3" fmla="*/ 0 w 5797"/>
                <a:gd name="connsiteY3" fmla="*/ 3424 h 6848"/>
                <a:gd name="connsiteX4" fmla="*/ 0 w 5797"/>
                <a:gd name="connsiteY4" fmla="*/ 6848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6848">
                  <a:moveTo>
                    <a:pt x="0" y="6848"/>
                  </a:moveTo>
                  <a:lnTo>
                    <a:pt x="5797" y="6848"/>
                  </a:lnTo>
                  <a:lnTo>
                    <a:pt x="5797" y="0"/>
                  </a:lnTo>
                  <a:lnTo>
                    <a:pt x="0" y="3424"/>
                  </a:lnTo>
                  <a:lnTo>
                    <a:pt x="0" y="68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942BE40F-062D-55AE-BE73-F626569BF276}"/>
                </a:ext>
              </a:extLst>
            </p:cNvPr>
            <p:cNvSpPr>
              <a:spLocks/>
            </p:cNvSpPr>
            <p:nvPr/>
          </p:nvSpPr>
          <p:spPr>
            <a:xfrm>
              <a:off x="6407563" y="2244545"/>
              <a:ext cx="9068" cy="10287"/>
            </a:xfrm>
            <a:custGeom>
              <a:avLst/>
              <a:gdLst>
                <a:gd name="connsiteX0" fmla="*/ 6075 w 6075"/>
                <a:gd name="connsiteY0" fmla="*/ 0 h 6892"/>
                <a:gd name="connsiteX1" fmla="*/ 3015 w 6075"/>
                <a:gd name="connsiteY1" fmla="*/ 1098 h 6892"/>
                <a:gd name="connsiteX2" fmla="*/ 0 w 6075"/>
                <a:gd name="connsiteY2" fmla="*/ 4697 h 6892"/>
                <a:gd name="connsiteX3" fmla="*/ 6075 w 6075"/>
                <a:gd name="connsiteY3" fmla="*/ 6892 h 6892"/>
                <a:gd name="connsiteX4" fmla="*/ 6075 w 6075"/>
                <a:gd name="connsiteY4" fmla="*/ 0 h 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5" h="6892">
                  <a:moveTo>
                    <a:pt x="6075" y="0"/>
                  </a:moveTo>
                  <a:lnTo>
                    <a:pt x="3015" y="1098"/>
                  </a:lnTo>
                  <a:lnTo>
                    <a:pt x="0" y="4697"/>
                  </a:lnTo>
                  <a:lnTo>
                    <a:pt x="6075" y="6892"/>
                  </a:lnTo>
                  <a:lnTo>
                    <a:pt x="607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2845849A-A75C-9333-2027-73660277BB7D}"/>
                </a:ext>
              </a:extLst>
            </p:cNvPr>
            <p:cNvSpPr>
              <a:spLocks/>
            </p:cNvSpPr>
            <p:nvPr/>
          </p:nvSpPr>
          <p:spPr>
            <a:xfrm>
              <a:off x="6285521" y="2290874"/>
              <a:ext cx="12597" cy="40495"/>
            </a:xfrm>
            <a:custGeom>
              <a:avLst/>
              <a:gdLst>
                <a:gd name="connsiteX0" fmla="*/ 0 w 8440"/>
                <a:gd name="connsiteY0" fmla="*/ 22213 h 27130"/>
                <a:gd name="connsiteX1" fmla="*/ 1762 w 8440"/>
                <a:gd name="connsiteY1" fmla="*/ 27130 h 27130"/>
                <a:gd name="connsiteX2" fmla="*/ 4081 w 8440"/>
                <a:gd name="connsiteY2" fmla="*/ 27130 h 27130"/>
                <a:gd name="connsiteX3" fmla="*/ 4081 w 8440"/>
                <a:gd name="connsiteY3" fmla="*/ 22213 h 27130"/>
                <a:gd name="connsiteX4" fmla="*/ 4081 w 8440"/>
                <a:gd name="connsiteY4" fmla="*/ 10404 h 27130"/>
                <a:gd name="connsiteX5" fmla="*/ 8441 w 8440"/>
                <a:gd name="connsiteY5" fmla="*/ 3556 h 27130"/>
                <a:gd name="connsiteX6" fmla="*/ 8441 w 8440"/>
                <a:gd name="connsiteY6" fmla="*/ 0 h 27130"/>
                <a:gd name="connsiteX7" fmla="*/ 1484 w 8440"/>
                <a:gd name="connsiteY7" fmla="*/ 10404 h 27130"/>
                <a:gd name="connsiteX8" fmla="*/ 0 w 8440"/>
                <a:gd name="connsiteY8" fmla="*/ 22213 h 2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40" h="27130">
                  <a:moveTo>
                    <a:pt x="0" y="22213"/>
                  </a:moveTo>
                  <a:lnTo>
                    <a:pt x="1762" y="27130"/>
                  </a:lnTo>
                  <a:lnTo>
                    <a:pt x="4081" y="27130"/>
                  </a:lnTo>
                  <a:lnTo>
                    <a:pt x="4081" y="22213"/>
                  </a:lnTo>
                  <a:lnTo>
                    <a:pt x="4081" y="10404"/>
                  </a:lnTo>
                  <a:lnTo>
                    <a:pt x="8441" y="3556"/>
                  </a:lnTo>
                  <a:lnTo>
                    <a:pt x="8441" y="0"/>
                  </a:lnTo>
                  <a:lnTo>
                    <a:pt x="1484" y="10404"/>
                  </a:lnTo>
                  <a:lnTo>
                    <a:pt x="0" y="2221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9635B46D-8D69-3B86-2434-C2CB26EA30E9}"/>
                </a:ext>
              </a:extLst>
            </p:cNvPr>
            <p:cNvSpPr>
              <a:spLocks/>
            </p:cNvSpPr>
            <p:nvPr/>
          </p:nvSpPr>
          <p:spPr>
            <a:xfrm>
              <a:off x="6383751" y="2269512"/>
              <a:ext cx="6922" cy="13105"/>
            </a:xfrm>
            <a:custGeom>
              <a:avLst/>
              <a:gdLst>
                <a:gd name="connsiteX0" fmla="*/ 2319 w 4637"/>
                <a:gd name="connsiteY0" fmla="*/ 8780 h 8780"/>
                <a:gd name="connsiteX1" fmla="*/ 4638 w 4637"/>
                <a:gd name="connsiteY1" fmla="*/ 4390 h 8780"/>
                <a:gd name="connsiteX2" fmla="*/ 4638 w 4637"/>
                <a:gd name="connsiteY2" fmla="*/ 0 h 8780"/>
                <a:gd name="connsiteX3" fmla="*/ 0 w 4637"/>
                <a:gd name="connsiteY3" fmla="*/ 0 h 8780"/>
                <a:gd name="connsiteX4" fmla="*/ 2319 w 4637"/>
                <a:gd name="connsiteY4" fmla="*/ 8780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8780">
                  <a:moveTo>
                    <a:pt x="2319" y="8780"/>
                  </a:moveTo>
                  <a:lnTo>
                    <a:pt x="4638" y="4390"/>
                  </a:lnTo>
                  <a:lnTo>
                    <a:pt x="4638" y="0"/>
                  </a:lnTo>
                  <a:lnTo>
                    <a:pt x="0" y="0"/>
                  </a:lnTo>
                  <a:lnTo>
                    <a:pt x="2319" y="8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C5272E74-799A-DF85-8666-0D995BAA7593}"/>
                </a:ext>
              </a:extLst>
            </p:cNvPr>
            <p:cNvSpPr>
              <a:spLocks/>
            </p:cNvSpPr>
            <p:nvPr/>
          </p:nvSpPr>
          <p:spPr>
            <a:xfrm>
              <a:off x="2499857" y="1921042"/>
              <a:ext cx="14674" cy="13498"/>
            </a:xfrm>
            <a:custGeom>
              <a:avLst/>
              <a:gdLst>
                <a:gd name="connsiteX0" fmla="*/ 9832 w 9831"/>
                <a:gd name="connsiteY0" fmla="*/ 9043 h 9043"/>
                <a:gd name="connsiteX1" fmla="*/ 0 w 9831"/>
                <a:gd name="connsiteY1" fmla="*/ 0 h 9043"/>
                <a:gd name="connsiteX2" fmla="*/ 0 w 9831"/>
                <a:gd name="connsiteY2" fmla="*/ 2195 h 9043"/>
                <a:gd name="connsiteX3" fmla="*/ 7235 w 9831"/>
                <a:gd name="connsiteY3" fmla="*/ 9043 h 9043"/>
                <a:gd name="connsiteX4" fmla="*/ 9832 w 9831"/>
                <a:gd name="connsiteY4" fmla="*/ 9043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31" h="9043">
                  <a:moveTo>
                    <a:pt x="9832" y="9043"/>
                  </a:moveTo>
                  <a:lnTo>
                    <a:pt x="0" y="0"/>
                  </a:lnTo>
                  <a:lnTo>
                    <a:pt x="0" y="2195"/>
                  </a:lnTo>
                  <a:lnTo>
                    <a:pt x="7235" y="9043"/>
                  </a:lnTo>
                  <a:lnTo>
                    <a:pt x="9832" y="904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B51FDC3E-4860-4821-4A80-9FB17138FDEE}"/>
                </a:ext>
              </a:extLst>
            </p:cNvPr>
            <p:cNvSpPr>
              <a:spLocks/>
            </p:cNvSpPr>
            <p:nvPr/>
          </p:nvSpPr>
          <p:spPr>
            <a:xfrm>
              <a:off x="6359522" y="2259289"/>
              <a:ext cx="13844" cy="10221"/>
            </a:xfrm>
            <a:custGeom>
              <a:avLst/>
              <a:gdLst>
                <a:gd name="connsiteX0" fmla="*/ 9275 w 9275"/>
                <a:gd name="connsiteY0" fmla="*/ 6848 h 6848"/>
                <a:gd name="connsiteX1" fmla="*/ 2041 w 9275"/>
                <a:gd name="connsiteY1" fmla="*/ 0 h 6848"/>
                <a:gd name="connsiteX2" fmla="*/ 0 w 9275"/>
                <a:gd name="connsiteY2" fmla="*/ 0 h 6848"/>
                <a:gd name="connsiteX3" fmla="*/ 5658 w 9275"/>
                <a:gd name="connsiteY3" fmla="*/ 6848 h 6848"/>
                <a:gd name="connsiteX4" fmla="*/ 9275 w 9275"/>
                <a:gd name="connsiteY4" fmla="*/ 6848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6848">
                  <a:moveTo>
                    <a:pt x="9275" y="6848"/>
                  </a:moveTo>
                  <a:lnTo>
                    <a:pt x="2041" y="0"/>
                  </a:lnTo>
                  <a:lnTo>
                    <a:pt x="0" y="0"/>
                  </a:lnTo>
                  <a:lnTo>
                    <a:pt x="5658" y="6848"/>
                  </a:lnTo>
                  <a:lnTo>
                    <a:pt x="9275" y="68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0CEA29BB-6265-F139-4AB1-4CF8573B43B7}"/>
                </a:ext>
              </a:extLst>
            </p:cNvPr>
            <p:cNvSpPr>
              <a:spLocks/>
            </p:cNvSpPr>
            <p:nvPr/>
          </p:nvSpPr>
          <p:spPr>
            <a:xfrm>
              <a:off x="6359452" y="2290874"/>
              <a:ext cx="10868" cy="12318"/>
            </a:xfrm>
            <a:custGeom>
              <a:avLst/>
              <a:gdLst>
                <a:gd name="connsiteX0" fmla="*/ 7281 w 7281"/>
                <a:gd name="connsiteY0" fmla="*/ 6980 h 8253"/>
                <a:gd name="connsiteX1" fmla="*/ 1762 w 7281"/>
                <a:gd name="connsiteY1" fmla="*/ 0 h 8253"/>
                <a:gd name="connsiteX2" fmla="*/ 0 w 7281"/>
                <a:gd name="connsiteY2" fmla="*/ 2195 h 8253"/>
                <a:gd name="connsiteX3" fmla="*/ 1762 w 7281"/>
                <a:gd name="connsiteY3" fmla="*/ 8253 h 8253"/>
                <a:gd name="connsiteX4" fmla="*/ 7281 w 7281"/>
                <a:gd name="connsiteY4" fmla="*/ 7024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1" h="8253">
                  <a:moveTo>
                    <a:pt x="7281" y="6980"/>
                  </a:moveTo>
                  <a:cubicBezTo>
                    <a:pt x="7281" y="6980"/>
                    <a:pt x="2922" y="1888"/>
                    <a:pt x="1762" y="0"/>
                  </a:cubicBezTo>
                  <a:lnTo>
                    <a:pt x="0" y="2195"/>
                  </a:lnTo>
                  <a:lnTo>
                    <a:pt x="1762" y="8253"/>
                  </a:lnTo>
                  <a:lnTo>
                    <a:pt x="7281" y="70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BDA1EC34-C44A-E797-A992-1B9AF1305EAB}"/>
                </a:ext>
              </a:extLst>
            </p:cNvPr>
            <p:cNvSpPr>
              <a:spLocks/>
            </p:cNvSpPr>
            <p:nvPr/>
          </p:nvSpPr>
          <p:spPr>
            <a:xfrm>
              <a:off x="6383751" y="2249461"/>
              <a:ext cx="6922" cy="14350"/>
            </a:xfrm>
            <a:custGeom>
              <a:avLst/>
              <a:gdLst>
                <a:gd name="connsiteX0" fmla="*/ 0 w 4637"/>
                <a:gd name="connsiteY0" fmla="*/ 4829 h 9614"/>
                <a:gd name="connsiteX1" fmla="*/ 2319 w 4637"/>
                <a:gd name="connsiteY1" fmla="*/ 9614 h 9614"/>
                <a:gd name="connsiteX2" fmla="*/ 4638 w 4637"/>
                <a:gd name="connsiteY2" fmla="*/ 4390 h 9614"/>
                <a:gd name="connsiteX3" fmla="*/ 2319 w 4637"/>
                <a:gd name="connsiteY3" fmla="*/ 0 h 9614"/>
                <a:gd name="connsiteX4" fmla="*/ 0 w 4637"/>
                <a:gd name="connsiteY4" fmla="*/ 4829 h 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9614">
                  <a:moveTo>
                    <a:pt x="0" y="4829"/>
                  </a:moveTo>
                  <a:lnTo>
                    <a:pt x="2319" y="9614"/>
                  </a:lnTo>
                  <a:lnTo>
                    <a:pt x="4638" y="4390"/>
                  </a:lnTo>
                  <a:lnTo>
                    <a:pt x="2319" y="0"/>
                  </a:lnTo>
                  <a:lnTo>
                    <a:pt x="0" y="48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D99A2C40-3BBA-CB2B-9C39-0F88D2FA97B9}"/>
                </a:ext>
              </a:extLst>
            </p:cNvPr>
            <p:cNvSpPr>
              <a:spLocks/>
            </p:cNvSpPr>
            <p:nvPr/>
          </p:nvSpPr>
          <p:spPr>
            <a:xfrm>
              <a:off x="6375513" y="2223250"/>
              <a:ext cx="23397" cy="26211"/>
            </a:xfrm>
            <a:custGeom>
              <a:avLst/>
              <a:gdLst>
                <a:gd name="connsiteX0" fmla="*/ 6678 w 15675"/>
                <a:gd name="connsiteY0" fmla="*/ 10185 h 17560"/>
                <a:gd name="connsiteX1" fmla="*/ 11038 w 15675"/>
                <a:gd name="connsiteY1" fmla="*/ 12907 h 17560"/>
                <a:gd name="connsiteX2" fmla="*/ 15676 w 15675"/>
                <a:gd name="connsiteY2" fmla="*/ 17560 h 17560"/>
                <a:gd name="connsiteX3" fmla="*/ 12754 w 15675"/>
                <a:gd name="connsiteY3" fmla="*/ 8780 h 17560"/>
                <a:gd name="connsiteX4" fmla="*/ 7838 w 15675"/>
                <a:gd name="connsiteY4" fmla="*/ 5488 h 17560"/>
                <a:gd name="connsiteX5" fmla="*/ 0 w 15675"/>
                <a:gd name="connsiteY5" fmla="*/ 0 h 17560"/>
                <a:gd name="connsiteX6" fmla="*/ 0 w 15675"/>
                <a:gd name="connsiteY6" fmla="*/ 2634 h 17560"/>
                <a:gd name="connsiteX7" fmla="*/ 3478 w 15675"/>
                <a:gd name="connsiteY7" fmla="*/ 10185 h 17560"/>
                <a:gd name="connsiteX8" fmla="*/ 6678 w 15675"/>
                <a:gd name="connsiteY8" fmla="*/ 10185 h 17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75" h="17560">
                  <a:moveTo>
                    <a:pt x="6678" y="10185"/>
                  </a:moveTo>
                  <a:lnTo>
                    <a:pt x="11038" y="12907"/>
                  </a:lnTo>
                  <a:lnTo>
                    <a:pt x="15676" y="17560"/>
                  </a:lnTo>
                  <a:lnTo>
                    <a:pt x="12754" y="8780"/>
                  </a:lnTo>
                  <a:lnTo>
                    <a:pt x="7838" y="5488"/>
                  </a:lnTo>
                  <a:lnTo>
                    <a:pt x="0" y="0"/>
                  </a:lnTo>
                  <a:lnTo>
                    <a:pt x="0" y="2634"/>
                  </a:lnTo>
                  <a:lnTo>
                    <a:pt x="3478" y="10185"/>
                  </a:lnTo>
                  <a:lnTo>
                    <a:pt x="6678" y="101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1ADC717C-4B61-5C7C-4780-F4455F90C817}"/>
                </a:ext>
              </a:extLst>
            </p:cNvPr>
            <p:cNvSpPr>
              <a:spLocks/>
            </p:cNvSpPr>
            <p:nvPr/>
          </p:nvSpPr>
          <p:spPr>
            <a:xfrm>
              <a:off x="6125058" y="1948890"/>
              <a:ext cx="38626" cy="18805"/>
            </a:xfrm>
            <a:custGeom>
              <a:avLst/>
              <a:gdLst>
                <a:gd name="connsiteX0" fmla="*/ 0 w 25878"/>
                <a:gd name="connsiteY0" fmla="*/ 3029 h 12599"/>
                <a:gd name="connsiteX1" fmla="*/ 20452 w 25878"/>
                <a:gd name="connsiteY1" fmla="*/ 12599 h 12599"/>
                <a:gd name="connsiteX2" fmla="*/ 25879 w 25878"/>
                <a:gd name="connsiteY2" fmla="*/ 12599 h 12599"/>
                <a:gd name="connsiteX3" fmla="*/ 0 w 25878"/>
                <a:gd name="connsiteY3" fmla="*/ 0 h 12599"/>
                <a:gd name="connsiteX4" fmla="*/ 0 w 25878"/>
                <a:gd name="connsiteY4" fmla="*/ 3029 h 1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78" h="12599">
                  <a:moveTo>
                    <a:pt x="0" y="3029"/>
                  </a:moveTo>
                  <a:lnTo>
                    <a:pt x="20452" y="12599"/>
                  </a:lnTo>
                  <a:lnTo>
                    <a:pt x="25879" y="12599"/>
                  </a:lnTo>
                  <a:lnTo>
                    <a:pt x="0" y="0"/>
                  </a:lnTo>
                  <a:lnTo>
                    <a:pt x="0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DDE98BE-C126-C174-4C6D-044DBD457648}"/>
                </a:ext>
              </a:extLst>
            </p:cNvPr>
            <p:cNvSpPr>
              <a:spLocks/>
            </p:cNvSpPr>
            <p:nvPr/>
          </p:nvSpPr>
          <p:spPr>
            <a:xfrm>
              <a:off x="2491203" y="2207721"/>
              <a:ext cx="13844" cy="8583"/>
            </a:xfrm>
            <a:custGeom>
              <a:avLst/>
              <a:gdLst>
                <a:gd name="connsiteX0" fmla="*/ 9275 w 9275"/>
                <a:gd name="connsiteY0" fmla="*/ 2853 h 5750"/>
                <a:gd name="connsiteX1" fmla="*/ 4035 w 9275"/>
                <a:gd name="connsiteY1" fmla="*/ 0 h 5750"/>
                <a:gd name="connsiteX2" fmla="*/ 0 w 9275"/>
                <a:gd name="connsiteY2" fmla="*/ 2458 h 5750"/>
                <a:gd name="connsiteX3" fmla="*/ 4035 w 9275"/>
                <a:gd name="connsiteY3" fmla="*/ 5751 h 5750"/>
                <a:gd name="connsiteX4" fmla="*/ 9275 w 9275"/>
                <a:gd name="connsiteY4" fmla="*/ 2853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5750">
                  <a:moveTo>
                    <a:pt x="9275" y="2853"/>
                  </a:moveTo>
                  <a:lnTo>
                    <a:pt x="4035" y="0"/>
                  </a:lnTo>
                  <a:lnTo>
                    <a:pt x="0" y="2458"/>
                  </a:lnTo>
                  <a:lnTo>
                    <a:pt x="4035" y="5751"/>
                  </a:lnTo>
                  <a:lnTo>
                    <a:pt x="9275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4356BC24-E6DB-FF69-2810-9548730D5E17}"/>
                </a:ext>
              </a:extLst>
            </p:cNvPr>
            <p:cNvSpPr>
              <a:spLocks/>
            </p:cNvSpPr>
            <p:nvPr/>
          </p:nvSpPr>
          <p:spPr>
            <a:xfrm>
              <a:off x="6553349" y="3958529"/>
              <a:ext cx="11282" cy="18282"/>
            </a:xfrm>
            <a:custGeom>
              <a:avLst/>
              <a:gdLst>
                <a:gd name="connsiteX0" fmla="*/ 4359 w 7559"/>
                <a:gd name="connsiteY0" fmla="*/ 4653 h 12248"/>
                <a:gd name="connsiteX1" fmla="*/ 7560 w 7559"/>
                <a:gd name="connsiteY1" fmla="*/ 0 h 12248"/>
                <a:gd name="connsiteX2" fmla="*/ 3757 w 7559"/>
                <a:gd name="connsiteY2" fmla="*/ 0 h 12248"/>
                <a:gd name="connsiteX3" fmla="*/ 0 w 7559"/>
                <a:gd name="connsiteY3" fmla="*/ 5180 h 12248"/>
                <a:gd name="connsiteX4" fmla="*/ 0 w 7559"/>
                <a:gd name="connsiteY4" fmla="*/ 12073 h 12248"/>
                <a:gd name="connsiteX5" fmla="*/ 1670 w 7559"/>
                <a:gd name="connsiteY5" fmla="*/ 12248 h 12248"/>
                <a:gd name="connsiteX6" fmla="*/ 4359 w 7559"/>
                <a:gd name="connsiteY6" fmla="*/ 10404 h 12248"/>
                <a:gd name="connsiteX7" fmla="*/ 4359 w 7559"/>
                <a:gd name="connsiteY7" fmla="*/ 4653 h 1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59" h="12248">
                  <a:moveTo>
                    <a:pt x="4359" y="4653"/>
                  </a:moveTo>
                  <a:lnTo>
                    <a:pt x="7560" y="0"/>
                  </a:lnTo>
                  <a:lnTo>
                    <a:pt x="3757" y="0"/>
                  </a:lnTo>
                  <a:lnTo>
                    <a:pt x="0" y="5180"/>
                  </a:lnTo>
                  <a:lnTo>
                    <a:pt x="0" y="12073"/>
                  </a:lnTo>
                  <a:lnTo>
                    <a:pt x="1670" y="12248"/>
                  </a:lnTo>
                  <a:lnTo>
                    <a:pt x="4359" y="10404"/>
                  </a:lnTo>
                  <a:lnTo>
                    <a:pt x="4359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C23129CE-0C28-E12E-AD65-640CF9F1C22E}"/>
                </a:ext>
              </a:extLst>
            </p:cNvPr>
            <p:cNvSpPr>
              <a:spLocks/>
            </p:cNvSpPr>
            <p:nvPr/>
          </p:nvSpPr>
          <p:spPr>
            <a:xfrm>
              <a:off x="6090448" y="2065592"/>
              <a:ext cx="22775" cy="36039"/>
            </a:xfrm>
            <a:custGeom>
              <a:avLst/>
              <a:gdLst>
                <a:gd name="connsiteX0" fmla="*/ 0 w 15258"/>
                <a:gd name="connsiteY0" fmla="*/ 0 h 24145"/>
                <a:gd name="connsiteX1" fmla="*/ 0 w 15258"/>
                <a:gd name="connsiteY1" fmla="*/ 2722 h 24145"/>
                <a:gd name="connsiteX2" fmla="*/ 7606 w 15258"/>
                <a:gd name="connsiteY2" fmla="*/ 12073 h 24145"/>
                <a:gd name="connsiteX3" fmla="*/ 9275 w 15258"/>
                <a:gd name="connsiteY3" fmla="*/ 15628 h 24145"/>
                <a:gd name="connsiteX4" fmla="*/ 11270 w 15258"/>
                <a:gd name="connsiteY4" fmla="*/ 24145 h 24145"/>
                <a:gd name="connsiteX5" fmla="*/ 13913 w 15258"/>
                <a:gd name="connsiteY5" fmla="*/ 19228 h 24145"/>
                <a:gd name="connsiteX6" fmla="*/ 15258 w 15258"/>
                <a:gd name="connsiteY6" fmla="*/ 15102 h 24145"/>
                <a:gd name="connsiteX7" fmla="*/ 0 w 15258"/>
                <a:gd name="connsiteY7" fmla="*/ 0 h 2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58" h="24145">
                  <a:moveTo>
                    <a:pt x="0" y="0"/>
                  </a:moveTo>
                  <a:lnTo>
                    <a:pt x="0" y="2722"/>
                  </a:lnTo>
                  <a:lnTo>
                    <a:pt x="7606" y="12073"/>
                  </a:lnTo>
                  <a:lnTo>
                    <a:pt x="9275" y="15628"/>
                  </a:lnTo>
                  <a:lnTo>
                    <a:pt x="11270" y="24145"/>
                  </a:lnTo>
                  <a:lnTo>
                    <a:pt x="13913" y="19228"/>
                  </a:lnTo>
                  <a:lnTo>
                    <a:pt x="15258" y="151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C9E3A3F1-30C1-BAED-E6BD-45E2A94ABFE6}"/>
                </a:ext>
              </a:extLst>
            </p:cNvPr>
            <p:cNvSpPr>
              <a:spLocks/>
            </p:cNvSpPr>
            <p:nvPr/>
          </p:nvSpPr>
          <p:spPr>
            <a:xfrm>
              <a:off x="6072657" y="2001705"/>
              <a:ext cx="13429" cy="16381"/>
            </a:xfrm>
            <a:custGeom>
              <a:avLst/>
              <a:gdLst>
                <a:gd name="connsiteX0" fmla="*/ 6075 w 8997"/>
                <a:gd name="connsiteY0" fmla="*/ 8517 h 10975"/>
                <a:gd name="connsiteX1" fmla="*/ 3200 w 8997"/>
                <a:gd name="connsiteY1" fmla="*/ 6848 h 10975"/>
                <a:gd name="connsiteX2" fmla="*/ 8997 w 8997"/>
                <a:gd name="connsiteY2" fmla="*/ 1624 h 10975"/>
                <a:gd name="connsiteX3" fmla="*/ 8997 w 8997"/>
                <a:gd name="connsiteY3" fmla="*/ 0 h 10975"/>
                <a:gd name="connsiteX4" fmla="*/ 0 w 8997"/>
                <a:gd name="connsiteY4" fmla="*/ 6848 h 10975"/>
                <a:gd name="connsiteX5" fmla="*/ 6075 w 8997"/>
                <a:gd name="connsiteY5" fmla="*/ 10975 h 10975"/>
                <a:gd name="connsiteX6" fmla="*/ 6075 w 8997"/>
                <a:gd name="connsiteY6" fmla="*/ 8517 h 1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7" h="10975">
                  <a:moveTo>
                    <a:pt x="6075" y="8517"/>
                  </a:moveTo>
                  <a:lnTo>
                    <a:pt x="3200" y="6848"/>
                  </a:lnTo>
                  <a:lnTo>
                    <a:pt x="8997" y="1624"/>
                  </a:lnTo>
                  <a:lnTo>
                    <a:pt x="8997" y="0"/>
                  </a:lnTo>
                  <a:lnTo>
                    <a:pt x="0" y="6848"/>
                  </a:lnTo>
                  <a:lnTo>
                    <a:pt x="6075" y="10975"/>
                  </a:lnTo>
                  <a:lnTo>
                    <a:pt x="6075" y="85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3990D436-B10E-23C2-B370-6238FD580FAF}"/>
                </a:ext>
              </a:extLst>
            </p:cNvPr>
            <p:cNvSpPr>
              <a:spLocks/>
            </p:cNvSpPr>
            <p:nvPr/>
          </p:nvSpPr>
          <p:spPr>
            <a:xfrm>
              <a:off x="6049744" y="2419043"/>
              <a:ext cx="20767" cy="8583"/>
            </a:xfrm>
            <a:custGeom>
              <a:avLst/>
              <a:gdLst>
                <a:gd name="connsiteX0" fmla="*/ 0 w 13913"/>
                <a:gd name="connsiteY0" fmla="*/ 0 h 5750"/>
                <a:gd name="connsiteX1" fmla="*/ 3757 w 13913"/>
                <a:gd name="connsiteY1" fmla="*/ 5751 h 5750"/>
                <a:gd name="connsiteX2" fmla="*/ 13913 w 13913"/>
                <a:gd name="connsiteY2" fmla="*/ 2195 h 5750"/>
                <a:gd name="connsiteX3" fmla="*/ 6957 w 13913"/>
                <a:gd name="connsiteY3" fmla="*/ 0 h 5750"/>
                <a:gd name="connsiteX4" fmla="*/ 0 w 13913"/>
                <a:gd name="connsiteY4" fmla="*/ 0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3" h="5750">
                  <a:moveTo>
                    <a:pt x="0" y="0"/>
                  </a:moveTo>
                  <a:lnTo>
                    <a:pt x="3757" y="5751"/>
                  </a:lnTo>
                  <a:lnTo>
                    <a:pt x="13913" y="2195"/>
                  </a:lnTo>
                  <a:lnTo>
                    <a:pt x="695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8F9D509-4C7F-D5D2-0112-C140A7621CCA}"/>
                </a:ext>
              </a:extLst>
            </p:cNvPr>
            <p:cNvSpPr>
              <a:spLocks/>
            </p:cNvSpPr>
            <p:nvPr/>
          </p:nvSpPr>
          <p:spPr>
            <a:xfrm>
              <a:off x="6077017" y="2409215"/>
              <a:ext cx="30735" cy="11990"/>
            </a:xfrm>
            <a:custGeom>
              <a:avLst/>
              <a:gdLst>
                <a:gd name="connsiteX0" fmla="*/ 3154 w 20591"/>
                <a:gd name="connsiteY0" fmla="*/ 0 h 8033"/>
                <a:gd name="connsiteX1" fmla="*/ 278 w 20591"/>
                <a:gd name="connsiteY1" fmla="*/ 0 h 8033"/>
                <a:gd name="connsiteX2" fmla="*/ 0 w 20591"/>
                <a:gd name="connsiteY2" fmla="*/ 1361 h 8033"/>
                <a:gd name="connsiteX3" fmla="*/ 7791 w 20591"/>
                <a:gd name="connsiteY3" fmla="*/ 4127 h 8033"/>
                <a:gd name="connsiteX4" fmla="*/ 10110 w 20591"/>
                <a:gd name="connsiteY4" fmla="*/ 4127 h 8033"/>
                <a:gd name="connsiteX5" fmla="*/ 17670 w 20591"/>
                <a:gd name="connsiteY5" fmla="*/ 7946 h 8033"/>
                <a:gd name="connsiteX6" fmla="*/ 17994 w 20591"/>
                <a:gd name="connsiteY6" fmla="*/ 8034 h 8033"/>
                <a:gd name="connsiteX7" fmla="*/ 17484 w 20591"/>
                <a:gd name="connsiteY7" fmla="*/ 5005 h 8033"/>
                <a:gd name="connsiteX8" fmla="*/ 20592 w 20591"/>
                <a:gd name="connsiteY8" fmla="*/ 4390 h 8033"/>
                <a:gd name="connsiteX9" fmla="*/ 18551 w 20591"/>
                <a:gd name="connsiteY9" fmla="*/ 2195 h 8033"/>
                <a:gd name="connsiteX10" fmla="*/ 13635 w 20591"/>
                <a:gd name="connsiteY10" fmla="*/ 2195 h 8033"/>
                <a:gd name="connsiteX11" fmla="*/ 9554 w 20591"/>
                <a:gd name="connsiteY11" fmla="*/ 0 h 8033"/>
                <a:gd name="connsiteX12" fmla="*/ 7235 w 20591"/>
                <a:gd name="connsiteY12" fmla="*/ 1098 h 8033"/>
                <a:gd name="connsiteX13" fmla="*/ 3154 w 20591"/>
                <a:gd name="connsiteY13" fmla="*/ 0 h 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591" h="8033">
                  <a:moveTo>
                    <a:pt x="3154" y="0"/>
                  </a:moveTo>
                  <a:lnTo>
                    <a:pt x="278" y="0"/>
                  </a:lnTo>
                  <a:lnTo>
                    <a:pt x="0" y="1361"/>
                  </a:lnTo>
                  <a:lnTo>
                    <a:pt x="7791" y="4127"/>
                  </a:lnTo>
                  <a:lnTo>
                    <a:pt x="10110" y="4127"/>
                  </a:lnTo>
                  <a:lnTo>
                    <a:pt x="17670" y="7946"/>
                  </a:lnTo>
                  <a:lnTo>
                    <a:pt x="17994" y="8034"/>
                  </a:lnTo>
                  <a:lnTo>
                    <a:pt x="17484" y="5005"/>
                  </a:lnTo>
                  <a:lnTo>
                    <a:pt x="20592" y="4390"/>
                  </a:lnTo>
                  <a:lnTo>
                    <a:pt x="18551" y="2195"/>
                  </a:lnTo>
                  <a:lnTo>
                    <a:pt x="13635" y="2195"/>
                  </a:lnTo>
                  <a:lnTo>
                    <a:pt x="9554" y="0"/>
                  </a:lnTo>
                  <a:lnTo>
                    <a:pt x="7235" y="1098"/>
                  </a:lnTo>
                  <a:lnTo>
                    <a:pt x="315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5AC9461-FDB4-4163-4427-1898B902E929}"/>
                </a:ext>
              </a:extLst>
            </p:cNvPr>
            <p:cNvSpPr>
              <a:spLocks/>
            </p:cNvSpPr>
            <p:nvPr/>
          </p:nvSpPr>
          <p:spPr>
            <a:xfrm>
              <a:off x="6135997" y="2018086"/>
              <a:ext cx="19590" cy="18020"/>
            </a:xfrm>
            <a:custGeom>
              <a:avLst/>
              <a:gdLst>
                <a:gd name="connsiteX0" fmla="*/ 0 w 13124"/>
                <a:gd name="connsiteY0" fmla="*/ 1932 h 12072"/>
                <a:gd name="connsiteX1" fmla="*/ 12243 w 13124"/>
                <a:gd name="connsiteY1" fmla="*/ 12073 h 12072"/>
                <a:gd name="connsiteX2" fmla="*/ 13125 w 13124"/>
                <a:gd name="connsiteY2" fmla="*/ 10141 h 12072"/>
                <a:gd name="connsiteX3" fmla="*/ 974 w 13124"/>
                <a:gd name="connsiteY3" fmla="*/ 0 h 12072"/>
                <a:gd name="connsiteX4" fmla="*/ 0 w 13124"/>
                <a:gd name="connsiteY4" fmla="*/ 1932 h 1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4" h="12072">
                  <a:moveTo>
                    <a:pt x="0" y="1932"/>
                  </a:moveTo>
                  <a:lnTo>
                    <a:pt x="12243" y="12073"/>
                  </a:lnTo>
                  <a:lnTo>
                    <a:pt x="13125" y="10141"/>
                  </a:lnTo>
                  <a:lnTo>
                    <a:pt x="974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E3CE9432-26CB-B7B4-AD44-0EC8E026D7C7}"/>
                </a:ext>
              </a:extLst>
            </p:cNvPr>
            <p:cNvSpPr>
              <a:spLocks/>
            </p:cNvSpPr>
            <p:nvPr/>
          </p:nvSpPr>
          <p:spPr>
            <a:xfrm>
              <a:off x="6359522" y="2306404"/>
              <a:ext cx="13844" cy="7403"/>
            </a:xfrm>
            <a:custGeom>
              <a:avLst/>
              <a:gdLst>
                <a:gd name="connsiteX0" fmla="*/ 9275 w 9275"/>
                <a:gd name="connsiteY0" fmla="*/ 2458 h 4960"/>
                <a:gd name="connsiteX1" fmla="*/ 0 w 9275"/>
                <a:gd name="connsiteY1" fmla="*/ 0 h 4960"/>
                <a:gd name="connsiteX2" fmla="*/ 0 w 9275"/>
                <a:gd name="connsiteY2" fmla="*/ 3688 h 4960"/>
                <a:gd name="connsiteX3" fmla="*/ 9275 w 9275"/>
                <a:gd name="connsiteY3" fmla="*/ 4961 h 4960"/>
                <a:gd name="connsiteX4" fmla="*/ 9275 w 9275"/>
                <a:gd name="connsiteY4" fmla="*/ 2458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4960">
                  <a:moveTo>
                    <a:pt x="9275" y="2458"/>
                  </a:moveTo>
                  <a:lnTo>
                    <a:pt x="0" y="0"/>
                  </a:lnTo>
                  <a:lnTo>
                    <a:pt x="0" y="3688"/>
                  </a:lnTo>
                  <a:lnTo>
                    <a:pt x="9275" y="4961"/>
                  </a:lnTo>
                  <a:lnTo>
                    <a:pt x="9275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6D070041-8DCB-A889-2B2C-3EB4884498A5}"/>
                </a:ext>
              </a:extLst>
            </p:cNvPr>
            <p:cNvSpPr>
              <a:spLocks/>
            </p:cNvSpPr>
            <p:nvPr/>
          </p:nvSpPr>
          <p:spPr>
            <a:xfrm>
              <a:off x="6141880" y="2115524"/>
              <a:ext cx="8652" cy="12318"/>
            </a:xfrm>
            <a:custGeom>
              <a:avLst/>
              <a:gdLst>
                <a:gd name="connsiteX0" fmla="*/ 0 w 5797"/>
                <a:gd name="connsiteY0" fmla="*/ 4127 h 8253"/>
                <a:gd name="connsiteX1" fmla="*/ 5797 w 5797"/>
                <a:gd name="connsiteY1" fmla="*/ 8253 h 8253"/>
                <a:gd name="connsiteX2" fmla="*/ 5797 w 5797"/>
                <a:gd name="connsiteY2" fmla="*/ 2502 h 8253"/>
                <a:gd name="connsiteX3" fmla="*/ 2644 w 5797"/>
                <a:gd name="connsiteY3" fmla="*/ 0 h 8253"/>
                <a:gd name="connsiteX4" fmla="*/ 0 w 5797"/>
                <a:gd name="connsiteY4" fmla="*/ 4127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8253">
                  <a:moveTo>
                    <a:pt x="0" y="4127"/>
                  </a:moveTo>
                  <a:lnTo>
                    <a:pt x="5797" y="8253"/>
                  </a:lnTo>
                  <a:lnTo>
                    <a:pt x="5797" y="2502"/>
                  </a:lnTo>
                  <a:lnTo>
                    <a:pt x="2644" y="0"/>
                  </a:lnTo>
                  <a:lnTo>
                    <a:pt x="0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47EE9D00-7E1A-9F46-7DA5-14687B5C55E3}"/>
                </a:ext>
              </a:extLst>
            </p:cNvPr>
            <p:cNvSpPr>
              <a:spLocks/>
            </p:cNvSpPr>
            <p:nvPr/>
          </p:nvSpPr>
          <p:spPr>
            <a:xfrm>
              <a:off x="6092454" y="1991481"/>
              <a:ext cx="41534" cy="20443"/>
            </a:xfrm>
            <a:custGeom>
              <a:avLst/>
              <a:gdLst>
                <a:gd name="connsiteX0" fmla="*/ 0 w 27826"/>
                <a:gd name="connsiteY0" fmla="*/ 3819 h 13696"/>
                <a:gd name="connsiteX1" fmla="*/ 24812 w 27826"/>
                <a:gd name="connsiteY1" fmla="*/ 13697 h 13696"/>
                <a:gd name="connsiteX2" fmla="*/ 27826 w 27826"/>
                <a:gd name="connsiteY2" fmla="*/ 12336 h 13696"/>
                <a:gd name="connsiteX3" fmla="*/ 1252 w 27826"/>
                <a:gd name="connsiteY3" fmla="*/ 0 h 13696"/>
                <a:gd name="connsiteX4" fmla="*/ 0 w 27826"/>
                <a:gd name="connsiteY4" fmla="*/ 3819 h 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26" h="13696">
                  <a:moveTo>
                    <a:pt x="0" y="3819"/>
                  </a:moveTo>
                  <a:lnTo>
                    <a:pt x="24812" y="13697"/>
                  </a:lnTo>
                  <a:lnTo>
                    <a:pt x="27826" y="12336"/>
                  </a:lnTo>
                  <a:lnTo>
                    <a:pt x="1252" y="0"/>
                  </a:lnTo>
                  <a:lnTo>
                    <a:pt x="0" y="38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A35ACD8A-38BB-F885-1396-D0A1A739EEF2}"/>
                </a:ext>
              </a:extLst>
            </p:cNvPr>
            <p:cNvSpPr>
              <a:spLocks/>
            </p:cNvSpPr>
            <p:nvPr/>
          </p:nvSpPr>
          <p:spPr>
            <a:xfrm>
              <a:off x="6028977" y="2344082"/>
              <a:ext cx="13429" cy="12318"/>
            </a:xfrm>
            <a:custGeom>
              <a:avLst/>
              <a:gdLst>
                <a:gd name="connsiteX0" fmla="*/ 0 w 8997"/>
                <a:gd name="connsiteY0" fmla="*/ 2458 h 8253"/>
                <a:gd name="connsiteX1" fmla="*/ 8997 w 8997"/>
                <a:gd name="connsiteY1" fmla="*/ 8253 h 8253"/>
                <a:gd name="connsiteX2" fmla="*/ 8997 w 8997"/>
                <a:gd name="connsiteY2" fmla="*/ 2458 h 8253"/>
                <a:gd name="connsiteX3" fmla="*/ 1762 w 8997"/>
                <a:gd name="connsiteY3" fmla="*/ 0 h 8253"/>
                <a:gd name="connsiteX4" fmla="*/ 0 w 8997"/>
                <a:gd name="connsiteY4" fmla="*/ 2458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" h="8253">
                  <a:moveTo>
                    <a:pt x="0" y="2458"/>
                  </a:moveTo>
                  <a:lnTo>
                    <a:pt x="8997" y="8253"/>
                  </a:lnTo>
                  <a:lnTo>
                    <a:pt x="8997" y="2458"/>
                  </a:lnTo>
                  <a:lnTo>
                    <a:pt x="1762" y="0"/>
                  </a:lnTo>
                  <a:lnTo>
                    <a:pt x="0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1B4E6986-2151-9318-C046-31E740431FBE}"/>
                </a:ext>
              </a:extLst>
            </p:cNvPr>
            <p:cNvSpPr>
              <a:spLocks/>
            </p:cNvSpPr>
            <p:nvPr/>
          </p:nvSpPr>
          <p:spPr>
            <a:xfrm>
              <a:off x="7340360" y="3518254"/>
              <a:ext cx="553" cy="130"/>
            </a:xfrm>
            <a:custGeom>
              <a:avLst/>
              <a:gdLst>
                <a:gd name="connsiteX0" fmla="*/ 278 w 371"/>
                <a:gd name="connsiteY0" fmla="*/ 88 h 87"/>
                <a:gd name="connsiteX1" fmla="*/ 371 w 371"/>
                <a:gd name="connsiteY1" fmla="*/ 0 h 87"/>
                <a:gd name="connsiteX2" fmla="*/ 0 w 371"/>
                <a:gd name="connsiteY2" fmla="*/ 0 h 87"/>
                <a:gd name="connsiteX3" fmla="*/ 278 w 371"/>
                <a:gd name="connsiteY3" fmla="*/ 88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" h="87">
                  <a:moveTo>
                    <a:pt x="278" y="88"/>
                  </a:moveTo>
                  <a:lnTo>
                    <a:pt x="371" y="0"/>
                  </a:lnTo>
                  <a:lnTo>
                    <a:pt x="0" y="0"/>
                  </a:lnTo>
                  <a:lnTo>
                    <a:pt x="278" y="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4BFBE2C9-32D0-5C5B-1E6E-346422893049}"/>
                </a:ext>
              </a:extLst>
            </p:cNvPr>
            <p:cNvSpPr>
              <a:spLocks/>
            </p:cNvSpPr>
            <p:nvPr/>
          </p:nvSpPr>
          <p:spPr>
            <a:xfrm>
              <a:off x="7169237" y="3411717"/>
              <a:ext cx="18828" cy="14011"/>
            </a:xfrm>
            <a:custGeom>
              <a:avLst/>
              <a:gdLst>
                <a:gd name="connsiteX0" fmla="*/ 1020 w 12614"/>
                <a:gd name="connsiteY0" fmla="*/ 4691 h 9387"/>
                <a:gd name="connsiteX1" fmla="*/ 1020 w 12614"/>
                <a:gd name="connsiteY1" fmla="*/ 7237 h 9387"/>
                <a:gd name="connsiteX2" fmla="*/ 11177 w 12614"/>
                <a:gd name="connsiteY2" fmla="*/ 9344 h 9387"/>
                <a:gd name="connsiteX3" fmla="*/ 12615 w 12614"/>
                <a:gd name="connsiteY3" fmla="*/ 9344 h 9387"/>
                <a:gd name="connsiteX4" fmla="*/ 4777 w 12614"/>
                <a:gd name="connsiteY4" fmla="*/ 37 h 9387"/>
                <a:gd name="connsiteX5" fmla="*/ 0 w 12614"/>
                <a:gd name="connsiteY5" fmla="*/ 3593 h 9387"/>
                <a:gd name="connsiteX6" fmla="*/ 0 w 12614"/>
                <a:gd name="connsiteY6" fmla="*/ 3593 h 9387"/>
                <a:gd name="connsiteX7" fmla="*/ 974 w 12614"/>
                <a:gd name="connsiteY7" fmla="*/ 4691 h 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14" h="9387">
                  <a:moveTo>
                    <a:pt x="1020" y="4691"/>
                  </a:moveTo>
                  <a:lnTo>
                    <a:pt x="1020" y="7237"/>
                  </a:lnTo>
                  <a:cubicBezTo>
                    <a:pt x="3896" y="9871"/>
                    <a:pt x="11177" y="9344"/>
                    <a:pt x="11177" y="9344"/>
                  </a:cubicBezTo>
                  <a:lnTo>
                    <a:pt x="12615" y="9344"/>
                  </a:lnTo>
                  <a:lnTo>
                    <a:pt x="4777" y="37"/>
                  </a:lnTo>
                  <a:cubicBezTo>
                    <a:pt x="4777" y="37"/>
                    <a:pt x="603" y="-621"/>
                    <a:pt x="0" y="3593"/>
                  </a:cubicBezTo>
                  <a:lnTo>
                    <a:pt x="0" y="3593"/>
                  </a:lnTo>
                  <a:cubicBezTo>
                    <a:pt x="557" y="3681"/>
                    <a:pt x="974" y="4120"/>
                    <a:pt x="974" y="469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BCBD519F-9D9A-0DD5-E344-BD45E8B20206}"/>
                </a:ext>
              </a:extLst>
            </p:cNvPr>
            <p:cNvSpPr>
              <a:spLocks/>
            </p:cNvSpPr>
            <p:nvPr/>
          </p:nvSpPr>
          <p:spPr>
            <a:xfrm>
              <a:off x="7366180" y="3510456"/>
              <a:ext cx="5745" cy="7797"/>
            </a:xfrm>
            <a:custGeom>
              <a:avLst/>
              <a:gdLst>
                <a:gd name="connsiteX0" fmla="*/ 0 w 3849"/>
                <a:gd name="connsiteY0" fmla="*/ 3293 h 5224"/>
                <a:gd name="connsiteX1" fmla="*/ 3849 w 3849"/>
                <a:gd name="connsiteY1" fmla="*/ 5224 h 5224"/>
                <a:gd name="connsiteX2" fmla="*/ 3849 w 3849"/>
                <a:gd name="connsiteY2" fmla="*/ 0 h 5224"/>
                <a:gd name="connsiteX3" fmla="*/ 2412 w 3849"/>
                <a:gd name="connsiteY3" fmla="*/ 0 h 5224"/>
                <a:gd name="connsiteX4" fmla="*/ 2180 w 3849"/>
                <a:gd name="connsiteY4" fmla="*/ 658 h 5224"/>
                <a:gd name="connsiteX5" fmla="*/ 46 w 3849"/>
                <a:gd name="connsiteY5" fmla="*/ 3293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49" h="5224">
                  <a:moveTo>
                    <a:pt x="0" y="3293"/>
                  </a:moveTo>
                  <a:lnTo>
                    <a:pt x="3849" y="5224"/>
                  </a:lnTo>
                  <a:lnTo>
                    <a:pt x="3849" y="0"/>
                  </a:lnTo>
                  <a:lnTo>
                    <a:pt x="2412" y="0"/>
                  </a:lnTo>
                  <a:cubicBezTo>
                    <a:pt x="2412" y="263"/>
                    <a:pt x="2319" y="483"/>
                    <a:pt x="2180" y="658"/>
                  </a:cubicBezTo>
                  <a:lnTo>
                    <a:pt x="46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039E8F96-4DFF-5891-DA6C-B8233B7B4053}"/>
                </a:ext>
              </a:extLst>
            </p:cNvPr>
            <p:cNvSpPr>
              <a:spLocks/>
            </p:cNvSpPr>
            <p:nvPr/>
          </p:nvSpPr>
          <p:spPr>
            <a:xfrm>
              <a:off x="2437971" y="2317085"/>
              <a:ext cx="13844" cy="23719"/>
            </a:xfrm>
            <a:custGeom>
              <a:avLst/>
              <a:gdLst>
                <a:gd name="connsiteX0" fmla="*/ 2922 w 9275"/>
                <a:gd name="connsiteY0" fmla="*/ 0 h 15891"/>
                <a:gd name="connsiteX1" fmla="*/ 0 w 9275"/>
                <a:gd name="connsiteY1" fmla="*/ 1624 h 15891"/>
                <a:gd name="connsiteX2" fmla="*/ 3757 w 9275"/>
                <a:gd name="connsiteY2" fmla="*/ 7112 h 15891"/>
                <a:gd name="connsiteX3" fmla="*/ 7560 w 9275"/>
                <a:gd name="connsiteY3" fmla="*/ 15892 h 15891"/>
                <a:gd name="connsiteX4" fmla="*/ 9275 w 9275"/>
                <a:gd name="connsiteY4" fmla="*/ 12599 h 15891"/>
                <a:gd name="connsiteX5" fmla="*/ 4638 w 9275"/>
                <a:gd name="connsiteY5" fmla="*/ 3556 h 15891"/>
                <a:gd name="connsiteX6" fmla="*/ 2922 w 9275"/>
                <a:gd name="connsiteY6" fmla="*/ 0 h 1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75" h="15891">
                  <a:moveTo>
                    <a:pt x="2922" y="0"/>
                  </a:moveTo>
                  <a:lnTo>
                    <a:pt x="0" y="1624"/>
                  </a:lnTo>
                  <a:lnTo>
                    <a:pt x="3757" y="7112"/>
                  </a:lnTo>
                  <a:lnTo>
                    <a:pt x="7560" y="15892"/>
                  </a:lnTo>
                  <a:lnTo>
                    <a:pt x="9275" y="12599"/>
                  </a:lnTo>
                  <a:lnTo>
                    <a:pt x="4638" y="3556"/>
                  </a:lnTo>
                  <a:lnTo>
                    <a:pt x="292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BF3C08A-53B9-528E-24DC-0B534FD595E4}"/>
                </a:ext>
              </a:extLst>
            </p:cNvPr>
            <p:cNvSpPr>
              <a:spLocks/>
            </p:cNvSpPr>
            <p:nvPr/>
          </p:nvSpPr>
          <p:spPr>
            <a:xfrm>
              <a:off x="7335998" y="3518320"/>
              <a:ext cx="16059" cy="17101"/>
            </a:xfrm>
            <a:custGeom>
              <a:avLst/>
              <a:gdLst>
                <a:gd name="connsiteX0" fmla="*/ 3061 w 10759"/>
                <a:gd name="connsiteY0" fmla="*/ 2327 h 11457"/>
                <a:gd name="connsiteX1" fmla="*/ 696 w 10759"/>
                <a:gd name="connsiteY1" fmla="*/ 1493 h 11457"/>
                <a:gd name="connsiteX2" fmla="*/ 0 w 10759"/>
                <a:gd name="connsiteY2" fmla="*/ 4039 h 11457"/>
                <a:gd name="connsiteX3" fmla="*/ 6678 w 10759"/>
                <a:gd name="connsiteY3" fmla="*/ 11458 h 11457"/>
                <a:gd name="connsiteX4" fmla="*/ 10760 w 10759"/>
                <a:gd name="connsiteY4" fmla="*/ 8736 h 11457"/>
                <a:gd name="connsiteX5" fmla="*/ 10760 w 10759"/>
                <a:gd name="connsiteY5" fmla="*/ 5180 h 11457"/>
                <a:gd name="connsiteX6" fmla="*/ 8719 w 10759"/>
                <a:gd name="connsiteY6" fmla="*/ 7639 h 11457"/>
                <a:gd name="connsiteX7" fmla="*/ 6678 w 10759"/>
                <a:gd name="connsiteY7" fmla="*/ 5180 h 11457"/>
                <a:gd name="connsiteX8" fmla="*/ 10760 w 10759"/>
                <a:gd name="connsiteY8" fmla="*/ 2722 h 11457"/>
                <a:gd name="connsiteX9" fmla="*/ 6678 w 10759"/>
                <a:gd name="connsiteY9" fmla="*/ 0 h 11457"/>
                <a:gd name="connsiteX10" fmla="*/ 6632 w 10759"/>
                <a:gd name="connsiteY10" fmla="*/ 0 h 11457"/>
                <a:gd name="connsiteX11" fmla="*/ 4313 w 10759"/>
                <a:gd name="connsiteY11" fmla="*/ 2151 h 11457"/>
                <a:gd name="connsiteX12" fmla="*/ 3107 w 10759"/>
                <a:gd name="connsiteY12" fmla="*/ 2414 h 11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59" h="11457">
                  <a:moveTo>
                    <a:pt x="3061" y="2327"/>
                  </a:moveTo>
                  <a:lnTo>
                    <a:pt x="696" y="1493"/>
                  </a:lnTo>
                  <a:lnTo>
                    <a:pt x="0" y="4039"/>
                  </a:lnTo>
                  <a:lnTo>
                    <a:pt x="6678" y="11458"/>
                  </a:lnTo>
                  <a:lnTo>
                    <a:pt x="10760" y="8736"/>
                  </a:lnTo>
                  <a:lnTo>
                    <a:pt x="10760" y="5180"/>
                  </a:lnTo>
                  <a:lnTo>
                    <a:pt x="8719" y="7639"/>
                  </a:lnTo>
                  <a:lnTo>
                    <a:pt x="6678" y="5180"/>
                  </a:lnTo>
                  <a:lnTo>
                    <a:pt x="10760" y="2722"/>
                  </a:lnTo>
                  <a:lnTo>
                    <a:pt x="6678" y="0"/>
                  </a:lnTo>
                  <a:lnTo>
                    <a:pt x="6632" y="0"/>
                  </a:lnTo>
                  <a:lnTo>
                    <a:pt x="4313" y="2151"/>
                  </a:lnTo>
                  <a:cubicBezTo>
                    <a:pt x="3988" y="2458"/>
                    <a:pt x="3525" y="2546"/>
                    <a:pt x="3107" y="241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7BF9D056-44F0-E4F3-A6EA-57A985F5E481}"/>
                </a:ext>
              </a:extLst>
            </p:cNvPr>
            <p:cNvSpPr>
              <a:spLocks/>
            </p:cNvSpPr>
            <p:nvPr/>
          </p:nvSpPr>
          <p:spPr>
            <a:xfrm>
              <a:off x="8807912" y="2935683"/>
              <a:ext cx="16545" cy="7508"/>
            </a:xfrm>
            <a:custGeom>
              <a:avLst/>
              <a:gdLst>
                <a:gd name="connsiteX0" fmla="*/ 2041 w 11085"/>
                <a:gd name="connsiteY0" fmla="*/ 113 h 5030"/>
                <a:gd name="connsiteX1" fmla="*/ 0 w 11085"/>
                <a:gd name="connsiteY1" fmla="*/ 1079 h 5030"/>
                <a:gd name="connsiteX2" fmla="*/ 10806 w 11085"/>
                <a:gd name="connsiteY2" fmla="*/ 5030 h 5030"/>
                <a:gd name="connsiteX3" fmla="*/ 11084 w 11085"/>
                <a:gd name="connsiteY3" fmla="*/ 4899 h 5030"/>
                <a:gd name="connsiteX4" fmla="*/ 2041 w 11085"/>
                <a:gd name="connsiteY4" fmla="*/ 113 h 5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85" h="5030">
                  <a:moveTo>
                    <a:pt x="2041" y="113"/>
                  </a:moveTo>
                  <a:cubicBezTo>
                    <a:pt x="1114" y="245"/>
                    <a:pt x="511" y="640"/>
                    <a:pt x="0" y="1079"/>
                  </a:cubicBezTo>
                  <a:lnTo>
                    <a:pt x="10806" y="5030"/>
                  </a:lnTo>
                  <a:lnTo>
                    <a:pt x="11084" y="4899"/>
                  </a:lnTo>
                  <a:cubicBezTo>
                    <a:pt x="11177" y="1123"/>
                    <a:pt x="5844" y="-457"/>
                    <a:pt x="2041" y="11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004C1FAE-8820-ABFC-B6FB-3A9834EC3577}"/>
                </a:ext>
              </a:extLst>
            </p:cNvPr>
            <p:cNvSpPr>
              <a:spLocks/>
            </p:cNvSpPr>
            <p:nvPr/>
          </p:nvSpPr>
          <p:spPr>
            <a:xfrm>
              <a:off x="6008417" y="3751464"/>
              <a:ext cx="40080" cy="34466"/>
            </a:xfrm>
            <a:custGeom>
              <a:avLst/>
              <a:gdLst>
                <a:gd name="connsiteX0" fmla="*/ 22493 w 26852"/>
                <a:gd name="connsiteY0" fmla="*/ 19360 h 23091"/>
                <a:gd name="connsiteX1" fmla="*/ 26852 w 26852"/>
                <a:gd name="connsiteY1" fmla="*/ 17165 h 23091"/>
                <a:gd name="connsiteX2" fmla="*/ 15258 w 26852"/>
                <a:gd name="connsiteY2" fmla="*/ 13302 h 23091"/>
                <a:gd name="connsiteX3" fmla="*/ 9461 w 26852"/>
                <a:gd name="connsiteY3" fmla="*/ 5882 h 23091"/>
                <a:gd name="connsiteX4" fmla="*/ 185 w 26852"/>
                <a:gd name="connsiteY4" fmla="*/ 0 h 23091"/>
                <a:gd name="connsiteX5" fmla="*/ 0 w 26852"/>
                <a:gd name="connsiteY5" fmla="*/ 263 h 23091"/>
                <a:gd name="connsiteX6" fmla="*/ 1345 w 26852"/>
                <a:gd name="connsiteY6" fmla="*/ 10668 h 23091"/>
                <a:gd name="connsiteX7" fmla="*/ 8070 w 26852"/>
                <a:gd name="connsiteY7" fmla="*/ 18789 h 23091"/>
                <a:gd name="connsiteX8" fmla="*/ 13867 w 26852"/>
                <a:gd name="connsiteY8" fmla="*/ 18789 h 23091"/>
                <a:gd name="connsiteX9" fmla="*/ 15026 w 26852"/>
                <a:gd name="connsiteY9" fmla="*/ 19667 h 23091"/>
                <a:gd name="connsiteX10" fmla="*/ 15629 w 26852"/>
                <a:gd name="connsiteY10" fmla="*/ 22784 h 23091"/>
                <a:gd name="connsiteX11" fmla="*/ 16093 w 26852"/>
                <a:gd name="connsiteY11" fmla="*/ 23091 h 23091"/>
                <a:gd name="connsiteX12" fmla="*/ 22539 w 26852"/>
                <a:gd name="connsiteY12" fmla="*/ 21247 h 23091"/>
                <a:gd name="connsiteX13" fmla="*/ 22539 w 26852"/>
                <a:gd name="connsiteY13" fmla="*/ 19316 h 2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852" h="23091">
                  <a:moveTo>
                    <a:pt x="22493" y="19360"/>
                  </a:moveTo>
                  <a:lnTo>
                    <a:pt x="26852" y="17165"/>
                  </a:lnTo>
                  <a:cubicBezTo>
                    <a:pt x="26852" y="17165"/>
                    <a:pt x="23096" y="13609"/>
                    <a:pt x="15258" y="13302"/>
                  </a:cubicBezTo>
                  <a:cubicBezTo>
                    <a:pt x="7420" y="13038"/>
                    <a:pt x="9461" y="5882"/>
                    <a:pt x="9461" y="5882"/>
                  </a:cubicBezTo>
                  <a:cubicBezTo>
                    <a:pt x="8765" y="2371"/>
                    <a:pt x="4591" y="219"/>
                    <a:pt x="185" y="0"/>
                  </a:cubicBezTo>
                  <a:lnTo>
                    <a:pt x="0" y="263"/>
                  </a:lnTo>
                  <a:lnTo>
                    <a:pt x="1345" y="10668"/>
                  </a:lnTo>
                  <a:lnTo>
                    <a:pt x="8070" y="18789"/>
                  </a:lnTo>
                  <a:lnTo>
                    <a:pt x="13867" y="18789"/>
                  </a:lnTo>
                  <a:cubicBezTo>
                    <a:pt x="14423" y="18789"/>
                    <a:pt x="14887" y="19184"/>
                    <a:pt x="15026" y="19667"/>
                  </a:cubicBezTo>
                  <a:lnTo>
                    <a:pt x="15629" y="22784"/>
                  </a:lnTo>
                  <a:lnTo>
                    <a:pt x="16093" y="23091"/>
                  </a:lnTo>
                  <a:lnTo>
                    <a:pt x="22539" y="21247"/>
                  </a:lnTo>
                  <a:lnTo>
                    <a:pt x="22539" y="1931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1B28397F-2CB6-1DF3-6051-81A1956CF8AA}"/>
                </a:ext>
              </a:extLst>
            </p:cNvPr>
            <p:cNvSpPr>
              <a:spLocks/>
            </p:cNvSpPr>
            <p:nvPr/>
          </p:nvSpPr>
          <p:spPr>
            <a:xfrm>
              <a:off x="6325809" y="1896010"/>
              <a:ext cx="34612" cy="35515"/>
            </a:xfrm>
            <a:custGeom>
              <a:avLst/>
              <a:gdLst>
                <a:gd name="connsiteX0" fmla="*/ 6354 w 23188"/>
                <a:gd name="connsiteY0" fmla="*/ 23794 h 23793"/>
                <a:gd name="connsiteX1" fmla="*/ 12151 w 23188"/>
                <a:gd name="connsiteY1" fmla="*/ 20062 h 23793"/>
                <a:gd name="connsiteX2" fmla="*/ 12151 w 23188"/>
                <a:gd name="connsiteY2" fmla="*/ 16287 h 23793"/>
                <a:gd name="connsiteX3" fmla="*/ 14748 w 23188"/>
                <a:gd name="connsiteY3" fmla="*/ 20062 h 23793"/>
                <a:gd name="connsiteX4" fmla="*/ 19849 w 23188"/>
                <a:gd name="connsiteY4" fmla="*/ 18701 h 23793"/>
                <a:gd name="connsiteX5" fmla="*/ 16510 w 23188"/>
                <a:gd name="connsiteY5" fmla="*/ 13477 h 23793"/>
                <a:gd name="connsiteX6" fmla="*/ 23189 w 23188"/>
                <a:gd name="connsiteY6" fmla="*/ 6892 h 23793"/>
                <a:gd name="connsiteX7" fmla="*/ 23189 w 23188"/>
                <a:gd name="connsiteY7" fmla="*/ 0 h 23793"/>
                <a:gd name="connsiteX8" fmla="*/ 18226 w 23188"/>
                <a:gd name="connsiteY8" fmla="*/ 6058 h 23793"/>
                <a:gd name="connsiteX9" fmla="*/ 14748 w 23188"/>
                <a:gd name="connsiteY9" fmla="*/ 6058 h 23793"/>
                <a:gd name="connsiteX10" fmla="*/ 9832 w 23188"/>
                <a:gd name="connsiteY10" fmla="*/ 9921 h 23793"/>
                <a:gd name="connsiteX11" fmla="*/ 7513 w 23188"/>
                <a:gd name="connsiteY11" fmla="*/ 14575 h 23793"/>
                <a:gd name="connsiteX12" fmla="*/ 0 w 23188"/>
                <a:gd name="connsiteY12" fmla="*/ 18131 h 23793"/>
                <a:gd name="connsiteX13" fmla="*/ 6354 w 23188"/>
                <a:gd name="connsiteY13" fmla="*/ 18701 h 23793"/>
                <a:gd name="connsiteX14" fmla="*/ 6354 w 23188"/>
                <a:gd name="connsiteY14" fmla="*/ 23794 h 2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188" h="23793">
                  <a:moveTo>
                    <a:pt x="6354" y="23794"/>
                  </a:moveTo>
                  <a:lnTo>
                    <a:pt x="12151" y="20062"/>
                  </a:lnTo>
                  <a:lnTo>
                    <a:pt x="12151" y="16287"/>
                  </a:lnTo>
                  <a:lnTo>
                    <a:pt x="14748" y="20062"/>
                  </a:lnTo>
                  <a:lnTo>
                    <a:pt x="19849" y="18701"/>
                  </a:lnTo>
                  <a:lnTo>
                    <a:pt x="16510" y="13477"/>
                  </a:lnTo>
                  <a:lnTo>
                    <a:pt x="23189" y="6892"/>
                  </a:lnTo>
                  <a:lnTo>
                    <a:pt x="23189" y="0"/>
                  </a:lnTo>
                  <a:lnTo>
                    <a:pt x="18226" y="6058"/>
                  </a:lnTo>
                  <a:lnTo>
                    <a:pt x="14748" y="6058"/>
                  </a:lnTo>
                  <a:lnTo>
                    <a:pt x="9832" y="9921"/>
                  </a:lnTo>
                  <a:lnTo>
                    <a:pt x="7513" y="14575"/>
                  </a:lnTo>
                  <a:lnTo>
                    <a:pt x="0" y="18131"/>
                  </a:lnTo>
                  <a:lnTo>
                    <a:pt x="6354" y="18701"/>
                  </a:lnTo>
                  <a:lnTo>
                    <a:pt x="6354" y="2379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D603758-9B13-C487-1F04-30F3D318E58D}"/>
                </a:ext>
              </a:extLst>
            </p:cNvPr>
            <p:cNvSpPr>
              <a:spLocks/>
            </p:cNvSpPr>
            <p:nvPr/>
          </p:nvSpPr>
          <p:spPr>
            <a:xfrm>
              <a:off x="6806917" y="3329208"/>
              <a:ext cx="8029" cy="13367"/>
            </a:xfrm>
            <a:custGeom>
              <a:avLst/>
              <a:gdLst>
                <a:gd name="connsiteX0" fmla="*/ 0 w 5379"/>
                <a:gd name="connsiteY0" fmla="*/ 8956 h 8955"/>
                <a:gd name="connsiteX1" fmla="*/ 3154 w 5379"/>
                <a:gd name="connsiteY1" fmla="*/ 8956 h 8955"/>
                <a:gd name="connsiteX2" fmla="*/ 5380 w 5379"/>
                <a:gd name="connsiteY2" fmla="*/ 0 h 8955"/>
                <a:gd name="connsiteX3" fmla="*/ 1994 w 5379"/>
                <a:gd name="connsiteY3" fmla="*/ 966 h 8955"/>
                <a:gd name="connsiteX4" fmla="*/ 0 w 5379"/>
                <a:gd name="connsiteY4" fmla="*/ 8956 h 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9" h="8955">
                  <a:moveTo>
                    <a:pt x="0" y="8956"/>
                  </a:moveTo>
                  <a:lnTo>
                    <a:pt x="3154" y="8956"/>
                  </a:lnTo>
                  <a:lnTo>
                    <a:pt x="5380" y="0"/>
                  </a:lnTo>
                  <a:lnTo>
                    <a:pt x="1994" y="966"/>
                  </a:lnTo>
                  <a:lnTo>
                    <a:pt x="0" y="89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348945A2-E12A-6E44-58CB-EDF3FAB7EA90}"/>
                </a:ext>
              </a:extLst>
            </p:cNvPr>
            <p:cNvSpPr>
              <a:spLocks/>
            </p:cNvSpPr>
            <p:nvPr/>
          </p:nvSpPr>
          <p:spPr>
            <a:xfrm>
              <a:off x="6310650" y="2236356"/>
              <a:ext cx="6021" cy="14743"/>
            </a:xfrm>
            <a:custGeom>
              <a:avLst/>
              <a:gdLst>
                <a:gd name="connsiteX0" fmla="*/ 0 w 4034"/>
                <a:gd name="connsiteY0" fmla="*/ 3600 h 9877"/>
                <a:gd name="connsiteX1" fmla="*/ 4035 w 4034"/>
                <a:gd name="connsiteY1" fmla="*/ 9878 h 9877"/>
                <a:gd name="connsiteX2" fmla="*/ 1716 w 4034"/>
                <a:gd name="connsiteY2" fmla="*/ 0 h 9877"/>
                <a:gd name="connsiteX3" fmla="*/ 0 w 4034"/>
                <a:gd name="connsiteY3" fmla="*/ 3600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" h="9877">
                  <a:moveTo>
                    <a:pt x="0" y="3600"/>
                  </a:moveTo>
                  <a:lnTo>
                    <a:pt x="4035" y="9878"/>
                  </a:lnTo>
                  <a:lnTo>
                    <a:pt x="1716" y="0"/>
                  </a:lnTo>
                  <a:lnTo>
                    <a:pt x="0" y="36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5626B2B6-DFAE-1860-B912-3A5D90E98A7A}"/>
                </a:ext>
              </a:extLst>
            </p:cNvPr>
            <p:cNvSpPr>
              <a:spLocks/>
            </p:cNvSpPr>
            <p:nvPr/>
          </p:nvSpPr>
          <p:spPr>
            <a:xfrm>
              <a:off x="6305041" y="1968089"/>
              <a:ext cx="17306" cy="13367"/>
            </a:xfrm>
            <a:custGeom>
              <a:avLst/>
              <a:gdLst>
                <a:gd name="connsiteX0" fmla="*/ 11594 w 11594"/>
                <a:gd name="connsiteY0" fmla="*/ 4390 h 8955"/>
                <a:gd name="connsiteX1" fmla="*/ 5194 w 11594"/>
                <a:gd name="connsiteY1" fmla="*/ 0 h 8955"/>
                <a:gd name="connsiteX2" fmla="*/ 0 w 11594"/>
                <a:gd name="connsiteY2" fmla="*/ 0 h 8955"/>
                <a:gd name="connsiteX3" fmla="*/ 8394 w 11594"/>
                <a:gd name="connsiteY3" fmla="*/ 8956 h 8955"/>
                <a:gd name="connsiteX4" fmla="*/ 11594 w 11594"/>
                <a:gd name="connsiteY4" fmla="*/ 4390 h 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94" h="8955">
                  <a:moveTo>
                    <a:pt x="11594" y="4390"/>
                  </a:moveTo>
                  <a:lnTo>
                    <a:pt x="5194" y="0"/>
                  </a:lnTo>
                  <a:lnTo>
                    <a:pt x="0" y="0"/>
                  </a:lnTo>
                  <a:lnTo>
                    <a:pt x="8394" y="8956"/>
                  </a:lnTo>
                  <a:lnTo>
                    <a:pt x="11594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84ACED7A-9B11-335D-C4D1-5A53E7A0D8E6}"/>
                </a:ext>
              </a:extLst>
            </p:cNvPr>
            <p:cNvSpPr>
              <a:spLocks/>
            </p:cNvSpPr>
            <p:nvPr/>
          </p:nvSpPr>
          <p:spPr>
            <a:xfrm>
              <a:off x="6348238" y="2263811"/>
              <a:ext cx="7407" cy="8190"/>
            </a:xfrm>
            <a:custGeom>
              <a:avLst/>
              <a:gdLst>
                <a:gd name="connsiteX0" fmla="*/ 0 w 4962"/>
                <a:gd name="connsiteY0" fmla="*/ 5488 h 5487"/>
                <a:gd name="connsiteX1" fmla="*/ 3803 w 4962"/>
                <a:gd name="connsiteY1" fmla="*/ 3819 h 5487"/>
                <a:gd name="connsiteX2" fmla="*/ 4962 w 4962"/>
                <a:gd name="connsiteY2" fmla="*/ 0 h 5487"/>
                <a:gd name="connsiteX3" fmla="*/ 0 w 4962"/>
                <a:gd name="connsiteY3" fmla="*/ 0 h 5487"/>
                <a:gd name="connsiteX4" fmla="*/ 0 w 4962"/>
                <a:gd name="connsiteY4" fmla="*/ 5488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2" h="5487">
                  <a:moveTo>
                    <a:pt x="0" y="5488"/>
                  </a:moveTo>
                  <a:lnTo>
                    <a:pt x="3803" y="3819"/>
                  </a:lnTo>
                  <a:lnTo>
                    <a:pt x="4962" y="0"/>
                  </a:lnTo>
                  <a:lnTo>
                    <a:pt x="0" y="0"/>
                  </a:lnTo>
                  <a:lnTo>
                    <a:pt x="0" y="54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ECB2A13D-C376-985D-2B76-339544099A0A}"/>
                </a:ext>
              </a:extLst>
            </p:cNvPr>
            <p:cNvSpPr>
              <a:spLocks/>
            </p:cNvSpPr>
            <p:nvPr/>
          </p:nvSpPr>
          <p:spPr>
            <a:xfrm>
              <a:off x="6316673" y="2170435"/>
              <a:ext cx="31566" cy="20051"/>
            </a:xfrm>
            <a:custGeom>
              <a:avLst/>
              <a:gdLst>
                <a:gd name="connsiteX0" fmla="*/ 13913 w 21148"/>
                <a:gd name="connsiteY0" fmla="*/ 6717 h 13433"/>
                <a:gd name="connsiteX1" fmla="*/ 7560 w 21148"/>
                <a:gd name="connsiteY1" fmla="*/ 6717 h 13433"/>
                <a:gd name="connsiteX2" fmla="*/ 5519 w 21148"/>
                <a:gd name="connsiteY2" fmla="*/ 6717 h 13433"/>
                <a:gd name="connsiteX3" fmla="*/ 7560 w 21148"/>
                <a:gd name="connsiteY3" fmla="*/ 0 h 13433"/>
                <a:gd name="connsiteX4" fmla="*/ 3200 w 21148"/>
                <a:gd name="connsiteY4" fmla="*/ 0 h 13433"/>
                <a:gd name="connsiteX5" fmla="*/ 0 w 21148"/>
                <a:gd name="connsiteY5" fmla="*/ 3556 h 13433"/>
                <a:gd name="connsiteX6" fmla="*/ 3200 w 21148"/>
                <a:gd name="connsiteY6" fmla="*/ 9175 h 13433"/>
                <a:gd name="connsiteX7" fmla="*/ 7560 w 21148"/>
                <a:gd name="connsiteY7" fmla="*/ 13433 h 13433"/>
                <a:gd name="connsiteX8" fmla="*/ 21148 w 21148"/>
                <a:gd name="connsiteY8" fmla="*/ 4917 h 13433"/>
                <a:gd name="connsiteX9" fmla="*/ 13913 w 21148"/>
                <a:gd name="connsiteY9" fmla="*/ 6717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148" h="13433">
                  <a:moveTo>
                    <a:pt x="13913" y="6717"/>
                  </a:moveTo>
                  <a:lnTo>
                    <a:pt x="7560" y="6717"/>
                  </a:lnTo>
                  <a:lnTo>
                    <a:pt x="5519" y="6717"/>
                  </a:lnTo>
                  <a:lnTo>
                    <a:pt x="7560" y="0"/>
                  </a:lnTo>
                  <a:lnTo>
                    <a:pt x="3200" y="0"/>
                  </a:lnTo>
                  <a:lnTo>
                    <a:pt x="0" y="3556"/>
                  </a:lnTo>
                  <a:lnTo>
                    <a:pt x="3200" y="9175"/>
                  </a:lnTo>
                  <a:lnTo>
                    <a:pt x="7560" y="13433"/>
                  </a:lnTo>
                  <a:lnTo>
                    <a:pt x="21148" y="4917"/>
                  </a:lnTo>
                  <a:lnTo>
                    <a:pt x="13913" y="67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767C4378-F4A7-5990-7146-CD6124BED3AD}"/>
                </a:ext>
              </a:extLst>
            </p:cNvPr>
            <p:cNvSpPr>
              <a:spLocks/>
            </p:cNvSpPr>
            <p:nvPr/>
          </p:nvSpPr>
          <p:spPr>
            <a:xfrm>
              <a:off x="6333147" y="1974642"/>
              <a:ext cx="14674" cy="13564"/>
            </a:xfrm>
            <a:custGeom>
              <a:avLst/>
              <a:gdLst>
                <a:gd name="connsiteX0" fmla="*/ 0 w 9831"/>
                <a:gd name="connsiteY0" fmla="*/ 0 h 9087"/>
                <a:gd name="connsiteX1" fmla="*/ 0 w 9831"/>
                <a:gd name="connsiteY1" fmla="*/ 6190 h 9087"/>
                <a:gd name="connsiteX2" fmla="*/ 3757 w 9831"/>
                <a:gd name="connsiteY2" fmla="*/ 9087 h 9087"/>
                <a:gd name="connsiteX3" fmla="*/ 9832 w 9831"/>
                <a:gd name="connsiteY3" fmla="*/ 3336 h 9087"/>
                <a:gd name="connsiteX4" fmla="*/ 4916 w 9831"/>
                <a:gd name="connsiteY4" fmla="*/ 1141 h 9087"/>
                <a:gd name="connsiteX5" fmla="*/ 0 w 9831"/>
                <a:gd name="connsiteY5" fmla="*/ 0 h 9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31" h="9087">
                  <a:moveTo>
                    <a:pt x="0" y="0"/>
                  </a:moveTo>
                  <a:lnTo>
                    <a:pt x="0" y="6190"/>
                  </a:lnTo>
                  <a:lnTo>
                    <a:pt x="3757" y="9087"/>
                  </a:lnTo>
                  <a:lnTo>
                    <a:pt x="9832" y="3336"/>
                  </a:lnTo>
                  <a:lnTo>
                    <a:pt x="4916" y="114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E687E4AF-E261-289C-19FC-CDC751704454}"/>
                </a:ext>
              </a:extLst>
            </p:cNvPr>
            <p:cNvSpPr>
              <a:spLocks/>
            </p:cNvSpPr>
            <p:nvPr/>
          </p:nvSpPr>
          <p:spPr>
            <a:xfrm>
              <a:off x="6409986" y="4024447"/>
              <a:ext cx="18344" cy="21230"/>
            </a:xfrm>
            <a:custGeom>
              <a:avLst/>
              <a:gdLst>
                <a:gd name="connsiteX0" fmla="*/ 12290 w 12290"/>
                <a:gd name="connsiteY0" fmla="*/ 6322 h 14223"/>
                <a:gd name="connsiteX1" fmla="*/ 12290 w 12290"/>
                <a:gd name="connsiteY1" fmla="*/ 0 h 14223"/>
                <a:gd name="connsiteX2" fmla="*/ 10018 w 12290"/>
                <a:gd name="connsiteY2" fmla="*/ 2546 h 14223"/>
                <a:gd name="connsiteX3" fmla="*/ 11270 w 12290"/>
                <a:gd name="connsiteY3" fmla="*/ 4697 h 14223"/>
                <a:gd name="connsiteX4" fmla="*/ 10945 w 12290"/>
                <a:gd name="connsiteY4" fmla="*/ 6102 h 14223"/>
                <a:gd name="connsiteX5" fmla="*/ 0 w 12290"/>
                <a:gd name="connsiteY5" fmla="*/ 14224 h 14223"/>
                <a:gd name="connsiteX6" fmla="*/ 2968 w 12290"/>
                <a:gd name="connsiteY6" fmla="*/ 12907 h 14223"/>
                <a:gd name="connsiteX7" fmla="*/ 12244 w 12290"/>
                <a:gd name="connsiteY7" fmla="*/ 6322 h 1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90" h="14223">
                  <a:moveTo>
                    <a:pt x="12290" y="6322"/>
                  </a:moveTo>
                  <a:lnTo>
                    <a:pt x="12290" y="0"/>
                  </a:lnTo>
                  <a:lnTo>
                    <a:pt x="10018" y="2546"/>
                  </a:lnTo>
                  <a:lnTo>
                    <a:pt x="11270" y="4697"/>
                  </a:lnTo>
                  <a:cubicBezTo>
                    <a:pt x="11548" y="5180"/>
                    <a:pt x="11409" y="5751"/>
                    <a:pt x="10945" y="6102"/>
                  </a:cubicBezTo>
                  <a:lnTo>
                    <a:pt x="0" y="14224"/>
                  </a:lnTo>
                  <a:lnTo>
                    <a:pt x="2968" y="12907"/>
                  </a:lnTo>
                  <a:lnTo>
                    <a:pt x="12244" y="63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2A650C5D-59E4-E71B-78E1-AAC55444BA00}"/>
                </a:ext>
              </a:extLst>
            </p:cNvPr>
            <p:cNvSpPr>
              <a:spLocks/>
            </p:cNvSpPr>
            <p:nvPr/>
          </p:nvSpPr>
          <p:spPr>
            <a:xfrm>
              <a:off x="6341385" y="2324030"/>
              <a:ext cx="25059" cy="14743"/>
            </a:xfrm>
            <a:custGeom>
              <a:avLst/>
              <a:gdLst>
                <a:gd name="connsiteX0" fmla="*/ 16789 w 16788"/>
                <a:gd name="connsiteY0" fmla="*/ 4127 h 9877"/>
                <a:gd name="connsiteX1" fmla="*/ 12151 w 16788"/>
                <a:gd name="connsiteY1" fmla="*/ 3029 h 9877"/>
                <a:gd name="connsiteX2" fmla="*/ 8394 w 16788"/>
                <a:gd name="connsiteY2" fmla="*/ 0 h 9877"/>
                <a:gd name="connsiteX3" fmla="*/ 3200 w 16788"/>
                <a:gd name="connsiteY3" fmla="*/ 0 h 9877"/>
                <a:gd name="connsiteX4" fmla="*/ 0 w 16788"/>
                <a:gd name="connsiteY4" fmla="*/ 1932 h 9877"/>
                <a:gd name="connsiteX5" fmla="*/ 12151 w 16788"/>
                <a:gd name="connsiteY5" fmla="*/ 9878 h 9877"/>
                <a:gd name="connsiteX6" fmla="*/ 16789 w 16788"/>
                <a:gd name="connsiteY6" fmla="*/ 4127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88" h="9877">
                  <a:moveTo>
                    <a:pt x="16789" y="4127"/>
                  </a:moveTo>
                  <a:lnTo>
                    <a:pt x="12151" y="3029"/>
                  </a:lnTo>
                  <a:lnTo>
                    <a:pt x="8394" y="0"/>
                  </a:lnTo>
                  <a:lnTo>
                    <a:pt x="3200" y="0"/>
                  </a:lnTo>
                  <a:lnTo>
                    <a:pt x="0" y="1932"/>
                  </a:lnTo>
                  <a:lnTo>
                    <a:pt x="12151" y="9878"/>
                  </a:lnTo>
                  <a:cubicBezTo>
                    <a:pt x="12151" y="9878"/>
                    <a:pt x="16232" y="4961"/>
                    <a:pt x="16789" y="41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3A6C9EFE-BFB8-0A9F-9276-5C76FF76906C}"/>
                </a:ext>
              </a:extLst>
            </p:cNvPr>
            <p:cNvSpPr>
              <a:spLocks/>
            </p:cNvSpPr>
            <p:nvPr/>
          </p:nvSpPr>
          <p:spPr>
            <a:xfrm>
              <a:off x="8412435" y="2774067"/>
              <a:ext cx="12529" cy="9108"/>
            </a:xfrm>
            <a:custGeom>
              <a:avLst/>
              <a:gdLst>
                <a:gd name="connsiteX0" fmla="*/ 8394 w 8394"/>
                <a:gd name="connsiteY0" fmla="*/ 1932 h 6102"/>
                <a:gd name="connsiteX1" fmla="*/ 4220 w 8394"/>
                <a:gd name="connsiteY1" fmla="*/ 3161 h 6102"/>
                <a:gd name="connsiteX2" fmla="*/ 0 w 8394"/>
                <a:gd name="connsiteY2" fmla="*/ 0 h 6102"/>
                <a:gd name="connsiteX3" fmla="*/ 0 w 8394"/>
                <a:gd name="connsiteY3" fmla="*/ 3117 h 6102"/>
                <a:gd name="connsiteX4" fmla="*/ 4035 w 8394"/>
                <a:gd name="connsiteY4" fmla="*/ 6102 h 6102"/>
                <a:gd name="connsiteX5" fmla="*/ 8394 w 8394"/>
                <a:gd name="connsiteY5" fmla="*/ 1932 h 6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94" h="6102">
                  <a:moveTo>
                    <a:pt x="8394" y="1932"/>
                  </a:moveTo>
                  <a:lnTo>
                    <a:pt x="4220" y="3161"/>
                  </a:lnTo>
                  <a:lnTo>
                    <a:pt x="0" y="0"/>
                  </a:lnTo>
                  <a:lnTo>
                    <a:pt x="0" y="3117"/>
                  </a:lnTo>
                  <a:lnTo>
                    <a:pt x="4035" y="6102"/>
                  </a:lnTo>
                  <a:lnTo>
                    <a:pt x="8394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E9D1326E-06FA-0056-87ED-CC13429FB628}"/>
                </a:ext>
              </a:extLst>
            </p:cNvPr>
            <p:cNvSpPr>
              <a:spLocks/>
            </p:cNvSpPr>
            <p:nvPr/>
          </p:nvSpPr>
          <p:spPr>
            <a:xfrm>
              <a:off x="8805952" y="2940178"/>
              <a:ext cx="17398" cy="20579"/>
            </a:xfrm>
            <a:custGeom>
              <a:avLst/>
              <a:gdLst>
                <a:gd name="connsiteX0" fmla="*/ 711 w 11656"/>
                <a:gd name="connsiteY0" fmla="*/ 4522 h 13787"/>
                <a:gd name="connsiteX1" fmla="*/ 3586 w 11656"/>
                <a:gd name="connsiteY1" fmla="*/ 13565 h 13787"/>
                <a:gd name="connsiteX2" fmla="*/ 9662 w 11656"/>
                <a:gd name="connsiteY2" fmla="*/ 6980 h 13787"/>
                <a:gd name="connsiteX3" fmla="*/ 11656 w 11656"/>
                <a:gd name="connsiteY3" fmla="*/ 4214 h 13787"/>
                <a:gd name="connsiteX4" fmla="*/ 108 w 11656"/>
                <a:gd name="connsiteY4" fmla="*/ 0 h 13787"/>
                <a:gd name="connsiteX5" fmla="*/ 618 w 11656"/>
                <a:gd name="connsiteY5" fmla="*/ 4522 h 1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56" h="13787">
                  <a:moveTo>
                    <a:pt x="711" y="4522"/>
                  </a:moveTo>
                  <a:cubicBezTo>
                    <a:pt x="711" y="4522"/>
                    <a:pt x="-1886" y="11941"/>
                    <a:pt x="3586" y="13565"/>
                  </a:cubicBezTo>
                  <a:cubicBezTo>
                    <a:pt x="9105" y="15233"/>
                    <a:pt x="9662" y="6980"/>
                    <a:pt x="9662" y="6980"/>
                  </a:cubicBezTo>
                  <a:cubicBezTo>
                    <a:pt x="10589" y="5970"/>
                    <a:pt x="11238" y="5048"/>
                    <a:pt x="11656" y="4214"/>
                  </a:cubicBezTo>
                  <a:lnTo>
                    <a:pt x="108" y="0"/>
                  </a:lnTo>
                  <a:cubicBezTo>
                    <a:pt x="-310" y="2107"/>
                    <a:pt x="618" y="4522"/>
                    <a:pt x="618" y="452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DABD39D2-D59C-954E-EB7B-F703CDCAC83F}"/>
                </a:ext>
              </a:extLst>
            </p:cNvPr>
            <p:cNvSpPr>
              <a:spLocks/>
            </p:cNvSpPr>
            <p:nvPr/>
          </p:nvSpPr>
          <p:spPr>
            <a:xfrm>
              <a:off x="2567350" y="1992728"/>
              <a:ext cx="9068" cy="11401"/>
            </a:xfrm>
            <a:custGeom>
              <a:avLst/>
              <a:gdLst>
                <a:gd name="connsiteX0" fmla="*/ 4638 w 6075"/>
                <a:gd name="connsiteY0" fmla="*/ 0 h 7638"/>
                <a:gd name="connsiteX1" fmla="*/ 0 w 6075"/>
                <a:gd name="connsiteY1" fmla="*/ 4653 h 7638"/>
                <a:gd name="connsiteX2" fmla="*/ 0 w 6075"/>
                <a:gd name="connsiteY2" fmla="*/ 7639 h 7638"/>
                <a:gd name="connsiteX3" fmla="*/ 6075 w 6075"/>
                <a:gd name="connsiteY3" fmla="*/ 3819 h 7638"/>
                <a:gd name="connsiteX4" fmla="*/ 4638 w 6075"/>
                <a:gd name="connsiteY4" fmla="*/ 0 h 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5" h="7638">
                  <a:moveTo>
                    <a:pt x="4638" y="0"/>
                  </a:moveTo>
                  <a:lnTo>
                    <a:pt x="0" y="4653"/>
                  </a:lnTo>
                  <a:lnTo>
                    <a:pt x="0" y="7639"/>
                  </a:lnTo>
                  <a:lnTo>
                    <a:pt x="6075" y="3819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54CE1982-F57A-54C1-FDEE-F616800723AF}"/>
                </a:ext>
              </a:extLst>
            </p:cNvPr>
            <p:cNvSpPr>
              <a:spLocks/>
            </p:cNvSpPr>
            <p:nvPr/>
          </p:nvSpPr>
          <p:spPr>
            <a:xfrm>
              <a:off x="6113223" y="2103271"/>
              <a:ext cx="8791" cy="8453"/>
            </a:xfrm>
            <a:custGeom>
              <a:avLst/>
              <a:gdLst>
                <a:gd name="connsiteX0" fmla="*/ 0 w 5890"/>
                <a:gd name="connsiteY0" fmla="*/ 4390 h 5663"/>
                <a:gd name="connsiteX1" fmla="*/ 5890 w 5890"/>
                <a:gd name="connsiteY1" fmla="*/ 5663 h 5663"/>
                <a:gd name="connsiteX2" fmla="*/ 5890 w 5890"/>
                <a:gd name="connsiteY2" fmla="*/ 1932 h 5663"/>
                <a:gd name="connsiteX3" fmla="*/ 0 w 5890"/>
                <a:gd name="connsiteY3" fmla="*/ 0 h 5663"/>
                <a:gd name="connsiteX4" fmla="*/ 0 w 5890"/>
                <a:gd name="connsiteY4" fmla="*/ 4390 h 5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90" h="5663">
                  <a:moveTo>
                    <a:pt x="0" y="4390"/>
                  </a:moveTo>
                  <a:lnTo>
                    <a:pt x="5890" y="5663"/>
                  </a:lnTo>
                  <a:lnTo>
                    <a:pt x="5890" y="1932"/>
                  </a:lnTo>
                  <a:lnTo>
                    <a:pt x="0" y="0"/>
                  </a:lnTo>
                  <a:lnTo>
                    <a:pt x="0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03F09F86-2C1E-A4F9-7C53-D1AE90D5CC36}"/>
                </a:ext>
              </a:extLst>
            </p:cNvPr>
            <p:cNvSpPr>
              <a:spLocks/>
            </p:cNvSpPr>
            <p:nvPr/>
          </p:nvSpPr>
          <p:spPr>
            <a:xfrm>
              <a:off x="3330546" y="2242908"/>
              <a:ext cx="13844" cy="17232"/>
            </a:xfrm>
            <a:custGeom>
              <a:avLst/>
              <a:gdLst>
                <a:gd name="connsiteX0" fmla="*/ 9275 w 9275"/>
                <a:gd name="connsiteY0" fmla="*/ 6058 h 11545"/>
                <a:gd name="connsiteX1" fmla="*/ 6957 w 9275"/>
                <a:gd name="connsiteY1" fmla="*/ 4390 h 11545"/>
                <a:gd name="connsiteX2" fmla="*/ 4638 w 9275"/>
                <a:gd name="connsiteY2" fmla="*/ 0 h 11545"/>
                <a:gd name="connsiteX3" fmla="*/ 0 w 9275"/>
                <a:gd name="connsiteY3" fmla="*/ 5795 h 11545"/>
                <a:gd name="connsiteX4" fmla="*/ 0 w 9275"/>
                <a:gd name="connsiteY4" fmla="*/ 11546 h 11545"/>
                <a:gd name="connsiteX5" fmla="*/ 6957 w 9275"/>
                <a:gd name="connsiteY5" fmla="*/ 9351 h 11545"/>
                <a:gd name="connsiteX6" fmla="*/ 9275 w 9275"/>
                <a:gd name="connsiteY6" fmla="*/ 6058 h 1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75" h="11545">
                  <a:moveTo>
                    <a:pt x="9275" y="6058"/>
                  </a:moveTo>
                  <a:lnTo>
                    <a:pt x="6957" y="4390"/>
                  </a:lnTo>
                  <a:lnTo>
                    <a:pt x="4638" y="0"/>
                  </a:lnTo>
                  <a:lnTo>
                    <a:pt x="0" y="5795"/>
                  </a:lnTo>
                  <a:lnTo>
                    <a:pt x="0" y="11546"/>
                  </a:lnTo>
                  <a:lnTo>
                    <a:pt x="6957" y="9351"/>
                  </a:lnTo>
                  <a:lnTo>
                    <a:pt x="9275" y="60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AC6493ED-842C-3C4E-A78A-769AC1CB993E}"/>
                </a:ext>
              </a:extLst>
            </p:cNvPr>
            <p:cNvSpPr>
              <a:spLocks/>
            </p:cNvSpPr>
            <p:nvPr/>
          </p:nvSpPr>
          <p:spPr>
            <a:xfrm>
              <a:off x="3311926" y="2281831"/>
              <a:ext cx="21597" cy="9828"/>
            </a:xfrm>
            <a:custGeom>
              <a:avLst/>
              <a:gdLst>
                <a:gd name="connsiteX0" fmla="*/ 12475 w 14469"/>
                <a:gd name="connsiteY0" fmla="*/ 6585 h 6585"/>
                <a:gd name="connsiteX1" fmla="*/ 14470 w 14469"/>
                <a:gd name="connsiteY1" fmla="*/ 3029 h 6585"/>
                <a:gd name="connsiteX2" fmla="*/ 12475 w 14469"/>
                <a:gd name="connsiteY2" fmla="*/ 0 h 6585"/>
                <a:gd name="connsiteX3" fmla="*/ 7235 w 14469"/>
                <a:gd name="connsiteY3" fmla="*/ 3029 h 6585"/>
                <a:gd name="connsiteX4" fmla="*/ 4638 w 14469"/>
                <a:gd name="connsiteY4" fmla="*/ 0 h 6585"/>
                <a:gd name="connsiteX5" fmla="*/ 0 w 14469"/>
                <a:gd name="connsiteY5" fmla="*/ 0 h 6585"/>
                <a:gd name="connsiteX6" fmla="*/ 6075 w 14469"/>
                <a:gd name="connsiteY6" fmla="*/ 6585 h 6585"/>
                <a:gd name="connsiteX7" fmla="*/ 12475 w 14469"/>
                <a:gd name="connsiteY7" fmla="*/ 6585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69" h="6585">
                  <a:moveTo>
                    <a:pt x="12475" y="6585"/>
                  </a:moveTo>
                  <a:lnTo>
                    <a:pt x="14470" y="3029"/>
                  </a:lnTo>
                  <a:lnTo>
                    <a:pt x="12475" y="0"/>
                  </a:lnTo>
                  <a:lnTo>
                    <a:pt x="7235" y="3029"/>
                  </a:lnTo>
                  <a:lnTo>
                    <a:pt x="4638" y="0"/>
                  </a:lnTo>
                  <a:lnTo>
                    <a:pt x="0" y="0"/>
                  </a:lnTo>
                  <a:lnTo>
                    <a:pt x="6075" y="6585"/>
                  </a:lnTo>
                  <a:lnTo>
                    <a:pt x="12475" y="65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92113273-B4C1-76E2-ED29-C3B0A6E6E4F3}"/>
                </a:ext>
              </a:extLst>
            </p:cNvPr>
            <p:cNvSpPr>
              <a:spLocks/>
            </p:cNvSpPr>
            <p:nvPr/>
          </p:nvSpPr>
          <p:spPr>
            <a:xfrm>
              <a:off x="3307150" y="2543938"/>
              <a:ext cx="9967" cy="6159"/>
            </a:xfrm>
            <a:custGeom>
              <a:avLst/>
              <a:gdLst>
                <a:gd name="connsiteX0" fmla="*/ 0 w 6678"/>
                <a:gd name="connsiteY0" fmla="*/ 4127 h 4126"/>
                <a:gd name="connsiteX1" fmla="*/ 3757 w 6678"/>
                <a:gd name="connsiteY1" fmla="*/ 4127 h 4126"/>
                <a:gd name="connsiteX2" fmla="*/ 6678 w 6678"/>
                <a:gd name="connsiteY2" fmla="*/ 2458 h 4126"/>
                <a:gd name="connsiteX3" fmla="*/ 5241 w 6678"/>
                <a:gd name="connsiteY3" fmla="*/ 0 h 4126"/>
                <a:gd name="connsiteX4" fmla="*/ 0 w 6678"/>
                <a:gd name="connsiteY4" fmla="*/ 0 h 4126"/>
                <a:gd name="connsiteX5" fmla="*/ 0 w 6678"/>
                <a:gd name="connsiteY5" fmla="*/ 4127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8" h="4126">
                  <a:moveTo>
                    <a:pt x="0" y="4127"/>
                  </a:moveTo>
                  <a:lnTo>
                    <a:pt x="3757" y="4127"/>
                  </a:lnTo>
                  <a:lnTo>
                    <a:pt x="6678" y="2458"/>
                  </a:lnTo>
                  <a:lnTo>
                    <a:pt x="5241" y="0"/>
                  </a:lnTo>
                  <a:lnTo>
                    <a:pt x="0" y="0"/>
                  </a:lnTo>
                  <a:lnTo>
                    <a:pt x="0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2FF69850-C723-3A27-A799-55F81897C04D}"/>
                </a:ext>
              </a:extLst>
            </p:cNvPr>
            <p:cNvSpPr>
              <a:spLocks/>
            </p:cNvSpPr>
            <p:nvPr/>
          </p:nvSpPr>
          <p:spPr>
            <a:xfrm>
              <a:off x="6060127" y="4496240"/>
              <a:ext cx="21182" cy="18020"/>
            </a:xfrm>
            <a:custGeom>
              <a:avLst/>
              <a:gdLst>
                <a:gd name="connsiteX0" fmla="*/ 14191 w 14191"/>
                <a:gd name="connsiteY0" fmla="*/ 0 h 12072"/>
                <a:gd name="connsiteX1" fmla="*/ 0 w 14191"/>
                <a:gd name="connsiteY1" fmla="*/ 4127 h 12072"/>
                <a:gd name="connsiteX2" fmla="*/ 0 w 14191"/>
                <a:gd name="connsiteY2" fmla="*/ 12073 h 12072"/>
                <a:gd name="connsiteX3" fmla="*/ 14191 w 14191"/>
                <a:gd name="connsiteY3" fmla="*/ 6014 h 12072"/>
                <a:gd name="connsiteX4" fmla="*/ 14191 w 14191"/>
                <a:gd name="connsiteY4" fmla="*/ 0 h 1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1" h="12072">
                  <a:moveTo>
                    <a:pt x="14191" y="0"/>
                  </a:moveTo>
                  <a:lnTo>
                    <a:pt x="0" y="4127"/>
                  </a:lnTo>
                  <a:lnTo>
                    <a:pt x="0" y="12073"/>
                  </a:lnTo>
                  <a:lnTo>
                    <a:pt x="14191" y="6014"/>
                  </a:lnTo>
                  <a:lnTo>
                    <a:pt x="1419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6788BE96-DB11-B294-3B4B-0BAB30EC5FBC}"/>
                </a:ext>
              </a:extLst>
            </p:cNvPr>
            <p:cNvSpPr>
              <a:spLocks/>
            </p:cNvSpPr>
            <p:nvPr/>
          </p:nvSpPr>
          <p:spPr>
            <a:xfrm>
              <a:off x="6111215" y="4110419"/>
              <a:ext cx="13844" cy="24179"/>
            </a:xfrm>
            <a:custGeom>
              <a:avLst/>
              <a:gdLst>
                <a:gd name="connsiteX0" fmla="*/ 2875 w 9275"/>
                <a:gd name="connsiteY0" fmla="*/ 16199 h 16199"/>
                <a:gd name="connsiteX1" fmla="*/ 7791 w 9275"/>
                <a:gd name="connsiteY1" fmla="*/ 10448 h 16199"/>
                <a:gd name="connsiteX2" fmla="*/ 6354 w 9275"/>
                <a:gd name="connsiteY2" fmla="*/ 5795 h 16199"/>
                <a:gd name="connsiteX3" fmla="*/ 9275 w 9275"/>
                <a:gd name="connsiteY3" fmla="*/ 0 h 16199"/>
                <a:gd name="connsiteX4" fmla="*/ 0 w 9275"/>
                <a:gd name="connsiteY4" fmla="*/ 2766 h 16199"/>
                <a:gd name="connsiteX5" fmla="*/ 2875 w 9275"/>
                <a:gd name="connsiteY5" fmla="*/ 8121 h 16199"/>
                <a:gd name="connsiteX6" fmla="*/ 2875 w 9275"/>
                <a:gd name="connsiteY6" fmla="*/ 16199 h 16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75" h="16199">
                  <a:moveTo>
                    <a:pt x="2875" y="16199"/>
                  </a:moveTo>
                  <a:lnTo>
                    <a:pt x="7791" y="10448"/>
                  </a:lnTo>
                  <a:lnTo>
                    <a:pt x="6354" y="5795"/>
                  </a:lnTo>
                  <a:lnTo>
                    <a:pt x="9275" y="0"/>
                  </a:lnTo>
                  <a:lnTo>
                    <a:pt x="0" y="2766"/>
                  </a:lnTo>
                  <a:lnTo>
                    <a:pt x="2875" y="8121"/>
                  </a:lnTo>
                  <a:lnTo>
                    <a:pt x="2875" y="1619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F40A5CAA-BCB3-6F99-B08F-8D816038AE1B}"/>
                </a:ext>
              </a:extLst>
            </p:cNvPr>
            <p:cNvSpPr>
              <a:spLocks/>
            </p:cNvSpPr>
            <p:nvPr/>
          </p:nvSpPr>
          <p:spPr>
            <a:xfrm>
              <a:off x="3331378" y="2332614"/>
              <a:ext cx="9967" cy="10680"/>
            </a:xfrm>
            <a:custGeom>
              <a:avLst/>
              <a:gdLst>
                <a:gd name="connsiteX0" fmla="*/ 6678 w 6678"/>
                <a:gd name="connsiteY0" fmla="*/ 0 h 7155"/>
                <a:gd name="connsiteX1" fmla="*/ 3339 w 6678"/>
                <a:gd name="connsiteY1" fmla="*/ 0 h 7155"/>
                <a:gd name="connsiteX2" fmla="*/ 0 w 6678"/>
                <a:gd name="connsiteY2" fmla="*/ 5224 h 7155"/>
                <a:gd name="connsiteX3" fmla="*/ 2319 w 6678"/>
                <a:gd name="connsiteY3" fmla="*/ 7156 h 7155"/>
                <a:gd name="connsiteX4" fmla="*/ 6678 w 6678"/>
                <a:gd name="connsiteY4" fmla="*/ 0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8" h="7155">
                  <a:moveTo>
                    <a:pt x="6678" y="0"/>
                  </a:moveTo>
                  <a:lnTo>
                    <a:pt x="3339" y="0"/>
                  </a:lnTo>
                  <a:lnTo>
                    <a:pt x="0" y="5224"/>
                  </a:lnTo>
                  <a:lnTo>
                    <a:pt x="2319" y="7156"/>
                  </a:lnTo>
                  <a:lnTo>
                    <a:pt x="667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74CC09D2-66E6-1271-D82D-4DD78F16EA13}"/>
                </a:ext>
              </a:extLst>
            </p:cNvPr>
            <p:cNvSpPr>
              <a:spLocks/>
            </p:cNvSpPr>
            <p:nvPr/>
          </p:nvSpPr>
          <p:spPr>
            <a:xfrm>
              <a:off x="6434768" y="4244355"/>
              <a:ext cx="34196" cy="23327"/>
            </a:xfrm>
            <a:custGeom>
              <a:avLst/>
              <a:gdLst>
                <a:gd name="connsiteX0" fmla="*/ 0 w 22910"/>
                <a:gd name="connsiteY0" fmla="*/ 3556 h 15628"/>
                <a:gd name="connsiteX1" fmla="*/ 5519 w 22910"/>
                <a:gd name="connsiteY1" fmla="*/ 7419 h 15628"/>
                <a:gd name="connsiteX2" fmla="*/ 5519 w 22910"/>
                <a:gd name="connsiteY2" fmla="*/ 12073 h 15628"/>
                <a:gd name="connsiteX3" fmla="*/ 12197 w 22910"/>
                <a:gd name="connsiteY3" fmla="*/ 12073 h 15628"/>
                <a:gd name="connsiteX4" fmla="*/ 16557 w 22910"/>
                <a:gd name="connsiteY4" fmla="*/ 15628 h 15628"/>
                <a:gd name="connsiteX5" fmla="*/ 22910 w 22910"/>
                <a:gd name="connsiteY5" fmla="*/ 14531 h 15628"/>
                <a:gd name="connsiteX6" fmla="*/ 3200 w 22910"/>
                <a:gd name="connsiteY6" fmla="*/ 0 h 15628"/>
                <a:gd name="connsiteX7" fmla="*/ 0 w 22910"/>
                <a:gd name="connsiteY7" fmla="*/ 3556 h 1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10" h="15628">
                  <a:moveTo>
                    <a:pt x="0" y="3556"/>
                  </a:moveTo>
                  <a:lnTo>
                    <a:pt x="5519" y="7419"/>
                  </a:lnTo>
                  <a:lnTo>
                    <a:pt x="5519" y="12073"/>
                  </a:lnTo>
                  <a:lnTo>
                    <a:pt x="12197" y="12073"/>
                  </a:lnTo>
                  <a:lnTo>
                    <a:pt x="16557" y="15628"/>
                  </a:lnTo>
                  <a:lnTo>
                    <a:pt x="22910" y="14531"/>
                  </a:lnTo>
                  <a:lnTo>
                    <a:pt x="3200" y="0"/>
                  </a:lnTo>
                  <a:lnTo>
                    <a:pt x="0" y="35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4321C270-4C90-F344-3810-831691F1CF07}"/>
                </a:ext>
              </a:extLst>
            </p:cNvPr>
            <p:cNvSpPr>
              <a:spLocks/>
            </p:cNvSpPr>
            <p:nvPr/>
          </p:nvSpPr>
          <p:spPr>
            <a:xfrm>
              <a:off x="3319679" y="2351879"/>
              <a:ext cx="27689" cy="51174"/>
            </a:xfrm>
            <a:custGeom>
              <a:avLst/>
              <a:gdLst>
                <a:gd name="connsiteX0" fmla="*/ 14516 w 18550"/>
                <a:gd name="connsiteY0" fmla="*/ 0 h 34285"/>
                <a:gd name="connsiteX1" fmla="*/ 9275 w 18550"/>
                <a:gd name="connsiteY1" fmla="*/ 8780 h 34285"/>
                <a:gd name="connsiteX2" fmla="*/ 6122 w 18550"/>
                <a:gd name="connsiteY2" fmla="*/ 9043 h 34285"/>
                <a:gd name="connsiteX3" fmla="*/ 9275 w 18550"/>
                <a:gd name="connsiteY3" fmla="*/ 17121 h 34285"/>
                <a:gd name="connsiteX4" fmla="*/ 6122 w 18550"/>
                <a:gd name="connsiteY4" fmla="*/ 18921 h 34285"/>
                <a:gd name="connsiteX5" fmla="*/ 3061 w 18550"/>
                <a:gd name="connsiteY5" fmla="*/ 23048 h 34285"/>
                <a:gd name="connsiteX6" fmla="*/ 0 w 18550"/>
                <a:gd name="connsiteY6" fmla="*/ 29369 h 34285"/>
                <a:gd name="connsiteX7" fmla="*/ 7838 w 18550"/>
                <a:gd name="connsiteY7" fmla="*/ 34286 h 34285"/>
                <a:gd name="connsiteX8" fmla="*/ 11177 w 18550"/>
                <a:gd name="connsiteY8" fmla="*/ 31828 h 34285"/>
                <a:gd name="connsiteX9" fmla="*/ 7838 w 18550"/>
                <a:gd name="connsiteY9" fmla="*/ 28535 h 34285"/>
                <a:gd name="connsiteX10" fmla="*/ 7838 w 18550"/>
                <a:gd name="connsiteY10" fmla="*/ 22784 h 34285"/>
                <a:gd name="connsiteX11" fmla="*/ 7838 w 18550"/>
                <a:gd name="connsiteY11" fmla="*/ 20018 h 34285"/>
                <a:gd name="connsiteX12" fmla="*/ 11177 w 18550"/>
                <a:gd name="connsiteY12" fmla="*/ 18658 h 34285"/>
                <a:gd name="connsiteX13" fmla="*/ 14516 w 18550"/>
                <a:gd name="connsiteY13" fmla="*/ 23838 h 34285"/>
                <a:gd name="connsiteX14" fmla="*/ 18551 w 18550"/>
                <a:gd name="connsiteY14" fmla="*/ 21116 h 34285"/>
                <a:gd name="connsiteX15" fmla="*/ 18551 w 18550"/>
                <a:gd name="connsiteY15" fmla="*/ 17253 h 34285"/>
                <a:gd name="connsiteX16" fmla="*/ 14006 w 18550"/>
                <a:gd name="connsiteY16" fmla="*/ 20282 h 34285"/>
                <a:gd name="connsiteX17" fmla="*/ 14006 w 18550"/>
                <a:gd name="connsiteY17" fmla="*/ 16463 h 34285"/>
                <a:gd name="connsiteX18" fmla="*/ 11177 w 18550"/>
                <a:gd name="connsiteY18" fmla="*/ 14794 h 34285"/>
                <a:gd name="connsiteX19" fmla="*/ 16835 w 18550"/>
                <a:gd name="connsiteY19" fmla="*/ 1624 h 34285"/>
                <a:gd name="connsiteX20" fmla="*/ 14516 w 18550"/>
                <a:gd name="connsiteY20" fmla="*/ 0 h 3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50" h="34285">
                  <a:moveTo>
                    <a:pt x="14516" y="0"/>
                  </a:moveTo>
                  <a:lnTo>
                    <a:pt x="9275" y="8780"/>
                  </a:lnTo>
                  <a:lnTo>
                    <a:pt x="6122" y="9043"/>
                  </a:lnTo>
                  <a:lnTo>
                    <a:pt x="9275" y="17121"/>
                  </a:lnTo>
                  <a:lnTo>
                    <a:pt x="6122" y="18921"/>
                  </a:lnTo>
                  <a:lnTo>
                    <a:pt x="3061" y="23048"/>
                  </a:lnTo>
                  <a:lnTo>
                    <a:pt x="0" y="29369"/>
                  </a:lnTo>
                  <a:lnTo>
                    <a:pt x="7838" y="34286"/>
                  </a:lnTo>
                  <a:lnTo>
                    <a:pt x="11177" y="31828"/>
                  </a:lnTo>
                  <a:lnTo>
                    <a:pt x="7838" y="28535"/>
                  </a:lnTo>
                  <a:lnTo>
                    <a:pt x="7838" y="22784"/>
                  </a:lnTo>
                  <a:lnTo>
                    <a:pt x="7838" y="20018"/>
                  </a:lnTo>
                  <a:lnTo>
                    <a:pt x="11177" y="18658"/>
                  </a:lnTo>
                  <a:lnTo>
                    <a:pt x="14516" y="23838"/>
                  </a:lnTo>
                  <a:lnTo>
                    <a:pt x="18551" y="21116"/>
                  </a:lnTo>
                  <a:lnTo>
                    <a:pt x="18551" y="17253"/>
                  </a:lnTo>
                  <a:lnTo>
                    <a:pt x="14006" y="20282"/>
                  </a:lnTo>
                  <a:lnTo>
                    <a:pt x="14006" y="16463"/>
                  </a:lnTo>
                  <a:lnTo>
                    <a:pt x="11177" y="14794"/>
                  </a:lnTo>
                  <a:lnTo>
                    <a:pt x="16835" y="1624"/>
                  </a:lnTo>
                  <a:lnTo>
                    <a:pt x="145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9CAA9DE7-758F-8125-460A-AB1206020AFC}"/>
                </a:ext>
              </a:extLst>
            </p:cNvPr>
            <p:cNvSpPr>
              <a:spLocks/>
            </p:cNvSpPr>
            <p:nvPr/>
          </p:nvSpPr>
          <p:spPr>
            <a:xfrm>
              <a:off x="6407563" y="4429467"/>
              <a:ext cx="47556" cy="8190"/>
            </a:xfrm>
            <a:custGeom>
              <a:avLst/>
              <a:gdLst>
                <a:gd name="connsiteX0" fmla="*/ 13032 w 31861"/>
                <a:gd name="connsiteY0" fmla="*/ 0 h 5487"/>
                <a:gd name="connsiteX1" fmla="*/ 8951 w 31861"/>
                <a:gd name="connsiteY1" fmla="*/ 0 h 5487"/>
                <a:gd name="connsiteX2" fmla="*/ 0 w 31861"/>
                <a:gd name="connsiteY2" fmla="*/ 0 h 5487"/>
                <a:gd name="connsiteX3" fmla="*/ 10713 w 31861"/>
                <a:gd name="connsiteY3" fmla="*/ 5488 h 5487"/>
                <a:gd name="connsiteX4" fmla="*/ 13032 w 31861"/>
                <a:gd name="connsiteY4" fmla="*/ 2063 h 5487"/>
                <a:gd name="connsiteX5" fmla="*/ 25507 w 31861"/>
                <a:gd name="connsiteY5" fmla="*/ 4127 h 5487"/>
                <a:gd name="connsiteX6" fmla="*/ 31861 w 31861"/>
                <a:gd name="connsiteY6" fmla="*/ 0 h 5487"/>
                <a:gd name="connsiteX7" fmla="*/ 23745 w 31861"/>
                <a:gd name="connsiteY7" fmla="*/ 1361 h 5487"/>
                <a:gd name="connsiteX8" fmla="*/ 13032 w 31861"/>
                <a:gd name="connsiteY8" fmla="*/ 0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61" h="5487">
                  <a:moveTo>
                    <a:pt x="13032" y="0"/>
                  </a:moveTo>
                  <a:lnTo>
                    <a:pt x="8951" y="0"/>
                  </a:lnTo>
                  <a:lnTo>
                    <a:pt x="0" y="0"/>
                  </a:lnTo>
                  <a:lnTo>
                    <a:pt x="10713" y="5488"/>
                  </a:lnTo>
                  <a:lnTo>
                    <a:pt x="13032" y="2063"/>
                  </a:lnTo>
                  <a:lnTo>
                    <a:pt x="25507" y="4127"/>
                  </a:lnTo>
                  <a:lnTo>
                    <a:pt x="31861" y="0"/>
                  </a:lnTo>
                  <a:lnTo>
                    <a:pt x="23745" y="1361"/>
                  </a:lnTo>
                  <a:lnTo>
                    <a:pt x="1303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0DC5932F-DD8F-BD00-847A-079DA2506AF7}"/>
                </a:ext>
              </a:extLst>
            </p:cNvPr>
            <p:cNvSpPr>
              <a:spLocks/>
            </p:cNvSpPr>
            <p:nvPr/>
          </p:nvSpPr>
          <p:spPr>
            <a:xfrm>
              <a:off x="3319679" y="2323179"/>
              <a:ext cx="9136" cy="9435"/>
            </a:xfrm>
            <a:custGeom>
              <a:avLst/>
              <a:gdLst>
                <a:gd name="connsiteX0" fmla="*/ 6122 w 6121"/>
                <a:gd name="connsiteY0" fmla="*/ 1668 h 6321"/>
                <a:gd name="connsiteX1" fmla="*/ 3525 w 6121"/>
                <a:gd name="connsiteY1" fmla="*/ 0 h 6321"/>
                <a:gd name="connsiteX2" fmla="*/ 0 w 6121"/>
                <a:gd name="connsiteY2" fmla="*/ 0 h 6321"/>
                <a:gd name="connsiteX3" fmla="*/ 6122 w 6121"/>
                <a:gd name="connsiteY3" fmla="*/ 6322 h 6321"/>
                <a:gd name="connsiteX4" fmla="*/ 6122 w 6121"/>
                <a:gd name="connsiteY4" fmla="*/ 1668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6321">
                  <a:moveTo>
                    <a:pt x="6122" y="1668"/>
                  </a:moveTo>
                  <a:lnTo>
                    <a:pt x="3525" y="0"/>
                  </a:lnTo>
                  <a:lnTo>
                    <a:pt x="0" y="0"/>
                  </a:lnTo>
                  <a:lnTo>
                    <a:pt x="6122" y="6322"/>
                  </a:lnTo>
                  <a:lnTo>
                    <a:pt x="6122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F69DF977-3347-FA97-BFAA-3BEECCB80D5B}"/>
                </a:ext>
              </a:extLst>
            </p:cNvPr>
            <p:cNvSpPr>
              <a:spLocks/>
            </p:cNvSpPr>
            <p:nvPr/>
          </p:nvSpPr>
          <p:spPr>
            <a:xfrm>
              <a:off x="3297665" y="2221612"/>
              <a:ext cx="9967" cy="14743"/>
            </a:xfrm>
            <a:custGeom>
              <a:avLst/>
              <a:gdLst>
                <a:gd name="connsiteX0" fmla="*/ 6678 w 6678"/>
                <a:gd name="connsiteY0" fmla="*/ 5224 h 9877"/>
                <a:gd name="connsiteX1" fmla="*/ 6678 w 6678"/>
                <a:gd name="connsiteY1" fmla="*/ 0 h 9877"/>
                <a:gd name="connsiteX2" fmla="*/ 1159 w 6678"/>
                <a:gd name="connsiteY2" fmla="*/ 0 h 9877"/>
                <a:gd name="connsiteX3" fmla="*/ 0 w 6678"/>
                <a:gd name="connsiteY3" fmla="*/ 4961 h 9877"/>
                <a:gd name="connsiteX4" fmla="*/ 3478 w 6678"/>
                <a:gd name="connsiteY4" fmla="*/ 9878 h 9877"/>
                <a:gd name="connsiteX5" fmla="*/ 6678 w 6678"/>
                <a:gd name="connsiteY5" fmla="*/ 5224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8" h="9877">
                  <a:moveTo>
                    <a:pt x="6678" y="5224"/>
                  </a:moveTo>
                  <a:lnTo>
                    <a:pt x="6678" y="0"/>
                  </a:lnTo>
                  <a:lnTo>
                    <a:pt x="1159" y="0"/>
                  </a:lnTo>
                  <a:lnTo>
                    <a:pt x="0" y="4961"/>
                  </a:lnTo>
                  <a:lnTo>
                    <a:pt x="3478" y="9878"/>
                  </a:lnTo>
                  <a:lnTo>
                    <a:pt x="6678" y="52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A0C21BD-D445-3684-32FF-431237242BFF}"/>
                </a:ext>
              </a:extLst>
            </p:cNvPr>
            <p:cNvSpPr>
              <a:spLocks/>
            </p:cNvSpPr>
            <p:nvPr/>
          </p:nvSpPr>
          <p:spPr>
            <a:xfrm>
              <a:off x="3215842" y="2347751"/>
              <a:ext cx="24229" cy="17627"/>
            </a:xfrm>
            <a:custGeom>
              <a:avLst/>
              <a:gdLst>
                <a:gd name="connsiteX0" fmla="*/ 11594 w 16232"/>
                <a:gd name="connsiteY0" fmla="*/ 11809 h 11809"/>
                <a:gd name="connsiteX1" fmla="*/ 11594 w 16232"/>
                <a:gd name="connsiteY1" fmla="*/ 8517 h 11809"/>
                <a:gd name="connsiteX2" fmla="*/ 8162 w 16232"/>
                <a:gd name="connsiteY2" fmla="*/ 8517 h 11809"/>
                <a:gd name="connsiteX3" fmla="*/ 16232 w 16232"/>
                <a:gd name="connsiteY3" fmla="*/ 1405 h 11809"/>
                <a:gd name="connsiteX4" fmla="*/ 14794 w 16232"/>
                <a:gd name="connsiteY4" fmla="*/ 0 h 11809"/>
                <a:gd name="connsiteX5" fmla="*/ 8162 w 16232"/>
                <a:gd name="connsiteY5" fmla="*/ 4127 h 11809"/>
                <a:gd name="connsiteX6" fmla="*/ 3061 w 16232"/>
                <a:gd name="connsiteY6" fmla="*/ 3293 h 11809"/>
                <a:gd name="connsiteX7" fmla="*/ 0 w 16232"/>
                <a:gd name="connsiteY7" fmla="*/ 7990 h 11809"/>
                <a:gd name="connsiteX8" fmla="*/ 6122 w 16232"/>
                <a:gd name="connsiteY8" fmla="*/ 11809 h 11809"/>
                <a:gd name="connsiteX9" fmla="*/ 11594 w 16232"/>
                <a:gd name="connsiteY9" fmla="*/ 11809 h 1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32" h="11809">
                  <a:moveTo>
                    <a:pt x="11594" y="11809"/>
                  </a:moveTo>
                  <a:lnTo>
                    <a:pt x="11594" y="8517"/>
                  </a:lnTo>
                  <a:lnTo>
                    <a:pt x="8162" y="8517"/>
                  </a:lnTo>
                  <a:lnTo>
                    <a:pt x="16232" y="1405"/>
                  </a:lnTo>
                  <a:lnTo>
                    <a:pt x="14794" y="0"/>
                  </a:lnTo>
                  <a:lnTo>
                    <a:pt x="8162" y="4127"/>
                  </a:lnTo>
                  <a:lnTo>
                    <a:pt x="3061" y="3293"/>
                  </a:lnTo>
                  <a:lnTo>
                    <a:pt x="0" y="7990"/>
                  </a:lnTo>
                  <a:lnTo>
                    <a:pt x="6122" y="11809"/>
                  </a:lnTo>
                  <a:lnTo>
                    <a:pt x="11594" y="118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619A702F-8E13-0848-C7F5-9F8F301FA692}"/>
                </a:ext>
              </a:extLst>
            </p:cNvPr>
            <p:cNvSpPr>
              <a:spLocks/>
            </p:cNvSpPr>
            <p:nvPr/>
          </p:nvSpPr>
          <p:spPr>
            <a:xfrm>
              <a:off x="3208712" y="2379727"/>
              <a:ext cx="16266" cy="20443"/>
            </a:xfrm>
            <a:custGeom>
              <a:avLst/>
              <a:gdLst>
                <a:gd name="connsiteX0" fmla="*/ 6261 w 10898"/>
                <a:gd name="connsiteY0" fmla="*/ 13697 h 13696"/>
                <a:gd name="connsiteX1" fmla="*/ 10899 w 10898"/>
                <a:gd name="connsiteY1" fmla="*/ 8517 h 13696"/>
                <a:gd name="connsiteX2" fmla="*/ 9415 w 10898"/>
                <a:gd name="connsiteY2" fmla="*/ 6014 h 13696"/>
                <a:gd name="connsiteX3" fmla="*/ 7838 w 10898"/>
                <a:gd name="connsiteY3" fmla="*/ 0 h 13696"/>
                <a:gd name="connsiteX4" fmla="*/ 0 w 10898"/>
                <a:gd name="connsiteY4" fmla="*/ 8209 h 13696"/>
                <a:gd name="connsiteX5" fmla="*/ 6261 w 10898"/>
                <a:gd name="connsiteY5" fmla="*/ 9878 h 13696"/>
                <a:gd name="connsiteX6" fmla="*/ 6261 w 10898"/>
                <a:gd name="connsiteY6" fmla="*/ 13697 h 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98" h="13696">
                  <a:moveTo>
                    <a:pt x="6261" y="13697"/>
                  </a:moveTo>
                  <a:lnTo>
                    <a:pt x="10899" y="8517"/>
                  </a:lnTo>
                  <a:lnTo>
                    <a:pt x="9415" y="6014"/>
                  </a:lnTo>
                  <a:lnTo>
                    <a:pt x="7838" y="0"/>
                  </a:lnTo>
                  <a:lnTo>
                    <a:pt x="0" y="8209"/>
                  </a:lnTo>
                  <a:lnTo>
                    <a:pt x="6261" y="9878"/>
                  </a:lnTo>
                  <a:lnTo>
                    <a:pt x="6261" y="136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4ED6241E-85DB-0474-2079-6D04B6F53203}"/>
                </a:ext>
              </a:extLst>
            </p:cNvPr>
            <p:cNvSpPr>
              <a:spLocks/>
            </p:cNvSpPr>
            <p:nvPr/>
          </p:nvSpPr>
          <p:spPr>
            <a:xfrm>
              <a:off x="5789322" y="3836452"/>
              <a:ext cx="8167" cy="16774"/>
            </a:xfrm>
            <a:custGeom>
              <a:avLst/>
              <a:gdLst>
                <a:gd name="connsiteX0" fmla="*/ 0 w 5472"/>
                <a:gd name="connsiteY0" fmla="*/ 8517 h 11238"/>
                <a:gd name="connsiteX1" fmla="*/ 1994 w 5472"/>
                <a:gd name="connsiteY1" fmla="*/ 11238 h 11238"/>
                <a:gd name="connsiteX2" fmla="*/ 5472 w 5472"/>
                <a:gd name="connsiteY2" fmla="*/ 1361 h 11238"/>
                <a:gd name="connsiteX3" fmla="*/ 1994 w 5472"/>
                <a:gd name="connsiteY3" fmla="*/ 0 h 11238"/>
                <a:gd name="connsiteX4" fmla="*/ 0 w 5472"/>
                <a:gd name="connsiteY4" fmla="*/ 8517 h 11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2" h="11238">
                  <a:moveTo>
                    <a:pt x="0" y="8517"/>
                  </a:moveTo>
                  <a:lnTo>
                    <a:pt x="1994" y="11238"/>
                  </a:lnTo>
                  <a:lnTo>
                    <a:pt x="5472" y="1361"/>
                  </a:lnTo>
                  <a:lnTo>
                    <a:pt x="1994" y="0"/>
                  </a:lnTo>
                  <a:lnTo>
                    <a:pt x="0" y="85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41D2011E-6539-EAE9-B67B-6222BE1D6442}"/>
                </a:ext>
              </a:extLst>
            </p:cNvPr>
            <p:cNvSpPr>
              <a:spLocks/>
            </p:cNvSpPr>
            <p:nvPr/>
          </p:nvSpPr>
          <p:spPr>
            <a:xfrm>
              <a:off x="2809219" y="2197432"/>
              <a:ext cx="6438" cy="8648"/>
            </a:xfrm>
            <a:custGeom>
              <a:avLst/>
              <a:gdLst>
                <a:gd name="connsiteX0" fmla="*/ 4313 w 4313"/>
                <a:gd name="connsiteY0" fmla="*/ 0 h 5794"/>
                <a:gd name="connsiteX1" fmla="*/ 0 w 4313"/>
                <a:gd name="connsiteY1" fmla="*/ 2897 h 5794"/>
                <a:gd name="connsiteX2" fmla="*/ 0 w 4313"/>
                <a:gd name="connsiteY2" fmla="*/ 5795 h 5794"/>
                <a:gd name="connsiteX3" fmla="*/ 4313 w 4313"/>
                <a:gd name="connsiteY3" fmla="*/ 5795 h 5794"/>
                <a:gd name="connsiteX4" fmla="*/ 4313 w 4313"/>
                <a:gd name="connsiteY4" fmla="*/ 0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13" h="5794">
                  <a:moveTo>
                    <a:pt x="4313" y="0"/>
                  </a:moveTo>
                  <a:lnTo>
                    <a:pt x="0" y="2897"/>
                  </a:lnTo>
                  <a:lnTo>
                    <a:pt x="0" y="5795"/>
                  </a:lnTo>
                  <a:lnTo>
                    <a:pt x="4313" y="5795"/>
                  </a:lnTo>
                  <a:lnTo>
                    <a:pt x="431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D956E082-87A0-5465-C11F-2A572A3F3742}"/>
                </a:ext>
              </a:extLst>
            </p:cNvPr>
            <p:cNvSpPr>
              <a:spLocks/>
            </p:cNvSpPr>
            <p:nvPr/>
          </p:nvSpPr>
          <p:spPr>
            <a:xfrm>
              <a:off x="3312133" y="2639344"/>
              <a:ext cx="19244" cy="10221"/>
            </a:xfrm>
            <a:custGeom>
              <a:avLst/>
              <a:gdLst>
                <a:gd name="connsiteX0" fmla="*/ 5055 w 12892"/>
                <a:gd name="connsiteY0" fmla="*/ 6848 h 6848"/>
                <a:gd name="connsiteX1" fmla="*/ 11177 w 12892"/>
                <a:gd name="connsiteY1" fmla="*/ 4127 h 6848"/>
                <a:gd name="connsiteX2" fmla="*/ 12893 w 12892"/>
                <a:gd name="connsiteY2" fmla="*/ 0 h 6848"/>
                <a:gd name="connsiteX3" fmla="*/ 10018 w 12892"/>
                <a:gd name="connsiteY3" fmla="*/ 0 h 6848"/>
                <a:gd name="connsiteX4" fmla="*/ 6447 w 12892"/>
                <a:gd name="connsiteY4" fmla="*/ 3424 h 6848"/>
                <a:gd name="connsiteX5" fmla="*/ 3339 w 12892"/>
                <a:gd name="connsiteY5" fmla="*/ 3424 h 6848"/>
                <a:gd name="connsiteX6" fmla="*/ 0 w 12892"/>
                <a:gd name="connsiteY6" fmla="*/ 5224 h 6848"/>
                <a:gd name="connsiteX7" fmla="*/ 5055 w 12892"/>
                <a:gd name="connsiteY7" fmla="*/ 6848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892" h="6848">
                  <a:moveTo>
                    <a:pt x="5055" y="6848"/>
                  </a:moveTo>
                  <a:lnTo>
                    <a:pt x="11177" y="4127"/>
                  </a:lnTo>
                  <a:lnTo>
                    <a:pt x="12893" y="0"/>
                  </a:lnTo>
                  <a:lnTo>
                    <a:pt x="10018" y="0"/>
                  </a:lnTo>
                  <a:lnTo>
                    <a:pt x="6447" y="3424"/>
                  </a:lnTo>
                  <a:lnTo>
                    <a:pt x="3339" y="3424"/>
                  </a:lnTo>
                  <a:lnTo>
                    <a:pt x="0" y="5224"/>
                  </a:lnTo>
                  <a:lnTo>
                    <a:pt x="5055" y="68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F2DB4DE1-FDE7-D867-3B18-6FAF773B5F38}"/>
                </a:ext>
              </a:extLst>
            </p:cNvPr>
            <p:cNvSpPr>
              <a:spLocks/>
            </p:cNvSpPr>
            <p:nvPr/>
          </p:nvSpPr>
          <p:spPr>
            <a:xfrm>
              <a:off x="2728686" y="2035647"/>
              <a:ext cx="179940" cy="119585"/>
            </a:xfrm>
            <a:custGeom>
              <a:avLst/>
              <a:gdLst>
                <a:gd name="connsiteX0" fmla="*/ 82615 w 120552"/>
                <a:gd name="connsiteY0" fmla="*/ 56017 h 80117"/>
                <a:gd name="connsiteX1" fmla="*/ 87253 w 120552"/>
                <a:gd name="connsiteY1" fmla="*/ 46710 h 80117"/>
                <a:gd name="connsiteX2" fmla="*/ 98569 w 120552"/>
                <a:gd name="connsiteY2" fmla="*/ 46973 h 80117"/>
                <a:gd name="connsiteX3" fmla="*/ 104088 w 120552"/>
                <a:gd name="connsiteY3" fmla="*/ 51890 h 80117"/>
                <a:gd name="connsiteX4" fmla="*/ 109282 w 120552"/>
                <a:gd name="connsiteY4" fmla="*/ 45832 h 80117"/>
                <a:gd name="connsiteX5" fmla="*/ 111879 w 120552"/>
                <a:gd name="connsiteY5" fmla="*/ 37315 h 80117"/>
                <a:gd name="connsiteX6" fmla="*/ 117955 w 120552"/>
                <a:gd name="connsiteY6" fmla="*/ 32662 h 80117"/>
                <a:gd name="connsiteX7" fmla="*/ 117677 w 120552"/>
                <a:gd name="connsiteY7" fmla="*/ 29106 h 80117"/>
                <a:gd name="connsiteX8" fmla="*/ 112482 w 120552"/>
                <a:gd name="connsiteY8" fmla="*/ 29369 h 80117"/>
                <a:gd name="connsiteX9" fmla="*/ 112761 w 120552"/>
                <a:gd name="connsiteY9" fmla="*/ 27438 h 80117"/>
                <a:gd name="connsiteX10" fmla="*/ 117955 w 120552"/>
                <a:gd name="connsiteY10" fmla="*/ 26340 h 80117"/>
                <a:gd name="connsiteX11" fmla="*/ 120552 w 120552"/>
                <a:gd name="connsiteY11" fmla="*/ 22477 h 80117"/>
                <a:gd name="connsiteX12" fmla="*/ 116193 w 120552"/>
                <a:gd name="connsiteY12" fmla="*/ 22740 h 80117"/>
                <a:gd name="connsiteX13" fmla="*/ 117630 w 120552"/>
                <a:gd name="connsiteY13" fmla="*/ 15892 h 80117"/>
                <a:gd name="connsiteX14" fmla="*/ 114755 w 120552"/>
                <a:gd name="connsiteY14" fmla="*/ 14794 h 80117"/>
                <a:gd name="connsiteX15" fmla="*/ 110674 w 120552"/>
                <a:gd name="connsiteY15" fmla="*/ 19711 h 80117"/>
                <a:gd name="connsiteX16" fmla="*/ 106036 w 120552"/>
                <a:gd name="connsiteY16" fmla="*/ 26033 h 80117"/>
                <a:gd name="connsiteX17" fmla="*/ 89804 w 120552"/>
                <a:gd name="connsiteY17" fmla="*/ 26296 h 80117"/>
                <a:gd name="connsiteX18" fmla="*/ 78488 w 120552"/>
                <a:gd name="connsiteY18" fmla="*/ 24101 h 80117"/>
                <a:gd name="connsiteX19" fmla="*/ 74128 w 120552"/>
                <a:gd name="connsiteY19" fmla="*/ 23574 h 80117"/>
                <a:gd name="connsiteX20" fmla="*/ 88042 w 120552"/>
                <a:gd name="connsiteY20" fmla="*/ 11238 h 80117"/>
                <a:gd name="connsiteX21" fmla="*/ 92679 w 120552"/>
                <a:gd name="connsiteY21" fmla="*/ 7946 h 80117"/>
                <a:gd name="connsiteX22" fmla="*/ 92679 w 120552"/>
                <a:gd name="connsiteY22" fmla="*/ 4653 h 80117"/>
                <a:gd name="connsiteX23" fmla="*/ 84285 w 120552"/>
                <a:gd name="connsiteY23" fmla="*/ 0 h 80117"/>
                <a:gd name="connsiteX24" fmla="*/ 72691 w 120552"/>
                <a:gd name="connsiteY24" fmla="*/ 3863 h 80117"/>
                <a:gd name="connsiteX25" fmla="*/ 62256 w 120552"/>
                <a:gd name="connsiteY25" fmla="*/ 6585 h 80117"/>
                <a:gd name="connsiteX26" fmla="*/ 54418 w 120552"/>
                <a:gd name="connsiteY26" fmla="*/ 13170 h 80117"/>
                <a:gd name="connsiteX27" fmla="*/ 35589 w 120552"/>
                <a:gd name="connsiteY27" fmla="*/ 19228 h 80117"/>
                <a:gd name="connsiteX28" fmla="*/ 28354 w 120552"/>
                <a:gd name="connsiteY28" fmla="*/ 22521 h 80117"/>
                <a:gd name="connsiteX29" fmla="*/ 19960 w 120552"/>
                <a:gd name="connsiteY29" fmla="*/ 27174 h 80117"/>
                <a:gd name="connsiteX30" fmla="*/ 13560 w 120552"/>
                <a:gd name="connsiteY30" fmla="*/ 27174 h 80117"/>
                <a:gd name="connsiteX31" fmla="*/ 11241 w 120552"/>
                <a:gd name="connsiteY31" fmla="*/ 28711 h 80117"/>
                <a:gd name="connsiteX32" fmla="*/ 7762 w 120552"/>
                <a:gd name="connsiteY32" fmla="*/ 29633 h 80117"/>
                <a:gd name="connsiteX33" fmla="*/ 528 w 120552"/>
                <a:gd name="connsiteY33" fmla="*/ 31564 h 80117"/>
                <a:gd name="connsiteX34" fmla="*/ 4284 w 120552"/>
                <a:gd name="connsiteY34" fmla="*/ 39510 h 80117"/>
                <a:gd name="connsiteX35" fmla="*/ 10081 w 120552"/>
                <a:gd name="connsiteY35" fmla="*/ 39510 h 80117"/>
                <a:gd name="connsiteX36" fmla="*/ 10081 w 120552"/>
                <a:gd name="connsiteY36" fmla="*/ 34593 h 80117"/>
                <a:gd name="connsiteX37" fmla="*/ 14997 w 120552"/>
                <a:gd name="connsiteY37" fmla="*/ 32925 h 80117"/>
                <a:gd name="connsiteX38" fmla="*/ 16760 w 120552"/>
                <a:gd name="connsiteY38" fmla="*/ 34857 h 80117"/>
                <a:gd name="connsiteX39" fmla="*/ 20841 w 120552"/>
                <a:gd name="connsiteY39" fmla="*/ 34857 h 80117"/>
                <a:gd name="connsiteX40" fmla="*/ 33595 w 120552"/>
                <a:gd name="connsiteY40" fmla="*/ 35954 h 80117"/>
                <a:gd name="connsiteX41" fmla="*/ 44911 w 120552"/>
                <a:gd name="connsiteY41" fmla="*/ 28842 h 80117"/>
                <a:gd name="connsiteX42" fmla="*/ 57664 w 120552"/>
                <a:gd name="connsiteY42" fmla="*/ 34593 h 80117"/>
                <a:gd name="connsiteX43" fmla="*/ 58221 w 120552"/>
                <a:gd name="connsiteY43" fmla="*/ 42276 h 80117"/>
                <a:gd name="connsiteX44" fmla="*/ 41989 w 120552"/>
                <a:gd name="connsiteY44" fmla="*/ 40081 h 80117"/>
                <a:gd name="connsiteX45" fmla="*/ 42267 w 120552"/>
                <a:gd name="connsiteY45" fmla="*/ 42803 h 80117"/>
                <a:gd name="connsiteX46" fmla="*/ 37073 w 120552"/>
                <a:gd name="connsiteY46" fmla="*/ 57333 h 80117"/>
                <a:gd name="connsiteX47" fmla="*/ 27241 w 120552"/>
                <a:gd name="connsiteY47" fmla="*/ 68572 h 80117"/>
                <a:gd name="connsiteX48" fmla="*/ 26081 w 120552"/>
                <a:gd name="connsiteY48" fmla="*/ 71601 h 80117"/>
                <a:gd name="connsiteX49" fmla="*/ 50430 w 120552"/>
                <a:gd name="connsiteY49" fmla="*/ 77352 h 80117"/>
                <a:gd name="connsiteX50" fmla="*/ 55948 w 120552"/>
                <a:gd name="connsiteY50" fmla="*/ 70240 h 80117"/>
                <a:gd name="connsiteX51" fmla="*/ 73062 w 120552"/>
                <a:gd name="connsiteY51" fmla="*/ 54041 h 80117"/>
                <a:gd name="connsiteX52" fmla="*/ 66986 w 120552"/>
                <a:gd name="connsiteY52" fmla="*/ 71074 h 80117"/>
                <a:gd name="connsiteX53" fmla="*/ 60354 w 120552"/>
                <a:gd name="connsiteY53" fmla="*/ 76825 h 80117"/>
                <a:gd name="connsiteX54" fmla="*/ 58314 w 120552"/>
                <a:gd name="connsiteY54" fmla="*/ 80118 h 80117"/>
                <a:gd name="connsiteX55" fmla="*/ 64389 w 120552"/>
                <a:gd name="connsiteY55" fmla="*/ 80118 h 80117"/>
                <a:gd name="connsiteX56" fmla="*/ 79462 w 120552"/>
                <a:gd name="connsiteY56" fmla="*/ 68045 h 80117"/>
                <a:gd name="connsiteX57" fmla="*/ 85259 w 120552"/>
                <a:gd name="connsiteY57" fmla="*/ 62558 h 80117"/>
                <a:gd name="connsiteX58" fmla="*/ 88737 w 120552"/>
                <a:gd name="connsiteY58" fmla="*/ 63918 h 80117"/>
                <a:gd name="connsiteX59" fmla="*/ 89618 w 120552"/>
                <a:gd name="connsiteY59" fmla="*/ 61723 h 80117"/>
                <a:gd name="connsiteX60" fmla="*/ 87856 w 120552"/>
                <a:gd name="connsiteY60" fmla="*/ 58168 h 80117"/>
                <a:gd name="connsiteX61" fmla="*/ 82662 w 120552"/>
                <a:gd name="connsiteY61" fmla="*/ 55973 h 80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20552" h="80117">
                  <a:moveTo>
                    <a:pt x="82615" y="56017"/>
                  </a:moveTo>
                  <a:lnTo>
                    <a:pt x="87253" y="46710"/>
                  </a:lnTo>
                  <a:lnTo>
                    <a:pt x="98569" y="46973"/>
                  </a:lnTo>
                  <a:lnTo>
                    <a:pt x="104088" y="51890"/>
                  </a:lnTo>
                  <a:lnTo>
                    <a:pt x="109282" y="45832"/>
                  </a:lnTo>
                  <a:lnTo>
                    <a:pt x="111879" y="37315"/>
                  </a:lnTo>
                  <a:cubicBezTo>
                    <a:pt x="112436" y="33188"/>
                    <a:pt x="117955" y="32662"/>
                    <a:pt x="117955" y="32662"/>
                  </a:cubicBezTo>
                  <a:lnTo>
                    <a:pt x="117677" y="29106"/>
                  </a:lnTo>
                  <a:lnTo>
                    <a:pt x="112482" y="29369"/>
                  </a:lnTo>
                  <a:lnTo>
                    <a:pt x="112761" y="27438"/>
                  </a:lnTo>
                  <a:lnTo>
                    <a:pt x="117955" y="26340"/>
                  </a:lnTo>
                  <a:lnTo>
                    <a:pt x="120552" y="22477"/>
                  </a:lnTo>
                  <a:lnTo>
                    <a:pt x="116193" y="22740"/>
                  </a:lnTo>
                  <a:lnTo>
                    <a:pt x="117630" y="15892"/>
                  </a:lnTo>
                  <a:lnTo>
                    <a:pt x="114755" y="14794"/>
                  </a:lnTo>
                  <a:lnTo>
                    <a:pt x="110674" y="19711"/>
                  </a:lnTo>
                  <a:cubicBezTo>
                    <a:pt x="110674" y="19711"/>
                    <a:pt x="112714" y="22170"/>
                    <a:pt x="106036" y="26033"/>
                  </a:cubicBezTo>
                  <a:cubicBezTo>
                    <a:pt x="99358" y="29896"/>
                    <a:pt x="89804" y="26296"/>
                    <a:pt x="89804" y="26296"/>
                  </a:cubicBezTo>
                  <a:cubicBezTo>
                    <a:pt x="83728" y="32047"/>
                    <a:pt x="78488" y="24101"/>
                    <a:pt x="78488" y="24101"/>
                  </a:cubicBezTo>
                  <a:cubicBezTo>
                    <a:pt x="76123" y="32398"/>
                    <a:pt x="74128" y="23574"/>
                    <a:pt x="74128" y="23574"/>
                  </a:cubicBezTo>
                  <a:cubicBezTo>
                    <a:pt x="74128" y="18921"/>
                    <a:pt x="88042" y="11238"/>
                    <a:pt x="88042" y="11238"/>
                  </a:cubicBezTo>
                  <a:lnTo>
                    <a:pt x="92679" y="7946"/>
                  </a:lnTo>
                  <a:lnTo>
                    <a:pt x="92679" y="4653"/>
                  </a:lnTo>
                  <a:lnTo>
                    <a:pt x="84285" y="0"/>
                  </a:lnTo>
                  <a:cubicBezTo>
                    <a:pt x="80528" y="2722"/>
                    <a:pt x="72691" y="3863"/>
                    <a:pt x="72691" y="3863"/>
                  </a:cubicBezTo>
                  <a:cubicBezTo>
                    <a:pt x="67775" y="8780"/>
                    <a:pt x="62256" y="6585"/>
                    <a:pt x="62256" y="6585"/>
                  </a:cubicBezTo>
                  <a:cubicBezTo>
                    <a:pt x="60215" y="15102"/>
                    <a:pt x="54418" y="13170"/>
                    <a:pt x="54418" y="13170"/>
                  </a:cubicBezTo>
                  <a:cubicBezTo>
                    <a:pt x="48018" y="23048"/>
                    <a:pt x="35589" y="19228"/>
                    <a:pt x="35589" y="19228"/>
                  </a:cubicBezTo>
                  <a:cubicBezTo>
                    <a:pt x="33548" y="25286"/>
                    <a:pt x="28354" y="22521"/>
                    <a:pt x="28354" y="22521"/>
                  </a:cubicBezTo>
                  <a:lnTo>
                    <a:pt x="19960" y="27174"/>
                  </a:lnTo>
                  <a:lnTo>
                    <a:pt x="13560" y="27174"/>
                  </a:lnTo>
                  <a:lnTo>
                    <a:pt x="11241" y="28711"/>
                  </a:lnTo>
                  <a:lnTo>
                    <a:pt x="7762" y="29633"/>
                  </a:lnTo>
                  <a:cubicBezTo>
                    <a:pt x="7762" y="29633"/>
                    <a:pt x="2847" y="26603"/>
                    <a:pt x="528" y="31564"/>
                  </a:cubicBezTo>
                  <a:cubicBezTo>
                    <a:pt x="-1791" y="36525"/>
                    <a:pt x="4284" y="39510"/>
                    <a:pt x="4284" y="39510"/>
                  </a:cubicBezTo>
                  <a:lnTo>
                    <a:pt x="10081" y="39510"/>
                  </a:lnTo>
                  <a:lnTo>
                    <a:pt x="10081" y="34593"/>
                  </a:lnTo>
                  <a:cubicBezTo>
                    <a:pt x="10081" y="31871"/>
                    <a:pt x="14997" y="32925"/>
                    <a:pt x="14997" y="32925"/>
                  </a:cubicBezTo>
                  <a:lnTo>
                    <a:pt x="16760" y="34857"/>
                  </a:lnTo>
                  <a:lnTo>
                    <a:pt x="20841" y="34857"/>
                  </a:lnTo>
                  <a:cubicBezTo>
                    <a:pt x="27797" y="29633"/>
                    <a:pt x="33595" y="35954"/>
                    <a:pt x="33595" y="35954"/>
                  </a:cubicBezTo>
                  <a:cubicBezTo>
                    <a:pt x="32157" y="30467"/>
                    <a:pt x="35032" y="27701"/>
                    <a:pt x="44911" y="28842"/>
                  </a:cubicBezTo>
                  <a:cubicBezTo>
                    <a:pt x="54789" y="29984"/>
                    <a:pt x="57664" y="34593"/>
                    <a:pt x="57664" y="34593"/>
                  </a:cubicBezTo>
                  <a:cubicBezTo>
                    <a:pt x="65502" y="33232"/>
                    <a:pt x="60262" y="41442"/>
                    <a:pt x="58221" y="42276"/>
                  </a:cubicBezTo>
                  <a:cubicBezTo>
                    <a:pt x="56180" y="43110"/>
                    <a:pt x="41989" y="40081"/>
                    <a:pt x="41989" y="40081"/>
                  </a:cubicBezTo>
                  <a:lnTo>
                    <a:pt x="42267" y="42803"/>
                  </a:lnTo>
                  <a:cubicBezTo>
                    <a:pt x="55624" y="47193"/>
                    <a:pt x="37073" y="57333"/>
                    <a:pt x="37073" y="57333"/>
                  </a:cubicBezTo>
                  <a:cubicBezTo>
                    <a:pt x="42870" y="68045"/>
                    <a:pt x="27241" y="68572"/>
                    <a:pt x="27241" y="68572"/>
                  </a:cubicBezTo>
                  <a:lnTo>
                    <a:pt x="26081" y="71601"/>
                  </a:lnTo>
                  <a:cubicBezTo>
                    <a:pt x="43751" y="72435"/>
                    <a:pt x="50430" y="77352"/>
                    <a:pt x="50430" y="77352"/>
                  </a:cubicBezTo>
                  <a:cubicBezTo>
                    <a:pt x="50708" y="74323"/>
                    <a:pt x="55948" y="70240"/>
                    <a:pt x="55948" y="70240"/>
                  </a:cubicBezTo>
                  <a:cubicBezTo>
                    <a:pt x="55948" y="70240"/>
                    <a:pt x="64343" y="45568"/>
                    <a:pt x="73062" y="54041"/>
                  </a:cubicBezTo>
                  <a:cubicBezTo>
                    <a:pt x="81781" y="62514"/>
                    <a:pt x="66986" y="71074"/>
                    <a:pt x="66986" y="71074"/>
                  </a:cubicBezTo>
                  <a:cubicBezTo>
                    <a:pt x="64667" y="78493"/>
                    <a:pt x="60354" y="76825"/>
                    <a:pt x="60354" y="76825"/>
                  </a:cubicBezTo>
                  <a:lnTo>
                    <a:pt x="58314" y="80118"/>
                  </a:lnTo>
                  <a:lnTo>
                    <a:pt x="64389" y="80118"/>
                  </a:lnTo>
                  <a:lnTo>
                    <a:pt x="79462" y="68045"/>
                  </a:lnTo>
                  <a:lnTo>
                    <a:pt x="85259" y="62558"/>
                  </a:lnTo>
                  <a:lnTo>
                    <a:pt x="88737" y="63918"/>
                  </a:lnTo>
                  <a:lnTo>
                    <a:pt x="89618" y="61723"/>
                  </a:lnTo>
                  <a:lnTo>
                    <a:pt x="87856" y="58168"/>
                  </a:lnTo>
                  <a:lnTo>
                    <a:pt x="82662" y="559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90E98A9E-4211-AD16-676E-70B3DC0307B5}"/>
                </a:ext>
              </a:extLst>
            </p:cNvPr>
            <p:cNvSpPr>
              <a:spLocks/>
            </p:cNvSpPr>
            <p:nvPr/>
          </p:nvSpPr>
          <p:spPr>
            <a:xfrm>
              <a:off x="3234949" y="2264663"/>
              <a:ext cx="10797" cy="21688"/>
            </a:xfrm>
            <a:custGeom>
              <a:avLst/>
              <a:gdLst>
                <a:gd name="connsiteX0" fmla="*/ 2041 w 7234"/>
                <a:gd name="connsiteY0" fmla="*/ 14531 h 14530"/>
                <a:gd name="connsiteX1" fmla="*/ 7235 w 7234"/>
                <a:gd name="connsiteY1" fmla="*/ 5444 h 14530"/>
                <a:gd name="connsiteX2" fmla="*/ 7235 w 7234"/>
                <a:gd name="connsiteY2" fmla="*/ 0 h 14530"/>
                <a:gd name="connsiteX3" fmla="*/ 2041 w 7234"/>
                <a:gd name="connsiteY3" fmla="*/ 1229 h 14530"/>
                <a:gd name="connsiteX4" fmla="*/ 3617 w 7234"/>
                <a:gd name="connsiteY4" fmla="*/ 5444 h 14530"/>
                <a:gd name="connsiteX5" fmla="*/ 0 w 7234"/>
                <a:gd name="connsiteY5" fmla="*/ 12336 h 14530"/>
                <a:gd name="connsiteX6" fmla="*/ 2041 w 7234"/>
                <a:gd name="connsiteY6" fmla="*/ 14531 h 1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34" h="14530">
                  <a:moveTo>
                    <a:pt x="2041" y="14531"/>
                  </a:moveTo>
                  <a:lnTo>
                    <a:pt x="7235" y="5444"/>
                  </a:lnTo>
                  <a:lnTo>
                    <a:pt x="7235" y="0"/>
                  </a:lnTo>
                  <a:lnTo>
                    <a:pt x="2041" y="1229"/>
                  </a:lnTo>
                  <a:lnTo>
                    <a:pt x="3617" y="5444"/>
                  </a:lnTo>
                  <a:lnTo>
                    <a:pt x="0" y="12336"/>
                  </a:lnTo>
                  <a:lnTo>
                    <a:pt x="2041" y="145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3CFC03D2-EBE6-4993-17A1-D10A533C4A0E}"/>
                </a:ext>
              </a:extLst>
            </p:cNvPr>
            <p:cNvSpPr>
              <a:spLocks/>
            </p:cNvSpPr>
            <p:nvPr/>
          </p:nvSpPr>
          <p:spPr>
            <a:xfrm>
              <a:off x="3247478" y="2349848"/>
              <a:ext cx="13359" cy="19198"/>
            </a:xfrm>
            <a:custGeom>
              <a:avLst/>
              <a:gdLst>
                <a:gd name="connsiteX0" fmla="*/ 8951 w 8950"/>
                <a:gd name="connsiteY0" fmla="*/ 0 h 12862"/>
                <a:gd name="connsiteX1" fmla="*/ 1994 w 8950"/>
                <a:gd name="connsiteY1" fmla="*/ 4522 h 12862"/>
                <a:gd name="connsiteX2" fmla="*/ 0 w 8950"/>
                <a:gd name="connsiteY2" fmla="*/ 10404 h 12862"/>
                <a:gd name="connsiteX3" fmla="*/ 3200 w 8950"/>
                <a:gd name="connsiteY3" fmla="*/ 12863 h 12862"/>
                <a:gd name="connsiteX4" fmla="*/ 8951 w 8950"/>
                <a:gd name="connsiteY4" fmla="*/ 0 h 1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0" h="12862">
                  <a:moveTo>
                    <a:pt x="8951" y="0"/>
                  </a:moveTo>
                  <a:lnTo>
                    <a:pt x="1994" y="4522"/>
                  </a:lnTo>
                  <a:lnTo>
                    <a:pt x="0" y="10404"/>
                  </a:lnTo>
                  <a:lnTo>
                    <a:pt x="3200" y="12863"/>
                  </a:lnTo>
                  <a:lnTo>
                    <a:pt x="895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8575CE6C-B498-C1F8-39AE-98AF1FA60227}"/>
                </a:ext>
              </a:extLst>
            </p:cNvPr>
            <p:cNvSpPr>
              <a:spLocks/>
            </p:cNvSpPr>
            <p:nvPr/>
          </p:nvSpPr>
          <p:spPr>
            <a:xfrm>
              <a:off x="3270737" y="2225249"/>
              <a:ext cx="32050" cy="41248"/>
            </a:xfrm>
            <a:custGeom>
              <a:avLst/>
              <a:gdLst>
                <a:gd name="connsiteX0" fmla="*/ 9925 w 21472"/>
                <a:gd name="connsiteY0" fmla="*/ 23376 h 27634"/>
                <a:gd name="connsiteX1" fmla="*/ 11270 w 21472"/>
                <a:gd name="connsiteY1" fmla="*/ 18723 h 27634"/>
                <a:gd name="connsiteX2" fmla="*/ 15119 w 21472"/>
                <a:gd name="connsiteY2" fmla="*/ 20084 h 27634"/>
                <a:gd name="connsiteX3" fmla="*/ 15119 w 21472"/>
                <a:gd name="connsiteY3" fmla="*/ 24737 h 27634"/>
                <a:gd name="connsiteX4" fmla="*/ 11270 w 21472"/>
                <a:gd name="connsiteY4" fmla="*/ 26405 h 27634"/>
                <a:gd name="connsiteX5" fmla="*/ 15119 w 21472"/>
                <a:gd name="connsiteY5" fmla="*/ 27635 h 27634"/>
                <a:gd name="connsiteX6" fmla="*/ 20313 w 21472"/>
                <a:gd name="connsiteY6" fmla="*/ 23376 h 27634"/>
                <a:gd name="connsiteX7" fmla="*/ 19154 w 21472"/>
                <a:gd name="connsiteY7" fmla="*/ 19733 h 27634"/>
                <a:gd name="connsiteX8" fmla="*/ 21473 w 21472"/>
                <a:gd name="connsiteY8" fmla="*/ 16221 h 27634"/>
                <a:gd name="connsiteX9" fmla="*/ 17391 w 21472"/>
                <a:gd name="connsiteY9" fmla="*/ 10470 h 27634"/>
                <a:gd name="connsiteX10" fmla="*/ 13171 w 21472"/>
                <a:gd name="connsiteY10" fmla="*/ 21 h 27634"/>
                <a:gd name="connsiteX11" fmla="*/ 6075 w 21472"/>
                <a:gd name="connsiteY11" fmla="*/ 7441 h 27634"/>
                <a:gd name="connsiteX12" fmla="*/ 0 w 21472"/>
                <a:gd name="connsiteY12" fmla="*/ 11831 h 27634"/>
                <a:gd name="connsiteX13" fmla="*/ 9832 w 21472"/>
                <a:gd name="connsiteY13" fmla="*/ 23332 h 2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72" h="27634">
                  <a:moveTo>
                    <a:pt x="9925" y="23376"/>
                  </a:moveTo>
                  <a:lnTo>
                    <a:pt x="11270" y="18723"/>
                  </a:lnTo>
                  <a:lnTo>
                    <a:pt x="15119" y="20084"/>
                  </a:lnTo>
                  <a:lnTo>
                    <a:pt x="15119" y="24737"/>
                  </a:lnTo>
                  <a:lnTo>
                    <a:pt x="11270" y="26405"/>
                  </a:lnTo>
                  <a:lnTo>
                    <a:pt x="15119" y="27635"/>
                  </a:lnTo>
                  <a:lnTo>
                    <a:pt x="20313" y="23376"/>
                  </a:lnTo>
                  <a:lnTo>
                    <a:pt x="19154" y="19733"/>
                  </a:lnTo>
                  <a:lnTo>
                    <a:pt x="21473" y="16221"/>
                  </a:lnTo>
                  <a:cubicBezTo>
                    <a:pt x="21473" y="16221"/>
                    <a:pt x="17391" y="12094"/>
                    <a:pt x="17391" y="10470"/>
                  </a:cubicBezTo>
                  <a:cubicBezTo>
                    <a:pt x="17391" y="8845"/>
                    <a:pt x="17948" y="-505"/>
                    <a:pt x="13171" y="21"/>
                  </a:cubicBezTo>
                  <a:cubicBezTo>
                    <a:pt x="8394" y="548"/>
                    <a:pt x="6075" y="7441"/>
                    <a:pt x="6075" y="7441"/>
                  </a:cubicBezTo>
                  <a:lnTo>
                    <a:pt x="0" y="11831"/>
                  </a:lnTo>
                  <a:cubicBezTo>
                    <a:pt x="0" y="11831"/>
                    <a:pt x="6957" y="22806"/>
                    <a:pt x="9832" y="233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4DF7BB74-20C2-4D38-33FF-E3154CA686CC}"/>
                </a:ext>
              </a:extLst>
            </p:cNvPr>
            <p:cNvSpPr>
              <a:spLocks/>
            </p:cNvSpPr>
            <p:nvPr/>
          </p:nvSpPr>
          <p:spPr>
            <a:xfrm>
              <a:off x="6436637" y="4068218"/>
              <a:ext cx="49979" cy="30338"/>
            </a:xfrm>
            <a:custGeom>
              <a:avLst/>
              <a:gdLst>
                <a:gd name="connsiteX0" fmla="*/ 18783 w 33484"/>
                <a:gd name="connsiteY0" fmla="*/ 3029 h 20325"/>
                <a:gd name="connsiteX1" fmla="*/ 14748 w 33484"/>
                <a:gd name="connsiteY1" fmla="*/ 3029 h 20325"/>
                <a:gd name="connsiteX2" fmla="*/ 7791 w 33484"/>
                <a:gd name="connsiteY2" fmla="*/ 6058 h 20325"/>
                <a:gd name="connsiteX3" fmla="*/ 278 w 33484"/>
                <a:gd name="connsiteY3" fmla="*/ 3029 h 20325"/>
                <a:gd name="connsiteX4" fmla="*/ 2875 w 33484"/>
                <a:gd name="connsiteY4" fmla="*/ 10448 h 20325"/>
                <a:gd name="connsiteX5" fmla="*/ 0 w 33484"/>
                <a:gd name="connsiteY5" fmla="*/ 18131 h 20325"/>
                <a:gd name="connsiteX6" fmla="*/ 1159 w 33484"/>
                <a:gd name="connsiteY6" fmla="*/ 20326 h 20325"/>
                <a:gd name="connsiteX7" fmla="*/ 33067 w 33484"/>
                <a:gd name="connsiteY7" fmla="*/ 20326 h 20325"/>
                <a:gd name="connsiteX8" fmla="*/ 33345 w 33484"/>
                <a:gd name="connsiteY8" fmla="*/ 4390 h 20325"/>
                <a:gd name="connsiteX9" fmla="*/ 33484 w 33484"/>
                <a:gd name="connsiteY9" fmla="*/ 3951 h 20325"/>
                <a:gd name="connsiteX10" fmla="*/ 24626 w 33484"/>
                <a:gd name="connsiteY10" fmla="*/ 0 h 20325"/>
                <a:gd name="connsiteX11" fmla="*/ 18829 w 33484"/>
                <a:gd name="connsiteY11" fmla="*/ 3029 h 2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484" h="20325">
                  <a:moveTo>
                    <a:pt x="18783" y="3029"/>
                  </a:moveTo>
                  <a:lnTo>
                    <a:pt x="14748" y="3029"/>
                  </a:lnTo>
                  <a:lnTo>
                    <a:pt x="7791" y="6058"/>
                  </a:lnTo>
                  <a:lnTo>
                    <a:pt x="278" y="3029"/>
                  </a:lnTo>
                  <a:lnTo>
                    <a:pt x="2875" y="10448"/>
                  </a:lnTo>
                  <a:lnTo>
                    <a:pt x="0" y="18131"/>
                  </a:lnTo>
                  <a:lnTo>
                    <a:pt x="1159" y="20326"/>
                  </a:lnTo>
                  <a:lnTo>
                    <a:pt x="33067" y="20326"/>
                  </a:lnTo>
                  <a:lnTo>
                    <a:pt x="33345" y="4390"/>
                  </a:lnTo>
                  <a:cubicBezTo>
                    <a:pt x="33345" y="4390"/>
                    <a:pt x="33438" y="4083"/>
                    <a:pt x="33484" y="3951"/>
                  </a:cubicBezTo>
                  <a:lnTo>
                    <a:pt x="24626" y="0"/>
                  </a:lnTo>
                  <a:lnTo>
                    <a:pt x="18829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E2735E21-D077-E0FE-18D5-BE09E539F2C6}"/>
                </a:ext>
              </a:extLst>
            </p:cNvPr>
            <p:cNvSpPr>
              <a:spLocks/>
            </p:cNvSpPr>
            <p:nvPr/>
          </p:nvSpPr>
          <p:spPr>
            <a:xfrm>
              <a:off x="5979757" y="2419043"/>
              <a:ext cx="38073" cy="40953"/>
            </a:xfrm>
            <a:custGeom>
              <a:avLst/>
              <a:gdLst>
                <a:gd name="connsiteX0" fmla="*/ 25461 w 25507"/>
                <a:gd name="connsiteY0" fmla="*/ 10712 h 27437"/>
                <a:gd name="connsiteX1" fmla="*/ 24023 w 25507"/>
                <a:gd name="connsiteY1" fmla="*/ 7156 h 27437"/>
                <a:gd name="connsiteX2" fmla="*/ 25461 w 25507"/>
                <a:gd name="connsiteY2" fmla="*/ 5356 h 27437"/>
                <a:gd name="connsiteX3" fmla="*/ 25461 w 25507"/>
                <a:gd name="connsiteY3" fmla="*/ 0 h 27437"/>
                <a:gd name="connsiteX4" fmla="*/ 12707 w 25507"/>
                <a:gd name="connsiteY4" fmla="*/ 0 h 27437"/>
                <a:gd name="connsiteX5" fmla="*/ 12707 w 25507"/>
                <a:gd name="connsiteY5" fmla="*/ 10712 h 27437"/>
                <a:gd name="connsiteX6" fmla="*/ 6632 w 25507"/>
                <a:gd name="connsiteY6" fmla="*/ 8253 h 27437"/>
                <a:gd name="connsiteX7" fmla="*/ 1716 w 25507"/>
                <a:gd name="connsiteY7" fmla="*/ 18219 h 27437"/>
                <a:gd name="connsiteX8" fmla="*/ 3478 w 25507"/>
                <a:gd name="connsiteY8" fmla="*/ 19492 h 27437"/>
                <a:gd name="connsiteX9" fmla="*/ 0 w 25507"/>
                <a:gd name="connsiteY9" fmla="*/ 27438 h 27437"/>
                <a:gd name="connsiteX10" fmla="*/ 10435 w 25507"/>
                <a:gd name="connsiteY10" fmla="*/ 18219 h 27437"/>
                <a:gd name="connsiteX11" fmla="*/ 12754 w 25507"/>
                <a:gd name="connsiteY11" fmla="*/ 23882 h 27437"/>
                <a:gd name="connsiteX12" fmla="*/ 21751 w 25507"/>
                <a:gd name="connsiteY12" fmla="*/ 16770 h 27437"/>
                <a:gd name="connsiteX13" fmla="*/ 20870 w 25507"/>
                <a:gd name="connsiteY13" fmla="*/ 14311 h 27437"/>
                <a:gd name="connsiteX14" fmla="*/ 24070 w 25507"/>
                <a:gd name="connsiteY14" fmla="*/ 12731 h 27437"/>
                <a:gd name="connsiteX15" fmla="*/ 25507 w 25507"/>
                <a:gd name="connsiteY15" fmla="*/ 10756 h 27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507" h="27437">
                  <a:moveTo>
                    <a:pt x="25461" y="10712"/>
                  </a:moveTo>
                  <a:lnTo>
                    <a:pt x="24023" y="7156"/>
                  </a:lnTo>
                  <a:lnTo>
                    <a:pt x="25461" y="5356"/>
                  </a:lnTo>
                  <a:lnTo>
                    <a:pt x="25461" y="0"/>
                  </a:lnTo>
                  <a:lnTo>
                    <a:pt x="12707" y="0"/>
                  </a:lnTo>
                  <a:lnTo>
                    <a:pt x="12707" y="10712"/>
                  </a:lnTo>
                  <a:lnTo>
                    <a:pt x="6632" y="8253"/>
                  </a:lnTo>
                  <a:lnTo>
                    <a:pt x="1716" y="18219"/>
                  </a:lnTo>
                  <a:lnTo>
                    <a:pt x="3478" y="19492"/>
                  </a:lnTo>
                  <a:lnTo>
                    <a:pt x="0" y="27438"/>
                  </a:lnTo>
                  <a:cubicBezTo>
                    <a:pt x="7513" y="26603"/>
                    <a:pt x="10435" y="18219"/>
                    <a:pt x="10435" y="18219"/>
                  </a:cubicBezTo>
                  <a:lnTo>
                    <a:pt x="12754" y="23882"/>
                  </a:lnTo>
                  <a:cubicBezTo>
                    <a:pt x="12197" y="21687"/>
                    <a:pt x="21751" y="16770"/>
                    <a:pt x="21751" y="16770"/>
                  </a:cubicBezTo>
                  <a:lnTo>
                    <a:pt x="20870" y="14311"/>
                  </a:lnTo>
                  <a:lnTo>
                    <a:pt x="24070" y="12731"/>
                  </a:lnTo>
                  <a:lnTo>
                    <a:pt x="25507" y="107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5FEC9697-50FC-BBDB-43FE-BF61D600F11E}"/>
                </a:ext>
              </a:extLst>
            </p:cNvPr>
            <p:cNvSpPr>
              <a:spLocks/>
            </p:cNvSpPr>
            <p:nvPr/>
          </p:nvSpPr>
          <p:spPr>
            <a:xfrm>
              <a:off x="2507194" y="1951708"/>
              <a:ext cx="39802" cy="77451"/>
            </a:xfrm>
            <a:custGeom>
              <a:avLst/>
              <a:gdLst>
                <a:gd name="connsiteX0" fmla="*/ 6817 w 26666"/>
                <a:gd name="connsiteY0" fmla="*/ 31564 h 51889"/>
                <a:gd name="connsiteX1" fmla="*/ 2597 w 26666"/>
                <a:gd name="connsiteY1" fmla="*/ 21160 h 51889"/>
                <a:gd name="connsiteX2" fmla="*/ 2597 w 26666"/>
                <a:gd name="connsiteY2" fmla="*/ 9087 h 51889"/>
                <a:gd name="connsiteX3" fmla="*/ 7560 w 26666"/>
                <a:gd name="connsiteY3" fmla="*/ 5531 h 51889"/>
                <a:gd name="connsiteX4" fmla="*/ 10991 w 26666"/>
                <a:gd name="connsiteY4" fmla="*/ 5531 h 51889"/>
                <a:gd name="connsiteX5" fmla="*/ 10991 w 26666"/>
                <a:gd name="connsiteY5" fmla="*/ 0 h 51889"/>
                <a:gd name="connsiteX6" fmla="*/ 4916 w 26666"/>
                <a:gd name="connsiteY6" fmla="*/ 4390 h 51889"/>
                <a:gd name="connsiteX7" fmla="*/ 0 w 26666"/>
                <a:gd name="connsiteY7" fmla="*/ 8517 h 51889"/>
                <a:gd name="connsiteX8" fmla="*/ 0 w 26666"/>
                <a:gd name="connsiteY8" fmla="*/ 21950 h 51889"/>
                <a:gd name="connsiteX9" fmla="*/ 2597 w 26666"/>
                <a:gd name="connsiteY9" fmla="*/ 29676 h 51889"/>
                <a:gd name="connsiteX10" fmla="*/ 2597 w 26666"/>
                <a:gd name="connsiteY10" fmla="*/ 32398 h 51889"/>
                <a:gd name="connsiteX11" fmla="*/ 4916 w 26666"/>
                <a:gd name="connsiteY11" fmla="*/ 34067 h 51889"/>
                <a:gd name="connsiteX12" fmla="*/ 14655 w 26666"/>
                <a:gd name="connsiteY12" fmla="*/ 42276 h 51889"/>
                <a:gd name="connsiteX13" fmla="*/ 22910 w 26666"/>
                <a:gd name="connsiteY13" fmla="*/ 51890 h 51889"/>
                <a:gd name="connsiteX14" fmla="*/ 26667 w 26666"/>
                <a:gd name="connsiteY14" fmla="*/ 48861 h 51889"/>
                <a:gd name="connsiteX15" fmla="*/ 14794 w 26666"/>
                <a:gd name="connsiteY15" fmla="*/ 40081 h 51889"/>
                <a:gd name="connsiteX16" fmla="*/ 6817 w 26666"/>
                <a:gd name="connsiteY16" fmla="*/ 31564 h 51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666" h="51889">
                  <a:moveTo>
                    <a:pt x="6817" y="31564"/>
                  </a:moveTo>
                  <a:lnTo>
                    <a:pt x="2597" y="21160"/>
                  </a:lnTo>
                  <a:lnTo>
                    <a:pt x="2597" y="9087"/>
                  </a:lnTo>
                  <a:lnTo>
                    <a:pt x="7560" y="5531"/>
                  </a:lnTo>
                  <a:lnTo>
                    <a:pt x="10991" y="5531"/>
                  </a:lnTo>
                  <a:lnTo>
                    <a:pt x="10991" y="0"/>
                  </a:lnTo>
                  <a:lnTo>
                    <a:pt x="4916" y="4390"/>
                  </a:lnTo>
                  <a:lnTo>
                    <a:pt x="0" y="8517"/>
                  </a:lnTo>
                  <a:lnTo>
                    <a:pt x="0" y="21950"/>
                  </a:lnTo>
                  <a:lnTo>
                    <a:pt x="2597" y="29676"/>
                  </a:lnTo>
                  <a:lnTo>
                    <a:pt x="2597" y="32398"/>
                  </a:lnTo>
                  <a:lnTo>
                    <a:pt x="4916" y="34067"/>
                  </a:lnTo>
                  <a:lnTo>
                    <a:pt x="14655" y="42276"/>
                  </a:lnTo>
                  <a:lnTo>
                    <a:pt x="22910" y="51890"/>
                  </a:lnTo>
                  <a:lnTo>
                    <a:pt x="26667" y="48861"/>
                  </a:lnTo>
                  <a:lnTo>
                    <a:pt x="14794" y="40081"/>
                  </a:lnTo>
                  <a:lnTo>
                    <a:pt x="6817" y="3156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ACD3FEA-A07A-FEE7-5362-31171EE2E29D}"/>
                </a:ext>
              </a:extLst>
            </p:cNvPr>
            <p:cNvSpPr>
              <a:spLocks/>
            </p:cNvSpPr>
            <p:nvPr/>
          </p:nvSpPr>
          <p:spPr>
            <a:xfrm>
              <a:off x="2549145" y="1938603"/>
              <a:ext cx="6922" cy="15595"/>
            </a:xfrm>
            <a:custGeom>
              <a:avLst/>
              <a:gdLst>
                <a:gd name="connsiteX0" fmla="*/ 0 w 4637"/>
                <a:gd name="connsiteY0" fmla="*/ 0 h 10448"/>
                <a:gd name="connsiteX1" fmla="*/ 0 w 4637"/>
                <a:gd name="connsiteY1" fmla="*/ 10448 h 10448"/>
                <a:gd name="connsiteX2" fmla="*/ 1438 w 4637"/>
                <a:gd name="connsiteY2" fmla="*/ 10448 h 10448"/>
                <a:gd name="connsiteX3" fmla="*/ 4638 w 4637"/>
                <a:gd name="connsiteY3" fmla="*/ 5224 h 10448"/>
                <a:gd name="connsiteX4" fmla="*/ 0 w 4637"/>
                <a:gd name="connsiteY4" fmla="*/ 0 h 10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10448">
                  <a:moveTo>
                    <a:pt x="0" y="0"/>
                  </a:moveTo>
                  <a:lnTo>
                    <a:pt x="0" y="10448"/>
                  </a:lnTo>
                  <a:lnTo>
                    <a:pt x="1438" y="10448"/>
                  </a:lnTo>
                  <a:lnTo>
                    <a:pt x="4638" y="522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443768EC-9BE5-BA69-59DC-E8280F65B9C7}"/>
                </a:ext>
              </a:extLst>
            </p:cNvPr>
            <p:cNvSpPr>
              <a:spLocks/>
            </p:cNvSpPr>
            <p:nvPr/>
          </p:nvSpPr>
          <p:spPr>
            <a:xfrm>
              <a:off x="5931231" y="2337530"/>
              <a:ext cx="21597" cy="36432"/>
            </a:xfrm>
            <a:custGeom>
              <a:avLst/>
              <a:gdLst>
                <a:gd name="connsiteX0" fmla="*/ 8394 w 14469"/>
                <a:gd name="connsiteY0" fmla="*/ 10712 h 24408"/>
                <a:gd name="connsiteX1" fmla="*/ 0 w 14469"/>
                <a:gd name="connsiteY1" fmla="*/ 0 h 24408"/>
                <a:gd name="connsiteX2" fmla="*/ 0 w 14469"/>
                <a:gd name="connsiteY2" fmla="*/ 3293 h 24408"/>
                <a:gd name="connsiteX3" fmla="*/ 5472 w 14469"/>
                <a:gd name="connsiteY3" fmla="*/ 12204 h 24408"/>
                <a:gd name="connsiteX4" fmla="*/ 10991 w 14469"/>
                <a:gd name="connsiteY4" fmla="*/ 15628 h 24408"/>
                <a:gd name="connsiteX5" fmla="*/ 14470 w 14469"/>
                <a:gd name="connsiteY5" fmla="*/ 24408 h 24408"/>
                <a:gd name="connsiteX6" fmla="*/ 14470 w 14469"/>
                <a:gd name="connsiteY6" fmla="*/ 14399 h 24408"/>
                <a:gd name="connsiteX7" fmla="*/ 11873 w 14469"/>
                <a:gd name="connsiteY7" fmla="*/ 12643 h 24408"/>
                <a:gd name="connsiteX8" fmla="*/ 8394 w 14469"/>
                <a:gd name="connsiteY8" fmla="*/ 10712 h 24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69" h="24408">
                  <a:moveTo>
                    <a:pt x="8394" y="10712"/>
                  </a:moveTo>
                  <a:lnTo>
                    <a:pt x="0" y="0"/>
                  </a:lnTo>
                  <a:lnTo>
                    <a:pt x="0" y="3293"/>
                  </a:lnTo>
                  <a:lnTo>
                    <a:pt x="5472" y="12204"/>
                  </a:lnTo>
                  <a:lnTo>
                    <a:pt x="10991" y="15628"/>
                  </a:lnTo>
                  <a:lnTo>
                    <a:pt x="14470" y="24408"/>
                  </a:lnTo>
                  <a:lnTo>
                    <a:pt x="14470" y="14399"/>
                  </a:lnTo>
                  <a:lnTo>
                    <a:pt x="11873" y="12643"/>
                  </a:lnTo>
                  <a:lnTo>
                    <a:pt x="8394" y="107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7A0CF08D-0D25-C10C-6061-AE926D90B9D7}"/>
                </a:ext>
              </a:extLst>
            </p:cNvPr>
            <p:cNvSpPr>
              <a:spLocks/>
            </p:cNvSpPr>
            <p:nvPr/>
          </p:nvSpPr>
          <p:spPr>
            <a:xfrm>
              <a:off x="3391119" y="2625060"/>
              <a:ext cx="14674" cy="6946"/>
            </a:xfrm>
            <a:custGeom>
              <a:avLst/>
              <a:gdLst>
                <a:gd name="connsiteX0" fmla="*/ 9832 w 9831"/>
                <a:gd name="connsiteY0" fmla="*/ 1054 h 4653"/>
                <a:gd name="connsiteX1" fmla="*/ 4916 w 9831"/>
                <a:gd name="connsiteY1" fmla="*/ 0 h 4653"/>
                <a:gd name="connsiteX2" fmla="*/ 0 w 9831"/>
                <a:gd name="connsiteY2" fmla="*/ 2853 h 4653"/>
                <a:gd name="connsiteX3" fmla="*/ 8116 w 9831"/>
                <a:gd name="connsiteY3" fmla="*/ 4653 h 4653"/>
                <a:gd name="connsiteX4" fmla="*/ 9832 w 9831"/>
                <a:gd name="connsiteY4" fmla="*/ 1054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31" h="4653">
                  <a:moveTo>
                    <a:pt x="9832" y="1054"/>
                  </a:moveTo>
                  <a:lnTo>
                    <a:pt x="4916" y="0"/>
                  </a:lnTo>
                  <a:lnTo>
                    <a:pt x="0" y="2853"/>
                  </a:lnTo>
                  <a:lnTo>
                    <a:pt x="8116" y="4653"/>
                  </a:lnTo>
                  <a:lnTo>
                    <a:pt x="9832" y="105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6A988384-3F86-E61D-95F5-3E40CA1577DD}"/>
                </a:ext>
              </a:extLst>
            </p:cNvPr>
            <p:cNvSpPr>
              <a:spLocks/>
            </p:cNvSpPr>
            <p:nvPr/>
          </p:nvSpPr>
          <p:spPr>
            <a:xfrm>
              <a:off x="8014396" y="4012129"/>
              <a:ext cx="13429" cy="13956"/>
            </a:xfrm>
            <a:custGeom>
              <a:avLst/>
              <a:gdLst>
                <a:gd name="connsiteX0" fmla="*/ 0 w 8997"/>
                <a:gd name="connsiteY0" fmla="*/ 3600 h 9350"/>
                <a:gd name="connsiteX1" fmla="*/ 6075 w 8997"/>
                <a:gd name="connsiteY1" fmla="*/ 9351 h 9350"/>
                <a:gd name="connsiteX2" fmla="*/ 8997 w 8997"/>
                <a:gd name="connsiteY2" fmla="*/ 9351 h 9350"/>
                <a:gd name="connsiteX3" fmla="*/ 8997 w 8997"/>
                <a:gd name="connsiteY3" fmla="*/ 6585 h 9350"/>
                <a:gd name="connsiteX4" fmla="*/ 0 w 8997"/>
                <a:gd name="connsiteY4" fmla="*/ 0 h 9350"/>
                <a:gd name="connsiteX5" fmla="*/ 0 w 8997"/>
                <a:gd name="connsiteY5" fmla="*/ 3600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97" h="9350">
                  <a:moveTo>
                    <a:pt x="0" y="3600"/>
                  </a:moveTo>
                  <a:lnTo>
                    <a:pt x="6075" y="9351"/>
                  </a:lnTo>
                  <a:lnTo>
                    <a:pt x="8997" y="9351"/>
                  </a:lnTo>
                  <a:lnTo>
                    <a:pt x="8997" y="6585"/>
                  </a:lnTo>
                  <a:lnTo>
                    <a:pt x="0" y="0"/>
                  </a:lnTo>
                  <a:lnTo>
                    <a:pt x="0" y="36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2D4EC6A4-797A-E1FE-594E-0F813678855A}"/>
                </a:ext>
              </a:extLst>
            </p:cNvPr>
            <p:cNvSpPr>
              <a:spLocks/>
            </p:cNvSpPr>
            <p:nvPr/>
          </p:nvSpPr>
          <p:spPr>
            <a:xfrm>
              <a:off x="6389219" y="4076410"/>
              <a:ext cx="3306" cy="9828"/>
            </a:xfrm>
            <a:custGeom>
              <a:avLst/>
              <a:gdLst>
                <a:gd name="connsiteX0" fmla="*/ 1577 w 2215"/>
                <a:gd name="connsiteY0" fmla="*/ 44 h 6585"/>
                <a:gd name="connsiteX1" fmla="*/ 232 w 2215"/>
                <a:gd name="connsiteY1" fmla="*/ 44 h 6585"/>
                <a:gd name="connsiteX2" fmla="*/ 0 w 2215"/>
                <a:gd name="connsiteY2" fmla="*/ 6585 h 6585"/>
                <a:gd name="connsiteX3" fmla="*/ 1577 w 2215"/>
                <a:gd name="connsiteY3" fmla="*/ 4653 h 6585"/>
                <a:gd name="connsiteX4" fmla="*/ 1577 w 2215"/>
                <a:gd name="connsiteY4" fmla="*/ 0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5" h="6585">
                  <a:moveTo>
                    <a:pt x="1577" y="44"/>
                  </a:moveTo>
                  <a:cubicBezTo>
                    <a:pt x="1159" y="0"/>
                    <a:pt x="696" y="44"/>
                    <a:pt x="232" y="44"/>
                  </a:cubicBezTo>
                  <a:lnTo>
                    <a:pt x="0" y="6585"/>
                  </a:lnTo>
                  <a:cubicBezTo>
                    <a:pt x="649" y="5883"/>
                    <a:pt x="1206" y="5136"/>
                    <a:pt x="1577" y="4653"/>
                  </a:cubicBezTo>
                  <a:cubicBezTo>
                    <a:pt x="3015" y="2722"/>
                    <a:pt x="1577" y="0"/>
                    <a:pt x="1577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D98E1345-A041-206A-A9D9-0ECBF48EA309}"/>
                </a:ext>
              </a:extLst>
            </p:cNvPr>
            <p:cNvSpPr>
              <a:spLocks/>
            </p:cNvSpPr>
            <p:nvPr/>
          </p:nvSpPr>
          <p:spPr>
            <a:xfrm>
              <a:off x="6017693" y="2439334"/>
              <a:ext cx="24643" cy="47267"/>
            </a:xfrm>
            <a:custGeom>
              <a:avLst/>
              <a:gdLst>
                <a:gd name="connsiteX0" fmla="*/ 14470 w 16510"/>
                <a:gd name="connsiteY0" fmla="*/ 103 h 31667"/>
                <a:gd name="connsiteX1" fmla="*/ 3200 w 16510"/>
                <a:gd name="connsiteY1" fmla="*/ 19858 h 31667"/>
                <a:gd name="connsiteX2" fmla="*/ 0 w 16510"/>
                <a:gd name="connsiteY2" fmla="*/ 31667 h 31667"/>
                <a:gd name="connsiteX3" fmla="*/ 7513 w 16510"/>
                <a:gd name="connsiteY3" fmla="*/ 26004 h 31667"/>
                <a:gd name="connsiteX4" fmla="*/ 7513 w 16510"/>
                <a:gd name="connsiteY4" fmla="*/ 20956 h 31667"/>
                <a:gd name="connsiteX5" fmla="*/ 10713 w 16510"/>
                <a:gd name="connsiteY5" fmla="*/ 13844 h 31667"/>
                <a:gd name="connsiteX6" fmla="*/ 16510 w 16510"/>
                <a:gd name="connsiteY6" fmla="*/ 9454 h 31667"/>
                <a:gd name="connsiteX7" fmla="*/ 14470 w 16510"/>
                <a:gd name="connsiteY7" fmla="*/ 8356 h 31667"/>
                <a:gd name="connsiteX8" fmla="*/ 14470 w 16510"/>
                <a:gd name="connsiteY8" fmla="*/ 103 h 3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10" h="31667">
                  <a:moveTo>
                    <a:pt x="14470" y="103"/>
                  </a:moveTo>
                  <a:cubicBezTo>
                    <a:pt x="8348" y="5854"/>
                    <a:pt x="3200" y="19858"/>
                    <a:pt x="3200" y="19858"/>
                  </a:cubicBezTo>
                  <a:lnTo>
                    <a:pt x="0" y="31667"/>
                  </a:lnTo>
                  <a:lnTo>
                    <a:pt x="7513" y="26004"/>
                  </a:lnTo>
                  <a:lnTo>
                    <a:pt x="7513" y="20956"/>
                  </a:lnTo>
                  <a:lnTo>
                    <a:pt x="10713" y="13844"/>
                  </a:lnTo>
                  <a:lnTo>
                    <a:pt x="16510" y="9454"/>
                  </a:lnTo>
                  <a:lnTo>
                    <a:pt x="14470" y="8356"/>
                  </a:lnTo>
                  <a:cubicBezTo>
                    <a:pt x="14470" y="8356"/>
                    <a:pt x="15768" y="-1082"/>
                    <a:pt x="14470" y="10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5A0F9B7E-708D-38FC-B0E5-8DBB48656CAA}"/>
                </a:ext>
              </a:extLst>
            </p:cNvPr>
            <p:cNvSpPr>
              <a:spLocks/>
            </p:cNvSpPr>
            <p:nvPr/>
          </p:nvSpPr>
          <p:spPr>
            <a:xfrm>
              <a:off x="2514532" y="2383398"/>
              <a:ext cx="17306" cy="45082"/>
            </a:xfrm>
            <a:custGeom>
              <a:avLst/>
              <a:gdLst>
                <a:gd name="connsiteX0" fmla="*/ 7838 w 11594"/>
                <a:gd name="connsiteY0" fmla="*/ 7112 h 30203"/>
                <a:gd name="connsiteX1" fmla="*/ 1159 w 11594"/>
                <a:gd name="connsiteY1" fmla="*/ 0 h 30203"/>
                <a:gd name="connsiteX2" fmla="*/ 0 w 11594"/>
                <a:gd name="connsiteY2" fmla="*/ 2327 h 30203"/>
                <a:gd name="connsiteX3" fmla="*/ 6400 w 11594"/>
                <a:gd name="connsiteY3" fmla="*/ 8517 h 30203"/>
                <a:gd name="connsiteX4" fmla="*/ 4638 w 11594"/>
                <a:gd name="connsiteY4" fmla="*/ 15102 h 30203"/>
                <a:gd name="connsiteX5" fmla="*/ 7838 w 11594"/>
                <a:gd name="connsiteY5" fmla="*/ 21950 h 30203"/>
                <a:gd name="connsiteX6" fmla="*/ 6400 w 11594"/>
                <a:gd name="connsiteY6" fmla="*/ 24408 h 30203"/>
                <a:gd name="connsiteX7" fmla="*/ 2922 w 11594"/>
                <a:gd name="connsiteY7" fmla="*/ 24408 h 30203"/>
                <a:gd name="connsiteX8" fmla="*/ 4081 w 11594"/>
                <a:gd name="connsiteY8" fmla="*/ 30203 h 30203"/>
                <a:gd name="connsiteX9" fmla="*/ 6400 w 11594"/>
                <a:gd name="connsiteY9" fmla="*/ 30203 h 30203"/>
                <a:gd name="connsiteX10" fmla="*/ 6400 w 11594"/>
                <a:gd name="connsiteY10" fmla="*/ 27174 h 30203"/>
                <a:gd name="connsiteX11" fmla="*/ 11594 w 11594"/>
                <a:gd name="connsiteY11" fmla="*/ 23048 h 30203"/>
                <a:gd name="connsiteX12" fmla="*/ 7838 w 11594"/>
                <a:gd name="connsiteY12" fmla="*/ 16199 h 30203"/>
                <a:gd name="connsiteX13" fmla="*/ 7838 w 11594"/>
                <a:gd name="connsiteY13" fmla="*/ 7112 h 3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594" h="30203">
                  <a:moveTo>
                    <a:pt x="7838" y="7112"/>
                  </a:moveTo>
                  <a:lnTo>
                    <a:pt x="1159" y="0"/>
                  </a:lnTo>
                  <a:lnTo>
                    <a:pt x="0" y="2327"/>
                  </a:lnTo>
                  <a:lnTo>
                    <a:pt x="6400" y="8517"/>
                  </a:lnTo>
                  <a:lnTo>
                    <a:pt x="4638" y="15102"/>
                  </a:lnTo>
                  <a:lnTo>
                    <a:pt x="7838" y="21950"/>
                  </a:lnTo>
                  <a:lnTo>
                    <a:pt x="6400" y="24408"/>
                  </a:lnTo>
                  <a:lnTo>
                    <a:pt x="2922" y="24408"/>
                  </a:lnTo>
                  <a:lnTo>
                    <a:pt x="4081" y="30203"/>
                  </a:lnTo>
                  <a:lnTo>
                    <a:pt x="6400" y="30203"/>
                  </a:lnTo>
                  <a:lnTo>
                    <a:pt x="6400" y="27174"/>
                  </a:lnTo>
                  <a:lnTo>
                    <a:pt x="11594" y="23048"/>
                  </a:lnTo>
                  <a:lnTo>
                    <a:pt x="7838" y="16199"/>
                  </a:lnTo>
                  <a:lnTo>
                    <a:pt x="7838" y="71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21FE4756-6A42-252E-2879-4B226D2E943C}"/>
                </a:ext>
              </a:extLst>
            </p:cNvPr>
            <p:cNvSpPr>
              <a:spLocks/>
            </p:cNvSpPr>
            <p:nvPr/>
          </p:nvSpPr>
          <p:spPr>
            <a:xfrm>
              <a:off x="6015545" y="2233734"/>
              <a:ext cx="18205" cy="26801"/>
            </a:xfrm>
            <a:custGeom>
              <a:avLst/>
              <a:gdLst>
                <a:gd name="connsiteX0" fmla="*/ 7560 w 12197"/>
                <a:gd name="connsiteY0" fmla="*/ 14663 h 17955"/>
                <a:gd name="connsiteX1" fmla="*/ 12197 w 12197"/>
                <a:gd name="connsiteY1" fmla="*/ 17955 h 17955"/>
                <a:gd name="connsiteX2" fmla="*/ 12197 w 12197"/>
                <a:gd name="connsiteY2" fmla="*/ 13565 h 17955"/>
                <a:gd name="connsiteX3" fmla="*/ 10157 w 12197"/>
                <a:gd name="connsiteY3" fmla="*/ 7551 h 17955"/>
                <a:gd name="connsiteX4" fmla="*/ 12197 w 12197"/>
                <a:gd name="connsiteY4" fmla="*/ 4214 h 17955"/>
                <a:gd name="connsiteX5" fmla="*/ 4638 w 12197"/>
                <a:gd name="connsiteY5" fmla="*/ 0 h 17955"/>
                <a:gd name="connsiteX6" fmla="*/ 0 w 12197"/>
                <a:gd name="connsiteY6" fmla="*/ 2327 h 17955"/>
                <a:gd name="connsiteX7" fmla="*/ 6122 w 12197"/>
                <a:gd name="connsiteY7" fmla="*/ 6717 h 17955"/>
                <a:gd name="connsiteX8" fmla="*/ 7560 w 12197"/>
                <a:gd name="connsiteY8" fmla="*/ 14663 h 1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7" h="17955">
                  <a:moveTo>
                    <a:pt x="7560" y="14663"/>
                  </a:moveTo>
                  <a:lnTo>
                    <a:pt x="12197" y="17955"/>
                  </a:lnTo>
                  <a:lnTo>
                    <a:pt x="12197" y="13565"/>
                  </a:lnTo>
                  <a:lnTo>
                    <a:pt x="10157" y="7551"/>
                  </a:lnTo>
                  <a:lnTo>
                    <a:pt x="12197" y="4214"/>
                  </a:lnTo>
                  <a:lnTo>
                    <a:pt x="4638" y="0"/>
                  </a:lnTo>
                  <a:lnTo>
                    <a:pt x="0" y="2327"/>
                  </a:lnTo>
                  <a:lnTo>
                    <a:pt x="6122" y="6717"/>
                  </a:lnTo>
                  <a:lnTo>
                    <a:pt x="7560" y="146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D0201096-A77B-153B-2A95-3E04415C2857}"/>
                </a:ext>
              </a:extLst>
            </p:cNvPr>
            <p:cNvSpPr>
              <a:spLocks/>
            </p:cNvSpPr>
            <p:nvPr/>
          </p:nvSpPr>
          <p:spPr>
            <a:xfrm>
              <a:off x="2496811" y="2288384"/>
              <a:ext cx="15574" cy="2490"/>
            </a:xfrm>
            <a:custGeom>
              <a:avLst/>
              <a:gdLst>
                <a:gd name="connsiteX0" fmla="*/ 2597 w 10434"/>
                <a:gd name="connsiteY0" fmla="*/ 1668 h 1668"/>
                <a:gd name="connsiteX1" fmla="*/ 10435 w 10434"/>
                <a:gd name="connsiteY1" fmla="*/ 1668 h 1668"/>
                <a:gd name="connsiteX2" fmla="*/ 10435 w 10434"/>
                <a:gd name="connsiteY2" fmla="*/ 0 h 1668"/>
                <a:gd name="connsiteX3" fmla="*/ 0 w 10434"/>
                <a:gd name="connsiteY3" fmla="*/ 0 h 1668"/>
                <a:gd name="connsiteX4" fmla="*/ 2597 w 10434"/>
                <a:gd name="connsiteY4" fmla="*/ 1668 h 1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34" h="1668">
                  <a:moveTo>
                    <a:pt x="2597" y="1668"/>
                  </a:moveTo>
                  <a:lnTo>
                    <a:pt x="10435" y="1668"/>
                  </a:lnTo>
                  <a:lnTo>
                    <a:pt x="10435" y="0"/>
                  </a:lnTo>
                  <a:lnTo>
                    <a:pt x="0" y="0"/>
                  </a:lnTo>
                  <a:lnTo>
                    <a:pt x="2597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D9810A36-BDE5-EDB4-928A-4974CB492F41}"/>
                </a:ext>
              </a:extLst>
            </p:cNvPr>
            <p:cNvSpPr>
              <a:spLocks/>
            </p:cNvSpPr>
            <p:nvPr/>
          </p:nvSpPr>
          <p:spPr>
            <a:xfrm>
              <a:off x="3372497" y="2403055"/>
              <a:ext cx="5191" cy="10221"/>
            </a:xfrm>
            <a:custGeom>
              <a:avLst/>
              <a:gdLst>
                <a:gd name="connsiteX0" fmla="*/ 3478 w 3478"/>
                <a:gd name="connsiteY0" fmla="*/ 0 h 6848"/>
                <a:gd name="connsiteX1" fmla="*/ 0 w 3478"/>
                <a:gd name="connsiteY1" fmla="*/ 3424 h 6848"/>
                <a:gd name="connsiteX2" fmla="*/ 0 w 3478"/>
                <a:gd name="connsiteY2" fmla="*/ 6848 h 6848"/>
                <a:gd name="connsiteX3" fmla="*/ 3478 w 3478"/>
                <a:gd name="connsiteY3" fmla="*/ 5224 h 6848"/>
                <a:gd name="connsiteX4" fmla="*/ 3478 w 3478"/>
                <a:gd name="connsiteY4" fmla="*/ 0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8" h="6848">
                  <a:moveTo>
                    <a:pt x="3478" y="0"/>
                  </a:moveTo>
                  <a:lnTo>
                    <a:pt x="0" y="3424"/>
                  </a:lnTo>
                  <a:lnTo>
                    <a:pt x="0" y="6848"/>
                  </a:lnTo>
                  <a:lnTo>
                    <a:pt x="3478" y="5224"/>
                  </a:lnTo>
                  <a:lnTo>
                    <a:pt x="347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4737129B-EE62-9D58-04B8-BF62848D7959}"/>
                </a:ext>
              </a:extLst>
            </p:cNvPr>
            <p:cNvSpPr>
              <a:spLocks/>
            </p:cNvSpPr>
            <p:nvPr/>
          </p:nvSpPr>
          <p:spPr>
            <a:xfrm>
              <a:off x="3319679" y="2408822"/>
              <a:ext cx="9136" cy="8977"/>
            </a:xfrm>
            <a:custGeom>
              <a:avLst/>
              <a:gdLst>
                <a:gd name="connsiteX0" fmla="*/ 3061 w 6121"/>
                <a:gd name="connsiteY0" fmla="*/ 4083 h 6014"/>
                <a:gd name="connsiteX1" fmla="*/ 6122 w 6121"/>
                <a:gd name="connsiteY1" fmla="*/ 0 h 6014"/>
                <a:gd name="connsiteX2" fmla="*/ 3061 w 6121"/>
                <a:gd name="connsiteY2" fmla="*/ 0 h 6014"/>
                <a:gd name="connsiteX3" fmla="*/ 0 w 6121"/>
                <a:gd name="connsiteY3" fmla="*/ 2985 h 6014"/>
                <a:gd name="connsiteX4" fmla="*/ 3061 w 6121"/>
                <a:gd name="connsiteY4" fmla="*/ 6014 h 6014"/>
                <a:gd name="connsiteX5" fmla="*/ 3061 w 6121"/>
                <a:gd name="connsiteY5" fmla="*/ 4083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21" h="6014">
                  <a:moveTo>
                    <a:pt x="3061" y="4083"/>
                  </a:moveTo>
                  <a:lnTo>
                    <a:pt x="6122" y="0"/>
                  </a:lnTo>
                  <a:lnTo>
                    <a:pt x="3061" y="0"/>
                  </a:lnTo>
                  <a:lnTo>
                    <a:pt x="0" y="2985"/>
                  </a:lnTo>
                  <a:lnTo>
                    <a:pt x="3061" y="6014"/>
                  </a:lnTo>
                  <a:lnTo>
                    <a:pt x="3061" y="408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69552966-2B8D-02F1-DAD8-F497FCB61BCE}"/>
                </a:ext>
              </a:extLst>
            </p:cNvPr>
            <p:cNvSpPr>
              <a:spLocks/>
            </p:cNvSpPr>
            <p:nvPr/>
          </p:nvSpPr>
          <p:spPr>
            <a:xfrm>
              <a:off x="3297665" y="2626633"/>
              <a:ext cx="9482" cy="4521"/>
            </a:xfrm>
            <a:custGeom>
              <a:avLst/>
              <a:gdLst>
                <a:gd name="connsiteX0" fmla="*/ 6354 w 6353"/>
                <a:gd name="connsiteY0" fmla="*/ 0 h 3029"/>
                <a:gd name="connsiteX1" fmla="*/ 1159 w 6353"/>
                <a:gd name="connsiteY1" fmla="*/ 0 h 3029"/>
                <a:gd name="connsiteX2" fmla="*/ 0 w 6353"/>
                <a:gd name="connsiteY2" fmla="*/ 1537 h 3029"/>
                <a:gd name="connsiteX3" fmla="*/ 6354 w 6353"/>
                <a:gd name="connsiteY3" fmla="*/ 3029 h 3029"/>
                <a:gd name="connsiteX4" fmla="*/ 6354 w 6353"/>
                <a:gd name="connsiteY4" fmla="*/ 0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" h="3029">
                  <a:moveTo>
                    <a:pt x="6354" y="0"/>
                  </a:moveTo>
                  <a:lnTo>
                    <a:pt x="1159" y="0"/>
                  </a:lnTo>
                  <a:lnTo>
                    <a:pt x="0" y="1537"/>
                  </a:lnTo>
                  <a:lnTo>
                    <a:pt x="6354" y="3029"/>
                  </a:lnTo>
                  <a:lnTo>
                    <a:pt x="635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42C523C0-A611-C0BA-1D83-59572B7BA0AF}"/>
                </a:ext>
              </a:extLst>
            </p:cNvPr>
            <p:cNvSpPr>
              <a:spLocks/>
            </p:cNvSpPr>
            <p:nvPr/>
          </p:nvSpPr>
          <p:spPr>
            <a:xfrm>
              <a:off x="3328816" y="2492304"/>
              <a:ext cx="38487" cy="42199"/>
            </a:xfrm>
            <a:custGeom>
              <a:avLst/>
              <a:gdLst>
                <a:gd name="connsiteX0" fmla="*/ 6678 w 25785"/>
                <a:gd name="connsiteY0" fmla="*/ 20326 h 28271"/>
                <a:gd name="connsiteX1" fmla="*/ 5055 w 25785"/>
                <a:gd name="connsiteY1" fmla="*/ 23355 h 28271"/>
                <a:gd name="connsiteX2" fmla="*/ 0 w 25785"/>
                <a:gd name="connsiteY2" fmla="*/ 24452 h 28271"/>
                <a:gd name="connsiteX3" fmla="*/ 0 w 25785"/>
                <a:gd name="connsiteY3" fmla="*/ 28272 h 28271"/>
                <a:gd name="connsiteX4" fmla="*/ 5055 w 25785"/>
                <a:gd name="connsiteY4" fmla="*/ 26340 h 28271"/>
                <a:gd name="connsiteX5" fmla="*/ 8394 w 25785"/>
                <a:gd name="connsiteY5" fmla="*/ 24979 h 28271"/>
                <a:gd name="connsiteX6" fmla="*/ 10110 w 25785"/>
                <a:gd name="connsiteY6" fmla="*/ 21950 h 28271"/>
                <a:gd name="connsiteX7" fmla="*/ 16232 w 25785"/>
                <a:gd name="connsiteY7" fmla="*/ 21950 h 28271"/>
                <a:gd name="connsiteX8" fmla="*/ 16232 w 25785"/>
                <a:gd name="connsiteY8" fmla="*/ 17560 h 28271"/>
                <a:gd name="connsiteX9" fmla="*/ 22586 w 25785"/>
                <a:gd name="connsiteY9" fmla="*/ 14575 h 28271"/>
                <a:gd name="connsiteX10" fmla="*/ 24209 w 25785"/>
                <a:gd name="connsiteY10" fmla="*/ 8253 h 28271"/>
                <a:gd name="connsiteX11" fmla="*/ 22586 w 25785"/>
                <a:gd name="connsiteY11" fmla="*/ 5795 h 28271"/>
                <a:gd name="connsiteX12" fmla="*/ 25786 w 25785"/>
                <a:gd name="connsiteY12" fmla="*/ 0 h 28271"/>
                <a:gd name="connsiteX13" fmla="*/ 21426 w 25785"/>
                <a:gd name="connsiteY13" fmla="*/ 0 h 28271"/>
                <a:gd name="connsiteX14" fmla="*/ 17948 w 25785"/>
                <a:gd name="connsiteY14" fmla="*/ 3863 h 28271"/>
                <a:gd name="connsiteX15" fmla="*/ 19386 w 25785"/>
                <a:gd name="connsiteY15" fmla="*/ 12643 h 28271"/>
                <a:gd name="connsiteX16" fmla="*/ 14470 w 25785"/>
                <a:gd name="connsiteY16" fmla="*/ 14136 h 28271"/>
                <a:gd name="connsiteX17" fmla="*/ 12429 w 25785"/>
                <a:gd name="connsiteY17" fmla="*/ 18131 h 28271"/>
                <a:gd name="connsiteX18" fmla="*/ 6678 w 25785"/>
                <a:gd name="connsiteY18" fmla="*/ 20326 h 28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85" h="28271">
                  <a:moveTo>
                    <a:pt x="6678" y="20326"/>
                  </a:moveTo>
                  <a:lnTo>
                    <a:pt x="5055" y="23355"/>
                  </a:lnTo>
                  <a:lnTo>
                    <a:pt x="0" y="24452"/>
                  </a:lnTo>
                  <a:lnTo>
                    <a:pt x="0" y="28272"/>
                  </a:lnTo>
                  <a:lnTo>
                    <a:pt x="5055" y="26340"/>
                  </a:lnTo>
                  <a:lnTo>
                    <a:pt x="8394" y="24979"/>
                  </a:lnTo>
                  <a:lnTo>
                    <a:pt x="10110" y="21950"/>
                  </a:lnTo>
                  <a:lnTo>
                    <a:pt x="16232" y="21950"/>
                  </a:lnTo>
                  <a:lnTo>
                    <a:pt x="16232" y="17560"/>
                  </a:lnTo>
                  <a:lnTo>
                    <a:pt x="22586" y="14575"/>
                  </a:lnTo>
                  <a:lnTo>
                    <a:pt x="24209" y="8253"/>
                  </a:lnTo>
                  <a:lnTo>
                    <a:pt x="22586" y="5795"/>
                  </a:lnTo>
                  <a:lnTo>
                    <a:pt x="25786" y="0"/>
                  </a:lnTo>
                  <a:lnTo>
                    <a:pt x="21426" y="0"/>
                  </a:lnTo>
                  <a:lnTo>
                    <a:pt x="17948" y="3863"/>
                  </a:lnTo>
                  <a:lnTo>
                    <a:pt x="19386" y="12643"/>
                  </a:lnTo>
                  <a:lnTo>
                    <a:pt x="14470" y="14136"/>
                  </a:lnTo>
                  <a:lnTo>
                    <a:pt x="12429" y="18131"/>
                  </a:lnTo>
                  <a:lnTo>
                    <a:pt x="6678" y="2032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E5220A96-138D-0438-15C9-7D3747BB6448}"/>
                </a:ext>
              </a:extLst>
            </p:cNvPr>
            <p:cNvSpPr>
              <a:spLocks/>
            </p:cNvSpPr>
            <p:nvPr/>
          </p:nvSpPr>
          <p:spPr>
            <a:xfrm>
              <a:off x="3302373" y="2653302"/>
              <a:ext cx="36412" cy="19658"/>
            </a:xfrm>
            <a:custGeom>
              <a:avLst/>
              <a:gdLst>
                <a:gd name="connsiteX0" fmla="*/ 12986 w 24394"/>
                <a:gd name="connsiteY0" fmla="*/ 13170 h 13170"/>
                <a:gd name="connsiteX1" fmla="*/ 17716 w 24394"/>
                <a:gd name="connsiteY1" fmla="*/ 9746 h 13170"/>
                <a:gd name="connsiteX2" fmla="*/ 20870 w 24394"/>
                <a:gd name="connsiteY2" fmla="*/ 13170 h 13170"/>
                <a:gd name="connsiteX3" fmla="*/ 24394 w 24394"/>
                <a:gd name="connsiteY3" fmla="*/ 10404 h 13170"/>
                <a:gd name="connsiteX4" fmla="*/ 20870 w 24394"/>
                <a:gd name="connsiteY4" fmla="*/ 6278 h 13170"/>
                <a:gd name="connsiteX5" fmla="*/ 16557 w 24394"/>
                <a:gd name="connsiteY5" fmla="*/ 4083 h 13170"/>
                <a:gd name="connsiteX6" fmla="*/ 12986 w 24394"/>
                <a:gd name="connsiteY6" fmla="*/ 0 h 13170"/>
                <a:gd name="connsiteX7" fmla="*/ 8441 w 24394"/>
                <a:gd name="connsiteY7" fmla="*/ 2195 h 13170"/>
                <a:gd name="connsiteX8" fmla="*/ 5241 w 24394"/>
                <a:gd name="connsiteY8" fmla="*/ 0 h 13170"/>
                <a:gd name="connsiteX9" fmla="*/ 4638 w 24394"/>
                <a:gd name="connsiteY9" fmla="*/ 2722 h 13170"/>
                <a:gd name="connsiteX10" fmla="*/ 2041 w 24394"/>
                <a:gd name="connsiteY10" fmla="*/ 2722 h 13170"/>
                <a:gd name="connsiteX11" fmla="*/ 0 w 24394"/>
                <a:gd name="connsiteY11" fmla="*/ 2722 h 13170"/>
                <a:gd name="connsiteX12" fmla="*/ 8441 w 24394"/>
                <a:gd name="connsiteY12" fmla="*/ 8209 h 13170"/>
                <a:gd name="connsiteX13" fmla="*/ 12986 w 24394"/>
                <a:gd name="connsiteY13" fmla="*/ 13170 h 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394" h="13170">
                  <a:moveTo>
                    <a:pt x="12986" y="13170"/>
                  </a:moveTo>
                  <a:lnTo>
                    <a:pt x="17716" y="9746"/>
                  </a:lnTo>
                  <a:lnTo>
                    <a:pt x="20870" y="13170"/>
                  </a:lnTo>
                  <a:lnTo>
                    <a:pt x="24394" y="10404"/>
                  </a:lnTo>
                  <a:lnTo>
                    <a:pt x="20870" y="6278"/>
                  </a:lnTo>
                  <a:lnTo>
                    <a:pt x="16557" y="4083"/>
                  </a:lnTo>
                  <a:lnTo>
                    <a:pt x="12986" y="0"/>
                  </a:lnTo>
                  <a:lnTo>
                    <a:pt x="8441" y="2195"/>
                  </a:lnTo>
                  <a:lnTo>
                    <a:pt x="5241" y="0"/>
                  </a:lnTo>
                  <a:lnTo>
                    <a:pt x="4638" y="2722"/>
                  </a:lnTo>
                  <a:lnTo>
                    <a:pt x="2041" y="2722"/>
                  </a:lnTo>
                  <a:lnTo>
                    <a:pt x="0" y="2722"/>
                  </a:lnTo>
                  <a:lnTo>
                    <a:pt x="8441" y="8209"/>
                  </a:lnTo>
                  <a:lnTo>
                    <a:pt x="12986" y="131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8F45D6A0-0EBC-74F6-E114-712886EE351B}"/>
                </a:ext>
              </a:extLst>
            </p:cNvPr>
            <p:cNvSpPr>
              <a:spLocks/>
            </p:cNvSpPr>
            <p:nvPr/>
          </p:nvSpPr>
          <p:spPr>
            <a:xfrm>
              <a:off x="3314972" y="2626633"/>
              <a:ext cx="12114" cy="12711"/>
            </a:xfrm>
            <a:custGeom>
              <a:avLst/>
              <a:gdLst>
                <a:gd name="connsiteX0" fmla="*/ 0 w 8116"/>
                <a:gd name="connsiteY0" fmla="*/ 7156 h 8516"/>
                <a:gd name="connsiteX1" fmla="*/ 1438 w 8116"/>
                <a:gd name="connsiteY1" fmla="*/ 8517 h 8516"/>
                <a:gd name="connsiteX2" fmla="*/ 4359 w 8116"/>
                <a:gd name="connsiteY2" fmla="*/ 5048 h 8516"/>
                <a:gd name="connsiteX3" fmla="*/ 6215 w 8116"/>
                <a:gd name="connsiteY3" fmla="*/ 8517 h 8516"/>
                <a:gd name="connsiteX4" fmla="*/ 8116 w 8116"/>
                <a:gd name="connsiteY4" fmla="*/ 1537 h 8516"/>
                <a:gd name="connsiteX5" fmla="*/ 4035 w 8116"/>
                <a:gd name="connsiteY5" fmla="*/ 0 h 8516"/>
                <a:gd name="connsiteX6" fmla="*/ 1438 w 8116"/>
                <a:gd name="connsiteY6" fmla="*/ 1537 h 8516"/>
                <a:gd name="connsiteX7" fmla="*/ 0 w 8116"/>
                <a:gd name="connsiteY7" fmla="*/ 7156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16" h="8516">
                  <a:moveTo>
                    <a:pt x="0" y="7156"/>
                  </a:moveTo>
                  <a:lnTo>
                    <a:pt x="1438" y="8517"/>
                  </a:lnTo>
                  <a:lnTo>
                    <a:pt x="4359" y="5048"/>
                  </a:lnTo>
                  <a:lnTo>
                    <a:pt x="6215" y="8517"/>
                  </a:lnTo>
                  <a:lnTo>
                    <a:pt x="8116" y="1537"/>
                  </a:lnTo>
                  <a:lnTo>
                    <a:pt x="4035" y="0"/>
                  </a:lnTo>
                  <a:lnTo>
                    <a:pt x="1438" y="1537"/>
                  </a:lnTo>
                  <a:lnTo>
                    <a:pt x="0" y="71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978543A0-C48B-0CB2-5373-BEB6F37B8DD4}"/>
                </a:ext>
              </a:extLst>
            </p:cNvPr>
            <p:cNvSpPr>
              <a:spLocks/>
            </p:cNvSpPr>
            <p:nvPr/>
          </p:nvSpPr>
          <p:spPr>
            <a:xfrm>
              <a:off x="3294204" y="2631154"/>
              <a:ext cx="8167" cy="8190"/>
            </a:xfrm>
            <a:custGeom>
              <a:avLst/>
              <a:gdLst>
                <a:gd name="connsiteX0" fmla="*/ 5472 w 5472"/>
                <a:gd name="connsiteY0" fmla="*/ 5488 h 5487"/>
                <a:gd name="connsiteX1" fmla="*/ 5472 w 5472"/>
                <a:gd name="connsiteY1" fmla="*/ 1932 h 5487"/>
                <a:gd name="connsiteX2" fmla="*/ 2736 w 5472"/>
                <a:gd name="connsiteY2" fmla="*/ 0 h 5487"/>
                <a:gd name="connsiteX3" fmla="*/ 0 w 5472"/>
                <a:gd name="connsiteY3" fmla="*/ 1932 h 5487"/>
                <a:gd name="connsiteX4" fmla="*/ 5472 w 5472"/>
                <a:gd name="connsiteY4" fmla="*/ 5488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2" h="5487">
                  <a:moveTo>
                    <a:pt x="5472" y="5488"/>
                  </a:moveTo>
                  <a:lnTo>
                    <a:pt x="5472" y="1932"/>
                  </a:lnTo>
                  <a:lnTo>
                    <a:pt x="2736" y="0"/>
                  </a:lnTo>
                  <a:lnTo>
                    <a:pt x="0" y="1932"/>
                  </a:lnTo>
                  <a:lnTo>
                    <a:pt x="5472" y="54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9A6088DF-688A-04A4-81FF-CF96A7574024}"/>
                </a:ext>
              </a:extLst>
            </p:cNvPr>
            <p:cNvSpPr>
              <a:spLocks/>
            </p:cNvSpPr>
            <p:nvPr/>
          </p:nvSpPr>
          <p:spPr>
            <a:xfrm>
              <a:off x="3367305" y="2439095"/>
              <a:ext cx="13013" cy="6553"/>
            </a:xfrm>
            <a:custGeom>
              <a:avLst/>
              <a:gdLst>
                <a:gd name="connsiteX0" fmla="*/ 8719 w 8718"/>
                <a:gd name="connsiteY0" fmla="*/ 1361 h 4390"/>
                <a:gd name="connsiteX1" fmla="*/ 2041 w 8718"/>
                <a:gd name="connsiteY1" fmla="*/ 0 h 4390"/>
                <a:gd name="connsiteX2" fmla="*/ 0 w 8718"/>
                <a:gd name="connsiteY2" fmla="*/ 2897 h 4390"/>
                <a:gd name="connsiteX3" fmla="*/ 6957 w 8718"/>
                <a:gd name="connsiteY3" fmla="*/ 4390 h 4390"/>
                <a:gd name="connsiteX4" fmla="*/ 8719 w 8718"/>
                <a:gd name="connsiteY4" fmla="*/ 1361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8" h="4390">
                  <a:moveTo>
                    <a:pt x="8719" y="1361"/>
                  </a:moveTo>
                  <a:lnTo>
                    <a:pt x="2041" y="0"/>
                  </a:lnTo>
                  <a:lnTo>
                    <a:pt x="0" y="2897"/>
                  </a:lnTo>
                  <a:lnTo>
                    <a:pt x="6957" y="4390"/>
                  </a:lnTo>
                  <a:lnTo>
                    <a:pt x="8719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AA8A25F3-9945-9715-AA93-66189856CBB3}"/>
                </a:ext>
              </a:extLst>
            </p:cNvPr>
            <p:cNvSpPr>
              <a:spLocks/>
            </p:cNvSpPr>
            <p:nvPr/>
          </p:nvSpPr>
          <p:spPr>
            <a:xfrm>
              <a:off x="3372497" y="2511962"/>
              <a:ext cx="5191" cy="11074"/>
            </a:xfrm>
            <a:custGeom>
              <a:avLst/>
              <a:gdLst>
                <a:gd name="connsiteX0" fmla="*/ 3478 w 3478"/>
                <a:gd name="connsiteY0" fmla="*/ 3732 h 7419"/>
                <a:gd name="connsiteX1" fmla="*/ 3478 w 3478"/>
                <a:gd name="connsiteY1" fmla="*/ 0 h 7419"/>
                <a:gd name="connsiteX2" fmla="*/ 1716 w 3478"/>
                <a:gd name="connsiteY2" fmla="*/ 0 h 7419"/>
                <a:gd name="connsiteX3" fmla="*/ 0 w 3478"/>
                <a:gd name="connsiteY3" fmla="*/ 7419 h 7419"/>
                <a:gd name="connsiteX4" fmla="*/ 3478 w 3478"/>
                <a:gd name="connsiteY4" fmla="*/ 3732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8" h="7419">
                  <a:moveTo>
                    <a:pt x="3478" y="3732"/>
                  </a:moveTo>
                  <a:lnTo>
                    <a:pt x="3478" y="0"/>
                  </a:lnTo>
                  <a:lnTo>
                    <a:pt x="1716" y="0"/>
                  </a:lnTo>
                  <a:lnTo>
                    <a:pt x="0" y="7419"/>
                  </a:lnTo>
                  <a:lnTo>
                    <a:pt x="3478" y="37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4857F593-DAED-9FE1-27B8-4865C5172EFD}"/>
                </a:ext>
              </a:extLst>
            </p:cNvPr>
            <p:cNvSpPr>
              <a:spLocks/>
            </p:cNvSpPr>
            <p:nvPr/>
          </p:nvSpPr>
          <p:spPr>
            <a:xfrm>
              <a:off x="3357753" y="2445648"/>
              <a:ext cx="9553" cy="10614"/>
            </a:xfrm>
            <a:custGeom>
              <a:avLst/>
              <a:gdLst>
                <a:gd name="connsiteX0" fmla="*/ 2922 w 6400"/>
                <a:gd name="connsiteY0" fmla="*/ 7112 h 7111"/>
                <a:gd name="connsiteX1" fmla="*/ 6400 w 6400"/>
                <a:gd name="connsiteY1" fmla="*/ 7112 h 7111"/>
                <a:gd name="connsiteX2" fmla="*/ 4638 w 6400"/>
                <a:gd name="connsiteY2" fmla="*/ 0 h 7111"/>
                <a:gd name="connsiteX3" fmla="*/ 0 w 6400"/>
                <a:gd name="connsiteY3" fmla="*/ 3556 h 7111"/>
                <a:gd name="connsiteX4" fmla="*/ 2922 w 6400"/>
                <a:gd name="connsiteY4" fmla="*/ 7112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" h="7111">
                  <a:moveTo>
                    <a:pt x="2922" y="7112"/>
                  </a:moveTo>
                  <a:lnTo>
                    <a:pt x="6400" y="7112"/>
                  </a:lnTo>
                  <a:lnTo>
                    <a:pt x="4638" y="0"/>
                  </a:lnTo>
                  <a:lnTo>
                    <a:pt x="0" y="3556"/>
                  </a:lnTo>
                  <a:lnTo>
                    <a:pt x="2922" y="71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71894354-B601-4F6A-163D-C549EF4B1FBA}"/>
                </a:ext>
              </a:extLst>
            </p:cNvPr>
            <p:cNvSpPr>
              <a:spLocks/>
            </p:cNvSpPr>
            <p:nvPr/>
          </p:nvSpPr>
          <p:spPr>
            <a:xfrm>
              <a:off x="3353045" y="2439095"/>
              <a:ext cx="9482" cy="3276"/>
            </a:xfrm>
            <a:custGeom>
              <a:avLst/>
              <a:gdLst>
                <a:gd name="connsiteX0" fmla="*/ 6354 w 6353"/>
                <a:gd name="connsiteY0" fmla="*/ 0 h 2195"/>
                <a:gd name="connsiteX1" fmla="*/ 0 w 6353"/>
                <a:gd name="connsiteY1" fmla="*/ 0 h 2195"/>
                <a:gd name="connsiteX2" fmla="*/ 0 w 6353"/>
                <a:gd name="connsiteY2" fmla="*/ 2195 h 2195"/>
                <a:gd name="connsiteX3" fmla="*/ 4916 w 6353"/>
                <a:gd name="connsiteY3" fmla="*/ 2195 h 2195"/>
                <a:gd name="connsiteX4" fmla="*/ 6354 w 6353"/>
                <a:gd name="connsiteY4" fmla="*/ 0 h 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" h="2195">
                  <a:moveTo>
                    <a:pt x="6354" y="0"/>
                  </a:moveTo>
                  <a:lnTo>
                    <a:pt x="0" y="0"/>
                  </a:lnTo>
                  <a:lnTo>
                    <a:pt x="0" y="2195"/>
                  </a:lnTo>
                  <a:lnTo>
                    <a:pt x="4916" y="2195"/>
                  </a:lnTo>
                  <a:lnTo>
                    <a:pt x="635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905E2BBA-231F-7EF5-6403-1A2869FA72BF}"/>
                </a:ext>
              </a:extLst>
            </p:cNvPr>
            <p:cNvSpPr>
              <a:spLocks/>
            </p:cNvSpPr>
            <p:nvPr/>
          </p:nvSpPr>
          <p:spPr>
            <a:xfrm>
              <a:off x="4006384" y="2749168"/>
              <a:ext cx="12944" cy="11401"/>
            </a:xfrm>
            <a:custGeom>
              <a:avLst/>
              <a:gdLst>
                <a:gd name="connsiteX0" fmla="*/ 8673 w 8672"/>
                <a:gd name="connsiteY0" fmla="*/ 7639 h 7638"/>
                <a:gd name="connsiteX1" fmla="*/ 8673 w 8672"/>
                <a:gd name="connsiteY1" fmla="*/ 2722 h 7638"/>
                <a:gd name="connsiteX2" fmla="*/ 2597 w 8672"/>
                <a:gd name="connsiteY2" fmla="*/ 0 h 7638"/>
                <a:gd name="connsiteX3" fmla="*/ 0 w 8672"/>
                <a:gd name="connsiteY3" fmla="*/ 2722 h 7638"/>
                <a:gd name="connsiteX4" fmla="*/ 5194 w 8672"/>
                <a:gd name="connsiteY4" fmla="*/ 7639 h 7638"/>
                <a:gd name="connsiteX5" fmla="*/ 8673 w 8672"/>
                <a:gd name="connsiteY5" fmla="*/ 7639 h 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2" h="7638">
                  <a:moveTo>
                    <a:pt x="8673" y="7639"/>
                  </a:moveTo>
                  <a:lnTo>
                    <a:pt x="8673" y="2722"/>
                  </a:lnTo>
                  <a:lnTo>
                    <a:pt x="2597" y="0"/>
                  </a:lnTo>
                  <a:lnTo>
                    <a:pt x="0" y="2722"/>
                  </a:lnTo>
                  <a:lnTo>
                    <a:pt x="5194" y="7639"/>
                  </a:lnTo>
                  <a:lnTo>
                    <a:pt x="8673" y="763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34C28EC8-00C8-13E7-DEA1-D6CBCEA6A055}"/>
                </a:ext>
              </a:extLst>
            </p:cNvPr>
            <p:cNvSpPr>
              <a:spLocks/>
            </p:cNvSpPr>
            <p:nvPr/>
          </p:nvSpPr>
          <p:spPr>
            <a:xfrm>
              <a:off x="7346381" y="1838739"/>
              <a:ext cx="13013" cy="14284"/>
            </a:xfrm>
            <a:custGeom>
              <a:avLst/>
              <a:gdLst>
                <a:gd name="connsiteX0" fmla="*/ 8719 w 8718"/>
                <a:gd name="connsiteY0" fmla="*/ 5751 h 9570"/>
                <a:gd name="connsiteX1" fmla="*/ 8719 w 8718"/>
                <a:gd name="connsiteY1" fmla="*/ 0 h 9570"/>
                <a:gd name="connsiteX2" fmla="*/ 4359 w 8718"/>
                <a:gd name="connsiteY2" fmla="*/ 2195 h 9570"/>
                <a:gd name="connsiteX3" fmla="*/ 0 w 8718"/>
                <a:gd name="connsiteY3" fmla="*/ 4083 h 9570"/>
                <a:gd name="connsiteX4" fmla="*/ 0 w 8718"/>
                <a:gd name="connsiteY4" fmla="*/ 9570 h 9570"/>
                <a:gd name="connsiteX5" fmla="*/ 4359 w 8718"/>
                <a:gd name="connsiteY5" fmla="*/ 8341 h 9570"/>
                <a:gd name="connsiteX6" fmla="*/ 8719 w 8718"/>
                <a:gd name="connsiteY6" fmla="*/ 5751 h 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18" h="9570">
                  <a:moveTo>
                    <a:pt x="8719" y="5751"/>
                  </a:moveTo>
                  <a:lnTo>
                    <a:pt x="8719" y="0"/>
                  </a:lnTo>
                  <a:lnTo>
                    <a:pt x="4359" y="2195"/>
                  </a:lnTo>
                  <a:lnTo>
                    <a:pt x="0" y="4083"/>
                  </a:lnTo>
                  <a:lnTo>
                    <a:pt x="0" y="9570"/>
                  </a:lnTo>
                  <a:lnTo>
                    <a:pt x="4359" y="8341"/>
                  </a:lnTo>
                  <a:lnTo>
                    <a:pt x="8719" y="57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E55298C8-875B-EA4E-242A-26013AED679C}"/>
                </a:ext>
              </a:extLst>
            </p:cNvPr>
            <p:cNvSpPr>
              <a:spLocks/>
            </p:cNvSpPr>
            <p:nvPr/>
          </p:nvSpPr>
          <p:spPr>
            <a:xfrm>
              <a:off x="7315232" y="1880349"/>
              <a:ext cx="8652" cy="7208"/>
            </a:xfrm>
            <a:custGeom>
              <a:avLst/>
              <a:gdLst>
                <a:gd name="connsiteX0" fmla="*/ 5797 w 5797"/>
                <a:gd name="connsiteY0" fmla="*/ 1712 h 4829"/>
                <a:gd name="connsiteX1" fmla="*/ 0 w 5797"/>
                <a:gd name="connsiteY1" fmla="*/ 0 h 4829"/>
                <a:gd name="connsiteX2" fmla="*/ 5797 w 5797"/>
                <a:gd name="connsiteY2" fmla="*/ 4829 h 4829"/>
                <a:gd name="connsiteX3" fmla="*/ 5797 w 5797"/>
                <a:gd name="connsiteY3" fmla="*/ 1712 h 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97" h="4829">
                  <a:moveTo>
                    <a:pt x="5797" y="1712"/>
                  </a:moveTo>
                  <a:lnTo>
                    <a:pt x="0" y="0"/>
                  </a:lnTo>
                  <a:lnTo>
                    <a:pt x="5797" y="4829"/>
                  </a:lnTo>
                  <a:lnTo>
                    <a:pt x="5797" y="17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1F17AF19-B63B-19BE-A227-767CFE4D9115}"/>
                </a:ext>
              </a:extLst>
            </p:cNvPr>
            <p:cNvSpPr>
              <a:spLocks/>
            </p:cNvSpPr>
            <p:nvPr/>
          </p:nvSpPr>
          <p:spPr>
            <a:xfrm>
              <a:off x="6690067" y="2896537"/>
              <a:ext cx="22912" cy="19264"/>
            </a:xfrm>
            <a:custGeom>
              <a:avLst/>
              <a:gdLst>
                <a:gd name="connsiteX0" fmla="*/ 0 w 15350"/>
                <a:gd name="connsiteY0" fmla="*/ 2195 h 12906"/>
                <a:gd name="connsiteX1" fmla="*/ 13913 w 15350"/>
                <a:gd name="connsiteY1" fmla="*/ 12907 h 12906"/>
                <a:gd name="connsiteX2" fmla="*/ 15351 w 15350"/>
                <a:gd name="connsiteY2" fmla="*/ 10448 h 12906"/>
                <a:gd name="connsiteX3" fmla="*/ 0 w 15350"/>
                <a:gd name="connsiteY3" fmla="*/ 0 h 12906"/>
                <a:gd name="connsiteX4" fmla="*/ 0 w 15350"/>
                <a:gd name="connsiteY4" fmla="*/ 2195 h 1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50" h="12906">
                  <a:moveTo>
                    <a:pt x="0" y="2195"/>
                  </a:moveTo>
                  <a:lnTo>
                    <a:pt x="13913" y="12907"/>
                  </a:lnTo>
                  <a:lnTo>
                    <a:pt x="15351" y="10448"/>
                  </a:lnTo>
                  <a:lnTo>
                    <a:pt x="0" y="0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B6858E45-6F5E-9659-DE27-20A634123E31}"/>
                </a:ext>
              </a:extLst>
            </p:cNvPr>
            <p:cNvSpPr>
              <a:spLocks/>
            </p:cNvSpPr>
            <p:nvPr/>
          </p:nvSpPr>
          <p:spPr>
            <a:xfrm>
              <a:off x="7359396" y="1844834"/>
              <a:ext cx="7753" cy="12711"/>
            </a:xfrm>
            <a:custGeom>
              <a:avLst/>
              <a:gdLst>
                <a:gd name="connsiteX0" fmla="*/ 5194 w 5194"/>
                <a:gd name="connsiteY0" fmla="*/ 8517 h 8516"/>
                <a:gd name="connsiteX1" fmla="*/ 5194 w 5194"/>
                <a:gd name="connsiteY1" fmla="*/ 4697 h 8516"/>
                <a:gd name="connsiteX2" fmla="*/ 2597 w 5194"/>
                <a:gd name="connsiteY2" fmla="*/ 0 h 8516"/>
                <a:gd name="connsiteX3" fmla="*/ 0 w 5194"/>
                <a:gd name="connsiteY3" fmla="*/ 4258 h 8516"/>
                <a:gd name="connsiteX4" fmla="*/ 5194 w 5194"/>
                <a:gd name="connsiteY4" fmla="*/ 8517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4" h="8516">
                  <a:moveTo>
                    <a:pt x="5194" y="8517"/>
                  </a:moveTo>
                  <a:lnTo>
                    <a:pt x="5194" y="4697"/>
                  </a:lnTo>
                  <a:lnTo>
                    <a:pt x="2597" y="0"/>
                  </a:lnTo>
                  <a:lnTo>
                    <a:pt x="0" y="4258"/>
                  </a:lnTo>
                  <a:lnTo>
                    <a:pt x="5194" y="85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799A6209-DE06-A802-D0DA-63B2CE161B66}"/>
                </a:ext>
              </a:extLst>
            </p:cNvPr>
            <p:cNvSpPr>
              <a:spLocks/>
            </p:cNvSpPr>
            <p:nvPr/>
          </p:nvSpPr>
          <p:spPr>
            <a:xfrm>
              <a:off x="6513544" y="1975100"/>
              <a:ext cx="7336" cy="20640"/>
            </a:xfrm>
            <a:custGeom>
              <a:avLst/>
              <a:gdLst>
                <a:gd name="connsiteX0" fmla="*/ 4916 w 4915"/>
                <a:gd name="connsiteY0" fmla="*/ 0 h 13828"/>
                <a:gd name="connsiteX1" fmla="*/ 1438 w 4915"/>
                <a:gd name="connsiteY1" fmla="*/ 1624 h 13828"/>
                <a:gd name="connsiteX2" fmla="*/ 0 w 4915"/>
                <a:gd name="connsiteY2" fmla="*/ 13828 h 13828"/>
                <a:gd name="connsiteX3" fmla="*/ 2597 w 4915"/>
                <a:gd name="connsiteY3" fmla="*/ 13828 h 13828"/>
                <a:gd name="connsiteX4" fmla="*/ 4916 w 4915"/>
                <a:gd name="connsiteY4" fmla="*/ 0 h 1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13828">
                  <a:moveTo>
                    <a:pt x="4916" y="0"/>
                  </a:moveTo>
                  <a:lnTo>
                    <a:pt x="1438" y="1624"/>
                  </a:lnTo>
                  <a:lnTo>
                    <a:pt x="0" y="13828"/>
                  </a:lnTo>
                  <a:lnTo>
                    <a:pt x="2597" y="13828"/>
                  </a:lnTo>
                  <a:lnTo>
                    <a:pt x="49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EBB59CCD-AC46-5982-764C-14C4DAACE57F}"/>
                </a:ext>
              </a:extLst>
            </p:cNvPr>
            <p:cNvSpPr>
              <a:spLocks/>
            </p:cNvSpPr>
            <p:nvPr/>
          </p:nvSpPr>
          <p:spPr>
            <a:xfrm>
              <a:off x="6469381" y="2202805"/>
              <a:ext cx="10383" cy="12711"/>
            </a:xfrm>
            <a:custGeom>
              <a:avLst/>
              <a:gdLst>
                <a:gd name="connsiteX0" fmla="*/ 6957 w 6956"/>
                <a:gd name="connsiteY0" fmla="*/ 7112 h 8516"/>
                <a:gd name="connsiteX1" fmla="*/ 3571 w 6956"/>
                <a:gd name="connsiteY1" fmla="*/ 0 h 8516"/>
                <a:gd name="connsiteX2" fmla="*/ 0 w 6956"/>
                <a:gd name="connsiteY2" fmla="*/ 0 h 8516"/>
                <a:gd name="connsiteX3" fmla="*/ 3571 w 6956"/>
                <a:gd name="connsiteY3" fmla="*/ 8517 h 8516"/>
                <a:gd name="connsiteX4" fmla="*/ 6957 w 6956"/>
                <a:gd name="connsiteY4" fmla="*/ 7112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8516">
                  <a:moveTo>
                    <a:pt x="6957" y="7112"/>
                  </a:moveTo>
                  <a:lnTo>
                    <a:pt x="3571" y="0"/>
                  </a:lnTo>
                  <a:lnTo>
                    <a:pt x="0" y="0"/>
                  </a:lnTo>
                  <a:lnTo>
                    <a:pt x="3571" y="8517"/>
                  </a:lnTo>
                  <a:lnTo>
                    <a:pt x="6957" y="71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EAFD2365-5041-8B92-B270-A93984A22563}"/>
                </a:ext>
              </a:extLst>
            </p:cNvPr>
            <p:cNvSpPr>
              <a:spLocks/>
            </p:cNvSpPr>
            <p:nvPr/>
          </p:nvSpPr>
          <p:spPr>
            <a:xfrm>
              <a:off x="6494092" y="1986960"/>
              <a:ext cx="12114" cy="17627"/>
            </a:xfrm>
            <a:custGeom>
              <a:avLst/>
              <a:gdLst>
                <a:gd name="connsiteX0" fmla="*/ 4916 w 8116"/>
                <a:gd name="connsiteY0" fmla="*/ 11809 h 11809"/>
                <a:gd name="connsiteX1" fmla="*/ 8116 w 8116"/>
                <a:gd name="connsiteY1" fmla="*/ 10448 h 11809"/>
                <a:gd name="connsiteX2" fmla="*/ 4035 w 8116"/>
                <a:gd name="connsiteY2" fmla="*/ 3293 h 11809"/>
                <a:gd name="connsiteX3" fmla="*/ 2319 w 8116"/>
                <a:gd name="connsiteY3" fmla="*/ 0 h 11809"/>
                <a:gd name="connsiteX4" fmla="*/ 0 w 8116"/>
                <a:gd name="connsiteY4" fmla="*/ 0 h 11809"/>
                <a:gd name="connsiteX5" fmla="*/ 0 w 8116"/>
                <a:gd name="connsiteY5" fmla="*/ 4653 h 11809"/>
                <a:gd name="connsiteX6" fmla="*/ 1994 w 8116"/>
                <a:gd name="connsiteY6" fmla="*/ 11809 h 11809"/>
                <a:gd name="connsiteX7" fmla="*/ 4916 w 8116"/>
                <a:gd name="connsiteY7" fmla="*/ 11809 h 1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16" h="11809">
                  <a:moveTo>
                    <a:pt x="4916" y="11809"/>
                  </a:moveTo>
                  <a:lnTo>
                    <a:pt x="8116" y="10448"/>
                  </a:lnTo>
                  <a:lnTo>
                    <a:pt x="4035" y="3293"/>
                  </a:lnTo>
                  <a:lnTo>
                    <a:pt x="2319" y="0"/>
                  </a:lnTo>
                  <a:lnTo>
                    <a:pt x="0" y="0"/>
                  </a:lnTo>
                  <a:lnTo>
                    <a:pt x="0" y="4653"/>
                  </a:lnTo>
                  <a:lnTo>
                    <a:pt x="1994" y="11809"/>
                  </a:lnTo>
                  <a:lnTo>
                    <a:pt x="4916" y="118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AF98DA71-4B73-D23E-1206-16B98C5FA081}"/>
                </a:ext>
              </a:extLst>
            </p:cNvPr>
            <p:cNvSpPr>
              <a:spLocks/>
            </p:cNvSpPr>
            <p:nvPr/>
          </p:nvSpPr>
          <p:spPr>
            <a:xfrm>
              <a:off x="7371095" y="1976345"/>
              <a:ext cx="11629" cy="8977"/>
            </a:xfrm>
            <a:custGeom>
              <a:avLst/>
              <a:gdLst>
                <a:gd name="connsiteX0" fmla="*/ 5751 w 7791"/>
                <a:gd name="connsiteY0" fmla="*/ 6014 h 6014"/>
                <a:gd name="connsiteX1" fmla="*/ 7791 w 7791"/>
                <a:gd name="connsiteY1" fmla="*/ 0 h 6014"/>
                <a:gd name="connsiteX2" fmla="*/ 3896 w 7791"/>
                <a:gd name="connsiteY2" fmla="*/ 0 h 6014"/>
                <a:gd name="connsiteX3" fmla="*/ 0 w 7791"/>
                <a:gd name="connsiteY3" fmla="*/ 6014 h 6014"/>
                <a:gd name="connsiteX4" fmla="*/ 5751 w 7791"/>
                <a:gd name="connsiteY4" fmla="*/ 6014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" h="6014">
                  <a:moveTo>
                    <a:pt x="5751" y="6014"/>
                  </a:moveTo>
                  <a:lnTo>
                    <a:pt x="7791" y="0"/>
                  </a:lnTo>
                  <a:lnTo>
                    <a:pt x="3896" y="0"/>
                  </a:lnTo>
                  <a:lnTo>
                    <a:pt x="0" y="6014"/>
                  </a:lnTo>
                  <a:lnTo>
                    <a:pt x="5751" y="60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0CF50F7D-6429-E78E-8343-DBE9D5D4752B}"/>
                </a:ext>
              </a:extLst>
            </p:cNvPr>
            <p:cNvSpPr>
              <a:spLocks/>
            </p:cNvSpPr>
            <p:nvPr/>
          </p:nvSpPr>
          <p:spPr>
            <a:xfrm>
              <a:off x="6429646" y="2099995"/>
              <a:ext cx="28104" cy="24572"/>
            </a:xfrm>
            <a:custGeom>
              <a:avLst/>
              <a:gdLst>
                <a:gd name="connsiteX0" fmla="*/ 9554 w 18829"/>
                <a:gd name="connsiteY0" fmla="*/ 0 h 16462"/>
                <a:gd name="connsiteX1" fmla="*/ 4174 w 18829"/>
                <a:gd name="connsiteY1" fmla="*/ 0 h 16462"/>
                <a:gd name="connsiteX2" fmla="*/ 4174 w 18829"/>
                <a:gd name="connsiteY2" fmla="*/ 2766 h 16462"/>
                <a:gd name="connsiteX3" fmla="*/ 0 w 18829"/>
                <a:gd name="connsiteY3" fmla="*/ 5312 h 16462"/>
                <a:gd name="connsiteX4" fmla="*/ 10991 w 18829"/>
                <a:gd name="connsiteY4" fmla="*/ 13741 h 16462"/>
                <a:gd name="connsiteX5" fmla="*/ 18829 w 18829"/>
                <a:gd name="connsiteY5" fmla="*/ 16463 h 16462"/>
                <a:gd name="connsiteX6" fmla="*/ 18829 w 18829"/>
                <a:gd name="connsiteY6" fmla="*/ 13741 h 16462"/>
                <a:gd name="connsiteX7" fmla="*/ 14748 w 18829"/>
                <a:gd name="connsiteY7" fmla="*/ 10404 h 16462"/>
                <a:gd name="connsiteX8" fmla="*/ 15629 w 18829"/>
                <a:gd name="connsiteY8" fmla="*/ 5312 h 16462"/>
                <a:gd name="connsiteX9" fmla="*/ 9554 w 18829"/>
                <a:gd name="connsiteY9" fmla="*/ 5312 h 16462"/>
                <a:gd name="connsiteX10" fmla="*/ 9554 w 18829"/>
                <a:gd name="connsiteY10" fmla="*/ 0 h 1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9" h="16462">
                  <a:moveTo>
                    <a:pt x="9554" y="0"/>
                  </a:moveTo>
                  <a:lnTo>
                    <a:pt x="4174" y="0"/>
                  </a:lnTo>
                  <a:lnTo>
                    <a:pt x="4174" y="2766"/>
                  </a:lnTo>
                  <a:lnTo>
                    <a:pt x="0" y="5312"/>
                  </a:lnTo>
                  <a:lnTo>
                    <a:pt x="10991" y="13741"/>
                  </a:lnTo>
                  <a:lnTo>
                    <a:pt x="18829" y="16463"/>
                  </a:lnTo>
                  <a:lnTo>
                    <a:pt x="18829" y="13741"/>
                  </a:lnTo>
                  <a:lnTo>
                    <a:pt x="14748" y="10404"/>
                  </a:lnTo>
                  <a:lnTo>
                    <a:pt x="15629" y="5312"/>
                  </a:lnTo>
                  <a:lnTo>
                    <a:pt x="9554" y="5312"/>
                  </a:lnTo>
                  <a:lnTo>
                    <a:pt x="955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7BCC601-D7ED-FBF3-AE8A-F81176A25215}"/>
                </a:ext>
              </a:extLst>
            </p:cNvPr>
            <p:cNvSpPr>
              <a:spLocks/>
            </p:cNvSpPr>
            <p:nvPr/>
          </p:nvSpPr>
          <p:spPr>
            <a:xfrm>
              <a:off x="6433938" y="2072932"/>
              <a:ext cx="9967" cy="8648"/>
            </a:xfrm>
            <a:custGeom>
              <a:avLst/>
              <a:gdLst>
                <a:gd name="connsiteX0" fmla="*/ 6678 w 6678"/>
                <a:gd name="connsiteY0" fmla="*/ 1932 h 5794"/>
                <a:gd name="connsiteX1" fmla="*/ 1299 w 6678"/>
                <a:gd name="connsiteY1" fmla="*/ 0 h 5794"/>
                <a:gd name="connsiteX2" fmla="*/ 0 w 6678"/>
                <a:gd name="connsiteY2" fmla="*/ 1932 h 5794"/>
                <a:gd name="connsiteX3" fmla="*/ 5194 w 6678"/>
                <a:gd name="connsiteY3" fmla="*/ 5795 h 5794"/>
                <a:gd name="connsiteX4" fmla="*/ 6678 w 6678"/>
                <a:gd name="connsiteY4" fmla="*/ 1932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8" h="5794">
                  <a:moveTo>
                    <a:pt x="6678" y="1932"/>
                  </a:moveTo>
                  <a:lnTo>
                    <a:pt x="1299" y="0"/>
                  </a:lnTo>
                  <a:lnTo>
                    <a:pt x="0" y="1932"/>
                  </a:lnTo>
                  <a:lnTo>
                    <a:pt x="5194" y="5795"/>
                  </a:lnTo>
                  <a:lnTo>
                    <a:pt x="6678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6A548B6A-728B-41BA-AD18-B829598FD13A}"/>
                </a:ext>
              </a:extLst>
            </p:cNvPr>
            <p:cNvSpPr>
              <a:spLocks/>
            </p:cNvSpPr>
            <p:nvPr/>
          </p:nvSpPr>
          <p:spPr>
            <a:xfrm>
              <a:off x="6597515" y="2322562"/>
              <a:ext cx="9660" cy="13738"/>
            </a:xfrm>
            <a:custGeom>
              <a:avLst/>
              <a:gdLst>
                <a:gd name="connsiteX0" fmla="*/ 5194 w 6472"/>
                <a:gd name="connsiteY0" fmla="*/ 9193 h 9204"/>
                <a:gd name="connsiteX1" fmla="*/ 5194 w 6472"/>
                <a:gd name="connsiteY1" fmla="*/ 940 h 9204"/>
                <a:gd name="connsiteX2" fmla="*/ 0 w 6472"/>
                <a:gd name="connsiteY2" fmla="*/ 5066 h 9204"/>
                <a:gd name="connsiteX3" fmla="*/ 5194 w 6472"/>
                <a:gd name="connsiteY3" fmla="*/ 9193 h 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2" h="9204">
                  <a:moveTo>
                    <a:pt x="5194" y="9193"/>
                  </a:moveTo>
                  <a:cubicBezTo>
                    <a:pt x="8070" y="8929"/>
                    <a:pt x="5194" y="940"/>
                    <a:pt x="5194" y="940"/>
                  </a:cubicBezTo>
                  <a:cubicBezTo>
                    <a:pt x="2597" y="-2616"/>
                    <a:pt x="0" y="5066"/>
                    <a:pt x="0" y="5066"/>
                  </a:cubicBezTo>
                  <a:cubicBezTo>
                    <a:pt x="0" y="5066"/>
                    <a:pt x="2319" y="9456"/>
                    <a:pt x="5194" y="919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011AD743-2CB6-D93E-3893-E9CFF74C62DE}"/>
                </a:ext>
              </a:extLst>
            </p:cNvPr>
            <p:cNvSpPr>
              <a:spLocks/>
            </p:cNvSpPr>
            <p:nvPr/>
          </p:nvSpPr>
          <p:spPr>
            <a:xfrm>
              <a:off x="6603123" y="2353911"/>
              <a:ext cx="12114" cy="18411"/>
            </a:xfrm>
            <a:custGeom>
              <a:avLst/>
              <a:gdLst>
                <a:gd name="connsiteX0" fmla="*/ 2041 w 8116"/>
                <a:gd name="connsiteY0" fmla="*/ 6190 h 12335"/>
                <a:gd name="connsiteX1" fmla="*/ 5658 w 8116"/>
                <a:gd name="connsiteY1" fmla="*/ 12336 h 12335"/>
                <a:gd name="connsiteX2" fmla="*/ 8116 w 8116"/>
                <a:gd name="connsiteY2" fmla="*/ 6058 h 12335"/>
                <a:gd name="connsiteX3" fmla="*/ 3154 w 8116"/>
                <a:gd name="connsiteY3" fmla="*/ 0 h 12335"/>
                <a:gd name="connsiteX4" fmla="*/ 0 w 8116"/>
                <a:gd name="connsiteY4" fmla="*/ 0 h 12335"/>
                <a:gd name="connsiteX5" fmla="*/ 2041 w 8116"/>
                <a:gd name="connsiteY5" fmla="*/ 6190 h 1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16" h="12335">
                  <a:moveTo>
                    <a:pt x="2041" y="6190"/>
                  </a:moveTo>
                  <a:lnTo>
                    <a:pt x="5658" y="12336"/>
                  </a:lnTo>
                  <a:lnTo>
                    <a:pt x="8116" y="6058"/>
                  </a:lnTo>
                  <a:lnTo>
                    <a:pt x="3154" y="0"/>
                  </a:lnTo>
                  <a:lnTo>
                    <a:pt x="0" y="0"/>
                  </a:lnTo>
                  <a:lnTo>
                    <a:pt x="2041" y="61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67EDA09C-37A5-8783-241E-5DC43F2B03D4}"/>
                </a:ext>
              </a:extLst>
            </p:cNvPr>
            <p:cNvSpPr>
              <a:spLocks/>
            </p:cNvSpPr>
            <p:nvPr/>
          </p:nvSpPr>
          <p:spPr>
            <a:xfrm>
              <a:off x="4111050" y="2595967"/>
              <a:ext cx="7336" cy="7731"/>
            </a:xfrm>
            <a:custGeom>
              <a:avLst/>
              <a:gdLst>
                <a:gd name="connsiteX0" fmla="*/ 4916 w 4915"/>
                <a:gd name="connsiteY0" fmla="*/ 0 h 5180"/>
                <a:gd name="connsiteX1" fmla="*/ 0 w 4915"/>
                <a:gd name="connsiteY1" fmla="*/ 1361 h 5180"/>
                <a:gd name="connsiteX2" fmla="*/ 0 w 4915"/>
                <a:gd name="connsiteY2" fmla="*/ 4127 h 5180"/>
                <a:gd name="connsiteX3" fmla="*/ 4916 w 4915"/>
                <a:gd name="connsiteY3" fmla="*/ 5180 h 5180"/>
                <a:gd name="connsiteX4" fmla="*/ 4916 w 4915"/>
                <a:gd name="connsiteY4" fmla="*/ 0 h 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5180">
                  <a:moveTo>
                    <a:pt x="4916" y="0"/>
                  </a:moveTo>
                  <a:lnTo>
                    <a:pt x="0" y="1361"/>
                  </a:lnTo>
                  <a:lnTo>
                    <a:pt x="0" y="4127"/>
                  </a:lnTo>
                  <a:lnTo>
                    <a:pt x="4916" y="5180"/>
                  </a:lnTo>
                  <a:lnTo>
                    <a:pt x="49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BD7867DC-8162-2443-2664-6C0D2B33BB74}"/>
                </a:ext>
              </a:extLst>
            </p:cNvPr>
            <p:cNvSpPr>
              <a:spLocks/>
            </p:cNvSpPr>
            <p:nvPr/>
          </p:nvSpPr>
          <p:spPr>
            <a:xfrm>
              <a:off x="4111050" y="2611496"/>
              <a:ext cx="7336" cy="7797"/>
            </a:xfrm>
            <a:custGeom>
              <a:avLst/>
              <a:gdLst>
                <a:gd name="connsiteX0" fmla="*/ 4916 w 4915"/>
                <a:gd name="connsiteY0" fmla="*/ 1361 h 5224"/>
                <a:gd name="connsiteX1" fmla="*/ 4916 w 4915"/>
                <a:gd name="connsiteY1" fmla="*/ 0 h 5224"/>
                <a:gd name="connsiteX2" fmla="*/ 0 w 4915"/>
                <a:gd name="connsiteY2" fmla="*/ 0 h 5224"/>
                <a:gd name="connsiteX3" fmla="*/ 1438 w 4915"/>
                <a:gd name="connsiteY3" fmla="*/ 5224 h 5224"/>
                <a:gd name="connsiteX4" fmla="*/ 4916 w 4915"/>
                <a:gd name="connsiteY4" fmla="*/ 1361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5224">
                  <a:moveTo>
                    <a:pt x="4916" y="1361"/>
                  </a:moveTo>
                  <a:lnTo>
                    <a:pt x="4916" y="0"/>
                  </a:lnTo>
                  <a:lnTo>
                    <a:pt x="0" y="0"/>
                  </a:lnTo>
                  <a:lnTo>
                    <a:pt x="1438" y="5224"/>
                  </a:lnTo>
                  <a:lnTo>
                    <a:pt x="4916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37B48EF0-1137-C39D-231E-9D93F192DA86}"/>
                </a:ext>
              </a:extLst>
            </p:cNvPr>
            <p:cNvSpPr>
              <a:spLocks/>
            </p:cNvSpPr>
            <p:nvPr/>
          </p:nvSpPr>
          <p:spPr>
            <a:xfrm>
              <a:off x="8478161" y="3278164"/>
              <a:ext cx="16855" cy="15661"/>
            </a:xfrm>
            <a:custGeom>
              <a:avLst/>
              <a:gdLst>
                <a:gd name="connsiteX0" fmla="*/ 6703 w 11292"/>
                <a:gd name="connsiteY0" fmla="*/ 10492 h 10492"/>
                <a:gd name="connsiteX1" fmla="*/ 11063 w 11292"/>
                <a:gd name="connsiteY1" fmla="*/ 5268 h 10492"/>
                <a:gd name="connsiteX2" fmla="*/ 6703 w 11292"/>
                <a:gd name="connsiteY2" fmla="*/ 0 h 10492"/>
                <a:gd name="connsiteX3" fmla="*/ 5637 w 11292"/>
                <a:gd name="connsiteY3" fmla="*/ 6936 h 10492"/>
                <a:gd name="connsiteX4" fmla="*/ 71 w 11292"/>
                <a:gd name="connsiteY4" fmla="*/ 6936 h 10492"/>
                <a:gd name="connsiteX5" fmla="*/ 6750 w 11292"/>
                <a:gd name="connsiteY5" fmla="*/ 10492 h 10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92" h="10492">
                  <a:moveTo>
                    <a:pt x="6703" y="10492"/>
                  </a:moveTo>
                  <a:cubicBezTo>
                    <a:pt x="6703" y="10492"/>
                    <a:pt x="12501" y="5575"/>
                    <a:pt x="11063" y="5268"/>
                  </a:cubicBezTo>
                  <a:cubicBezTo>
                    <a:pt x="9625" y="5005"/>
                    <a:pt x="6703" y="0"/>
                    <a:pt x="6703" y="0"/>
                  </a:cubicBezTo>
                  <a:lnTo>
                    <a:pt x="5637" y="6936"/>
                  </a:lnTo>
                  <a:lnTo>
                    <a:pt x="71" y="6936"/>
                  </a:lnTo>
                  <a:cubicBezTo>
                    <a:pt x="-810" y="6936"/>
                    <a:pt x="6750" y="10492"/>
                    <a:pt x="6750" y="1049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8D57943C-4331-9B5B-B1D5-BB0A970D833A}"/>
                </a:ext>
              </a:extLst>
            </p:cNvPr>
            <p:cNvSpPr>
              <a:spLocks/>
            </p:cNvSpPr>
            <p:nvPr/>
          </p:nvSpPr>
          <p:spPr>
            <a:xfrm>
              <a:off x="4118388" y="2677612"/>
              <a:ext cx="11214" cy="17430"/>
            </a:xfrm>
            <a:custGeom>
              <a:avLst/>
              <a:gdLst>
                <a:gd name="connsiteX0" fmla="*/ 3478 w 7513"/>
                <a:gd name="connsiteY0" fmla="*/ 11677 h 11677"/>
                <a:gd name="connsiteX1" fmla="*/ 7513 w 7513"/>
                <a:gd name="connsiteY1" fmla="*/ 9746 h 11677"/>
                <a:gd name="connsiteX2" fmla="*/ 6075 w 7513"/>
                <a:gd name="connsiteY2" fmla="*/ 6936 h 11677"/>
                <a:gd name="connsiteX3" fmla="*/ 2597 w 7513"/>
                <a:gd name="connsiteY3" fmla="*/ 0 h 11677"/>
                <a:gd name="connsiteX4" fmla="*/ 0 w 7513"/>
                <a:gd name="connsiteY4" fmla="*/ 9307 h 11677"/>
                <a:gd name="connsiteX5" fmla="*/ 3478 w 7513"/>
                <a:gd name="connsiteY5" fmla="*/ 11677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" h="11677">
                  <a:moveTo>
                    <a:pt x="3478" y="11677"/>
                  </a:moveTo>
                  <a:lnTo>
                    <a:pt x="7513" y="9746"/>
                  </a:lnTo>
                  <a:lnTo>
                    <a:pt x="6075" y="6936"/>
                  </a:lnTo>
                  <a:lnTo>
                    <a:pt x="2597" y="0"/>
                  </a:lnTo>
                  <a:lnTo>
                    <a:pt x="0" y="9307"/>
                  </a:lnTo>
                  <a:lnTo>
                    <a:pt x="3478" y="1167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E7BC5686-E8C7-65E3-FAF9-0D577A72FEB4}"/>
                </a:ext>
              </a:extLst>
            </p:cNvPr>
            <p:cNvSpPr>
              <a:spLocks/>
            </p:cNvSpPr>
            <p:nvPr/>
          </p:nvSpPr>
          <p:spPr>
            <a:xfrm>
              <a:off x="8519716" y="3335107"/>
              <a:ext cx="16075" cy="15595"/>
            </a:xfrm>
            <a:custGeom>
              <a:avLst/>
              <a:gdLst>
                <a:gd name="connsiteX0" fmla="*/ 8730 w 10770"/>
                <a:gd name="connsiteY0" fmla="*/ 10448 h 10448"/>
                <a:gd name="connsiteX1" fmla="*/ 10771 w 10770"/>
                <a:gd name="connsiteY1" fmla="*/ 7156 h 10448"/>
                <a:gd name="connsiteX2" fmla="*/ 8173 w 10770"/>
                <a:gd name="connsiteY2" fmla="*/ 5488 h 10448"/>
                <a:gd name="connsiteX3" fmla="*/ 6736 w 10770"/>
                <a:gd name="connsiteY3" fmla="*/ 0 h 10448"/>
                <a:gd name="connsiteX4" fmla="*/ 57 w 10770"/>
                <a:gd name="connsiteY4" fmla="*/ 5224 h 10448"/>
                <a:gd name="connsiteX5" fmla="*/ 8730 w 10770"/>
                <a:gd name="connsiteY5" fmla="*/ 10448 h 10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70" h="10448">
                  <a:moveTo>
                    <a:pt x="8730" y="10448"/>
                  </a:moveTo>
                  <a:lnTo>
                    <a:pt x="10771" y="7156"/>
                  </a:lnTo>
                  <a:lnTo>
                    <a:pt x="8173" y="5488"/>
                  </a:lnTo>
                  <a:lnTo>
                    <a:pt x="6736" y="0"/>
                  </a:lnTo>
                  <a:cubicBezTo>
                    <a:pt x="6736" y="0"/>
                    <a:pt x="939" y="263"/>
                    <a:pt x="57" y="5224"/>
                  </a:cubicBezTo>
                  <a:cubicBezTo>
                    <a:pt x="-824" y="10141"/>
                    <a:pt x="8730" y="10448"/>
                    <a:pt x="8730" y="104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42A9D603-7536-A15C-AB46-38F196C8984B}"/>
                </a:ext>
              </a:extLst>
            </p:cNvPr>
            <p:cNvSpPr>
              <a:spLocks/>
            </p:cNvSpPr>
            <p:nvPr/>
          </p:nvSpPr>
          <p:spPr>
            <a:xfrm>
              <a:off x="3992055" y="1943581"/>
              <a:ext cx="9482" cy="16774"/>
            </a:xfrm>
            <a:custGeom>
              <a:avLst/>
              <a:gdLst>
                <a:gd name="connsiteX0" fmla="*/ 3200 w 6353"/>
                <a:gd name="connsiteY0" fmla="*/ 7639 h 11238"/>
                <a:gd name="connsiteX1" fmla="*/ 6354 w 6353"/>
                <a:gd name="connsiteY1" fmla="*/ 4083 h 11238"/>
                <a:gd name="connsiteX2" fmla="*/ 6354 w 6353"/>
                <a:gd name="connsiteY2" fmla="*/ 0 h 11238"/>
                <a:gd name="connsiteX3" fmla="*/ 3200 w 6353"/>
                <a:gd name="connsiteY3" fmla="*/ 2985 h 11238"/>
                <a:gd name="connsiteX4" fmla="*/ 0 w 6353"/>
                <a:gd name="connsiteY4" fmla="*/ 5619 h 11238"/>
                <a:gd name="connsiteX5" fmla="*/ 0 w 6353"/>
                <a:gd name="connsiteY5" fmla="*/ 9834 h 11238"/>
                <a:gd name="connsiteX6" fmla="*/ 3200 w 6353"/>
                <a:gd name="connsiteY6" fmla="*/ 11238 h 11238"/>
                <a:gd name="connsiteX7" fmla="*/ 3200 w 6353"/>
                <a:gd name="connsiteY7" fmla="*/ 7639 h 11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53" h="11238">
                  <a:moveTo>
                    <a:pt x="3200" y="7639"/>
                  </a:moveTo>
                  <a:lnTo>
                    <a:pt x="6354" y="4083"/>
                  </a:lnTo>
                  <a:lnTo>
                    <a:pt x="6354" y="0"/>
                  </a:lnTo>
                  <a:lnTo>
                    <a:pt x="3200" y="2985"/>
                  </a:lnTo>
                  <a:lnTo>
                    <a:pt x="0" y="5619"/>
                  </a:lnTo>
                  <a:lnTo>
                    <a:pt x="0" y="9834"/>
                  </a:lnTo>
                  <a:lnTo>
                    <a:pt x="3200" y="11238"/>
                  </a:lnTo>
                  <a:lnTo>
                    <a:pt x="3200" y="763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95B46860-4F44-B864-7ED0-771AED49B986}"/>
                </a:ext>
              </a:extLst>
            </p:cNvPr>
            <p:cNvSpPr>
              <a:spLocks/>
            </p:cNvSpPr>
            <p:nvPr/>
          </p:nvSpPr>
          <p:spPr>
            <a:xfrm>
              <a:off x="7549278" y="1756372"/>
              <a:ext cx="6783" cy="10680"/>
            </a:xfrm>
            <a:custGeom>
              <a:avLst/>
              <a:gdLst>
                <a:gd name="connsiteX0" fmla="*/ 4545 w 4544"/>
                <a:gd name="connsiteY0" fmla="*/ 4127 h 7155"/>
                <a:gd name="connsiteX1" fmla="*/ 2319 w 4544"/>
                <a:gd name="connsiteY1" fmla="*/ 0 h 7155"/>
                <a:gd name="connsiteX2" fmla="*/ 0 w 4544"/>
                <a:gd name="connsiteY2" fmla="*/ 3556 h 7155"/>
                <a:gd name="connsiteX3" fmla="*/ 2319 w 4544"/>
                <a:gd name="connsiteY3" fmla="*/ 7156 h 7155"/>
                <a:gd name="connsiteX4" fmla="*/ 4545 w 4544"/>
                <a:gd name="connsiteY4" fmla="*/ 4127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4" h="7155">
                  <a:moveTo>
                    <a:pt x="4545" y="4127"/>
                  </a:moveTo>
                  <a:lnTo>
                    <a:pt x="2319" y="0"/>
                  </a:lnTo>
                  <a:lnTo>
                    <a:pt x="0" y="3556"/>
                  </a:lnTo>
                  <a:lnTo>
                    <a:pt x="2319" y="7156"/>
                  </a:lnTo>
                  <a:lnTo>
                    <a:pt x="4545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8B75021A-FFE1-C418-4500-3E9A9ECB6453}"/>
                </a:ext>
              </a:extLst>
            </p:cNvPr>
            <p:cNvSpPr>
              <a:spLocks/>
            </p:cNvSpPr>
            <p:nvPr/>
          </p:nvSpPr>
          <p:spPr>
            <a:xfrm>
              <a:off x="7544226" y="1785532"/>
              <a:ext cx="11837" cy="5961"/>
            </a:xfrm>
            <a:custGeom>
              <a:avLst/>
              <a:gdLst>
                <a:gd name="connsiteX0" fmla="*/ 0 w 7930"/>
                <a:gd name="connsiteY0" fmla="*/ 3995 h 3994"/>
                <a:gd name="connsiteX1" fmla="*/ 5658 w 7930"/>
                <a:gd name="connsiteY1" fmla="*/ 3995 h 3994"/>
                <a:gd name="connsiteX2" fmla="*/ 7930 w 7930"/>
                <a:gd name="connsiteY2" fmla="*/ 2151 h 3994"/>
                <a:gd name="connsiteX3" fmla="*/ 1670 w 7930"/>
                <a:gd name="connsiteY3" fmla="*/ 0 h 3994"/>
                <a:gd name="connsiteX4" fmla="*/ 0 w 7930"/>
                <a:gd name="connsiteY4" fmla="*/ 3995 h 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30" h="3994">
                  <a:moveTo>
                    <a:pt x="0" y="3995"/>
                  </a:moveTo>
                  <a:lnTo>
                    <a:pt x="5658" y="3995"/>
                  </a:lnTo>
                  <a:lnTo>
                    <a:pt x="7930" y="2151"/>
                  </a:lnTo>
                  <a:lnTo>
                    <a:pt x="1670" y="0"/>
                  </a:lnTo>
                  <a:lnTo>
                    <a:pt x="0" y="39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B87FE471-6D65-6F27-C5EB-F7D25A529C08}"/>
                </a:ext>
              </a:extLst>
            </p:cNvPr>
            <p:cNvSpPr>
              <a:spLocks/>
            </p:cNvSpPr>
            <p:nvPr/>
          </p:nvSpPr>
          <p:spPr>
            <a:xfrm>
              <a:off x="7667444" y="1645830"/>
              <a:ext cx="12529" cy="10221"/>
            </a:xfrm>
            <a:custGeom>
              <a:avLst/>
              <a:gdLst>
                <a:gd name="connsiteX0" fmla="*/ 0 w 8394"/>
                <a:gd name="connsiteY0" fmla="*/ 0 h 6848"/>
                <a:gd name="connsiteX1" fmla="*/ 1438 w 8394"/>
                <a:gd name="connsiteY1" fmla="*/ 4390 h 6848"/>
                <a:gd name="connsiteX2" fmla="*/ 0 w 8394"/>
                <a:gd name="connsiteY2" fmla="*/ 6848 h 6848"/>
                <a:gd name="connsiteX3" fmla="*/ 4916 w 8394"/>
                <a:gd name="connsiteY3" fmla="*/ 6848 h 6848"/>
                <a:gd name="connsiteX4" fmla="*/ 8394 w 8394"/>
                <a:gd name="connsiteY4" fmla="*/ 6848 h 6848"/>
                <a:gd name="connsiteX5" fmla="*/ 1438 w 8394"/>
                <a:gd name="connsiteY5" fmla="*/ 0 h 6848"/>
                <a:gd name="connsiteX6" fmla="*/ 0 w 8394"/>
                <a:gd name="connsiteY6" fmla="*/ 0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4" h="6848">
                  <a:moveTo>
                    <a:pt x="0" y="0"/>
                  </a:moveTo>
                  <a:lnTo>
                    <a:pt x="1438" y="4390"/>
                  </a:lnTo>
                  <a:lnTo>
                    <a:pt x="0" y="6848"/>
                  </a:lnTo>
                  <a:lnTo>
                    <a:pt x="4916" y="6848"/>
                  </a:lnTo>
                  <a:lnTo>
                    <a:pt x="8394" y="6848"/>
                  </a:lnTo>
                  <a:lnTo>
                    <a:pt x="143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990BFD70-101B-6C77-B89A-7EE5BDD14DC2}"/>
                </a:ext>
              </a:extLst>
            </p:cNvPr>
            <p:cNvSpPr>
              <a:spLocks/>
            </p:cNvSpPr>
            <p:nvPr/>
          </p:nvSpPr>
          <p:spPr>
            <a:xfrm>
              <a:off x="7556062" y="1764562"/>
              <a:ext cx="11768" cy="16774"/>
            </a:xfrm>
            <a:custGeom>
              <a:avLst/>
              <a:gdLst>
                <a:gd name="connsiteX0" fmla="*/ 0 w 7884"/>
                <a:gd name="connsiteY0" fmla="*/ 2195 h 11238"/>
                <a:gd name="connsiteX1" fmla="*/ 2133 w 7884"/>
                <a:gd name="connsiteY1" fmla="*/ 5619 h 11238"/>
                <a:gd name="connsiteX2" fmla="*/ 2133 w 7884"/>
                <a:gd name="connsiteY2" fmla="*/ 11238 h 11238"/>
                <a:gd name="connsiteX3" fmla="*/ 7884 w 7884"/>
                <a:gd name="connsiteY3" fmla="*/ 4961 h 11238"/>
                <a:gd name="connsiteX4" fmla="*/ 4359 w 7884"/>
                <a:gd name="connsiteY4" fmla="*/ 0 h 11238"/>
                <a:gd name="connsiteX5" fmla="*/ 0 w 7884"/>
                <a:gd name="connsiteY5" fmla="*/ 2195 h 11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4" h="11238">
                  <a:moveTo>
                    <a:pt x="0" y="2195"/>
                  </a:moveTo>
                  <a:lnTo>
                    <a:pt x="2133" y="5619"/>
                  </a:lnTo>
                  <a:lnTo>
                    <a:pt x="2133" y="11238"/>
                  </a:lnTo>
                  <a:lnTo>
                    <a:pt x="7884" y="4961"/>
                  </a:lnTo>
                  <a:lnTo>
                    <a:pt x="4359" y="0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135148A9-F89C-8C2C-71DD-894CBCB6E882}"/>
                </a:ext>
              </a:extLst>
            </p:cNvPr>
            <p:cNvSpPr>
              <a:spLocks/>
            </p:cNvSpPr>
            <p:nvPr/>
          </p:nvSpPr>
          <p:spPr>
            <a:xfrm>
              <a:off x="4134863" y="2648388"/>
              <a:ext cx="11214" cy="8190"/>
            </a:xfrm>
            <a:custGeom>
              <a:avLst/>
              <a:gdLst>
                <a:gd name="connsiteX0" fmla="*/ 7513 w 7513"/>
                <a:gd name="connsiteY0" fmla="*/ 0 h 5487"/>
                <a:gd name="connsiteX1" fmla="*/ 3757 w 7513"/>
                <a:gd name="connsiteY1" fmla="*/ 0 h 5487"/>
                <a:gd name="connsiteX2" fmla="*/ 3757 w 7513"/>
                <a:gd name="connsiteY2" fmla="*/ 2722 h 5487"/>
                <a:gd name="connsiteX3" fmla="*/ 0 w 7513"/>
                <a:gd name="connsiteY3" fmla="*/ 5488 h 5487"/>
                <a:gd name="connsiteX4" fmla="*/ 7513 w 7513"/>
                <a:gd name="connsiteY4" fmla="*/ 5488 h 5487"/>
                <a:gd name="connsiteX5" fmla="*/ 7513 w 7513"/>
                <a:gd name="connsiteY5" fmla="*/ 0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" h="5487">
                  <a:moveTo>
                    <a:pt x="7513" y="0"/>
                  </a:moveTo>
                  <a:lnTo>
                    <a:pt x="3757" y="0"/>
                  </a:lnTo>
                  <a:lnTo>
                    <a:pt x="3757" y="2722"/>
                  </a:lnTo>
                  <a:lnTo>
                    <a:pt x="0" y="5488"/>
                  </a:lnTo>
                  <a:lnTo>
                    <a:pt x="7513" y="5488"/>
                  </a:lnTo>
                  <a:lnTo>
                    <a:pt x="751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3771B664-EAAF-3AFE-D038-6D259C1058A4}"/>
                </a:ext>
              </a:extLst>
            </p:cNvPr>
            <p:cNvSpPr>
              <a:spLocks/>
            </p:cNvSpPr>
            <p:nvPr/>
          </p:nvSpPr>
          <p:spPr>
            <a:xfrm>
              <a:off x="8441024" y="3236490"/>
              <a:ext cx="17720" cy="15135"/>
            </a:xfrm>
            <a:custGeom>
              <a:avLst/>
              <a:gdLst>
                <a:gd name="connsiteX0" fmla="*/ 0 w 11872"/>
                <a:gd name="connsiteY0" fmla="*/ 1888 h 10140"/>
                <a:gd name="connsiteX1" fmla="*/ 9275 w 11872"/>
                <a:gd name="connsiteY1" fmla="*/ 10141 h 10140"/>
                <a:gd name="connsiteX2" fmla="*/ 11873 w 11872"/>
                <a:gd name="connsiteY2" fmla="*/ 10141 h 10140"/>
                <a:gd name="connsiteX3" fmla="*/ 4035 w 11872"/>
                <a:gd name="connsiteY3" fmla="*/ 0 h 10140"/>
                <a:gd name="connsiteX4" fmla="*/ 0 w 11872"/>
                <a:gd name="connsiteY4" fmla="*/ 1888 h 10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72" h="10140">
                  <a:moveTo>
                    <a:pt x="0" y="1888"/>
                  </a:moveTo>
                  <a:lnTo>
                    <a:pt x="9275" y="10141"/>
                  </a:lnTo>
                  <a:lnTo>
                    <a:pt x="11873" y="10141"/>
                  </a:lnTo>
                  <a:lnTo>
                    <a:pt x="4035" y="0"/>
                  </a:lnTo>
                  <a:lnTo>
                    <a:pt x="0" y="18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ACDA4281-9400-8196-C3D4-09947FDB5C5E}"/>
                </a:ext>
              </a:extLst>
            </p:cNvPr>
            <p:cNvSpPr>
              <a:spLocks/>
            </p:cNvSpPr>
            <p:nvPr/>
          </p:nvSpPr>
          <p:spPr>
            <a:xfrm>
              <a:off x="6415801" y="2457129"/>
              <a:ext cx="21773" cy="14662"/>
            </a:xfrm>
            <a:custGeom>
              <a:avLst/>
              <a:gdLst>
                <a:gd name="connsiteX0" fmla="*/ 6075 w 14587"/>
                <a:gd name="connsiteY0" fmla="*/ 253 h 9823"/>
                <a:gd name="connsiteX1" fmla="*/ 0 w 14587"/>
                <a:gd name="connsiteY1" fmla="*/ 7365 h 9823"/>
                <a:gd name="connsiteX2" fmla="*/ 9275 w 14587"/>
                <a:gd name="connsiteY2" fmla="*/ 9823 h 9823"/>
                <a:gd name="connsiteX3" fmla="*/ 9275 w 14587"/>
                <a:gd name="connsiteY3" fmla="*/ 5038 h 9823"/>
                <a:gd name="connsiteX4" fmla="*/ 13913 w 14587"/>
                <a:gd name="connsiteY4" fmla="*/ 9823 h 9823"/>
                <a:gd name="connsiteX5" fmla="*/ 6075 w 14587"/>
                <a:gd name="connsiteY5" fmla="*/ 209 h 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87" h="9823">
                  <a:moveTo>
                    <a:pt x="6075" y="253"/>
                  </a:moveTo>
                  <a:lnTo>
                    <a:pt x="0" y="7365"/>
                  </a:lnTo>
                  <a:lnTo>
                    <a:pt x="9275" y="9823"/>
                  </a:lnTo>
                  <a:lnTo>
                    <a:pt x="9275" y="5038"/>
                  </a:lnTo>
                  <a:lnTo>
                    <a:pt x="13913" y="9823"/>
                  </a:lnTo>
                  <a:cubicBezTo>
                    <a:pt x="13913" y="9823"/>
                    <a:pt x="17994" y="-1678"/>
                    <a:pt x="6075" y="20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3B0C20C3-803D-9505-1D47-9F26C20553FD}"/>
                </a:ext>
              </a:extLst>
            </p:cNvPr>
            <p:cNvSpPr>
              <a:spLocks/>
            </p:cNvSpPr>
            <p:nvPr/>
          </p:nvSpPr>
          <p:spPr>
            <a:xfrm>
              <a:off x="6474726" y="2227772"/>
              <a:ext cx="18467" cy="11963"/>
            </a:xfrm>
            <a:custGeom>
              <a:avLst/>
              <a:gdLst>
                <a:gd name="connsiteX0" fmla="*/ 9498 w 12372"/>
                <a:gd name="connsiteY0" fmla="*/ 0 h 8015"/>
                <a:gd name="connsiteX1" fmla="*/ 2819 w 12372"/>
                <a:gd name="connsiteY1" fmla="*/ 0 h 8015"/>
                <a:gd name="connsiteX2" fmla="*/ 222 w 12372"/>
                <a:gd name="connsiteY2" fmla="*/ 5224 h 8015"/>
                <a:gd name="connsiteX3" fmla="*/ 12373 w 12372"/>
                <a:gd name="connsiteY3" fmla="*/ 7683 h 8015"/>
                <a:gd name="connsiteX4" fmla="*/ 9498 w 12372"/>
                <a:gd name="connsiteY4" fmla="*/ 0 h 8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72" h="8015">
                  <a:moveTo>
                    <a:pt x="9498" y="0"/>
                  </a:moveTo>
                  <a:lnTo>
                    <a:pt x="2819" y="0"/>
                  </a:lnTo>
                  <a:cubicBezTo>
                    <a:pt x="2819" y="0"/>
                    <a:pt x="-937" y="1098"/>
                    <a:pt x="222" y="5224"/>
                  </a:cubicBezTo>
                  <a:cubicBezTo>
                    <a:pt x="1382" y="9351"/>
                    <a:pt x="12373" y="7683"/>
                    <a:pt x="12373" y="7683"/>
                  </a:cubicBezTo>
                  <a:cubicBezTo>
                    <a:pt x="7457" y="3819"/>
                    <a:pt x="9498" y="0"/>
                    <a:pt x="9498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2B4A6176-4F3A-1F4D-C0A1-24751AB1DF9C}"/>
                </a:ext>
              </a:extLst>
            </p:cNvPr>
            <p:cNvSpPr>
              <a:spLocks/>
            </p:cNvSpPr>
            <p:nvPr/>
          </p:nvSpPr>
          <p:spPr>
            <a:xfrm>
              <a:off x="6508768" y="2331762"/>
              <a:ext cx="4360" cy="12318"/>
            </a:xfrm>
            <a:custGeom>
              <a:avLst/>
              <a:gdLst>
                <a:gd name="connsiteX0" fmla="*/ 2922 w 2921"/>
                <a:gd name="connsiteY0" fmla="*/ 8253 h 8253"/>
                <a:gd name="connsiteX1" fmla="*/ 2922 w 2921"/>
                <a:gd name="connsiteY1" fmla="*/ 4697 h 8253"/>
                <a:gd name="connsiteX2" fmla="*/ 2922 w 2921"/>
                <a:gd name="connsiteY2" fmla="*/ 0 h 8253"/>
                <a:gd name="connsiteX3" fmla="*/ 0 w 2921"/>
                <a:gd name="connsiteY3" fmla="*/ 3073 h 8253"/>
                <a:gd name="connsiteX4" fmla="*/ 2922 w 2921"/>
                <a:gd name="connsiteY4" fmla="*/ 8253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1" h="8253">
                  <a:moveTo>
                    <a:pt x="2922" y="8253"/>
                  </a:moveTo>
                  <a:lnTo>
                    <a:pt x="2922" y="4697"/>
                  </a:lnTo>
                  <a:lnTo>
                    <a:pt x="2922" y="0"/>
                  </a:lnTo>
                  <a:lnTo>
                    <a:pt x="0" y="3073"/>
                  </a:lnTo>
                  <a:lnTo>
                    <a:pt x="2922" y="82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158B049D-1683-AAFF-E61D-5BFF2C755C0C}"/>
                </a:ext>
              </a:extLst>
            </p:cNvPr>
            <p:cNvSpPr>
              <a:spLocks/>
            </p:cNvSpPr>
            <p:nvPr/>
          </p:nvSpPr>
          <p:spPr>
            <a:xfrm>
              <a:off x="6461628" y="2296182"/>
              <a:ext cx="13429" cy="6946"/>
            </a:xfrm>
            <a:custGeom>
              <a:avLst/>
              <a:gdLst>
                <a:gd name="connsiteX0" fmla="*/ 7838 w 8997"/>
                <a:gd name="connsiteY0" fmla="*/ 4653 h 4653"/>
                <a:gd name="connsiteX1" fmla="*/ 8997 w 8997"/>
                <a:gd name="connsiteY1" fmla="*/ 0 h 4653"/>
                <a:gd name="connsiteX2" fmla="*/ 0 w 8997"/>
                <a:gd name="connsiteY2" fmla="*/ 1361 h 4653"/>
                <a:gd name="connsiteX3" fmla="*/ 7838 w 8997"/>
                <a:gd name="connsiteY3" fmla="*/ 4653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7" h="4653">
                  <a:moveTo>
                    <a:pt x="7838" y="4653"/>
                  </a:moveTo>
                  <a:lnTo>
                    <a:pt x="8997" y="0"/>
                  </a:lnTo>
                  <a:lnTo>
                    <a:pt x="0" y="1361"/>
                  </a:lnTo>
                  <a:lnTo>
                    <a:pt x="7838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0B6AC851-03B6-D3F7-9B81-B40C1EBA5F64}"/>
                </a:ext>
              </a:extLst>
            </p:cNvPr>
            <p:cNvSpPr>
              <a:spLocks/>
            </p:cNvSpPr>
            <p:nvPr/>
          </p:nvSpPr>
          <p:spPr>
            <a:xfrm>
              <a:off x="6394481" y="2307189"/>
              <a:ext cx="70400" cy="86445"/>
            </a:xfrm>
            <a:custGeom>
              <a:avLst/>
              <a:gdLst>
                <a:gd name="connsiteX0" fmla="*/ 44986 w 47165"/>
                <a:gd name="connsiteY0" fmla="*/ 28842 h 57915"/>
                <a:gd name="connsiteX1" fmla="*/ 37148 w 47165"/>
                <a:gd name="connsiteY1" fmla="*/ 18394 h 57915"/>
                <a:gd name="connsiteX2" fmla="*/ 26435 w 47165"/>
                <a:gd name="connsiteY2" fmla="*/ 12073 h 57915"/>
                <a:gd name="connsiteX3" fmla="*/ 24673 w 47165"/>
                <a:gd name="connsiteY3" fmla="*/ 6848 h 57915"/>
                <a:gd name="connsiteX4" fmla="*/ 20916 w 47165"/>
                <a:gd name="connsiteY4" fmla="*/ 6848 h 57915"/>
                <a:gd name="connsiteX5" fmla="*/ 12800 w 47165"/>
                <a:gd name="connsiteY5" fmla="*/ 0 h 57915"/>
                <a:gd name="connsiteX6" fmla="*/ 12800 w 47165"/>
                <a:gd name="connsiteY6" fmla="*/ 3863 h 57915"/>
                <a:gd name="connsiteX7" fmla="*/ 4962 w 47165"/>
                <a:gd name="connsiteY7" fmla="*/ 10712 h 57915"/>
                <a:gd name="connsiteX8" fmla="*/ 7838 w 47165"/>
                <a:gd name="connsiteY8" fmla="*/ 16463 h 57915"/>
                <a:gd name="connsiteX9" fmla="*/ 0 w 47165"/>
                <a:gd name="connsiteY9" fmla="*/ 16463 h 57915"/>
                <a:gd name="connsiteX10" fmla="*/ 0 w 47165"/>
                <a:gd name="connsiteY10" fmla="*/ 20018 h 57915"/>
                <a:gd name="connsiteX11" fmla="*/ 8673 w 47165"/>
                <a:gd name="connsiteY11" fmla="*/ 30730 h 57915"/>
                <a:gd name="connsiteX12" fmla="*/ 8673 w 47165"/>
                <a:gd name="connsiteY12" fmla="*/ 35383 h 57915"/>
                <a:gd name="connsiteX13" fmla="*/ 12707 w 47165"/>
                <a:gd name="connsiteY13" fmla="*/ 41442 h 57915"/>
                <a:gd name="connsiteX14" fmla="*/ 15907 w 47165"/>
                <a:gd name="connsiteY14" fmla="*/ 47588 h 57915"/>
                <a:gd name="connsiteX15" fmla="*/ 18504 w 47165"/>
                <a:gd name="connsiteY15" fmla="*/ 56543 h 57915"/>
                <a:gd name="connsiteX16" fmla="*/ 25461 w 47165"/>
                <a:gd name="connsiteY16" fmla="*/ 51978 h 57915"/>
                <a:gd name="connsiteX17" fmla="*/ 33855 w 47165"/>
                <a:gd name="connsiteY17" fmla="*/ 47588 h 57915"/>
                <a:gd name="connsiteX18" fmla="*/ 41368 w 47165"/>
                <a:gd name="connsiteY18" fmla="*/ 47588 h 57915"/>
                <a:gd name="connsiteX19" fmla="*/ 42528 w 47165"/>
                <a:gd name="connsiteY19" fmla="*/ 39817 h 57915"/>
                <a:gd name="connsiteX20" fmla="*/ 45728 w 47165"/>
                <a:gd name="connsiteY20" fmla="*/ 43198 h 57915"/>
                <a:gd name="connsiteX21" fmla="*/ 47166 w 47165"/>
                <a:gd name="connsiteY21" fmla="*/ 36262 h 57915"/>
                <a:gd name="connsiteX22" fmla="*/ 44847 w 47165"/>
                <a:gd name="connsiteY22" fmla="*/ 28842 h 57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165" h="57915">
                  <a:moveTo>
                    <a:pt x="44986" y="28842"/>
                  </a:moveTo>
                  <a:lnTo>
                    <a:pt x="37148" y="18394"/>
                  </a:lnTo>
                  <a:lnTo>
                    <a:pt x="26435" y="12073"/>
                  </a:lnTo>
                  <a:lnTo>
                    <a:pt x="24673" y="6848"/>
                  </a:lnTo>
                  <a:lnTo>
                    <a:pt x="20916" y="6848"/>
                  </a:lnTo>
                  <a:lnTo>
                    <a:pt x="12800" y="0"/>
                  </a:lnTo>
                  <a:lnTo>
                    <a:pt x="12800" y="3863"/>
                  </a:lnTo>
                  <a:cubicBezTo>
                    <a:pt x="11641" y="9087"/>
                    <a:pt x="4962" y="10712"/>
                    <a:pt x="4962" y="10712"/>
                  </a:cubicBezTo>
                  <a:lnTo>
                    <a:pt x="7838" y="16463"/>
                  </a:lnTo>
                  <a:lnTo>
                    <a:pt x="0" y="16463"/>
                  </a:lnTo>
                  <a:lnTo>
                    <a:pt x="0" y="20018"/>
                  </a:lnTo>
                  <a:lnTo>
                    <a:pt x="8673" y="30730"/>
                  </a:lnTo>
                  <a:lnTo>
                    <a:pt x="8673" y="35383"/>
                  </a:lnTo>
                  <a:lnTo>
                    <a:pt x="12707" y="41442"/>
                  </a:lnTo>
                  <a:lnTo>
                    <a:pt x="15907" y="47588"/>
                  </a:lnTo>
                  <a:cubicBezTo>
                    <a:pt x="15907" y="47588"/>
                    <a:pt x="16186" y="54348"/>
                    <a:pt x="18504" y="56543"/>
                  </a:cubicBezTo>
                  <a:cubicBezTo>
                    <a:pt x="20823" y="58738"/>
                    <a:pt x="25461" y="59002"/>
                    <a:pt x="25461" y="51978"/>
                  </a:cubicBezTo>
                  <a:cubicBezTo>
                    <a:pt x="25461" y="44954"/>
                    <a:pt x="33855" y="47588"/>
                    <a:pt x="33855" y="47588"/>
                  </a:cubicBezTo>
                  <a:cubicBezTo>
                    <a:pt x="33855" y="47588"/>
                    <a:pt x="39931" y="50792"/>
                    <a:pt x="41368" y="47588"/>
                  </a:cubicBezTo>
                  <a:cubicBezTo>
                    <a:pt x="42806" y="44383"/>
                    <a:pt x="42528" y="39817"/>
                    <a:pt x="42528" y="39817"/>
                  </a:cubicBezTo>
                  <a:lnTo>
                    <a:pt x="45728" y="43198"/>
                  </a:lnTo>
                  <a:lnTo>
                    <a:pt x="47166" y="36262"/>
                  </a:lnTo>
                  <a:cubicBezTo>
                    <a:pt x="43085" y="32398"/>
                    <a:pt x="44847" y="28842"/>
                    <a:pt x="44847" y="2884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5DF66A29-8874-A482-AC4C-C9A12B6ECA83}"/>
                </a:ext>
              </a:extLst>
            </p:cNvPr>
            <p:cNvSpPr>
              <a:spLocks/>
            </p:cNvSpPr>
            <p:nvPr/>
          </p:nvSpPr>
          <p:spPr>
            <a:xfrm>
              <a:off x="6496586" y="2205951"/>
              <a:ext cx="30320" cy="25882"/>
            </a:xfrm>
            <a:custGeom>
              <a:avLst/>
              <a:gdLst>
                <a:gd name="connsiteX0" fmla="*/ 7606 w 20313"/>
                <a:gd name="connsiteY0" fmla="*/ 14882 h 17340"/>
                <a:gd name="connsiteX1" fmla="*/ 11084 w 20313"/>
                <a:gd name="connsiteY1" fmla="*/ 14882 h 17340"/>
                <a:gd name="connsiteX2" fmla="*/ 13960 w 20313"/>
                <a:gd name="connsiteY2" fmla="*/ 17340 h 17340"/>
                <a:gd name="connsiteX3" fmla="*/ 20313 w 20313"/>
                <a:gd name="connsiteY3" fmla="*/ 15409 h 17340"/>
                <a:gd name="connsiteX4" fmla="*/ 17994 w 20313"/>
                <a:gd name="connsiteY4" fmla="*/ 12380 h 17340"/>
                <a:gd name="connsiteX5" fmla="*/ 10157 w 20313"/>
                <a:gd name="connsiteY5" fmla="*/ 10711 h 17340"/>
                <a:gd name="connsiteX6" fmla="*/ 0 w 20313"/>
                <a:gd name="connsiteY6" fmla="*/ 0 h 17340"/>
                <a:gd name="connsiteX7" fmla="*/ 4638 w 20313"/>
                <a:gd name="connsiteY7" fmla="*/ 12336 h 17340"/>
                <a:gd name="connsiteX8" fmla="*/ 7513 w 20313"/>
                <a:gd name="connsiteY8" fmla="*/ 14794 h 1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13" h="17340">
                  <a:moveTo>
                    <a:pt x="7606" y="14882"/>
                  </a:moveTo>
                  <a:lnTo>
                    <a:pt x="11084" y="14882"/>
                  </a:lnTo>
                  <a:lnTo>
                    <a:pt x="13960" y="17340"/>
                  </a:lnTo>
                  <a:lnTo>
                    <a:pt x="20313" y="15409"/>
                  </a:lnTo>
                  <a:lnTo>
                    <a:pt x="17994" y="12380"/>
                  </a:lnTo>
                  <a:lnTo>
                    <a:pt x="10157" y="10711"/>
                  </a:lnTo>
                  <a:cubicBezTo>
                    <a:pt x="11316" y="1405"/>
                    <a:pt x="0" y="0"/>
                    <a:pt x="0" y="0"/>
                  </a:cubicBezTo>
                  <a:lnTo>
                    <a:pt x="4638" y="12336"/>
                  </a:lnTo>
                  <a:lnTo>
                    <a:pt x="7513" y="1479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7663E5BF-D031-209D-BBFD-62452338EE83}"/>
                </a:ext>
              </a:extLst>
            </p:cNvPr>
            <p:cNvSpPr>
              <a:spLocks/>
            </p:cNvSpPr>
            <p:nvPr/>
          </p:nvSpPr>
          <p:spPr>
            <a:xfrm>
              <a:off x="6441691" y="1980802"/>
              <a:ext cx="30320" cy="31125"/>
            </a:xfrm>
            <a:custGeom>
              <a:avLst/>
              <a:gdLst>
                <a:gd name="connsiteX0" fmla="*/ 9600 w 20313"/>
                <a:gd name="connsiteY0" fmla="*/ 19492 h 20852"/>
                <a:gd name="connsiteX1" fmla="*/ 13357 w 20313"/>
                <a:gd name="connsiteY1" fmla="*/ 17297 h 20852"/>
                <a:gd name="connsiteX2" fmla="*/ 17577 w 20313"/>
                <a:gd name="connsiteY2" fmla="*/ 19492 h 20852"/>
                <a:gd name="connsiteX3" fmla="*/ 20313 w 20313"/>
                <a:gd name="connsiteY3" fmla="*/ 16199 h 20852"/>
                <a:gd name="connsiteX4" fmla="*/ 18876 w 20313"/>
                <a:gd name="connsiteY4" fmla="*/ 12907 h 20852"/>
                <a:gd name="connsiteX5" fmla="*/ 18876 w 20313"/>
                <a:gd name="connsiteY5" fmla="*/ 8517 h 20852"/>
                <a:gd name="connsiteX6" fmla="*/ 20313 w 20313"/>
                <a:gd name="connsiteY6" fmla="*/ 0 h 20852"/>
                <a:gd name="connsiteX7" fmla="*/ 14794 w 20313"/>
                <a:gd name="connsiteY7" fmla="*/ 0 h 20852"/>
                <a:gd name="connsiteX8" fmla="*/ 16232 w 20313"/>
                <a:gd name="connsiteY8" fmla="*/ 4653 h 20852"/>
                <a:gd name="connsiteX9" fmla="*/ 13635 w 20313"/>
                <a:gd name="connsiteY9" fmla="*/ 4653 h 20852"/>
                <a:gd name="connsiteX10" fmla="*/ 13078 w 20313"/>
                <a:gd name="connsiteY10" fmla="*/ 7156 h 20852"/>
                <a:gd name="connsiteX11" fmla="*/ 15954 w 20313"/>
                <a:gd name="connsiteY11" fmla="*/ 8253 h 20852"/>
                <a:gd name="connsiteX12" fmla="*/ 15676 w 20313"/>
                <a:gd name="connsiteY12" fmla="*/ 14004 h 20852"/>
                <a:gd name="connsiteX13" fmla="*/ 12800 w 20313"/>
                <a:gd name="connsiteY13" fmla="*/ 13170 h 20852"/>
                <a:gd name="connsiteX14" fmla="*/ 10157 w 20313"/>
                <a:gd name="connsiteY14" fmla="*/ 15936 h 20852"/>
                <a:gd name="connsiteX15" fmla="*/ 0 w 20313"/>
                <a:gd name="connsiteY15" fmla="*/ 18394 h 20852"/>
                <a:gd name="connsiteX16" fmla="*/ 2319 w 20313"/>
                <a:gd name="connsiteY16" fmla="*/ 20853 h 20852"/>
                <a:gd name="connsiteX17" fmla="*/ 9600 w 20313"/>
                <a:gd name="connsiteY17" fmla="*/ 19492 h 2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313" h="20852">
                  <a:moveTo>
                    <a:pt x="9600" y="19492"/>
                  </a:moveTo>
                  <a:lnTo>
                    <a:pt x="13357" y="17297"/>
                  </a:lnTo>
                  <a:lnTo>
                    <a:pt x="17577" y="19492"/>
                  </a:lnTo>
                  <a:lnTo>
                    <a:pt x="20313" y="16199"/>
                  </a:lnTo>
                  <a:lnTo>
                    <a:pt x="18876" y="12907"/>
                  </a:lnTo>
                  <a:lnTo>
                    <a:pt x="18876" y="8517"/>
                  </a:lnTo>
                  <a:lnTo>
                    <a:pt x="20313" y="0"/>
                  </a:lnTo>
                  <a:lnTo>
                    <a:pt x="14794" y="0"/>
                  </a:lnTo>
                  <a:lnTo>
                    <a:pt x="16232" y="4653"/>
                  </a:lnTo>
                  <a:lnTo>
                    <a:pt x="13635" y="4653"/>
                  </a:lnTo>
                  <a:lnTo>
                    <a:pt x="13078" y="7156"/>
                  </a:lnTo>
                  <a:lnTo>
                    <a:pt x="15954" y="8253"/>
                  </a:lnTo>
                  <a:lnTo>
                    <a:pt x="15676" y="14004"/>
                  </a:lnTo>
                  <a:lnTo>
                    <a:pt x="12800" y="13170"/>
                  </a:lnTo>
                  <a:lnTo>
                    <a:pt x="10157" y="15936"/>
                  </a:lnTo>
                  <a:lnTo>
                    <a:pt x="0" y="18394"/>
                  </a:lnTo>
                  <a:lnTo>
                    <a:pt x="2319" y="20853"/>
                  </a:lnTo>
                  <a:lnTo>
                    <a:pt x="9600" y="1949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CC7F5D3-8D66-05A0-991E-B2FC9E6A36F6}"/>
                </a:ext>
              </a:extLst>
            </p:cNvPr>
            <p:cNvSpPr>
              <a:spLocks/>
            </p:cNvSpPr>
            <p:nvPr/>
          </p:nvSpPr>
          <p:spPr>
            <a:xfrm>
              <a:off x="6609144" y="2396895"/>
              <a:ext cx="19035" cy="15595"/>
            </a:xfrm>
            <a:custGeom>
              <a:avLst/>
              <a:gdLst>
                <a:gd name="connsiteX0" fmla="*/ 0 w 12753"/>
                <a:gd name="connsiteY0" fmla="*/ 0 h 10448"/>
                <a:gd name="connsiteX1" fmla="*/ 9878 w 12753"/>
                <a:gd name="connsiteY1" fmla="*/ 10448 h 10448"/>
                <a:gd name="connsiteX2" fmla="*/ 12754 w 12753"/>
                <a:gd name="connsiteY2" fmla="*/ 10448 h 10448"/>
                <a:gd name="connsiteX3" fmla="*/ 2644 w 12753"/>
                <a:gd name="connsiteY3" fmla="*/ 0 h 10448"/>
                <a:gd name="connsiteX4" fmla="*/ 0 w 12753"/>
                <a:gd name="connsiteY4" fmla="*/ 0 h 10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53" h="10448">
                  <a:moveTo>
                    <a:pt x="0" y="0"/>
                  </a:moveTo>
                  <a:lnTo>
                    <a:pt x="9878" y="10448"/>
                  </a:lnTo>
                  <a:lnTo>
                    <a:pt x="12754" y="10448"/>
                  </a:lnTo>
                  <a:lnTo>
                    <a:pt x="264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F82FCAA4-BB8C-3ABC-439B-9A53F8CCE976}"/>
                </a:ext>
              </a:extLst>
            </p:cNvPr>
            <p:cNvSpPr>
              <a:spLocks/>
            </p:cNvSpPr>
            <p:nvPr/>
          </p:nvSpPr>
          <p:spPr>
            <a:xfrm>
              <a:off x="6552034" y="2276064"/>
              <a:ext cx="9967" cy="13105"/>
            </a:xfrm>
            <a:custGeom>
              <a:avLst/>
              <a:gdLst>
                <a:gd name="connsiteX0" fmla="*/ 0 w 6678"/>
                <a:gd name="connsiteY0" fmla="*/ 4390 h 8780"/>
                <a:gd name="connsiteX1" fmla="*/ 3478 w 6678"/>
                <a:gd name="connsiteY1" fmla="*/ 8780 h 8780"/>
                <a:gd name="connsiteX2" fmla="*/ 6678 w 6678"/>
                <a:gd name="connsiteY2" fmla="*/ 6892 h 8780"/>
                <a:gd name="connsiteX3" fmla="*/ 6678 w 6678"/>
                <a:gd name="connsiteY3" fmla="*/ 0 h 8780"/>
                <a:gd name="connsiteX4" fmla="*/ 3478 w 6678"/>
                <a:gd name="connsiteY4" fmla="*/ 0 h 8780"/>
                <a:gd name="connsiteX5" fmla="*/ 0 w 6678"/>
                <a:gd name="connsiteY5" fmla="*/ 4390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8" h="8780">
                  <a:moveTo>
                    <a:pt x="0" y="4390"/>
                  </a:moveTo>
                  <a:lnTo>
                    <a:pt x="3478" y="8780"/>
                  </a:lnTo>
                  <a:lnTo>
                    <a:pt x="6678" y="6892"/>
                  </a:lnTo>
                  <a:lnTo>
                    <a:pt x="6678" y="0"/>
                  </a:lnTo>
                  <a:lnTo>
                    <a:pt x="3478" y="0"/>
                  </a:lnTo>
                  <a:lnTo>
                    <a:pt x="0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7A49424F-4115-648E-311C-492CAE6BA396}"/>
                </a:ext>
              </a:extLst>
            </p:cNvPr>
            <p:cNvSpPr>
              <a:spLocks/>
            </p:cNvSpPr>
            <p:nvPr/>
          </p:nvSpPr>
          <p:spPr>
            <a:xfrm>
              <a:off x="6565049" y="2374813"/>
              <a:ext cx="22497" cy="12071"/>
            </a:xfrm>
            <a:custGeom>
              <a:avLst/>
              <a:gdLst>
                <a:gd name="connsiteX0" fmla="*/ 13913 w 15072"/>
                <a:gd name="connsiteY0" fmla="*/ 7112 h 8087"/>
                <a:gd name="connsiteX1" fmla="*/ 10157 w 15072"/>
                <a:gd name="connsiteY1" fmla="*/ 0 h 8087"/>
                <a:gd name="connsiteX2" fmla="*/ 0 w 15072"/>
                <a:gd name="connsiteY2" fmla="*/ 0 h 8087"/>
                <a:gd name="connsiteX3" fmla="*/ 0 w 15072"/>
                <a:gd name="connsiteY3" fmla="*/ 7112 h 8087"/>
                <a:gd name="connsiteX4" fmla="*/ 13913 w 15072"/>
                <a:gd name="connsiteY4" fmla="*/ 7112 h 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2" h="8087">
                  <a:moveTo>
                    <a:pt x="13913" y="7112"/>
                  </a:moveTo>
                  <a:cubicBezTo>
                    <a:pt x="17948" y="4917"/>
                    <a:pt x="10157" y="0"/>
                    <a:pt x="10157" y="0"/>
                  </a:cubicBezTo>
                  <a:lnTo>
                    <a:pt x="0" y="0"/>
                  </a:lnTo>
                  <a:lnTo>
                    <a:pt x="0" y="7112"/>
                  </a:lnTo>
                  <a:cubicBezTo>
                    <a:pt x="0" y="7112"/>
                    <a:pt x="9832" y="9307"/>
                    <a:pt x="13913" y="71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4F45FABB-9CDF-60D9-1347-42523543A4AA}"/>
                </a:ext>
              </a:extLst>
            </p:cNvPr>
            <p:cNvSpPr>
              <a:spLocks/>
            </p:cNvSpPr>
            <p:nvPr/>
          </p:nvSpPr>
          <p:spPr>
            <a:xfrm>
              <a:off x="6498801" y="2254441"/>
              <a:ext cx="48240" cy="94547"/>
            </a:xfrm>
            <a:custGeom>
              <a:avLst/>
              <a:gdLst>
                <a:gd name="connsiteX0" fmla="*/ 29867 w 32319"/>
                <a:gd name="connsiteY0" fmla="*/ 45656 h 63342"/>
                <a:gd name="connsiteX1" fmla="*/ 20870 w 32319"/>
                <a:gd name="connsiteY1" fmla="*/ 26033 h 63342"/>
                <a:gd name="connsiteX2" fmla="*/ 13913 w 32319"/>
                <a:gd name="connsiteY2" fmla="*/ 5751 h 63342"/>
                <a:gd name="connsiteX3" fmla="*/ 7513 w 32319"/>
                <a:gd name="connsiteY3" fmla="*/ 2195 h 63342"/>
                <a:gd name="connsiteX4" fmla="*/ 1994 w 32319"/>
                <a:gd name="connsiteY4" fmla="*/ 0 h 63342"/>
                <a:gd name="connsiteX5" fmla="*/ 8348 w 32319"/>
                <a:gd name="connsiteY5" fmla="*/ 13170 h 63342"/>
                <a:gd name="connsiteX6" fmla="*/ 8070 w 32319"/>
                <a:gd name="connsiteY6" fmla="*/ 5488 h 63342"/>
                <a:gd name="connsiteX7" fmla="*/ 18504 w 32319"/>
                <a:gd name="connsiteY7" fmla="*/ 17560 h 63342"/>
                <a:gd name="connsiteX8" fmla="*/ 10388 w 32319"/>
                <a:gd name="connsiteY8" fmla="*/ 21687 h 63342"/>
                <a:gd name="connsiteX9" fmla="*/ 16093 w 32319"/>
                <a:gd name="connsiteY9" fmla="*/ 27745 h 63342"/>
                <a:gd name="connsiteX10" fmla="*/ 14423 w 32319"/>
                <a:gd name="connsiteY10" fmla="*/ 31652 h 63342"/>
                <a:gd name="connsiteX11" fmla="*/ 9507 w 32319"/>
                <a:gd name="connsiteY11" fmla="*/ 25286 h 63342"/>
                <a:gd name="connsiteX12" fmla="*/ 7188 w 32319"/>
                <a:gd name="connsiteY12" fmla="*/ 17604 h 63342"/>
                <a:gd name="connsiteX13" fmla="*/ 6632 w 32319"/>
                <a:gd name="connsiteY13" fmla="*/ 21730 h 63342"/>
                <a:gd name="connsiteX14" fmla="*/ 1438 w 32319"/>
                <a:gd name="connsiteY14" fmla="*/ 15672 h 63342"/>
                <a:gd name="connsiteX15" fmla="*/ 4916 w 32319"/>
                <a:gd name="connsiteY15" fmla="*/ 26384 h 63342"/>
                <a:gd name="connsiteX16" fmla="*/ 0 w 32319"/>
                <a:gd name="connsiteY16" fmla="*/ 25286 h 63342"/>
                <a:gd name="connsiteX17" fmla="*/ 0 w 32319"/>
                <a:gd name="connsiteY17" fmla="*/ 33803 h 63342"/>
                <a:gd name="connsiteX18" fmla="*/ 12754 w 32319"/>
                <a:gd name="connsiteY18" fmla="*/ 44515 h 63342"/>
                <a:gd name="connsiteX19" fmla="*/ 20592 w 32319"/>
                <a:gd name="connsiteY19" fmla="*/ 54963 h 63342"/>
                <a:gd name="connsiteX20" fmla="*/ 19154 w 32319"/>
                <a:gd name="connsiteY20" fmla="*/ 62645 h 63342"/>
                <a:gd name="connsiteX21" fmla="*/ 31026 w 32319"/>
                <a:gd name="connsiteY21" fmla="*/ 54963 h 63342"/>
                <a:gd name="connsiteX22" fmla="*/ 29867 w 32319"/>
                <a:gd name="connsiteY22" fmla="*/ 45788 h 63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319" h="63342">
                  <a:moveTo>
                    <a:pt x="29867" y="45656"/>
                  </a:moveTo>
                  <a:lnTo>
                    <a:pt x="20870" y="26033"/>
                  </a:lnTo>
                  <a:cubicBezTo>
                    <a:pt x="29264" y="11502"/>
                    <a:pt x="13913" y="5751"/>
                    <a:pt x="13913" y="5751"/>
                  </a:cubicBezTo>
                  <a:lnTo>
                    <a:pt x="7513" y="2195"/>
                  </a:lnTo>
                  <a:lnTo>
                    <a:pt x="1994" y="0"/>
                  </a:lnTo>
                  <a:cubicBezTo>
                    <a:pt x="1438" y="4390"/>
                    <a:pt x="8348" y="13170"/>
                    <a:pt x="8348" y="13170"/>
                  </a:cubicBezTo>
                  <a:lnTo>
                    <a:pt x="8070" y="5488"/>
                  </a:lnTo>
                  <a:cubicBezTo>
                    <a:pt x="8070" y="5488"/>
                    <a:pt x="12986" y="9351"/>
                    <a:pt x="18504" y="17560"/>
                  </a:cubicBezTo>
                  <a:cubicBezTo>
                    <a:pt x="24023" y="25813"/>
                    <a:pt x="10388" y="21687"/>
                    <a:pt x="10388" y="21687"/>
                  </a:cubicBezTo>
                  <a:lnTo>
                    <a:pt x="16093" y="27745"/>
                  </a:lnTo>
                  <a:lnTo>
                    <a:pt x="14423" y="31652"/>
                  </a:lnTo>
                  <a:lnTo>
                    <a:pt x="9507" y="25286"/>
                  </a:lnTo>
                  <a:lnTo>
                    <a:pt x="7188" y="17604"/>
                  </a:lnTo>
                  <a:lnTo>
                    <a:pt x="6632" y="21730"/>
                  </a:lnTo>
                  <a:lnTo>
                    <a:pt x="1438" y="15672"/>
                  </a:lnTo>
                  <a:cubicBezTo>
                    <a:pt x="1438" y="15672"/>
                    <a:pt x="5797" y="25550"/>
                    <a:pt x="4916" y="26384"/>
                  </a:cubicBezTo>
                  <a:cubicBezTo>
                    <a:pt x="4035" y="27218"/>
                    <a:pt x="0" y="25286"/>
                    <a:pt x="0" y="25286"/>
                  </a:cubicBezTo>
                  <a:cubicBezTo>
                    <a:pt x="4916" y="34066"/>
                    <a:pt x="0" y="33803"/>
                    <a:pt x="0" y="33803"/>
                  </a:cubicBezTo>
                  <a:cubicBezTo>
                    <a:pt x="1762" y="41485"/>
                    <a:pt x="10713" y="44515"/>
                    <a:pt x="12754" y="44515"/>
                  </a:cubicBezTo>
                  <a:cubicBezTo>
                    <a:pt x="14794" y="44515"/>
                    <a:pt x="20592" y="54963"/>
                    <a:pt x="20592" y="54963"/>
                  </a:cubicBezTo>
                  <a:cubicBezTo>
                    <a:pt x="20592" y="54963"/>
                    <a:pt x="15954" y="60143"/>
                    <a:pt x="19154" y="62645"/>
                  </a:cubicBezTo>
                  <a:cubicBezTo>
                    <a:pt x="22354" y="65104"/>
                    <a:pt x="27548" y="60714"/>
                    <a:pt x="31026" y="54963"/>
                  </a:cubicBezTo>
                  <a:cubicBezTo>
                    <a:pt x="34505" y="49212"/>
                    <a:pt x="29867" y="45788"/>
                    <a:pt x="29867" y="457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50D0A081-01B7-B33B-3821-A48746BB1BA2}"/>
                </a:ext>
              </a:extLst>
            </p:cNvPr>
            <p:cNvSpPr>
              <a:spLocks/>
            </p:cNvSpPr>
            <p:nvPr/>
          </p:nvSpPr>
          <p:spPr>
            <a:xfrm>
              <a:off x="6573217" y="2424746"/>
              <a:ext cx="34612" cy="49144"/>
            </a:xfrm>
            <a:custGeom>
              <a:avLst/>
              <a:gdLst>
                <a:gd name="connsiteX0" fmla="*/ 2041 w 23188"/>
                <a:gd name="connsiteY0" fmla="*/ 0 h 32925"/>
                <a:gd name="connsiteX1" fmla="*/ 1762 w 23188"/>
                <a:gd name="connsiteY1" fmla="*/ 7683 h 32925"/>
                <a:gd name="connsiteX2" fmla="*/ 6957 w 23188"/>
                <a:gd name="connsiteY2" fmla="*/ 8824 h 32925"/>
                <a:gd name="connsiteX3" fmla="*/ 9275 w 23188"/>
                <a:gd name="connsiteY3" fmla="*/ 16463 h 32925"/>
                <a:gd name="connsiteX4" fmla="*/ 5844 w 23188"/>
                <a:gd name="connsiteY4" fmla="*/ 19492 h 32925"/>
                <a:gd name="connsiteX5" fmla="*/ 0 w 23188"/>
                <a:gd name="connsiteY5" fmla="*/ 18131 h 32925"/>
                <a:gd name="connsiteX6" fmla="*/ 0 w 23188"/>
                <a:gd name="connsiteY6" fmla="*/ 23311 h 32925"/>
                <a:gd name="connsiteX7" fmla="*/ 11316 w 23188"/>
                <a:gd name="connsiteY7" fmla="*/ 32925 h 32925"/>
                <a:gd name="connsiteX8" fmla="*/ 16232 w 23188"/>
                <a:gd name="connsiteY8" fmla="*/ 26647 h 32925"/>
                <a:gd name="connsiteX9" fmla="*/ 20313 w 23188"/>
                <a:gd name="connsiteY9" fmla="*/ 31564 h 32925"/>
                <a:gd name="connsiteX10" fmla="*/ 23189 w 23188"/>
                <a:gd name="connsiteY10" fmla="*/ 20589 h 32925"/>
                <a:gd name="connsiteX11" fmla="*/ 19432 w 23188"/>
                <a:gd name="connsiteY11" fmla="*/ 20589 h 32925"/>
                <a:gd name="connsiteX12" fmla="*/ 2041 w 23188"/>
                <a:gd name="connsiteY12" fmla="*/ 0 h 3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188" h="32925">
                  <a:moveTo>
                    <a:pt x="2041" y="0"/>
                  </a:moveTo>
                  <a:lnTo>
                    <a:pt x="1762" y="7683"/>
                  </a:lnTo>
                  <a:lnTo>
                    <a:pt x="6957" y="8824"/>
                  </a:lnTo>
                  <a:lnTo>
                    <a:pt x="9275" y="16463"/>
                  </a:lnTo>
                  <a:lnTo>
                    <a:pt x="5844" y="19492"/>
                  </a:lnTo>
                  <a:lnTo>
                    <a:pt x="0" y="18131"/>
                  </a:lnTo>
                  <a:lnTo>
                    <a:pt x="0" y="23311"/>
                  </a:lnTo>
                  <a:lnTo>
                    <a:pt x="11316" y="32925"/>
                  </a:lnTo>
                  <a:lnTo>
                    <a:pt x="16232" y="26647"/>
                  </a:lnTo>
                  <a:lnTo>
                    <a:pt x="20313" y="31564"/>
                  </a:lnTo>
                  <a:lnTo>
                    <a:pt x="23189" y="20589"/>
                  </a:lnTo>
                  <a:lnTo>
                    <a:pt x="19432" y="20589"/>
                  </a:lnTo>
                  <a:lnTo>
                    <a:pt x="204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55E53422-E389-2455-A14B-D89B93C518C8}"/>
                </a:ext>
              </a:extLst>
            </p:cNvPr>
            <p:cNvSpPr>
              <a:spLocks/>
            </p:cNvSpPr>
            <p:nvPr/>
          </p:nvSpPr>
          <p:spPr>
            <a:xfrm>
              <a:off x="6412063" y="2056158"/>
              <a:ext cx="11698" cy="11674"/>
            </a:xfrm>
            <a:custGeom>
              <a:avLst/>
              <a:gdLst>
                <a:gd name="connsiteX0" fmla="*/ 3061 w 7837"/>
                <a:gd name="connsiteY0" fmla="*/ 7683 h 7821"/>
                <a:gd name="connsiteX1" fmla="*/ 7838 w 7837"/>
                <a:gd name="connsiteY1" fmla="*/ 3029 h 7821"/>
                <a:gd name="connsiteX2" fmla="*/ 5658 w 7837"/>
                <a:gd name="connsiteY2" fmla="*/ 0 h 7821"/>
                <a:gd name="connsiteX3" fmla="*/ 0 w 7837"/>
                <a:gd name="connsiteY3" fmla="*/ 0 h 7821"/>
                <a:gd name="connsiteX4" fmla="*/ 3061 w 7837"/>
                <a:gd name="connsiteY4" fmla="*/ 7683 h 7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37" h="7821">
                  <a:moveTo>
                    <a:pt x="3061" y="7683"/>
                  </a:moveTo>
                  <a:cubicBezTo>
                    <a:pt x="3617" y="8780"/>
                    <a:pt x="7838" y="3029"/>
                    <a:pt x="7838" y="3029"/>
                  </a:cubicBezTo>
                  <a:lnTo>
                    <a:pt x="5658" y="0"/>
                  </a:lnTo>
                  <a:lnTo>
                    <a:pt x="0" y="0"/>
                  </a:lnTo>
                  <a:cubicBezTo>
                    <a:pt x="0" y="0"/>
                    <a:pt x="2458" y="6585"/>
                    <a:pt x="3061" y="768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4982D2C3-B830-C593-3EC1-3DFC5FB07E8A}"/>
                </a:ext>
              </a:extLst>
            </p:cNvPr>
            <p:cNvSpPr>
              <a:spLocks/>
            </p:cNvSpPr>
            <p:nvPr/>
          </p:nvSpPr>
          <p:spPr>
            <a:xfrm>
              <a:off x="6410125" y="2070900"/>
              <a:ext cx="17720" cy="32369"/>
            </a:xfrm>
            <a:custGeom>
              <a:avLst/>
              <a:gdLst>
                <a:gd name="connsiteX0" fmla="*/ 0 w 11872"/>
                <a:gd name="connsiteY0" fmla="*/ 7683 h 21686"/>
                <a:gd name="connsiteX1" fmla="*/ 0 w 11872"/>
                <a:gd name="connsiteY1" fmla="*/ 14180 h 21686"/>
                <a:gd name="connsiteX2" fmla="*/ 5797 w 11872"/>
                <a:gd name="connsiteY2" fmla="*/ 17560 h 21686"/>
                <a:gd name="connsiteX3" fmla="*/ 9136 w 11872"/>
                <a:gd name="connsiteY3" fmla="*/ 21687 h 21686"/>
                <a:gd name="connsiteX4" fmla="*/ 11873 w 11872"/>
                <a:gd name="connsiteY4" fmla="*/ 17560 h 21686"/>
                <a:gd name="connsiteX5" fmla="*/ 9136 w 11872"/>
                <a:gd name="connsiteY5" fmla="*/ 14180 h 21686"/>
                <a:gd name="connsiteX6" fmla="*/ 8719 w 11872"/>
                <a:gd name="connsiteY6" fmla="*/ 5751 h 21686"/>
                <a:gd name="connsiteX7" fmla="*/ 11873 w 11872"/>
                <a:gd name="connsiteY7" fmla="*/ 0 h 21686"/>
                <a:gd name="connsiteX8" fmla="*/ 0 w 11872"/>
                <a:gd name="connsiteY8" fmla="*/ 7683 h 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72" h="21686">
                  <a:moveTo>
                    <a:pt x="0" y="7683"/>
                  </a:moveTo>
                  <a:lnTo>
                    <a:pt x="0" y="14180"/>
                  </a:lnTo>
                  <a:lnTo>
                    <a:pt x="5797" y="17560"/>
                  </a:lnTo>
                  <a:lnTo>
                    <a:pt x="9136" y="21687"/>
                  </a:lnTo>
                  <a:lnTo>
                    <a:pt x="11873" y="17560"/>
                  </a:lnTo>
                  <a:lnTo>
                    <a:pt x="9136" y="14180"/>
                  </a:lnTo>
                  <a:lnTo>
                    <a:pt x="8719" y="5751"/>
                  </a:lnTo>
                  <a:lnTo>
                    <a:pt x="11873" y="0"/>
                  </a:lnTo>
                  <a:lnTo>
                    <a:pt x="0" y="768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2C7E875A-BED3-CD71-EEE2-0F71B8BF75B5}"/>
                </a:ext>
              </a:extLst>
            </p:cNvPr>
            <p:cNvSpPr>
              <a:spLocks/>
            </p:cNvSpPr>
            <p:nvPr/>
          </p:nvSpPr>
          <p:spPr>
            <a:xfrm>
              <a:off x="6431307" y="2041021"/>
              <a:ext cx="17306" cy="17627"/>
            </a:xfrm>
            <a:custGeom>
              <a:avLst/>
              <a:gdLst>
                <a:gd name="connsiteX0" fmla="*/ 0 w 11594"/>
                <a:gd name="connsiteY0" fmla="*/ 7814 h 11809"/>
                <a:gd name="connsiteX1" fmla="*/ 5101 w 11594"/>
                <a:gd name="connsiteY1" fmla="*/ 6980 h 11809"/>
                <a:gd name="connsiteX2" fmla="*/ 8301 w 11594"/>
                <a:gd name="connsiteY2" fmla="*/ 11809 h 11809"/>
                <a:gd name="connsiteX3" fmla="*/ 11594 w 11594"/>
                <a:gd name="connsiteY3" fmla="*/ 11809 h 11809"/>
                <a:gd name="connsiteX4" fmla="*/ 11594 w 11594"/>
                <a:gd name="connsiteY4" fmla="*/ 3819 h 11809"/>
                <a:gd name="connsiteX5" fmla="*/ 5844 w 11594"/>
                <a:gd name="connsiteY5" fmla="*/ 3819 h 11809"/>
                <a:gd name="connsiteX6" fmla="*/ 3061 w 11594"/>
                <a:gd name="connsiteY6" fmla="*/ 0 h 11809"/>
                <a:gd name="connsiteX7" fmla="*/ 1762 w 11594"/>
                <a:gd name="connsiteY7" fmla="*/ 3819 h 11809"/>
                <a:gd name="connsiteX8" fmla="*/ 0 w 11594"/>
                <a:gd name="connsiteY8" fmla="*/ 7814 h 1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94" h="11809">
                  <a:moveTo>
                    <a:pt x="0" y="7814"/>
                  </a:moveTo>
                  <a:lnTo>
                    <a:pt x="5101" y="6980"/>
                  </a:lnTo>
                  <a:lnTo>
                    <a:pt x="8301" y="11809"/>
                  </a:lnTo>
                  <a:lnTo>
                    <a:pt x="11594" y="11809"/>
                  </a:lnTo>
                  <a:lnTo>
                    <a:pt x="11594" y="3819"/>
                  </a:lnTo>
                  <a:lnTo>
                    <a:pt x="5844" y="3819"/>
                  </a:lnTo>
                  <a:lnTo>
                    <a:pt x="3061" y="0"/>
                  </a:lnTo>
                  <a:lnTo>
                    <a:pt x="1762" y="3819"/>
                  </a:lnTo>
                  <a:lnTo>
                    <a:pt x="0" y="78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C39607FC-F615-9C8C-8DFB-39BEBEDEFC4B}"/>
                </a:ext>
              </a:extLst>
            </p:cNvPr>
            <p:cNvSpPr>
              <a:spLocks/>
            </p:cNvSpPr>
            <p:nvPr/>
          </p:nvSpPr>
          <p:spPr>
            <a:xfrm>
              <a:off x="6414486" y="2041021"/>
              <a:ext cx="9275" cy="5700"/>
            </a:xfrm>
            <a:custGeom>
              <a:avLst/>
              <a:gdLst>
                <a:gd name="connsiteX0" fmla="*/ 0 w 6214"/>
                <a:gd name="connsiteY0" fmla="*/ 0 h 3819"/>
                <a:gd name="connsiteX1" fmla="*/ 2319 w 6214"/>
                <a:gd name="connsiteY1" fmla="*/ 3819 h 3819"/>
                <a:gd name="connsiteX2" fmla="*/ 6215 w 6214"/>
                <a:gd name="connsiteY2" fmla="*/ 0 h 3819"/>
                <a:gd name="connsiteX3" fmla="*/ 0 w 6214"/>
                <a:gd name="connsiteY3" fmla="*/ 0 h 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" h="3819">
                  <a:moveTo>
                    <a:pt x="0" y="0"/>
                  </a:moveTo>
                  <a:lnTo>
                    <a:pt x="2319" y="3819"/>
                  </a:lnTo>
                  <a:lnTo>
                    <a:pt x="621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BA88517D-7166-FE18-76AB-6D5C7693FF8D}"/>
                </a:ext>
              </a:extLst>
            </p:cNvPr>
            <p:cNvSpPr>
              <a:spLocks/>
            </p:cNvSpPr>
            <p:nvPr/>
          </p:nvSpPr>
          <p:spPr>
            <a:xfrm>
              <a:off x="6414001" y="2293298"/>
              <a:ext cx="8237" cy="9828"/>
            </a:xfrm>
            <a:custGeom>
              <a:avLst/>
              <a:gdLst>
                <a:gd name="connsiteX0" fmla="*/ 5519 w 5518"/>
                <a:gd name="connsiteY0" fmla="*/ 3029 h 6585"/>
                <a:gd name="connsiteX1" fmla="*/ 2644 w 5518"/>
                <a:gd name="connsiteY1" fmla="*/ 0 h 6585"/>
                <a:gd name="connsiteX2" fmla="*/ 0 w 5518"/>
                <a:gd name="connsiteY2" fmla="*/ 3293 h 6585"/>
                <a:gd name="connsiteX3" fmla="*/ 2644 w 5518"/>
                <a:gd name="connsiteY3" fmla="*/ 6585 h 6585"/>
                <a:gd name="connsiteX4" fmla="*/ 5519 w 5518"/>
                <a:gd name="connsiteY4" fmla="*/ 3029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8" h="6585">
                  <a:moveTo>
                    <a:pt x="5519" y="3029"/>
                  </a:moveTo>
                  <a:lnTo>
                    <a:pt x="2644" y="0"/>
                  </a:lnTo>
                  <a:lnTo>
                    <a:pt x="0" y="3293"/>
                  </a:lnTo>
                  <a:lnTo>
                    <a:pt x="2644" y="6585"/>
                  </a:lnTo>
                  <a:lnTo>
                    <a:pt x="5519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78764B75-7B63-D091-64AA-78B5FF1F80A5}"/>
                </a:ext>
              </a:extLst>
            </p:cNvPr>
            <p:cNvSpPr>
              <a:spLocks/>
            </p:cNvSpPr>
            <p:nvPr/>
          </p:nvSpPr>
          <p:spPr>
            <a:xfrm>
              <a:off x="6410747" y="1934478"/>
              <a:ext cx="23673" cy="25027"/>
            </a:xfrm>
            <a:custGeom>
              <a:avLst/>
              <a:gdLst>
                <a:gd name="connsiteX0" fmla="*/ 7930 w 15860"/>
                <a:gd name="connsiteY0" fmla="*/ 11543 h 16767"/>
                <a:gd name="connsiteX1" fmla="*/ 7930 w 15860"/>
                <a:gd name="connsiteY1" fmla="*/ 6890 h 16767"/>
                <a:gd name="connsiteX2" fmla="*/ 15861 w 15860"/>
                <a:gd name="connsiteY2" fmla="*/ 4958 h 16767"/>
                <a:gd name="connsiteX3" fmla="*/ 15861 w 15860"/>
                <a:gd name="connsiteY3" fmla="*/ 2456 h 16767"/>
                <a:gd name="connsiteX4" fmla="*/ 8023 w 15860"/>
                <a:gd name="connsiteY4" fmla="*/ 4958 h 16767"/>
                <a:gd name="connsiteX5" fmla="*/ 3385 w 15860"/>
                <a:gd name="connsiteY5" fmla="*/ 42 h 16767"/>
                <a:gd name="connsiteX6" fmla="*/ 1345 w 15860"/>
                <a:gd name="connsiteY6" fmla="*/ 4958 h 16767"/>
                <a:gd name="connsiteX7" fmla="*/ 4545 w 15860"/>
                <a:gd name="connsiteY7" fmla="*/ 6890 h 16767"/>
                <a:gd name="connsiteX8" fmla="*/ 4823 w 15860"/>
                <a:gd name="connsiteY8" fmla="*/ 10446 h 16767"/>
                <a:gd name="connsiteX9" fmla="*/ 0 w 15860"/>
                <a:gd name="connsiteY9" fmla="*/ 16768 h 16767"/>
                <a:gd name="connsiteX10" fmla="*/ 7930 w 15860"/>
                <a:gd name="connsiteY10" fmla="*/ 11543 h 1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860" h="16767">
                  <a:moveTo>
                    <a:pt x="7930" y="11543"/>
                  </a:moveTo>
                  <a:lnTo>
                    <a:pt x="7930" y="6890"/>
                  </a:lnTo>
                  <a:lnTo>
                    <a:pt x="15861" y="4958"/>
                  </a:lnTo>
                  <a:lnTo>
                    <a:pt x="15861" y="2456"/>
                  </a:lnTo>
                  <a:lnTo>
                    <a:pt x="8023" y="4958"/>
                  </a:lnTo>
                  <a:cubicBezTo>
                    <a:pt x="8023" y="4958"/>
                    <a:pt x="9461" y="-529"/>
                    <a:pt x="3385" y="42"/>
                  </a:cubicBezTo>
                  <a:cubicBezTo>
                    <a:pt x="-2690" y="568"/>
                    <a:pt x="1345" y="4958"/>
                    <a:pt x="1345" y="4958"/>
                  </a:cubicBezTo>
                  <a:lnTo>
                    <a:pt x="4545" y="6890"/>
                  </a:lnTo>
                  <a:lnTo>
                    <a:pt x="4823" y="10446"/>
                  </a:lnTo>
                  <a:lnTo>
                    <a:pt x="0" y="16768"/>
                  </a:lnTo>
                  <a:lnTo>
                    <a:pt x="7930" y="1154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33D002B-F0E1-0DBC-89B6-EE14CE48B7D8}"/>
                </a:ext>
              </a:extLst>
            </p:cNvPr>
            <p:cNvSpPr>
              <a:spLocks/>
            </p:cNvSpPr>
            <p:nvPr/>
          </p:nvSpPr>
          <p:spPr>
            <a:xfrm>
              <a:off x="6427846" y="2169190"/>
              <a:ext cx="16059" cy="9043"/>
            </a:xfrm>
            <a:custGeom>
              <a:avLst/>
              <a:gdLst>
                <a:gd name="connsiteX0" fmla="*/ 7560 w 10759"/>
                <a:gd name="connsiteY0" fmla="*/ 0 h 6058"/>
                <a:gd name="connsiteX1" fmla="*/ 5380 w 10759"/>
                <a:gd name="connsiteY1" fmla="*/ 0 h 6058"/>
                <a:gd name="connsiteX2" fmla="*/ 5380 w 10759"/>
                <a:gd name="connsiteY2" fmla="*/ 3029 h 6058"/>
                <a:gd name="connsiteX3" fmla="*/ 0 w 10759"/>
                <a:gd name="connsiteY3" fmla="*/ 3029 h 6058"/>
                <a:gd name="connsiteX4" fmla="*/ 0 w 10759"/>
                <a:gd name="connsiteY4" fmla="*/ 6058 h 6058"/>
                <a:gd name="connsiteX5" fmla="*/ 10760 w 10759"/>
                <a:gd name="connsiteY5" fmla="*/ 4390 h 6058"/>
                <a:gd name="connsiteX6" fmla="*/ 7560 w 10759"/>
                <a:gd name="connsiteY6" fmla="*/ 0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59" h="6058">
                  <a:moveTo>
                    <a:pt x="7560" y="0"/>
                  </a:moveTo>
                  <a:lnTo>
                    <a:pt x="5380" y="0"/>
                  </a:lnTo>
                  <a:lnTo>
                    <a:pt x="5380" y="3029"/>
                  </a:lnTo>
                  <a:lnTo>
                    <a:pt x="0" y="3029"/>
                  </a:lnTo>
                  <a:lnTo>
                    <a:pt x="0" y="6058"/>
                  </a:lnTo>
                  <a:lnTo>
                    <a:pt x="10760" y="4390"/>
                  </a:lnTo>
                  <a:lnTo>
                    <a:pt x="756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C0BF687B-F987-99DB-6A63-B56CA5B67FEC}"/>
                </a:ext>
              </a:extLst>
            </p:cNvPr>
            <p:cNvSpPr>
              <a:spLocks/>
            </p:cNvSpPr>
            <p:nvPr/>
          </p:nvSpPr>
          <p:spPr>
            <a:xfrm>
              <a:off x="6403203" y="1964421"/>
              <a:ext cx="7546" cy="10680"/>
            </a:xfrm>
            <a:custGeom>
              <a:avLst/>
              <a:gdLst>
                <a:gd name="connsiteX0" fmla="*/ 5055 w 5055"/>
                <a:gd name="connsiteY0" fmla="*/ 0 h 7155"/>
                <a:gd name="connsiteX1" fmla="*/ 0 w 5055"/>
                <a:gd name="connsiteY1" fmla="*/ 2458 h 7155"/>
                <a:gd name="connsiteX2" fmla="*/ 0 w 5055"/>
                <a:gd name="connsiteY2" fmla="*/ 7156 h 7155"/>
                <a:gd name="connsiteX3" fmla="*/ 5055 w 5055"/>
                <a:gd name="connsiteY3" fmla="*/ 3863 h 7155"/>
                <a:gd name="connsiteX4" fmla="*/ 5055 w 5055"/>
                <a:gd name="connsiteY4" fmla="*/ 0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5" h="7155">
                  <a:moveTo>
                    <a:pt x="5055" y="0"/>
                  </a:moveTo>
                  <a:lnTo>
                    <a:pt x="0" y="2458"/>
                  </a:lnTo>
                  <a:lnTo>
                    <a:pt x="0" y="7156"/>
                  </a:lnTo>
                  <a:lnTo>
                    <a:pt x="5055" y="3863"/>
                  </a:lnTo>
                  <a:lnTo>
                    <a:pt x="505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589D2837-948B-C9C7-8512-A77D9E2A81AF}"/>
                </a:ext>
              </a:extLst>
            </p:cNvPr>
            <p:cNvSpPr>
              <a:spLocks/>
            </p:cNvSpPr>
            <p:nvPr/>
          </p:nvSpPr>
          <p:spPr>
            <a:xfrm>
              <a:off x="6414486" y="2206082"/>
              <a:ext cx="8652" cy="9435"/>
            </a:xfrm>
            <a:custGeom>
              <a:avLst/>
              <a:gdLst>
                <a:gd name="connsiteX0" fmla="*/ 0 w 5797"/>
                <a:gd name="connsiteY0" fmla="*/ 2063 h 6321"/>
                <a:gd name="connsiteX1" fmla="*/ 4174 w 5797"/>
                <a:gd name="connsiteY1" fmla="*/ 6322 h 6321"/>
                <a:gd name="connsiteX2" fmla="*/ 5797 w 5797"/>
                <a:gd name="connsiteY2" fmla="*/ 3819 h 6321"/>
                <a:gd name="connsiteX3" fmla="*/ 2597 w 5797"/>
                <a:gd name="connsiteY3" fmla="*/ 0 h 6321"/>
                <a:gd name="connsiteX4" fmla="*/ 0 w 5797"/>
                <a:gd name="connsiteY4" fmla="*/ 2063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6321">
                  <a:moveTo>
                    <a:pt x="0" y="2063"/>
                  </a:moveTo>
                  <a:lnTo>
                    <a:pt x="4174" y="6322"/>
                  </a:lnTo>
                  <a:lnTo>
                    <a:pt x="5797" y="3819"/>
                  </a:lnTo>
                  <a:lnTo>
                    <a:pt x="2597" y="0"/>
                  </a:lnTo>
                  <a:lnTo>
                    <a:pt x="0" y="20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FECED081-E045-6ADB-4D48-792547188065}"/>
                </a:ext>
              </a:extLst>
            </p:cNvPr>
            <p:cNvSpPr>
              <a:spLocks/>
            </p:cNvSpPr>
            <p:nvPr/>
          </p:nvSpPr>
          <p:spPr>
            <a:xfrm>
              <a:off x="6403617" y="2136034"/>
              <a:ext cx="40287" cy="15988"/>
            </a:xfrm>
            <a:custGeom>
              <a:avLst/>
              <a:gdLst>
                <a:gd name="connsiteX0" fmla="*/ 16232 w 26991"/>
                <a:gd name="connsiteY0" fmla="*/ 4653 h 10711"/>
                <a:gd name="connsiteX1" fmla="*/ 22910 w 26991"/>
                <a:gd name="connsiteY1" fmla="*/ 10712 h 10711"/>
                <a:gd name="connsiteX2" fmla="*/ 26992 w 26991"/>
                <a:gd name="connsiteY2" fmla="*/ 10712 h 10711"/>
                <a:gd name="connsiteX3" fmla="*/ 21612 w 26991"/>
                <a:gd name="connsiteY3" fmla="*/ 4653 h 10711"/>
                <a:gd name="connsiteX4" fmla="*/ 18876 w 26991"/>
                <a:gd name="connsiteY4" fmla="*/ 0 h 10711"/>
                <a:gd name="connsiteX5" fmla="*/ 8719 w 26991"/>
                <a:gd name="connsiteY5" fmla="*/ 0 h 10711"/>
                <a:gd name="connsiteX6" fmla="*/ 5658 w 26991"/>
                <a:gd name="connsiteY6" fmla="*/ 3293 h 10711"/>
                <a:gd name="connsiteX7" fmla="*/ 0 w 26991"/>
                <a:gd name="connsiteY7" fmla="*/ 3293 h 10711"/>
                <a:gd name="connsiteX8" fmla="*/ 0 w 26991"/>
                <a:gd name="connsiteY8" fmla="*/ 5356 h 10711"/>
                <a:gd name="connsiteX9" fmla="*/ 5658 w 26991"/>
                <a:gd name="connsiteY9" fmla="*/ 5356 h 10711"/>
                <a:gd name="connsiteX10" fmla="*/ 2644 w 26991"/>
                <a:gd name="connsiteY10" fmla="*/ 9351 h 10711"/>
                <a:gd name="connsiteX11" fmla="*/ 5658 w 26991"/>
                <a:gd name="connsiteY11" fmla="*/ 10712 h 10711"/>
                <a:gd name="connsiteX12" fmla="*/ 10157 w 26991"/>
                <a:gd name="connsiteY12" fmla="*/ 4653 h 10711"/>
                <a:gd name="connsiteX13" fmla="*/ 16232 w 26991"/>
                <a:gd name="connsiteY13" fmla="*/ 4653 h 1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991" h="10711">
                  <a:moveTo>
                    <a:pt x="16232" y="4653"/>
                  </a:moveTo>
                  <a:lnTo>
                    <a:pt x="22910" y="10712"/>
                  </a:lnTo>
                  <a:lnTo>
                    <a:pt x="26992" y="10712"/>
                  </a:lnTo>
                  <a:lnTo>
                    <a:pt x="21612" y="4653"/>
                  </a:lnTo>
                  <a:lnTo>
                    <a:pt x="18876" y="0"/>
                  </a:lnTo>
                  <a:lnTo>
                    <a:pt x="8719" y="0"/>
                  </a:lnTo>
                  <a:lnTo>
                    <a:pt x="5658" y="3293"/>
                  </a:lnTo>
                  <a:lnTo>
                    <a:pt x="0" y="3293"/>
                  </a:lnTo>
                  <a:lnTo>
                    <a:pt x="0" y="5356"/>
                  </a:lnTo>
                  <a:lnTo>
                    <a:pt x="5658" y="5356"/>
                  </a:lnTo>
                  <a:lnTo>
                    <a:pt x="2644" y="9351"/>
                  </a:lnTo>
                  <a:lnTo>
                    <a:pt x="5658" y="10712"/>
                  </a:lnTo>
                  <a:lnTo>
                    <a:pt x="10157" y="4653"/>
                  </a:lnTo>
                  <a:lnTo>
                    <a:pt x="16232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DF547999-B75F-1EF8-B8D8-D768EFD304A4}"/>
                </a:ext>
              </a:extLst>
            </p:cNvPr>
            <p:cNvSpPr>
              <a:spLocks/>
            </p:cNvSpPr>
            <p:nvPr/>
          </p:nvSpPr>
          <p:spPr>
            <a:xfrm>
              <a:off x="7359396" y="1971366"/>
              <a:ext cx="14259" cy="7797"/>
            </a:xfrm>
            <a:custGeom>
              <a:avLst/>
              <a:gdLst>
                <a:gd name="connsiteX0" fmla="*/ 0 w 9553"/>
                <a:gd name="connsiteY0" fmla="*/ 1141 h 5224"/>
                <a:gd name="connsiteX1" fmla="*/ 5194 w 9553"/>
                <a:gd name="connsiteY1" fmla="*/ 5224 h 5224"/>
                <a:gd name="connsiteX2" fmla="*/ 9554 w 9553"/>
                <a:gd name="connsiteY2" fmla="*/ 3336 h 5224"/>
                <a:gd name="connsiteX3" fmla="*/ 4777 w 9553"/>
                <a:gd name="connsiteY3" fmla="*/ 0 h 5224"/>
                <a:gd name="connsiteX4" fmla="*/ 0 w 9553"/>
                <a:gd name="connsiteY4" fmla="*/ 1141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3" h="5224">
                  <a:moveTo>
                    <a:pt x="0" y="1141"/>
                  </a:moveTo>
                  <a:lnTo>
                    <a:pt x="5194" y="5224"/>
                  </a:lnTo>
                  <a:lnTo>
                    <a:pt x="9554" y="3336"/>
                  </a:lnTo>
                  <a:lnTo>
                    <a:pt x="4777" y="0"/>
                  </a:lnTo>
                  <a:lnTo>
                    <a:pt x="0" y="11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C778E17A-2288-AF10-EE05-4D6080508120}"/>
                </a:ext>
              </a:extLst>
            </p:cNvPr>
            <p:cNvSpPr>
              <a:spLocks/>
            </p:cNvSpPr>
            <p:nvPr/>
          </p:nvSpPr>
          <p:spPr>
            <a:xfrm>
              <a:off x="7663082" y="3576375"/>
              <a:ext cx="9553" cy="9828"/>
            </a:xfrm>
            <a:custGeom>
              <a:avLst/>
              <a:gdLst>
                <a:gd name="connsiteX0" fmla="*/ 0 w 6400"/>
                <a:gd name="connsiteY0" fmla="*/ 0 h 6585"/>
                <a:gd name="connsiteX1" fmla="*/ 0 w 6400"/>
                <a:gd name="connsiteY1" fmla="*/ 1932 h 6585"/>
                <a:gd name="connsiteX2" fmla="*/ 3200 w 6400"/>
                <a:gd name="connsiteY2" fmla="*/ 6585 h 6585"/>
                <a:gd name="connsiteX3" fmla="*/ 6400 w 6400"/>
                <a:gd name="connsiteY3" fmla="*/ 2458 h 6585"/>
                <a:gd name="connsiteX4" fmla="*/ 4081 w 6400"/>
                <a:gd name="connsiteY4" fmla="*/ 2458 h 6585"/>
                <a:gd name="connsiteX5" fmla="*/ 0 w 6400"/>
                <a:gd name="connsiteY5" fmla="*/ 0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00" h="6585">
                  <a:moveTo>
                    <a:pt x="0" y="0"/>
                  </a:moveTo>
                  <a:lnTo>
                    <a:pt x="0" y="1932"/>
                  </a:lnTo>
                  <a:lnTo>
                    <a:pt x="3200" y="6585"/>
                  </a:lnTo>
                  <a:lnTo>
                    <a:pt x="6400" y="2458"/>
                  </a:lnTo>
                  <a:lnTo>
                    <a:pt x="4081" y="24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B0A81F98-C790-12FE-CC66-55A3DCBE51B8}"/>
                </a:ext>
              </a:extLst>
            </p:cNvPr>
            <p:cNvSpPr>
              <a:spLocks/>
            </p:cNvSpPr>
            <p:nvPr/>
          </p:nvSpPr>
          <p:spPr>
            <a:xfrm>
              <a:off x="4056917" y="2053274"/>
              <a:ext cx="13013" cy="9435"/>
            </a:xfrm>
            <a:custGeom>
              <a:avLst/>
              <a:gdLst>
                <a:gd name="connsiteX0" fmla="*/ 8719 w 8718"/>
                <a:gd name="connsiteY0" fmla="*/ 3600 h 6321"/>
                <a:gd name="connsiteX1" fmla="*/ 2319 w 8718"/>
                <a:gd name="connsiteY1" fmla="*/ 0 h 6321"/>
                <a:gd name="connsiteX2" fmla="*/ 0 w 8718"/>
                <a:gd name="connsiteY2" fmla="*/ 1932 h 6321"/>
                <a:gd name="connsiteX3" fmla="*/ 8719 w 8718"/>
                <a:gd name="connsiteY3" fmla="*/ 6322 h 6321"/>
                <a:gd name="connsiteX4" fmla="*/ 8719 w 8718"/>
                <a:gd name="connsiteY4" fmla="*/ 3600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8" h="6321">
                  <a:moveTo>
                    <a:pt x="8719" y="3600"/>
                  </a:moveTo>
                  <a:lnTo>
                    <a:pt x="2319" y="0"/>
                  </a:lnTo>
                  <a:lnTo>
                    <a:pt x="0" y="1932"/>
                  </a:lnTo>
                  <a:lnTo>
                    <a:pt x="8719" y="6322"/>
                  </a:lnTo>
                  <a:lnTo>
                    <a:pt x="8719" y="36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5165839A-2944-00C5-C1DB-91206C9E1FA0}"/>
                </a:ext>
              </a:extLst>
            </p:cNvPr>
            <p:cNvSpPr>
              <a:spLocks/>
            </p:cNvSpPr>
            <p:nvPr/>
          </p:nvSpPr>
          <p:spPr>
            <a:xfrm>
              <a:off x="7493899" y="3563664"/>
              <a:ext cx="8237" cy="10287"/>
            </a:xfrm>
            <a:custGeom>
              <a:avLst/>
              <a:gdLst>
                <a:gd name="connsiteX0" fmla="*/ 0 w 5518"/>
                <a:gd name="connsiteY0" fmla="*/ 5531 h 6892"/>
                <a:gd name="connsiteX1" fmla="*/ 3200 w 5518"/>
                <a:gd name="connsiteY1" fmla="*/ 6892 h 6892"/>
                <a:gd name="connsiteX2" fmla="*/ 5519 w 5518"/>
                <a:gd name="connsiteY2" fmla="*/ 0 h 6892"/>
                <a:gd name="connsiteX3" fmla="*/ 3200 w 5518"/>
                <a:gd name="connsiteY3" fmla="*/ 0 h 6892"/>
                <a:gd name="connsiteX4" fmla="*/ 0 w 5518"/>
                <a:gd name="connsiteY4" fmla="*/ 5531 h 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8" h="6892">
                  <a:moveTo>
                    <a:pt x="0" y="5531"/>
                  </a:moveTo>
                  <a:lnTo>
                    <a:pt x="3200" y="6892"/>
                  </a:lnTo>
                  <a:lnTo>
                    <a:pt x="5519" y="0"/>
                  </a:lnTo>
                  <a:lnTo>
                    <a:pt x="3200" y="0"/>
                  </a:lnTo>
                  <a:lnTo>
                    <a:pt x="0" y="55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46595C12-3735-F957-9602-433A5FF1E183}"/>
                </a:ext>
              </a:extLst>
            </p:cNvPr>
            <p:cNvSpPr>
              <a:spLocks/>
            </p:cNvSpPr>
            <p:nvPr/>
          </p:nvSpPr>
          <p:spPr>
            <a:xfrm>
              <a:off x="3944496" y="2632398"/>
              <a:ext cx="19451" cy="11467"/>
            </a:xfrm>
            <a:custGeom>
              <a:avLst/>
              <a:gdLst>
                <a:gd name="connsiteX0" fmla="*/ 6957 w 13031"/>
                <a:gd name="connsiteY0" fmla="*/ 0 h 7682"/>
                <a:gd name="connsiteX1" fmla="*/ 0 w 13031"/>
                <a:gd name="connsiteY1" fmla="*/ 4917 h 7682"/>
                <a:gd name="connsiteX2" fmla="*/ 3432 w 13031"/>
                <a:gd name="connsiteY2" fmla="*/ 7683 h 7682"/>
                <a:gd name="connsiteX3" fmla="*/ 10713 w 13031"/>
                <a:gd name="connsiteY3" fmla="*/ 7683 h 7682"/>
                <a:gd name="connsiteX4" fmla="*/ 13032 w 13031"/>
                <a:gd name="connsiteY4" fmla="*/ 0 h 7682"/>
                <a:gd name="connsiteX5" fmla="*/ 6957 w 13031"/>
                <a:gd name="connsiteY5" fmla="*/ 0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1" h="7682">
                  <a:moveTo>
                    <a:pt x="6957" y="0"/>
                  </a:moveTo>
                  <a:lnTo>
                    <a:pt x="0" y="4917"/>
                  </a:lnTo>
                  <a:lnTo>
                    <a:pt x="3432" y="7683"/>
                  </a:lnTo>
                  <a:lnTo>
                    <a:pt x="10713" y="7683"/>
                  </a:lnTo>
                  <a:lnTo>
                    <a:pt x="13032" y="0"/>
                  </a:lnTo>
                  <a:lnTo>
                    <a:pt x="695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89A20B1A-96DF-40EB-C366-A1361D185DDE}"/>
                </a:ext>
              </a:extLst>
            </p:cNvPr>
            <p:cNvSpPr>
              <a:spLocks/>
            </p:cNvSpPr>
            <p:nvPr/>
          </p:nvSpPr>
          <p:spPr>
            <a:xfrm>
              <a:off x="3871327" y="2684427"/>
              <a:ext cx="15991" cy="18411"/>
            </a:xfrm>
            <a:custGeom>
              <a:avLst/>
              <a:gdLst>
                <a:gd name="connsiteX0" fmla="*/ 2922 w 10713"/>
                <a:gd name="connsiteY0" fmla="*/ 0 h 12335"/>
                <a:gd name="connsiteX1" fmla="*/ 1438 w 10713"/>
                <a:gd name="connsiteY1" fmla="*/ 4917 h 12335"/>
                <a:gd name="connsiteX2" fmla="*/ 6957 w 10713"/>
                <a:gd name="connsiteY2" fmla="*/ 6146 h 12335"/>
                <a:gd name="connsiteX3" fmla="*/ 0 w 10713"/>
                <a:gd name="connsiteY3" fmla="*/ 9878 h 12335"/>
                <a:gd name="connsiteX4" fmla="*/ 4359 w 10713"/>
                <a:gd name="connsiteY4" fmla="*/ 12336 h 12335"/>
                <a:gd name="connsiteX5" fmla="*/ 10713 w 10713"/>
                <a:gd name="connsiteY5" fmla="*/ 6585 h 12335"/>
                <a:gd name="connsiteX6" fmla="*/ 8394 w 10713"/>
                <a:gd name="connsiteY6" fmla="*/ 0 h 12335"/>
                <a:gd name="connsiteX7" fmla="*/ 2922 w 10713"/>
                <a:gd name="connsiteY7" fmla="*/ 0 h 1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13" h="12335">
                  <a:moveTo>
                    <a:pt x="2922" y="0"/>
                  </a:moveTo>
                  <a:lnTo>
                    <a:pt x="1438" y="4917"/>
                  </a:lnTo>
                  <a:lnTo>
                    <a:pt x="6957" y="6146"/>
                  </a:lnTo>
                  <a:lnTo>
                    <a:pt x="0" y="9878"/>
                  </a:lnTo>
                  <a:lnTo>
                    <a:pt x="4359" y="12336"/>
                  </a:lnTo>
                  <a:lnTo>
                    <a:pt x="10713" y="6585"/>
                  </a:lnTo>
                  <a:lnTo>
                    <a:pt x="8394" y="0"/>
                  </a:lnTo>
                  <a:lnTo>
                    <a:pt x="292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1C7AD51F-76A4-592D-6181-8A7EB0BAFC5F}"/>
                </a:ext>
              </a:extLst>
            </p:cNvPr>
            <p:cNvSpPr>
              <a:spLocks/>
            </p:cNvSpPr>
            <p:nvPr/>
          </p:nvSpPr>
          <p:spPr>
            <a:xfrm>
              <a:off x="3912862" y="2828586"/>
              <a:ext cx="13429" cy="11008"/>
            </a:xfrm>
            <a:custGeom>
              <a:avLst/>
              <a:gdLst>
                <a:gd name="connsiteX0" fmla="*/ 0 w 8997"/>
                <a:gd name="connsiteY0" fmla="*/ 0 h 7375"/>
                <a:gd name="connsiteX1" fmla="*/ 1762 w 8997"/>
                <a:gd name="connsiteY1" fmla="*/ 3688 h 7375"/>
                <a:gd name="connsiteX2" fmla="*/ 8997 w 8997"/>
                <a:gd name="connsiteY2" fmla="*/ 7375 h 7375"/>
                <a:gd name="connsiteX3" fmla="*/ 8997 w 8997"/>
                <a:gd name="connsiteY3" fmla="*/ 3556 h 7375"/>
                <a:gd name="connsiteX4" fmla="*/ 4359 w 8997"/>
                <a:gd name="connsiteY4" fmla="*/ 0 h 7375"/>
                <a:gd name="connsiteX5" fmla="*/ 0 w 8997"/>
                <a:gd name="connsiteY5" fmla="*/ 0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97" h="7375">
                  <a:moveTo>
                    <a:pt x="0" y="0"/>
                  </a:moveTo>
                  <a:lnTo>
                    <a:pt x="1762" y="3688"/>
                  </a:lnTo>
                  <a:lnTo>
                    <a:pt x="8997" y="7375"/>
                  </a:lnTo>
                  <a:lnTo>
                    <a:pt x="8997" y="3556"/>
                  </a:lnTo>
                  <a:lnTo>
                    <a:pt x="435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56E541B3-5F06-41F3-A39E-BE23FD177724}"/>
                </a:ext>
              </a:extLst>
            </p:cNvPr>
            <p:cNvSpPr>
              <a:spLocks/>
            </p:cNvSpPr>
            <p:nvPr/>
          </p:nvSpPr>
          <p:spPr>
            <a:xfrm>
              <a:off x="3938221" y="2733047"/>
              <a:ext cx="22267" cy="32050"/>
            </a:xfrm>
            <a:custGeom>
              <a:avLst/>
              <a:gdLst>
                <a:gd name="connsiteX0" fmla="*/ 124 w 14918"/>
                <a:gd name="connsiteY0" fmla="*/ 12116 h 21472"/>
                <a:gd name="connsiteX1" fmla="*/ 124 w 14918"/>
                <a:gd name="connsiteY1" fmla="*/ 21423 h 21472"/>
                <a:gd name="connsiteX2" fmla="*/ 7080 w 14918"/>
                <a:gd name="connsiteY2" fmla="*/ 12907 h 21472"/>
                <a:gd name="connsiteX3" fmla="*/ 14918 w 14918"/>
                <a:gd name="connsiteY3" fmla="*/ 5488 h 21472"/>
                <a:gd name="connsiteX4" fmla="*/ 14918 w 14918"/>
                <a:gd name="connsiteY4" fmla="*/ 0 h 21472"/>
                <a:gd name="connsiteX5" fmla="*/ 7451 w 14918"/>
                <a:gd name="connsiteY5" fmla="*/ 6058 h 21472"/>
                <a:gd name="connsiteX6" fmla="*/ 124 w 14918"/>
                <a:gd name="connsiteY6" fmla="*/ 12116 h 21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18" h="21472">
                  <a:moveTo>
                    <a:pt x="124" y="12116"/>
                  </a:moveTo>
                  <a:cubicBezTo>
                    <a:pt x="124" y="12116"/>
                    <a:pt x="-155" y="22257"/>
                    <a:pt x="124" y="21423"/>
                  </a:cubicBezTo>
                  <a:cubicBezTo>
                    <a:pt x="402" y="20589"/>
                    <a:pt x="7080" y="12907"/>
                    <a:pt x="7080" y="12907"/>
                  </a:cubicBezTo>
                  <a:lnTo>
                    <a:pt x="14918" y="5488"/>
                  </a:lnTo>
                  <a:lnTo>
                    <a:pt x="14918" y="0"/>
                  </a:lnTo>
                  <a:lnTo>
                    <a:pt x="7451" y="6058"/>
                  </a:lnTo>
                  <a:lnTo>
                    <a:pt x="124" y="1211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192F0044-6CD1-3AC5-53E6-B6DABD4390B3}"/>
                </a:ext>
              </a:extLst>
            </p:cNvPr>
            <p:cNvSpPr>
              <a:spLocks/>
            </p:cNvSpPr>
            <p:nvPr/>
          </p:nvSpPr>
          <p:spPr>
            <a:xfrm>
              <a:off x="7959501" y="3640919"/>
              <a:ext cx="10383" cy="10418"/>
            </a:xfrm>
            <a:custGeom>
              <a:avLst/>
              <a:gdLst>
                <a:gd name="connsiteX0" fmla="*/ 0 w 6956"/>
                <a:gd name="connsiteY0" fmla="*/ 0 h 6980"/>
                <a:gd name="connsiteX1" fmla="*/ 5333 w 6956"/>
                <a:gd name="connsiteY1" fmla="*/ 6980 h 6980"/>
                <a:gd name="connsiteX2" fmla="*/ 6957 w 6956"/>
                <a:gd name="connsiteY2" fmla="*/ 3951 h 6980"/>
                <a:gd name="connsiteX3" fmla="*/ 3757 w 6956"/>
                <a:gd name="connsiteY3" fmla="*/ 0 h 6980"/>
                <a:gd name="connsiteX4" fmla="*/ 0 w 6956"/>
                <a:gd name="connsiteY4" fmla="*/ 0 h 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6980">
                  <a:moveTo>
                    <a:pt x="0" y="0"/>
                  </a:moveTo>
                  <a:lnTo>
                    <a:pt x="5333" y="6980"/>
                  </a:lnTo>
                  <a:lnTo>
                    <a:pt x="6957" y="3951"/>
                  </a:lnTo>
                  <a:lnTo>
                    <a:pt x="375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C5562B95-1988-58E3-D1A0-1B23F35380D7}"/>
                </a:ext>
              </a:extLst>
            </p:cNvPr>
            <p:cNvSpPr>
              <a:spLocks/>
            </p:cNvSpPr>
            <p:nvPr/>
          </p:nvSpPr>
          <p:spPr>
            <a:xfrm>
              <a:off x="7356351" y="3321674"/>
              <a:ext cx="9967" cy="22934"/>
            </a:xfrm>
            <a:custGeom>
              <a:avLst/>
              <a:gdLst>
                <a:gd name="connsiteX0" fmla="*/ 2041 w 6678"/>
                <a:gd name="connsiteY0" fmla="*/ 14004 h 15365"/>
                <a:gd name="connsiteX1" fmla="*/ 2041 w 6678"/>
                <a:gd name="connsiteY1" fmla="*/ 8517 h 15365"/>
                <a:gd name="connsiteX2" fmla="*/ 6678 w 6678"/>
                <a:gd name="connsiteY2" fmla="*/ 1668 h 15365"/>
                <a:gd name="connsiteX3" fmla="*/ 4638 w 6678"/>
                <a:gd name="connsiteY3" fmla="*/ 0 h 15365"/>
                <a:gd name="connsiteX4" fmla="*/ 0 w 6678"/>
                <a:gd name="connsiteY4" fmla="*/ 7683 h 15365"/>
                <a:gd name="connsiteX5" fmla="*/ 0 w 6678"/>
                <a:gd name="connsiteY5" fmla="*/ 15365 h 15365"/>
                <a:gd name="connsiteX6" fmla="*/ 2041 w 6678"/>
                <a:gd name="connsiteY6" fmla="*/ 14004 h 1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78" h="15365">
                  <a:moveTo>
                    <a:pt x="2041" y="14004"/>
                  </a:moveTo>
                  <a:cubicBezTo>
                    <a:pt x="1762" y="13170"/>
                    <a:pt x="2041" y="8517"/>
                    <a:pt x="2041" y="8517"/>
                  </a:cubicBezTo>
                  <a:lnTo>
                    <a:pt x="6678" y="1668"/>
                  </a:lnTo>
                  <a:lnTo>
                    <a:pt x="4638" y="0"/>
                  </a:lnTo>
                  <a:lnTo>
                    <a:pt x="0" y="7683"/>
                  </a:lnTo>
                  <a:lnTo>
                    <a:pt x="0" y="15365"/>
                  </a:lnTo>
                  <a:cubicBezTo>
                    <a:pt x="0" y="15365"/>
                    <a:pt x="2319" y="14838"/>
                    <a:pt x="2041" y="1400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ED6B657C-09CB-FEB8-9B79-36E1D7DE8E10}"/>
                </a:ext>
              </a:extLst>
            </p:cNvPr>
            <p:cNvSpPr>
              <a:spLocks/>
            </p:cNvSpPr>
            <p:nvPr/>
          </p:nvSpPr>
          <p:spPr>
            <a:xfrm>
              <a:off x="3863089" y="2749168"/>
              <a:ext cx="8237" cy="8124"/>
            </a:xfrm>
            <a:custGeom>
              <a:avLst/>
              <a:gdLst>
                <a:gd name="connsiteX0" fmla="*/ 0 w 5518"/>
                <a:gd name="connsiteY0" fmla="*/ 1624 h 5443"/>
                <a:gd name="connsiteX1" fmla="*/ 2644 w 5518"/>
                <a:gd name="connsiteY1" fmla="*/ 5444 h 5443"/>
                <a:gd name="connsiteX2" fmla="*/ 5519 w 5518"/>
                <a:gd name="connsiteY2" fmla="*/ 1317 h 5443"/>
                <a:gd name="connsiteX3" fmla="*/ 2644 w 5518"/>
                <a:gd name="connsiteY3" fmla="*/ 0 h 5443"/>
                <a:gd name="connsiteX4" fmla="*/ 0 w 5518"/>
                <a:gd name="connsiteY4" fmla="*/ 1624 h 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8" h="5443">
                  <a:moveTo>
                    <a:pt x="0" y="1624"/>
                  </a:moveTo>
                  <a:lnTo>
                    <a:pt x="2644" y="5444"/>
                  </a:lnTo>
                  <a:lnTo>
                    <a:pt x="5519" y="1317"/>
                  </a:lnTo>
                  <a:lnTo>
                    <a:pt x="2644" y="0"/>
                  </a:lnTo>
                  <a:lnTo>
                    <a:pt x="0" y="16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5562235A-C404-A6E3-491E-FD0160BAF09D}"/>
                </a:ext>
              </a:extLst>
            </p:cNvPr>
            <p:cNvSpPr>
              <a:spLocks/>
            </p:cNvSpPr>
            <p:nvPr/>
          </p:nvSpPr>
          <p:spPr>
            <a:xfrm>
              <a:off x="6829831" y="3346639"/>
              <a:ext cx="10383" cy="12318"/>
            </a:xfrm>
            <a:custGeom>
              <a:avLst/>
              <a:gdLst>
                <a:gd name="connsiteX0" fmla="*/ 0 w 6956"/>
                <a:gd name="connsiteY0" fmla="*/ 8253 h 8253"/>
                <a:gd name="connsiteX1" fmla="*/ 2319 w 6956"/>
                <a:gd name="connsiteY1" fmla="*/ 8253 h 8253"/>
                <a:gd name="connsiteX2" fmla="*/ 6957 w 6956"/>
                <a:gd name="connsiteY2" fmla="*/ 1932 h 8253"/>
                <a:gd name="connsiteX3" fmla="*/ 5519 w 6956"/>
                <a:gd name="connsiteY3" fmla="*/ 0 h 8253"/>
                <a:gd name="connsiteX4" fmla="*/ 0 w 6956"/>
                <a:gd name="connsiteY4" fmla="*/ 8253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8253">
                  <a:moveTo>
                    <a:pt x="0" y="8253"/>
                  </a:moveTo>
                  <a:lnTo>
                    <a:pt x="2319" y="8253"/>
                  </a:lnTo>
                  <a:lnTo>
                    <a:pt x="6957" y="1932"/>
                  </a:lnTo>
                  <a:lnTo>
                    <a:pt x="5519" y="0"/>
                  </a:lnTo>
                  <a:lnTo>
                    <a:pt x="0" y="82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FE5525C7-6430-D129-56E6-91B69971D468}"/>
                </a:ext>
              </a:extLst>
            </p:cNvPr>
            <p:cNvSpPr>
              <a:spLocks/>
            </p:cNvSpPr>
            <p:nvPr/>
          </p:nvSpPr>
          <p:spPr>
            <a:xfrm>
              <a:off x="6752131" y="3149292"/>
              <a:ext cx="15415" cy="28886"/>
            </a:xfrm>
            <a:custGeom>
              <a:avLst/>
              <a:gdLst>
                <a:gd name="connsiteX0" fmla="*/ 5957 w 10327"/>
                <a:gd name="connsiteY0" fmla="*/ 8196 h 19353"/>
                <a:gd name="connsiteX1" fmla="*/ 2757 w 10327"/>
                <a:gd name="connsiteY1" fmla="*/ 250 h 19353"/>
                <a:gd name="connsiteX2" fmla="*/ 2757 w 10327"/>
                <a:gd name="connsiteY2" fmla="*/ 11225 h 19353"/>
                <a:gd name="connsiteX3" fmla="*/ 7951 w 10327"/>
                <a:gd name="connsiteY3" fmla="*/ 18645 h 19353"/>
                <a:gd name="connsiteX4" fmla="*/ 5910 w 10327"/>
                <a:gd name="connsiteY4" fmla="*/ 8196 h 1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7" h="19353">
                  <a:moveTo>
                    <a:pt x="5957" y="8196"/>
                  </a:moveTo>
                  <a:cubicBezTo>
                    <a:pt x="5957" y="8196"/>
                    <a:pt x="5678" y="-1681"/>
                    <a:pt x="2757" y="250"/>
                  </a:cubicBezTo>
                  <a:cubicBezTo>
                    <a:pt x="-165" y="2182"/>
                    <a:pt x="-1603" y="6835"/>
                    <a:pt x="2757" y="11225"/>
                  </a:cubicBezTo>
                  <a:cubicBezTo>
                    <a:pt x="2757" y="11225"/>
                    <a:pt x="1597" y="22200"/>
                    <a:pt x="7951" y="18645"/>
                  </a:cubicBezTo>
                  <a:cubicBezTo>
                    <a:pt x="14304" y="15089"/>
                    <a:pt x="5910" y="8196"/>
                    <a:pt x="5910" y="819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D7B64C52-F911-A13B-2DA6-8D7E1D7C8305}"/>
                </a:ext>
              </a:extLst>
            </p:cNvPr>
            <p:cNvSpPr>
              <a:spLocks/>
            </p:cNvSpPr>
            <p:nvPr/>
          </p:nvSpPr>
          <p:spPr>
            <a:xfrm>
              <a:off x="4075539" y="2075816"/>
              <a:ext cx="5191" cy="6159"/>
            </a:xfrm>
            <a:custGeom>
              <a:avLst/>
              <a:gdLst>
                <a:gd name="connsiteX0" fmla="*/ 3478 w 3478"/>
                <a:gd name="connsiteY0" fmla="*/ 0 h 4126"/>
                <a:gd name="connsiteX1" fmla="*/ 1438 w 3478"/>
                <a:gd name="connsiteY1" fmla="*/ 0 h 4126"/>
                <a:gd name="connsiteX2" fmla="*/ 0 w 3478"/>
                <a:gd name="connsiteY2" fmla="*/ 2063 h 4126"/>
                <a:gd name="connsiteX3" fmla="*/ 3478 w 3478"/>
                <a:gd name="connsiteY3" fmla="*/ 4127 h 4126"/>
                <a:gd name="connsiteX4" fmla="*/ 3478 w 3478"/>
                <a:gd name="connsiteY4" fmla="*/ 0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8" h="4126">
                  <a:moveTo>
                    <a:pt x="3478" y="0"/>
                  </a:moveTo>
                  <a:lnTo>
                    <a:pt x="1438" y="0"/>
                  </a:lnTo>
                  <a:lnTo>
                    <a:pt x="0" y="2063"/>
                  </a:lnTo>
                  <a:lnTo>
                    <a:pt x="3478" y="4127"/>
                  </a:lnTo>
                  <a:lnTo>
                    <a:pt x="347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C95A5C64-99CF-E441-2E5E-2294549FAF4C}"/>
                </a:ext>
              </a:extLst>
            </p:cNvPr>
            <p:cNvSpPr>
              <a:spLocks/>
            </p:cNvSpPr>
            <p:nvPr/>
          </p:nvSpPr>
          <p:spPr>
            <a:xfrm>
              <a:off x="6792588" y="3339694"/>
              <a:ext cx="11282" cy="8977"/>
            </a:xfrm>
            <a:custGeom>
              <a:avLst/>
              <a:gdLst>
                <a:gd name="connsiteX0" fmla="*/ 0 w 7559"/>
                <a:gd name="connsiteY0" fmla="*/ 1932 h 6014"/>
                <a:gd name="connsiteX1" fmla="*/ 3200 w 7559"/>
                <a:gd name="connsiteY1" fmla="*/ 6014 h 6014"/>
                <a:gd name="connsiteX2" fmla="*/ 7560 w 7559"/>
                <a:gd name="connsiteY2" fmla="*/ 4653 h 6014"/>
                <a:gd name="connsiteX3" fmla="*/ 3200 w 7559"/>
                <a:gd name="connsiteY3" fmla="*/ 0 h 6014"/>
                <a:gd name="connsiteX4" fmla="*/ 0 w 7559"/>
                <a:gd name="connsiteY4" fmla="*/ 1932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9" h="6014">
                  <a:moveTo>
                    <a:pt x="0" y="1932"/>
                  </a:moveTo>
                  <a:lnTo>
                    <a:pt x="3200" y="6014"/>
                  </a:lnTo>
                  <a:lnTo>
                    <a:pt x="7560" y="4653"/>
                  </a:lnTo>
                  <a:lnTo>
                    <a:pt x="3200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9CD12202-3145-8A5D-5BD2-048C5BA70BD6}"/>
                </a:ext>
              </a:extLst>
            </p:cNvPr>
            <p:cNvSpPr>
              <a:spLocks/>
            </p:cNvSpPr>
            <p:nvPr/>
          </p:nvSpPr>
          <p:spPr>
            <a:xfrm>
              <a:off x="2069351" y="2071752"/>
              <a:ext cx="3876" cy="6946"/>
            </a:xfrm>
            <a:custGeom>
              <a:avLst/>
              <a:gdLst>
                <a:gd name="connsiteX0" fmla="*/ 2597 w 2597"/>
                <a:gd name="connsiteY0" fmla="*/ 0 h 4653"/>
                <a:gd name="connsiteX1" fmla="*/ 0 w 2597"/>
                <a:gd name="connsiteY1" fmla="*/ 0 h 4653"/>
                <a:gd name="connsiteX2" fmla="*/ 0 w 2597"/>
                <a:gd name="connsiteY2" fmla="*/ 4653 h 4653"/>
                <a:gd name="connsiteX3" fmla="*/ 2597 w 2597"/>
                <a:gd name="connsiteY3" fmla="*/ 0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" h="4653">
                  <a:moveTo>
                    <a:pt x="2597" y="0"/>
                  </a:moveTo>
                  <a:lnTo>
                    <a:pt x="0" y="0"/>
                  </a:lnTo>
                  <a:lnTo>
                    <a:pt x="0" y="4653"/>
                  </a:lnTo>
                  <a:lnTo>
                    <a:pt x="259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5A7F95D7-3BD7-184F-35E9-0D51DFE66551}"/>
                </a:ext>
              </a:extLst>
            </p:cNvPr>
            <p:cNvSpPr>
              <a:spLocks/>
            </p:cNvSpPr>
            <p:nvPr/>
          </p:nvSpPr>
          <p:spPr>
            <a:xfrm>
              <a:off x="2043739" y="1805518"/>
              <a:ext cx="29489" cy="20051"/>
            </a:xfrm>
            <a:custGeom>
              <a:avLst/>
              <a:gdLst>
                <a:gd name="connsiteX0" fmla="*/ 8162 w 19756"/>
                <a:gd name="connsiteY0" fmla="*/ 10975 h 13433"/>
                <a:gd name="connsiteX1" fmla="*/ 11038 w 19756"/>
                <a:gd name="connsiteY1" fmla="*/ 13433 h 13433"/>
                <a:gd name="connsiteX2" fmla="*/ 14794 w 19756"/>
                <a:gd name="connsiteY2" fmla="*/ 9307 h 13433"/>
                <a:gd name="connsiteX3" fmla="*/ 17994 w 19756"/>
                <a:gd name="connsiteY3" fmla="*/ 9307 h 13433"/>
                <a:gd name="connsiteX4" fmla="*/ 19757 w 19756"/>
                <a:gd name="connsiteY4" fmla="*/ 6717 h 13433"/>
                <a:gd name="connsiteX5" fmla="*/ 14238 w 19756"/>
                <a:gd name="connsiteY5" fmla="*/ 2195 h 13433"/>
                <a:gd name="connsiteX6" fmla="*/ 9878 w 19756"/>
                <a:gd name="connsiteY6" fmla="*/ 0 h 13433"/>
                <a:gd name="connsiteX7" fmla="*/ 8116 w 19756"/>
                <a:gd name="connsiteY7" fmla="*/ 0 h 13433"/>
                <a:gd name="connsiteX8" fmla="*/ 4916 w 19756"/>
                <a:gd name="connsiteY8" fmla="*/ 2195 h 13433"/>
                <a:gd name="connsiteX9" fmla="*/ 0 w 19756"/>
                <a:gd name="connsiteY9" fmla="*/ 4390 h 13433"/>
                <a:gd name="connsiteX10" fmla="*/ 0 w 19756"/>
                <a:gd name="connsiteY10" fmla="*/ 7683 h 13433"/>
                <a:gd name="connsiteX11" fmla="*/ 4081 w 19756"/>
                <a:gd name="connsiteY11" fmla="*/ 10975 h 13433"/>
                <a:gd name="connsiteX12" fmla="*/ 8162 w 19756"/>
                <a:gd name="connsiteY12" fmla="*/ 10975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756" h="13433">
                  <a:moveTo>
                    <a:pt x="8162" y="10975"/>
                  </a:moveTo>
                  <a:lnTo>
                    <a:pt x="11038" y="13433"/>
                  </a:lnTo>
                  <a:lnTo>
                    <a:pt x="14794" y="9307"/>
                  </a:lnTo>
                  <a:lnTo>
                    <a:pt x="17994" y="9307"/>
                  </a:lnTo>
                  <a:lnTo>
                    <a:pt x="19757" y="6717"/>
                  </a:lnTo>
                  <a:lnTo>
                    <a:pt x="14238" y="2195"/>
                  </a:lnTo>
                  <a:lnTo>
                    <a:pt x="9878" y="0"/>
                  </a:lnTo>
                  <a:lnTo>
                    <a:pt x="8116" y="0"/>
                  </a:lnTo>
                  <a:lnTo>
                    <a:pt x="4916" y="2195"/>
                  </a:lnTo>
                  <a:lnTo>
                    <a:pt x="0" y="4390"/>
                  </a:lnTo>
                  <a:lnTo>
                    <a:pt x="0" y="7683"/>
                  </a:lnTo>
                  <a:cubicBezTo>
                    <a:pt x="0" y="7683"/>
                    <a:pt x="2875" y="10141"/>
                    <a:pt x="4081" y="10975"/>
                  </a:cubicBezTo>
                  <a:cubicBezTo>
                    <a:pt x="5287" y="11809"/>
                    <a:pt x="8162" y="10975"/>
                    <a:pt x="8162" y="109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6FFD6B32-B3F8-F3BD-292A-03E8930B56EC}"/>
                </a:ext>
              </a:extLst>
            </p:cNvPr>
            <p:cNvSpPr>
              <a:spLocks/>
            </p:cNvSpPr>
            <p:nvPr/>
          </p:nvSpPr>
          <p:spPr>
            <a:xfrm>
              <a:off x="6888672" y="3241404"/>
              <a:ext cx="30338" cy="18105"/>
            </a:xfrm>
            <a:custGeom>
              <a:avLst/>
              <a:gdLst>
                <a:gd name="connsiteX0" fmla="*/ 13913 w 20325"/>
                <a:gd name="connsiteY0" fmla="*/ 4127 h 12130"/>
                <a:gd name="connsiteX1" fmla="*/ 6957 w 20325"/>
                <a:gd name="connsiteY1" fmla="*/ 0 h 12130"/>
                <a:gd name="connsiteX2" fmla="*/ 0 w 20325"/>
                <a:gd name="connsiteY2" fmla="*/ 6322 h 12130"/>
                <a:gd name="connsiteX3" fmla="*/ 6957 w 20325"/>
                <a:gd name="connsiteY3" fmla="*/ 4653 h 12130"/>
                <a:gd name="connsiteX4" fmla="*/ 11316 w 20325"/>
                <a:gd name="connsiteY4" fmla="*/ 6322 h 12130"/>
                <a:gd name="connsiteX5" fmla="*/ 16835 w 20325"/>
                <a:gd name="connsiteY5" fmla="*/ 11809 h 12130"/>
                <a:gd name="connsiteX6" fmla="*/ 18876 w 20325"/>
                <a:gd name="connsiteY6" fmla="*/ 4697 h 12130"/>
                <a:gd name="connsiteX7" fmla="*/ 13960 w 20325"/>
                <a:gd name="connsiteY7" fmla="*/ 4171 h 1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325" h="12130">
                  <a:moveTo>
                    <a:pt x="13913" y="4127"/>
                  </a:moveTo>
                  <a:lnTo>
                    <a:pt x="6957" y="0"/>
                  </a:lnTo>
                  <a:lnTo>
                    <a:pt x="0" y="6322"/>
                  </a:lnTo>
                  <a:lnTo>
                    <a:pt x="6957" y="4653"/>
                  </a:lnTo>
                  <a:lnTo>
                    <a:pt x="11316" y="6322"/>
                  </a:lnTo>
                  <a:cubicBezTo>
                    <a:pt x="11316" y="6322"/>
                    <a:pt x="10435" y="13741"/>
                    <a:pt x="16835" y="11809"/>
                  </a:cubicBezTo>
                  <a:cubicBezTo>
                    <a:pt x="23235" y="9878"/>
                    <a:pt x="18876" y="4697"/>
                    <a:pt x="18876" y="4697"/>
                  </a:cubicBezTo>
                  <a:cubicBezTo>
                    <a:pt x="18876" y="4697"/>
                    <a:pt x="16557" y="1976"/>
                    <a:pt x="13960" y="417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729AB475-DA77-377C-953E-8221C7FA83D3}"/>
                </a:ext>
              </a:extLst>
            </p:cNvPr>
            <p:cNvSpPr>
              <a:spLocks/>
            </p:cNvSpPr>
            <p:nvPr/>
          </p:nvSpPr>
          <p:spPr>
            <a:xfrm>
              <a:off x="4067785" y="2080140"/>
              <a:ext cx="7753" cy="7993"/>
            </a:xfrm>
            <a:custGeom>
              <a:avLst/>
              <a:gdLst>
                <a:gd name="connsiteX0" fmla="*/ 0 w 5194"/>
                <a:gd name="connsiteY0" fmla="*/ 2897 h 5355"/>
                <a:gd name="connsiteX1" fmla="*/ 2875 w 5194"/>
                <a:gd name="connsiteY1" fmla="*/ 5356 h 5355"/>
                <a:gd name="connsiteX2" fmla="*/ 5194 w 5194"/>
                <a:gd name="connsiteY2" fmla="*/ 2897 h 5355"/>
                <a:gd name="connsiteX3" fmla="*/ 1159 w 5194"/>
                <a:gd name="connsiteY3" fmla="*/ 0 h 5355"/>
                <a:gd name="connsiteX4" fmla="*/ 0 w 5194"/>
                <a:gd name="connsiteY4" fmla="*/ 2897 h 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4" h="5355">
                  <a:moveTo>
                    <a:pt x="0" y="2897"/>
                  </a:moveTo>
                  <a:lnTo>
                    <a:pt x="2875" y="5356"/>
                  </a:lnTo>
                  <a:lnTo>
                    <a:pt x="5194" y="2897"/>
                  </a:lnTo>
                  <a:lnTo>
                    <a:pt x="1159" y="0"/>
                  </a:lnTo>
                  <a:lnTo>
                    <a:pt x="0" y="28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4BF7EEDC-5116-9B62-1DE8-D7DEBCE0D9A3}"/>
                </a:ext>
              </a:extLst>
            </p:cNvPr>
            <p:cNvSpPr>
              <a:spLocks/>
            </p:cNvSpPr>
            <p:nvPr/>
          </p:nvSpPr>
          <p:spPr>
            <a:xfrm>
              <a:off x="6950973" y="3377371"/>
              <a:ext cx="13844" cy="14743"/>
            </a:xfrm>
            <a:custGeom>
              <a:avLst/>
              <a:gdLst>
                <a:gd name="connsiteX0" fmla="*/ 2597 w 9275"/>
                <a:gd name="connsiteY0" fmla="*/ 4917 h 9877"/>
                <a:gd name="connsiteX1" fmla="*/ 4638 w 9275"/>
                <a:gd name="connsiteY1" fmla="*/ 0 h 9877"/>
                <a:gd name="connsiteX2" fmla="*/ 1716 w 9275"/>
                <a:gd name="connsiteY2" fmla="*/ 0 h 9877"/>
                <a:gd name="connsiteX3" fmla="*/ 0 w 9275"/>
                <a:gd name="connsiteY3" fmla="*/ 3819 h 9877"/>
                <a:gd name="connsiteX4" fmla="*/ 2319 w 9275"/>
                <a:gd name="connsiteY4" fmla="*/ 8473 h 9877"/>
                <a:gd name="connsiteX5" fmla="*/ 9275 w 9275"/>
                <a:gd name="connsiteY5" fmla="*/ 9878 h 9877"/>
                <a:gd name="connsiteX6" fmla="*/ 9275 w 9275"/>
                <a:gd name="connsiteY6" fmla="*/ 7112 h 9877"/>
                <a:gd name="connsiteX7" fmla="*/ 6075 w 9275"/>
                <a:gd name="connsiteY7" fmla="*/ 7419 h 9877"/>
                <a:gd name="connsiteX8" fmla="*/ 2597 w 9275"/>
                <a:gd name="connsiteY8" fmla="*/ 4917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75" h="9877">
                  <a:moveTo>
                    <a:pt x="2597" y="4917"/>
                  </a:moveTo>
                  <a:lnTo>
                    <a:pt x="4638" y="0"/>
                  </a:lnTo>
                  <a:lnTo>
                    <a:pt x="1716" y="0"/>
                  </a:lnTo>
                  <a:lnTo>
                    <a:pt x="0" y="3819"/>
                  </a:lnTo>
                  <a:lnTo>
                    <a:pt x="2319" y="8473"/>
                  </a:lnTo>
                  <a:lnTo>
                    <a:pt x="9275" y="9878"/>
                  </a:lnTo>
                  <a:lnTo>
                    <a:pt x="9275" y="7112"/>
                  </a:lnTo>
                  <a:lnTo>
                    <a:pt x="6075" y="7419"/>
                  </a:lnTo>
                  <a:lnTo>
                    <a:pt x="2597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170D6386-C26D-6D83-4287-731CDAA19FBD}"/>
                </a:ext>
              </a:extLst>
            </p:cNvPr>
            <p:cNvSpPr>
              <a:spLocks/>
            </p:cNvSpPr>
            <p:nvPr/>
          </p:nvSpPr>
          <p:spPr>
            <a:xfrm>
              <a:off x="7702471" y="3343166"/>
              <a:ext cx="14259" cy="7534"/>
            </a:xfrm>
            <a:custGeom>
              <a:avLst/>
              <a:gdLst>
                <a:gd name="connsiteX0" fmla="*/ 0 w 9553"/>
                <a:gd name="connsiteY0" fmla="*/ 2853 h 5048"/>
                <a:gd name="connsiteX1" fmla="*/ 7838 w 9553"/>
                <a:gd name="connsiteY1" fmla="*/ 5048 h 5048"/>
                <a:gd name="connsiteX2" fmla="*/ 9554 w 9553"/>
                <a:gd name="connsiteY2" fmla="*/ 2853 h 5048"/>
                <a:gd name="connsiteX3" fmla="*/ 2597 w 9553"/>
                <a:gd name="connsiteY3" fmla="*/ 0 h 5048"/>
                <a:gd name="connsiteX4" fmla="*/ 0 w 9553"/>
                <a:gd name="connsiteY4" fmla="*/ 2853 h 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3" h="5048">
                  <a:moveTo>
                    <a:pt x="0" y="2853"/>
                  </a:moveTo>
                  <a:lnTo>
                    <a:pt x="7838" y="5048"/>
                  </a:lnTo>
                  <a:lnTo>
                    <a:pt x="9554" y="2853"/>
                  </a:lnTo>
                  <a:lnTo>
                    <a:pt x="2597" y="0"/>
                  </a:lnTo>
                  <a:lnTo>
                    <a:pt x="0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954412A6-7409-CA7B-C3A4-D736F403370D}"/>
                </a:ext>
              </a:extLst>
            </p:cNvPr>
            <p:cNvSpPr>
              <a:spLocks/>
            </p:cNvSpPr>
            <p:nvPr/>
          </p:nvSpPr>
          <p:spPr>
            <a:xfrm>
              <a:off x="7742691" y="2869933"/>
              <a:ext cx="12114" cy="9828"/>
            </a:xfrm>
            <a:custGeom>
              <a:avLst/>
              <a:gdLst>
                <a:gd name="connsiteX0" fmla="*/ 3478 w 8116"/>
                <a:gd name="connsiteY0" fmla="*/ 6585 h 6585"/>
                <a:gd name="connsiteX1" fmla="*/ 8116 w 8116"/>
                <a:gd name="connsiteY1" fmla="*/ 3029 h 6585"/>
                <a:gd name="connsiteX2" fmla="*/ 8116 w 8116"/>
                <a:gd name="connsiteY2" fmla="*/ 0 h 6585"/>
                <a:gd name="connsiteX3" fmla="*/ 0 w 8116"/>
                <a:gd name="connsiteY3" fmla="*/ 0 h 6585"/>
                <a:gd name="connsiteX4" fmla="*/ 3478 w 8116"/>
                <a:gd name="connsiteY4" fmla="*/ 6585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6" h="6585">
                  <a:moveTo>
                    <a:pt x="3478" y="6585"/>
                  </a:moveTo>
                  <a:lnTo>
                    <a:pt x="8116" y="3029"/>
                  </a:lnTo>
                  <a:lnTo>
                    <a:pt x="8116" y="0"/>
                  </a:lnTo>
                  <a:lnTo>
                    <a:pt x="0" y="0"/>
                  </a:lnTo>
                  <a:lnTo>
                    <a:pt x="3478" y="65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A0104DF2-F649-C018-B40D-ADE0BA527604}"/>
                </a:ext>
              </a:extLst>
            </p:cNvPr>
            <p:cNvSpPr>
              <a:spLocks/>
            </p:cNvSpPr>
            <p:nvPr/>
          </p:nvSpPr>
          <p:spPr>
            <a:xfrm>
              <a:off x="7765189" y="3338842"/>
              <a:ext cx="15574" cy="8583"/>
            </a:xfrm>
            <a:custGeom>
              <a:avLst/>
              <a:gdLst>
                <a:gd name="connsiteX0" fmla="*/ 0 w 10434"/>
                <a:gd name="connsiteY0" fmla="*/ 0 h 5750"/>
                <a:gd name="connsiteX1" fmla="*/ 8116 w 10434"/>
                <a:gd name="connsiteY1" fmla="*/ 5751 h 5750"/>
                <a:gd name="connsiteX2" fmla="*/ 10435 w 10434"/>
                <a:gd name="connsiteY2" fmla="*/ 3556 h 5750"/>
                <a:gd name="connsiteX3" fmla="*/ 3200 w 10434"/>
                <a:gd name="connsiteY3" fmla="*/ 0 h 5750"/>
                <a:gd name="connsiteX4" fmla="*/ 0 w 10434"/>
                <a:gd name="connsiteY4" fmla="*/ 0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34" h="5750">
                  <a:moveTo>
                    <a:pt x="0" y="0"/>
                  </a:moveTo>
                  <a:lnTo>
                    <a:pt x="8116" y="5751"/>
                  </a:lnTo>
                  <a:lnTo>
                    <a:pt x="10435" y="3556"/>
                  </a:lnTo>
                  <a:lnTo>
                    <a:pt x="32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70DADB38-3BAB-223F-202B-70BDBA241A95}"/>
                </a:ext>
              </a:extLst>
            </p:cNvPr>
            <p:cNvSpPr>
              <a:spLocks/>
            </p:cNvSpPr>
            <p:nvPr/>
          </p:nvSpPr>
          <p:spPr>
            <a:xfrm>
              <a:off x="6712979" y="3295005"/>
              <a:ext cx="7821" cy="9828"/>
            </a:xfrm>
            <a:custGeom>
              <a:avLst/>
              <a:gdLst>
                <a:gd name="connsiteX0" fmla="*/ 0 w 5240"/>
                <a:gd name="connsiteY0" fmla="*/ 3336 h 6585"/>
                <a:gd name="connsiteX1" fmla="*/ 5241 w 5240"/>
                <a:gd name="connsiteY1" fmla="*/ 6585 h 6585"/>
                <a:gd name="connsiteX2" fmla="*/ 2319 w 5240"/>
                <a:gd name="connsiteY2" fmla="*/ 0 h 6585"/>
                <a:gd name="connsiteX3" fmla="*/ 0 w 5240"/>
                <a:gd name="connsiteY3" fmla="*/ 3336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40" h="6585">
                  <a:moveTo>
                    <a:pt x="0" y="3336"/>
                  </a:moveTo>
                  <a:lnTo>
                    <a:pt x="5241" y="6585"/>
                  </a:lnTo>
                  <a:lnTo>
                    <a:pt x="2319" y="0"/>
                  </a:lnTo>
                  <a:lnTo>
                    <a:pt x="0" y="33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E847309E-FF95-283B-711D-46B0D6C83586}"/>
                </a:ext>
              </a:extLst>
            </p:cNvPr>
            <p:cNvSpPr>
              <a:spLocks/>
            </p:cNvSpPr>
            <p:nvPr/>
          </p:nvSpPr>
          <p:spPr>
            <a:xfrm>
              <a:off x="7780765" y="3322461"/>
              <a:ext cx="16246" cy="11467"/>
            </a:xfrm>
            <a:custGeom>
              <a:avLst/>
              <a:gdLst>
                <a:gd name="connsiteX0" fmla="*/ 7838 w 10884"/>
                <a:gd name="connsiteY0" fmla="*/ 0 h 7682"/>
                <a:gd name="connsiteX1" fmla="*/ 0 w 10884"/>
                <a:gd name="connsiteY1" fmla="*/ 1361 h 7682"/>
                <a:gd name="connsiteX2" fmla="*/ 0 w 10884"/>
                <a:gd name="connsiteY2" fmla="*/ 7683 h 7682"/>
                <a:gd name="connsiteX3" fmla="*/ 2875 w 10884"/>
                <a:gd name="connsiteY3" fmla="*/ 3819 h 7682"/>
                <a:gd name="connsiteX4" fmla="*/ 6354 w 10884"/>
                <a:gd name="connsiteY4" fmla="*/ 7683 h 7682"/>
                <a:gd name="connsiteX5" fmla="*/ 7791 w 10884"/>
                <a:gd name="connsiteY5" fmla="*/ 0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884" h="7682">
                  <a:moveTo>
                    <a:pt x="7838" y="0"/>
                  </a:moveTo>
                  <a:lnTo>
                    <a:pt x="0" y="1361"/>
                  </a:lnTo>
                  <a:lnTo>
                    <a:pt x="0" y="7683"/>
                  </a:lnTo>
                  <a:lnTo>
                    <a:pt x="2875" y="3819"/>
                  </a:lnTo>
                  <a:lnTo>
                    <a:pt x="6354" y="7683"/>
                  </a:lnTo>
                  <a:cubicBezTo>
                    <a:pt x="15629" y="3819"/>
                    <a:pt x="7791" y="0"/>
                    <a:pt x="7791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A5A61FF6-2854-0E07-1F92-A6D817E229BF}"/>
                </a:ext>
              </a:extLst>
            </p:cNvPr>
            <p:cNvSpPr>
              <a:spLocks/>
            </p:cNvSpPr>
            <p:nvPr/>
          </p:nvSpPr>
          <p:spPr>
            <a:xfrm>
              <a:off x="7740960" y="3343166"/>
              <a:ext cx="10383" cy="4259"/>
            </a:xfrm>
            <a:custGeom>
              <a:avLst/>
              <a:gdLst>
                <a:gd name="connsiteX0" fmla="*/ 0 w 6956"/>
                <a:gd name="connsiteY0" fmla="*/ 2853 h 2853"/>
                <a:gd name="connsiteX1" fmla="*/ 6957 w 6956"/>
                <a:gd name="connsiteY1" fmla="*/ 2853 h 2853"/>
                <a:gd name="connsiteX2" fmla="*/ 4081 w 6956"/>
                <a:gd name="connsiteY2" fmla="*/ 0 h 2853"/>
                <a:gd name="connsiteX3" fmla="*/ 0 w 6956"/>
                <a:gd name="connsiteY3" fmla="*/ 2853 h 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6" h="2853">
                  <a:moveTo>
                    <a:pt x="0" y="2853"/>
                  </a:moveTo>
                  <a:lnTo>
                    <a:pt x="6957" y="2853"/>
                  </a:lnTo>
                  <a:lnTo>
                    <a:pt x="4081" y="0"/>
                  </a:lnTo>
                  <a:lnTo>
                    <a:pt x="0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2B1BA173-FD62-BDBB-0C0F-CA7A1CA8DE15}"/>
                </a:ext>
              </a:extLst>
            </p:cNvPr>
            <p:cNvSpPr>
              <a:spLocks/>
            </p:cNvSpPr>
            <p:nvPr/>
          </p:nvSpPr>
          <p:spPr>
            <a:xfrm>
              <a:off x="7977638" y="3240552"/>
              <a:ext cx="10797" cy="4127"/>
            </a:xfrm>
            <a:custGeom>
              <a:avLst/>
              <a:gdLst>
                <a:gd name="connsiteX0" fmla="*/ 0 w 7234"/>
                <a:gd name="connsiteY0" fmla="*/ 0 h 2765"/>
                <a:gd name="connsiteX1" fmla="*/ 3200 w 7234"/>
                <a:gd name="connsiteY1" fmla="*/ 2766 h 2765"/>
                <a:gd name="connsiteX2" fmla="*/ 7235 w 7234"/>
                <a:gd name="connsiteY2" fmla="*/ 1361 h 2765"/>
                <a:gd name="connsiteX3" fmla="*/ 3618 w 7234"/>
                <a:gd name="connsiteY3" fmla="*/ 0 h 2765"/>
                <a:gd name="connsiteX4" fmla="*/ 0 w 7234"/>
                <a:gd name="connsiteY4" fmla="*/ 0 h 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2765">
                  <a:moveTo>
                    <a:pt x="0" y="0"/>
                  </a:moveTo>
                  <a:lnTo>
                    <a:pt x="3200" y="2766"/>
                  </a:lnTo>
                  <a:lnTo>
                    <a:pt x="7235" y="1361"/>
                  </a:lnTo>
                  <a:lnTo>
                    <a:pt x="36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276A9246-C70A-73D4-2D43-4A5840DCD48D}"/>
                </a:ext>
              </a:extLst>
            </p:cNvPr>
            <p:cNvSpPr>
              <a:spLocks/>
            </p:cNvSpPr>
            <p:nvPr/>
          </p:nvSpPr>
          <p:spPr>
            <a:xfrm>
              <a:off x="6003640" y="3769876"/>
              <a:ext cx="15506" cy="18217"/>
            </a:xfrm>
            <a:custGeom>
              <a:avLst/>
              <a:gdLst>
                <a:gd name="connsiteX0" fmla="*/ 0 w 10388"/>
                <a:gd name="connsiteY0" fmla="*/ 483 h 12204"/>
                <a:gd name="connsiteX1" fmla="*/ 6539 w 10388"/>
                <a:gd name="connsiteY1" fmla="*/ 6717 h 12204"/>
                <a:gd name="connsiteX2" fmla="*/ 9414 w 10388"/>
                <a:gd name="connsiteY2" fmla="*/ 12204 h 12204"/>
                <a:gd name="connsiteX3" fmla="*/ 10388 w 10388"/>
                <a:gd name="connsiteY3" fmla="*/ 12204 h 12204"/>
                <a:gd name="connsiteX4" fmla="*/ 9507 w 10388"/>
                <a:gd name="connsiteY4" fmla="*/ 8034 h 12204"/>
                <a:gd name="connsiteX5" fmla="*/ 2875 w 10388"/>
                <a:gd name="connsiteY5" fmla="*/ 0 h 12204"/>
                <a:gd name="connsiteX6" fmla="*/ 0 w 10388"/>
                <a:gd name="connsiteY6" fmla="*/ 527 h 1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88" h="12204">
                  <a:moveTo>
                    <a:pt x="0" y="483"/>
                  </a:moveTo>
                  <a:cubicBezTo>
                    <a:pt x="742" y="5663"/>
                    <a:pt x="6539" y="6717"/>
                    <a:pt x="6539" y="6717"/>
                  </a:cubicBezTo>
                  <a:lnTo>
                    <a:pt x="9414" y="12204"/>
                  </a:lnTo>
                  <a:lnTo>
                    <a:pt x="10388" y="12204"/>
                  </a:lnTo>
                  <a:cubicBezTo>
                    <a:pt x="10110" y="10887"/>
                    <a:pt x="9832" y="9438"/>
                    <a:pt x="9507" y="8034"/>
                  </a:cubicBezTo>
                  <a:lnTo>
                    <a:pt x="2875" y="0"/>
                  </a:lnTo>
                  <a:lnTo>
                    <a:pt x="0" y="5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43DDA081-9111-B019-2D06-C465049A8BB2}"/>
                </a:ext>
              </a:extLst>
            </p:cNvPr>
            <p:cNvSpPr>
              <a:spLocks/>
            </p:cNvSpPr>
            <p:nvPr/>
          </p:nvSpPr>
          <p:spPr>
            <a:xfrm>
              <a:off x="7821052" y="3347426"/>
              <a:ext cx="17306" cy="11924"/>
            </a:xfrm>
            <a:custGeom>
              <a:avLst/>
              <a:gdLst>
                <a:gd name="connsiteX0" fmla="*/ 5751 w 11594"/>
                <a:gd name="connsiteY0" fmla="*/ 3863 h 7989"/>
                <a:gd name="connsiteX1" fmla="*/ 0 w 11594"/>
                <a:gd name="connsiteY1" fmla="*/ 4961 h 7989"/>
                <a:gd name="connsiteX2" fmla="*/ 0 w 11594"/>
                <a:gd name="connsiteY2" fmla="*/ 7990 h 7989"/>
                <a:gd name="connsiteX3" fmla="*/ 6354 w 11594"/>
                <a:gd name="connsiteY3" fmla="*/ 7990 h 7989"/>
                <a:gd name="connsiteX4" fmla="*/ 11594 w 11594"/>
                <a:gd name="connsiteY4" fmla="*/ 4127 h 7989"/>
                <a:gd name="connsiteX5" fmla="*/ 11594 w 11594"/>
                <a:gd name="connsiteY5" fmla="*/ 1932 h 7989"/>
                <a:gd name="connsiteX6" fmla="*/ 9275 w 11594"/>
                <a:gd name="connsiteY6" fmla="*/ 0 h 7989"/>
                <a:gd name="connsiteX7" fmla="*/ 5751 w 11594"/>
                <a:gd name="connsiteY7" fmla="*/ 3863 h 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94" h="7989">
                  <a:moveTo>
                    <a:pt x="5751" y="3863"/>
                  </a:moveTo>
                  <a:lnTo>
                    <a:pt x="0" y="4961"/>
                  </a:lnTo>
                  <a:lnTo>
                    <a:pt x="0" y="7990"/>
                  </a:lnTo>
                  <a:lnTo>
                    <a:pt x="6354" y="7990"/>
                  </a:lnTo>
                  <a:lnTo>
                    <a:pt x="11594" y="4127"/>
                  </a:lnTo>
                  <a:lnTo>
                    <a:pt x="11594" y="1932"/>
                  </a:lnTo>
                  <a:lnTo>
                    <a:pt x="9275" y="0"/>
                  </a:lnTo>
                  <a:lnTo>
                    <a:pt x="5751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0213E0A3-3B6B-7BF6-3564-D8138DFB8C12}"/>
                </a:ext>
              </a:extLst>
            </p:cNvPr>
            <p:cNvSpPr>
              <a:spLocks/>
            </p:cNvSpPr>
            <p:nvPr/>
          </p:nvSpPr>
          <p:spPr>
            <a:xfrm>
              <a:off x="8041636" y="3180480"/>
              <a:ext cx="26425" cy="17552"/>
            </a:xfrm>
            <a:custGeom>
              <a:avLst/>
              <a:gdLst>
                <a:gd name="connsiteX0" fmla="*/ 13657 w 17704"/>
                <a:gd name="connsiteY0" fmla="*/ 5959 h 11759"/>
                <a:gd name="connsiteX1" fmla="*/ 22 w 17704"/>
                <a:gd name="connsiteY1" fmla="*/ 5959 h 11759"/>
                <a:gd name="connsiteX2" fmla="*/ 11338 w 17704"/>
                <a:gd name="connsiteY2" fmla="*/ 9515 h 11759"/>
                <a:gd name="connsiteX3" fmla="*/ 17692 w 17704"/>
                <a:gd name="connsiteY3" fmla="*/ 8681 h 11759"/>
                <a:gd name="connsiteX4" fmla="*/ 13657 w 17704"/>
                <a:gd name="connsiteY4" fmla="*/ 5959 h 11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04" h="11759">
                  <a:moveTo>
                    <a:pt x="13657" y="5959"/>
                  </a:moveTo>
                  <a:cubicBezTo>
                    <a:pt x="10782" y="-3918"/>
                    <a:pt x="625" y="209"/>
                    <a:pt x="22" y="5959"/>
                  </a:cubicBezTo>
                  <a:cubicBezTo>
                    <a:pt x="-581" y="11710"/>
                    <a:pt x="11338" y="9515"/>
                    <a:pt x="11338" y="9515"/>
                  </a:cubicBezTo>
                  <a:cubicBezTo>
                    <a:pt x="13935" y="13905"/>
                    <a:pt x="17414" y="10876"/>
                    <a:pt x="17692" y="8681"/>
                  </a:cubicBezTo>
                  <a:cubicBezTo>
                    <a:pt x="17970" y="6486"/>
                    <a:pt x="13657" y="5959"/>
                    <a:pt x="13657" y="595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33E98544-E976-29D9-C6C3-ACB903A428CC}"/>
                </a:ext>
              </a:extLst>
            </p:cNvPr>
            <p:cNvSpPr>
              <a:spLocks/>
            </p:cNvSpPr>
            <p:nvPr/>
          </p:nvSpPr>
          <p:spPr>
            <a:xfrm>
              <a:off x="7991482" y="3238127"/>
              <a:ext cx="7753" cy="8977"/>
            </a:xfrm>
            <a:custGeom>
              <a:avLst/>
              <a:gdLst>
                <a:gd name="connsiteX0" fmla="*/ 0 w 5194"/>
                <a:gd name="connsiteY0" fmla="*/ 4390 h 6014"/>
                <a:gd name="connsiteX1" fmla="*/ 1762 w 5194"/>
                <a:gd name="connsiteY1" fmla="*/ 6014 h 6014"/>
                <a:gd name="connsiteX2" fmla="*/ 5194 w 5194"/>
                <a:gd name="connsiteY2" fmla="*/ 2985 h 6014"/>
                <a:gd name="connsiteX3" fmla="*/ 1762 w 5194"/>
                <a:gd name="connsiteY3" fmla="*/ 0 h 6014"/>
                <a:gd name="connsiteX4" fmla="*/ 0 w 5194"/>
                <a:gd name="connsiteY4" fmla="*/ 4390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4" h="6014">
                  <a:moveTo>
                    <a:pt x="0" y="4390"/>
                  </a:moveTo>
                  <a:lnTo>
                    <a:pt x="1762" y="6014"/>
                  </a:lnTo>
                  <a:lnTo>
                    <a:pt x="5194" y="2985"/>
                  </a:lnTo>
                  <a:lnTo>
                    <a:pt x="1762" y="0"/>
                  </a:lnTo>
                  <a:lnTo>
                    <a:pt x="0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154C7C89-FDB7-8CDF-34B2-1969F1F76112}"/>
                </a:ext>
              </a:extLst>
            </p:cNvPr>
            <p:cNvSpPr>
              <a:spLocks/>
            </p:cNvSpPr>
            <p:nvPr/>
          </p:nvSpPr>
          <p:spPr>
            <a:xfrm>
              <a:off x="7728429" y="3336811"/>
              <a:ext cx="12529" cy="16577"/>
            </a:xfrm>
            <a:custGeom>
              <a:avLst/>
              <a:gdLst>
                <a:gd name="connsiteX0" fmla="*/ 4359 w 8394"/>
                <a:gd name="connsiteY0" fmla="*/ 0 h 11106"/>
                <a:gd name="connsiteX1" fmla="*/ 1345 w 8394"/>
                <a:gd name="connsiteY1" fmla="*/ 4258 h 11106"/>
                <a:gd name="connsiteX2" fmla="*/ 0 w 8394"/>
                <a:gd name="connsiteY2" fmla="*/ 11107 h 11106"/>
                <a:gd name="connsiteX3" fmla="*/ 1345 w 8394"/>
                <a:gd name="connsiteY3" fmla="*/ 11107 h 11106"/>
                <a:gd name="connsiteX4" fmla="*/ 4359 w 8394"/>
                <a:gd name="connsiteY4" fmla="*/ 5707 h 11106"/>
                <a:gd name="connsiteX5" fmla="*/ 8394 w 8394"/>
                <a:gd name="connsiteY5" fmla="*/ 4258 h 11106"/>
                <a:gd name="connsiteX6" fmla="*/ 4359 w 8394"/>
                <a:gd name="connsiteY6" fmla="*/ 0 h 11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4" h="11106">
                  <a:moveTo>
                    <a:pt x="4359" y="0"/>
                  </a:moveTo>
                  <a:lnTo>
                    <a:pt x="1345" y="4258"/>
                  </a:lnTo>
                  <a:lnTo>
                    <a:pt x="0" y="11107"/>
                  </a:lnTo>
                  <a:lnTo>
                    <a:pt x="1345" y="11107"/>
                  </a:lnTo>
                  <a:lnTo>
                    <a:pt x="4359" y="5707"/>
                  </a:lnTo>
                  <a:lnTo>
                    <a:pt x="8394" y="4258"/>
                  </a:lnTo>
                  <a:lnTo>
                    <a:pt x="435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CAF73511-3580-59D6-B3DA-871D94942629}"/>
                </a:ext>
              </a:extLst>
            </p:cNvPr>
            <p:cNvSpPr>
              <a:spLocks/>
            </p:cNvSpPr>
            <p:nvPr/>
          </p:nvSpPr>
          <p:spPr>
            <a:xfrm>
              <a:off x="7985876" y="3144292"/>
              <a:ext cx="13359" cy="7011"/>
            </a:xfrm>
            <a:custGeom>
              <a:avLst/>
              <a:gdLst>
                <a:gd name="connsiteX0" fmla="*/ 0 w 8950"/>
                <a:gd name="connsiteY0" fmla="*/ 0 h 4697"/>
                <a:gd name="connsiteX1" fmla="*/ 3757 w 8950"/>
                <a:gd name="connsiteY1" fmla="*/ 4697 h 4697"/>
                <a:gd name="connsiteX2" fmla="*/ 8951 w 8950"/>
                <a:gd name="connsiteY2" fmla="*/ 3600 h 4697"/>
                <a:gd name="connsiteX3" fmla="*/ 6354 w 8950"/>
                <a:gd name="connsiteY3" fmla="*/ 0 h 4697"/>
                <a:gd name="connsiteX4" fmla="*/ 0 w 8950"/>
                <a:gd name="connsiteY4" fmla="*/ 0 h 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0" h="4697">
                  <a:moveTo>
                    <a:pt x="0" y="0"/>
                  </a:moveTo>
                  <a:lnTo>
                    <a:pt x="3757" y="4697"/>
                  </a:lnTo>
                  <a:lnTo>
                    <a:pt x="8951" y="3600"/>
                  </a:lnTo>
                  <a:lnTo>
                    <a:pt x="63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8044F00F-40A5-B82C-B3B3-6757F4781B8D}"/>
                </a:ext>
              </a:extLst>
            </p:cNvPr>
            <p:cNvSpPr>
              <a:spLocks/>
            </p:cNvSpPr>
            <p:nvPr/>
          </p:nvSpPr>
          <p:spPr>
            <a:xfrm>
              <a:off x="2010927" y="1910361"/>
              <a:ext cx="30735" cy="7403"/>
            </a:xfrm>
            <a:custGeom>
              <a:avLst/>
              <a:gdLst>
                <a:gd name="connsiteX0" fmla="*/ 20592 w 20591"/>
                <a:gd name="connsiteY0" fmla="*/ 0 h 4960"/>
                <a:gd name="connsiteX1" fmla="*/ 1484 w 20591"/>
                <a:gd name="connsiteY1" fmla="*/ 2502 h 4960"/>
                <a:gd name="connsiteX2" fmla="*/ 0 w 20591"/>
                <a:gd name="connsiteY2" fmla="*/ 4961 h 4960"/>
                <a:gd name="connsiteX3" fmla="*/ 20592 w 20591"/>
                <a:gd name="connsiteY3" fmla="*/ 1668 h 4960"/>
                <a:gd name="connsiteX4" fmla="*/ 20592 w 20591"/>
                <a:gd name="connsiteY4" fmla="*/ 0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91" h="4960">
                  <a:moveTo>
                    <a:pt x="20592" y="0"/>
                  </a:moveTo>
                  <a:lnTo>
                    <a:pt x="1484" y="2502"/>
                  </a:lnTo>
                  <a:lnTo>
                    <a:pt x="0" y="4961"/>
                  </a:lnTo>
                  <a:lnTo>
                    <a:pt x="20592" y="1668"/>
                  </a:lnTo>
                  <a:lnTo>
                    <a:pt x="2059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6235862D-7F8D-9099-9EB0-45B8B6C0994C}"/>
                </a:ext>
              </a:extLst>
            </p:cNvPr>
            <p:cNvSpPr>
              <a:spLocks/>
            </p:cNvSpPr>
            <p:nvPr/>
          </p:nvSpPr>
          <p:spPr>
            <a:xfrm>
              <a:off x="8426764" y="3381434"/>
              <a:ext cx="14259" cy="33614"/>
            </a:xfrm>
            <a:custGeom>
              <a:avLst/>
              <a:gdLst>
                <a:gd name="connsiteX0" fmla="*/ 2875 w 9553"/>
                <a:gd name="connsiteY0" fmla="*/ 0 h 22520"/>
                <a:gd name="connsiteX1" fmla="*/ 0 w 9553"/>
                <a:gd name="connsiteY1" fmla="*/ 2502 h 22520"/>
                <a:gd name="connsiteX2" fmla="*/ 0 w 9553"/>
                <a:gd name="connsiteY2" fmla="*/ 9087 h 22520"/>
                <a:gd name="connsiteX3" fmla="*/ 2875 w 9553"/>
                <a:gd name="connsiteY3" fmla="*/ 13477 h 22520"/>
                <a:gd name="connsiteX4" fmla="*/ 4313 w 9553"/>
                <a:gd name="connsiteY4" fmla="*/ 22521 h 22520"/>
                <a:gd name="connsiteX5" fmla="*/ 7235 w 9553"/>
                <a:gd name="connsiteY5" fmla="*/ 15672 h 22520"/>
                <a:gd name="connsiteX6" fmla="*/ 9554 w 9553"/>
                <a:gd name="connsiteY6" fmla="*/ 15672 h 22520"/>
                <a:gd name="connsiteX7" fmla="*/ 9554 w 9553"/>
                <a:gd name="connsiteY7" fmla="*/ 12073 h 22520"/>
                <a:gd name="connsiteX8" fmla="*/ 9554 w 9553"/>
                <a:gd name="connsiteY8" fmla="*/ 8780 h 22520"/>
                <a:gd name="connsiteX9" fmla="*/ 2875 w 9553"/>
                <a:gd name="connsiteY9" fmla="*/ 6322 h 22520"/>
                <a:gd name="connsiteX10" fmla="*/ 2875 w 9553"/>
                <a:gd name="connsiteY10" fmla="*/ 0 h 2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553" h="22520">
                  <a:moveTo>
                    <a:pt x="2875" y="0"/>
                  </a:moveTo>
                  <a:lnTo>
                    <a:pt x="0" y="2502"/>
                  </a:lnTo>
                  <a:lnTo>
                    <a:pt x="0" y="9087"/>
                  </a:lnTo>
                  <a:lnTo>
                    <a:pt x="2875" y="13477"/>
                  </a:lnTo>
                  <a:lnTo>
                    <a:pt x="4313" y="22521"/>
                  </a:lnTo>
                  <a:lnTo>
                    <a:pt x="7235" y="15672"/>
                  </a:lnTo>
                  <a:lnTo>
                    <a:pt x="9554" y="15672"/>
                  </a:lnTo>
                  <a:lnTo>
                    <a:pt x="9554" y="12073"/>
                  </a:lnTo>
                  <a:lnTo>
                    <a:pt x="9554" y="8780"/>
                  </a:lnTo>
                  <a:lnTo>
                    <a:pt x="2875" y="6322"/>
                  </a:lnTo>
                  <a:lnTo>
                    <a:pt x="287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76ED7402-E1A3-B118-C62C-D9DCF0EF6495}"/>
                </a:ext>
              </a:extLst>
            </p:cNvPr>
            <p:cNvSpPr>
              <a:spLocks/>
            </p:cNvSpPr>
            <p:nvPr/>
          </p:nvSpPr>
          <p:spPr>
            <a:xfrm>
              <a:off x="4051587" y="2719025"/>
              <a:ext cx="24366" cy="27651"/>
            </a:xfrm>
            <a:custGeom>
              <a:avLst/>
              <a:gdLst>
                <a:gd name="connsiteX0" fmla="*/ 1855 w 16324"/>
                <a:gd name="connsiteY0" fmla="*/ 16550 h 18525"/>
                <a:gd name="connsiteX1" fmla="*/ 6307 w 16324"/>
                <a:gd name="connsiteY1" fmla="*/ 18438 h 18525"/>
                <a:gd name="connsiteX2" fmla="*/ 11455 w 16324"/>
                <a:gd name="connsiteY2" fmla="*/ 18526 h 18525"/>
                <a:gd name="connsiteX3" fmla="*/ 16325 w 16324"/>
                <a:gd name="connsiteY3" fmla="*/ 11546 h 18525"/>
                <a:gd name="connsiteX4" fmla="*/ 16325 w 16324"/>
                <a:gd name="connsiteY4" fmla="*/ 2458 h 18525"/>
                <a:gd name="connsiteX5" fmla="*/ 10435 w 16324"/>
                <a:gd name="connsiteY5" fmla="*/ 0 h 18525"/>
                <a:gd name="connsiteX6" fmla="*/ 3803 w 16324"/>
                <a:gd name="connsiteY6" fmla="*/ 4083 h 18525"/>
                <a:gd name="connsiteX7" fmla="*/ 0 w 16324"/>
                <a:gd name="connsiteY7" fmla="*/ 8956 h 18525"/>
                <a:gd name="connsiteX8" fmla="*/ 1855 w 16324"/>
                <a:gd name="connsiteY8" fmla="*/ 16550 h 18525"/>
                <a:gd name="connsiteX9" fmla="*/ 5287 w 16324"/>
                <a:gd name="connsiteY9" fmla="*/ 5795 h 18525"/>
                <a:gd name="connsiteX10" fmla="*/ 10667 w 16324"/>
                <a:gd name="connsiteY10" fmla="*/ 2458 h 18525"/>
                <a:gd name="connsiteX11" fmla="*/ 14052 w 16324"/>
                <a:gd name="connsiteY11" fmla="*/ 3863 h 18525"/>
                <a:gd name="connsiteX12" fmla="*/ 14052 w 16324"/>
                <a:gd name="connsiteY12" fmla="*/ 10887 h 18525"/>
                <a:gd name="connsiteX13" fmla="*/ 10249 w 16324"/>
                <a:gd name="connsiteY13" fmla="*/ 16331 h 18525"/>
                <a:gd name="connsiteX14" fmla="*/ 7049 w 16324"/>
                <a:gd name="connsiteY14" fmla="*/ 16331 h 18525"/>
                <a:gd name="connsiteX15" fmla="*/ 3896 w 16324"/>
                <a:gd name="connsiteY15" fmla="*/ 15014 h 18525"/>
                <a:gd name="connsiteX16" fmla="*/ 2551 w 16324"/>
                <a:gd name="connsiteY16" fmla="*/ 9438 h 18525"/>
                <a:gd name="connsiteX17" fmla="*/ 5287 w 16324"/>
                <a:gd name="connsiteY17" fmla="*/ 5795 h 18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324" h="18525">
                  <a:moveTo>
                    <a:pt x="1855" y="16550"/>
                  </a:moveTo>
                  <a:lnTo>
                    <a:pt x="6307" y="18438"/>
                  </a:lnTo>
                  <a:lnTo>
                    <a:pt x="11455" y="18526"/>
                  </a:lnTo>
                  <a:lnTo>
                    <a:pt x="16325" y="11546"/>
                  </a:lnTo>
                  <a:lnTo>
                    <a:pt x="16325" y="2458"/>
                  </a:lnTo>
                  <a:lnTo>
                    <a:pt x="10435" y="0"/>
                  </a:lnTo>
                  <a:lnTo>
                    <a:pt x="3803" y="4083"/>
                  </a:lnTo>
                  <a:lnTo>
                    <a:pt x="0" y="8956"/>
                  </a:lnTo>
                  <a:lnTo>
                    <a:pt x="1855" y="16550"/>
                  </a:lnTo>
                  <a:close/>
                  <a:moveTo>
                    <a:pt x="5287" y="5795"/>
                  </a:moveTo>
                  <a:lnTo>
                    <a:pt x="10667" y="2458"/>
                  </a:lnTo>
                  <a:lnTo>
                    <a:pt x="14052" y="3863"/>
                  </a:lnTo>
                  <a:lnTo>
                    <a:pt x="14052" y="10887"/>
                  </a:lnTo>
                  <a:lnTo>
                    <a:pt x="10249" y="16331"/>
                  </a:lnTo>
                  <a:lnTo>
                    <a:pt x="7049" y="16331"/>
                  </a:lnTo>
                  <a:lnTo>
                    <a:pt x="3896" y="15014"/>
                  </a:lnTo>
                  <a:lnTo>
                    <a:pt x="2551" y="9438"/>
                  </a:lnTo>
                  <a:lnTo>
                    <a:pt x="5287" y="57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10D21FFF-8A2E-D562-E8C5-FF5DA80B1CCD}"/>
                </a:ext>
              </a:extLst>
            </p:cNvPr>
            <p:cNvSpPr>
              <a:spLocks/>
            </p:cNvSpPr>
            <p:nvPr/>
          </p:nvSpPr>
          <p:spPr>
            <a:xfrm>
              <a:off x="4021890" y="2603698"/>
              <a:ext cx="35026" cy="40166"/>
            </a:xfrm>
            <a:custGeom>
              <a:avLst/>
              <a:gdLst>
                <a:gd name="connsiteX0" fmla="*/ 3478 w 23466"/>
                <a:gd name="connsiteY0" fmla="*/ 19228 h 26910"/>
                <a:gd name="connsiteX1" fmla="*/ 8719 w 23466"/>
                <a:gd name="connsiteY1" fmla="*/ 20589 h 26910"/>
                <a:gd name="connsiteX2" fmla="*/ 8719 w 23466"/>
                <a:gd name="connsiteY2" fmla="*/ 24145 h 26910"/>
                <a:gd name="connsiteX3" fmla="*/ 11873 w 23466"/>
                <a:gd name="connsiteY3" fmla="*/ 26911 h 26910"/>
                <a:gd name="connsiteX4" fmla="*/ 13635 w 23466"/>
                <a:gd name="connsiteY4" fmla="*/ 24145 h 26910"/>
                <a:gd name="connsiteX5" fmla="*/ 17994 w 23466"/>
                <a:gd name="connsiteY5" fmla="*/ 21423 h 26910"/>
                <a:gd name="connsiteX6" fmla="*/ 16093 w 23466"/>
                <a:gd name="connsiteY6" fmla="*/ 17560 h 26910"/>
                <a:gd name="connsiteX7" fmla="*/ 10435 w 23466"/>
                <a:gd name="connsiteY7" fmla="*/ 15102 h 26910"/>
                <a:gd name="connsiteX8" fmla="*/ 12475 w 23466"/>
                <a:gd name="connsiteY8" fmla="*/ 12907 h 26910"/>
                <a:gd name="connsiteX9" fmla="*/ 12475 w 23466"/>
                <a:gd name="connsiteY9" fmla="*/ 9921 h 26910"/>
                <a:gd name="connsiteX10" fmla="*/ 8719 w 23466"/>
                <a:gd name="connsiteY10" fmla="*/ 6585 h 26910"/>
                <a:gd name="connsiteX11" fmla="*/ 11316 w 23466"/>
                <a:gd name="connsiteY11" fmla="*/ 4697 h 26910"/>
                <a:gd name="connsiteX12" fmla="*/ 18551 w 23466"/>
                <a:gd name="connsiteY12" fmla="*/ 7858 h 26910"/>
                <a:gd name="connsiteX13" fmla="*/ 18551 w 23466"/>
                <a:gd name="connsiteY13" fmla="*/ 12907 h 26910"/>
                <a:gd name="connsiteX14" fmla="*/ 21751 w 23466"/>
                <a:gd name="connsiteY14" fmla="*/ 12907 h 26910"/>
                <a:gd name="connsiteX15" fmla="*/ 23467 w 23466"/>
                <a:gd name="connsiteY15" fmla="*/ 9351 h 26910"/>
                <a:gd name="connsiteX16" fmla="*/ 23467 w 23466"/>
                <a:gd name="connsiteY16" fmla="*/ 7419 h 26910"/>
                <a:gd name="connsiteX17" fmla="*/ 23467 w 23466"/>
                <a:gd name="connsiteY17" fmla="*/ 2766 h 26910"/>
                <a:gd name="connsiteX18" fmla="*/ 16835 w 23466"/>
                <a:gd name="connsiteY18" fmla="*/ 3336 h 26910"/>
                <a:gd name="connsiteX19" fmla="*/ 11733 w 23466"/>
                <a:gd name="connsiteY19" fmla="*/ 0 h 26910"/>
                <a:gd name="connsiteX20" fmla="*/ 7560 w 23466"/>
                <a:gd name="connsiteY20" fmla="*/ 2766 h 26910"/>
                <a:gd name="connsiteX21" fmla="*/ 4081 w 23466"/>
                <a:gd name="connsiteY21" fmla="*/ 4390 h 26910"/>
                <a:gd name="connsiteX22" fmla="*/ 5797 w 23466"/>
                <a:gd name="connsiteY22" fmla="*/ 10448 h 26910"/>
                <a:gd name="connsiteX23" fmla="*/ 1762 w 23466"/>
                <a:gd name="connsiteY23" fmla="*/ 9614 h 26910"/>
                <a:gd name="connsiteX24" fmla="*/ 0 w 23466"/>
                <a:gd name="connsiteY24" fmla="*/ 11546 h 26910"/>
                <a:gd name="connsiteX25" fmla="*/ 3478 w 23466"/>
                <a:gd name="connsiteY25" fmla="*/ 16506 h 26910"/>
                <a:gd name="connsiteX26" fmla="*/ 3478 w 23466"/>
                <a:gd name="connsiteY26" fmla="*/ 19228 h 2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466" h="26910">
                  <a:moveTo>
                    <a:pt x="3478" y="19228"/>
                  </a:moveTo>
                  <a:lnTo>
                    <a:pt x="8719" y="20589"/>
                  </a:lnTo>
                  <a:lnTo>
                    <a:pt x="8719" y="24145"/>
                  </a:lnTo>
                  <a:lnTo>
                    <a:pt x="11873" y="26911"/>
                  </a:lnTo>
                  <a:lnTo>
                    <a:pt x="13635" y="24145"/>
                  </a:lnTo>
                  <a:lnTo>
                    <a:pt x="17994" y="21423"/>
                  </a:lnTo>
                  <a:lnTo>
                    <a:pt x="16093" y="17560"/>
                  </a:lnTo>
                  <a:lnTo>
                    <a:pt x="10435" y="15102"/>
                  </a:lnTo>
                  <a:lnTo>
                    <a:pt x="12475" y="12907"/>
                  </a:lnTo>
                  <a:lnTo>
                    <a:pt x="12475" y="9921"/>
                  </a:lnTo>
                  <a:lnTo>
                    <a:pt x="8719" y="6585"/>
                  </a:lnTo>
                  <a:lnTo>
                    <a:pt x="11316" y="4697"/>
                  </a:lnTo>
                  <a:lnTo>
                    <a:pt x="18551" y="7858"/>
                  </a:lnTo>
                  <a:lnTo>
                    <a:pt x="18551" y="12907"/>
                  </a:lnTo>
                  <a:lnTo>
                    <a:pt x="21751" y="12907"/>
                  </a:lnTo>
                  <a:lnTo>
                    <a:pt x="23467" y="9351"/>
                  </a:lnTo>
                  <a:lnTo>
                    <a:pt x="23467" y="7419"/>
                  </a:lnTo>
                  <a:lnTo>
                    <a:pt x="23467" y="2766"/>
                  </a:lnTo>
                  <a:lnTo>
                    <a:pt x="16835" y="3336"/>
                  </a:lnTo>
                  <a:lnTo>
                    <a:pt x="11733" y="0"/>
                  </a:lnTo>
                  <a:lnTo>
                    <a:pt x="7560" y="2766"/>
                  </a:lnTo>
                  <a:lnTo>
                    <a:pt x="4081" y="4390"/>
                  </a:lnTo>
                  <a:lnTo>
                    <a:pt x="5797" y="10448"/>
                  </a:lnTo>
                  <a:lnTo>
                    <a:pt x="1762" y="9614"/>
                  </a:lnTo>
                  <a:lnTo>
                    <a:pt x="0" y="11546"/>
                  </a:lnTo>
                  <a:lnTo>
                    <a:pt x="3478" y="16506"/>
                  </a:lnTo>
                  <a:lnTo>
                    <a:pt x="3478" y="1922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185C7FEB-D7AE-4ADA-FFB8-D7750D577503}"/>
                </a:ext>
              </a:extLst>
            </p:cNvPr>
            <p:cNvSpPr>
              <a:spLocks/>
            </p:cNvSpPr>
            <p:nvPr/>
          </p:nvSpPr>
          <p:spPr>
            <a:xfrm>
              <a:off x="4012822" y="2673353"/>
              <a:ext cx="9068" cy="12974"/>
            </a:xfrm>
            <a:custGeom>
              <a:avLst/>
              <a:gdLst>
                <a:gd name="connsiteX0" fmla="*/ 4035 w 6075"/>
                <a:gd name="connsiteY0" fmla="*/ 0 h 8692"/>
                <a:gd name="connsiteX1" fmla="*/ 0 w 6075"/>
                <a:gd name="connsiteY1" fmla="*/ 4346 h 8692"/>
                <a:gd name="connsiteX2" fmla="*/ 0 w 6075"/>
                <a:gd name="connsiteY2" fmla="*/ 8692 h 8692"/>
                <a:gd name="connsiteX3" fmla="*/ 6075 w 6075"/>
                <a:gd name="connsiteY3" fmla="*/ 6322 h 8692"/>
                <a:gd name="connsiteX4" fmla="*/ 4035 w 6075"/>
                <a:gd name="connsiteY4" fmla="*/ 0 h 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5" h="8692">
                  <a:moveTo>
                    <a:pt x="4035" y="0"/>
                  </a:moveTo>
                  <a:lnTo>
                    <a:pt x="0" y="4346"/>
                  </a:lnTo>
                  <a:lnTo>
                    <a:pt x="0" y="8692"/>
                  </a:lnTo>
                  <a:lnTo>
                    <a:pt x="6075" y="6322"/>
                  </a:lnTo>
                  <a:lnTo>
                    <a:pt x="403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6230BDD0-6794-444B-2C03-9979DC0E7826}"/>
                </a:ext>
              </a:extLst>
            </p:cNvPr>
            <p:cNvSpPr>
              <a:spLocks/>
            </p:cNvSpPr>
            <p:nvPr/>
          </p:nvSpPr>
          <p:spPr>
            <a:xfrm>
              <a:off x="8133876" y="3778730"/>
              <a:ext cx="20696" cy="18798"/>
            </a:xfrm>
            <a:custGeom>
              <a:avLst/>
              <a:gdLst>
                <a:gd name="connsiteX0" fmla="*/ 7513 w 13866"/>
                <a:gd name="connsiteY0" fmla="*/ 1093 h 12594"/>
                <a:gd name="connsiteX1" fmla="*/ 0 w 13866"/>
                <a:gd name="connsiteY1" fmla="*/ 1093 h 12594"/>
                <a:gd name="connsiteX2" fmla="*/ 8673 w 13866"/>
                <a:gd name="connsiteY2" fmla="*/ 7941 h 12594"/>
                <a:gd name="connsiteX3" fmla="*/ 13867 w 13866"/>
                <a:gd name="connsiteY3" fmla="*/ 12594 h 12594"/>
                <a:gd name="connsiteX4" fmla="*/ 13867 w 13866"/>
                <a:gd name="connsiteY4" fmla="*/ 9302 h 12594"/>
                <a:gd name="connsiteX5" fmla="*/ 10991 w 13866"/>
                <a:gd name="connsiteY5" fmla="*/ 6009 h 12594"/>
                <a:gd name="connsiteX6" fmla="*/ 7513 w 13866"/>
                <a:gd name="connsiteY6" fmla="*/ 1093 h 1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66" h="12594">
                  <a:moveTo>
                    <a:pt x="7513" y="1093"/>
                  </a:moveTo>
                  <a:cubicBezTo>
                    <a:pt x="4638" y="-1366"/>
                    <a:pt x="0" y="1093"/>
                    <a:pt x="0" y="1093"/>
                  </a:cubicBezTo>
                  <a:cubicBezTo>
                    <a:pt x="2597" y="8204"/>
                    <a:pt x="8673" y="7941"/>
                    <a:pt x="8673" y="7941"/>
                  </a:cubicBezTo>
                  <a:lnTo>
                    <a:pt x="13867" y="12594"/>
                  </a:lnTo>
                  <a:lnTo>
                    <a:pt x="13867" y="9302"/>
                  </a:lnTo>
                  <a:lnTo>
                    <a:pt x="10991" y="6009"/>
                  </a:lnTo>
                  <a:cubicBezTo>
                    <a:pt x="10991" y="6009"/>
                    <a:pt x="10435" y="3551"/>
                    <a:pt x="7513" y="109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8088A49D-3576-8FA6-866D-C9342A61EFEA}"/>
                </a:ext>
              </a:extLst>
            </p:cNvPr>
            <p:cNvSpPr>
              <a:spLocks/>
            </p:cNvSpPr>
            <p:nvPr/>
          </p:nvSpPr>
          <p:spPr>
            <a:xfrm>
              <a:off x="8450509" y="2805258"/>
              <a:ext cx="15991" cy="24506"/>
            </a:xfrm>
            <a:custGeom>
              <a:avLst/>
              <a:gdLst>
                <a:gd name="connsiteX0" fmla="*/ 3200 w 10713"/>
                <a:gd name="connsiteY0" fmla="*/ 16419 h 16418"/>
                <a:gd name="connsiteX1" fmla="*/ 10713 w 10713"/>
                <a:gd name="connsiteY1" fmla="*/ 6278 h 16418"/>
                <a:gd name="connsiteX2" fmla="*/ 10713 w 10713"/>
                <a:gd name="connsiteY2" fmla="*/ 0 h 16418"/>
                <a:gd name="connsiteX3" fmla="*/ 0 w 10713"/>
                <a:gd name="connsiteY3" fmla="*/ 10404 h 16418"/>
                <a:gd name="connsiteX4" fmla="*/ 3200 w 10713"/>
                <a:gd name="connsiteY4" fmla="*/ 16419 h 16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3" h="16418">
                  <a:moveTo>
                    <a:pt x="3200" y="16419"/>
                  </a:moveTo>
                  <a:lnTo>
                    <a:pt x="10713" y="6278"/>
                  </a:lnTo>
                  <a:lnTo>
                    <a:pt x="10713" y="0"/>
                  </a:lnTo>
                  <a:lnTo>
                    <a:pt x="0" y="10404"/>
                  </a:lnTo>
                  <a:lnTo>
                    <a:pt x="3200" y="164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D1360276-CCF1-3B61-31AB-AC0886D8BDEE}"/>
                </a:ext>
              </a:extLst>
            </p:cNvPr>
            <p:cNvSpPr>
              <a:spLocks/>
            </p:cNvSpPr>
            <p:nvPr/>
          </p:nvSpPr>
          <p:spPr>
            <a:xfrm>
              <a:off x="4025681" y="2716730"/>
              <a:ext cx="5691" cy="13956"/>
            </a:xfrm>
            <a:custGeom>
              <a:avLst/>
              <a:gdLst>
                <a:gd name="connsiteX0" fmla="*/ 57 w 3813"/>
                <a:gd name="connsiteY0" fmla="*/ 3029 h 9350"/>
                <a:gd name="connsiteX1" fmla="*/ 57 w 3813"/>
                <a:gd name="connsiteY1" fmla="*/ 9351 h 9350"/>
                <a:gd name="connsiteX2" fmla="*/ 3814 w 3813"/>
                <a:gd name="connsiteY2" fmla="*/ 3863 h 9350"/>
                <a:gd name="connsiteX3" fmla="*/ 3814 w 3813"/>
                <a:gd name="connsiteY3" fmla="*/ 0 h 9350"/>
                <a:gd name="connsiteX4" fmla="*/ 57 w 3813"/>
                <a:gd name="connsiteY4" fmla="*/ 3029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3" h="9350">
                  <a:moveTo>
                    <a:pt x="57" y="3029"/>
                  </a:moveTo>
                  <a:cubicBezTo>
                    <a:pt x="614" y="3863"/>
                    <a:pt x="57" y="9351"/>
                    <a:pt x="57" y="9351"/>
                  </a:cubicBezTo>
                  <a:lnTo>
                    <a:pt x="3814" y="3863"/>
                  </a:lnTo>
                  <a:lnTo>
                    <a:pt x="3814" y="0"/>
                  </a:lnTo>
                  <a:cubicBezTo>
                    <a:pt x="3814" y="0"/>
                    <a:pt x="-546" y="2195"/>
                    <a:pt x="57" y="302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4C394D08-3EAC-F8CE-2989-A5A9A20BAD74}"/>
                </a:ext>
              </a:extLst>
            </p:cNvPr>
            <p:cNvSpPr>
              <a:spLocks/>
            </p:cNvSpPr>
            <p:nvPr/>
          </p:nvSpPr>
          <p:spPr>
            <a:xfrm>
              <a:off x="7640169" y="2950202"/>
              <a:ext cx="12114" cy="5306"/>
            </a:xfrm>
            <a:custGeom>
              <a:avLst/>
              <a:gdLst>
                <a:gd name="connsiteX0" fmla="*/ 0 w 8116"/>
                <a:gd name="connsiteY0" fmla="*/ 0 h 3555"/>
                <a:gd name="connsiteX1" fmla="*/ 1438 w 8116"/>
                <a:gd name="connsiteY1" fmla="*/ 3556 h 3555"/>
                <a:gd name="connsiteX2" fmla="*/ 8116 w 8116"/>
                <a:gd name="connsiteY2" fmla="*/ 3556 h 3555"/>
                <a:gd name="connsiteX3" fmla="*/ 5241 w 8116"/>
                <a:gd name="connsiteY3" fmla="*/ 0 h 3555"/>
                <a:gd name="connsiteX4" fmla="*/ 0 w 8116"/>
                <a:gd name="connsiteY4" fmla="*/ 0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6" h="3555">
                  <a:moveTo>
                    <a:pt x="0" y="0"/>
                  </a:moveTo>
                  <a:lnTo>
                    <a:pt x="1438" y="3556"/>
                  </a:lnTo>
                  <a:lnTo>
                    <a:pt x="8116" y="3556"/>
                  </a:lnTo>
                  <a:lnTo>
                    <a:pt x="524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142A2F99-F91E-284E-4E21-921F2A02E8D4}"/>
                </a:ext>
              </a:extLst>
            </p:cNvPr>
            <p:cNvSpPr>
              <a:spLocks/>
            </p:cNvSpPr>
            <p:nvPr/>
          </p:nvSpPr>
          <p:spPr>
            <a:xfrm>
              <a:off x="4107174" y="2663328"/>
              <a:ext cx="11214" cy="10024"/>
            </a:xfrm>
            <a:custGeom>
              <a:avLst/>
              <a:gdLst>
                <a:gd name="connsiteX0" fmla="*/ 7513 w 7513"/>
                <a:gd name="connsiteY0" fmla="*/ 0 h 6716"/>
                <a:gd name="connsiteX1" fmla="*/ 2597 w 7513"/>
                <a:gd name="connsiteY1" fmla="*/ 0 h 6716"/>
                <a:gd name="connsiteX2" fmla="*/ 0 w 7513"/>
                <a:gd name="connsiteY2" fmla="*/ 3336 h 6716"/>
                <a:gd name="connsiteX3" fmla="*/ 2597 w 7513"/>
                <a:gd name="connsiteY3" fmla="*/ 6717 h 6716"/>
                <a:gd name="connsiteX4" fmla="*/ 7513 w 7513"/>
                <a:gd name="connsiteY4" fmla="*/ 0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" h="6716">
                  <a:moveTo>
                    <a:pt x="7513" y="0"/>
                  </a:moveTo>
                  <a:lnTo>
                    <a:pt x="2597" y="0"/>
                  </a:lnTo>
                  <a:lnTo>
                    <a:pt x="0" y="3336"/>
                  </a:lnTo>
                  <a:lnTo>
                    <a:pt x="2597" y="6717"/>
                  </a:lnTo>
                  <a:lnTo>
                    <a:pt x="751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2B6DC856-B7A5-03A3-0B75-08D588BEFF0F}"/>
                </a:ext>
              </a:extLst>
            </p:cNvPr>
            <p:cNvSpPr>
              <a:spLocks/>
            </p:cNvSpPr>
            <p:nvPr/>
          </p:nvSpPr>
          <p:spPr>
            <a:xfrm>
              <a:off x="7735352" y="3036764"/>
              <a:ext cx="16475" cy="5961"/>
            </a:xfrm>
            <a:custGeom>
              <a:avLst/>
              <a:gdLst>
                <a:gd name="connsiteX0" fmla="*/ 0 w 11037"/>
                <a:gd name="connsiteY0" fmla="*/ 3995 h 3994"/>
                <a:gd name="connsiteX1" fmla="*/ 11038 w 11037"/>
                <a:gd name="connsiteY1" fmla="*/ 3995 h 3994"/>
                <a:gd name="connsiteX2" fmla="*/ 11038 w 11037"/>
                <a:gd name="connsiteY2" fmla="*/ 0 h 3994"/>
                <a:gd name="connsiteX3" fmla="*/ 1762 w 11037"/>
                <a:gd name="connsiteY3" fmla="*/ 0 h 3994"/>
                <a:gd name="connsiteX4" fmla="*/ 0 w 11037"/>
                <a:gd name="connsiteY4" fmla="*/ 3995 h 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37" h="3994">
                  <a:moveTo>
                    <a:pt x="0" y="3995"/>
                  </a:moveTo>
                  <a:lnTo>
                    <a:pt x="11038" y="3995"/>
                  </a:lnTo>
                  <a:lnTo>
                    <a:pt x="11038" y="0"/>
                  </a:lnTo>
                  <a:lnTo>
                    <a:pt x="1762" y="0"/>
                  </a:lnTo>
                  <a:lnTo>
                    <a:pt x="0" y="39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6253C867-C3B5-FBEE-D07E-FBEB45100C9A}"/>
                </a:ext>
              </a:extLst>
            </p:cNvPr>
            <p:cNvSpPr>
              <a:spLocks/>
            </p:cNvSpPr>
            <p:nvPr/>
          </p:nvSpPr>
          <p:spPr>
            <a:xfrm>
              <a:off x="3639910" y="3797528"/>
              <a:ext cx="12529" cy="5766"/>
            </a:xfrm>
            <a:custGeom>
              <a:avLst/>
              <a:gdLst>
                <a:gd name="connsiteX0" fmla="*/ 0 w 8394"/>
                <a:gd name="connsiteY0" fmla="*/ 1932 h 3863"/>
                <a:gd name="connsiteX1" fmla="*/ 8394 w 8394"/>
                <a:gd name="connsiteY1" fmla="*/ 3863 h 3863"/>
                <a:gd name="connsiteX2" fmla="*/ 8394 w 8394"/>
                <a:gd name="connsiteY2" fmla="*/ 2502 h 3863"/>
                <a:gd name="connsiteX3" fmla="*/ 4313 w 8394"/>
                <a:gd name="connsiteY3" fmla="*/ 0 h 3863"/>
                <a:gd name="connsiteX4" fmla="*/ 0 w 8394"/>
                <a:gd name="connsiteY4" fmla="*/ 1932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4" h="3863">
                  <a:moveTo>
                    <a:pt x="0" y="1932"/>
                  </a:moveTo>
                  <a:lnTo>
                    <a:pt x="8394" y="3863"/>
                  </a:lnTo>
                  <a:lnTo>
                    <a:pt x="8394" y="2502"/>
                  </a:lnTo>
                  <a:lnTo>
                    <a:pt x="4313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648384B5-DEA6-5EE4-1034-550499C33BC8}"/>
                </a:ext>
              </a:extLst>
            </p:cNvPr>
            <p:cNvSpPr>
              <a:spLocks/>
            </p:cNvSpPr>
            <p:nvPr/>
          </p:nvSpPr>
          <p:spPr>
            <a:xfrm>
              <a:off x="1977213" y="2486601"/>
              <a:ext cx="9482" cy="14350"/>
            </a:xfrm>
            <a:custGeom>
              <a:avLst/>
              <a:gdLst>
                <a:gd name="connsiteX0" fmla="*/ 0 w 6353"/>
                <a:gd name="connsiteY0" fmla="*/ 9614 h 9614"/>
                <a:gd name="connsiteX1" fmla="*/ 2597 w 6353"/>
                <a:gd name="connsiteY1" fmla="*/ 9614 h 9614"/>
                <a:gd name="connsiteX2" fmla="*/ 6354 w 6353"/>
                <a:gd name="connsiteY2" fmla="*/ 3819 h 9614"/>
                <a:gd name="connsiteX3" fmla="*/ 6354 w 6353"/>
                <a:gd name="connsiteY3" fmla="*/ 1932 h 9614"/>
                <a:gd name="connsiteX4" fmla="*/ 4916 w 6353"/>
                <a:gd name="connsiteY4" fmla="*/ 0 h 9614"/>
                <a:gd name="connsiteX5" fmla="*/ 0 w 6353"/>
                <a:gd name="connsiteY5" fmla="*/ 9614 h 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53" h="9614">
                  <a:moveTo>
                    <a:pt x="0" y="9614"/>
                  </a:moveTo>
                  <a:lnTo>
                    <a:pt x="2597" y="9614"/>
                  </a:lnTo>
                  <a:lnTo>
                    <a:pt x="6354" y="3819"/>
                  </a:lnTo>
                  <a:lnTo>
                    <a:pt x="6354" y="1932"/>
                  </a:lnTo>
                  <a:lnTo>
                    <a:pt x="4916" y="0"/>
                  </a:lnTo>
                  <a:lnTo>
                    <a:pt x="0" y="96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0104245B-1655-2E1E-EB41-EBAD8176425B}"/>
                </a:ext>
              </a:extLst>
            </p:cNvPr>
            <p:cNvSpPr>
              <a:spLocks/>
            </p:cNvSpPr>
            <p:nvPr/>
          </p:nvSpPr>
          <p:spPr>
            <a:xfrm>
              <a:off x="3911131" y="1912849"/>
              <a:ext cx="20767" cy="6946"/>
            </a:xfrm>
            <a:custGeom>
              <a:avLst/>
              <a:gdLst>
                <a:gd name="connsiteX0" fmla="*/ 6400 w 13913"/>
                <a:gd name="connsiteY0" fmla="*/ 0 h 4653"/>
                <a:gd name="connsiteX1" fmla="*/ 1159 w 13913"/>
                <a:gd name="connsiteY1" fmla="*/ 0 h 4653"/>
                <a:gd name="connsiteX2" fmla="*/ 0 w 13913"/>
                <a:gd name="connsiteY2" fmla="*/ 4653 h 4653"/>
                <a:gd name="connsiteX3" fmla="*/ 3478 w 13913"/>
                <a:gd name="connsiteY3" fmla="*/ 2327 h 4653"/>
                <a:gd name="connsiteX4" fmla="*/ 6400 w 13913"/>
                <a:gd name="connsiteY4" fmla="*/ 4653 h 4653"/>
                <a:gd name="connsiteX5" fmla="*/ 13913 w 13913"/>
                <a:gd name="connsiteY5" fmla="*/ 3293 h 4653"/>
                <a:gd name="connsiteX6" fmla="*/ 6400 w 13913"/>
                <a:gd name="connsiteY6" fmla="*/ 1624 h 4653"/>
                <a:gd name="connsiteX7" fmla="*/ 6400 w 13913"/>
                <a:gd name="connsiteY7" fmla="*/ 0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13" h="4653">
                  <a:moveTo>
                    <a:pt x="6400" y="0"/>
                  </a:moveTo>
                  <a:lnTo>
                    <a:pt x="1159" y="0"/>
                  </a:lnTo>
                  <a:lnTo>
                    <a:pt x="0" y="4653"/>
                  </a:lnTo>
                  <a:lnTo>
                    <a:pt x="3478" y="2327"/>
                  </a:lnTo>
                  <a:lnTo>
                    <a:pt x="6400" y="4653"/>
                  </a:lnTo>
                  <a:lnTo>
                    <a:pt x="13913" y="3293"/>
                  </a:lnTo>
                  <a:lnTo>
                    <a:pt x="6400" y="1624"/>
                  </a:lnTo>
                  <a:lnTo>
                    <a:pt x="640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31F7442F-2C71-5C4B-96EC-71607C7AA2CA}"/>
                </a:ext>
              </a:extLst>
            </p:cNvPr>
            <p:cNvSpPr>
              <a:spLocks/>
            </p:cNvSpPr>
            <p:nvPr/>
          </p:nvSpPr>
          <p:spPr>
            <a:xfrm>
              <a:off x="3983400" y="2004587"/>
              <a:ext cx="17306" cy="7337"/>
            </a:xfrm>
            <a:custGeom>
              <a:avLst/>
              <a:gdLst>
                <a:gd name="connsiteX0" fmla="*/ 5797 w 11594"/>
                <a:gd name="connsiteY0" fmla="*/ 4917 h 4916"/>
                <a:gd name="connsiteX1" fmla="*/ 11594 w 11594"/>
                <a:gd name="connsiteY1" fmla="*/ 3819 h 4916"/>
                <a:gd name="connsiteX2" fmla="*/ 11594 w 11594"/>
                <a:gd name="connsiteY2" fmla="*/ 1888 h 4916"/>
                <a:gd name="connsiteX3" fmla="*/ 7235 w 11594"/>
                <a:gd name="connsiteY3" fmla="*/ 1888 h 4916"/>
                <a:gd name="connsiteX4" fmla="*/ 4081 w 11594"/>
                <a:gd name="connsiteY4" fmla="*/ 0 h 4916"/>
                <a:gd name="connsiteX5" fmla="*/ 0 w 11594"/>
                <a:gd name="connsiteY5" fmla="*/ 0 h 4916"/>
                <a:gd name="connsiteX6" fmla="*/ 0 w 11594"/>
                <a:gd name="connsiteY6" fmla="*/ 2458 h 4916"/>
                <a:gd name="connsiteX7" fmla="*/ 2319 w 11594"/>
                <a:gd name="connsiteY7" fmla="*/ 2458 h 4916"/>
                <a:gd name="connsiteX8" fmla="*/ 5797 w 11594"/>
                <a:gd name="connsiteY8" fmla="*/ 4917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94" h="4916">
                  <a:moveTo>
                    <a:pt x="5797" y="4917"/>
                  </a:moveTo>
                  <a:lnTo>
                    <a:pt x="11594" y="3819"/>
                  </a:lnTo>
                  <a:lnTo>
                    <a:pt x="11594" y="1888"/>
                  </a:lnTo>
                  <a:lnTo>
                    <a:pt x="7235" y="1888"/>
                  </a:lnTo>
                  <a:lnTo>
                    <a:pt x="4081" y="0"/>
                  </a:lnTo>
                  <a:lnTo>
                    <a:pt x="0" y="0"/>
                  </a:lnTo>
                  <a:lnTo>
                    <a:pt x="0" y="2458"/>
                  </a:lnTo>
                  <a:lnTo>
                    <a:pt x="2319" y="2458"/>
                  </a:lnTo>
                  <a:lnTo>
                    <a:pt x="5797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FE71F289-10F3-7A0F-498D-20D37AE30168}"/>
                </a:ext>
              </a:extLst>
            </p:cNvPr>
            <p:cNvSpPr>
              <a:spLocks/>
            </p:cNvSpPr>
            <p:nvPr/>
          </p:nvSpPr>
          <p:spPr>
            <a:xfrm>
              <a:off x="3918953" y="1892537"/>
              <a:ext cx="23743" cy="15791"/>
            </a:xfrm>
            <a:custGeom>
              <a:avLst/>
              <a:gdLst>
                <a:gd name="connsiteX0" fmla="*/ 0 w 15907"/>
                <a:gd name="connsiteY0" fmla="*/ 7287 h 10579"/>
                <a:gd name="connsiteX1" fmla="*/ 0 w 15907"/>
                <a:gd name="connsiteY1" fmla="*/ 10580 h 10579"/>
                <a:gd name="connsiteX2" fmla="*/ 4638 w 15907"/>
                <a:gd name="connsiteY2" fmla="*/ 10580 h 10579"/>
                <a:gd name="connsiteX3" fmla="*/ 9554 w 15907"/>
                <a:gd name="connsiteY3" fmla="*/ 7287 h 10579"/>
                <a:gd name="connsiteX4" fmla="*/ 15907 w 15907"/>
                <a:gd name="connsiteY4" fmla="*/ 2897 h 10579"/>
                <a:gd name="connsiteX5" fmla="*/ 15907 w 15907"/>
                <a:gd name="connsiteY5" fmla="*/ 0 h 10579"/>
                <a:gd name="connsiteX6" fmla="*/ 3757 w 15907"/>
                <a:gd name="connsiteY6" fmla="*/ 7287 h 10579"/>
                <a:gd name="connsiteX7" fmla="*/ 0 w 15907"/>
                <a:gd name="connsiteY7" fmla="*/ 7287 h 1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907" h="10579">
                  <a:moveTo>
                    <a:pt x="0" y="7287"/>
                  </a:moveTo>
                  <a:lnTo>
                    <a:pt x="0" y="10580"/>
                  </a:lnTo>
                  <a:lnTo>
                    <a:pt x="4638" y="10580"/>
                  </a:lnTo>
                  <a:lnTo>
                    <a:pt x="9554" y="7287"/>
                  </a:lnTo>
                  <a:lnTo>
                    <a:pt x="15907" y="2897"/>
                  </a:lnTo>
                  <a:lnTo>
                    <a:pt x="15907" y="0"/>
                  </a:lnTo>
                  <a:lnTo>
                    <a:pt x="3757" y="7287"/>
                  </a:lnTo>
                  <a:lnTo>
                    <a:pt x="0" y="728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84994020-D06F-DD29-743A-60D3ED60E4D0}"/>
                </a:ext>
              </a:extLst>
            </p:cNvPr>
            <p:cNvSpPr>
              <a:spLocks/>
            </p:cNvSpPr>
            <p:nvPr/>
          </p:nvSpPr>
          <p:spPr>
            <a:xfrm>
              <a:off x="1973752" y="2161852"/>
              <a:ext cx="12114" cy="6553"/>
            </a:xfrm>
            <a:custGeom>
              <a:avLst/>
              <a:gdLst>
                <a:gd name="connsiteX0" fmla="*/ 8116 w 8116"/>
                <a:gd name="connsiteY0" fmla="*/ 2195 h 4390"/>
                <a:gd name="connsiteX1" fmla="*/ 0 w 8116"/>
                <a:gd name="connsiteY1" fmla="*/ 0 h 4390"/>
                <a:gd name="connsiteX2" fmla="*/ 4638 w 8116"/>
                <a:gd name="connsiteY2" fmla="*/ 4390 h 4390"/>
                <a:gd name="connsiteX3" fmla="*/ 8116 w 8116"/>
                <a:gd name="connsiteY3" fmla="*/ 2195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6" h="4390">
                  <a:moveTo>
                    <a:pt x="8116" y="2195"/>
                  </a:moveTo>
                  <a:lnTo>
                    <a:pt x="0" y="0"/>
                  </a:lnTo>
                  <a:lnTo>
                    <a:pt x="4638" y="4390"/>
                  </a:lnTo>
                  <a:lnTo>
                    <a:pt x="8116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BB13E1A0-7B40-71A4-7AD8-AE51A72A0468}"/>
                </a:ext>
              </a:extLst>
            </p:cNvPr>
            <p:cNvSpPr>
              <a:spLocks/>
            </p:cNvSpPr>
            <p:nvPr/>
          </p:nvSpPr>
          <p:spPr>
            <a:xfrm>
              <a:off x="3948374" y="1821899"/>
              <a:ext cx="20350" cy="14743"/>
            </a:xfrm>
            <a:custGeom>
              <a:avLst/>
              <a:gdLst>
                <a:gd name="connsiteX0" fmla="*/ 7188 w 13634"/>
                <a:gd name="connsiteY0" fmla="*/ 3293 h 9877"/>
                <a:gd name="connsiteX1" fmla="*/ 3154 w 13634"/>
                <a:gd name="connsiteY1" fmla="*/ 3293 h 9877"/>
                <a:gd name="connsiteX2" fmla="*/ 0 w 13634"/>
                <a:gd name="connsiteY2" fmla="*/ 7156 h 9877"/>
                <a:gd name="connsiteX3" fmla="*/ 1716 w 13634"/>
                <a:gd name="connsiteY3" fmla="*/ 9878 h 9877"/>
                <a:gd name="connsiteX4" fmla="*/ 7188 w 13634"/>
                <a:gd name="connsiteY4" fmla="*/ 8253 h 9877"/>
                <a:gd name="connsiteX5" fmla="*/ 10713 w 13634"/>
                <a:gd name="connsiteY5" fmla="*/ 7946 h 9877"/>
                <a:gd name="connsiteX6" fmla="*/ 13635 w 13634"/>
                <a:gd name="connsiteY6" fmla="*/ 3293 h 9877"/>
                <a:gd name="connsiteX7" fmla="*/ 9832 w 13634"/>
                <a:gd name="connsiteY7" fmla="*/ 3029 h 9877"/>
                <a:gd name="connsiteX8" fmla="*/ 7188 w 13634"/>
                <a:gd name="connsiteY8" fmla="*/ 0 h 9877"/>
                <a:gd name="connsiteX9" fmla="*/ 7188 w 13634"/>
                <a:gd name="connsiteY9" fmla="*/ 3293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34" h="9877">
                  <a:moveTo>
                    <a:pt x="7188" y="3293"/>
                  </a:moveTo>
                  <a:lnTo>
                    <a:pt x="3154" y="3293"/>
                  </a:lnTo>
                  <a:lnTo>
                    <a:pt x="0" y="7156"/>
                  </a:lnTo>
                  <a:lnTo>
                    <a:pt x="1716" y="9878"/>
                  </a:lnTo>
                  <a:lnTo>
                    <a:pt x="7188" y="8253"/>
                  </a:lnTo>
                  <a:lnTo>
                    <a:pt x="10713" y="7946"/>
                  </a:lnTo>
                  <a:lnTo>
                    <a:pt x="13635" y="3293"/>
                  </a:lnTo>
                  <a:lnTo>
                    <a:pt x="9832" y="3029"/>
                  </a:lnTo>
                  <a:lnTo>
                    <a:pt x="7188" y="0"/>
                  </a:lnTo>
                  <a:lnTo>
                    <a:pt x="7188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3F81FE29-BA04-2A97-3539-6509DB6876A5}"/>
                </a:ext>
              </a:extLst>
            </p:cNvPr>
            <p:cNvSpPr>
              <a:spLocks/>
            </p:cNvSpPr>
            <p:nvPr/>
          </p:nvSpPr>
          <p:spPr>
            <a:xfrm>
              <a:off x="4138710" y="2611496"/>
              <a:ext cx="46270" cy="30601"/>
            </a:xfrm>
            <a:custGeom>
              <a:avLst/>
              <a:gdLst>
                <a:gd name="connsiteX0" fmla="*/ 13933 w 30999"/>
                <a:gd name="connsiteY0" fmla="*/ 18921 h 20501"/>
                <a:gd name="connsiteX1" fmla="*/ 17689 w 30999"/>
                <a:gd name="connsiteY1" fmla="*/ 16155 h 20501"/>
                <a:gd name="connsiteX2" fmla="*/ 20889 w 30999"/>
                <a:gd name="connsiteY2" fmla="*/ 16155 h 20501"/>
                <a:gd name="connsiteX3" fmla="*/ 20889 w 30999"/>
                <a:gd name="connsiteY3" fmla="*/ 20501 h 20501"/>
                <a:gd name="connsiteX4" fmla="*/ 25805 w 30999"/>
                <a:gd name="connsiteY4" fmla="*/ 20501 h 20501"/>
                <a:gd name="connsiteX5" fmla="*/ 31000 w 30999"/>
                <a:gd name="connsiteY5" fmla="*/ 17560 h 20501"/>
                <a:gd name="connsiteX6" fmla="*/ 25481 w 30999"/>
                <a:gd name="connsiteY6" fmla="*/ 11809 h 20501"/>
                <a:gd name="connsiteX7" fmla="*/ 21400 w 30999"/>
                <a:gd name="connsiteY7" fmla="*/ 8780 h 20501"/>
                <a:gd name="connsiteX8" fmla="*/ 19498 w 30999"/>
                <a:gd name="connsiteY8" fmla="*/ 0 h 20501"/>
                <a:gd name="connsiteX9" fmla="*/ 15602 w 30999"/>
                <a:gd name="connsiteY9" fmla="*/ 6585 h 20501"/>
                <a:gd name="connsiteX10" fmla="*/ 15602 w 30999"/>
                <a:gd name="connsiteY10" fmla="*/ 10273 h 20501"/>
                <a:gd name="connsiteX11" fmla="*/ 4008 w 30999"/>
                <a:gd name="connsiteY11" fmla="*/ 11809 h 20501"/>
                <a:gd name="connsiteX12" fmla="*/ 252 w 30999"/>
                <a:gd name="connsiteY12" fmla="*/ 18921 h 20501"/>
                <a:gd name="connsiteX13" fmla="*/ 13886 w 30999"/>
                <a:gd name="connsiteY13" fmla="*/ 18921 h 2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999" h="20501">
                  <a:moveTo>
                    <a:pt x="13933" y="18921"/>
                  </a:moveTo>
                  <a:lnTo>
                    <a:pt x="17689" y="16155"/>
                  </a:lnTo>
                  <a:lnTo>
                    <a:pt x="20889" y="16155"/>
                  </a:lnTo>
                  <a:lnTo>
                    <a:pt x="20889" y="20501"/>
                  </a:lnTo>
                  <a:lnTo>
                    <a:pt x="25805" y="20501"/>
                  </a:lnTo>
                  <a:lnTo>
                    <a:pt x="31000" y="17560"/>
                  </a:lnTo>
                  <a:lnTo>
                    <a:pt x="25481" y="11809"/>
                  </a:lnTo>
                  <a:lnTo>
                    <a:pt x="21400" y="8780"/>
                  </a:lnTo>
                  <a:lnTo>
                    <a:pt x="19498" y="0"/>
                  </a:lnTo>
                  <a:lnTo>
                    <a:pt x="15602" y="6585"/>
                  </a:lnTo>
                  <a:lnTo>
                    <a:pt x="15602" y="10273"/>
                  </a:lnTo>
                  <a:cubicBezTo>
                    <a:pt x="15602" y="10273"/>
                    <a:pt x="7672" y="7595"/>
                    <a:pt x="4008" y="11809"/>
                  </a:cubicBezTo>
                  <a:cubicBezTo>
                    <a:pt x="4008" y="11809"/>
                    <a:pt x="-1186" y="15365"/>
                    <a:pt x="252" y="18921"/>
                  </a:cubicBezTo>
                  <a:cubicBezTo>
                    <a:pt x="1689" y="22477"/>
                    <a:pt x="13886" y="18921"/>
                    <a:pt x="13886" y="1892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2525C97-B3F2-B292-15F3-2E41F95291A5}"/>
                </a:ext>
              </a:extLst>
            </p:cNvPr>
            <p:cNvSpPr>
              <a:spLocks/>
            </p:cNvSpPr>
            <p:nvPr/>
          </p:nvSpPr>
          <p:spPr>
            <a:xfrm>
              <a:off x="3936260" y="1809646"/>
              <a:ext cx="20282" cy="16774"/>
            </a:xfrm>
            <a:custGeom>
              <a:avLst/>
              <a:gdLst>
                <a:gd name="connsiteX0" fmla="*/ 8951 w 13588"/>
                <a:gd name="connsiteY0" fmla="*/ 5619 h 11238"/>
                <a:gd name="connsiteX1" fmla="*/ 13589 w 13588"/>
                <a:gd name="connsiteY1" fmla="*/ 3293 h 11238"/>
                <a:gd name="connsiteX2" fmla="*/ 13589 w 13588"/>
                <a:gd name="connsiteY2" fmla="*/ 0 h 11238"/>
                <a:gd name="connsiteX3" fmla="*/ 10435 w 13588"/>
                <a:gd name="connsiteY3" fmla="*/ 1932 h 11238"/>
                <a:gd name="connsiteX4" fmla="*/ 3200 w 13588"/>
                <a:gd name="connsiteY4" fmla="*/ 1932 h 11238"/>
                <a:gd name="connsiteX5" fmla="*/ 0 w 13588"/>
                <a:gd name="connsiteY5" fmla="*/ 7112 h 11238"/>
                <a:gd name="connsiteX6" fmla="*/ 0 w 13588"/>
                <a:gd name="connsiteY6" fmla="*/ 11238 h 11238"/>
                <a:gd name="connsiteX7" fmla="*/ 3478 w 13588"/>
                <a:gd name="connsiteY7" fmla="*/ 9878 h 11238"/>
                <a:gd name="connsiteX8" fmla="*/ 6817 w 13588"/>
                <a:gd name="connsiteY8" fmla="*/ 7112 h 11238"/>
                <a:gd name="connsiteX9" fmla="*/ 10157 w 13588"/>
                <a:gd name="connsiteY9" fmla="*/ 8209 h 11238"/>
                <a:gd name="connsiteX10" fmla="*/ 8951 w 13588"/>
                <a:gd name="connsiteY10" fmla="*/ 5619 h 11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88" h="11238">
                  <a:moveTo>
                    <a:pt x="8951" y="5619"/>
                  </a:moveTo>
                  <a:lnTo>
                    <a:pt x="13589" y="3293"/>
                  </a:lnTo>
                  <a:lnTo>
                    <a:pt x="13589" y="0"/>
                  </a:lnTo>
                  <a:lnTo>
                    <a:pt x="10435" y="1932"/>
                  </a:lnTo>
                  <a:lnTo>
                    <a:pt x="3200" y="1932"/>
                  </a:lnTo>
                  <a:lnTo>
                    <a:pt x="0" y="7112"/>
                  </a:lnTo>
                  <a:lnTo>
                    <a:pt x="0" y="11238"/>
                  </a:lnTo>
                  <a:lnTo>
                    <a:pt x="3478" y="9878"/>
                  </a:lnTo>
                  <a:lnTo>
                    <a:pt x="6817" y="7112"/>
                  </a:lnTo>
                  <a:lnTo>
                    <a:pt x="10157" y="8209"/>
                  </a:lnTo>
                  <a:lnTo>
                    <a:pt x="8951" y="56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A8BFCF28-D6B2-D1DC-81C2-DE6EA3CF8904}"/>
                </a:ext>
              </a:extLst>
            </p:cNvPr>
            <p:cNvSpPr>
              <a:spLocks/>
            </p:cNvSpPr>
            <p:nvPr/>
          </p:nvSpPr>
          <p:spPr>
            <a:xfrm>
              <a:off x="1977145" y="2474023"/>
              <a:ext cx="23812" cy="16314"/>
            </a:xfrm>
            <a:custGeom>
              <a:avLst/>
              <a:gdLst>
                <a:gd name="connsiteX0" fmla="*/ 46 w 15953"/>
                <a:gd name="connsiteY0" fmla="*/ 1843 h 10930"/>
                <a:gd name="connsiteX1" fmla="*/ 4962 w 15953"/>
                <a:gd name="connsiteY1" fmla="*/ 5706 h 10930"/>
                <a:gd name="connsiteX2" fmla="*/ 11038 w 15953"/>
                <a:gd name="connsiteY2" fmla="*/ 5706 h 10930"/>
                <a:gd name="connsiteX3" fmla="*/ 13635 w 15953"/>
                <a:gd name="connsiteY3" fmla="*/ 10930 h 10930"/>
                <a:gd name="connsiteX4" fmla="*/ 15954 w 15953"/>
                <a:gd name="connsiteY4" fmla="*/ 10930 h 10930"/>
                <a:gd name="connsiteX5" fmla="*/ 15954 w 15953"/>
                <a:gd name="connsiteY5" fmla="*/ 4872 h 10930"/>
                <a:gd name="connsiteX6" fmla="*/ 0 w 15953"/>
                <a:gd name="connsiteY6" fmla="*/ 1843 h 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953" h="10930">
                  <a:moveTo>
                    <a:pt x="46" y="1843"/>
                  </a:moveTo>
                  <a:lnTo>
                    <a:pt x="4962" y="5706"/>
                  </a:lnTo>
                  <a:lnTo>
                    <a:pt x="11038" y="5706"/>
                  </a:lnTo>
                  <a:lnTo>
                    <a:pt x="13635" y="10930"/>
                  </a:lnTo>
                  <a:lnTo>
                    <a:pt x="15954" y="10930"/>
                  </a:lnTo>
                  <a:lnTo>
                    <a:pt x="15954" y="4872"/>
                  </a:lnTo>
                  <a:cubicBezTo>
                    <a:pt x="15954" y="4872"/>
                    <a:pt x="8441" y="-3645"/>
                    <a:pt x="0" y="184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58803C95-8EA0-5D63-4D9E-791758BC5A02}"/>
                </a:ext>
              </a:extLst>
            </p:cNvPr>
            <p:cNvSpPr>
              <a:spLocks/>
            </p:cNvSpPr>
            <p:nvPr/>
          </p:nvSpPr>
          <p:spPr>
            <a:xfrm>
              <a:off x="3956127" y="1871502"/>
              <a:ext cx="7821" cy="7337"/>
            </a:xfrm>
            <a:custGeom>
              <a:avLst/>
              <a:gdLst>
                <a:gd name="connsiteX0" fmla="*/ 0 w 5240"/>
                <a:gd name="connsiteY0" fmla="*/ 4917 h 4916"/>
                <a:gd name="connsiteX1" fmla="*/ 1994 w 5240"/>
                <a:gd name="connsiteY1" fmla="*/ 4917 h 4916"/>
                <a:gd name="connsiteX2" fmla="*/ 5241 w 5240"/>
                <a:gd name="connsiteY2" fmla="*/ 0 h 4916"/>
                <a:gd name="connsiteX3" fmla="*/ 0 w 5240"/>
                <a:gd name="connsiteY3" fmla="*/ 1361 h 4916"/>
                <a:gd name="connsiteX4" fmla="*/ 0 w 5240"/>
                <a:gd name="connsiteY4" fmla="*/ 4917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0" h="4916">
                  <a:moveTo>
                    <a:pt x="0" y="4917"/>
                  </a:moveTo>
                  <a:lnTo>
                    <a:pt x="1994" y="4917"/>
                  </a:lnTo>
                  <a:lnTo>
                    <a:pt x="5241" y="0"/>
                  </a:lnTo>
                  <a:lnTo>
                    <a:pt x="0" y="1361"/>
                  </a:lnTo>
                  <a:lnTo>
                    <a:pt x="0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9E6F944E-E9B7-1358-CC75-F2653E5090F4}"/>
                </a:ext>
              </a:extLst>
            </p:cNvPr>
            <p:cNvSpPr>
              <a:spLocks/>
            </p:cNvSpPr>
            <p:nvPr/>
          </p:nvSpPr>
          <p:spPr>
            <a:xfrm>
              <a:off x="8967960" y="2718370"/>
              <a:ext cx="38971" cy="20902"/>
            </a:xfrm>
            <a:custGeom>
              <a:avLst/>
              <a:gdLst>
                <a:gd name="connsiteX0" fmla="*/ 12522 w 26109"/>
                <a:gd name="connsiteY0" fmla="*/ 7024 h 14004"/>
                <a:gd name="connsiteX1" fmla="*/ 18551 w 26109"/>
                <a:gd name="connsiteY1" fmla="*/ 2502 h 14004"/>
                <a:gd name="connsiteX2" fmla="*/ 26110 w 26109"/>
                <a:gd name="connsiteY2" fmla="*/ 4127 h 14004"/>
                <a:gd name="connsiteX3" fmla="*/ 18551 w 26109"/>
                <a:gd name="connsiteY3" fmla="*/ 0 h 14004"/>
                <a:gd name="connsiteX4" fmla="*/ 10156 w 26109"/>
                <a:gd name="connsiteY4" fmla="*/ 4961 h 14004"/>
                <a:gd name="connsiteX5" fmla="*/ 4081 w 26109"/>
                <a:gd name="connsiteY5" fmla="*/ 8253 h 14004"/>
                <a:gd name="connsiteX6" fmla="*/ 0 w 26109"/>
                <a:gd name="connsiteY6" fmla="*/ 12380 h 14004"/>
                <a:gd name="connsiteX7" fmla="*/ 0 w 26109"/>
                <a:gd name="connsiteY7" fmla="*/ 14004 h 14004"/>
                <a:gd name="connsiteX8" fmla="*/ 5519 w 26109"/>
                <a:gd name="connsiteY8" fmla="*/ 9921 h 14004"/>
                <a:gd name="connsiteX9" fmla="*/ 12522 w 26109"/>
                <a:gd name="connsiteY9" fmla="*/ 7024 h 1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109" h="14004">
                  <a:moveTo>
                    <a:pt x="12522" y="7024"/>
                  </a:moveTo>
                  <a:lnTo>
                    <a:pt x="18551" y="2502"/>
                  </a:lnTo>
                  <a:lnTo>
                    <a:pt x="26110" y="4127"/>
                  </a:lnTo>
                  <a:lnTo>
                    <a:pt x="18551" y="0"/>
                  </a:lnTo>
                  <a:lnTo>
                    <a:pt x="10156" y="4961"/>
                  </a:lnTo>
                  <a:lnTo>
                    <a:pt x="4081" y="8253"/>
                  </a:lnTo>
                  <a:lnTo>
                    <a:pt x="0" y="12380"/>
                  </a:lnTo>
                  <a:lnTo>
                    <a:pt x="0" y="14004"/>
                  </a:lnTo>
                  <a:lnTo>
                    <a:pt x="5519" y="9921"/>
                  </a:lnTo>
                  <a:lnTo>
                    <a:pt x="12522" y="70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0ADA150E-93E4-E135-E9C3-913E31D9F151}"/>
                </a:ext>
              </a:extLst>
            </p:cNvPr>
            <p:cNvSpPr>
              <a:spLocks/>
            </p:cNvSpPr>
            <p:nvPr/>
          </p:nvSpPr>
          <p:spPr>
            <a:xfrm>
              <a:off x="8081404" y="2543545"/>
              <a:ext cx="55864" cy="120830"/>
            </a:xfrm>
            <a:custGeom>
              <a:avLst/>
              <a:gdLst>
                <a:gd name="connsiteX0" fmla="*/ 30470 w 37426"/>
                <a:gd name="connsiteY0" fmla="*/ 48027 h 80951"/>
                <a:gd name="connsiteX1" fmla="*/ 27595 w 37426"/>
                <a:gd name="connsiteY1" fmla="*/ 43110 h 80951"/>
                <a:gd name="connsiteX2" fmla="*/ 31629 w 37426"/>
                <a:gd name="connsiteY2" fmla="*/ 34330 h 80951"/>
                <a:gd name="connsiteX3" fmla="*/ 32186 w 37426"/>
                <a:gd name="connsiteY3" fmla="*/ 30774 h 80951"/>
                <a:gd name="connsiteX4" fmla="*/ 28986 w 37426"/>
                <a:gd name="connsiteY4" fmla="*/ 16770 h 80951"/>
                <a:gd name="connsiteX5" fmla="*/ 26110 w 37426"/>
                <a:gd name="connsiteY5" fmla="*/ 12907 h 80951"/>
                <a:gd name="connsiteX6" fmla="*/ 26110 w 37426"/>
                <a:gd name="connsiteY6" fmla="*/ 4390 h 80951"/>
                <a:gd name="connsiteX7" fmla="*/ 18737 w 37426"/>
                <a:gd name="connsiteY7" fmla="*/ 0 h 80951"/>
                <a:gd name="connsiteX8" fmla="*/ 9044 w 37426"/>
                <a:gd name="connsiteY8" fmla="*/ 7112 h 80951"/>
                <a:gd name="connsiteX9" fmla="*/ 7003 w 37426"/>
                <a:gd name="connsiteY9" fmla="*/ 3556 h 80951"/>
                <a:gd name="connsiteX10" fmla="*/ 5241 w 37426"/>
                <a:gd name="connsiteY10" fmla="*/ 5707 h 80951"/>
                <a:gd name="connsiteX11" fmla="*/ 5797 w 37426"/>
                <a:gd name="connsiteY11" fmla="*/ 9043 h 80951"/>
                <a:gd name="connsiteX12" fmla="*/ 0 w 37426"/>
                <a:gd name="connsiteY12" fmla="*/ 10975 h 80951"/>
                <a:gd name="connsiteX13" fmla="*/ 1484 w 37426"/>
                <a:gd name="connsiteY13" fmla="*/ 12073 h 80951"/>
                <a:gd name="connsiteX14" fmla="*/ 6678 w 37426"/>
                <a:gd name="connsiteY14" fmla="*/ 15936 h 80951"/>
                <a:gd name="connsiteX15" fmla="*/ 12197 w 37426"/>
                <a:gd name="connsiteY15" fmla="*/ 23048 h 80951"/>
                <a:gd name="connsiteX16" fmla="*/ 13960 w 37426"/>
                <a:gd name="connsiteY16" fmla="*/ 27964 h 80951"/>
                <a:gd name="connsiteX17" fmla="*/ 17438 w 37426"/>
                <a:gd name="connsiteY17" fmla="*/ 22740 h 80951"/>
                <a:gd name="connsiteX18" fmla="*/ 14841 w 37426"/>
                <a:gd name="connsiteY18" fmla="*/ 18877 h 80951"/>
                <a:gd name="connsiteX19" fmla="*/ 12800 w 37426"/>
                <a:gd name="connsiteY19" fmla="*/ 7639 h 80951"/>
                <a:gd name="connsiteX20" fmla="*/ 24116 w 37426"/>
                <a:gd name="connsiteY20" fmla="*/ 7639 h 80951"/>
                <a:gd name="connsiteX21" fmla="*/ 24116 w 37426"/>
                <a:gd name="connsiteY21" fmla="*/ 13389 h 80951"/>
                <a:gd name="connsiteX22" fmla="*/ 26992 w 37426"/>
                <a:gd name="connsiteY22" fmla="*/ 16419 h 80951"/>
                <a:gd name="connsiteX23" fmla="*/ 27548 w 37426"/>
                <a:gd name="connsiteY23" fmla="*/ 21906 h 80951"/>
                <a:gd name="connsiteX24" fmla="*/ 30748 w 37426"/>
                <a:gd name="connsiteY24" fmla="*/ 31784 h 80951"/>
                <a:gd name="connsiteX25" fmla="*/ 25832 w 37426"/>
                <a:gd name="connsiteY25" fmla="*/ 42495 h 80951"/>
                <a:gd name="connsiteX26" fmla="*/ 27270 w 37426"/>
                <a:gd name="connsiteY26" fmla="*/ 48246 h 80951"/>
                <a:gd name="connsiteX27" fmla="*/ 26110 w 37426"/>
                <a:gd name="connsiteY27" fmla="*/ 53470 h 80951"/>
                <a:gd name="connsiteX28" fmla="*/ 24070 w 37426"/>
                <a:gd name="connsiteY28" fmla="*/ 57860 h 80951"/>
                <a:gd name="connsiteX29" fmla="*/ 27826 w 37426"/>
                <a:gd name="connsiteY29" fmla="*/ 65279 h 80951"/>
                <a:gd name="connsiteX30" fmla="*/ 27826 w 37426"/>
                <a:gd name="connsiteY30" fmla="*/ 68309 h 80951"/>
                <a:gd name="connsiteX31" fmla="*/ 30145 w 37426"/>
                <a:gd name="connsiteY31" fmla="*/ 70240 h 80951"/>
                <a:gd name="connsiteX32" fmla="*/ 32464 w 37426"/>
                <a:gd name="connsiteY32" fmla="*/ 80952 h 80951"/>
                <a:gd name="connsiteX33" fmla="*/ 32464 w 37426"/>
                <a:gd name="connsiteY33" fmla="*/ 75201 h 80951"/>
                <a:gd name="connsiteX34" fmla="*/ 37380 w 37426"/>
                <a:gd name="connsiteY34" fmla="*/ 72172 h 80951"/>
                <a:gd name="connsiteX35" fmla="*/ 32186 w 37426"/>
                <a:gd name="connsiteY35" fmla="*/ 70240 h 80951"/>
                <a:gd name="connsiteX36" fmla="*/ 26992 w 37426"/>
                <a:gd name="connsiteY36" fmla="*/ 57904 h 80951"/>
                <a:gd name="connsiteX37" fmla="*/ 29589 w 37426"/>
                <a:gd name="connsiteY37" fmla="*/ 51319 h 80951"/>
                <a:gd name="connsiteX38" fmla="*/ 31908 w 37426"/>
                <a:gd name="connsiteY38" fmla="*/ 57904 h 80951"/>
                <a:gd name="connsiteX39" fmla="*/ 37426 w 37426"/>
                <a:gd name="connsiteY39" fmla="*/ 61767 h 80951"/>
                <a:gd name="connsiteX40" fmla="*/ 37426 w 37426"/>
                <a:gd name="connsiteY40" fmla="*/ 56851 h 80951"/>
                <a:gd name="connsiteX41" fmla="*/ 34226 w 37426"/>
                <a:gd name="connsiteY41" fmla="*/ 56851 h 80951"/>
                <a:gd name="connsiteX42" fmla="*/ 30470 w 37426"/>
                <a:gd name="connsiteY42" fmla="*/ 48071 h 8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7426" h="80951">
                  <a:moveTo>
                    <a:pt x="30470" y="48027"/>
                  </a:moveTo>
                  <a:lnTo>
                    <a:pt x="27595" y="43110"/>
                  </a:lnTo>
                  <a:lnTo>
                    <a:pt x="31629" y="34330"/>
                  </a:lnTo>
                  <a:lnTo>
                    <a:pt x="32186" y="30774"/>
                  </a:lnTo>
                  <a:lnTo>
                    <a:pt x="28986" y="16770"/>
                  </a:lnTo>
                  <a:lnTo>
                    <a:pt x="26110" y="12907"/>
                  </a:lnTo>
                  <a:lnTo>
                    <a:pt x="26110" y="4390"/>
                  </a:lnTo>
                  <a:lnTo>
                    <a:pt x="18737" y="0"/>
                  </a:lnTo>
                  <a:lnTo>
                    <a:pt x="9044" y="7112"/>
                  </a:lnTo>
                  <a:lnTo>
                    <a:pt x="7003" y="3556"/>
                  </a:lnTo>
                  <a:lnTo>
                    <a:pt x="5241" y="5707"/>
                  </a:lnTo>
                  <a:lnTo>
                    <a:pt x="5797" y="9043"/>
                  </a:lnTo>
                  <a:lnTo>
                    <a:pt x="0" y="10975"/>
                  </a:lnTo>
                  <a:lnTo>
                    <a:pt x="1484" y="12073"/>
                  </a:lnTo>
                  <a:lnTo>
                    <a:pt x="6678" y="15936"/>
                  </a:lnTo>
                  <a:cubicBezTo>
                    <a:pt x="6678" y="19492"/>
                    <a:pt x="12197" y="23048"/>
                    <a:pt x="12197" y="23048"/>
                  </a:cubicBezTo>
                  <a:lnTo>
                    <a:pt x="13960" y="27964"/>
                  </a:lnTo>
                  <a:lnTo>
                    <a:pt x="17438" y="22740"/>
                  </a:lnTo>
                  <a:lnTo>
                    <a:pt x="14841" y="18877"/>
                  </a:lnTo>
                  <a:cubicBezTo>
                    <a:pt x="11641" y="17779"/>
                    <a:pt x="7003" y="12029"/>
                    <a:pt x="12800" y="7639"/>
                  </a:cubicBezTo>
                  <a:cubicBezTo>
                    <a:pt x="18597" y="3249"/>
                    <a:pt x="24116" y="7639"/>
                    <a:pt x="24116" y="7639"/>
                  </a:cubicBezTo>
                  <a:lnTo>
                    <a:pt x="24116" y="13389"/>
                  </a:lnTo>
                  <a:lnTo>
                    <a:pt x="26992" y="16419"/>
                  </a:lnTo>
                  <a:lnTo>
                    <a:pt x="27548" y="21906"/>
                  </a:lnTo>
                  <a:lnTo>
                    <a:pt x="30748" y="31784"/>
                  </a:lnTo>
                  <a:lnTo>
                    <a:pt x="25832" y="42495"/>
                  </a:lnTo>
                  <a:lnTo>
                    <a:pt x="27270" y="48246"/>
                  </a:lnTo>
                  <a:lnTo>
                    <a:pt x="26110" y="53470"/>
                  </a:lnTo>
                  <a:lnTo>
                    <a:pt x="24070" y="57860"/>
                  </a:lnTo>
                  <a:lnTo>
                    <a:pt x="27826" y="65279"/>
                  </a:lnTo>
                  <a:lnTo>
                    <a:pt x="27826" y="68309"/>
                  </a:lnTo>
                  <a:lnTo>
                    <a:pt x="30145" y="70240"/>
                  </a:lnTo>
                  <a:lnTo>
                    <a:pt x="32464" y="80952"/>
                  </a:lnTo>
                  <a:lnTo>
                    <a:pt x="32464" y="75201"/>
                  </a:lnTo>
                  <a:lnTo>
                    <a:pt x="37380" y="72172"/>
                  </a:lnTo>
                  <a:lnTo>
                    <a:pt x="32186" y="70240"/>
                  </a:lnTo>
                  <a:lnTo>
                    <a:pt x="26992" y="57904"/>
                  </a:lnTo>
                  <a:lnTo>
                    <a:pt x="29589" y="51319"/>
                  </a:lnTo>
                  <a:lnTo>
                    <a:pt x="31908" y="57904"/>
                  </a:lnTo>
                  <a:lnTo>
                    <a:pt x="37426" y="61767"/>
                  </a:lnTo>
                  <a:lnTo>
                    <a:pt x="37426" y="56851"/>
                  </a:lnTo>
                  <a:lnTo>
                    <a:pt x="34226" y="56851"/>
                  </a:lnTo>
                  <a:lnTo>
                    <a:pt x="30470" y="4807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2B0AC332-9152-3C31-E891-E0C11D42969A}"/>
                </a:ext>
              </a:extLst>
            </p:cNvPr>
            <p:cNvSpPr>
              <a:spLocks/>
            </p:cNvSpPr>
            <p:nvPr/>
          </p:nvSpPr>
          <p:spPr>
            <a:xfrm>
              <a:off x="8334558" y="2243301"/>
              <a:ext cx="6922" cy="17627"/>
            </a:xfrm>
            <a:custGeom>
              <a:avLst/>
              <a:gdLst>
                <a:gd name="connsiteX0" fmla="*/ 0 w 4637"/>
                <a:gd name="connsiteY0" fmla="*/ 11809 h 11809"/>
                <a:gd name="connsiteX1" fmla="*/ 3200 w 4637"/>
                <a:gd name="connsiteY1" fmla="*/ 11809 h 11809"/>
                <a:gd name="connsiteX2" fmla="*/ 3200 w 4637"/>
                <a:gd name="connsiteY2" fmla="*/ 6058 h 11809"/>
                <a:gd name="connsiteX3" fmla="*/ 4638 w 4637"/>
                <a:gd name="connsiteY3" fmla="*/ 0 h 11809"/>
                <a:gd name="connsiteX4" fmla="*/ 2319 w 4637"/>
                <a:gd name="connsiteY4" fmla="*/ 0 h 11809"/>
                <a:gd name="connsiteX5" fmla="*/ 0 w 4637"/>
                <a:gd name="connsiteY5" fmla="*/ 11809 h 1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37" h="11809">
                  <a:moveTo>
                    <a:pt x="0" y="11809"/>
                  </a:moveTo>
                  <a:lnTo>
                    <a:pt x="3200" y="11809"/>
                  </a:lnTo>
                  <a:lnTo>
                    <a:pt x="3200" y="6058"/>
                  </a:lnTo>
                  <a:lnTo>
                    <a:pt x="4638" y="0"/>
                  </a:lnTo>
                  <a:lnTo>
                    <a:pt x="2319" y="0"/>
                  </a:lnTo>
                  <a:lnTo>
                    <a:pt x="0" y="118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F5017407-32F9-8FBA-C95A-112F3381D1E6}"/>
                </a:ext>
              </a:extLst>
            </p:cNvPr>
            <p:cNvSpPr>
              <a:spLocks/>
            </p:cNvSpPr>
            <p:nvPr/>
          </p:nvSpPr>
          <p:spPr>
            <a:xfrm>
              <a:off x="8139968" y="2564560"/>
              <a:ext cx="144035" cy="165669"/>
            </a:xfrm>
            <a:custGeom>
              <a:avLst/>
              <a:gdLst>
                <a:gd name="connsiteX0" fmla="*/ 95583 w 96497"/>
                <a:gd name="connsiteY0" fmla="*/ 451 h 110991"/>
                <a:gd name="connsiteX1" fmla="*/ 87746 w 96497"/>
                <a:gd name="connsiteY1" fmla="*/ 4314 h 110991"/>
                <a:gd name="connsiteX2" fmla="*/ 85149 w 96497"/>
                <a:gd name="connsiteY2" fmla="*/ 11733 h 110991"/>
                <a:gd name="connsiteX3" fmla="*/ 67757 w 96497"/>
                <a:gd name="connsiteY3" fmla="*/ 52078 h 110991"/>
                <a:gd name="connsiteX4" fmla="*/ 62563 w 96497"/>
                <a:gd name="connsiteY4" fmla="*/ 55546 h 110991"/>
                <a:gd name="connsiteX5" fmla="*/ 55885 w 96497"/>
                <a:gd name="connsiteY5" fmla="*/ 62482 h 110991"/>
                <a:gd name="connsiteX6" fmla="*/ 46053 w 96497"/>
                <a:gd name="connsiteY6" fmla="*/ 72359 h 110991"/>
                <a:gd name="connsiteX7" fmla="*/ 48232 w 96497"/>
                <a:gd name="connsiteY7" fmla="*/ 70428 h 110991"/>
                <a:gd name="connsiteX8" fmla="*/ 55328 w 96497"/>
                <a:gd name="connsiteY8" fmla="*/ 66872 h 110991"/>
                <a:gd name="connsiteX9" fmla="*/ 60522 w 96497"/>
                <a:gd name="connsiteY9" fmla="*/ 63579 h 110991"/>
                <a:gd name="connsiteX10" fmla="*/ 57925 w 96497"/>
                <a:gd name="connsiteY10" fmla="*/ 69067 h 110991"/>
                <a:gd name="connsiteX11" fmla="*/ 54169 w 96497"/>
                <a:gd name="connsiteY11" fmla="*/ 71789 h 110991"/>
                <a:gd name="connsiteX12" fmla="*/ 48232 w 96497"/>
                <a:gd name="connsiteY12" fmla="*/ 73457 h 110991"/>
                <a:gd name="connsiteX13" fmla="*/ 45171 w 96497"/>
                <a:gd name="connsiteY13" fmla="*/ 77013 h 110991"/>
                <a:gd name="connsiteX14" fmla="*/ 39977 w 96497"/>
                <a:gd name="connsiteY14" fmla="*/ 83598 h 110991"/>
                <a:gd name="connsiteX15" fmla="*/ 30980 w 96497"/>
                <a:gd name="connsiteY15" fmla="*/ 88515 h 110991"/>
                <a:gd name="connsiteX16" fmla="*/ 12151 w 96497"/>
                <a:gd name="connsiteY16" fmla="*/ 101685 h 110991"/>
                <a:gd name="connsiteX17" fmla="*/ 0 w 96497"/>
                <a:gd name="connsiteY17" fmla="*/ 106075 h 110991"/>
                <a:gd name="connsiteX18" fmla="*/ 12151 w 96497"/>
                <a:gd name="connsiteY18" fmla="*/ 110991 h 110991"/>
                <a:gd name="connsiteX19" fmla="*/ 31861 w 96497"/>
                <a:gd name="connsiteY19" fmla="*/ 103880 h 110991"/>
                <a:gd name="connsiteX20" fmla="*/ 36499 w 96497"/>
                <a:gd name="connsiteY20" fmla="*/ 98392 h 110991"/>
                <a:gd name="connsiteX21" fmla="*/ 46331 w 96497"/>
                <a:gd name="connsiteY21" fmla="*/ 89085 h 110991"/>
                <a:gd name="connsiteX22" fmla="*/ 61960 w 96497"/>
                <a:gd name="connsiteY22" fmla="*/ 78944 h 110991"/>
                <a:gd name="connsiteX23" fmla="*/ 70076 w 96497"/>
                <a:gd name="connsiteY23" fmla="*/ 72359 h 110991"/>
                <a:gd name="connsiteX24" fmla="*/ 77033 w 96497"/>
                <a:gd name="connsiteY24" fmla="*/ 66038 h 110991"/>
                <a:gd name="connsiteX25" fmla="*/ 80233 w 96497"/>
                <a:gd name="connsiteY25" fmla="*/ 59453 h 110991"/>
                <a:gd name="connsiteX26" fmla="*/ 74157 w 96497"/>
                <a:gd name="connsiteY26" fmla="*/ 59453 h 110991"/>
                <a:gd name="connsiteX27" fmla="*/ 80836 w 96497"/>
                <a:gd name="connsiteY27" fmla="*/ 50673 h 110991"/>
                <a:gd name="connsiteX28" fmla="*/ 82598 w 96497"/>
                <a:gd name="connsiteY28" fmla="*/ 55590 h 110991"/>
                <a:gd name="connsiteX29" fmla="*/ 89276 w 96497"/>
                <a:gd name="connsiteY29" fmla="*/ 45141 h 110991"/>
                <a:gd name="connsiteX30" fmla="*/ 90853 w 96497"/>
                <a:gd name="connsiteY30" fmla="*/ 30040 h 110991"/>
                <a:gd name="connsiteX31" fmla="*/ 93311 w 96497"/>
                <a:gd name="connsiteY31" fmla="*/ 13577 h 110991"/>
                <a:gd name="connsiteX32" fmla="*/ 95630 w 96497"/>
                <a:gd name="connsiteY32" fmla="*/ 407 h 110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497" h="110991">
                  <a:moveTo>
                    <a:pt x="95583" y="451"/>
                  </a:moveTo>
                  <a:cubicBezTo>
                    <a:pt x="92708" y="-1217"/>
                    <a:pt x="89508" y="2119"/>
                    <a:pt x="87746" y="4314"/>
                  </a:cubicBezTo>
                  <a:cubicBezTo>
                    <a:pt x="85983" y="6509"/>
                    <a:pt x="85149" y="11733"/>
                    <a:pt x="85149" y="11733"/>
                  </a:cubicBezTo>
                  <a:cubicBezTo>
                    <a:pt x="82551" y="19153"/>
                    <a:pt x="67757" y="52078"/>
                    <a:pt x="67757" y="52078"/>
                  </a:cubicBezTo>
                  <a:lnTo>
                    <a:pt x="62563" y="55546"/>
                  </a:lnTo>
                  <a:lnTo>
                    <a:pt x="55885" y="62482"/>
                  </a:lnTo>
                  <a:lnTo>
                    <a:pt x="46053" y="72359"/>
                  </a:lnTo>
                  <a:lnTo>
                    <a:pt x="48232" y="70428"/>
                  </a:lnTo>
                  <a:lnTo>
                    <a:pt x="55328" y="66872"/>
                  </a:lnTo>
                  <a:lnTo>
                    <a:pt x="60522" y="63579"/>
                  </a:lnTo>
                  <a:lnTo>
                    <a:pt x="57925" y="69067"/>
                  </a:lnTo>
                  <a:lnTo>
                    <a:pt x="54169" y="71789"/>
                  </a:lnTo>
                  <a:lnTo>
                    <a:pt x="48232" y="73457"/>
                  </a:lnTo>
                  <a:lnTo>
                    <a:pt x="45171" y="77013"/>
                  </a:lnTo>
                  <a:lnTo>
                    <a:pt x="39977" y="83598"/>
                  </a:lnTo>
                  <a:lnTo>
                    <a:pt x="30980" y="88515"/>
                  </a:lnTo>
                  <a:cubicBezTo>
                    <a:pt x="28383" y="96768"/>
                    <a:pt x="19664" y="101685"/>
                    <a:pt x="12151" y="101685"/>
                  </a:cubicBezTo>
                  <a:cubicBezTo>
                    <a:pt x="4638" y="101685"/>
                    <a:pt x="0" y="106075"/>
                    <a:pt x="0" y="106075"/>
                  </a:cubicBezTo>
                  <a:lnTo>
                    <a:pt x="12151" y="110991"/>
                  </a:lnTo>
                  <a:cubicBezTo>
                    <a:pt x="18504" y="106601"/>
                    <a:pt x="31861" y="103880"/>
                    <a:pt x="31861" y="103880"/>
                  </a:cubicBezTo>
                  <a:lnTo>
                    <a:pt x="36499" y="98392"/>
                  </a:lnTo>
                  <a:cubicBezTo>
                    <a:pt x="38818" y="85749"/>
                    <a:pt x="46331" y="89085"/>
                    <a:pt x="46331" y="89085"/>
                  </a:cubicBezTo>
                  <a:cubicBezTo>
                    <a:pt x="50969" y="81403"/>
                    <a:pt x="61960" y="78944"/>
                    <a:pt x="61960" y="78944"/>
                  </a:cubicBezTo>
                  <a:lnTo>
                    <a:pt x="70076" y="72359"/>
                  </a:lnTo>
                  <a:cubicBezTo>
                    <a:pt x="74111" y="62745"/>
                    <a:pt x="77033" y="66038"/>
                    <a:pt x="77033" y="66038"/>
                  </a:cubicBezTo>
                  <a:cubicBezTo>
                    <a:pt x="81392" y="63843"/>
                    <a:pt x="80233" y="59453"/>
                    <a:pt x="80233" y="59453"/>
                  </a:cubicBezTo>
                  <a:lnTo>
                    <a:pt x="74157" y="59453"/>
                  </a:lnTo>
                  <a:lnTo>
                    <a:pt x="80836" y="50673"/>
                  </a:lnTo>
                  <a:lnTo>
                    <a:pt x="82598" y="55590"/>
                  </a:lnTo>
                  <a:lnTo>
                    <a:pt x="89276" y="45141"/>
                  </a:lnTo>
                  <a:cubicBezTo>
                    <a:pt x="87560" y="34166"/>
                    <a:pt x="90853" y="30040"/>
                    <a:pt x="90853" y="30040"/>
                  </a:cubicBezTo>
                  <a:lnTo>
                    <a:pt x="93311" y="13577"/>
                  </a:lnTo>
                  <a:cubicBezTo>
                    <a:pt x="93311" y="13577"/>
                    <a:pt x="98505" y="2075"/>
                    <a:pt x="95630" y="4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0DD139F8-F7DA-835E-02AF-0A872C8D9A0A}"/>
                </a:ext>
              </a:extLst>
            </p:cNvPr>
            <p:cNvSpPr>
              <a:spLocks/>
            </p:cNvSpPr>
            <p:nvPr/>
          </p:nvSpPr>
          <p:spPr>
            <a:xfrm>
              <a:off x="8698492" y="2609202"/>
              <a:ext cx="33205" cy="21951"/>
            </a:xfrm>
            <a:custGeom>
              <a:avLst/>
              <a:gdLst>
                <a:gd name="connsiteX0" fmla="*/ 15614 w 22246"/>
                <a:gd name="connsiteY0" fmla="*/ 0 h 14706"/>
                <a:gd name="connsiteX1" fmla="*/ 8379 w 22246"/>
                <a:gd name="connsiteY1" fmla="*/ 0 h 14706"/>
                <a:gd name="connsiteX2" fmla="*/ 5782 w 22246"/>
                <a:gd name="connsiteY2" fmla="*/ 2897 h 14706"/>
                <a:gd name="connsiteX3" fmla="*/ 263 w 22246"/>
                <a:gd name="connsiteY3" fmla="*/ 7287 h 14706"/>
                <a:gd name="connsiteX4" fmla="*/ 5458 w 22246"/>
                <a:gd name="connsiteY4" fmla="*/ 14707 h 14706"/>
                <a:gd name="connsiteX5" fmla="*/ 6617 w 22246"/>
                <a:gd name="connsiteY5" fmla="*/ 12512 h 14706"/>
                <a:gd name="connsiteX6" fmla="*/ 11116 w 22246"/>
                <a:gd name="connsiteY6" fmla="*/ 11151 h 14706"/>
                <a:gd name="connsiteX7" fmla="*/ 6895 w 22246"/>
                <a:gd name="connsiteY7" fmla="*/ 10053 h 14706"/>
                <a:gd name="connsiteX8" fmla="*/ 7174 w 22246"/>
                <a:gd name="connsiteY8" fmla="*/ 7331 h 14706"/>
                <a:gd name="connsiteX9" fmla="*/ 13852 w 22246"/>
                <a:gd name="connsiteY9" fmla="*/ 4873 h 14706"/>
                <a:gd name="connsiteX10" fmla="*/ 22247 w 22246"/>
                <a:gd name="connsiteY10" fmla="*/ 6234 h 14706"/>
                <a:gd name="connsiteX11" fmla="*/ 17887 w 22246"/>
                <a:gd name="connsiteY11" fmla="*/ 2941 h 14706"/>
                <a:gd name="connsiteX12" fmla="*/ 22247 w 22246"/>
                <a:gd name="connsiteY12" fmla="*/ 44 h 14706"/>
                <a:gd name="connsiteX13" fmla="*/ 15568 w 22246"/>
                <a:gd name="connsiteY13" fmla="*/ 44 h 1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246" h="14706">
                  <a:moveTo>
                    <a:pt x="15614" y="0"/>
                  </a:moveTo>
                  <a:lnTo>
                    <a:pt x="8379" y="0"/>
                  </a:lnTo>
                  <a:lnTo>
                    <a:pt x="5782" y="2897"/>
                  </a:lnTo>
                  <a:cubicBezTo>
                    <a:pt x="5782" y="2897"/>
                    <a:pt x="-1453" y="2063"/>
                    <a:pt x="263" y="7287"/>
                  </a:cubicBezTo>
                  <a:cubicBezTo>
                    <a:pt x="1980" y="12512"/>
                    <a:pt x="5458" y="14707"/>
                    <a:pt x="5458" y="14707"/>
                  </a:cubicBezTo>
                  <a:lnTo>
                    <a:pt x="6617" y="12512"/>
                  </a:lnTo>
                  <a:lnTo>
                    <a:pt x="11116" y="11151"/>
                  </a:lnTo>
                  <a:lnTo>
                    <a:pt x="6895" y="10053"/>
                  </a:lnTo>
                  <a:lnTo>
                    <a:pt x="7174" y="7331"/>
                  </a:lnTo>
                  <a:cubicBezTo>
                    <a:pt x="7174" y="7331"/>
                    <a:pt x="7452" y="2678"/>
                    <a:pt x="13852" y="4873"/>
                  </a:cubicBezTo>
                  <a:lnTo>
                    <a:pt x="22247" y="6234"/>
                  </a:lnTo>
                  <a:lnTo>
                    <a:pt x="17887" y="2941"/>
                  </a:lnTo>
                  <a:lnTo>
                    <a:pt x="22247" y="44"/>
                  </a:lnTo>
                  <a:lnTo>
                    <a:pt x="15568" y="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8AC90549-1923-CEB3-BDAA-4A0D9A383138}"/>
                </a:ext>
              </a:extLst>
            </p:cNvPr>
            <p:cNvSpPr>
              <a:spLocks/>
            </p:cNvSpPr>
            <p:nvPr/>
          </p:nvSpPr>
          <p:spPr>
            <a:xfrm>
              <a:off x="2020894" y="2044690"/>
              <a:ext cx="5191" cy="5766"/>
            </a:xfrm>
            <a:custGeom>
              <a:avLst/>
              <a:gdLst>
                <a:gd name="connsiteX0" fmla="*/ 3478 w 3478"/>
                <a:gd name="connsiteY0" fmla="*/ 0 h 3863"/>
                <a:gd name="connsiteX1" fmla="*/ 0 w 3478"/>
                <a:gd name="connsiteY1" fmla="*/ 3863 h 3863"/>
                <a:gd name="connsiteX2" fmla="*/ 3478 w 3478"/>
                <a:gd name="connsiteY2" fmla="*/ 3863 h 3863"/>
                <a:gd name="connsiteX3" fmla="*/ 3478 w 3478"/>
                <a:gd name="connsiteY3" fmla="*/ 0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8" h="3863">
                  <a:moveTo>
                    <a:pt x="3478" y="0"/>
                  </a:moveTo>
                  <a:lnTo>
                    <a:pt x="0" y="3863"/>
                  </a:lnTo>
                  <a:lnTo>
                    <a:pt x="3478" y="3863"/>
                  </a:lnTo>
                  <a:lnTo>
                    <a:pt x="347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7CFA0E1F-BB86-76F4-3CDB-259B143937C5}"/>
                </a:ext>
              </a:extLst>
            </p:cNvPr>
            <p:cNvSpPr>
              <a:spLocks/>
            </p:cNvSpPr>
            <p:nvPr/>
          </p:nvSpPr>
          <p:spPr>
            <a:xfrm>
              <a:off x="8272671" y="1633510"/>
              <a:ext cx="9553" cy="13498"/>
            </a:xfrm>
            <a:custGeom>
              <a:avLst/>
              <a:gdLst>
                <a:gd name="connsiteX0" fmla="*/ 4359 w 6400"/>
                <a:gd name="connsiteY0" fmla="*/ 4522 h 9043"/>
                <a:gd name="connsiteX1" fmla="*/ 6400 w 6400"/>
                <a:gd name="connsiteY1" fmla="*/ 4522 h 9043"/>
                <a:gd name="connsiteX2" fmla="*/ 6400 w 6400"/>
                <a:gd name="connsiteY2" fmla="*/ 0 h 9043"/>
                <a:gd name="connsiteX3" fmla="*/ 2041 w 6400"/>
                <a:gd name="connsiteY3" fmla="*/ 0 h 9043"/>
                <a:gd name="connsiteX4" fmla="*/ 0 w 6400"/>
                <a:gd name="connsiteY4" fmla="*/ 6322 h 9043"/>
                <a:gd name="connsiteX5" fmla="*/ 4962 w 6400"/>
                <a:gd name="connsiteY5" fmla="*/ 9043 h 9043"/>
                <a:gd name="connsiteX6" fmla="*/ 4359 w 6400"/>
                <a:gd name="connsiteY6" fmla="*/ 4522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00" h="9043">
                  <a:moveTo>
                    <a:pt x="4359" y="4522"/>
                  </a:moveTo>
                  <a:lnTo>
                    <a:pt x="6400" y="4522"/>
                  </a:lnTo>
                  <a:lnTo>
                    <a:pt x="6400" y="0"/>
                  </a:lnTo>
                  <a:lnTo>
                    <a:pt x="2041" y="0"/>
                  </a:lnTo>
                  <a:lnTo>
                    <a:pt x="0" y="6322"/>
                  </a:lnTo>
                  <a:lnTo>
                    <a:pt x="4962" y="9043"/>
                  </a:lnTo>
                  <a:lnTo>
                    <a:pt x="4359" y="45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F0FE29CC-1858-7236-6A0D-599F64FA036B}"/>
                </a:ext>
              </a:extLst>
            </p:cNvPr>
            <p:cNvSpPr>
              <a:spLocks/>
            </p:cNvSpPr>
            <p:nvPr/>
          </p:nvSpPr>
          <p:spPr>
            <a:xfrm>
              <a:off x="8876238" y="2749559"/>
              <a:ext cx="70539" cy="79811"/>
            </a:xfrm>
            <a:custGeom>
              <a:avLst/>
              <a:gdLst>
                <a:gd name="connsiteX0" fmla="*/ 2319 w 47258"/>
                <a:gd name="connsiteY0" fmla="*/ 53470 h 53470"/>
                <a:gd name="connsiteX1" fmla="*/ 4638 w 47258"/>
                <a:gd name="connsiteY1" fmla="*/ 51275 h 53470"/>
                <a:gd name="connsiteX2" fmla="*/ 11316 w 47258"/>
                <a:gd name="connsiteY2" fmla="*/ 49651 h 53470"/>
                <a:gd name="connsiteX3" fmla="*/ 21751 w 47258"/>
                <a:gd name="connsiteY3" fmla="*/ 40300 h 53470"/>
                <a:gd name="connsiteX4" fmla="*/ 23513 w 47258"/>
                <a:gd name="connsiteY4" fmla="*/ 35910 h 53470"/>
                <a:gd name="connsiteX5" fmla="*/ 28429 w 47258"/>
                <a:gd name="connsiteY5" fmla="*/ 33452 h 53470"/>
                <a:gd name="connsiteX6" fmla="*/ 31026 w 47258"/>
                <a:gd name="connsiteY6" fmla="*/ 28798 h 53470"/>
                <a:gd name="connsiteX7" fmla="*/ 28429 w 47258"/>
                <a:gd name="connsiteY7" fmla="*/ 26340 h 53470"/>
                <a:gd name="connsiteX8" fmla="*/ 28429 w 47258"/>
                <a:gd name="connsiteY8" fmla="*/ 22740 h 53470"/>
                <a:gd name="connsiteX9" fmla="*/ 33345 w 47258"/>
                <a:gd name="connsiteY9" fmla="*/ 17823 h 53470"/>
                <a:gd name="connsiteX10" fmla="*/ 38400 w 47258"/>
                <a:gd name="connsiteY10" fmla="*/ 13960 h 53470"/>
                <a:gd name="connsiteX11" fmla="*/ 35942 w 47258"/>
                <a:gd name="connsiteY11" fmla="*/ 9043 h 53470"/>
                <a:gd name="connsiteX12" fmla="*/ 38400 w 47258"/>
                <a:gd name="connsiteY12" fmla="*/ 6585 h 53470"/>
                <a:gd name="connsiteX13" fmla="*/ 47258 w 47258"/>
                <a:gd name="connsiteY13" fmla="*/ 4653 h 53470"/>
                <a:gd name="connsiteX14" fmla="*/ 47258 w 47258"/>
                <a:gd name="connsiteY14" fmla="*/ 0 h 53470"/>
                <a:gd name="connsiteX15" fmla="*/ 43177 w 47258"/>
                <a:gd name="connsiteY15" fmla="*/ 3249 h 53470"/>
                <a:gd name="connsiteX16" fmla="*/ 38400 w 47258"/>
                <a:gd name="connsiteY16" fmla="*/ 4083 h 53470"/>
                <a:gd name="connsiteX17" fmla="*/ 33624 w 47258"/>
                <a:gd name="connsiteY17" fmla="*/ 9043 h 53470"/>
                <a:gd name="connsiteX18" fmla="*/ 34504 w 47258"/>
                <a:gd name="connsiteY18" fmla="*/ 13960 h 53470"/>
                <a:gd name="connsiteX19" fmla="*/ 28429 w 47258"/>
                <a:gd name="connsiteY19" fmla="*/ 20018 h 53470"/>
                <a:gd name="connsiteX20" fmla="*/ 25971 w 47258"/>
                <a:gd name="connsiteY20" fmla="*/ 24408 h 53470"/>
                <a:gd name="connsiteX21" fmla="*/ 28429 w 47258"/>
                <a:gd name="connsiteY21" fmla="*/ 29325 h 53470"/>
                <a:gd name="connsiteX22" fmla="*/ 25832 w 47258"/>
                <a:gd name="connsiteY22" fmla="*/ 32091 h 53470"/>
                <a:gd name="connsiteX23" fmla="*/ 20870 w 47258"/>
                <a:gd name="connsiteY23" fmla="*/ 34286 h 53470"/>
                <a:gd name="connsiteX24" fmla="*/ 19153 w 47258"/>
                <a:gd name="connsiteY24" fmla="*/ 40037 h 53470"/>
                <a:gd name="connsiteX25" fmla="*/ 10713 w 47258"/>
                <a:gd name="connsiteY25" fmla="*/ 47719 h 53470"/>
                <a:gd name="connsiteX26" fmla="*/ 3200 w 47258"/>
                <a:gd name="connsiteY26" fmla="*/ 48553 h 53470"/>
                <a:gd name="connsiteX27" fmla="*/ 0 w 47258"/>
                <a:gd name="connsiteY27" fmla="*/ 52109 h 53470"/>
                <a:gd name="connsiteX28" fmla="*/ 2319 w 47258"/>
                <a:gd name="connsiteY28" fmla="*/ 53470 h 53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7258" h="53470">
                  <a:moveTo>
                    <a:pt x="2319" y="53470"/>
                  </a:moveTo>
                  <a:lnTo>
                    <a:pt x="4638" y="51275"/>
                  </a:lnTo>
                  <a:lnTo>
                    <a:pt x="11316" y="49651"/>
                  </a:lnTo>
                  <a:lnTo>
                    <a:pt x="21751" y="40300"/>
                  </a:lnTo>
                  <a:lnTo>
                    <a:pt x="23513" y="35910"/>
                  </a:lnTo>
                  <a:lnTo>
                    <a:pt x="28429" y="33452"/>
                  </a:lnTo>
                  <a:lnTo>
                    <a:pt x="31026" y="28798"/>
                  </a:lnTo>
                  <a:lnTo>
                    <a:pt x="28429" y="26340"/>
                  </a:lnTo>
                  <a:lnTo>
                    <a:pt x="28429" y="22740"/>
                  </a:lnTo>
                  <a:lnTo>
                    <a:pt x="33345" y="17823"/>
                  </a:lnTo>
                  <a:lnTo>
                    <a:pt x="38400" y="13960"/>
                  </a:lnTo>
                  <a:lnTo>
                    <a:pt x="35942" y="9043"/>
                  </a:lnTo>
                  <a:lnTo>
                    <a:pt x="38400" y="6585"/>
                  </a:lnTo>
                  <a:lnTo>
                    <a:pt x="47258" y="4653"/>
                  </a:lnTo>
                  <a:lnTo>
                    <a:pt x="47258" y="0"/>
                  </a:lnTo>
                  <a:lnTo>
                    <a:pt x="43177" y="3249"/>
                  </a:lnTo>
                  <a:lnTo>
                    <a:pt x="38400" y="4083"/>
                  </a:lnTo>
                  <a:lnTo>
                    <a:pt x="33624" y="9043"/>
                  </a:lnTo>
                  <a:lnTo>
                    <a:pt x="34504" y="13960"/>
                  </a:lnTo>
                  <a:lnTo>
                    <a:pt x="28429" y="20018"/>
                  </a:lnTo>
                  <a:lnTo>
                    <a:pt x="25971" y="24408"/>
                  </a:lnTo>
                  <a:lnTo>
                    <a:pt x="28429" y="29325"/>
                  </a:lnTo>
                  <a:lnTo>
                    <a:pt x="25832" y="32091"/>
                  </a:lnTo>
                  <a:lnTo>
                    <a:pt x="20870" y="34286"/>
                  </a:lnTo>
                  <a:lnTo>
                    <a:pt x="19153" y="40037"/>
                  </a:lnTo>
                  <a:lnTo>
                    <a:pt x="10713" y="47719"/>
                  </a:lnTo>
                  <a:lnTo>
                    <a:pt x="3200" y="48553"/>
                  </a:lnTo>
                  <a:lnTo>
                    <a:pt x="0" y="52109"/>
                  </a:lnTo>
                  <a:lnTo>
                    <a:pt x="2319" y="534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49B0AECA-09D1-C922-97C4-4740EAC191C4}"/>
                </a:ext>
              </a:extLst>
            </p:cNvPr>
            <p:cNvSpPr>
              <a:spLocks/>
            </p:cNvSpPr>
            <p:nvPr/>
          </p:nvSpPr>
          <p:spPr>
            <a:xfrm>
              <a:off x="8765064" y="2763059"/>
              <a:ext cx="16405" cy="7337"/>
            </a:xfrm>
            <a:custGeom>
              <a:avLst/>
              <a:gdLst>
                <a:gd name="connsiteX0" fmla="*/ 3200 w 10991"/>
                <a:gd name="connsiteY0" fmla="*/ 0 h 4916"/>
                <a:gd name="connsiteX1" fmla="*/ 0 w 10991"/>
                <a:gd name="connsiteY1" fmla="*/ 0 h 4916"/>
                <a:gd name="connsiteX2" fmla="*/ 0 w 10991"/>
                <a:gd name="connsiteY2" fmla="*/ 4917 h 4916"/>
                <a:gd name="connsiteX3" fmla="*/ 10991 w 10991"/>
                <a:gd name="connsiteY3" fmla="*/ 4917 h 4916"/>
                <a:gd name="connsiteX4" fmla="*/ 10991 w 10991"/>
                <a:gd name="connsiteY4" fmla="*/ 1098 h 4916"/>
                <a:gd name="connsiteX5" fmla="*/ 3200 w 10991"/>
                <a:gd name="connsiteY5" fmla="*/ 2458 h 4916"/>
                <a:gd name="connsiteX6" fmla="*/ 3200 w 10991"/>
                <a:gd name="connsiteY6" fmla="*/ 0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91" h="4916">
                  <a:moveTo>
                    <a:pt x="3200" y="0"/>
                  </a:moveTo>
                  <a:lnTo>
                    <a:pt x="0" y="0"/>
                  </a:lnTo>
                  <a:lnTo>
                    <a:pt x="0" y="4917"/>
                  </a:lnTo>
                  <a:lnTo>
                    <a:pt x="10991" y="4917"/>
                  </a:lnTo>
                  <a:lnTo>
                    <a:pt x="10991" y="1098"/>
                  </a:lnTo>
                  <a:lnTo>
                    <a:pt x="3200" y="2458"/>
                  </a:lnTo>
                  <a:lnTo>
                    <a:pt x="320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88A06F4F-B39D-BF67-90D3-A88254588FC4}"/>
                </a:ext>
              </a:extLst>
            </p:cNvPr>
            <p:cNvSpPr>
              <a:spLocks/>
            </p:cNvSpPr>
            <p:nvPr/>
          </p:nvSpPr>
          <p:spPr>
            <a:xfrm>
              <a:off x="8911333" y="2706116"/>
              <a:ext cx="7336" cy="8190"/>
            </a:xfrm>
            <a:custGeom>
              <a:avLst/>
              <a:gdLst>
                <a:gd name="connsiteX0" fmla="*/ 4916 w 4915"/>
                <a:gd name="connsiteY0" fmla="*/ 0 h 5487"/>
                <a:gd name="connsiteX1" fmla="*/ 0 w 4915"/>
                <a:gd name="connsiteY1" fmla="*/ 0 h 5487"/>
                <a:gd name="connsiteX2" fmla="*/ 0 w 4915"/>
                <a:gd name="connsiteY2" fmla="*/ 5488 h 5487"/>
                <a:gd name="connsiteX3" fmla="*/ 4916 w 4915"/>
                <a:gd name="connsiteY3" fmla="*/ 3029 h 5487"/>
                <a:gd name="connsiteX4" fmla="*/ 4916 w 4915"/>
                <a:gd name="connsiteY4" fmla="*/ 0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5487">
                  <a:moveTo>
                    <a:pt x="4916" y="0"/>
                  </a:moveTo>
                  <a:lnTo>
                    <a:pt x="0" y="0"/>
                  </a:lnTo>
                  <a:lnTo>
                    <a:pt x="0" y="5488"/>
                  </a:lnTo>
                  <a:lnTo>
                    <a:pt x="4916" y="3029"/>
                  </a:lnTo>
                  <a:lnTo>
                    <a:pt x="49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3A74F110-CB78-8F61-19D3-5F283ECB99E5}"/>
                </a:ext>
              </a:extLst>
            </p:cNvPr>
            <p:cNvSpPr>
              <a:spLocks/>
            </p:cNvSpPr>
            <p:nvPr/>
          </p:nvSpPr>
          <p:spPr>
            <a:xfrm>
              <a:off x="8983118" y="2699564"/>
              <a:ext cx="12529" cy="14743"/>
            </a:xfrm>
            <a:custGeom>
              <a:avLst/>
              <a:gdLst>
                <a:gd name="connsiteX0" fmla="*/ 8395 w 8394"/>
                <a:gd name="connsiteY0" fmla="*/ 1624 h 9877"/>
                <a:gd name="connsiteX1" fmla="*/ 6354 w 8394"/>
                <a:gd name="connsiteY1" fmla="*/ 0 h 9877"/>
                <a:gd name="connsiteX2" fmla="*/ 0 w 8394"/>
                <a:gd name="connsiteY2" fmla="*/ 7156 h 9877"/>
                <a:gd name="connsiteX3" fmla="*/ 2365 w 8394"/>
                <a:gd name="connsiteY3" fmla="*/ 9878 h 9877"/>
                <a:gd name="connsiteX4" fmla="*/ 8395 w 8394"/>
                <a:gd name="connsiteY4" fmla="*/ 1624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4" h="9877">
                  <a:moveTo>
                    <a:pt x="8395" y="1624"/>
                  </a:moveTo>
                  <a:lnTo>
                    <a:pt x="6354" y="0"/>
                  </a:lnTo>
                  <a:lnTo>
                    <a:pt x="0" y="7156"/>
                  </a:lnTo>
                  <a:lnTo>
                    <a:pt x="2365" y="9878"/>
                  </a:lnTo>
                  <a:lnTo>
                    <a:pt x="8395" y="16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68E1C456-A7F4-D5CB-EAE8-6E712BD1F3A0}"/>
                </a:ext>
              </a:extLst>
            </p:cNvPr>
            <p:cNvSpPr>
              <a:spLocks/>
            </p:cNvSpPr>
            <p:nvPr/>
          </p:nvSpPr>
          <p:spPr>
            <a:xfrm>
              <a:off x="4162068" y="2573817"/>
              <a:ext cx="11698" cy="10221"/>
            </a:xfrm>
            <a:custGeom>
              <a:avLst/>
              <a:gdLst>
                <a:gd name="connsiteX0" fmla="*/ 7838 w 7837"/>
                <a:gd name="connsiteY0" fmla="*/ 4961 h 6848"/>
                <a:gd name="connsiteX1" fmla="*/ 2644 w 7837"/>
                <a:gd name="connsiteY1" fmla="*/ 0 h 6848"/>
                <a:gd name="connsiteX2" fmla="*/ 0 w 7837"/>
                <a:gd name="connsiteY2" fmla="*/ 3424 h 6848"/>
                <a:gd name="connsiteX3" fmla="*/ 2644 w 7837"/>
                <a:gd name="connsiteY3" fmla="*/ 6848 h 6848"/>
                <a:gd name="connsiteX4" fmla="*/ 7838 w 7837"/>
                <a:gd name="connsiteY4" fmla="*/ 4961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37" h="6848">
                  <a:moveTo>
                    <a:pt x="7838" y="4961"/>
                  </a:moveTo>
                  <a:lnTo>
                    <a:pt x="2644" y="0"/>
                  </a:lnTo>
                  <a:lnTo>
                    <a:pt x="0" y="3424"/>
                  </a:lnTo>
                  <a:lnTo>
                    <a:pt x="2644" y="6848"/>
                  </a:lnTo>
                  <a:lnTo>
                    <a:pt x="7838" y="49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FE9C9F26-343C-8AD7-4C1F-21D1BCC4BF31}"/>
                </a:ext>
              </a:extLst>
            </p:cNvPr>
            <p:cNvSpPr>
              <a:spLocks/>
            </p:cNvSpPr>
            <p:nvPr/>
          </p:nvSpPr>
          <p:spPr>
            <a:xfrm>
              <a:off x="8283055" y="2219582"/>
              <a:ext cx="46311" cy="78238"/>
            </a:xfrm>
            <a:custGeom>
              <a:avLst/>
              <a:gdLst>
                <a:gd name="connsiteX0" fmla="*/ 22354 w 31026"/>
                <a:gd name="connsiteY0" fmla="*/ 18921 h 52416"/>
                <a:gd name="connsiteX1" fmla="*/ 19432 w 31026"/>
                <a:gd name="connsiteY1" fmla="*/ 17823 h 52416"/>
                <a:gd name="connsiteX2" fmla="*/ 20035 w 31026"/>
                <a:gd name="connsiteY2" fmla="*/ 14531 h 52416"/>
                <a:gd name="connsiteX3" fmla="*/ 20035 w 31026"/>
                <a:gd name="connsiteY3" fmla="*/ 6848 h 52416"/>
                <a:gd name="connsiteX4" fmla="*/ 18551 w 31026"/>
                <a:gd name="connsiteY4" fmla="*/ 6585 h 52416"/>
                <a:gd name="connsiteX5" fmla="*/ 17716 w 31026"/>
                <a:gd name="connsiteY5" fmla="*/ 14004 h 52416"/>
                <a:gd name="connsiteX6" fmla="*/ 15536 w 31026"/>
                <a:gd name="connsiteY6" fmla="*/ 15892 h 52416"/>
                <a:gd name="connsiteX7" fmla="*/ 10760 w 31026"/>
                <a:gd name="connsiteY7" fmla="*/ 12907 h 52416"/>
                <a:gd name="connsiteX8" fmla="*/ 8997 w 31026"/>
                <a:gd name="connsiteY8" fmla="*/ 5224 h 52416"/>
                <a:gd name="connsiteX9" fmla="*/ 1484 w 31026"/>
                <a:gd name="connsiteY9" fmla="*/ 0 h 52416"/>
                <a:gd name="connsiteX10" fmla="*/ 0 w 31026"/>
                <a:gd name="connsiteY10" fmla="*/ 3556 h 52416"/>
                <a:gd name="connsiteX11" fmla="*/ 6122 w 31026"/>
                <a:gd name="connsiteY11" fmla="*/ 6058 h 52416"/>
                <a:gd name="connsiteX12" fmla="*/ 7560 w 31026"/>
                <a:gd name="connsiteY12" fmla="*/ 15892 h 52416"/>
                <a:gd name="connsiteX13" fmla="*/ 15676 w 31026"/>
                <a:gd name="connsiteY13" fmla="*/ 21818 h 52416"/>
                <a:gd name="connsiteX14" fmla="*/ 20592 w 31026"/>
                <a:gd name="connsiteY14" fmla="*/ 24672 h 52416"/>
                <a:gd name="connsiteX15" fmla="*/ 20592 w 31026"/>
                <a:gd name="connsiteY15" fmla="*/ 30203 h 52416"/>
                <a:gd name="connsiteX16" fmla="*/ 17438 w 31026"/>
                <a:gd name="connsiteY16" fmla="*/ 32925 h 52416"/>
                <a:gd name="connsiteX17" fmla="*/ 20035 w 31026"/>
                <a:gd name="connsiteY17" fmla="*/ 38413 h 52416"/>
                <a:gd name="connsiteX18" fmla="*/ 20035 w 31026"/>
                <a:gd name="connsiteY18" fmla="*/ 45568 h 52416"/>
                <a:gd name="connsiteX19" fmla="*/ 20035 w 31026"/>
                <a:gd name="connsiteY19" fmla="*/ 52417 h 52416"/>
                <a:gd name="connsiteX20" fmla="*/ 22354 w 31026"/>
                <a:gd name="connsiteY20" fmla="*/ 51012 h 52416"/>
                <a:gd name="connsiteX21" fmla="*/ 22354 w 31026"/>
                <a:gd name="connsiteY21" fmla="*/ 44427 h 52416"/>
                <a:gd name="connsiteX22" fmla="*/ 22354 w 31026"/>
                <a:gd name="connsiteY22" fmla="*/ 35954 h 52416"/>
                <a:gd name="connsiteX23" fmla="*/ 24951 w 31026"/>
                <a:gd name="connsiteY23" fmla="*/ 30467 h 52416"/>
                <a:gd name="connsiteX24" fmla="*/ 24951 w 31026"/>
                <a:gd name="connsiteY24" fmla="*/ 24672 h 52416"/>
                <a:gd name="connsiteX25" fmla="*/ 31026 w 31026"/>
                <a:gd name="connsiteY25" fmla="*/ 20589 h 52416"/>
                <a:gd name="connsiteX26" fmla="*/ 31026 w 31026"/>
                <a:gd name="connsiteY26" fmla="*/ 15892 h 52416"/>
                <a:gd name="connsiteX27" fmla="*/ 25507 w 31026"/>
                <a:gd name="connsiteY27" fmla="*/ 19492 h 52416"/>
                <a:gd name="connsiteX28" fmla="*/ 22354 w 31026"/>
                <a:gd name="connsiteY28" fmla="*/ 18921 h 5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026" h="52416">
                  <a:moveTo>
                    <a:pt x="22354" y="18921"/>
                  </a:moveTo>
                  <a:lnTo>
                    <a:pt x="19432" y="17823"/>
                  </a:lnTo>
                  <a:lnTo>
                    <a:pt x="20035" y="14531"/>
                  </a:lnTo>
                  <a:lnTo>
                    <a:pt x="20035" y="6848"/>
                  </a:lnTo>
                  <a:lnTo>
                    <a:pt x="18551" y="6585"/>
                  </a:lnTo>
                  <a:lnTo>
                    <a:pt x="17716" y="14004"/>
                  </a:lnTo>
                  <a:lnTo>
                    <a:pt x="15536" y="15892"/>
                  </a:lnTo>
                  <a:lnTo>
                    <a:pt x="10760" y="12907"/>
                  </a:lnTo>
                  <a:lnTo>
                    <a:pt x="8997" y="5224"/>
                  </a:lnTo>
                  <a:lnTo>
                    <a:pt x="1484" y="0"/>
                  </a:lnTo>
                  <a:lnTo>
                    <a:pt x="0" y="3556"/>
                  </a:lnTo>
                  <a:lnTo>
                    <a:pt x="6122" y="6058"/>
                  </a:lnTo>
                  <a:lnTo>
                    <a:pt x="7560" y="15892"/>
                  </a:lnTo>
                  <a:lnTo>
                    <a:pt x="15676" y="21818"/>
                  </a:lnTo>
                  <a:lnTo>
                    <a:pt x="20592" y="24672"/>
                  </a:lnTo>
                  <a:lnTo>
                    <a:pt x="20592" y="30203"/>
                  </a:lnTo>
                  <a:lnTo>
                    <a:pt x="17438" y="32925"/>
                  </a:lnTo>
                  <a:lnTo>
                    <a:pt x="20035" y="38413"/>
                  </a:lnTo>
                  <a:lnTo>
                    <a:pt x="20035" y="45568"/>
                  </a:lnTo>
                  <a:lnTo>
                    <a:pt x="20035" y="52417"/>
                  </a:lnTo>
                  <a:lnTo>
                    <a:pt x="22354" y="51012"/>
                  </a:lnTo>
                  <a:lnTo>
                    <a:pt x="22354" y="44427"/>
                  </a:lnTo>
                  <a:lnTo>
                    <a:pt x="22354" y="35954"/>
                  </a:lnTo>
                  <a:lnTo>
                    <a:pt x="24951" y="30467"/>
                  </a:lnTo>
                  <a:lnTo>
                    <a:pt x="24951" y="24672"/>
                  </a:lnTo>
                  <a:lnTo>
                    <a:pt x="31026" y="20589"/>
                  </a:lnTo>
                  <a:lnTo>
                    <a:pt x="31026" y="15892"/>
                  </a:lnTo>
                  <a:lnTo>
                    <a:pt x="25507" y="19492"/>
                  </a:lnTo>
                  <a:lnTo>
                    <a:pt x="22354" y="1892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35CA7513-9A13-2470-F887-7B6EFE9611E4}"/>
                </a:ext>
              </a:extLst>
            </p:cNvPr>
            <p:cNvSpPr>
              <a:spLocks/>
            </p:cNvSpPr>
            <p:nvPr/>
          </p:nvSpPr>
          <p:spPr>
            <a:xfrm>
              <a:off x="2226421" y="1850600"/>
              <a:ext cx="16405" cy="11467"/>
            </a:xfrm>
            <a:custGeom>
              <a:avLst/>
              <a:gdLst>
                <a:gd name="connsiteX0" fmla="*/ 6632 w 10991"/>
                <a:gd name="connsiteY0" fmla="*/ 0 h 7682"/>
                <a:gd name="connsiteX1" fmla="*/ 0 w 10991"/>
                <a:gd name="connsiteY1" fmla="*/ 7683 h 7682"/>
                <a:gd name="connsiteX2" fmla="*/ 10991 w 10991"/>
                <a:gd name="connsiteY2" fmla="*/ 0 h 7682"/>
                <a:gd name="connsiteX3" fmla="*/ 6632 w 10991"/>
                <a:gd name="connsiteY3" fmla="*/ 0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1" h="7682">
                  <a:moveTo>
                    <a:pt x="6632" y="0"/>
                  </a:moveTo>
                  <a:lnTo>
                    <a:pt x="0" y="7683"/>
                  </a:lnTo>
                  <a:lnTo>
                    <a:pt x="10991" y="0"/>
                  </a:lnTo>
                  <a:lnTo>
                    <a:pt x="663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CA5FD924-07DB-38BF-DDCA-76CCB608C698}"/>
                </a:ext>
              </a:extLst>
            </p:cNvPr>
            <p:cNvSpPr>
              <a:spLocks/>
            </p:cNvSpPr>
            <p:nvPr/>
          </p:nvSpPr>
          <p:spPr>
            <a:xfrm>
              <a:off x="2130823" y="2369899"/>
              <a:ext cx="7337" cy="4914"/>
            </a:xfrm>
            <a:custGeom>
              <a:avLst/>
              <a:gdLst>
                <a:gd name="connsiteX0" fmla="*/ 0 w 4916"/>
                <a:gd name="connsiteY0" fmla="*/ 1976 h 3292"/>
                <a:gd name="connsiteX1" fmla="*/ 4916 w 4916"/>
                <a:gd name="connsiteY1" fmla="*/ 3293 h 3292"/>
                <a:gd name="connsiteX2" fmla="*/ 4916 w 4916"/>
                <a:gd name="connsiteY2" fmla="*/ 1098 h 3292"/>
                <a:gd name="connsiteX3" fmla="*/ 1113 w 4916"/>
                <a:gd name="connsiteY3" fmla="*/ 0 h 3292"/>
                <a:gd name="connsiteX4" fmla="*/ 0 w 4916"/>
                <a:gd name="connsiteY4" fmla="*/ 1976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6" h="3292">
                  <a:moveTo>
                    <a:pt x="0" y="1976"/>
                  </a:moveTo>
                  <a:lnTo>
                    <a:pt x="4916" y="3293"/>
                  </a:lnTo>
                  <a:lnTo>
                    <a:pt x="4916" y="1098"/>
                  </a:lnTo>
                  <a:lnTo>
                    <a:pt x="1113" y="0"/>
                  </a:lnTo>
                  <a:lnTo>
                    <a:pt x="0" y="197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63F3A9C7-AD58-3E34-26CE-E918FB29CA9F}"/>
                </a:ext>
              </a:extLst>
            </p:cNvPr>
            <p:cNvSpPr>
              <a:spLocks/>
            </p:cNvSpPr>
            <p:nvPr/>
          </p:nvSpPr>
          <p:spPr>
            <a:xfrm>
              <a:off x="2157196" y="2091410"/>
              <a:ext cx="10797" cy="7337"/>
            </a:xfrm>
            <a:custGeom>
              <a:avLst/>
              <a:gdLst>
                <a:gd name="connsiteX0" fmla="*/ 0 w 7234"/>
                <a:gd name="connsiteY0" fmla="*/ 2458 h 4916"/>
                <a:gd name="connsiteX1" fmla="*/ 1159 w 7234"/>
                <a:gd name="connsiteY1" fmla="*/ 4917 h 4916"/>
                <a:gd name="connsiteX2" fmla="*/ 7235 w 7234"/>
                <a:gd name="connsiteY2" fmla="*/ 0 h 4916"/>
                <a:gd name="connsiteX3" fmla="*/ 3757 w 7234"/>
                <a:gd name="connsiteY3" fmla="*/ 0 h 4916"/>
                <a:gd name="connsiteX4" fmla="*/ 0 w 7234"/>
                <a:gd name="connsiteY4" fmla="*/ 2458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4916">
                  <a:moveTo>
                    <a:pt x="0" y="2458"/>
                  </a:moveTo>
                  <a:lnTo>
                    <a:pt x="1159" y="4917"/>
                  </a:lnTo>
                  <a:lnTo>
                    <a:pt x="7235" y="0"/>
                  </a:lnTo>
                  <a:lnTo>
                    <a:pt x="3757" y="0"/>
                  </a:lnTo>
                  <a:lnTo>
                    <a:pt x="0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400A47A8-95DC-3811-1795-C675CF708F76}"/>
                </a:ext>
              </a:extLst>
            </p:cNvPr>
            <p:cNvSpPr>
              <a:spLocks/>
            </p:cNvSpPr>
            <p:nvPr/>
          </p:nvSpPr>
          <p:spPr>
            <a:xfrm>
              <a:off x="2226421" y="1951315"/>
              <a:ext cx="13359" cy="5766"/>
            </a:xfrm>
            <a:custGeom>
              <a:avLst/>
              <a:gdLst>
                <a:gd name="connsiteX0" fmla="*/ 8951 w 8950"/>
                <a:gd name="connsiteY0" fmla="*/ 3863 h 3863"/>
                <a:gd name="connsiteX1" fmla="*/ 5519 w 8950"/>
                <a:gd name="connsiteY1" fmla="*/ 0 h 3863"/>
                <a:gd name="connsiteX2" fmla="*/ 0 w 8950"/>
                <a:gd name="connsiteY2" fmla="*/ 1098 h 3863"/>
                <a:gd name="connsiteX3" fmla="*/ 4499 w 8950"/>
                <a:gd name="connsiteY3" fmla="*/ 3863 h 3863"/>
                <a:gd name="connsiteX4" fmla="*/ 8951 w 8950"/>
                <a:gd name="connsiteY4" fmla="*/ 3863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0" h="3863">
                  <a:moveTo>
                    <a:pt x="8951" y="3863"/>
                  </a:moveTo>
                  <a:lnTo>
                    <a:pt x="5519" y="0"/>
                  </a:lnTo>
                  <a:lnTo>
                    <a:pt x="0" y="1098"/>
                  </a:lnTo>
                  <a:lnTo>
                    <a:pt x="4499" y="3863"/>
                  </a:lnTo>
                  <a:lnTo>
                    <a:pt x="8951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14713FA4-77CD-E9D0-6441-5C979DAFCBB6}"/>
                </a:ext>
              </a:extLst>
            </p:cNvPr>
            <p:cNvSpPr>
              <a:spLocks/>
            </p:cNvSpPr>
            <p:nvPr/>
          </p:nvSpPr>
          <p:spPr>
            <a:xfrm>
              <a:off x="2213406" y="1977526"/>
              <a:ext cx="13013" cy="14743"/>
            </a:xfrm>
            <a:custGeom>
              <a:avLst/>
              <a:gdLst>
                <a:gd name="connsiteX0" fmla="*/ 0 w 8718"/>
                <a:gd name="connsiteY0" fmla="*/ 2458 h 9877"/>
                <a:gd name="connsiteX1" fmla="*/ 8719 w 8718"/>
                <a:gd name="connsiteY1" fmla="*/ 9878 h 9877"/>
                <a:gd name="connsiteX2" fmla="*/ 8719 w 8718"/>
                <a:gd name="connsiteY2" fmla="*/ 7419 h 9877"/>
                <a:gd name="connsiteX3" fmla="*/ 0 w 8718"/>
                <a:gd name="connsiteY3" fmla="*/ 0 h 9877"/>
                <a:gd name="connsiteX4" fmla="*/ 0 w 8718"/>
                <a:gd name="connsiteY4" fmla="*/ 2458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8" h="9877">
                  <a:moveTo>
                    <a:pt x="0" y="2458"/>
                  </a:moveTo>
                  <a:lnTo>
                    <a:pt x="8719" y="9878"/>
                  </a:lnTo>
                  <a:lnTo>
                    <a:pt x="8719" y="7419"/>
                  </a:lnTo>
                  <a:lnTo>
                    <a:pt x="0" y="0"/>
                  </a:lnTo>
                  <a:lnTo>
                    <a:pt x="0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A3028241-26E8-002A-7E4B-B26FD267A51D}"/>
                </a:ext>
              </a:extLst>
            </p:cNvPr>
            <p:cNvSpPr>
              <a:spLocks/>
            </p:cNvSpPr>
            <p:nvPr/>
          </p:nvSpPr>
          <p:spPr>
            <a:xfrm>
              <a:off x="2115663" y="2376649"/>
              <a:ext cx="12114" cy="12514"/>
            </a:xfrm>
            <a:custGeom>
              <a:avLst/>
              <a:gdLst>
                <a:gd name="connsiteX0" fmla="*/ 0 w 8116"/>
                <a:gd name="connsiteY0" fmla="*/ 1800 h 8384"/>
                <a:gd name="connsiteX1" fmla="*/ 8116 w 8116"/>
                <a:gd name="connsiteY1" fmla="*/ 8385 h 8384"/>
                <a:gd name="connsiteX2" fmla="*/ 8116 w 8116"/>
                <a:gd name="connsiteY2" fmla="*/ 4522 h 8384"/>
                <a:gd name="connsiteX3" fmla="*/ 2875 w 8116"/>
                <a:gd name="connsiteY3" fmla="*/ 0 h 8384"/>
                <a:gd name="connsiteX4" fmla="*/ 0 w 8116"/>
                <a:gd name="connsiteY4" fmla="*/ 1800 h 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6" h="8384">
                  <a:moveTo>
                    <a:pt x="0" y="1800"/>
                  </a:moveTo>
                  <a:lnTo>
                    <a:pt x="8116" y="8385"/>
                  </a:lnTo>
                  <a:lnTo>
                    <a:pt x="8116" y="4522"/>
                  </a:lnTo>
                  <a:lnTo>
                    <a:pt x="2875" y="0"/>
                  </a:lnTo>
                  <a:lnTo>
                    <a:pt x="0" y="18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F003BE6F-E680-6930-CFC0-D5D38A9480A4}"/>
                </a:ext>
              </a:extLst>
            </p:cNvPr>
            <p:cNvSpPr>
              <a:spLocks/>
            </p:cNvSpPr>
            <p:nvPr/>
          </p:nvSpPr>
          <p:spPr>
            <a:xfrm>
              <a:off x="2001858" y="2136887"/>
              <a:ext cx="91721" cy="28241"/>
            </a:xfrm>
            <a:custGeom>
              <a:avLst/>
              <a:gdLst>
                <a:gd name="connsiteX0" fmla="*/ 46099 w 61449"/>
                <a:gd name="connsiteY0" fmla="*/ 0 h 18920"/>
                <a:gd name="connsiteX1" fmla="*/ 36824 w 61449"/>
                <a:gd name="connsiteY1" fmla="*/ 1624 h 18920"/>
                <a:gd name="connsiteX2" fmla="*/ 27548 w 61449"/>
                <a:gd name="connsiteY2" fmla="*/ 7375 h 18920"/>
                <a:gd name="connsiteX3" fmla="*/ 21473 w 61449"/>
                <a:gd name="connsiteY3" fmla="*/ 7375 h 18920"/>
                <a:gd name="connsiteX4" fmla="*/ 0 w 61449"/>
                <a:gd name="connsiteY4" fmla="*/ 16726 h 18920"/>
                <a:gd name="connsiteX5" fmla="*/ 0 w 61449"/>
                <a:gd name="connsiteY5" fmla="*/ 18921 h 18920"/>
                <a:gd name="connsiteX6" fmla="*/ 21473 w 61449"/>
                <a:gd name="connsiteY6" fmla="*/ 9834 h 18920"/>
                <a:gd name="connsiteX7" fmla="*/ 28429 w 61449"/>
                <a:gd name="connsiteY7" fmla="*/ 9834 h 18920"/>
                <a:gd name="connsiteX8" fmla="*/ 37983 w 61449"/>
                <a:gd name="connsiteY8" fmla="*/ 4390 h 18920"/>
                <a:gd name="connsiteX9" fmla="*/ 46099 w 61449"/>
                <a:gd name="connsiteY9" fmla="*/ 2195 h 18920"/>
                <a:gd name="connsiteX10" fmla="*/ 57369 w 61449"/>
                <a:gd name="connsiteY10" fmla="*/ 4390 h 18920"/>
                <a:gd name="connsiteX11" fmla="*/ 61450 w 61449"/>
                <a:gd name="connsiteY11" fmla="*/ 0 h 18920"/>
                <a:gd name="connsiteX12" fmla="*/ 56534 w 61449"/>
                <a:gd name="connsiteY12" fmla="*/ 2195 h 18920"/>
                <a:gd name="connsiteX13" fmla="*/ 46099 w 61449"/>
                <a:gd name="connsiteY13" fmla="*/ 0 h 1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1449" h="18920">
                  <a:moveTo>
                    <a:pt x="46099" y="0"/>
                  </a:moveTo>
                  <a:lnTo>
                    <a:pt x="36824" y="1624"/>
                  </a:lnTo>
                  <a:lnTo>
                    <a:pt x="27548" y="7375"/>
                  </a:lnTo>
                  <a:lnTo>
                    <a:pt x="21473" y="7375"/>
                  </a:lnTo>
                  <a:lnTo>
                    <a:pt x="0" y="16726"/>
                  </a:lnTo>
                  <a:lnTo>
                    <a:pt x="0" y="18921"/>
                  </a:lnTo>
                  <a:lnTo>
                    <a:pt x="21473" y="9834"/>
                  </a:lnTo>
                  <a:lnTo>
                    <a:pt x="28429" y="9834"/>
                  </a:lnTo>
                  <a:lnTo>
                    <a:pt x="37983" y="4390"/>
                  </a:lnTo>
                  <a:lnTo>
                    <a:pt x="46099" y="2195"/>
                  </a:lnTo>
                  <a:lnTo>
                    <a:pt x="57369" y="4390"/>
                  </a:lnTo>
                  <a:lnTo>
                    <a:pt x="61450" y="0"/>
                  </a:lnTo>
                  <a:lnTo>
                    <a:pt x="56534" y="2195"/>
                  </a:lnTo>
                  <a:lnTo>
                    <a:pt x="4609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82D30A02-E3BA-07A2-495C-6C13C38CD0CB}"/>
                </a:ext>
              </a:extLst>
            </p:cNvPr>
            <p:cNvSpPr>
              <a:spLocks/>
            </p:cNvSpPr>
            <p:nvPr/>
          </p:nvSpPr>
          <p:spPr>
            <a:xfrm>
              <a:off x="2187863" y="1909968"/>
              <a:ext cx="25544" cy="15530"/>
            </a:xfrm>
            <a:custGeom>
              <a:avLst/>
              <a:gdLst>
                <a:gd name="connsiteX0" fmla="*/ 13913 w 17113"/>
                <a:gd name="connsiteY0" fmla="*/ 10404 h 10404"/>
                <a:gd name="connsiteX1" fmla="*/ 17113 w 17113"/>
                <a:gd name="connsiteY1" fmla="*/ 8517 h 10404"/>
                <a:gd name="connsiteX2" fmla="*/ 11919 w 17113"/>
                <a:gd name="connsiteY2" fmla="*/ 2766 h 10404"/>
                <a:gd name="connsiteX3" fmla="*/ 3803 w 17113"/>
                <a:gd name="connsiteY3" fmla="*/ 3029 h 10404"/>
                <a:gd name="connsiteX4" fmla="*/ 1762 w 17113"/>
                <a:gd name="connsiteY4" fmla="*/ 0 h 10404"/>
                <a:gd name="connsiteX5" fmla="*/ 0 w 17113"/>
                <a:gd name="connsiteY5" fmla="*/ 0 h 10404"/>
                <a:gd name="connsiteX6" fmla="*/ 1484 w 17113"/>
                <a:gd name="connsiteY6" fmla="*/ 4961 h 10404"/>
                <a:gd name="connsiteX7" fmla="*/ 9600 w 17113"/>
                <a:gd name="connsiteY7" fmla="*/ 4961 h 10404"/>
                <a:gd name="connsiteX8" fmla="*/ 13913 w 17113"/>
                <a:gd name="connsiteY8" fmla="*/ 10404 h 1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13" h="10404">
                  <a:moveTo>
                    <a:pt x="13913" y="10404"/>
                  </a:moveTo>
                  <a:lnTo>
                    <a:pt x="17113" y="8517"/>
                  </a:lnTo>
                  <a:lnTo>
                    <a:pt x="11919" y="2766"/>
                  </a:lnTo>
                  <a:lnTo>
                    <a:pt x="3803" y="3029"/>
                  </a:lnTo>
                  <a:lnTo>
                    <a:pt x="1762" y="0"/>
                  </a:lnTo>
                  <a:lnTo>
                    <a:pt x="0" y="0"/>
                  </a:lnTo>
                  <a:lnTo>
                    <a:pt x="1484" y="4961"/>
                  </a:lnTo>
                  <a:lnTo>
                    <a:pt x="9600" y="4961"/>
                  </a:lnTo>
                  <a:lnTo>
                    <a:pt x="13913" y="1040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A94E7ACC-564C-B459-F14E-7DB930E0BD3C}"/>
                </a:ext>
              </a:extLst>
            </p:cNvPr>
            <p:cNvSpPr>
              <a:spLocks/>
            </p:cNvSpPr>
            <p:nvPr/>
          </p:nvSpPr>
          <p:spPr>
            <a:xfrm>
              <a:off x="2103757" y="1883757"/>
              <a:ext cx="13222" cy="13956"/>
            </a:xfrm>
            <a:custGeom>
              <a:avLst/>
              <a:gdLst>
                <a:gd name="connsiteX0" fmla="*/ 0 w 8858"/>
                <a:gd name="connsiteY0" fmla="*/ 4653 h 9350"/>
                <a:gd name="connsiteX1" fmla="*/ 2180 w 8858"/>
                <a:gd name="connsiteY1" fmla="*/ 9351 h 9350"/>
                <a:gd name="connsiteX2" fmla="*/ 3339 w 8858"/>
                <a:gd name="connsiteY2" fmla="*/ 3556 h 9350"/>
                <a:gd name="connsiteX3" fmla="*/ 7374 w 8858"/>
                <a:gd name="connsiteY3" fmla="*/ 7156 h 9350"/>
                <a:gd name="connsiteX4" fmla="*/ 8858 w 8858"/>
                <a:gd name="connsiteY4" fmla="*/ 3819 h 9350"/>
                <a:gd name="connsiteX5" fmla="*/ 2180 w 8858"/>
                <a:gd name="connsiteY5" fmla="*/ 0 h 9350"/>
                <a:gd name="connsiteX6" fmla="*/ 0 w 8858"/>
                <a:gd name="connsiteY6" fmla="*/ 4653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58" h="9350">
                  <a:moveTo>
                    <a:pt x="0" y="4653"/>
                  </a:moveTo>
                  <a:lnTo>
                    <a:pt x="2180" y="9351"/>
                  </a:lnTo>
                  <a:lnTo>
                    <a:pt x="3339" y="3556"/>
                  </a:lnTo>
                  <a:lnTo>
                    <a:pt x="7374" y="7156"/>
                  </a:lnTo>
                  <a:lnTo>
                    <a:pt x="8858" y="3819"/>
                  </a:lnTo>
                  <a:lnTo>
                    <a:pt x="2180" y="0"/>
                  </a:lnTo>
                  <a:lnTo>
                    <a:pt x="0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A9FA1BF9-E086-782E-02FF-E739EBEC7C9B}"/>
                </a:ext>
              </a:extLst>
            </p:cNvPr>
            <p:cNvSpPr>
              <a:spLocks/>
            </p:cNvSpPr>
            <p:nvPr/>
          </p:nvSpPr>
          <p:spPr>
            <a:xfrm>
              <a:off x="2093994" y="1903415"/>
              <a:ext cx="16337" cy="24572"/>
            </a:xfrm>
            <a:custGeom>
              <a:avLst/>
              <a:gdLst>
                <a:gd name="connsiteX0" fmla="*/ 1484 w 10945"/>
                <a:gd name="connsiteY0" fmla="*/ 4961 h 16462"/>
                <a:gd name="connsiteX1" fmla="*/ 0 w 10945"/>
                <a:gd name="connsiteY1" fmla="*/ 16463 h 16462"/>
                <a:gd name="connsiteX2" fmla="*/ 2922 w 10945"/>
                <a:gd name="connsiteY2" fmla="*/ 16463 h 16462"/>
                <a:gd name="connsiteX3" fmla="*/ 2922 w 10945"/>
                <a:gd name="connsiteY3" fmla="*/ 7156 h 16462"/>
                <a:gd name="connsiteX4" fmla="*/ 10945 w 10945"/>
                <a:gd name="connsiteY4" fmla="*/ 1098 h 16462"/>
                <a:gd name="connsiteX5" fmla="*/ 8719 w 10945"/>
                <a:gd name="connsiteY5" fmla="*/ 0 h 16462"/>
                <a:gd name="connsiteX6" fmla="*/ 1484 w 10945"/>
                <a:gd name="connsiteY6" fmla="*/ 4961 h 1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5" h="16462">
                  <a:moveTo>
                    <a:pt x="1484" y="4961"/>
                  </a:moveTo>
                  <a:lnTo>
                    <a:pt x="0" y="16463"/>
                  </a:lnTo>
                  <a:lnTo>
                    <a:pt x="2922" y="16463"/>
                  </a:lnTo>
                  <a:lnTo>
                    <a:pt x="2922" y="7156"/>
                  </a:lnTo>
                  <a:lnTo>
                    <a:pt x="10945" y="1098"/>
                  </a:lnTo>
                  <a:lnTo>
                    <a:pt x="8719" y="0"/>
                  </a:lnTo>
                  <a:lnTo>
                    <a:pt x="1484" y="49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D114C9F-9D9A-30C0-360D-A5DA752B4CDA}"/>
                </a:ext>
              </a:extLst>
            </p:cNvPr>
            <p:cNvSpPr>
              <a:spLocks/>
            </p:cNvSpPr>
            <p:nvPr/>
          </p:nvSpPr>
          <p:spPr>
            <a:xfrm>
              <a:off x="4157291" y="2677612"/>
              <a:ext cx="4776" cy="14545"/>
            </a:xfrm>
            <a:custGeom>
              <a:avLst/>
              <a:gdLst>
                <a:gd name="connsiteX0" fmla="*/ 0 w 3200"/>
                <a:gd name="connsiteY0" fmla="*/ 2634 h 9745"/>
                <a:gd name="connsiteX1" fmla="*/ 0 w 3200"/>
                <a:gd name="connsiteY1" fmla="*/ 9746 h 9745"/>
                <a:gd name="connsiteX2" fmla="*/ 3200 w 3200"/>
                <a:gd name="connsiteY2" fmla="*/ 9746 h 9745"/>
                <a:gd name="connsiteX3" fmla="*/ 3107 w 3200"/>
                <a:gd name="connsiteY3" fmla="*/ 0 h 9745"/>
                <a:gd name="connsiteX4" fmla="*/ 0 w 3200"/>
                <a:gd name="connsiteY4" fmla="*/ 2634 h 9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0" h="9745">
                  <a:moveTo>
                    <a:pt x="0" y="2634"/>
                  </a:moveTo>
                  <a:lnTo>
                    <a:pt x="0" y="9746"/>
                  </a:lnTo>
                  <a:lnTo>
                    <a:pt x="3200" y="9746"/>
                  </a:lnTo>
                  <a:lnTo>
                    <a:pt x="3107" y="0"/>
                  </a:lnTo>
                  <a:lnTo>
                    <a:pt x="0" y="26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B33575B4-BA6E-88D9-F589-A6FDA020FE40}"/>
                </a:ext>
              </a:extLst>
            </p:cNvPr>
            <p:cNvSpPr>
              <a:spLocks/>
            </p:cNvSpPr>
            <p:nvPr/>
          </p:nvSpPr>
          <p:spPr>
            <a:xfrm>
              <a:off x="4243823" y="2919470"/>
              <a:ext cx="11282" cy="6159"/>
            </a:xfrm>
            <a:custGeom>
              <a:avLst/>
              <a:gdLst>
                <a:gd name="connsiteX0" fmla="*/ 7560 w 7559"/>
                <a:gd name="connsiteY0" fmla="*/ 1098 h 4126"/>
                <a:gd name="connsiteX1" fmla="*/ 2319 w 7559"/>
                <a:gd name="connsiteY1" fmla="*/ 0 h 4126"/>
                <a:gd name="connsiteX2" fmla="*/ 0 w 7559"/>
                <a:gd name="connsiteY2" fmla="*/ 2634 h 4126"/>
                <a:gd name="connsiteX3" fmla="*/ 2319 w 7559"/>
                <a:gd name="connsiteY3" fmla="*/ 4127 h 4126"/>
                <a:gd name="connsiteX4" fmla="*/ 7560 w 7559"/>
                <a:gd name="connsiteY4" fmla="*/ 1098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9" h="4126">
                  <a:moveTo>
                    <a:pt x="7560" y="1098"/>
                  </a:moveTo>
                  <a:lnTo>
                    <a:pt x="2319" y="0"/>
                  </a:lnTo>
                  <a:lnTo>
                    <a:pt x="0" y="2634"/>
                  </a:lnTo>
                  <a:lnTo>
                    <a:pt x="2319" y="4127"/>
                  </a:lnTo>
                  <a:lnTo>
                    <a:pt x="7560" y="109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ABE786D1-3C2B-9BDD-3F1B-4960826E2215}"/>
                </a:ext>
              </a:extLst>
            </p:cNvPr>
            <p:cNvSpPr>
              <a:spLocks/>
            </p:cNvSpPr>
            <p:nvPr/>
          </p:nvSpPr>
          <p:spPr>
            <a:xfrm>
              <a:off x="4247284" y="2912132"/>
              <a:ext cx="10868" cy="5437"/>
            </a:xfrm>
            <a:custGeom>
              <a:avLst/>
              <a:gdLst>
                <a:gd name="connsiteX0" fmla="*/ 7281 w 7281"/>
                <a:gd name="connsiteY0" fmla="*/ 0 h 3643"/>
                <a:gd name="connsiteX1" fmla="*/ 0 w 7281"/>
                <a:gd name="connsiteY1" fmla="*/ 0 h 3643"/>
                <a:gd name="connsiteX2" fmla="*/ 1762 w 7281"/>
                <a:gd name="connsiteY2" fmla="*/ 3644 h 3643"/>
                <a:gd name="connsiteX3" fmla="*/ 7281 w 7281"/>
                <a:gd name="connsiteY3" fmla="*/ 0 h 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1" h="3643">
                  <a:moveTo>
                    <a:pt x="7281" y="0"/>
                  </a:moveTo>
                  <a:lnTo>
                    <a:pt x="0" y="0"/>
                  </a:lnTo>
                  <a:lnTo>
                    <a:pt x="1762" y="3644"/>
                  </a:lnTo>
                  <a:lnTo>
                    <a:pt x="728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DA7119D-550D-422F-E3B6-E9BA6231FD60}"/>
                </a:ext>
              </a:extLst>
            </p:cNvPr>
            <p:cNvSpPr>
              <a:spLocks/>
            </p:cNvSpPr>
            <p:nvPr/>
          </p:nvSpPr>
          <p:spPr>
            <a:xfrm>
              <a:off x="2203232" y="2082760"/>
              <a:ext cx="31842" cy="25817"/>
            </a:xfrm>
            <a:custGeom>
              <a:avLst/>
              <a:gdLst>
                <a:gd name="connsiteX0" fmla="*/ 15536 w 21333"/>
                <a:gd name="connsiteY0" fmla="*/ 10712 h 17296"/>
                <a:gd name="connsiteX1" fmla="*/ 10018 w 21333"/>
                <a:gd name="connsiteY1" fmla="*/ 13477 h 17296"/>
                <a:gd name="connsiteX2" fmla="*/ 5936 w 21333"/>
                <a:gd name="connsiteY2" fmla="*/ 15365 h 17296"/>
                <a:gd name="connsiteX3" fmla="*/ 0 w 21333"/>
                <a:gd name="connsiteY3" fmla="*/ 15365 h 17296"/>
                <a:gd name="connsiteX4" fmla="*/ 4499 w 21333"/>
                <a:gd name="connsiteY4" fmla="*/ 17297 h 17296"/>
                <a:gd name="connsiteX5" fmla="*/ 9461 w 21333"/>
                <a:gd name="connsiteY5" fmla="*/ 17297 h 17296"/>
                <a:gd name="connsiteX6" fmla="*/ 14933 w 21333"/>
                <a:gd name="connsiteY6" fmla="*/ 12907 h 17296"/>
                <a:gd name="connsiteX7" fmla="*/ 19571 w 21333"/>
                <a:gd name="connsiteY7" fmla="*/ 8648 h 17296"/>
                <a:gd name="connsiteX8" fmla="*/ 21334 w 21333"/>
                <a:gd name="connsiteY8" fmla="*/ 3600 h 17296"/>
                <a:gd name="connsiteX9" fmla="*/ 21334 w 21333"/>
                <a:gd name="connsiteY9" fmla="*/ 0 h 17296"/>
                <a:gd name="connsiteX10" fmla="*/ 17531 w 21333"/>
                <a:gd name="connsiteY10" fmla="*/ 6892 h 17296"/>
                <a:gd name="connsiteX11" fmla="*/ 15536 w 21333"/>
                <a:gd name="connsiteY11" fmla="*/ 10712 h 1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333" h="17296">
                  <a:moveTo>
                    <a:pt x="15536" y="10712"/>
                  </a:moveTo>
                  <a:lnTo>
                    <a:pt x="10018" y="13477"/>
                  </a:lnTo>
                  <a:lnTo>
                    <a:pt x="5936" y="15365"/>
                  </a:lnTo>
                  <a:lnTo>
                    <a:pt x="0" y="15365"/>
                  </a:lnTo>
                  <a:lnTo>
                    <a:pt x="4499" y="17297"/>
                  </a:lnTo>
                  <a:lnTo>
                    <a:pt x="9461" y="17297"/>
                  </a:lnTo>
                  <a:lnTo>
                    <a:pt x="14933" y="12907"/>
                  </a:lnTo>
                  <a:lnTo>
                    <a:pt x="19571" y="8648"/>
                  </a:lnTo>
                  <a:lnTo>
                    <a:pt x="21334" y="3600"/>
                  </a:lnTo>
                  <a:lnTo>
                    <a:pt x="21334" y="0"/>
                  </a:lnTo>
                  <a:lnTo>
                    <a:pt x="17531" y="6892"/>
                  </a:lnTo>
                  <a:lnTo>
                    <a:pt x="15536" y="107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F0779062-882A-84CC-4E37-1DFD257A6D06}"/>
                </a:ext>
              </a:extLst>
            </p:cNvPr>
            <p:cNvSpPr>
              <a:spLocks/>
            </p:cNvSpPr>
            <p:nvPr/>
          </p:nvSpPr>
          <p:spPr>
            <a:xfrm>
              <a:off x="2002511" y="2400304"/>
              <a:ext cx="47664" cy="24048"/>
            </a:xfrm>
            <a:custGeom>
              <a:avLst/>
              <a:gdLst>
                <a:gd name="connsiteX0" fmla="*/ 22148 w 31933"/>
                <a:gd name="connsiteY0" fmla="*/ 0 h 16111"/>
                <a:gd name="connsiteX1" fmla="*/ 13429 w 31933"/>
                <a:gd name="connsiteY1" fmla="*/ 2678 h 16111"/>
                <a:gd name="connsiteX2" fmla="*/ 11991 w 31933"/>
                <a:gd name="connsiteY2" fmla="*/ 6234 h 16111"/>
                <a:gd name="connsiteX3" fmla="*/ 5591 w 31933"/>
                <a:gd name="connsiteY3" fmla="*/ 5707 h 16111"/>
                <a:gd name="connsiteX4" fmla="*/ 165 w 31933"/>
                <a:gd name="connsiteY4" fmla="*/ 9000 h 16111"/>
                <a:gd name="connsiteX5" fmla="*/ 165 w 31933"/>
                <a:gd name="connsiteY5" fmla="*/ 16111 h 16111"/>
                <a:gd name="connsiteX6" fmla="*/ 3272 w 31933"/>
                <a:gd name="connsiteY6" fmla="*/ 16111 h 16111"/>
                <a:gd name="connsiteX7" fmla="*/ 9348 w 31933"/>
                <a:gd name="connsiteY7" fmla="*/ 12555 h 16111"/>
                <a:gd name="connsiteX8" fmla="*/ 22101 w 31933"/>
                <a:gd name="connsiteY8" fmla="*/ 9000 h 16111"/>
                <a:gd name="connsiteX9" fmla="*/ 22101 w 31933"/>
                <a:gd name="connsiteY9" fmla="*/ 5707 h 16111"/>
                <a:gd name="connsiteX10" fmla="*/ 24420 w 31933"/>
                <a:gd name="connsiteY10" fmla="*/ 3512 h 16111"/>
                <a:gd name="connsiteX11" fmla="*/ 28177 w 31933"/>
                <a:gd name="connsiteY11" fmla="*/ 3512 h 16111"/>
                <a:gd name="connsiteX12" fmla="*/ 31933 w 31933"/>
                <a:gd name="connsiteY12" fmla="*/ 44 h 16111"/>
                <a:gd name="connsiteX13" fmla="*/ 22101 w 31933"/>
                <a:gd name="connsiteY13" fmla="*/ 44 h 1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933" h="16111">
                  <a:moveTo>
                    <a:pt x="22148" y="0"/>
                  </a:moveTo>
                  <a:lnTo>
                    <a:pt x="13429" y="2678"/>
                  </a:lnTo>
                  <a:lnTo>
                    <a:pt x="11991" y="6234"/>
                  </a:lnTo>
                  <a:lnTo>
                    <a:pt x="5591" y="5707"/>
                  </a:lnTo>
                  <a:lnTo>
                    <a:pt x="165" y="9000"/>
                  </a:lnTo>
                  <a:cubicBezTo>
                    <a:pt x="-206" y="10097"/>
                    <a:pt x="165" y="16111"/>
                    <a:pt x="165" y="16111"/>
                  </a:cubicBezTo>
                  <a:lnTo>
                    <a:pt x="3272" y="16111"/>
                  </a:lnTo>
                  <a:lnTo>
                    <a:pt x="9348" y="12555"/>
                  </a:lnTo>
                  <a:lnTo>
                    <a:pt x="22101" y="9000"/>
                  </a:lnTo>
                  <a:lnTo>
                    <a:pt x="22101" y="5707"/>
                  </a:lnTo>
                  <a:lnTo>
                    <a:pt x="24420" y="3512"/>
                  </a:lnTo>
                  <a:lnTo>
                    <a:pt x="28177" y="3512"/>
                  </a:lnTo>
                  <a:lnTo>
                    <a:pt x="31933" y="44"/>
                  </a:lnTo>
                  <a:lnTo>
                    <a:pt x="22101" y="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4302510-7C0C-2B6A-7072-C2E3656045FD}"/>
                </a:ext>
              </a:extLst>
            </p:cNvPr>
            <p:cNvSpPr>
              <a:spLocks/>
            </p:cNvSpPr>
            <p:nvPr/>
          </p:nvSpPr>
          <p:spPr>
            <a:xfrm>
              <a:off x="4140469" y="2677612"/>
              <a:ext cx="7753" cy="10353"/>
            </a:xfrm>
            <a:custGeom>
              <a:avLst/>
              <a:gdLst>
                <a:gd name="connsiteX0" fmla="*/ 0 w 5194"/>
                <a:gd name="connsiteY0" fmla="*/ 3468 h 6936"/>
                <a:gd name="connsiteX1" fmla="*/ 2597 w 5194"/>
                <a:gd name="connsiteY1" fmla="*/ 6936 h 6936"/>
                <a:gd name="connsiteX2" fmla="*/ 5194 w 5194"/>
                <a:gd name="connsiteY2" fmla="*/ 3732 h 6936"/>
                <a:gd name="connsiteX3" fmla="*/ 2597 w 5194"/>
                <a:gd name="connsiteY3" fmla="*/ 0 h 6936"/>
                <a:gd name="connsiteX4" fmla="*/ 0 w 5194"/>
                <a:gd name="connsiteY4" fmla="*/ 3468 h 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4" h="6936">
                  <a:moveTo>
                    <a:pt x="0" y="3468"/>
                  </a:moveTo>
                  <a:lnTo>
                    <a:pt x="2597" y="6936"/>
                  </a:lnTo>
                  <a:lnTo>
                    <a:pt x="5194" y="3732"/>
                  </a:lnTo>
                  <a:lnTo>
                    <a:pt x="2597" y="0"/>
                  </a:lnTo>
                  <a:lnTo>
                    <a:pt x="0" y="34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0CBFE496-5022-3A4D-02DA-D6FFBB0AA14C}"/>
                </a:ext>
              </a:extLst>
            </p:cNvPr>
            <p:cNvSpPr>
              <a:spLocks/>
            </p:cNvSpPr>
            <p:nvPr/>
          </p:nvSpPr>
          <p:spPr>
            <a:xfrm>
              <a:off x="1989121" y="2446892"/>
              <a:ext cx="27480" cy="7797"/>
            </a:xfrm>
            <a:custGeom>
              <a:avLst/>
              <a:gdLst>
                <a:gd name="connsiteX0" fmla="*/ 9183 w 18411"/>
                <a:gd name="connsiteY0" fmla="*/ 1098 h 5224"/>
                <a:gd name="connsiteX1" fmla="*/ 0 w 18411"/>
                <a:gd name="connsiteY1" fmla="*/ 0 h 5224"/>
                <a:gd name="connsiteX2" fmla="*/ 0 w 18411"/>
                <a:gd name="connsiteY2" fmla="*/ 2722 h 5224"/>
                <a:gd name="connsiteX3" fmla="*/ 7931 w 18411"/>
                <a:gd name="connsiteY3" fmla="*/ 3819 h 5224"/>
                <a:gd name="connsiteX4" fmla="*/ 12568 w 18411"/>
                <a:gd name="connsiteY4" fmla="*/ 5224 h 5224"/>
                <a:gd name="connsiteX5" fmla="*/ 18412 w 18411"/>
                <a:gd name="connsiteY5" fmla="*/ 5224 h 5224"/>
                <a:gd name="connsiteX6" fmla="*/ 13774 w 18411"/>
                <a:gd name="connsiteY6" fmla="*/ 2590 h 5224"/>
                <a:gd name="connsiteX7" fmla="*/ 9183 w 18411"/>
                <a:gd name="connsiteY7" fmla="*/ 1098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411" h="5224">
                  <a:moveTo>
                    <a:pt x="9183" y="1098"/>
                  </a:moveTo>
                  <a:lnTo>
                    <a:pt x="0" y="0"/>
                  </a:lnTo>
                  <a:lnTo>
                    <a:pt x="0" y="2722"/>
                  </a:lnTo>
                  <a:lnTo>
                    <a:pt x="7931" y="3819"/>
                  </a:lnTo>
                  <a:lnTo>
                    <a:pt x="12568" y="5224"/>
                  </a:lnTo>
                  <a:lnTo>
                    <a:pt x="18412" y="5224"/>
                  </a:lnTo>
                  <a:lnTo>
                    <a:pt x="13774" y="2590"/>
                  </a:lnTo>
                  <a:lnTo>
                    <a:pt x="9183" y="109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8DCA48C0-C54A-24FF-3315-A829F2BC2C9C}"/>
                </a:ext>
              </a:extLst>
            </p:cNvPr>
            <p:cNvSpPr>
              <a:spLocks/>
            </p:cNvSpPr>
            <p:nvPr/>
          </p:nvSpPr>
          <p:spPr>
            <a:xfrm>
              <a:off x="2334549" y="1882904"/>
              <a:ext cx="7821" cy="9828"/>
            </a:xfrm>
            <a:custGeom>
              <a:avLst/>
              <a:gdLst>
                <a:gd name="connsiteX0" fmla="*/ 0 w 5240"/>
                <a:gd name="connsiteY0" fmla="*/ 3029 h 6585"/>
                <a:gd name="connsiteX1" fmla="*/ 5241 w 5240"/>
                <a:gd name="connsiteY1" fmla="*/ 6585 h 6585"/>
                <a:gd name="connsiteX2" fmla="*/ 5241 w 5240"/>
                <a:gd name="connsiteY2" fmla="*/ 3336 h 6585"/>
                <a:gd name="connsiteX3" fmla="*/ 2319 w 5240"/>
                <a:gd name="connsiteY3" fmla="*/ 0 h 6585"/>
                <a:gd name="connsiteX4" fmla="*/ 0 w 5240"/>
                <a:gd name="connsiteY4" fmla="*/ 3029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0" h="6585">
                  <a:moveTo>
                    <a:pt x="0" y="3029"/>
                  </a:moveTo>
                  <a:lnTo>
                    <a:pt x="5241" y="6585"/>
                  </a:lnTo>
                  <a:lnTo>
                    <a:pt x="5241" y="3336"/>
                  </a:lnTo>
                  <a:lnTo>
                    <a:pt x="2319" y="0"/>
                  </a:lnTo>
                  <a:lnTo>
                    <a:pt x="0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EBBBB63-261C-AB2D-CF52-E42B8C606A73}"/>
                </a:ext>
              </a:extLst>
            </p:cNvPr>
            <p:cNvSpPr>
              <a:spLocks/>
            </p:cNvSpPr>
            <p:nvPr/>
          </p:nvSpPr>
          <p:spPr>
            <a:xfrm>
              <a:off x="2192639" y="2059039"/>
              <a:ext cx="92620" cy="50783"/>
            </a:xfrm>
            <a:custGeom>
              <a:avLst/>
              <a:gdLst>
                <a:gd name="connsiteX0" fmla="*/ 52777 w 62052"/>
                <a:gd name="connsiteY0" fmla="*/ 14531 h 34022"/>
                <a:gd name="connsiteX1" fmla="*/ 40302 w 62052"/>
                <a:gd name="connsiteY1" fmla="*/ 1668 h 34022"/>
                <a:gd name="connsiteX2" fmla="*/ 30470 w 62052"/>
                <a:gd name="connsiteY2" fmla="*/ 0 h 34022"/>
                <a:gd name="connsiteX3" fmla="*/ 19710 w 62052"/>
                <a:gd name="connsiteY3" fmla="*/ 3556 h 34022"/>
                <a:gd name="connsiteX4" fmla="*/ 0 w 62052"/>
                <a:gd name="connsiteY4" fmla="*/ 11809 h 34022"/>
                <a:gd name="connsiteX5" fmla="*/ 1438 w 62052"/>
                <a:gd name="connsiteY5" fmla="*/ 13697 h 34022"/>
                <a:gd name="connsiteX6" fmla="*/ 21194 w 62052"/>
                <a:gd name="connsiteY6" fmla="*/ 6058 h 34022"/>
                <a:gd name="connsiteX7" fmla="*/ 31026 w 62052"/>
                <a:gd name="connsiteY7" fmla="*/ 3029 h 34022"/>
                <a:gd name="connsiteX8" fmla="*/ 38540 w 62052"/>
                <a:gd name="connsiteY8" fmla="*/ 3556 h 34022"/>
                <a:gd name="connsiteX9" fmla="*/ 47537 w 62052"/>
                <a:gd name="connsiteY9" fmla="*/ 12336 h 34022"/>
                <a:gd name="connsiteX10" fmla="*/ 51618 w 62052"/>
                <a:gd name="connsiteY10" fmla="*/ 20282 h 34022"/>
                <a:gd name="connsiteX11" fmla="*/ 58296 w 62052"/>
                <a:gd name="connsiteY11" fmla="*/ 26603 h 34022"/>
                <a:gd name="connsiteX12" fmla="*/ 58575 w 62052"/>
                <a:gd name="connsiteY12" fmla="*/ 34023 h 34022"/>
                <a:gd name="connsiteX13" fmla="*/ 62053 w 62052"/>
                <a:gd name="connsiteY13" fmla="*/ 34023 h 34022"/>
                <a:gd name="connsiteX14" fmla="*/ 62053 w 62052"/>
                <a:gd name="connsiteY14" fmla="*/ 26603 h 34022"/>
                <a:gd name="connsiteX15" fmla="*/ 54772 w 62052"/>
                <a:gd name="connsiteY15" fmla="*/ 18921 h 34022"/>
                <a:gd name="connsiteX16" fmla="*/ 52777 w 62052"/>
                <a:gd name="connsiteY16" fmla="*/ 14531 h 34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2052" h="34022">
                  <a:moveTo>
                    <a:pt x="52777" y="14531"/>
                  </a:moveTo>
                  <a:lnTo>
                    <a:pt x="40302" y="1668"/>
                  </a:lnTo>
                  <a:lnTo>
                    <a:pt x="30470" y="0"/>
                  </a:lnTo>
                  <a:lnTo>
                    <a:pt x="19710" y="3556"/>
                  </a:lnTo>
                  <a:lnTo>
                    <a:pt x="0" y="11809"/>
                  </a:lnTo>
                  <a:lnTo>
                    <a:pt x="1438" y="13697"/>
                  </a:lnTo>
                  <a:lnTo>
                    <a:pt x="21194" y="6058"/>
                  </a:lnTo>
                  <a:lnTo>
                    <a:pt x="31026" y="3029"/>
                  </a:lnTo>
                  <a:lnTo>
                    <a:pt x="38540" y="3556"/>
                  </a:lnTo>
                  <a:lnTo>
                    <a:pt x="47537" y="12336"/>
                  </a:lnTo>
                  <a:lnTo>
                    <a:pt x="51618" y="20282"/>
                  </a:lnTo>
                  <a:lnTo>
                    <a:pt x="58296" y="26603"/>
                  </a:lnTo>
                  <a:lnTo>
                    <a:pt x="58575" y="34023"/>
                  </a:lnTo>
                  <a:lnTo>
                    <a:pt x="62053" y="34023"/>
                  </a:lnTo>
                  <a:lnTo>
                    <a:pt x="62053" y="26603"/>
                  </a:lnTo>
                  <a:lnTo>
                    <a:pt x="54772" y="18921"/>
                  </a:lnTo>
                  <a:lnTo>
                    <a:pt x="52777" y="145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C8ECB0E8-6852-60B1-F6A1-54239446D537}"/>
                </a:ext>
              </a:extLst>
            </p:cNvPr>
            <p:cNvSpPr>
              <a:spLocks/>
            </p:cNvSpPr>
            <p:nvPr/>
          </p:nvSpPr>
          <p:spPr>
            <a:xfrm>
              <a:off x="2297791" y="1866523"/>
              <a:ext cx="6506" cy="10680"/>
            </a:xfrm>
            <a:custGeom>
              <a:avLst/>
              <a:gdLst>
                <a:gd name="connsiteX0" fmla="*/ 0 w 4359"/>
                <a:gd name="connsiteY0" fmla="*/ 2195 h 7155"/>
                <a:gd name="connsiteX1" fmla="*/ 1438 w 4359"/>
                <a:gd name="connsiteY1" fmla="*/ 7156 h 7155"/>
                <a:gd name="connsiteX2" fmla="*/ 4359 w 4359"/>
                <a:gd name="connsiteY2" fmla="*/ 3600 h 7155"/>
                <a:gd name="connsiteX3" fmla="*/ 0 w 4359"/>
                <a:gd name="connsiteY3" fmla="*/ 0 h 7155"/>
                <a:gd name="connsiteX4" fmla="*/ 0 w 4359"/>
                <a:gd name="connsiteY4" fmla="*/ 2195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9" h="7155">
                  <a:moveTo>
                    <a:pt x="0" y="2195"/>
                  </a:moveTo>
                  <a:lnTo>
                    <a:pt x="1438" y="7156"/>
                  </a:lnTo>
                  <a:lnTo>
                    <a:pt x="4359" y="3600"/>
                  </a:lnTo>
                  <a:lnTo>
                    <a:pt x="0" y="0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6550726A-A98A-8112-1FF3-0743CB462477}"/>
                </a:ext>
              </a:extLst>
            </p:cNvPr>
            <p:cNvSpPr>
              <a:spLocks/>
            </p:cNvSpPr>
            <p:nvPr/>
          </p:nvSpPr>
          <p:spPr>
            <a:xfrm>
              <a:off x="2313782" y="2335890"/>
              <a:ext cx="25958" cy="9828"/>
            </a:xfrm>
            <a:custGeom>
              <a:avLst/>
              <a:gdLst>
                <a:gd name="connsiteX0" fmla="*/ 0 w 17391"/>
                <a:gd name="connsiteY0" fmla="*/ 0 h 6585"/>
                <a:gd name="connsiteX1" fmla="*/ 2319 w 17391"/>
                <a:gd name="connsiteY1" fmla="*/ 4961 h 6585"/>
                <a:gd name="connsiteX2" fmla="*/ 10157 w 17391"/>
                <a:gd name="connsiteY2" fmla="*/ 4961 h 6585"/>
                <a:gd name="connsiteX3" fmla="*/ 17391 w 17391"/>
                <a:gd name="connsiteY3" fmla="*/ 6585 h 6585"/>
                <a:gd name="connsiteX4" fmla="*/ 17391 w 17391"/>
                <a:gd name="connsiteY4" fmla="*/ 3819 h 6585"/>
                <a:gd name="connsiteX5" fmla="*/ 8997 w 17391"/>
                <a:gd name="connsiteY5" fmla="*/ 1361 h 6585"/>
                <a:gd name="connsiteX6" fmla="*/ 0 w 17391"/>
                <a:gd name="connsiteY6" fmla="*/ 0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91" h="6585">
                  <a:moveTo>
                    <a:pt x="0" y="0"/>
                  </a:moveTo>
                  <a:lnTo>
                    <a:pt x="2319" y="4961"/>
                  </a:lnTo>
                  <a:lnTo>
                    <a:pt x="10157" y="4961"/>
                  </a:lnTo>
                  <a:lnTo>
                    <a:pt x="17391" y="6585"/>
                  </a:lnTo>
                  <a:lnTo>
                    <a:pt x="17391" y="3819"/>
                  </a:lnTo>
                  <a:lnTo>
                    <a:pt x="8997" y="136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95DA10D7-3612-64F2-C443-4435EC92A0AC}"/>
                </a:ext>
              </a:extLst>
            </p:cNvPr>
            <p:cNvSpPr>
              <a:spLocks/>
            </p:cNvSpPr>
            <p:nvPr/>
          </p:nvSpPr>
          <p:spPr>
            <a:xfrm>
              <a:off x="7794609" y="1947644"/>
              <a:ext cx="78292" cy="18411"/>
            </a:xfrm>
            <a:custGeom>
              <a:avLst/>
              <a:gdLst>
                <a:gd name="connsiteX0" fmla="*/ 45543 w 52452"/>
                <a:gd name="connsiteY0" fmla="*/ 0 h 12335"/>
                <a:gd name="connsiteX1" fmla="*/ 38864 w 52452"/>
                <a:gd name="connsiteY1" fmla="*/ 3556 h 12335"/>
                <a:gd name="connsiteX2" fmla="*/ 31629 w 52452"/>
                <a:gd name="connsiteY2" fmla="*/ 2195 h 12335"/>
                <a:gd name="connsiteX3" fmla="*/ 26249 w 52452"/>
                <a:gd name="connsiteY3" fmla="*/ 6058 h 12335"/>
                <a:gd name="connsiteX4" fmla="*/ 18273 w 52452"/>
                <a:gd name="connsiteY4" fmla="*/ 7287 h 12335"/>
                <a:gd name="connsiteX5" fmla="*/ 14794 w 52452"/>
                <a:gd name="connsiteY5" fmla="*/ 7287 h 12335"/>
                <a:gd name="connsiteX6" fmla="*/ 0 w 52452"/>
                <a:gd name="connsiteY6" fmla="*/ 7287 h 12335"/>
                <a:gd name="connsiteX7" fmla="*/ 3478 w 52452"/>
                <a:gd name="connsiteY7" fmla="*/ 9878 h 12335"/>
                <a:gd name="connsiteX8" fmla="*/ 10713 w 52452"/>
                <a:gd name="connsiteY8" fmla="*/ 12336 h 12335"/>
                <a:gd name="connsiteX9" fmla="*/ 17391 w 52452"/>
                <a:gd name="connsiteY9" fmla="*/ 12336 h 12335"/>
                <a:gd name="connsiteX10" fmla="*/ 22307 w 52452"/>
                <a:gd name="connsiteY10" fmla="*/ 9878 h 12335"/>
                <a:gd name="connsiteX11" fmla="*/ 26945 w 52452"/>
                <a:gd name="connsiteY11" fmla="*/ 9878 h 12335"/>
                <a:gd name="connsiteX12" fmla="*/ 32742 w 52452"/>
                <a:gd name="connsiteY12" fmla="*/ 5488 h 12335"/>
                <a:gd name="connsiteX13" fmla="*/ 52453 w 52452"/>
                <a:gd name="connsiteY13" fmla="*/ 5488 h 12335"/>
                <a:gd name="connsiteX14" fmla="*/ 52453 w 52452"/>
                <a:gd name="connsiteY14" fmla="*/ 2195 h 12335"/>
                <a:gd name="connsiteX15" fmla="*/ 46656 w 52452"/>
                <a:gd name="connsiteY15" fmla="*/ 2458 h 12335"/>
                <a:gd name="connsiteX16" fmla="*/ 45496 w 52452"/>
                <a:gd name="connsiteY16" fmla="*/ 0 h 1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2452" h="12335">
                  <a:moveTo>
                    <a:pt x="45543" y="0"/>
                  </a:moveTo>
                  <a:lnTo>
                    <a:pt x="38864" y="3556"/>
                  </a:lnTo>
                  <a:lnTo>
                    <a:pt x="31629" y="2195"/>
                  </a:lnTo>
                  <a:lnTo>
                    <a:pt x="26249" y="6058"/>
                  </a:lnTo>
                  <a:lnTo>
                    <a:pt x="18273" y="7287"/>
                  </a:lnTo>
                  <a:lnTo>
                    <a:pt x="14794" y="7287"/>
                  </a:lnTo>
                  <a:cubicBezTo>
                    <a:pt x="9461" y="3600"/>
                    <a:pt x="0" y="7287"/>
                    <a:pt x="0" y="7287"/>
                  </a:cubicBezTo>
                  <a:lnTo>
                    <a:pt x="3478" y="9878"/>
                  </a:lnTo>
                  <a:cubicBezTo>
                    <a:pt x="10435" y="4961"/>
                    <a:pt x="10713" y="12336"/>
                    <a:pt x="10713" y="12336"/>
                  </a:cubicBezTo>
                  <a:lnTo>
                    <a:pt x="17391" y="12336"/>
                  </a:lnTo>
                  <a:lnTo>
                    <a:pt x="22307" y="9878"/>
                  </a:lnTo>
                  <a:lnTo>
                    <a:pt x="26945" y="9878"/>
                  </a:lnTo>
                  <a:lnTo>
                    <a:pt x="32742" y="5488"/>
                  </a:lnTo>
                  <a:lnTo>
                    <a:pt x="52453" y="5488"/>
                  </a:lnTo>
                  <a:lnTo>
                    <a:pt x="52453" y="2195"/>
                  </a:lnTo>
                  <a:lnTo>
                    <a:pt x="46656" y="2458"/>
                  </a:lnTo>
                  <a:lnTo>
                    <a:pt x="4549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13F3C3DF-CE22-D212-4255-40107EE8D59C}"/>
                </a:ext>
              </a:extLst>
            </p:cNvPr>
            <p:cNvSpPr>
              <a:spLocks/>
            </p:cNvSpPr>
            <p:nvPr/>
          </p:nvSpPr>
          <p:spPr>
            <a:xfrm>
              <a:off x="7900146" y="2026276"/>
              <a:ext cx="12144" cy="40166"/>
            </a:xfrm>
            <a:custGeom>
              <a:avLst/>
              <a:gdLst>
                <a:gd name="connsiteX0" fmla="*/ 2340 w 8136"/>
                <a:gd name="connsiteY0" fmla="*/ 0 h 26910"/>
                <a:gd name="connsiteX1" fmla="*/ 2340 w 8136"/>
                <a:gd name="connsiteY1" fmla="*/ 7112 h 26910"/>
                <a:gd name="connsiteX2" fmla="*/ 21 w 8136"/>
                <a:gd name="connsiteY2" fmla="*/ 13433 h 26910"/>
                <a:gd name="connsiteX3" fmla="*/ 2340 w 8136"/>
                <a:gd name="connsiteY3" fmla="*/ 19492 h 26910"/>
                <a:gd name="connsiteX4" fmla="*/ 4937 w 8136"/>
                <a:gd name="connsiteY4" fmla="*/ 26911 h 26910"/>
                <a:gd name="connsiteX5" fmla="*/ 8137 w 8136"/>
                <a:gd name="connsiteY5" fmla="*/ 26911 h 26910"/>
                <a:gd name="connsiteX6" fmla="*/ 4937 w 8136"/>
                <a:gd name="connsiteY6" fmla="*/ 17604 h 26910"/>
                <a:gd name="connsiteX7" fmla="*/ 3638 w 8136"/>
                <a:gd name="connsiteY7" fmla="*/ 14048 h 26910"/>
                <a:gd name="connsiteX8" fmla="*/ 4937 w 8136"/>
                <a:gd name="connsiteY8" fmla="*/ 6936 h 26910"/>
                <a:gd name="connsiteX9" fmla="*/ 2340 w 8136"/>
                <a:gd name="connsiteY9" fmla="*/ 88 h 2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36" h="26910">
                  <a:moveTo>
                    <a:pt x="2340" y="0"/>
                  </a:moveTo>
                  <a:lnTo>
                    <a:pt x="2340" y="7112"/>
                  </a:lnTo>
                  <a:cubicBezTo>
                    <a:pt x="2340" y="7112"/>
                    <a:pt x="299" y="13170"/>
                    <a:pt x="21" y="13433"/>
                  </a:cubicBezTo>
                  <a:cubicBezTo>
                    <a:pt x="-257" y="13697"/>
                    <a:pt x="2340" y="19492"/>
                    <a:pt x="2340" y="19492"/>
                  </a:cubicBezTo>
                  <a:lnTo>
                    <a:pt x="4937" y="26911"/>
                  </a:lnTo>
                  <a:lnTo>
                    <a:pt x="8137" y="26911"/>
                  </a:lnTo>
                  <a:lnTo>
                    <a:pt x="4937" y="17604"/>
                  </a:lnTo>
                  <a:lnTo>
                    <a:pt x="3638" y="14048"/>
                  </a:lnTo>
                  <a:lnTo>
                    <a:pt x="4937" y="6936"/>
                  </a:lnTo>
                  <a:lnTo>
                    <a:pt x="2340" y="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3607599B-F54D-B5B0-7FAB-1D19C4A1F892}"/>
                </a:ext>
              </a:extLst>
            </p:cNvPr>
            <p:cNvSpPr>
              <a:spLocks/>
            </p:cNvSpPr>
            <p:nvPr/>
          </p:nvSpPr>
          <p:spPr>
            <a:xfrm>
              <a:off x="7578283" y="1781339"/>
              <a:ext cx="9068" cy="8387"/>
            </a:xfrm>
            <a:custGeom>
              <a:avLst/>
              <a:gdLst>
                <a:gd name="connsiteX0" fmla="*/ 1762 w 6075"/>
                <a:gd name="connsiteY0" fmla="*/ 5619 h 5619"/>
                <a:gd name="connsiteX1" fmla="*/ 6075 w 6075"/>
                <a:gd name="connsiteY1" fmla="*/ 0 h 5619"/>
                <a:gd name="connsiteX2" fmla="*/ 0 w 6075"/>
                <a:gd name="connsiteY2" fmla="*/ 2810 h 5619"/>
                <a:gd name="connsiteX3" fmla="*/ 1762 w 6075"/>
                <a:gd name="connsiteY3" fmla="*/ 5619 h 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75" h="5619">
                  <a:moveTo>
                    <a:pt x="1762" y="5619"/>
                  </a:moveTo>
                  <a:lnTo>
                    <a:pt x="6075" y="0"/>
                  </a:lnTo>
                  <a:lnTo>
                    <a:pt x="0" y="2810"/>
                  </a:lnTo>
                  <a:lnTo>
                    <a:pt x="1762" y="56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99F238F4-E092-3B5A-3BB2-729E93DF4513}"/>
                </a:ext>
              </a:extLst>
            </p:cNvPr>
            <p:cNvSpPr>
              <a:spLocks/>
            </p:cNvSpPr>
            <p:nvPr/>
          </p:nvSpPr>
          <p:spPr>
            <a:xfrm>
              <a:off x="7948217" y="1615491"/>
              <a:ext cx="6922" cy="11467"/>
            </a:xfrm>
            <a:custGeom>
              <a:avLst/>
              <a:gdLst>
                <a:gd name="connsiteX0" fmla="*/ 4638 w 4637"/>
                <a:gd name="connsiteY0" fmla="*/ 0 h 7682"/>
                <a:gd name="connsiteX1" fmla="*/ 2319 w 4637"/>
                <a:gd name="connsiteY1" fmla="*/ 0 h 7682"/>
                <a:gd name="connsiteX2" fmla="*/ 2319 w 4637"/>
                <a:gd name="connsiteY2" fmla="*/ 3863 h 7682"/>
                <a:gd name="connsiteX3" fmla="*/ 0 w 4637"/>
                <a:gd name="connsiteY3" fmla="*/ 4961 h 7682"/>
                <a:gd name="connsiteX4" fmla="*/ 0 w 4637"/>
                <a:gd name="connsiteY4" fmla="*/ 7683 h 7682"/>
                <a:gd name="connsiteX5" fmla="*/ 4638 w 4637"/>
                <a:gd name="connsiteY5" fmla="*/ 4961 h 7682"/>
                <a:gd name="connsiteX6" fmla="*/ 4638 w 4637"/>
                <a:gd name="connsiteY6" fmla="*/ 0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37" h="7682">
                  <a:moveTo>
                    <a:pt x="4638" y="0"/>
                  </a:moveTo>
                  <a:lnTo>
                    <a:pt x="2319" y="0"/>
                  </a:lnTo>
                  <a:lnTo>
                    <a:pt x="2319" y="3863"/>
                  </a:lnTo>
                  <a:lnTo>
                    <a:pt x="0" y="4961"/>
                  </a:lnTo>
                  <a:lnTo>
                    <a:pt x="0" y="7683"/>
                  </a:lnTo>
                  <a:lnTo>
                    <a:pt x="4638" y="4961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16C17977-EBAD-D365-70E7-3235228B53DD}"/>
                </a:ext>
              </a:extLst>
            </p:cNvPr>
            <p:cNvSpPr>
              <a:spLocks/>
            </p:cNvSpPr>
            <p:nvPr/>
          </p:nvSpPr>
          <p:spPr>
            <a:xfrm>
              <a:off x="7606872" y="1832580"/>
              <a:ext cx="14259" cy="8190"/>
            </a:xfrm>
            <a:custGeom>
              <a:avLst/>
              <a:gdLst>
                <a:gd name="connsiteX0" fmla="*/ 9554 w 9553"/>
                <a:gd name="connsiteY0" fmla="*/ 2810 h 5487"/>
                <a:gd name="connsiteX1" fmla="*/ 0 w 9553"/>
                <a:gd name="connsiteY1" fmla="*/ 0 h 5487"/>
                <a:gd name="connsiteX2" fmla="*/ 0 w 9553"/>
                <a:gd name="connsiteY2" fmla="*/ 2810 h 5487"/>
                <a:gd name="connsiteX3" fmla="*/ 8116 w 9553"/>
                <a:gd name="connsiteY3" fmla="*/ 5488 h 5487"/>
                <a:gd name="connsiteX4" fmla="*/ 9554 w 9553"/>
                <a:gd name="connsiteY4" fmla="*/ 2810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3" h="5487">
                  <a:moveTo>
                    <a:pt x="9554" y="2810"/>
                  </a:moveTo>
                  <a:lnTo>
                    <a:pt x="0" y="0"/>
                  </a:lnTo>
                  <a:lnTo>
                    <a:pt x="0" y="2810"/>
                  </a:lnTo>
                  <a:lnTo>
                    <a:pt x="8116" y="5488"/>
                  </a:lnTo>
                  <a:lnTo>
                    <a:pt x="9554" y="281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6C366746-F2D3-CCA1-82ED-EE90CE6C9CCA}"/>
                </a:ext>
              </a:extLst>
            </p:cNvPr>
            <p:cNvSpPr>
              <a:spLocks/>
            </p:cNvSpPr>
            <p:nvPr/>
          </p:nvSpPr>
          <p:spPr>
            <a:xfrm>
              <a:off x="7606872" y="2603698"/>
              <a:ext cx="44996" cy="36039"/>
            </a:xfrm>
            <a:custGeom>
              <a:avLst/>
              <a:gdLst>
                <a:gd name="connsiteX0" fmla="*/ 15073 w 30145"/>
                <a:gd name="connsiteY0" fmla="*/ 8780 h 24145"/>
                <a:gd name="connsiteX1" fmla="*/ 6354 w 30145"/>
                <a:gd name="connsiteY1" fmla="*/ 13477 h 24145"/>
                <a:gd name="connsiteX2" fmla="*/ 2875 w 30145"/>
                <a:gd name="connsiteY2" fmla="*/ 17560 h 24145"/>
                <a:gd name="connsiteX3" fmla="*/ 0 w 30145"/>
                <a:gd name="connsiteY3" fmla="*/ 19492 h 24145"/>
                <a:gd name="connsiteX4" fmla="*/ 0 w 30145"/>
                <a:gd name="connsiteY4" fmla="*/ 24145 h 24145"/>
                <a:gd name="connsiteX5" fmla="*/ 3154 w 30145"/>
                <a:gd name="connsiteY5" fmla="*/ 20896 h 24145"/>
                <a:gd name="connsiteX6" fmla="*/ 6957 w 30145"/>
                <a:gd name="connsiteY6" fmla="*/ 16770 h 24145"/>
                <a:gd name="connsiteX7" fmla="*/ 17067 w 30145"/>
                <a:gd name="connsiteY7" fmla="*/ 10448 h 24145"/>
                <a:gd name="connsiteX8" fmla="*/ 30145 w 30145"/>
                <a:gd name="connsiteY8" fmla="*/ 0 h 24145"/>
                <a:gd name="connsiteX9" fmla="*/ 24023 w 30145"/>
                <a:gd name="connsiteY9" fmla="*/ 0 h 24145"/>
                <a:gd name="connsiteX10" fmla="*/ 15073 w 30145"/>
                <a:gd name="connsiteY10" fmla="*/ 8780 h 2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145" h="24145">
                  <a:moveTo>
                    <a:pt x="15073" y="8780"/>
                  </a:moveTo>
                  <a:lnTo>
                    <a:pt x="6354" y="13477"/>
                  </a:lnTo>
                  <a:lnTo>
                    <a:pt x="2875" y="17560"/>
                  </a:lnTo>
                  <a:lnTo>
                    <a:pt x="0" y="19492"/>
                  </a:lnTo>
                  <a:lnTo>
                    <a:pt x="0" y="24145"/>
                  </a:lnTo>
                  <a:lnTo>
                    <a:pt x="3154" y="20896"/>
                  </a:lnTo>
                  <a:lnTo>
                    <a:pt x="6957" y="16770"/>
                  </a:lnTo>
                  <a:lnTo>
                    <a:pt x="17067" y="10448"/>
                  </a:lnTo>
                  <a:lnTo>
                    <a:pt x="30145" y="0"/>
                  </a:lnTo>
                  <a:lnTo>
                    <a:pt x="24023" y="0"/>
                  </a:lnTo>
                  <a:lnTo>
                    <a:pt x="15073" y="8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07827A3E-8030-841E-22FD-964EDBBE4FB8}"/>
                </a:ext>
              </a:extLst>
            </p:cNvPr>
            <p:cNvSpPr>
              <a:spLocks/>
            </p:cNvSpPr>
            <p:nvPr/>
          </p:nvSpPr>
          <p:spPr>
            <a:xfrm>
              <a:off x="7698111" y="2041021"/>
              <a:ext cx="9136" cy="8583"/>
            </a:xfrm>
            <a:custGeom>
              <a:avLst/>
              <a:gdLst>
                <a:gd name="connsiteX0" fmla="*/ 2922 w 6121"/>
                <a:gd name="connsiteY0" fmla="*/ 5751 h 5750"/>
                <a:gd name="connsiteX1" fmla="*/ 6122 w 6121"/>
                <a:gd name="connsiteY1" fmla="*/ 5751 h 5750"/>
                <a:gd name="connsiteX2" fmla="*/ 6122 w 6121"/>
                <a:gd name="connsiteY2" fmla="*/ 0 h 5750"/>
                <a:gd name="connsiteX3" fmla="*/ 0 w 6121"/>
                <a:gd name="connsiteY3" fmla="*/ 3029 h 5750"/>
                <a:gd name="connsiteX4" fmla="*/ 2922 w 6121"/>
                <a:gd name="connsiteY4" fmla="*/ 5751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5750">
                  <a:moveTo>
                    <a:pt x="2922" y="5751"/>
                  </a:moveTo>
                  <a:lnTo>
                    <a:pt x="6122" y="5751"/>
                  </a:lnTo>
                  <a:lnTo>
                    <a:pt x="6122" y="0"/>
                  </a:lnTo>
                  <a:lnTo>
                    <a:pt x="0" y="3029"/>
                  </a:lnTo>
                  <a:lnTo>
                    <a:pt x="2922" y="57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B80A9007-5BF0-5F43-7589-4D0A699856EC}"/>
                </a:ext>
              </a:extLst>
            </p:cNvPr>
            <p:cNvSpPr>
              <a:spLocks/>
            </p:cNvSpPr>
            <p:nvPr/>
          </p:nvSpPr>
          <p:spPr>
            <a:xfrm>
              <a:off x="7802846" y="1927986"/>
              <a:ext cx="40634" cy="9828"/>
            </a:xfrm>
            <a:custGeom>
              <a:avLst/>
              <a:gdLst>
                <a:gd name="connsiteX0" fmla="*/ 4916 w 27223"/>
                <a:gd name="connsiteY0" fmla="*/ 4741 h 6585"/>
                <a:gd name="connsiteX1" fmla="*/ 14191 w 27223"/>
                <a:gd name="connsiteY1" fmla="*/ 6585 h 6585"/>
                <a:gd name="connsiteX2" fmla="*/ 20731 w 27223"/>
                <a:gd name="connsiteY2" fmla="*/ 4917 h 6585"/>
                <a:gd name="connsiteX3" fmla="*/ 27223 w 27223"/>
                <a:gd name="connsiteY3" fmla="*/ 2897 h 6585"/>
                <a:gd name="connsiteX4" fmla="*/ 24348 w 27223"/>
                <a:gd name="connsiteY4" fmla="*/ 1361 h 6585"/>
                <a:gd name="connsiteX5" fmla="*/ 17670 w 27223"/>
                <a:gd name="connsiteY5" fmla="*/ 3293 h 6585"/>
                <a:gd name="connsiteX6" fmla="*/ 10713 w 27223"/>
                <a:gd name="connsiteY6" fmla="*/ 2897 h 6585"/>
                <a:gd name="connsiteX7" fmla="*/ 10157 w 27223"/>
                <a:gd name="connsiteY7" fmla="*/ 0 h 6585"/>
                <a:gd name="connsiteX8" fmla="*/ 0 w 27223"/>
                <a:gd name="connsiteY8" fmla="*/ 0 h 6585"/>
                <a:gd name="connsiteX9" fmla="*/ 4916 w 27223"/>
                <a:gd name="connsiteY9" fmla="*/ 4741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223" h="6585">
                  <a:moveTo>
                    <a:pt x="4916" y="4741"/>
                  </a:moveTo>
                  <a:lnTo>
                    <a:pt x="14191" y="6585"/>
                  </a:lnTo>
                  <a:lnTo>
                    <a:pt x="20731" y="4917"/>
                  </a:lnTo>
                  <a:lnTo>
                    <a:pt x="27223" y="2897"/>
                  </a:lnTo>
                  <a:lnTo>
                    <a:pt x="24348" y="1361"/>
                  </a:lnTo>
                  <a:lnTo>
                    <a:pt x="17670" y="3293"/>
                  </a:lnTo>
                  <a:lnTo>
                    <a:pt x="10713" y="2897"/>
                  </a:lnTo>
                  <a:lnTo>
                    <a:pt x="10157" y="0"/>
                  </a:lnTo>
                  <a:lnTo>
                    <a:pt x="0" y="0"/>
                  </a:lnTo>
                  <a:lnTo>
                    <a:pt x="4916" y="47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A19BAF3-830E-1D82-A029-7865AAEEC75F}"/>
                </a:ext>
              </a:extLst>
            </p:cNvPr>
            <p:cNvSpPr>
              <a:spLocks/>
            </p:cNvSpPr>
            <p:nvPr/>
          </p:nvSpPr>
          <p:spPr>
            <a:xfrm>
              <a:off x="7805893" y="1895223"/>
              <a:ext cx="23743" cy="9435"/>
            </a:xfrm>
            <a:custGeom>
              <a:avLst/>
              <a:gdLst>
                <a:gd name="connsiteX0" fmla="*/ 15907 w 15907"/>
                <a:gd name="connsiteY0" fmla="*/ 2458 h 6321"/>
                <a:gd name="connsiteX1" fmla="*/ 2875 w 15907"/>
                <a:gd name="connsiteY1" fmla="*/ 0 h 6321"/>
                <a:gd name="connsiteX2" fmla="*/ 0 w 15907"/>
                <a:gd name="connsiteY2" fmla="*/ 2458 h 6321"/>
                <a:gd name="connsiteX3" fmla="*/ 15907 w 15907"/>
                <a:gd name="connsiteY3" fmla="*/ 6322 h 6321"/>
                <a:gd name="connsiteX4" fmla="*/ 15907 w 15907"/>
                <a:gd name="connsiteY4" fmla="*/ 2458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7" h="6321">
                  <a:moveTo>
                    <a:pt x="15907" y="2458"/>
                  </a:moveTo>
                  <a:lnTo>
                    <a:pt x="2875" y="0"/>
                  </a:lnTo>
                  <a:lnTo>
                    <a:pt x="0" y="2458"/>
                  </a:lnTo>
                  <a:lnTo>
                    <a:pt x="15907" y="6322"/>
                  </a:lnTo>
                  <a:lnTo>
                    <a:pt x="15907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C0DB85BF-DA50-E916-07C4-EE9BB74444A7}"/>
                </a:ext>
              </a:extLst>
            </p:cNvPr>
            <p:cNvSpPr>
              <a:spLocks/>
            </p:cNvSpPr>
            <p:nvPr/>
          </p:nvSpPr>
          <p:spPr>
            <a:xfrm>
              <a:off x="6681899" y="2831797"/>
              <a:ext cx="31150" cy="31125"/>
            </a:xfrm>
            <a:custGeom>
              <a:avLst/>
              <a:gdLst>
                <a:gd name="connsiteX0" fmla="*/ 10991 w 20869"/>
                <a:gd name="connsiteY0" fmla="*/ 13741 h 20852"/>
                <a:gd name="connsiteX1" fmla="*/ 5194 w 20869"/>
                <a:gd name="connsiteY1" fmla="*/ 17297 h 20852"/>
                <a:gd name="connsiteX2" fmla="*/ 5194 w 20869"/>
                <a:gd name="connsiteY2" fmla="*/ 13741 h 20852"/>
                <a:gd name="connsiteX3" fmla="*/ 0 w 20869"/>
                <a:gd name="connsiteY3" fmla="*/ 20853 h 20852"/>
                <a:gd name="connsiteX4" fmla="*/ 6957 w 20869"/>
                <a:gd name="connsiteY4" fmla="*/ 20853 h 20852"/>
                <a:gd name="connsiteX5" fmla="*/ 8997 w 20869"/>
                <a:gd name="connsiteY5" fmla="*/ 18658 h 20852"/>
                <a:gd name="connsiteX6" fmla="*/ 16835 w 20869"/>
                <a:gd name="connsiteY6" fmla="*/ 9043 h 20852"/>
                <a:gd name="connsiteX7" fmla="*/ 20870 w 20869"/>
                <a:gd name="connsiteY7" fmla="*/ 0 h 20852"/>
                <a:gd name="connsiteX8" fmla="*/ 11038 w 20869"/>
                <a:gd name="connsiteY8" fmla="*/ 13697 h 2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869" h="20852">
                  <a:moveTo>
                    <a:pt x="10991" y="13741"/>
                  </a:moveTo>
                  <a:lnTo>
                    <a:pt x="5194" y="17297"/>
                  </a:lnTo>
                  <a:lnTo>
                    <a:pt x="5194" y="13741"/>
                  </a:lnTo>
                  <a:lnTo>
                    <a:pt x="0" y="20853"/>
                  </a:lnTo>
                  <a:lnTo>
                    <a:pt x="6957" y="20853"/>
                  </a:lnTo>
                  <a:lnTo>
                    <a:pt x="8997" y="18658"/>
                  </a:lnTo>
                  <a:cubicBezTo>
                    <a:pt x="8997" y="18658"/>
                    <a:pt x="16603" y="15628"/>
                    <a:pt x="16835" y="9043"/>
                  </a:cubicBezTo>
                  <a:cubicBezTo>
                    <a:pt x="16835" y="9043"/>
                    <a:pt x="18551" y="1624"/>
                    <a:pt x="20870" y="0"/>
                  </a:cubicBezTo>
                  <a:cubicBezTo>
                    <a:pt x="20870" y="0"/>
                    <a:pt x="11038" y="4390"/>
                    <a:pt x="11038" y="1369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B6399D69-B5FC-A68A-8926-DCDFB0EDAAF9}"/>
                </a:ext>
              </a:extLst>
            </p:cNvPr>
            <p:cNvSpPr>
              <a:spLocks/>
            </p:cNvSpPr>
            <p:nvPr/>
          </p:nvSpPr>
          <p:spPr>
            <a:xfrm>
              <a:off x="7769965" y="2027063"/>
              <a:ext cx="44165" cy="11924"/>
            </a:xfrm>
            <a:custGeom>
              <a:avLst/>
              <a:gdLst>
                <a:gd name="connsiteX0" fmla="*/ 16789 w 29588"/>
                <a:gd name="connsiteY0" fmla="*/ 3995 h 7989"/>
                <a:gd name="connsiteX1" fmla="*/ 11316 w 29588"/>
                <a:gd name="connsiteY1" fmla="*/ 3995 h 7989"/>
                <a:gd name="connsiteX2" fmla="*/ 9832 w 29588"/>
                <a:gd name="connsiteY2" fmla="*/ 0 h 7989"/>
                <a:gd name="connsiteX3" fmla="*/ 0 w 29588"/>
                <a:gd name="connsiteY3" fmla="*/ 7990 h 7989"/>
                <a:gd name="connsiteX4" fmla="*/ 4916 w 29588"/>
                <a:gd name="connsiteY4" fmla="*/ 6585 h 7989"/>
                <a:gd name="connsiteX5" fmla="*/ 16510 w 29588"/>
                <a:gd name="connsiteY5" fmla="*/ 6585 h 7989"/>
                <a:gd name="connsiteX6" fmla="*/ 21148 w 29588"/>
                <a:gd name="connsiteY6" fmla="*/ 4390 h 7989"/>
                <a:gd name="connsiteX7" fmla="*/ 29589 w 29588"/>
                <a:gd name="connsiteY7" fmla="*/ 0 h 7989"/>
                <a:gd name="connsiteX8" fmla="*/ 20592 w 29588"/>
                <a:gd name="connsiteY8" fmla="*/ 0 h 7989"/>
                <a:gd name="connsiteX9" fmla="*/ 16789 w 29588"/>
                <a:gd name="connsiteY9" fmla="*/ 3995 h 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88" h="7989">
                  <a:moveTo>
                    <a:pt x="16789" y="3995"/>
                  </a:moveTo>
                  <a:lnTo>
                    <a:pt x="11316" y="3995"/>
                  </a:lnTo>
                  <a:lnTo>
                    <a:pt x="9832" y="0"/>
                  </a:lnTo>
                  <a:lnTo>
                    <a:pt x="0" y="7990"/>
                  </a:lnTo>
                  <a:lnTo>
                    <a:pt x="4916" y="6585"/>
                  </a:lnTo>
                  <a:lnTo>
                    <a:pt x="16510" y="6585"/>
                  </a:lnTo>
                  <a:lnTo>
                    <a:pt x="21148" y="4390"/>
                  </a:lnTo>
                  <a:lnTo>
                    <a:pt x="29589" y="0"/>
                  </a:lnTo>
                  <a:lnTo>
                    <a:pt x="20592" y="0"/>
                  </a:lnTo>
                  <a:lnTo>
                    <a:pt x="16789" y="39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D614751A-F8D3-D804-24E7-F580E36D4B93}"/>
                </a:ext>
              </a:extLst>
            </p:cNvPr>
            <p:cNvSpPr>
              <a:spLocks/>
            </p:cNvSpPr>
            <p:nvPr/>
          </p:nvSpPr>
          <p:spPr>
            <a:xfrm>
              <a:off x="7856495" y="1962389"/>
              <a:ext cx="25544" cy="33614"/>
            </a:xfrm>
            <a:custGeom>
              <a:avLst/>
              <a:gdLst>
                <a:gd name="connsiteX0" fmla="*/ 0 w 17113"/>
                <a:gd name="connsiteY0" fmla="*/ 16726 h 22520"/>
                <a:gd name="connsiteX1" fmla="*/ 0 w 17113"/>
                <a:gd name="connsiteY1" fmla="*/ 22521 h 22520"/>
                <a:gd name="connsiteX2" fmla="*/ 2875 w 17113"/>
                <a:gd name="connsiteY2" fmla="*/ 18394 h 22520"/>
                <a:gd name="connsiteX3" fmla="*/ 10157 w 17113"/>
                <a:gd name="connsiteY3" fmla="*/ 9878 h 22520"/>
                <a:gd name="connsiteX4" fmla="*/ 17113 w 17113"/>
                <a:gd name="connsiteY4" fmla="*/ 1361 h 22520"/>
                <a:gd name="connsiteX5" fmla="*/ 15351 w 17113"/>
                <a:gd name="connsiteY5" fmla="*/ 0 h 22520"/>
                <a:gd name="connsiteX6" fmla="*/ 7235 w 17113"/>
                <a:gd name="connsiteY6" fmla="*/ 11238 h 22520"/>
                <a:gd name="connsiteX7" fmla="*/ 0 w 17113"/>
                <a:gd name="connsiteY7" fmla="*/ 16726 h 2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13" h="22520">
                  <a:moveTo>
                    <a:pt x="0" y="16726"/>
                  </a:moveTo>
                  <a:lnTo>
                    <a:pt x="0" y="22521"/>
                  </a:lnTo>
                  <a:lnTo>
                    <a:pt x="2875" y="18394"/>
                  </a:lnTo>
                  <a:lnTo>
                    <a:pt x="10157" y="9878"/>
                  </a:lnTo>
                  <a:lnTo>
                    <a:pt x="17113" y="1361"/>
                  </a:lnTo>
                  <a:lnTo>
                    <a:pt x="15351" y="0"/>
                  </a:lnTo>
                  <a:lnTo>
                    <a:pt x="7235" y="11238"/>
                  </a:lnTo>
                  <a:lnTo>
                    <a:pt x="0" y="1672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73264907-412B-A0AD-A04B-2363D83C5487}"/>
                </a:ext>
              </a:extLst>
            </p:cNvPr>
            <p:cNvSpPr>
              <a:spLocks/>
            </p:cNvSpPr>
            <p:nvPr/>
          </p:nvSpPr>
          <p:spPr>
            <a:xfrm>
              <a:off x="6923214" y="2559124"/>
              <a:ext cx="31981" cy="12465"/>
            </a:xfrm>
            <a:custGeom>
              <a:avLst/>
              <a:gdLst>
                <a:gd name="connsiteX0" fmla="*/ 16557 w 21426"/>
                <a:gd name="connsiteY0" fmla="*/ 1767 h 8351"/>
                <a:gd name="connsiteX1" fmla="*/ 14331 w 21426"/>
                <a:gd name="connsiteY1" fmla="*/ 3786 h 8351"/>
                <a:gd name="connsiteX2" fmla="*/ 11965 w 21426"/>
                <a:gd name="connsiteY2" fmla="*/ 1943 h 8351"/>
                <a:gd name="connsiteX3" fmla="*/ 9786 w 21426"/>
                <a:gd name="connsiteY3" fmla="*/ 801 h 8351"/>
                <a:gd name="connsiteX4" fmla="*/ 7142 w 21426"/>
                <a:gd name="connsiteY4" fmla="*/ 55 h 8351"/>
                <a:gd name="connsiteX5" fmla="*/ 5751 w 21426"/>
                <a:gd name="connsiteY5" fmla="*/ 11 h 8351"/>
                <a:gd name="connsiteX6" fmla="*/ 4267 w 21426"/>
                <a:gd name="connsiteY6" fmla="*/ 362 h 8351"/>
                <a:gd name="connsiteX7" fmla="*/ 1994 w 21426"/>
                <a:gd name="connsiteY7" fmla="*/ 1855 h 8351"/>
                <a:gd name="connsiteX8" fmla="*/ 0 w 21426"/>
                <a:gd name="connsiteY8" fmla="*/ 6069 h 8351"/>
                <a:gd name="connsiteX9" fmla="*/ 3293 w 21426"/>
                <a:gd name="connsiteY9" fmla="*/ 3347 h 8351"/>
                <a:gd name="connsiteX10" fmla="*/ 4962 w 21426"/>
                <a:gd name="connsiteY10" fmla="*/ 2777 h 8351"/>
                <a:gd name="connsiteX11" fmla="*/ 5751 w 21426"/>
                <a:gd name="connsiteY11" fmla="*/ 2777 h 8351"/>
                <a:gd name="connsiteX12" fmla="*/ 6585 w 21426"/>
                <a:gd name="connsiteY12" fmla="*/ 2952 h 8351"/>
                <a:gd name="connsiteX13" fmla="*/ 8255 w 21426"/>
                <a:gd name="connsiteY13" fmla="*/ 3655 h 8351"/>
                <a:gd name="connsiteX14" fmla="*/ 9971 w 21426"/>
                <a:gd name="connsiteY14" fmla="*/ 4664 h 8351"/>
                <a:gd name="connsiteX15" fmla="*/ 13357 w 21426"/>
                <a:gd name="connsiteY15" fmla="*/ 7079 h 8351"/>
                <a:gd name="connsiteX16" fmla="*/ 15073 w 21426"/>
                <a:gd name="connsiteY16" fmla="*/ 8352 h 8351"/>
                <a:gd name="connsiteX17" fmla="*/ 15861 w 21426"/>
                <a:gd name="connsiteY17" fmla="*/ 6728 h 8351"/>
                <a:gd name="connsiteX18" fmla="*/ 17948 w 21426"/>
                <a:gd name="connsiteY18" fmla="*/ 3260 h 8351"/>
                <a:gd name="connsiteX19" fmla="*/ 21426 w 21426"/>
                <a:gd name="connsiteY19" fmla="*/ 1372 h 8351"/>
                <a:gd name="connsiteX20" fmla="*/ 18968 w 21426"/>
                <a:gd name="connsiteY20" fmla="*/ 757 h 8351"/>
                <a:gd name="connsiteX21" fmla="*/ 16510 w 21426"/>
                <a:gd name="connsiteY21" fmla="*/ 1767 h 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426" h="8351">
                  <a:moveTo>
                    <a:pt x="16557" y="1767"/>
                  </a:moveTo>
                  <a:cubicBezTo>
                    <a:pt x="15722" y="2338"/>
                    <a:pt x="14980" y="3040"/>
                    <a:pt x="14331" y="3786"/>
                  </a:cubicBezTo>
                  <a:cubicBezTo>
                    <a:pt x="13589" y="3128"/>
                    <a:pt x="12800" y="2513"/>
                    <a:pt x="11965" y="1943"/>
                  </a:cubicBezTo>
                  <a:cubicBezTo>
                    <a:pt x="11270" y="1548"/>
                    <a:pt x="10574" y="1109"/>
                    <a:pt x="9786" y="801"/>
                  </a:cubicBezTo>
                  <a:cubicBezTo>
                    <a:pt x="8997" y="450"/>
                    <a:pt x="8209" y="187"/>
                    <a:pt x="7142" y="55"/>
                  </a:cubicBezTo>
                  <a:cubicBezTo>
                    <a:pt x="6493" y="-33"/>
                    <a:pt x="6400" y="11"/>
                    <a:pt x="5751" y="11"/>
                  </a:cubicBezTo>
                  <a:cubicBezTo>
                    <a:pt x="5241" y="55"/>
                    <a:pt x="4731" y="187"/>
                    <a:pt x="4267" y="362"/>
                  </a:cubicBezTo>
                  <a:cubicBezTo>
                    <a:pt x="3339" y="713"/>
                    <a:pt x="2551" y="1240"/>
                    <a:pt x="1994" y="1855"/>
                  </a:cubicBezTo>
                  <a:cubicBezTo>
                    <a:pt x="835" y="3084"/>
                    <a:pt x="232" y="4577"/>
                    <a:pt x="0" y="6069"/>
                  </a:cubicBezTo>
                  <a:cubicBezTo>
                    <a:pt x="1020" y="4928"/>
                    <a:pt x="2133" y="3962"/>
                    <a:pt x="3293" y="3347"/>
                  </a:cubicBezTo>
                  <a:cubicBezTo>
                    <a:pt x="3896" y="3040"/>
                    <a:pt x="4452" y="2864"/>
                    <a:pt x="4962" y="2777"/>
                  </a:cubicBezTo>
                  <a:cubicBezTo>
                    <a:pt x="5241" y="2777"/>
                    <a:pt x="5472" y="2777"/>
                    <a:pt x="5751" y="2777"/>
                  </a:cubicBezTo>
                  <a:cubicBezTo>
                    <a:pt x="5844" y="2777"/>
                    <a:pt x="6493" y="2864"/>
                    <a:pt x="6585" y="2952"/>
                  </a:cubicBezTo>
                  <a:cubicBezTo>
                    <a:pt x="7003" y="3084"/>
                    <a:pt x="7652" y="3391"/>
                    <a:pt x="8255" y="3655"/>
                  </a:cubicBezTo>
                  <a:cubicBezTo>
                    <a:pt x="8858" y="3918"/>
                    <a:pt x="9415" y="4313"/>
                    <a:pt x="9971" y="4664"/>
                  </a:cubicBezTo>
                  <a:cubicBezTo>
                    <a:pt x="11131" y="5367"/>
                    <a:pt x="12290" y="6289"/>
                    <a:pt x="13357" y="7079"/>
                  </a:cubicBezTo>
                  <a:lnTo>
                    <a:pt x="15073" y="8352"/>
                  </a:lnTo>
                  <a:lnTo>
                    <a:pt x="15861" y="6728"/>
                  </a:lnTo>
                  <a:cubicBezTo>
                    <a:pt x="16417" y="5586"/>
                    <a:pt x="17160" y="4313"/>
                    <a:pt x="17948" y="3260"/>
                  </a:cubicBezTo>
                  <a:cubicBezTo>
                    <a:pt x="18783" y="2250"/>
                    <a:pt x="19710" y="1152"/>
                    <a:pt x="21426" y="1372"/>
                  </a:cubicBezTo>
                  <a:cubicBezTo>
                    <a:pt x="20823" y="801"/>
                    <a:pt x="19850" y="626"/>
                    <a:pt x="18968" y="757"/>
                  </a:cubicBezTo>
                  <a:cubicBezTo>
                    <a:pt x="18041" y="889"/>
                    <a:pt x="17206" y="1284"/>
                    <a:pt x="16510" y="176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A2D43EC1-490D-31C4-A3AA-1DA9BAA393A2}"/>
                </a:ext>
              </a:extLst>
            </p:cNvPr>
            <p:cNvSpPr>
              <a:spLocks/>
            </p:cNvSpPr>
            <p:nvPr/>
          </p:nvSpPr>
          <p:spPr>
            <a:xfrm>
              <a:off x="6964404" y="2482540"/>
              <a:ext cx="35233" cy="44622"/>
            </a:xfrm>
            <a:custGeom>
              <a:avLst/>
              <a:gdLst>
                <a:gd name="connsiteX0" fmla="*/ 22910 w 23605"/>
                <a:gd name="connsiteY0" fmla="*/ 5488 h 29895"/>
                <a:gd name="connsiteX1" fmla="*/ 22910 w 23605"/>
                <a:gd name="connsiteY1" fmla="*/ 5092 h 29895"/>
                <a:gd name="connsiteX2" fmla="*/ 22725 w 23605"/>
                <a:gd name="connsiteY2" fmla="*/ 4961 h 29895"/>
                <a:gd name="connsiteX3" fmla="*/ 17623 w 23605"/>
                <a:gd name="connsiteY3" fmla="*/ 0 h 29895"/>
                <a:gd name="connsiteX4" fmla="*/ 21055 w 23605"/>
                <a:gd name="connsiteY4" fmla="*/ 5663 h 29895"/>
                <a:gd name="connsiteX5" fmla="*/ 20545 w 23605"/>
                <a:gd name="connsiteY5" fmla="*/ 13126 h 29895"/>
                <a:gd name="connsiteX6" fmla="*/ 18273 w 23605"/>
                <a:gd name="connsiteY6" fmla="*/ 12204 h 29895"/>
                <a:gd name="connsiteX7" fmla="*/ 17252 w 23605"/>
                <a:gd name="connsiteY7" fmla="*/ 11809 h 29895"/>
                <a:gd name="connsiteX8" fmla="*/ 16464 w 23605"/>
                <a:gd name="connsiteY8" fmla="*/ 12555 h 29895"/>
                <a:gd name="connsiteX9" fmla="*/ 13264 w 23605"/>
                <a:gd name="connsiteY9" fmla="*/ 15541 h 29895"/>
                <a:gd name="connsiteX10" fmla="*/ 12754 w 23605"/>
                <a:gd name="connsiteY10" fmla="*/ 16024 h 29895"/>
                <a:gd name="connsiteX11" fmla="*/ 12754 w 23605"/>
                <a:gd name="connsiteY11" fmla="*/ 16682 h 29895"/>
                <a:gd name="connsiteX12" fmla="*/ 12800 w 23605"/>
                <a:gd name="connsiteY12" fmla="*/ 19974 h 29895"/>
                <a:gd name="connsiteX13" fmla="*/ 8673 w 23605"/>
                <a:gd name="connsiteY13" fmla="*/ 21379 h 29895"/>
                <a:gd name="connsiteX14" fmla="*/ 2041 w 23605"/>
                <a:gd name="connsiteY14" fmla="*/ 21818 h 29895"/>
                <a:gd name="connsiteX15" fmla="*/ 1206 w 23605"/>
                <a:gd name="connsiteY15" fmla="*/ 21906 h 29895"/>
                <a:gd name="connsiteX16" fmla="*/ 1113 w 23605"/>
                <a:gd name="connsiteY16" fmla="*/ 22521 h 29895"/>
                <a:gd name="connsiteX17" fmla="*/ 0 w 23605"/>
                <a:gd name="connsiteY17" fmla="*/ 29896 h 29895"/>
                <a:gd name="connsiteX18" fmla="*/ 2644 w 23605"/>
                <a:gd name="connsiteY18" fmla="*/ 23706 h 29895"/>
                <a:gd name="connsiteX19" fmla="*/ 8951 w 23605"/>
                <a:gd name="connsiteY19" fmla="*/ 24145 h 29895"/>
                <a:gd name="connsiteX20" fmla="*/ 9090 w 23605"/>
                <a:gd name="connsiteY20" fmla="*/ 24145 h 29895"/>
                <a:gd name="connsiteX21" fmla="*/ 9368 w 23605"/>
                <a:gd name="connsiteY21" fmla="*/ 24101 h 29895"/>
                <a:gd name="connsiteX22" fmla="*/ 14933 w 23605"/>
                <a:gd name="connsiteY22" fmla="*/ 22652 h 29895"/>
                <a:gd name="connsiteX23" fmla="*/ 16093 w 23605"/>
                <a:gd name="connsiteY23" fmla="*/ 22345 h 29895"/>
                <a:gd name="connsiteX24" fmla="*/ 16093 w 23605"/>
                <a:gd name="connsiteY24" fmla="*/ 21160 h 29895"/>
                <a:gd name="connsiteX25" fmla="*/ 16139 w 23605"/>
                <a:gd name="connsiteY25" fmla="*/ 17428 h 29895"/>
                <a:gd name="connsiteX26" fmla="*/ 18041 w 23605"/>
                <a:gd name="connsiteY26" fmla="*/ 15584 h 29895"/>
                <a:gd name="connsiteX27" fmla="*/ 21380 w 23605"/>
                <a:gd name="connsiteY27" fmla="*/ 16770 h 29895"/>
                <a:gd name="connsiteX28" fmla="*/ 23606 w 23605"/>
                <a:gd name="connsiteY28" fmla="*/ 17516 h 29895"/>
                <a:gd name="connsiteX29" fmla="*/ 23606 w 23605"/>
                <a:gd name="connsiteY29" fmla="*/ 15409 h 29895"/>
                <a:gd name="connsiteX30" fmla="*/ 22864 w 23605"/>
                <a:gd name="connsiteY30" fmla="*/ 5531 h 29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3605" h="29895">
                  <a:moveTo>
                    <a:pt x="22910" y="5488"/>
                  </a:moveTo>
                  <a:lnTo>
                    <a:pt x="22910" y="5092"/>
                  </a:lnTo>
                  <a:cubicBezTo>
                    <a:pt x="22910" y="5092"/>
                    <a:pt x="22725" y="4961"/>
                    <a:pt x="22725" y="4961"/>
                  </a:cubicBezTo>
                  <a:cubicBezTo>
                    <a:pt x="21055" y="3293"/>
                    <a:pt x="19432" y="1580"/>
                    <a:pt x="17623" y="0"/>
                  </a:cubicBezTo>
                  <a:cubicBezTo>
                    <a:pt x="18690" y="1975"/>
                    <a:pt x="19896" y="3819"/>
                    <a:pt x="21055" y="5663"/>
                  </a:cubicBezTo>
                  <a:cubicBezTo>
                    <a:pt x="20823" y="8165"/>
                    <a:pt x="20684" y="10668"/>
                    <a:pt x="20545" y="13126"/>
                  </a:cubicBezTo>
                  <a:cubicBezTo>
                    <a:pt x="19803" y="12819"/>
                    <a:pt x="19015" y="12468"/>
                    <a:pt x="18273" y="12204"/>
                  </a:cubicBezTo>
                  <a:lnTo>
                    <a:pt x="17252" y="11809"/>
                  </a:lnTo>
                  <a:lnTo>
                    <a:pt x="16464" y="12555"/>
                  </a:lnTo>
                  <a:lnTo>
                    <a:pt x="13264" y="15541"/>
                  </a:lnTo>
                  <a:lnTo>
                    <a:pt x="12754" y="16024"/>
                  </a:lnTo>
                  <a:lnTo>
                    <a:pt x="12754" y="16682"/>
                  </a:lnTo>
                  <a:cubicBezTo>
                    <a:pt x="12754" y="16682"/>
                    <a:pt x="12800" y="19974"/>
                    <a:pt x="12800" y="19974"/>
                  </a:cubicBezTo>
                  <a:lnTo>
                    <a:pt x="8673" y="21379"/>
                  </a:lnTo>
                  <a:cubicBezTo>
                    <a:pt x="6447" y="21511"/>
                    <a:pt x="4267" y="21643"/>
                    <a:pt x="2041" y="21818"/>
                  </a:cubicBezTo>
                  <a:lnTo>
                    <a:pt x="1206" y="21906"/>
                  </a:lnTo>
                  <a:lnTo>
                    <a:pt x="1113" y="22521"/>
                  </a:lnTo>
                  <a:cubicBezTo>
                    <a:pt x="696" y="24979"/>
                    <a:pt x="278" y="27394"/>
                    <a:pt x="0" y="29896"/>
                  </a:cubicBezTo>
                  <a:cubicBezTo>
                    <a:pt x="974" y="27877"/>
                    <a:pt x="1809" y="25813"/>
                    <a:pt x="2644" y="23706"/>
                  </a:cubicBezTo>
                  <a:cubicBezTo>
                    <a:pt x="4731" y="23882"/>
                    <a:pt x="6864" y="24013"/>
                    <a:pt x="8951" y="24145"/>
                  </a:cubicBezTo>
                  <a:lnTo>
                    <a:pt x="9090" y="24145"/>
                  </a:lnTo>
                  <a:cubicBezTo>
                    <a:pt x="9090" y="24145"/>
                    <a:pt x="9368" y="24101"/>
                    <a:pt x="9368" y="24101"/>
                  </a:cubicBezTo>
                  <a:lnTo>
                    <a:pt x="14933" y="22652"/>
                  </a:lnTo>
                  <a:lnTo>
                    <a:pt x="16093" y="22345"/>
                  </a:lnTo>
                  <a:lnTo>
                    <a:pt x="16093" y="21160"/>
                  </a:lnTo>
                  <a:cubicBezTo>
                    <a:pt x="16093" y="21160"/>
                    <a:pt x="16139" y="17428"/>
                    <a:pt x="16139" y="17428"/>
                  </a:cubicBezTo>
                  <a:lnTo>
                    <a:pt x="18041" y="15584"/>
                  </a:lnTo>
                  <a:cubicBezTo>
                    <a:pt x="19154" y="15980"/>
                    <a:pt x="20267" y="16375"/>
                    <a:pt x="21380" y="16770"/>
                  </a:cubicBezTo>
                  <a:lnTo>
                    <a:pt x="23606" y="17516"/>
                  </a:lnTo>
                  <a:lnTo>
                    <a:pt x="23606" y="15409"/>
                  </a:lnTo>
                  <a:cubicBezTo>
                    <a:pt x="23420" y="12116"/>
                    <a:pt x="23189" y="8824"/>
                    <a:pt x="22864" y="553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FDD5FE04-D391-1569-DAF2-876DA74A2A2F}"/>
                </a:ext>
              </a:extLst>
            </p:cNvPr>
            <p:cNvSpPr>
              <a:spLocks/>
            </p:cNvSpPr>
            <p:nvPr/>
          </p:nvSpPr>
          <p:spPr>
            <a:xfrm>
              <a:off x="7006353" y="2415375"/>
              <a:ext cx="21597" cy="38463"/>
            </a:xfrm>
            <a:custGeom>
              <a:avLst/>
              <a:gdLst>
                <a:gd name="connsiteX0" fmla="*/ 11270 w 14469"/>
                <a:gd name="connsiteY0" fmla="*/ 0 h 25769"/>
                <a:gd name="connsiteX1" fmla="*/ 4035 w 14469"/>
                <a:gd name="connsiteY1" fmla="*/ 5180 h 25769"/>
                <a:gd name="connsiteX2" fmla="*/ 4916 w 14469"/>
                <a:gd name="connsiteY2" fmla="*/ 12863 h 25769"/>
                <a:gd name="connsiteX3" fmla="*/ 1438 w 14469"/>
                <a:gd name="connsiteY3" fmla="*/ 12863 h 25769"/>
                <a:gd name="connsiteX4" fmla="*/ 5519 w 14469"/>
                <a:gd name="connsiteY4" fmla="*/ 17823 h 25769"/>
                <a:gd name="connsiteX5" fmla="*/ 0 w 14469"/>
                <a:gd name="connsiteY5" fmla="*/ 22213 h 25769"/>
                <a:gd name="connsiteX6" fmla="*/ 2597 w 14469"/>
                <a:gd name="connsiteY6" fmla="*/ 25769 h 25769"/>
                <a:gd name="connsiteX7" fmla="*/ 6354 w 14469"/>
                <a:gd name="connsiteY7" fmla="*/ 20018 h 25769"/>
                <a:gd name="connsiteX8" fmla="*/ 11873 w 14469"/>
                <a:gd name="connsiteY8" fmla="*/ 15892 h 25769"/>
                <a:gd name="connsiteX9" fmla="*/ 7838 w 14469"/>
                <a:gd name="connsiteY9" fmla="*/ 15892 h 25769"/>
                <a:gd name="connsiteX10" fmla="*/ 6354 w 14469"/>
                <a:gd name="connsiteY10" fmla="*/ 6848 h 25769"/>
                <a:gd name="connsiteX11" fmla="*/ 14470 w 14469"/>
                <a:gd name="connsiteY11" fmla="*/ 2722 h 25769"/>
                <a:gd name="connsiteX12" fmla="*/ 12754 w 14469"/>
                <a:gd name="connsiteY12" fmla="*/ 0 h 25769"/>
                <a:gd name="connsiteX13" fmla="*/ 11270 w 14469"/>
                <a:gd name="connsiteY13" fmla="*/ 0 h 25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469" h="25769">
                  <a:moveTo>
                    <a:pt x="11270" y="0"/>
                  </a:moveTo>
                  <a:lnTo>
                    <a:pt x="4035" y="5180"/>
                  </a:lnTo>
                  <a:lnTo>
                    <a:pt x="4916" y="12863"/>
                  </a:lnTo>
                  <a:lnTo>
                    <a:pt x="1438" y="12863"/>
                  </a:lnTo>
                  <a:lnTo>
                    <a:pt x="5519" y="17823"/>
                  </a:lnTo>
                  <a:lnTo>
                    <a:pt x="0" y="22213"/>
                  </a:lnTo>
                  <a:lnTo>
                    <a:pt x="2597" y="25769"/>
                  </a:lnTo>
                  <a:lnTo>
                    <a:pt x="6354" y="20018"/>
                  </a:lnTo>
                  <a:lnTo>
                    <a:pt x="11873" y="15892"/>
                  </a:lnTo>
                  <a:lnTo>
                    <a:pt x="7838" y="15892"/>
                  </a:lnTo>
                  <a:lnTo>
                    <a:pt x="6354" y="6848"/>
                  </a:lnTo>
                  <a:lnTo>
                    <a:pt x="14470" y="2722"/>
                  </a:lnTo>
                  <a:lnTo>
                    <a:pt x="12754" y="0"/>
                  </a:lnTo>
                  <a:lnTo>
                    <a:pt x="1127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BB6ADE7-9D26-BEEA-FC9E-29940103FB6B}"/>
                </a:ext>
              </a:extLst>
            </p:cNvPr>
            <p:cNvSpPr>
              <a:spLocks/>
            </p:cNvSpPr>
            <p:nvPr/>
          </p:nvSpPr>
          <p:spPr>
            <a:xfrm>
              <a:off x="7846527" y="1922220"/>
              <a:ext cx="22705" cy="20117"/>
            </a:xfrm>
            <a:custGeom>
              <a:avLst/>
              <a:gdLst>
                <a:gd name="connsiteX0" fmla="*/ 2319 w 15211"/>
                <a:gd name="connsiteY0" fmla="*/ 13477 h 13477"/>
                <a:gd name="connsiteX1" fmla="*/ 15212 w 15211"/>
                <a:gd name="connsiteY1" fmla="*/ 1668 h 13477"/>
                <a:gd name="connsiteX2" fmla="*/ 15212 w 15211"/>
                <a:gd name="connsiteY2" fmla="*/ 0 h 13477"/>
                <a:gd name="connsiteX3" fmla="*/ 0 w 15211"/>
                <a:gd name="connsiteY3" fmla="*/ 12116 h 13477"/>
                <a:gd name="connsiteX4" fmla="*/ 2319 w 15211"/>
                <a:gd name="connsiteY4" fmla="*/ 13477 h 1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11" h="13477">
                  <a:moveTo>
                    <a:pt x="2319" y="13477"/>
                  </a:moveTo>
                  <a:lnTo>
                    <a:pt x="15212" y="1668"/>
                  </a:lnTo>
                  <a:lnTo>
                    <a:pt x="15212" y="0"/>
                  </a:lnTo>
                  <a:lnTo>
                    <a:pt x="0" y="12116"/>
                  </a:lnTo>
                  <a:lnTo>
                    <a:pt x="2319" y="1347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542E7755-0BBB-46C0-FA89-47E7FA515120}"/>
                </a:ext>
              </a:extLst>
            </p:cNvPr>
            <p:cNvSpPr>
              <a:spLocks/>
            </p:cNvSpPr>
            <p:nvPr/>
          </p:nvSpPr>
          <p:spPr>
            <a:xfrm>
              <a:off x="6736082" y="2540204"/>
              <a:ext cx="149750" cy="307123"/>
            </a:xfrm>
            <a:custGeom>
              <a:avLst/>
              <a:gdLst>
                <a:gd name="connsiteX0" fmla="*/ 85996 w 100326"/>
                <a:gd name="connsiteY0" fmla="*/ 28579 h 205759"/>
                <a:gd name="connsiteX1" fmla="*/ 76999 w 100326"/>
                <a:gd name="connsiteY1" fmla="*/ 30511 h 205759"/>
                <a:gd name="connsiteX2" fmla="*/ 72918 w 100326"/>
                <a:gd name="connsiteY2" fmla="*/ 17867 h 205759"/>
                <a:gd name="connsiteX3" fmla="*/ 67724 w 100326"/>
                <a:gd name="connsiteY3" fmla="*/ 14838 h 205759"/>
                <a:gd name="connsiteX4" fmla="*/ 54089 w 100326"/>
                <a:gd name="connsiteY4" fmla="*/ 8517 h 205759"/>
                <a:gd name="connsiteX5" fmla="*/ 46576 w 100326"/>
                <a:gd name="connsiteY5" fmla="*/ 7419 h 205759"/>
                <a:gd name="connsiteX6" fmla="*/ 39897 w 100326"/>
                <a:gd name="connsiteY6" fmla="*/ 6058 h 205759"/>
                <a:gd name="connsiteX7" fmla="*/ 35259 w 100326"/>
                <a:gd name="connsiteY7" fmla="*/ 0 h 205759"/>
                <a:gd name="connsiteX8" fmla="*/ 28025 w 100326"/>
                <a:gd name="connsiteY8" fmla="*/ 3863 h 205759"/>
                <a:gd name="connsiteX9" fmla="*/ 28906 w 100326"/>
                <a:gd name="connsiteY9" fmla="*/ 6585 h 205759"/>
                <a:gd name="connsiteX10" fmla="*/ 33822 w 100326"/>
                <a:gd name="connsiteY10" fmla="*/ 3863 h 205759"/>
                <a:gd name="connsiteX11" fmla="*/ 37810 w 100326"/>
                <a:gd name="connsiteY11" fmla="*/ 7419 h 205759"/>
                <a:gd name="connsiteX12" fmla="*/ 43932 w 100326"/>
                <a:gd name="connsiteY12" fmla="*/ 10141 h 205759"/>
                <a:gd name="connsiteX13" fmla="*/ 50610 w 100326"/>
                <a:gd name="connsiteY13" fmla="*/ 10141 h 205759"/>
                <a:gd name="connsiteX14" fmla="*/ 64802 w 100326"/>
                <a:gd name="connsiteY14" fmla="*/ 16463 h 205759"/>
                <a:gd name="connsiteX15" fmla="*/ 70877 w 100326"/>
                <a:gd name="connsiteY15" fmla="*/ 18658 h 205759"/>
                <a:gd name="connsiteX16" fmla="*/ 71758 w 100326"/>
                <a:gd name="connsiteY16" fmla="*/ 25506 h 205759"/>
                <a:gd name="connsiteX17" fmla="*/ 75515 w 100326"/>
                <a:gd name="connsiteY17" fmla="*/ 31828 h 205759"/>
                <a:gd name="connsiteX18" fmla="*/ 75515 w 100326"/>
                <a:gd name="connsiteY18" fmla="*/ 35120 h 205759"/>
                <a:gd name="connsiteX19" fmla="*/ 71758 w 100326"/>
                <a:gd name="connsiteY19" fmla="*/ 36788 h 205759"/>
                <a:gd name="connsiteX20" fmla="*/ 70321 w 100326"/>
                <a:gd name="connsiteY20" fmla="*/ 41442 h 205759"/>
                <a:gd name="connsiteX21" fmla="*/ 65405 w 100326"/>
                <a:gd name="connsiteY21" fmla="*/ 48027 h 205759"/>
                <a:gd name="connsiteX22" fmla="*/ 61323 w 100326"/>
                <a:gd name="connsiteY22" fmla="*/ 59265 h 205759"/>
                <a:gd name="connsiteX23" fmla="*/ 70599 w 100326"/>
                <a:gd name="connsiteY23" fmla="*/ 67782 h 205759"/>
                <a:gd name="connsiteX24" fmla="*/ 75515 w 100326"/>
                <a:gd name="connsiteY24" fmla="*/ 80688 h 205759"/>
                <a:gd name="connsiteX25" fmla="*/ 69439 w 100326"/>
                <a:gd name="connsiteY25" fmla="*/ 83981 h 205759"/>
                <a:gd name="connsiteX26" fmla="*/ 63039 w 100326"/>
                <a:gd name="connsiteY26" fmla="*/ 85342 h 205759"/>
                <a:gd name="connsiteX27" fmla="*/ 63039 w 100326"/>
                <a:gd name="connsiteY27" fmla="*/ 91400 h 205759"/>
                <a:gd name="connsiteX28" fmla="*/ 58402 w 100326"/>
                <a:gd name="connsiteY28" fmla="*/ 99082 h 205759"/>
                <a:gd name="connsiteX29" fmla="*/ 56361 w 100326"/>
                <a:gd name="connsiteY29" fmla="*/ 106765 h 205759"/>
                <a:gd name="connsiteX30" fmla="*/ 52002 w 100326"/>
                <a:gd name="connsiteY30" fmla="*/ 111155 h 205759"/>
                <a:gd name="connsiteX31" fmla="*/ 48523 w 100326"/>
                <a:gd name="connsiteY31" fmla="*/ 111155 h 205759"/>
                <a:gd name="connsiteX32" fmla="*/ 37485 w 100326"/>
                <a:gd name="connsiteY32" fmla="*/ 118838 h 205759"/>
                <a:gd name="connsiteX33" fmla="*/ 30807 w 100326"/>
                <a:gd name="connsiteY33" fmla="*/ 118838 h 205759"/>
                <a:gd name="connsiteX34" fmla="*/ 21253 w 100326"/>
                <a:gd name="connsiteY34" fmla="*/ 130076 h 205759"/>
                <a:gd name="connsiteX35" fmla="*/ 23294 w 100326"/>
                <a:gd name="connsiteY35" fmla="*/ 141314 h 205759"/>
                <a:gd name="connsiteX36" fmla="*/ 18935 w 100326"/>
                <a:gd name="connsiteY36" fmla="*/ 144607 h 205759"/>
                <a:gd name="connsiteX37" fmla="*/ 20094 w 100326"/>
                <a:gd name="connsiteY37" fmla="*/ 153914 h 205759"/>
                <a:gd name="connsiteX38" fmla="*/ 13509 w 100326"/>
                <a:gd name="connsiteY38" fmla="*/ 162167 h 205759"/>
                <a:gd name="connsiteX39" fmla="*/ 13509 w 100326"/>
                <a:gd name="connsiteY39" fmla="*/ 167918 h 205759"/>
                <a:gd name="connsiteX40" fmla="*/ 9056 w 100326"/>
                <a:gd name="connsiteY40" fmla="*/ 171781 h 205759"/>
                <a:gd name="connsiteX41" fmla="*/ 8175 w 100326"/>
                <a:gd name="connsiteY41" fmla="*/ 177269 h 205759"/>
                <a:gd name="connsiteX42" fmla="*/ 5300 w 100326"/>
                <a:gd name="connsiteY42" fmla="*/ 182185 h 205759"/>
                <a:gd name="connsiteX43" fmla="*/ 1543 w 100326"/>
                <a:gd name="connsiteY43" fmla="*/ 187673 h 205759"/>
                <a:gd name="connsiteX44" fmla="*/ 1543 w 100326"/>
                <a:gd name="connsiteY44" fmla="*/ 198648 h 205759"/>
                <a:gd name="connsiteX45" fmla="*/ 15735 w 100326"/>
                <a:gd name="connsiteY45" fmla="*/ 198648 h 205759"/>
                <a:gd name="connsiteX46" fmla="*/ 27051 w 100326"/>
                <a:gd name="connsiteY46" fmla="*/ 205760 h 205759"/>
                <a:gd name="connsiteX47" fmla="*/ 7062 w 100326"/>
                <a:gd name="connsiteY47" fmla="*/ 195312 h 205759"/>
                <a:gd name="connsiteX48" fmla="*/ 5903 w 100326"/>
                <a:gd name="connsiteY48" fmla="*/ 186532 h 205759"/>
                <a:gd name="connsiteX49" fmla="*/ 10819 w 100326"/>
                <a:gd name="connsiteY49" fmla="*/ 178015 h 205759"/>
                <a:gd name="connsiteX50" fmla="*/ 11375 w 100326"/>
                <a:gd name="connsiteY50" fmla="*/ 173361 h 205759"/>
                <a:gd name="connsiteX51" fmla="*/ 17172 w 100326"/>
                <a:gd name="connsiteY51" fmla="*/ 168137 h 205759"/>
                <a:gd name="connsiteX52" fmla="*/ 16291 w 100326"/>
                <a:gd name="connsiteY52" fmla="*/ 163484 h 205759"/>
                <a:gd name="connsiteX53" fmla="*/ 25288 w 100326"/>
                <a:gd name="connsiteY53" fmla="*/ 153036 h 205759"/>
                <a:gd name="connsiteX54" fmla="*/ 21810 w 100326"/>
                <a:gd name="connsiteY54" fmla="*/ 146714 h 205759"/>
                <a:gd name="connsiteX55" fmla="*/ 27329 w 100326"/>
                <a:gd name="connsiteY55" fmla="*/ 141797 h 205759"/>
                <a:gd name="connsiteX56" fmla="*/ 23851 w 100326"/>
                <a:gd name="connsiteY56" fmla="*/ 131920 h 205759"/>
                <a:gd name="connsiteX57" fmla="*/ 31085 w 100326"/>
                <a:gd name="connsiteY57" fmla="*/ 121208 h 205759"/>
                <a:gd name="connsiteX58" fmla="*/ 37161 w 100326"/>
                <a:gd name="connsiteY58" fmla="*/ 120681 h 205759"/>
                <a:gd name="connsiteX59" fmla="*/ 50147 w 100326"/>
                <a:gd name="connsiteY59" fmla="*/ 113262 h 205759"/>
                <a:gd name="connsiteX60" fmla="*/ 53115 w 100326"/>
                <a:gd name="connsiteY60" fmla="*/ 113262 h 205759"/>
                <a:gd name="connsiteX61" fmla="*/ 59793 w 100326"/>
                <a:gd name="connsiteY61" fmla="*/ 107775 h 205759"/>
                <a:gd name="connsiteX62" fmla="*/ 65590 w 100326"/>
                <a:gd name="connsiteY62" fmla="*/ 91576 h 205759"/>
                <a:gd name="connsiteX63" fmla="*/ 65868 w 100326"/>
                <a:gd name="connsiteY63" fmla="*/ 88020 h 205759"/>
                <a:gd name="connsiteX64" fmla="*/ 76303 w 100326"/>
                <a:gd name="connsiteY64" fmla="*/ 83103 h 205759"/>
                <a:gd name="connsiteX65" fmla="*/ 79782 w 100326"/>
                <a:gd name="connsiteY65" fmla="*/ 77615 h 205759"/>
                <a:gd name="connsiteX66" fmla="*/ 81822 w 100326"/>
                <a:gd name="connsiteY66" fmla="*/ 61153 h 205759"/>
                <a:gd name="connsiteX67" fmla="*/ 78947 w 100326"/>
                <a:gd name="connsiteY67" fmla="*/ 60626 h 205759"/>
                <a:gd name="connsiteX68" fmla="*/ 72268 w 100326"/>
                <a:gd name="connsiteY68" fmla="*/ 66114 h 205759"/>
                <a:gd name="connsiteX69" fmla="*/ 66193 w 100326"/>
                <a:gd name="connsiteY69" fmla="*/ 53470 h 205759"/>
                <a:gd name="connsiteX70" fmla="*/ 70228 w 100326"/>
                <a:gd name="connsiteY70" fmla="*/ 52636 h 205759"/>
                <a:gd name="connsiteX71" fmla="*/ 70784 w 100326"/>
                <a:gd name="connsiteY71" fmla="*/ 49914 h 205759"/>
                <a:gd name="connsiteX72" fmla="*/ 72222 w 100326"/>
                <a:gd name="connsiteY72" fmla="*/ 47719 h 205759"/>
                <a:gd name="connsiteX73" fmla="*/ 72222 w 100326"/>
                <a:gd name="connsiteY73" fmla="*/ 42495 h 205759"/>
                <a:gd name="connsiteX74" fmla="*/ 74541 w 100326"/>
                <a:gd name="connsiteY74" fmla="*/ 38369 h 205759"/>
                <a:gd name="connsiteX75" fmla="*/ 79179 w 100326"/>
                <a:gd name="connsiteY75" fmla="*/ 36701 h 205759"/>
                <a:gd name="connsiteX76" fmla="*/ 84976 w 100326"/>
                <a:gd name="connsiteY76" fmla="*/ 31784 h 205759"/>
                <a:gd name="connsiteX77" fmla="*/ 90773 w 100326"/>
                <a:gd name="connsiteY77" fmla="*/ 29589 h 205759"/>
                <a:gd name="connsiteX78" fmla="*/ 100327 w 100326"/>
                <a:gd name="connsiteY78" fmla="*/ 29589 h 205759"/>
                <a:gd name="connsiteX79" fmla="*/ 100327 w 100326"/>
                <a:gd name="connsiteY79" fmla="*/ 27394 h 205759"/>
                <a:gd name="connsiteX80" fmla="*/ 89892 w 100326"/>
                <a:gd name="connsiteY80" fmla="*/ 26867 h 205759"/>
                <a:gd name="connsiteX81" fmla="*/ 85857 w 100326"/>
                <a:gd name="connsiteY81" fmla="*/ 28535 h 20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0326" h="205759">
                  <a:moveTo>
                    <a:pt x="85996" y="28579"/>
                  </a:moveTo>
                  <a:cubicBezTo>
                    <a:pt x="78761" y="24716"/>
                    <a:pt x="76999" y="30511"/>
                    <a:pt x="76999" y="30511"/>
                  </a:cubicBezTo>
                  <a:cubicBezTo>
                    <a:pt x="74680" y="27789"/>
                    <a:pt x="72918" y="17867"/>
                    <a:pt x="72918" y="17867"/>
                  </a:cubicBezTo>
                  <a:lnTo>
                    <a:pt x="67724" y="14838"/>
                  </a:lnTo>
                  <a:lnTo>
                    <a:pt x="54089" y="8517"/>
                  </a:lnTo>
                  <a:lnTo>
                    <a:pt x="46576" y="7419"/>
                  </a:lnTo>
                  <a:lnTo>
                    <a:pt x="39897" y="6058"/>
                  </a:lnTo>
                  <a:lnTo>
                    <a:pt x="35259" y="0"/>
                  </a:lnTo>
                  <a:lnTo>
                    <a:pt x="28025" y="3863"/>
                  </a:lnTo>
                  <a:lnTo>
                    <a:pt x="28906" y="6585"/>
                  </a:lnTo>
                  <a:lnTo>
                    <a:pt x="33822" y="3863"/>
                  </a:lnTo>
                  <a:lnTo>
                    <a:pt x="37810" y="7419"/>
                  </a:lnTo>
                  <a:lnTo>
                    <a:pt x="43932" y="10141"/>
                  </a:lnTo>
                  <a:lnTo>
                    <a:pt x="50610" y="10141"/>
                  </a:lnTo>
                  <a:lnTo>
                    <a:pt x="64802" y="16463"/>
                  </a:lnTo>
                  <a:lnTo>
                    <a:pt x="70877" y="18658"/>
                  </a:lnTo>
                  <a:cubicBezTo>
                    <a:pt x="70877" y="18658"/>
                    <a:pt x="71155" y="23882"/>
                    <a:pt x="71758" y="25506"/>
                  </a:cubicBezTo>
                  <a:cubicBezTo>
                    <a:pt x="72361" y="27130"/>
                    <a:pt x="75515" y="31828"/>
                    <a:pt x="75515" y="31828"/>
                  </a:cubicBezTo>
                  <a:lnTo>
                    <a:pt x="75515" y="35120"/>
                  </a:lnTo>
                  <a:lnTo>
                    <a:pt x="71758" y="36788"/>
                  </a:lnTo>
                  <a:lnTo>
                    <a:pt x="70321" y="41442"/>
                  </a:lnTo>
                  <a:cubicBezTo>
                    <a:pt x="70321" y="41442"/>
                    <a:pt x="69439" y="46929"/>
                    <a:pt x="65405" y="48027"/>
                  </a:cubicBezTo>
                  <a:cubicBezTo>
                    <a:pt x="61370" y="49124"/>
                    <a:pt x="61323" y="59265"/>
                    <a:pt x="61323" y="59265"/>
                  </a:cubicBezTo>
                  <a:lnTo>
                    <a:pt x="70599" y="67782"/>
                  </a:lnTo>
                  <a:cubicBezTo>
                    <a:pt x="66842" y="78493"/>
                    <a:pt x="75515" y="80688"/>
                    <a:pt x="75515" y="80688"/>
                  </a:cubicBezTo>
                  <a:lnTo>
                    <a:pt x="69439" y="83981"/>
                  </a:lnTo>
                  <a:lnTo>
                    <a:pt x="63039" y="85342"/>
                  </a:lnTo>
                  <a:lnTo>
                    <a:pt x="63039" y="91400"/>
                  </a:lnTo>
                  <a:lnTo>
                    <a:pt x="58402" y="99082"/>
                  </a:lnTo>
                  <a:lnTo>
                    <a:pt x="56361" y="106765"/>
                  </a:lnTo>
                  <a:lnTo>
                    <a:pt x="52002" y="111155"/>
                  </a:lnTo>
                  <a:lnTo>
                    <a:pt x="48523" y="111155"/>
                  </a:lnTo>
                  <a:lnTo>
                    <a:pt x="37485" y="118838"/>
                  </a:lnTo>
                  <a:lnTo>
                    <a:pt x="30807" y="118838"/>
                  </a:lnTo>
                  <a:lnTo>
                    <a:pt x="21253" y="130076"/>
                  </a:lnTo>
                  <a:lnTo>
                    <a:pt x="23294" y="141314"/>
                  </a:lnTo>
                  <a:lnTo>
                    <a:pt x="18935" y="144607"/>
                  </a:lnTo>
                  <a:lnTo>
                    <a:pt x="20094" y="153914"/>
                  </a:lnTo>
                  <a:lnTo>
                    <a:pt x="13509" y="162167"/>
                  </a:lnTo>
                  <a:lnTo>
                    <a:pt x="13509" y="167918"/>
                  </a:lnTo>
                  <a:lnTo>
                    <a:pt x="9056" y="171781"/>
                  </a:lnTo>
                  <a:lnTo>
                    <a:pt x="8175" y="177269"/>
                  </a:lnTo>
                  <a:lnTo>
                    <a:pt x="5300" y="182185"/>
                  </a:lnTo>
                  <a:cubicBezTo>
                    <a:pt x="5300" y="182185"/>
                    <a:pt x="4140" y="186312"/>
                    <a:pt x="1543" y="187673"/>
                  </a:cubicBezTo>
                  <a:cubicBezTo>
                    <a:pt x="-1054" y="189034"/>
                    <a:pt x="105" y="195619"/>
                    <a:pt x="1543" y="198648"/>
                  </a:cubicBezTo>
                  <a:cubicBezTo>
                    <a:pt x="2981" y="201677"/>
                    <a:pt x="14019" y="198911"/>
                    <a:pt x="15735" y="198648"/>
                  </a:cubicBezTo>
                  <a:cubicBezTo>
                    <a:pt x="17450" y="198384"/>
                    <a:pt x="27051" y="205760"/>
                    <a:pt x="27051" y="205760"/>
                  </a:cubicBezTo>
                  <a:cubicBezTo>
                    <a:pt x="26494" y="195312"/>
                    <a:pt x="12581" y="195619"/>
                    <a:pt x="7062" y="195312"/>
                  </a:cubicBezTo>
                  <a:cubicBezTo>
                    <a:pt x="1543" y="195048"/>
                    <a:pt x="5903" y="186532"/>
                    <a:pt x="5903" y="186532"/>
                  </a:cubicBezTo>
                  <a:lnTo>
                    <a:pt x="10819" y="178015"/>
                  </a:lnTo>
                  <a:lnTo>
                    <a:pt x="11375" y="173361"/>
                  </a:lnTo>
                  <a:lnTo>
                    <a:pt x="17172" y="168137"/>
                  </a:lnTo>
                  <a:lnTo>
                    <a:pt x="16291" y="163484"/>
                  </a:lnTo>
                  <a:lnTo>
                    <a:pt x="25288" y="153036"/>
                  </a:lnTo>
                  <a:lnTo>
                    <a:pt x="21810" y="146714"/>
                  </a:lnTo>
                  <a:lnTo>
                    <a:pt x="27329" y="141797"/>
                  </a:lnTo>
                  <a:lnTo>
                    <a:pt x="23851" y="131920"/>
                  </a:lnTo>
                  <a:lnTo>
                    <a:pt x="31085" y="121208"/>
                  </a:lnTo>
                  <a:lnTo>
                    <a:pt x="37161" y="120681"/>
                  </a:lnTo>
                  <a:lnTo>
                    <a:pt x="50147" y="113262"/>
                  </a:lnTo>
                  <a:lnTo>
                    <a:pt x="53115" y="113262"/>
                  </a:lnTo>
                  <a:lnTo>
                    <a:pt x="59793" y="107775"/>
                  </a:lnTo>
                  <a:cubicBezTo>
                    <a:pt x="58912" y="103648"/>
                    <a:pt x="65590" y="91576"/>
                    <a:pt x="65590" y="91576"/>
                  </a:cubicBezTo>
                  <a:lnTo>
                    <a:pt x="65868" y="88020"/>
                  </a:lnTo>
                  <a:lnTo>
                    <a:pt x="76303" y="83103"/>
                  </a:lnTo>
                  <a:lnTo>
                    <a:pt x="79782" y="77615"/>
                  </a:lnTo>
                  <a:cubicBezTo>
                    <a:pt x="63271" y="75947"/>
                    <a:pt x="81822" y="61153"/>
                    <a:pt x="81822" y="61153"/>
                  </a:cubicBezTo>
                  <a:lnTo>
                    <a:pt x="78947" y="60626"/>
                  </a:lnTo>
                  <a:lnTo>
                    <a:pt x="72268" y="66114"/>
                  </a:lnTo>
                  <a:cubicBezTo>
                    <a:pt x="63271" y="58694"/>
                    <a:pt x="66193" y="53470"/>
                    <a:pt x="66193" y="53470"/>
                  </a:cubicBezTo>
                  <a:lnTo>
                    <a:pt x="70228" y="52636"/>
                  </a:lnTo>
                  <a:lnTo>
                    <a:pt x="70784" y="49914"/>
                  </a:lnTo>
                  <a:lnTo>
                    <a:pt x="72222" y="47719"/>
                  </a:lnTo>
                  <a:lnTo>
                    <a:pt x="72222" y="42495"/>
                  </a:lnTo>
                  <a:lnTo>
                    <a:pt x="74541" y="38369"/>
                  </a:lnTo>
                  <a:lnTo>
                    <a:pt x="79179" y="36701"/>
                  </a:lnTo>
                  <a:lnTo>
                    <a:pt x="84976" y="31784"/>
                  </a:lnTo>
                  <a:lnTo>
                    <a:pt x="90773" y="29589"/>
                  </a:lnTo>
                  <a:lnTo>
                    <a:pt x="100327" y="29589"/>
                  </a:lnTo>
                  <a:lnTo>
                    <a:pt x="100327" y="27394"/>
                  </a:lnTo>
                  <a:lnTo>
                    <a:pt x="89892" y="26867"/>
                  </a:lnTo>
                  <a:lnTo>
                    <a:pt x="85857" y="2853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7B5B608A-744C-4189-2191-E486F7970642}"/>
                </a:ext>
              </a:extLst>
            </p:cNvPr>
            <p:cNvSpPr>
              <a:spLocks/>
            </p:cNvSpPr>
            <p:nvPr/>
          </p:nvSpPr>
          <p:spPr>
            <a:xfrm>
              <a:off x="6697060" y="2497553"/>
              <a:ext cx="16188" cy="35376"/>
            </a:xfrm>
            <a:custGeom>
              <a:avLst/>
              <a:gdLst>
                <a:gd name="connsiteX0" fmla="*/ 8255 w 10845"/>
                <a:gd name="connsiteY0" fmla="*/ 390 h 23700"/>
                <a:gd name="connsiteX1" fmla="*/ 8162 w 10845"/>
                <a:gd name="connsiteY1" fmla="*/ 478 h 23700"/>
                <a:gd name="connsiteX2" fmla="*/ 6678 w 10845"/>
                <a:gd name="connsiteY2" fmla="*/ 2190 h 23700"/>
                <a:gd name="connsiteX3" fmla="*/ 4962 w 10845"/>
                <a:gd name="connsiteY3" fmla="*/ 2541 h 23700"/>
                <a:gd name="connsiteX4" fmla="*/ 0 w 10845"/>
                <a:gd name="connsiteY4" fmla="*/ 1443 h 23700"/>
                <a:gd name="connsiteX5" fmla="*/ 2087 w 10845"/>
                <a:gd name="connsiteY5" fmla="*/ 3155 h 23700"/>
                <a:gd name="connsiteX6" fmla="*/ 4684 w 10845"/>
                <a:gd name="connsiteY6" fmla="*/ 4341 h 23700"/>
                <a:gd name="connsiteX7" fmla="*/ 5241 w 10845"/>
                <a:gd name="connsiteY7" fmla="*/ 4429 h 23700"/>
                <a:gd name="connsiteX8" fmla="*/ 5194 w 10845"/>
                <a:gd name="connsiteY8" fmla="*/ 4516 h 23700"/>
                <a:gd name="connsiteX9" fmla="*/ 3664 w 10845"/>
                <a:gd name="connsiteY9" fmla="*/ 9301 h 23700"/>
                <a:gd name="connsiteX10" fmla="*/ 4267 w 10845"/>
                <a:gd name="connsiteY10" fmla="*/ 14350 h 23700"/>
                <a:gd name="connsiteX11" fmla="*/ 5426 w 10845"/>
                <a:gd name="connsiteY11" fmla="*/ 16633 h 23700"/>
                <a:gd name="connsiteX12" fmla="*/ 6957 w 10845"/>
                <a:gd name="connsiteY12" fmla="*/ 18521 h 23700"/>
                <a:gd name="connsiteX13" fmla="*/ 9322 w 10845"/>
                <a:gd name="connsiteY13" fmla="*/ 23701 h 23700"/>
                <a:gd name="connsiteX14" fmla="*/ 8904 w 10845"/>
                <a:gd name="connsiteY14" fmla="*/ 17686 h 23700"/>
                <a:gd name="connsiteX15" fmla="*/ 8719 w 10845"/>
                <a:gd name="connsiteY15" fmla="*/ 17291 h 23700"/>
                <a:gd name="connsiteX16" fmla="*/ 7791 w 10845"/>
                <a:gd name="connsiteY16" fmla="*/ 15447 h 23700"/>
                <a:gd name="connsiteX17" fmla="*/ 7188 w 10845"/>
                <a:gd name="connsiteY17" fmla="*/ 13560 h 23700"/>
                <a:gd name="connsiteX18" fmla="*/ 7049 w 10845"/>
                <a:gd name="connsiteY18" fmla="*/ 9697 h 23700"/>
                <a:gd name="connsiteX19" fmla="*/ 8255 w 10845"/>
                <a:gd name="connsiteY19" fmla="*/ 5921 h 23700"/>
                <a:gd name="connsiteX20" fmla="*/ 10388 w 10845"/>
                <a:gd name="connsiteY20" fmla="*/ 2453 h 23700"/>
                <a:gd name="connsiteX21" fmla="*/ 10388 w 10845"/>
                <a:gd name="connsiteY21" fmla="*/ 2453 h 23700"/>
                <a:gd name="connsiteX22" fmla="*/ 10620 w 10845"/>
                <a:gd name="connsiteY22" fmla="*/ 2146 h 23700"/>
                <a:gd name="connsiteX23" fmla="*/ 10388 w 10845"/>
                <a:gd name="connsiteY23" fmla="*/ 390 h 23700"/>
                <a:gd name="connsiteX24" fmla="*/ 8301 w 10845"/>
                <a:gd name="connsiteY24" fmla="*/ 434 h 2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845" h="23700">
                  <a:moveTo>
                    <a:pt x="8255" y="390"/>
                  </a:moveTo>
                  <a:lnTo>
                    <a:pt x="8162" y="478"/>
                  </a:lnTo>
                  <a:cubicBezTo>
                    <a:pt x="7606" y="1048"/>
                    <a:pt x="7096" y="1575"/>
                    <a:pt x="6678" y="2190"/>
                  </a:cubicBezTo>
                  <a:cubicBezTo>
                    <a:pt x="6214" y="2409"/>
                    <a:pt x="5611" y="2541"/>
                    <a:pt x="4962" y="2541"/>
                  </a:cubicBezTo>
                  <a:cubicBezTo>
                    <a:pt x="3385" y="2541"/>
                    <a:pt x="1670" y="2058"/>
                    <a:pt x="0" y="1443"/>
                  </a:cubicBezTo>
                  <a:cubicBezTo>
                    <a:pt x="603" y="2102"/>
                    <a:pt x="1298" y="2673"/>
                    <a:pt x="2087" y="3155"/>
                  </a:cubicBezTo>
                  <a:cubicBezTo>
                    <a:pt x="2875" y="3638"/>
                    <a:pt x="3710" y="4121"/>
                    <a:pt x="4684" y="4341"/>
                  </a:cubicBezTo>
                  <a:cubicBezTo>
                    <a:pt x="4870" y="4341"/>
                    <a:pt x="5055" y="4341"/>
                    <a:pt x="5241" y="4429"/>
                  </a:cubicBezTo>
                  <a:cubicBezTo>
                    <a:pt x="5241" y="4429"/>
                    <a:pt x="5241" y="4472"/>
                    <a:pt x="5194" y="4516"/>
                  </a:cubicBezTo>
                  <a:cubicBezTo>
                    <a:pt x="4406" y="5965"/>
                    <a:pt x="3849" y="7589"/>
                    <a:pt x="3664" y="9301"/>
                  </a:cubicBezTo>
                  <a:cubicBezTo>
                    <a:pt x="3432" y="10970"/>
                    <a:pt x="3664" y="12769"/>
                    <a:pt x="4267" y="14350"/>
                  </a:cubicBezTo>
                  <a:cubicBezTo>
                    <a:pt x="4498" y="15184"/>
                    <a:pt x="4962" y="15886"/>
                    <a:pt x="5426" y="16633"/>
                  </a:cubicBezTo>
                  <a:cubicBezTo>
                    <a:pt x="5844" y="17335"/>
                    <a:pt x="6447" y="17906"/>
                    <a:pt x="6957" y="18521"/>
                  </a:cubicBezTo>
                  <a:cubicBezTo>
                    <a:pt x="7652" y="20277"/>
                    <a:pt x="8441" y="21989"/>
                    <a:pt x="9322" y="23701"/>
                  </a:cubicBezTo>
                  <a:cubicBezTo>
                    <a:pt x="9322" y="21681"/>
                    <a:pt x="9183" y="19662"/>
                    <a:pt x="8904" y="17686"/>
                  </a:cubicBezTo>
                  <a:lnTo>
                    <a:pt x="8719" y="17291"/>
                  </a:lnTo>
                  <a:cubicBezTo>
                    <a:pt x="8441" y="16633"/>
                    <a:pt x="8023" y="16062"/>
                    <a:pt x="7791" y="15447"/>
                  </a:cubicBezTo>
                  <a:cubicBezTo>
                    <a:pt x="7560" y="14833"/>
                    <a:pt x="7328" y="14174"/>
                    <a:pt x="7188" y="13560"/>
                  </a:cubicBezTo>
                  <a:cubicBezTo>
                    <a:pt x="6910" y="12287"/>
                    <a:pt x="6864" y="11014"/>
                    <a:pt x="7049" y="9697"/>
                  </a:cubicBezTo>
                  <a:cubicBezTo>
                    <a:pt x="7281" y="8423"/>
                    <a:pt x="7652" y="7150"/>
                    <a:pt x="8255" y="5921"/>
                  </a:cubicBezTo>
                  <a:cubicBezTo>
                    <a:pt x="8858" y="4736"/>
                    <a:pt x="9600" y="3419"/>
                    <a:pt x="10388" y="2453"/>
                  </a:cubicBezTo>
                  <a:lnTo>
                    <a:pt x="10388" y="2453"/>
                  </a:lnTo>
                  <a:cubicBezTo>
                    <a:pt x="10388" y="2453"/>
                    <a:pt x="10574" y="2234"/>
                    <a:pt x="10620" y="2146"/>
                  </a:cubicBezTo>
                  <a:cubicBezTo>
                    <a:pt x="10991" y="1575"/>
                    <a:pt x="10899" y="873"/>
                    <a:pt x="10388" y="390"/>
                  </a:cubicBezTo>
                  <a:cubicBezTo>
                    <a:pt x="9786" y="-137"/>
                    <a:pt x="8858" y="-137"/>
                    <a:pt x="8301" y="43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CDD52B4A-2E31-19D6-3EA4-246ECD2068F8}"/>
                </a:ext>
              </a:extLst>
            </p:cNvPr>
            <p:cNvSpPr>
              <a:spLocks/>
            </p:cNvSpPr>
            <p:nvPr/>
          </p:nvSpPr>
          <p:spPr>
            <a:xfrm>
              <a:off x="7573506" y="2573817"/>
              <a:ext cx="10868" cy="9828"/>
            </a:xfrm>
            <a:custGeom>
              <a:avLst/>
              <a:gdLst>
                <a:gd name="connsiteX0" fmla="*/ 0 w 7281"/>
                <a:gd name="connsiteY0" fmla="*/ 3293 h 6585"/>
                <a:gd name="connsiteX1" fmla="*/ 1762 w 7281"/>
                <a:gd name="connsiteY1" fmla="*/ 6585 h 6585"/>
                <a:gd name="connsiteX2" fmla="*/ 7281 w 7281"/>
                <a:gd name="connsiteY2" fmla="*/ 3293 h 6585"/>
                <a:gd name="connsiteX3" fmla="*/ 5519 w 7281"/>
                <a:gd name="connsiteY3" fmla="*/ 0 h 6585"/>
                <a:gd name="connsiteX4" fmla="*/ 0 w 7281"/>
                <a:gd name="connsiteY4" fmla="*/ 3293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1" h="6585">
                  <a:moveTo>
                    <a:pt x="0" y="3293"/>
                  </a:moveTo>
                  <a:lnTo>
                    <a:pt x="1762" y="6585"/>
                  </a:lnTo>
                  <a:lnTo>
                    <a:pt x="7281" y="3293"/>
                  </a:lnTo>
                  <a:lnTo>
                    <a:pt x="5519" y="0"/>
                  </a:lnTo>
                  <a:lnTo>
                    <a:pt x="0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A779AE96-9641-C603-9A10-844E9479A6E1}"/>
                </a:ext>
              </a:extLst>
            </p:cNvPr>
            <p:cNvSpPr>
              <a:spLocks/>
            </p:cNvSpPr>
            <p:nvPr/>
          </p:nvSpPr>
          <p:spPr>
            <a:xfrm>
              <a:off x="7560977" y="2665949"/>
              <a:ext cx="12529" cy="13956"/>
            </a:xfrm>
            <a:custGeom>
              <a:avLst/>
              <a:gdLst>
                <a:gd name="connsiteX0" fmla="*/ 0 w 8394"/>
                <a:gd name="connsiteY0" fmla="*/ 4127 h 9350"/>
                <a:gd name="connsiteX1" fmla="*/ 4359 w 8394"/>
                <a:gd name="connsiteY1" fmla="*/ 9351 h 9350"/>
                <a:gd name="connsiteX2" fmla="*/ 8394 w 8394"/>
                <a:gd name="connsiteY2" fmla="*/ 4127 h 9350"/>
                <a:gd name="connsiteX3" fmla="*/ 4220 w 8394"/>
                <a:gd name="connsiteY3" fmla="*/ 0 h 9350"/>
                <a:gd name="connsiteX4" fmla="*/ 0 w 8394"/>
                <a:gd name="connsiteY4" fmla="*/ 4127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4" h="9350">
                  <a:moveTo>
                    <a:pt x="0" y="4127"/>
                  </a:moveTo>
                  <a:lnTo>
                    <a:pt x="4359" y="9351"/>
                  </a:lnTo>
                  <a:lnTo>
                    <a:pt x="8394" y="4127"/>
                  </a:lnTo>
                  <a:lnTo>
                    <a:pt x="4220" y="0"/>
                  </a:lnTo>
                  <a:lnTo>
                    <a:pt x="0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D391D47E-F7D3-9EFE-2939-92FF4CE80A18}"/>
                </a:ext>
              </a:extLst>
            </p:cNvPr>
            <p:cNvSpPr>
              <a:spLocks/>
            </p:cNvSpPr>
            <p:nvPr/>
          </p:nvSpPr>
          <p:spPr>
            <a:xfrm>
              <a:off x="7541525" y="2594720"/>
              <a:ext cx="7753" cy="5700"/>
            </a:xfrm>
            <a:custGeom>
              <a:avLst/>
              <a:gdLst>
                <a:gd name="connsiteX0" fmla="*/ 0 w 5194"/>
                <a:gd name="connsiteY0" fmla="*/ 1932 h 3819"/>
                <a:gd name="connsiteX1" fmla="*/ 0 w 5194"/>
                <a:gd name="connsiteY1" fmla="*/ 3819 h 3819"/>
                <a:gd name="connsiteX2" fmla="*/ 5194 w 5194"/>
                <a:gd name="connsiteY2" fmla="*/ 3819 h 3819"/>
                <a:gd name="connsiteX3" fmla="*/ 3200 w 5194"/>
                <a:gd name="connsiteY3" fmla="*/ 0 h 3819"/>
                <a:gd name="connsiteX4" fmla="*/ 0 w 5194"/>
                <a:gd name="connsiteY4" fmla="*/ 1932 h 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4" h="3819">
                  <a:moveTo>
                    <a:pt x="0" y="1932"/>
                  </a:moveTo>
                  <a:lnTo>
                    <a:pt x="0" y="3819"/>
                  </a:lnTo>
                  <a:lnTo>
                    <a:pt x="5194" y="3819"/>
                  </a:lnTo>
                  <a:lnTo>
                    <a:pt x="3200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4769A68B-5B6B-848E-8606-FAF1C74FEDB8}"/>
                </a:ext>
              </a:extLst>
            </p:cNvPr>
            <p:cNvSpPr>
              <a:spLocks/>
            </p:cNvSpPr>
            <p:nvPr/>
          </p:nvSpPr>
          <p:spPr>
            <a:xfrm>
              <a:off x="7514320" y="2594657"/>
              <a:ext cx="15991" cy="18020"/>
            </a:xfrm>
            <a:custGeom>
              <a:avLst/>
              <a:gdLst>
                <a:gd name="connsiteX0" fmla="*/ 4035 w 10713"/>
                <a:gd name="connsiteY0" fmla="*/ 44 h 12072"/>
                <a:gd name="connsiteX1" fmla="*/ 0 w 10713"/>
                <a:gd name="connsiteY1" fmla="*/ 2502 h 12072"/>
                <a:gd name="connsiteX2" fmla="*/ 0 w 10713"/>
                <a:gd name="connsiteY2" fmla="*/ 9614 h 12072"/>
                <a:gd name="connsiteX3" fmla="*/ 3478 w 10713"/>
                <a:gd name="connsiteY3" fmla="*/ 12073 h 12072"/>
                <a:gd name="connsiteX4" fmla="*/ 6354 w 10713"/>
                <a:gd name="connsiteY4" fmla="*/ 9351 h 12072"/>
                <a:gd name="connsiteX5" fmla="*/ 4916 w 10713"/>
                <a:gd name="connsiteY5" fmla="*/ 7683 h 12072"/>
                <a:gd name="connsiteX6" fmla="*/ 10713 w 10713"/>
                <a:gd name="connsiteY6" fmla="*/ 2458 h 12072"/>
                <a:gd name="connsiteX7" fmla="*/ 4035 w 10713"/>
                <a:gd name="connsiteY7" fmla="*/ 0 h 1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13" h="12072">
                  <a:moveTo>
                    <a:pt x="4035" y="44"/>
                  </a:moveTo>
                  <a:lnTo>
                    <a:pt x="0" y="2502"/>
                  </a:lnTo>
                  <a:lnTo>
                    <a:pt x="0" y="9614"/>
                  </a:lnTo>
                  <a:cubicBezTo>
                    <a:pt x="0" y="10975"/>
                    <a:pt x="3478" y="12073"/>
                    <a:pt x="3478" y="12073"/>
                  </a:cubicBezTo>
                  <a:lnTo>
                    <a:pt x="6354" y="9351"/>
                  </a:lnTo>
                  <a:lnTo>
                    <a:pt x="4916" y="7683"/>
                  </a:lnTo>
                  <a:lnTo>
                    <a:pt x="10713" y="2458"/>
                  </a:lnTo>
                  <a:lnTo>
                    <a:pt x="403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47724DD5-F4E7-2988-4CB1-F370B09495AB}"/>
                </a:ext>
              </a:extLst>
            </p:cNvPr>
            <p:cNvSpPr>
              <a:spLocks/>
            </p:cNvSpPr>
            <p:nvPr/>
          </p:nvSpPr>
          <p:spPr>
            <a:xfrm>
              <a:off x="7226209" y="2253130"/>
              <a:ext cx="111312" cy="116244"/>
            </a:xfrm>
            <a:custGeom>
              <a:avLst/>
              <a:gdLst>
                <a:gd name="connsiteX0" fmla="*/ 68499 w 74574"/>
                <a:gd name="connsiteY0" fmla="*/ 51275 h 77878"/>
                <a:gd name="connsiteX1" fmla="*/ 67572 w 74574"/>
                <a:gd name="connsiteY1" fmla="*/ 50705 h 77878"/>
                <a:gd name="connsiteX2" fmla="*/ 66737 w 74574"/>
                <a:gd name="connsiteY2" fmla="*/ 51451 h 77878"/>
                <a:gd name="connsiteX3" fmla="*/ 64232 w 74574"/>
                <a:gd name="connsiteY3" fmla="*/ 53734 h 77878"/>
                <a:gd name="connsiteX4" fmla="*/ 60476 w 74574"/>
                <a:gd name="connsiteY4" fmla="*/ 53734 h 77878"/>
                <a:gd name="connsiteX5" fmla="*/ 59595 w 74574"/>
                <a:gd name="connsiteY5" fmla="*/ 53734 h 77878"/>
                <a:gd name="connsiteX6" fmla="*/ 59131 w 74574"/>
                <a:gd name="connsiteY6" fmla="*/ 54524 h 77878"/>
                <a:gd name="connsiteX7" fmla="*/ 56951 w 74574"/>
                <a:gd name="connsiteY7" fmla="*/ 58387 h 77878"/>
                <a:gd name="connsiteX8" fmla="*/ 54632 w 74574"/>
                <a:gd name="connsiteY8" fmla="*/ 58387 h 77878"/>
                <a:gd name="connsiteX9" fmla="*/ 50876 w 74574"/>
                <a:gd name="connsiteY9" fmla="*/ 53602 h 77878"/>
                <a:gd name="connsiteX10" fmla="*/ 50876 w 74574"/>
                <a:gd name="connsiteY10" fmla="*/ 46710 h 77878"/>
                <a:gd name="connsiteX11" fmla="*/ 50969 w 74574"/>
                <a:gd name="connsiteY11" fmla="*/ 45832 h 77878"/>
                <a:gd name="connsiteX12" fmla="*/ 50227 w 74574"/>
                <a:gd name="connsiteY12" fmla="*/ 45349 h 77878"/>
                <a:gd name="connsiteX13" fmla="*/ 40766 w 74574"/>
                <a:gd name="connsiteY13" fmla="*/ 39115 h 77878"/>
                <a:gd name="connsiteX14" fmla="*/ 37055 w 74574"/>
                <a:gd name="connsiteY14" fmla="*/ 28667 h 77878"/>
                <a:gd name="connsiteX15" fmla="*/ 36963 w 74574"/>
                <a:gd name="connsiteY15" fmla="*/ 28403 h 77878"/>
                <a:gd name="connsiteX16" fmla="*/ 36824 w 74574"/>
                <a:gd name="connsiteY16" fmla="*/ 28228 h 77878"/>
                <a:gd name="connsiteX17" fmla="*/ 30655 w 74574"/>
                <a:gd name="connsiteY17" fmla="*/ 20896 h 77878"/>
                <a:gd name="connsiteX18" fmla="*/ 30192 w 74574"/>
                <a:gd name="connsiteY18" fmla="*/ 20370 h 77878"/>
                <a:gd name="connsiteX19" fmla="*/ 29542 w 74574"/>
                <a:gd name="connsiteY19" fmla="*/ 20370 h 77878"/>
                <a:gd name="connsiteX20" fmla="*/ 22771 w 74574"/>
                <a:gd name="connsiteY20" fmla="*/ 20545 h 77878"/>
                <a:gd name="connsiteX21" fmla="*/ 21009 w 74574"/>
                <a:gd name="connsiteY21" fmla="*/ 17165 h 77878"/>
                <a:gd name="connsiteX22" fmla="*/ 20823 w 74574"/>
                <a:gd name="connsiteY22" fmla="*/ 16770 h 77878"/>
                <a:gd name="connsiteX23" fmla="*/ 20452 w 74574"/>
                <a:gd name="connsiteY23" fmla="*/ 16638 h 77878"/>
                <a:gd name="connsiteX24" fmla="*/ 16464 w 74574"/>
                <a:gd name="connsiteY24" fmla="*/ 15146 h 77878"/>
                <a:gd name="connsiteX25" fmla="*/ 10342 w 74574"/>
                <a:gd name="connsiteY25" fmla="*/ 10229 h 77878"/>
                <a:gd name="connsiteX26" fmla="*/ 0 w 74574"/>
                <a:gd name="connsiteY26" fmla="*/ 0 h 77878"/>
                <a:gd name="connsiteX27" fmla="*/ 9322 w 74574"/>
                <a:gd name="connsiteY27" fmla="*/ 11151 h 77878"/>
                <a:gd name="connsiteX28" fmla="*/ 9322 w 74574"/>
                <a:gd name="connsiteY28" fmla="*/ 11151 h 77878"/>
                <a:gd name="connsiteX29" fmla="*/ 9368 w 74574"/>
                <a:gd name="connsiteY29" fmla="*/ 11195 h 77878"/>
                <a:gd name="connsiteX30" fmla="*/ 15258 w 74574"/>
                <a:gd name="connsiteY30" fmla="*/ 16594 h 77878"/>
                <a:gd name="connsiteX31" fmla="*/ 15351 w 74574"/>
                <a:gd name="connsiteY31" fmla="*/ 16682 h 77878"/>
                <a:gd name="connsiteX32" fmla="*/ 15536 w 74574"/>
                <a:gd name="connsiteY32" fmla="*/ 16770 h 77878"/>
                <a:gd name="connsiteX33" fmla="*/ 19154 w 74574"/>
                <a:gd name="connsiteY33" fmla="*/ 18350 h 77878"/>
                <a:gd name="connsiteX34" fmla="*/ 20916 w 74574"/>
                <a:gd name="connsiteY34" fmla="*/ 22170 h 77878"/>
                <a:gd name="connsiteX35" fmla="*/ 21194 w 74574"/>
                <a:gd name="connsiteY35" fmla="*/ 22828 h 77878"/>
                <a:gd name="connsiteX36" fmla="*/ 21983 w 74574"/>
                <a:gd name="connsiteY36" fmla="*/ 22828 h 77878"/>
                <a:gd name="connsiteX37" fmla="*/ 28800 w 74574"/>
                <a:gd name="connsiteY37" fmla="*/ 23004 h 77878"/>
                <a:gd name="connsiteX38" fmla="*/ 34226 w 74574"/>
                <a:gd name="connsiteY38" fmla="*/ 29764 h 77878"/>
                <a:gd name="connsiteX39" fmla="*/ 37797 w 74574"/>
                <a:gd name="connsiteY39" fmla="*/ 40520 h 77878"/>
                <a:gd name="connsiteX40" fmla="*/ 37937 w 74574"/>
                <a:gd name="connsiteY40" fmla="*/ 41003 h 77878"/>
                <a:gd name="connsiteX41" fmla="*/ 38400 w 74574"/>
                <a:gd name="connsiteY41" fmla="*/ 41310 h 77878"/>
                <a:gd name="connsiteX42" fmla="*/ 47490 w 74574"/>
                <a:gd name="connsiteY42" fmla="*/ 47456 h 77878"/>
                <a:gd name="connsiteX43" fmla="*/ 47490 w 74574"/>
                <a:gd name="connsiteY43" fmla="*/ 53997 h 77878"/>
                <a:gd name="connsiteX44" fmla="*/ 47537 w 74574"/>
                <a:gd name="connsiteY44" fmla="*/ 54524 h 77878"/>
                <a:gd name="connsiteX45" fmla="*/ 47861 w 74574"/>
                <a:gd name="connsiteY45" fmla="*/ 54919 h 77878"/>
                <a:gd name="connsiteX46" fmla="*/ 52546 w 74574"/>
                <a:gd name="connsiteY46" fmla="*/ 60626 h 77878"/>
                <a:gd name="connsiteX47" fmla="*/ 53056 w 74574"/>
                <a:gd name="connsiteY47" fmla="*/ 61241 h 77878"/>
                <a:gd name="connsiteX48" fmla="*/ 53844 w 74574"/>
                <a:gd name="connsiteY48" fmla="*/ 61241 h 77878"/>
                <a:gd name="connsiteX49" fmla="*/ 57879 w 74574"/>
                <a:gd name="connsiteY49" fmla="*/ 61241 h 77878"/>
                <a:gd name="connsiteX50" fmla="*/ 58853 w 74574"/>
                <a:gd name="connsiteY50" fmla="*/ 61241 h 77878"/>
                <a:gd name="connsiteX51" fmla="*/ 59270 w 74574"/>
                <a:gd name="connsiteY51" fmla="*/ 60450 h 77878"/>
                <a:gd name="connsiteX52" fmla="*/ 61403 w 74574"/>
                <a:gd name="connsiteY52" fmla="*/ 56543 h 77878"/>
                <a:gd name="connsiteX53" fmla="*/ 64835 w 74574"/>
                <a:gd name="connsiteY53" fmla="*/ 56543 h 77878"/>
                <a:gd name="connsiteX54" fmla="*/ 65485 w 74574"/>
                <a:gd name="connsiteY54" fmla="*/ 56543 h 77878"/>
                <a:gd name="connsiteX55" fmla="*/ 65902 w 74574"/>
                <a:gd name="connsiteY55" fmla="*/ 56148 h 77878"/>
                <a:gd name="connsiteX56" fmla="*/ 67989 w 74574"/>
                <a:gd name="connsiteY56" fmla="*/ 54085 h 77878"/>
                <a:gd name="connsiteX57" fmla="*/ 70215 w 74574"/>
                <a:gd name="connsiteY57" fmla="*/ 55314 h 77878"/>
                <a:gd name="connsiteX58" fmla="*/ 65624 w 74574"/>
                <a:gd name="connsiteY58" fmla="*/ 59002 h 77878"/>
                <a:gd name="connsiteX59" fmla="*/ 64975 w 74574"/>
                <a:gd name="connsiteY59" fmla="*/ 59528 h 77878"/>
                <a:gd name="connsiteX60" fmla="*/ 65299 w 74574"/>
                <a:gd name="connsiteY60" fmla="*/ 60187 h 77878"/>
                <a:gd name="connsiteX61" fmla="*/ 71653 w 74574"/>
                <a:gd name="connsiteY61" fmla="*/ 72742 h 77878"/>
                <a:gd name="connsiteX62" fmla="*/ 62516 w 74574"/>
                <a:gd name="connsiteY62" fmla="*/ 77879 h 77878"/>
                <a:gd name="connsiteX63" fmla="*/ 72627 w 74574"/>
                <a:gd name="connsiteY63" fmla="*/ 73401 h 77878"/>
                <a:gd name="connsiteX64" fmla="*/ 73044 w 74574"/>
                <a:gd name="connsiteY64" fmla="*/ 73225 h 77878"/>
                <a:gd name="connsiteX65" fmla="*/ 72859 w 74574"/>
                <a:gd name="connsiteY65" fmla="*/ 72742 h 77878"/>
                <a:gd name="connsiteX66" fmla="*/ 67572 w 74574"/>
                <a:gd name="connsiteY66" fmla="*/ 60099 h 77878"/>
                <a:gd name="connsiteX67" fmla="*/ 73183 w 74574"/>
                <a:gd name="connsiteY67" fmla="*/ 56017 h 77878"/>
                <a:gd name="connsiteX68" fmla="*/ 74575 w 74574"/>
                <a:gd name="connsiteY68" fmla="*/ 55007 h 77878"/>
                <a:gd name="connsiteX69" fmla="*/ 73044 w 74574"/>
                <a:gd name="connsiteY69" fmla="*/ 54041 h 77878"/>
                <a:gd name="connsiteX70" fmla="*/ 68499 w 74574"/>
                <a:gd name="connsiteY70" fmla="*/ 51188 h 77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74574" h="77878">
                  <a:moveTo>
                    <a:pt x="68499" y="51275"/>
                  </a:moveTo>
                  <a:lnTo>
                    <a:pt x="67572" y="50705"/>
                  </a:lnTo>
                  <a:lnTo>
                    <a:pt x="66737" y="51451"/>
                  </a:lnTo>
                  <a:lnTo>
                    <a:pt x="64232" y="53734"/>
                  </a:lnTo>
                  <a:lnTo>
                    <a:pt x="60476" y="53734"/>
                  </a:lnTo>
                  <a:cubicBezTo>
                    <a:pt x="60476" y="53734"/>
                    <a:pt x="59595" y="53734"/>
                    <a:pt x="59595" y="53734"/>
                  </a:cubicBezTo>
                  <a:lnTo>
                    <a:pt x="59131" y="54524"/>
                  </a:lnTo>
                  <a:lnTo>
                    <a:pt x="56951" y="58387"/>
                  </a:lnTo>
                  <a:lnTo>
                    <a:pt x="54632" y="58387"/>
                  </a:lnTo>
                  <a:cubicBezTo>
                    <a:pt x="54632" y="58387"/>
                    <a:pt x="50876" y="53602"/>
                    <a:pt x="50876" y="53602"/>
                  </a:cubicBezTo>
                  <a:lnTo>
                    <a:pt x="50876" y="46710"/>
                  </a:lnTo>
                  <a:cubicBezTo>
                    <a:pt x="50876" y="46710"/>
                    <a:pt x="50969" y="45832"/>
                    <a:pt x="50969" y="45832"/>
                  </a:cubicBezTo>
                  <a:lnTo>
                    <a:pt x="50227" y="45349"/>
                  </a:lnTo>
                  <a:lnTo>
                    <a:pt x="40766" y="39115"/>
                  </a:lnTo>
                  <a:lnTo>
                    <a:pt x="37055" y="28667"/>
                  </a:lnTo>
                  <a:lnTo>
                    <a:pt x="36963" y="28403"/>
                  </a:lnTo>
                  <a:lnTo>
                    <a:pt x="36824" y="28228"/>
                  </a:lnTo>
                  <a:cubicBezTo>
                    <a:pt x="34783" y="25769"/>
                    <a:pt x="32742" y="23311"/>
                    <a:pt x="30655" y="20896"/>
                  </a:cubicBezTo>
                  <a:lnTo>
                    <a:pt x="30192" y="20370"/>
                  </a:lnTo>
                  <a:lnTo>
                    <a:pt x="29542" y="20370"/>
                  </a:lnTo>
                  <a:cubicBezTo>
                    <a:pt x="29542" y="20370"/>
                    <a:pt x="22771" y="20545"/>
                    <a:pt x="22771" y="20545"/>
                  </a:cubicBezTo>
                  <a:lnTo>
                    <a:pt x="21009" y="17165"/>
                  </a:lnTo>
                  <a:lnTo>
                    <a:pt x="20823" y="16770"/>
                  </a:lnTo>
                  <a:lnTo>
                    <a:pt x="20452" y="16638"/>
                  </a:lnTo>
                  <a:lnTo>
                    <a:pt x="16464" y="15146"/>
                  </a:lnTo>
                  <a:cubicBezTo>
                    <a:pt x="14423" y="13477"/>
                    <a:pt x="12429" y="11853"/>
                    <a:pt x="10342" y="10229"/>
                  </a:cubicBezTo>
                  <a:cubicBezTo>
                    <a:pt x="6910" y="6805"/>
                    <a:pt x="3525" y="3380"/>
                    <a:pt x="0" y="0"/>
                  </a:cubicBezTo>
                  <a:cubicBezTo>
                    <a:pt x="3061" y="3775"/>
                    <a:pt x="6214" y="7419"/>
                    <a:pt x="9322" y="11151"/>
                  </a:cubicBezTo>
                  <a:lnTo>
                    <a:pt x="9322" y="11151"/>
                  </a:lnTo>
                  <a:cubicBezTo>
                    <a:pt x="9322" y="11151"/>
                    <a:pt x="9368" y="11195"/>
                    <a:pt x="9368" y="11195"/>
                  </a:cubicBezTo>
                  <a:cubicBezTo>
                    <a:pt x="11316" y="13038"/>
                    <a:pt x="13264" y="14838"/>
                    <a:pt x="15258" y="16594"/>
                  </a:cubicBezTo>
                  <a:lnTo>
                    <a:pt x="15351" y="16682"/>
                  </a:lnTo>
                  <a:lnTo>
                    <a:pt x="15536" y="16770"/>
                  </a:lnTo>
                  <a:lnTo>
                    <a:pt x="19154" y="18350"/>
                  </a:lnTo>
                  <a:lnTo>
                    <a:pt x="20916" y="22170"/>
                  </a:lnTo>
                  <a:lnTo>
                    <a:pt x="21194" y="22828"/>
                  </a:lnTo>
                  <a:lnTo>
                    <a:pt x="21983" y="22828"/>
                  </a:lnTo>
                  <a:cubicBezTo>
                    <a:pt x="21983" y="22828"/>
                    <a:pt x="28800" y="23004"/>
                    <a:pt x="28800" y="23004"/>
                  </a:cubicBezTo>
                  <a:cubicBezTo>
                    <a:pt x="30562" y="25286"/>
                    <a:pt x="32418" y="27525"/>
                    <a:pt x="34226" y="29764"/>
                  </a:cubicBezTo>
                  <a:lnTo>
                    <a:pt x="37797" y="40520"/>
                  </a:lnTo>
                  <a:lnTo>
                    <a:pt x="37937" y="41003"/>
                  </a:lnTo>
                  <a:lnTo>
                    <a:pt x="38400" y="41310"/>
                  </a:lnTo>
                  <a:lnTo>
                    <a:pt x="47490" y="47456"/>
                  </a:lnTo>
                  <a:lnTo>
                    <a:pt x="47490" y="53997"/>
                  </a:lnTo>
                  <a:cubicBezTo>
                    <a:pt x="47490" y="53997"/>
                    <a:pt x="47537" y="54524"/>
                    <a:pt x="47537" y="54524"/>
                  </a:cubicBezTo>
                  <a:lnTo>
                    <a:pt x="47861" y="54919"/>
                  </a:lnTo>
                  <a:lnTo>
                    <a:pt x="52546" y="60626"/>
                  </a:lnTo>
                  <a:lnTo>
                    <a:pt x="53056" y="61241"/>
                  </a:lnTo>
                  <a:lnTo>
                    <a:pt x="53844" y="61241"/>
                  </a:lnTo>
                  <a:cubicBezTo>
                    <a:pt x="53844" y="61241"/>
                    <a:pt x="57879" y="61241"/>
                    <a:pt x="57879" y="61241"/>
                  </a:cubicBezTo>
                  <a:lnTo>
                    <a:pt x="58853" y="61241"/>
                  </a:lnTo>
                  <a:cubicBezTo>
                    <a:pt x="58853" y="61241"/>
                    <a:pt x="59270" y="60450"/>
                    <a:pt x="59270" y="60450"/>
                  </a:cubicBezTo>
                  <a:lnTo>
                    <a:pt x="61403" y="56543"/>
                  </a:lnTo>
                  <a:lnTo>
                    <a:pt x="64835" y="56543"/>
                  </a:lnTo>
                  <a:cubicBezTo>
                    <a:pt x="64835" y="56543"/>
                    <a:pt x="65485" y="56543"/>
                    <a:pt x="65485" y="56543"/>
                  </a:cubicBezTo>
                  <a:lnTo>
                    <a:pt x="65902" y="56148"/>
                  </a:lnTo>
                  <a:lnTo>
                    <a:pt x="67989" y="54085"/>
                  </a:lnTo>
                  <a:lnTo>
                    <a:pt x="70215" y="55314"/>
                  </a:lnTo>
                  <a:lnTo>
                    <a:pt x="65624" y="59002"/>
                  </a:lnTo>
                  <a:lnTo>
                    <a:pt x="64975" y="59528"/>
                  </a:lnTo>
                  <a:lnTo>
                    <a:pt x="65299" y="60187"/>
                  </a:lnTo>
                  <a:cubicBezTo>
                    <a:pt x="67340" y="64401"/>
                    <a:pt x="69473" y="68572"/>
                    <a:pt x="71653" y="72742"/>
                  </a:cubicBezTo>
                  <a:cubicBezTo>
                    <a:pt x="68592" y="74411"/>
                    <a:pt x="65531" y="76123"/>
                    <a:pt x="62516" y="77879"/>
                  </a:cubicBezTo>
                  <a:cubicBezTo>
                    <a:pt x="65902" y="76430"/>
                    <a:pt x="69288" y="74894"/>
                    <a:pt x="72627" y="73401"/>
                  </a:cubicBezTo>
                  <a:lnTo>
                    <a:pt x="73044" y="73225"/>
                  </a:lnTo>
                  <a:lnTo>
                    <a:pt x="72859" y="72742"/>
                  </a:lnTo>
                  <a:cubicBezTo>
                    <a:pt x="71143" y="68528"/>
                    <a:pt x="69380" y="64314"/>
                    <a:pt x="67572" y="60099"/>
                  </a:cubicBezTo>
                  <a:lnTo>
                    <a:pt x="73183" y="56017"/>
                  </a:lnTo>
                  <a:lnTo>
                    <a:pt x="74575" y="55007"/>
                  </a:lnTo>
                  <a:lnTo>
                    <a:pt x="73044" y="54041"/>
                  </a:lnTo>
                  <a:lnTo>
                    <a:pt x="68499" y="511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488B7337-1D56-4170-87DB-BC3DB6BE80BB}"/>
                </a:ext>
              </a:extLst>
            </p:cNvPr>
            <p:cNvSpPr>
              <a:spLocks/>
            </p:cNvSpPr>
            <p:nvPr/>
          </p:nvSpPr>
          <p:spPr>
            <a:xfrm>
              <a:off x="7784267" y="1879674"/>
              <a:ext cx="64476" cy="19954"/>
            </a:xfrm>
            <a:custGeom>
              <a:avLst/>
              <a:gdLst>
                <a:gd name="connsiteX0" fmla="*/ 1735 w 43196"/>
                <a:gd name="connsiteY0" fmla="*/ 12875 h 13368"/>
                <a:gd name="connsiteX1" fmla="*/ 14489 w 43196"/>
                <a:gd name="connsiteY1" fmla="*/ 6159 h 13368"/>
                <a:gd name="connsiteX2" fmla="*/ 29283 w 43196"/>
                <a:gd name="connsiteY2" fmla="*/ 7125 h 13368"/>
                <a:gd name="connsiteX3" fmla="*/ 43196 w 43196"/>
                <a:gd name="connsiteY3" fmla="*/ 7125 h 13368"/>
                <a:gd name="connsiteX4" fmla="*/ 43196 w 43196"/>
                <a:gd name="connsiteY4" fmla="*/ 5193 h 13368"/>
                <a:gd name="connsiteX5" fmla="*/ 30442 w 43196"/>
                <a:gd name="connsiteY5" fmla="*/ 4666 h 13368"/>
                <a:gd name="connsiteX6" fmla="*/ 22465 w 43196"/>
                <a:gd name="connsiteY6" fmla="*/ 13 h 13368"/>
                <a:gd name="connsiteX7" fmla="*/ 12448 w 43196"/>
                <a:gd name="connsiteY7" fmla="*/ 3656 h 13368"/>
                <a:gd name="connsiteX8" fmla="*/ 1735 w 43196"/>
                <a:gd name="connsiteY8" fmla="*/ 12875 h 1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96" h="13368">
                  <a:moveTo>
                    <a:pt x="1735" y="12875"/>
                  </a:moveTo>
                  <a:cubicBezTo>
                    <a:pt x="8970" y="15597"/>
                    <a:pt x="14489" y="6159"/>
                    <a:pt x="14489" y="6159"/>
                  </a:cubicBezTo>
                  <a:cubicBezTo>
                    <a:pt x="25805" y="-31"/>
                    <a:pt x="29283" y="7125"/>
                    <a:pt x="29283" y="7125"/>
                  </a:cubicBezTo>
                  <a:lnTo>
                    <a:pt x="43196" y="7125"/>
                  </a:lnTo>
                  <a:lnTo>
                    <a:pt x="43196" y="5193"/>
                  </a:lnTo>
                  <a:lnTo>
                    <a:pt x="30442" y="4666"/>
                  </a:lnTo>
                  <a:cubicBezTo>
                    <a:pt x="30442" y="4666"/>
                    <a:pt x="27242" y="276"/>
                    <a:pt x="22465" y="13"/>
                  </a:cubicBezTo>
                  <a:cubicBezTo>
                    <a:pt x="17689" y="-251"/>
                    <a:pt x="12448" y="3656"/>
                    <a:pt x="12448" y="3656"/>
                  </a:cubicBezTo>
                  <a:cubicBezTo>
                    <a:pt x="12448" y="3656"/>
                    <a:pt x="-5546" y="10154"/>
                    <a:pt x="1735" y="128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0E0F8B72-C0A8-97B3-98EB-7DC9B7A28314}"/>
                </a:ext>
              </a:extLst>
            </p:cNvPr>
            <p:cNvSpPr>
              <a:spLocks/>
            </p:cNvSpPr>
            <p:nvPr/>
          </p:nvSpPr>
          <p:spPr>
            <a:xfrm>
              <a:off x="8117609" y="1349977"/>
              <a:ext cx="11007" cy="9174"/>
            </a:xfrm>
            <a:custGeom>
              <a:avLst/>
              <a:gdLst>
                <a:gd name="connsiteX0" fmla="*/ 7374 w 7374"/>
                <a:gd name="connsiteY0" fmla="*/ 2854 h 6146"/>
                <a:gd name="connsiteX1" fmla="*/ 7374 w 7374"/>
                <a:gd name="connsiteY1" fmla="*/ 0 h 6146"/>
                <a:gd name="connsiteX2" fmla="*/ 0 w 7374"/>
                <a:gd name="connsiteY2" fmla="*/ 5488 h 6146"/>
                <a:gd name="connsiteX3" fmla="*/ 1577 w 7374"/>
                <a:gd name="connsiteY3" fmla="*/ 6146 h 6146"/>
                <a:gd name="connsiteX4" fmla="*/ 7374 w 7374"/>
                <a:gd name="connsiteY4" fmla="*/ 2854 h 6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4" h="6146">
                  <a:moveTo>
                    <a:pt x="7374" y="2854"/>
                  </a:moveTo>
                  <a:lnTo>
                    <a:pt x="7374" y="0"/>
                  </a:lnTo>
                  <a:lnTo>
                    <a:pt x="0" y="5488"/>
                  </a:lnTo>
                  <a:lnTo>
                    <a:pt x="1577" y="6146"/>
                  </a:lnTo>
                  <a:lnTo>
                    <a:pt x="7374" y="285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8E88948C-8916-42EE-4A13-BA034B14D223}"/>
                </a:ext>
              </a:extLst>
            </p:cNvPr>
            <p:cNvSpPr>
              <a:spLocks/>
            </p:cNvSpPr>
            <p:nvPr/>
          </p:nvSpPr>
          <p:spPr>
            <a:xfrm>
              <a:off x="8181018" y="1518052"/>
              <a:ext cx="10383" cy="6553"/>
            </a:xfrm>
            <a:custGeom>
              <a:avLst/>
              <a:gdLst>
                <a:gd name="connsiteX0" fmla="*/ 0 w 6956"/>
                <a:gd name="connsiteY0" fmla="*/ 4390 h 4390"/>
                <a:gd name="connsiteX1" fmla="*/ 5472 w 6956"/>
                <a:gd name="connsiteY1" fmla="*/ 2458 h 4390"/>
                <a:gd name="connsiteX2" fmla="*/ 6957 w 6956"/>
                <a:gd name="connsiteY2" fmla="*/ 0 h 4390"/>
                <a:gd name="connsiteX3" fmla="*/ 0 w 6956"/>
                <a:gd name="connsiteY3" fmla="*/ 0 h 4390"/>
                <a:gd name="connsiteX4" fmla="*/ 0 w 6956"/>
                <a:gd name="connsiteY4" fmla="*/ 439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4390">
                  <a:moveTo>
                    <a:pt x="0" y="4390"/>
                  </a:moveTo>
                  <a:lnTo>
                    <a:pt x="5472" y="2458"/>
                  </a:lnTo>
                  <a:lnTo>
                    <a:pt x="6957" y="0"/>
                  </a:lnTo>
                  <a:lnTo>
                    <a:pt x="0" y="0"/>
                  </a:lnTo>
                  <a:lnTo>
                    <a:pt x="0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D5369567-CCDC-7CCC-FAF9-984AB7FD7A60}"/>
                </a:ext>
              </a:extLst>
            </p:cNvPr>
            <p:cNvSpPr>
              <a:spLocks/>
            </p:cNvSpPr>
            <p:nvPr/>
          </p:nvSpPr>
          <p:spPr>
            <a:xfrm>
              <a:off x="7982830" y="1548326"/>
              <a:ext cx="53648" cy="18871"/>
            </a:xfrm>
            <a:custGeom>
              <a:avLst/>
              <a:gdLst>
                <a:gd name="connsiteX0" fmla="*/ 34783 w 35942"/>
                <a:gd name="connsiteY0" fmla="*/ 0 h 12643"/>
                <a:gd name="connsiteX1" fmla="*/ 22910 w 35942"/>
                <a:gd name="connsiteY1" fmla="*/ 1932 h 12643"/>
                <a:gd name="connsiteX2" fmla="*/ 15351 w 35942"/>
                <a:gd name="connsiteY2" fmla="*/ 0 h 12643"/>
                <a:gd name="connsiteX3" fmla="*/ 11594 w 35942"/>
                <a:gd name="connsiteY3" fmla="*/ 1932 h 12643"/>
                <a:gd name="connsiteX4" fmla="*/ 5519 w 35942"/>
                <a:gd name="connsiteY4" fmla="*/ 6322 h 12643"/>
                <a:gd name="connsiteX5" fmla="*/ 4035 w 35942"/>
                <a:gd name="connsiteY5" fmla="*/ 10185 h 12643"/>
                <a:gd name="connsiteX6" fmla="*/ 0 w 35942"/>
                <a:gd name="connsiteY6" fmla="*/ 10185 h 12643"/>
                <a:gd name="connsiteX7" fmla="*/ 0 w 35942"/>
                <a:gd name="connsiteY7" fmla="*/ 12643 h 12643"/>
                <a:gd name="connsiteX8" fmla="*/ 7235 w 35942"/>
                <a:gd name="connsiteY8" fmla="*/ 12643 h 12643"/>
                <a:gd name="connsiteX9" fmla="*/ 7235 w 35942"/>
                <a:gd name="connsiteY9" fmla="*/ 8078 h 12643"/>
                <a:gd name="connsiteX10" fmla="*/ 11594 w 35942"/>
                <a:gd name="connsiteY10" fmla="*/ 5005 h 12643"/>
                <a:gd name="connsiteX11" fmla="*/ 15073 w 35942"/>
                <a:gd name="connsiteY11" fmla="*/ 5005 h 12643"/>
                <a:gd name="connsiteX12" fmla="*/ 15073 w 35942"/>
                <a:gd name="connsiteY12" fmla="*/ 2766 h 12643"/>
                <a:gd name="connsiteX13" fmla="*/ 22586 w 35942"/>
                <a:gd name="connsiteY13" fmla="*/ 4039 h 12643"/>
                <a:gd name="connsiteX14" fmla="*/ 35942 w 35942"/>
                <a:gd name="connsiteY14" fmla="*/ 1932 h 12643"/>
                <a:gd name="connsiteX15" fmla="*/ 34783 w 35942"/>
                <a:gd name="connsiteY15" fmla="*/ 0 h 1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942" h="12643">
                  <a:moveTo>
                    <a:pt x="34783" y="0"/>
                  </a:moveTo>
                  <a:lnTo>
                    <a:pt x="22910" y="1932"/>
                  </a:lnTo>
                  <a:lnTo>
                    <a:pt x="15351" y="0"/>
                  </a:lnTo>
                  <a:lnTo>
                    <a:pt x="11594" y="1932"/>
                  </a:lnTo>
                  <a:lnTo>
                    <a:pt x="5519" y="6322"/>
                  </a:lnTo>
                  <a:lnTo>
                    <a:pt x="4035" y="10185"/>
                  </a:lnTo>
                  <a:lnTo>
                    <a:pt x="0" y="10185"/>
                  </a:lnTo>
                  <a:lnTo>
                    <a:pt x="0" y="12643"/>
                  </a:lnTo>
                  <a:lnTo>
                    <a:pt x="7235" y="12643"/>
                  </a:lnTo>
                  <a:lnTo>
                    <a:pt x="7235" y="8078"/>
                  </a:lnTo>
                  <a:lnTo>
                    <a:pt x="11594" y="5005"/>
                  </a:lnTo>
                  <a:lnTo>
                    <a:pt x="15073" y="5005"/>
                  </a:lnTo>
                  <a:lnTo>
                    <a:pt x="15073" y="2766"/>
                  </a:lnTo>
                  <a:lnTo>
                    <a:pt x="22586" y="4039"/>
                  </a:lnTo>
                  <a:lnTo>
                    <a:pt x="35942" y="1932"/>
                  </a:lnTo>
                  <a:lnTo>
                    <a:pt x="3478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270BF1DC-6A2A-80EE-5D63-D06CD6814A37}"/>
                </a:ext>
              </a:extLst>
            </p:cNvPr>
            <p:cNvSpPr>
              <a:spLocks/>
            </p:cNvSpPr>
            <p:nvPr/>
          </p:nvSpPr>
          <p:spPr>
            <a:xfrm>
              <a:off x="8213000" y="1502851"/>
              <a:ext cx="22497" cy="25424"/>
            </a:xfrm>
            <a:custGeom>
              <a:avLst/>
              <a:gdLst>
                <a:gd name="connsiteX0" fmla="*/ 11316 w 15072"/>
                <a:gd name="connsiteY0" fmla="*/ 17033 h 17033"/>
                <a:gd name="connsiteX1" fmla="*/ 15073 w 15072"/>
                <a:gd name="connsiteY1" fmla="*/ 17033 h 17033"/>
                <a:gd name="connsiteX2" fmla="*/ 12475 w 15072"/>
                <a:gd name="connsiteY2" fmla="*/ 10448 h 17033"/>
                <a:gd name="connsiteX3" fmla="*/ 0 w 15072"/>
                <a:gd name="connsiteY3" fmla="*/ 0 h 17033"/>
                <a:gd name="connsiteX4" fmla="*/ 0 w 15072"/>
                <a:gd name="connsiteY4" fmla="*/ 10185 h 17033"/>
                <a:gd name="connsiteX5" fmla="*/ 9275 w 15072"/>
                <a:gd name="connsiteY5" fmla="*/ 12643 h 17033"/>
                <a:gd name="connsiteX6" fmla="*/ 11316 w 15072"/>
                <a:gd name="connsiteY6" fmla="*/ 17033 h 17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72" h="17033">
                  <a:moveTo>
                    <a:pt x="11316" y="17033"/>
                  </a:moveTo>
                  <a:lnTo>
                    <a:pt x="15073" y="17033"/>
                  </a:lnTo>
                  <a:lnTo>
                    <a:pt x="12475" y="10448"/>
                  </a:lnTo>
                  <a:lnTo>
                    <a:pt x="0" y="0"/>
                  </a:lnTo>
                  <a:lnTo>
                    <a:pt x="0" y="10185"/>
                  </a:lnTo>
                  <a:lnTo>
                    <a:pt x="9275" y="12643"/>
                  </a:lnTo>
                  <a:lnTo>
                    <a:pt x="11316" y="1703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37F10FA2-B662-F404-461C-3247CFBAA8B2}"/>
                </a:ext>
              </a:extLst>
            </p:cNvPr>
            <p:cNvSpPr>
              <a:spLocks/>
            </p:cNvSpPr>
            <p:nvPr/>
          </p:nvSpPr>
          <p:spPr>
            <a:xfrm>
              <a:off x="7861272" y="1567196"/>
              <a:ext cx="6438" cy="10614"/>
            </a:xfrm>
            <a:custGeom>
              <a:avLst/>
              <a:gdLst>
                <a:gd name="connsiteX0" fmla="*/ 4313 w 4313"/>
                <a:gd name="connsiteY0" fmla="*/ 0 h 7111"/>
                <a:gd name="connsiteX1" fmla="*/ 0 w 4313"/>
                <a:gd name="connsiteY1" fmla="*/ 2195 h 7111"/>
                <a:gd name="connsiteX2" fmla="*/ 0 w 4313"/>
                <a:gd name="connsiteY2" fmla="*/ 7112 h 7111"/>
                <a:gd name="connsiteX3" fmla="*/ 4313 w 4313"/>
                <a:gd name="connsiteY3" fmla="*/ 7112 h 7111"/>
                <a:gd name="connsiteX4" fmla="*/ 4313 w 4313"/>
                <a:gd name="connsiteY4" fmla="*/ 0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13" h="7111">
                  <a:moveTo>
                    <a:pt x="4313" y="0"/>
                  </a:moveTo>
                  <a:lnTo>
                    <a:pt x="0" y="2195"/>
                  </a:lnTo>
                  <a:lnTo>
                    <a:pt x="0" y="7112"/>
                  </a:lnTo>
                  <a:lnTo>
                    <a:pt x="4313" y="7112"/>
                  </a:lnTo>
                  <a:lnTo>
                    <a:pt x="431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237864C1-D439-1A50-9D75-0DE2D5AAC502}"/>
                </a:ext>
              </a:extLst>
            </p:cNvPr>
            <p:cNvSpPr>
              <a:spLocks/>
            </p:cNvSpPr>
            <p:nvPr/>
          </p:nvSpPr>
          <p:spPr>
            <a:xfrm>
              <a:off x="8074137" y="1341784"/>
              <a:ext cx="39734" cy="16381"/>
            </a:xfrm>
            <a:custGeom>
              <a:avLst/>
              <a:gdLst>
                <a:gd name="connsiteX0" fmla="*/ 19386 w 26620"/>
                <a:gd name="connsiteY0" fmla="*/ 10975 h 10975"/>
                <a:gd name="connsiteX1" fmla="*/ 26621 w 26620"/>
                <a:gd name="connsiteY1" fmla="*/ 10975 h 10975"/>
                <a:gd name="connsiteX2" fmla="*/ 25461 w 26620"/>
                <a:gd name="connsiteY2" fmla="*/ 5488 h 10975"/>
                <a:gd name="connsiteX3" fmla="*/ 20545 w 26620"/>
                <a:gd name="connsiteY3" fmla="*/ 8561 h 10975"/>
                <a:gd name="connsiteX4" fmla="*/ 13310 w 26620"/>
                <a:gd name="connsiteY4" fmla="*/ 3117 h 10975"/>
                <a:gd name="connsiteX5" fmla="*/ 0 w 26620"/>
                <a:gd name="connsiteY5" fmla="*/ 0 h 10975"/>
                <a:gd name="connsiteX6" fmla="*/ 0 w 26620"/>
                <a:gd name="connsiteY6" fmla="*/ 3951 h 10975"/>
                <a:gd name="connsiteX7" fmla="*/ 11316 w 26620"/>
                <a:gd name="connsiteY7" fmla="*/ 5488 h 10975"/>
                <a:gd name="connsiteX8" fmla="*/ 19432 w 26620"/>
                <a:gd name="connsiteY8" fmla="*/ 10975 h 1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20" h="10975">
                  <a:moveTo>
                    <a:pt x="19386" y="10975"/>
                  </a:moveTo>
                  <a:lnTo>
                    <a:pt x="26621" y="10975"/>
                  </a:lnTo>
                  <a:cubicBezTo>
                    <a:pt x="26621" y="10975"/>
                    <a:pt x="25739" y="6673"/>
                    <a:pt x="25461" y="5488"/>
                  </a:cubicBezTo>
                  <a:lnTo>
                    <a:pt x="20545" y="8561"/>
                  </a:lnTo>
                  <a:lnTo>
                    <a:pt x="13310" y="3117"/>
                  </a:lnTo>
                  <a:lnTo>
                    <a:pt x="0" y="0"/>
                  </a:lnTo>
                  <a:lnTo>
                    <a:pt x="0" y="3951"/>
                  </a:lnTo>
                  <a:lnTo>
                    <a:pt x="11316" y="5488"/>
                  </a:lnTo>
                  <a:lnTo>
                    <a:pt x="19432" y="1097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D709DCBD-53D1-80AD-EDB4-5CCFD0F4E751}"/>
                </a:ext>
              </a:extLst>
            </p:cNvPr>
            <p:cNvSpPr>
              <a:spLocks/>
            </p:cNvSpPr>
            <p:nvPr/>
          </p:nvSpPr>
          <p:spPr>
            <a:xfrm>
              <a:off x="8050738" y="1688423"/>
              <a:ext cx="7336" cy="5700"/>
            </a:xfrm>
            <a:custGeom>
              <a:avLst/>
              <a:gdLst>
                <a:gd name="connsiteX0" fmla="*/ 3803 w 4915"/>
                <a:gd name="connsiteY0" fmla="*/ 3819 h 3819"/>
                <a:gd name="connsiteX1" fmla="*/ 4916 w 4915"/>
                <a:gd name="connsiteY1" fmla="*/ 0 h 3819"/>
                <a:gd name="connsiteX2" fmla="*/ 0 w 4915"/>
                <a:gd name="connsiteY2" fmla="*/ 0 h 3819"/>
                <a:gd name="connsiteX3" fmla="*/ 3803 w 4915"/>
                <a:gd name="connsiteY3" fmla="*/ 3819 h 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15" h="3819">
                  <a:moveTo>
                    <a:pt x="3803" y="3819"/>
                  </a:moveTo>
                  <a:lnTo>
                    <a:pt x="4916" y="0"/>
                  </a:lnTo>
                  <a:lnTo>
                    <a:pt x="0" y="0"/>
                  </a:lnTo>
                  <a:lnTo>
                    <a:pt x="3803" y="38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7621A105-19E1-D9AC-0CE1-FA61F68F3BC1}"/>
                </a:ext>
              </a:extLst>
            </p:cNvPr>
            <p:cNvSpPr>
              <a:spLocks/>
            </p:cNvSpPr>
            <p:nvPr/>
          </p:nvSpPr>
          <p:spPr>
            <a:xfrm>
              <a:off x="8069359" y="1633117"/>
              <a:ext cx="9967" cy="13498"/>
            </a:xfrm>
            <a:custGeom>
              <a:avLst/>
              <a:gdLst>
                <a:gd name="connsiteX0" fmla="*/ 2597 w 6678"/>
                <a:gd name="connsiteY0" fmla="*/ 9043 h 9043"/>
                <a:gd name="connsiteX1" fmla="*/ 6678 w 6678"/>
                <a:gd name="connsiteY1" fmla="*/ 3029 h 9043"/>
                <a:gd name="connsiteX2" fmla="*/ 2597 w 6678"/>
                <a:gd name="connsiteY2" fmla="*/ 0 h 9043"/>
                <a:gd name="connsiteX3" fmla="*/ 0 w 6678"/>
                <a:gd name="connsiteY3" fmla="*/ 4522 h 9043"/>
                <a:gd name="connsiteX4" fmla="*/ 2597 w 6678"/>
                <a:gd name="connsiteY4" fmla="*/ 9043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8" h="9043">
                  <a:moveTo>
                    <a:pt x="2597" y="9043"/>
                  </a:moveTo>
                  <a:lnTo>
                    <a:pt x="6678" y="3029"/>
                  </a:lnTo>
                  <a:lnTo>
                    <a:pt x="2597" y="0"/>
                  </a:lnTo>
                  <a:lnTo>
                    <a:pt x="0" y="4522"/>
                  </a:lnTo>
                  <a:lnTo>
                    <a:pt x="2597" y="904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43BFB46-517B-77FE-29C9-A61ED18255B1}"/>
                </a:ext>
              </a:extLst>
            </p:cNvPr>
            <p:cNvSpPr>
              <a:spLocks/>
            </p:cNvSpPr>
            <p:nvPr/>
          </p:nvSpPr>
          <p:spPr>
            <a:xfrm>
              <a:off x="8019587" y="1694123"/>
              <a:ext cx="7336" cy="11074"/>
            </a:xfrm>
            <a:custGeom>
              <a:avLst/>
              <a:gdLst>
                <a:gd name="connsiteX0" fmla="*/ 0 w 4915"/>
                <a:gd name="connsiteY0" fmla="*/ 2502 h 7419"/>
                <a:gd name="connsiteX1" fmla="*/ 1484 w 4915"/>
                <a:gd name="connsiteY1" fmla="*/ 7419 h 7419"/>
                <a:gd name="connsiteX2" fmla="*/ 4916 w 4915"/>
                <a:gd name="connsiteY2" fmla="*/ 1932 h 7419"/>
                <a:gd name="connsiteX3" fmla="*/ 1484 w 4915"/>
                <a:gd name="connsiteY3" fmla="*/ 0 h 7419"/>
                <a:gd name="connsiteX4" fmla="*/ 0 w 4915"/>
                <a:gd name="connsiteY4" fmla="*/ 2502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7419">
                  <a:moveTo>
                    <a:pt x="0" y="2502"/>
                  </a:moveTo>
                  <a:lnTo>
                    <a:pt x="1484" y="7419"/>
                  </a:lnTo>
                  <a:lnTo>
                    <a:pt x="4916" y="1932"/>
                  </a:lnTo>
                  <a:lnTo>
                    <a:pt x="1484" y="0"/>
                  </a:lnTo>
                  <a:lnTo>
                    <a:pt x="0" y="25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530223E7-4EB0-13DB-5E36-9C04DD87B8C9}"/>
                </a:ext>
              </a:extLst>
            </p:cNvPr>
            <p:cNvSpPr>
              <a:spLocks/>
            </p:cNvSpPr>
            <p:nvPr/>
          </p:nvSpPr>
          <p:spPr>
            <a:xfrm>
              <a:off x="8029557" y="1686659"/>
              <a:ext cx="18723" cy="15335"/>
            </a:xfrm>
            <a:custGeom>
              <a:avLst/>
              <a:gdLst>
                <a:gd name="connsiteX0" fmla="*/ 4638 w 12544"/>
                <a:gd name="connsiteY0" fmla="*/ 83 h 10274"/>
                <a:gd name="connsiteX1" fmla="*/ 0 w 12544"/>
                <a:gd name="connsiteY1" fmla="*/ 4999 h 10274"/>
                <a:gd name="connsiteX2" fmla="*/ 11873 w 12544"/>
                <a:gd name="connsiteY2" fmla="*/ 6668 h 10274"/>
                <a:gd name="connsiteX3" fmla="*/ 4638 w 12544"/>
                <a:gd name="connsiteY3" fmla="*/ 83 h 10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44" h="10274">
                  <a:moveTo>
                    <a:pt x="4638" y="83"/>
                  </a:moveTo>
                  <a:cubicBezTo>
                    <a:pt x="278" y="-751"/>
                    <a:pt x="0" y="4999"/>
                    <a:pt x="0" y="4999"/>
                  </a:cubicBezTo>
                  <a:cubicBezTo>
                    <a:pt x="2875" y="13516"/>
                    <a:pt x="9275" y="9916"/>
                    <a:pt x="11873" y="6668"/>
                  </a:cubicBezTo>
                  <a:cubicBezTo>
                    <a:pt x="14470" y="3375"/>
                    <a:pt x="8997" y="917"/>
                    <a:pt x="4638" y="8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497A7671-124E-41CE-9B69-24E5410BB92B}"/>
                </a:ext>
              </a:extLst>
            </p:cNvPr>
            <p:cNvSpPr>
              <a:spLocks/>
            </p:cNvSpPr>
            <p:nvPr/>
          </p:nvSpPr>
          <p:spPr>
            <a:xfrm>
              <a:off x="8030387" y="1463141"/>
              <a:ext cx="174375" cy="110608"/>
            </a:xfrm>
            <a:custGeom>
              <a:avLst/>
              <a:gdLst>
                <a:gd name="connsiteX0" fmla="*/ 19757 w 116824"/>
                <a:gd name="connsiteY0" fmla="*/ 47763 h 74103"/>
                <a:gd name="connsiteX1" fmla="*/ 22354 w 116824"/>
                <a:gd name="connsiteY1" fmla="*/ 50485 h 74103"/>
                <a:gd name="connsiteX2" fmla="*/ 26110 w 116824"/>
                <a:gd name="connsiteY2" fmla="*/ 51319 h 74103"/>
                <a:gd name="connsiteX3" fmla="*/ 30748 w 116824"/>
                <a:gd name="connsiteY3" fmla="*/ 63392 h 74103"/>
                <a:gd name="connsiteX4" fmla="*/ 28151 w 116824"/>
                <a:gd name="connsiteY4" fmla="*/ 72699 h 74103"/>
                <a:gd name="connsiteX5" fmla="*/ 36824 w 116824"/>
                <a:gd name="connsiteY5" fmla="*/ 74103 h 74103"/>
                <a:gd name="connsiteX6" fmla="*/ 36545 w 116824"/>
                <a:gd name="connsiteY6" fmla="*/ 66948 h 74103"/>
                <a:gd name="connsiteX7" fmla="*/ 30470 w 116824"/>
                <a:gd name="connsiteY7" fmla="*/ 45832 h 74103"/>
                <a:gd name="connsiteX8" fmla="*/ 22632 w 116824"/>
                <a:gd name="connsiteY8" fmla="*/ 44998 h 74103"/>
                <a:gd name="connsiteX9" fmla="*/ 30470 w 116824"/>
                <a:gd name="connsiteY9" fmla="*/ 39247 h 74103"/>
                <a:gd name="connsiteX10" fmla="*/ 33948 w 116824"/>
                <a:gd name="connsiteY10" fmla="*/ 39247 h 74103"/>
                <a:gd name="connsiteX11" fmla="*/ 33345 w 116824"/>
                <a:gd name="connsiteY11" fmla="*/ 46095 h 74103"/>
                <a:gd name="connsiteX12" fmla="*/ 48140 w 116824"/>
                <a:gd name="connsiteY12" fmla="*/ 53778 h 74103"/>
                <a:gd name="connsiteX13" fmla="*/ 42945 w 116824"/>
                <a:gd name="connsiteY13" fmla="*/ 38017 h 74103"/>
                <a:gd name="connsiteX14" fmla="*/ 52499 w 116824"/>
                <a:gd name="connsiteY14" fmla="*/ 36788 h 74103"/>
                <a:gd name="connsiteX15" fmla="*/ 55653 w 116824"/>
                <a:gd name="connsiteY15" fmla="*/ 38017 h 74103"/>
                <a:gd name="connsiteX16" fmla="*/ 58435 w 116824"/>
                <a:gd name="connsiteY16" fmla="*/ 34857 h 74103"/>
                <a:gd name="connsiteX17" fmla="*/ 64928 w 116824"/>
                <a:gd name="connsiteY17" fmla="*/ 34154 h 74103"/>
                <a:gd name="connsiteX18" fmla="*/ 70772 w 116824"/>
                <a:gd name="connsiteY18" fmla="*/ 29720 h 74103"/>
                <a:gd name="connsiteX19" fmla="*/ 75688 w 116824"/>
                <a:gd name="connsiteY19" fmla="*/ 30993 h 74103"/>
                <a:gd name="connsiteX20" fmla="*/ 76244 w 116824"/>
                <a:gd name="connsiteY20" fmla="*/ 24847 h 74103"/>
                <a:gd name="connsiteX21" fmla="*/ 79166 w 116824"/>
                <a:gd name="connsiteY21" fmla="*/ 27174 h 74103"/>
                <a:gd name="connsiteX22" fmla="*/ 87560 w 116824"/>
                <a:gd name="connsiteY22" fmla="*/ 22521 h 74103"/>
                <a:gd name="connsiteX23" fmla="*/ 95073 w 116824"/>
                <a:gd name="connsiteY23" fmla="*/ 23750 h 74103"/>
                <a:gd name="connsiteX24" fmla="*/ 104674 w 116824"/>
                <a:gd name="connsiteY24" fmla="*/ 20018 h 74103"/>
                <a:gd name="connsiteX25" fmla="*/ 116824 w 116824"/>
                <a:gd name="connsiteY25" fmla="*/ 19492 h 74103"/>
                <a:gd name="connsiteX26" fmla="*/ 105230 w 116824"/>
                <a:gd name="connsiteY26" fmla="*/ 17867 h 74103"/>
                <a:gd name="connsiteX27" fmla="*/ 96558 w 116824"/>
                <a:gd name="connsiteY27" fmla="*/ 19492 h 74103"/>
                <a:gd name="connsiteX28" fmla="*/ 91039 w 116824"/>
                <a:gd name="connsiteY28" fmla="*/ 15628 h 74103"/>
                <a:gd name="connsiteX29" fmla="*/ 86123 w 116824"/>
                <a:gd name="connsiteY29" fmla="*/ 11985 h 74103"/>
                <a:gd name="connsiteX30" fmla="*/ 82644 w 116824"/>
                <a:gd name="connsiteY30" fmla="*/ 1932 h 74103"/>
                <a:gd name="connsiteX31" fmla="*/ 79444 w 116824"/>
                <a:gd name="connsiteY31" fmla="*/ 1932 h 74103"/>
                <a:gd name="connsiteX32" fmla="*/ 78841 w 116824"/>
                <a:gd name="connsiteY32" fmla="*/ 5224 h 74103"/>
                <a:gd name="connsiteX33" fmla="*/ 72766 w 116824"/>
                <a:gd name="connsiteY33" fmla="*/ 11985 h 74103"/>
                <a:gd name="connsiteX34" fmla="*/ 75688 w 116824"/>
                <a:gd name="connsiteY34" fmla="*/ 17867 h 74103"/>
                <a:gd name="connsiteX35" fmla="*/ 82644 w 116824"/>
                <a:gd name="connsiteY35" fmla="*/ 17867 h 74103"/>
                <a:gd name="connsiteX36" fmla="*/ 80047 w 116824"/>
                <a:gd name="connsiteY36" fmla="*/ 22521 h 74103"/>
                <a:gd name="connsiteX37" fmla="*/ 75409 w 116824"/>
                <a:gd name="connsiteY37" fmla="*/ 22521 h 74103"/>
                <a:gd name="connsiteX38" fmla="*/ 66691 w 116824"/>
                <a:gd name="connsiteY38" fmla="*/ 28535 h 74103"/>
                <a:gd name="connsiteX39" fmla="*/ 60012 w 116824"/>
                <a:gd name="connsiteY39" fmla="*/ 29720 h 74103"/>
                <a:gd name="connsiteX40" fmla="*/ 57693 w 116824"/>
                <a:gd name="connsiteY40" fmla="*/ 32837 h 74103"/>
                <a:gd name="connsiteX41" fmla="*/ 54215 w 116824"/>
                <a:gd name="connsiteY41" fmla="*/ 29720 h 74103"/>
                <a:gd name="connsiteX42" fmla="*/ 42945 w 116824"/>
                <a:gd name="connsiteY42" fmla="*/ 31301 h 74103"/>
                <a:gd name="connsiteX43" fmla="*/ 33345 w 116824"/>
                <a:gd name="connsiteY43" fmla="*/ 32837 h 74103"/>
                <a:gd name="connsiteX44" fmla="*/ 21751 w 116824"/>
                <a:gd name="connsiteY44" fmla="*/ 22521 h 74103"/>
                <a:gd name="connsiteX45" fmla="*/ 23189 w 116824"/>
                <a:gd name="connsiteY45" fmla="*/ 9878 h 74103"/>
                <a:gd name="connsiteX46" fmla="*/ 21194 w 116824"/>
                <a:gd name="connsiteY46" fmla="*/ 7990 h 74103"/>
                <a:gd name="connsiteX47" fmla="*/ 17113 w 116824"/>
                <a:gd name="connsiteY47" fmla="*/ 5488 h 74103"/>
                <a:gd name="connsiteX48" fmla="*/ 14238 w 116824"/>
                <a:gd name="connsiteY48" fmla="*/ 0 h 74103"/>
                <a:gd name="connsiteX49" fmla="*/ 14516 w 116824"/>
                <a:gd name="connsiteY49" fmla="*/ 6585 h 74103"/>
                <a:gd name="connsiteX50" fmla="*/ 21194 w 116824"/>
                <a:gd name="connsiteY50" fmla="*/ 9351 h 74103"/>
                <a:gd name="connsiteX51" fmla="*/ 19432 w 116824"/>
                <a:gd name="connsiteY51" fmla="*/ 14838 h 74103"/>
                <a:gd name="connsiteX52" fmla="*/ 15676 w 116824"/>
                <a:gd name="connsiteY52" fmla="*/ 14838 h 74103"/>
                <a:gd name="connsiteX53" fmla="*/ 14794 w 116824"/>
                <a:gd name="connsiteY53" fmla="*/ 17867 h 74103"/>
                <a:gd name="connsiteX54" fmla="*/ 18273 w 116824"/>
                <a:gd name="connsiteY54" fmla="*/ 22521 h 74103"/>
                <a:gd name="connsiteX55" fmla="*/ 19154 w 116824"/>
                <a:gd name="connsiteY55" fmla="*/ 24847 h 74103"/>
                <a:gd name="connsiteX56" fmla="*/ 21194 w 116824"/>
                <a:gd name="connsiteY56" fmla="*/ 29720 h 74103"/>
                <a:gd name="connsiteX57" fmla="*/ 21194 w 116824"/>
                <a:gd name="connsiteY57" fmla="*/ 34857 h 74103"/>
                <a:gd name="connsiteX58" fmla="*/ 13357 w 116824"/>
                <a:gd name="connsiteY58" fmla="*/ 44998 h 74103"/>
                <a:gd name="connsiteX59" fmla="*/ 6678 w 116824"/>
                <a:gd name="connsiteY59" fmla="*/ 41968 h 74103"/>
                <a:gd name="connsiteX60" fmla="*/ 0 w 116824"/>
                <a:gd name="connsiteY60" fmla="*/ 41178 h 74103"/>
                <a:gd name="connsiteX61" fmla="*/ 4081 w 116824"/>
                <a:gd name="connsiteY61" fmla="*/ 45832 h 74103"/>
                <a:gd name="connsiteX62" fmla="*/ 8719 w 116824"/>
                <a:gd name="connsiteY62" fmla="*/ 47193 h 74103"/>
                <a:gd name="connsiteX63" fmla="*/ 4081 w 116824"/>
                <a:gd name="connsiteY63" fmla="*/ 54085 h 74103"/>
                <a:gd name="connsiteX64" fmla="*/ 8162 w 116824"/>
                <a:gd name="connsiteY64" fmla="*/ 53778 h 74103"/>
                <a:gd name="connsiteX65" fmla="*/ 8162 w 116824"/>
                <a:gd name="connsiteY65" fmla="*/ 59002 h 74103"/>
                <a:gd name="connsiteX66" fmla="*/ 8162 w 116824"/>
                <a:gd name="connsiteY66" fmla="*/ 67255 h 74103"/>
                <a:gd name="connsiteX67" fmla="*/ 11594 w 116824"/>
                <a:gd name="connsiteY67" fmla="*/ 68309 h 74103"/>
                <a:gd name="connsiteX68" fmla="*/ 13357 w 116824"/>
                <a:gd name="connsiteY68" fmla="*/ 55709 h 74103"/>
                <a:gd name="connsiteX69" fmla="*/ 9878 w 116824"/>
                <a:gd name="connsiteY69" fmla="*/ 51583 h 74103"/>
                <a:gd name="connsiteX70" fmla="*/ 13357 w 116824"/>
                <a:gd name="connsiteY70" fmla="*/ 48027 h 74103"/>
                <a:gd name="connsiteX71" fmla="*/ 19757 w 116824"/>
                <a:gd name="connsiteY71" fmla="*/ 47763 h 74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16824" h="74103">
                  <a:moveTo>
                    <a:pt x="19757" y="47763"/>
                  </a:moveTo>
                  <a:lnTo>
                    <a:pt x="22354" y="50485"/>
                  </a:lnTo>
                  <a:lnTo>
                    <a:pt x="26110" y="51319"/>
                  </a:lnTo>
                  <a:lnTo>
                    <a:pt x="30748" y="63392"/>
                  </a:lnTo>
                  <a:lnTo>
                    <a:pt x="28151" y="72699"/>
                  </a:lnTo>
                  <a:lnTo>
                    <a:pt x="36824" y="74103"/>
                  </a:lnTo>
                  <a:lnTo>
                    <a:pt x="36545" y="66948"/>
                  </a:lnTo>
                  <a:lnTo>
                    <a:pt x="30470" y="45832"/>
                  </a:lnTo>
                  <a:lnTo>
                    <a:pt x="22632" y="44998"/>
                  </a:lnTo>
                  <a:lnTo>
                    <a:pt x="30470" y="39247"/>
                  </a:lnTo>
                  <a:lnTo>
                    <a:pt x="33948" y="39247"/>
                  </a:lnTo>
                  <a:lnTo>
                    <a:pt x="33345" y="46095"/>
                  </a:lnTo>
                  <a:lnTo>
                    <a:pt x="48140" y="53778"/>
                  </a:lnTo>
                  <a:lnTo>
                    <a:pt x="42945" y="38017"/>
                  </a:lnTo>
                  <a:lnTo>
                    <a:pt x="52499" y="36788"/>
                  </a:lnTo>
                  <a:lnTo>
                    <a:pt x="55653" y="38017"/>
                  </a:lnTo>
                  <a:lnTo>
                    <a:pt x="58435" y="34857"/>
                  </a:lnTo>
                  <a:lnTo>
                    <a:pt x="64928" y="34154"/>
                  </a:lnTo>
                  <a:lnTo>
                    <a:pt x="70772" y="29720"/>
                  </a:lnTo>
                  <a:lnTo>
                    <a:pt x="75688" y="30993"/>
                  </a:lnTo>
                  <a:lnTo>
                    <a:pt x="76244" y="24847"/>
                  </a:lnTo>
                  <a:lnTo>
                    <a:pt x="79166" y="27174"/>
                  </a:lnTo>
                  <a:lnTo>
                    <a:pt x="87560" y="22521"/>
                  </a:lnTo>
                  <a:lnTo>
                    <a:pt x="95073" y="23750"/>
                  </a:lnTo>
                  <a:lnTo>
                    <a:pt x="104674" y="20018"/>
                  </a:lnTo>
                  <a:lnTo>
                    <a:pt x="116824" y="19492"/>
                  </a:lnTo>
                  <a:lnTo>
                    <a:pt x="105230" y="17867"/>
                  </a:lnTo>
                  <a:lnTo>
                    <a:pt x="96558" y="19492"/>
                  </a:lnTo>
                  <a:lnTo>
                    <a:pt x="91039" y="15628"/>
                  </a:lnTo>
                  <a:lnTo>
                    <a:pt x="86123" y="11985"/>
                  </a:lnTo>
                  <a:lnTo>
                    <a:pt x="82644" y="1932"/>
                  </a:lnTo>
                  <a:lnTo>
                    <a:pt x="79444" y="1932"/>
                  </a:lnTo>
                  <a:lnTo>
                    <a:pt x="78841" y="5224"/>
                  </a:lnTo>
                  <a:lnTo>
                    <a:pt x="72766" y="11985"/>
                  </a:lnTo>
                  <a:lnTo>
                    <a:pt x="75688" y="17867"/>
                  </a:lnTo>
                  <a:lnTo>
                    <a:pt x="82644" y="17867"/>
                  </a:lnTo>
                  <a:lnTo>
                    <a:pt x="80047" y="22521"/>
                  </a:lnTo>
                  <a:lnTo>
                    <a:pt x="75409" y="22521"/>
                  </a:lnTo>
                  <a:lnTo>
                    <a:pt x="66691" y="28535"/>
                  </a:lnTo>
                  <a:lnTo>
                    <a:pt x="60012" y="29720"/>
                  </a:lnTo>
                  <a:lnTo>
                    <a:pt x="57693" y="32837"/>
                  </a:lnTo>
                  <a:lnTo>
                    <a:pt x="54215" y="29720"/>
                  </a:lnTo>
                  <a:lnTo>
                    <a:pt x="42945" y="31301"/>
                  </a:lnTo>
                  <a:lnTo>
                    <a:pt x="33345" y="32837"/>
                  </a:lnTo>
                  <a:lnTo>
                    <a:pt x="21751" y="22521"/>
                  </a:lnTo>
                  <a:lnTo>
                    <a:pt x="23189" y="9878"/>
                  </a:lnTo>
                  <a:lnTo>
                    <a:pt x="21194" y="7990"/>
                  </a:lnTo>
                  <a:lnTo>
                    <a:pt x="17113" y="5488"/>
                  </a:lnTo>
                  <a:lnTo>
                    <a:pt x="14238" y="0"/>
                  </a:lnTo>
                  <a:lnTo>
                    <a:pt x="14516" y="6585"/>
                  </a:lnTo>
                  <a:lnTo>
                    <a:pt x="21194" y="9351"/>
                  </a:lnTo>
                  <a:lnTo>
                    <a:pt x="19432" y="14838"/>
                  </a:lnTo>
                  <a:lnTo>
                    <a:pt x="15676" y="14838"/>
                  </a:lnTo>
                  <a:lnTo>
                    <a:pt x="14794" y="17867"/>
                  </a:lnTo>
                  <a:lnTo>
                    <a:pt x="18273" y="22521"/>
                  </a:lnTo>
                  <a:lnTo>
                    <a:pt x="19154" y="24847"/>
                  </a:lnTo>
                  <a:lnTo>
                    <a:pt x="21194" y="29720"/>
                  </a:lnTo>
                  <a:lnTo>
                    <a:pt x="21194" y="34857"/>
                  </a:lnTo>
                  <a:lnTo>
                    <a:pt x="13357" y="44998"/>
                  </a:lnTo>
                  <a:lnTo>
                    <a:pt x="6678" y="41968"/>
                  </a:lnTo>
                  <a:lnTo>
                    <a:pt x="0" y="41178"/>
                  </a:lnTo>
                  <a:lnTo>
                    <a:pt x="4081" y="45832"/>
                  </a:lnTo>
                  <a:lnTo>
                    <a:pt x="8719" y="47193"/>
                  </a:lnTo>
                  <a:lnTo>
                    <a:pt x="4081" y="54085"/>
                  </a:lnTo>
                  <a:lnTo>
                    <a:pt x="8162" y="53778"/>
                  </a:lnTo>
                  <a:lnTo>
                    <a:pt x="8162" y="59002"/>
                  </a:lnTo>
                  <a:lnTo>
                    <a:pt x="8162" y="67255"/>
                  </a:lnTo>
                  <a:lnTo>
                    <a:pt x="11594" y="68309"/>
                  </a:lnTo>
                  <a:lnTo>
                    <a:pt x="13357" y="55709"/>
                  </a:lnTo>
                  <a:lnTo>
                    <a:pt x="9878" y="51583"/>
                  </a:lnTo>
                  <a:lnTo>
                    <a:pt x="13357" y="48027"/>
                  </a:lnTo>
                  <a:lnTo>
                    <a:pt x="19757" y="477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4F65BF1-3363-1BE9-1E1F-45AD805B7B36}"/>
                </a:ext>
              </a:extLst>
            </p:cNvPr>
            <p:cNvSpPr>
              <a:spLocks/>
            </p:cNvSpPr>
            <p:nvPr/>
          </p:nvSpPr>
          <p:spPr>
            <a:xfrm>
              <a:off x="8204762" y="1542624"/>
              <a:ext cx="19451" cy="15146"/>
            </a:xfrm>
            <a:custGeom>
              <a:avLst/>
              <a:gdLst>
                <a:gd name="connsiteX0" fmla="*/ 11594 w 13031"/>
                <a:gd name="connsiteY0" fmla="*/ 10141 h 10147"/>
                <a:gd name="connsiteX1" fmla="*/ 13032 w 13031"/>
                <a:gd name="connsiteY1" fmla="*/ 2722 h 10147"/>
                <a:gd name="connsiteX2" fmla="*/ 9275 w 13031"/>
                <a:gd name="connsiteY2" fmla="*/ 0 h 10147"/>
                <a:gd name="connsiteX3" fmla="*/ 0 w 13031"/>
                <a:gd name="connsiteY3" fmla="*/ 2722 h 10147"/>
                <a:gd name="connsiteX4" fmla="*/ 11594 w 13031"/>
                <a:gd name="connsiteY4" fmla="*/ 10141 h 1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31" h="10147">
                  <a:moveTo>
                    <a:pt x="11594" y="10141"/>
                  </a:moveTo>
                  <a:cubicBezTo>
                    <a:pt x="11594" y="9878"/>
                    <a:pt x="13032" y="2722"/>
                    <a:pt x="13032" y="2722"/>
                  </a:cubicBezTo>
                  <a:lnTo>
                    <a:pt x="9275" y="0"/>
                  </a:lnTo>
                  <a:lnTo>
                    <a:pt x="0" y="2722"/>
                  </a:lnTo>
                  <a:cubicBezTo>
                    <a:pt x="0" y="2722"/>
                    <a:pt x="11594" y="10404"/>
                    <a:pt x="11594" y="1014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716A9864-DABD-08B4-A604-0785B11D2CA6}"/>
                </a:ext>
              </a:extLst>
            </p:cNvPr>
            <p:cNvSpPr>
              <a:spLocks/>
            </p:cNvSpPr>
            <p:nvPr/>
          </p:nvSpPr>
          <p:spPr>
            <a:xfrm>
              <a:off x="8059392" y="2432149"/>
              <a:ext cx="75730" cy="90099"/>
            </a:xfrm>
            <a:custGeom>
              <a:avLst/>
              <a:gdLst>
                <a:gd name="connsiteX0" fmla="*/ 30748 w 50736"/>
                <a:gd name="connsiteY0" fmla="*/ 55138 h 60362"/>
                <a:gd name="connsiteX1" fmla="*/ 31583 w 50736"/>
                <a:gd name="connsiteY1" fmla="*/ 46358 h 60362"/>
                <a:gd name="connsiteX2" fmla="*/ 37705 w 50736"/>
                <a:gd name="connsiteY2" fmla="*/ 47719 h 60362"/>
                <a:gd name="connsiteX3" fmla="*/ 50737 w 50736"/>
                <a:gd name="connsiteY3" fmla="*/ 56499 h 60362"/>
                <a:gd name="connsiteX4" fmla="*/ 47815 w 50736"/>
                <a:gd name="connsiteY4" fmla="*/ 50222 h 60362"/>
                <a:gd name="connsiteX5" fmla="*/ 43502 w 50736"/>
                <a:gd name="connsiteY5" fmla="*/ 48290 h 60362"/>
                <a:gd name="connsiteX6" fmla="*/ 43502 w 50736"/>
                <a:gd name="connsiteY6" fmla="*/ 45261 h 60362"/>
                <a:gd name="connsiteX7" fmla="*/ 47119 w 50736"/>
                <a:gd name="connsiteY7" fmla="*/ 41705 h 60362"/>
                <a:gd name="connsiteX8" fmla="*/ 43502 w 50736"/>
                <a:gd name="connsiteY8" fmla="*/ 31257 h 60362"/>
                <a:gd name="connsiteX9" fmla="*/ 43502 w 50736"/>
                <a:gd name="connsiteY9" fmla="*/ 41705 h 60362"/>
                <a:gd name="connsiteX10" fmla="*/ 40858 w 50736"/>
                <a:gd name="connsiteY10" fmla="*/ 43900 h 60362"/>
                <a:gd name="connsiteX11" fmla="*/ 36824 w 50736"/>
                <a:gd name="connsiteY11" fmla="*/ 43900 h 60362"/>
                <a:gd name="connsiteX12" fmla="*/ 33345 w 50736"/>
                <a:gd name="connsiteY12" fmla="*/ 40300 h 60362"/>
                <a:gd name="connsiteX13" fmla="*/ 36221 w 50736"/>
                <a:gd name="connsiteY13" fmla="*/ 35383 h 60362"/>
                <a:gd name="connsiteX14" fmla="*/ 39745 w 50736"/>
                <a:gd name="connsiteY14" fmla="*/ 29325 h 60362"/>
                <a:gd name="connsiteX15" fmla="*/ 39142 w 50736"/>
                <a:gd name="connsiteY15" fmla="*/ 16989 h 60362"/>
                <a:gd name="connsiteX16" fmla="*/ 35942 w 50736"/>
                <a:gd name="connsiteY16" fmla="*/ 7112 h 60362"/>
                <a:gd name="connsiteX17" fmla="*/ 24626 w 50736"/>
                <a:gd name="connsiteY17" fmla="*/ 0 h 60362"/>
                <a:gd name="connsiteX18" fmla="*/ 9275 w 50736"/>
                <a:gd name="connsiteY18" fmla="*/ 0 h 60362"/>
                <a:gd name="connsiteX19" fmla="*/ 0 w 50736"/>
                <a:gd name="connsiteY19" fmla="*/ 11238 h 60362"/>
                <a:gd name="connsiteX20" fmla="*/ 2041 w 50736"/>
                <a:gd name="connsiteY20" fmla="*/ 12336 h 60362"/>
                <a:gd name="connsiteX21" fmla="*/ 9600 w 50736"/>
                <a:gd name="connsiteY21" fmla="*/ 4390 h 60362"/>
                <a:gd name="connsiteX22" fmla="*/ 23792 w 50736"/>
                <a:gd name="connsiteY22" fmla="*/ 3556 h 60362"/>
                <a:gd name="connsiteX23" fmla="*/ 33902 w 50736"/>
                <a:gd name="connsiteY23" fmla="*/ 9043 h 60362"/>
                <a:gd name="connsiteX24" fmla="*/ 36824 w 50736"/>
                <a:gd name="connsiteY24" fmla="*/ 20282 h 60362"/>
                <a:gd name="connsiteX25" fmla="*/ 35108 w 50736"/>
                <a:gd name="connsiteY25" fmla="*/ 30467 h 60362"/>
                <a:gd name="connsiteX26" fmla="*/ 31026 w 50736"/>
                <a:gd name="connsiteY26" fmla="*/ 39510 h 60362"/>
                <a:gd name="connsiteX27" fmla="*/ 28708 w 50736"/>
                <a:gd name="connsiteY27" fmla="*/ 48290 h 60362"/>
                <a:gd name="connsiteX28" fmla="*/ 28708 w 50736"/>
                <a:gd name="connsiteY28" fmla="*/ 53778 h 60362"/>
                <a:gd name="connsiteX29" fmla="*/ 24070 w 50736"/>
                <a:gd name="connsiteY29" fmla="*/ 56499 h 60362"/>
                <a:gd name="connsiteX30" fmla="*/ 15073 w 50736"/>
                <a:gd name="connsiteY30" fmla="*/ 56499 h 60362"/>
                <a:gd name="connsiteX31" fmla="*/ 14516 w 50736"/>
                <a:gd name="connsiteY31" fmla="*/ 60363 h 60362"/>
                <a:gd name="connsiteX32" fmla="*/ 25369 w 50736"/>
                <a:gd name="connsiteY32" fmla="*/ 58694 h 60362"/>
                <a:gd name="connsiteX33" fmla="*/ 30748 w 50736"/>
                <a:gd name="connsiteY33" fmla="*/ 55138 h 60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0736" h="60362">
                  <a:moveTo>
                    <a:pt x="30748" y="55138"/>
                  </a:moveTo>
                  <a:lnTo>
                    <a:pt x="31583" y="46358"/>
                  </a:lnTo>
                  <a:lnTo>
                    <a:pt x="37705" y="47719"/>
                  </a:lnTo>
                  <a:lnTo>
                    <a:pt x="50737" y="56499"/>
                  </a:lnTo>
                  <a:lnTo>
                    <a:pt x="47815" y="50222"/>
                  </a:lnTo>
                  <a:lnTo>
                    <a:pt x="43502" y="48290"/>
                  </a:lnTo>
                  <a:lnTo>
                    <a:pt x="43502" y="45261"/>
                  </a:lnTo>
                  <a:lnTo>
                    <a:pt x="47119" y="41705"/>
                  </a:lnTo>
                  <a:lnTo>
                    <a:pt x="43502" y="31257"/>
                  </a:lnTo>
                  <a:lnTo>
                    <a:pt x="43502" y="41705"/>
                  </a:lnTo>
                  <a:lnTo>
                    <a:pt x="40858" y="43900"/>
                  </a:lnTo>
                  <a:lnTo>
                    <a:pt x="36824" y="43900"/>
                  </a:lnTo>
                  <a:lnTo>
                    <a:pt x="33345" y="40300"/>
                  </a:lnTo>
                  <a:lnTo>
                    <a:pt x="36221" y="35383"/>
                  </a:lnTo>
                  <a:lnTo>
                    <a:pt x="39745" y="29325"/>
                  </a:lnTo>
                  <a:lnTo>
                    <a:pt x="39142" y="16989"/>
                  </a:lnTo>
                  <a:lnTo>
                    <a:pt x="35942" y="7112"/>
                  </a:lnTo>
                  <a:lnTo>
                    <a:pt x="24626" y="0"/>
                  </a:lnTo>
                  <a:lnTo>
                    <a:pt x="9275" y="0"/>
                  </a:lnTo>
                  <a:lnTo>
                    <a:pt x="0" y="11238"/>
                  </a:lnTo>
                  <a:lnTo>
                    <a:pt x="2041" y="12336"/>
                  </a:lnTo>
                  <a:lnTo>
                    <a:pt x="9600" y="4390"/>
                  </a:lnTo>
                  <a:lnTo>
                    <a:pt x="23792" y="3556"/>
                  </a:lnTo>
                  <a:lnTo>
                    <a:pt x="33902" y="9043"/>
                  </a:lnTo>
                  <a:lnTo>
                    <a:pt x="36824" y="20282"/>
                  </a:lnTo>
                  <a:lnTo>
                    <a:pt x="35108" y="30467"/>
                  </a:lnTo>
                  <a:lnTo>
                    <a:pt x="31026" y="39510"/>
                  </a:lnTo>
                  <a:lnTo>
                    <a:pt x="28708" y="48290"/>
                  </a:lnTo>
                  <a:lnTo>
                    <a:pt x="28708" y="53778"/>
                  </a:lnTo>
                  <a:lnTo>
                    <a:pt x="24070" y="56499"/>
                  </a:lnTo>
                  <a:lnTo>
                    <a:pt x="15073" y="56499"/>
                  </a:lnTo>
                  <a:lnTo>
                    <a:pt x="14516" y="60363"/>
                  </a:lnTo>
                  <a:lnTo>
                    <a:pt x="25369" y="58694"/>
                  </a:lnTo>
                  <a:lnTo>
                    <a:pt x="30748" y="5513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0F07D07A-1A11-43B8-4B3A-1DFCC7F309B9}"/>
                </a:ext>
              </a:extLst>
            </p:cNvPr>
            <p:cNvSpPr>
              <a:spLocks/>
            </p:cNvSpPr>
            <p:nvPr/>
          </p:nvSpPr>
          <p:spPr>
            <a:xfrm>
              <a:off x="7778619" y="1717909"/>
              <a:ext cx="9068" cy="14743"/>
            </a:xfrm>
            <a:custGeom>
              <a:avLst/>
              <a:gdLst>
                <a:gd name="connsiteX0" fmla="*/ 6075 w 6075"/>
                <a:gd name="connsiteY0" fmla="*/ 0 h 9877"/>
                <a:gd name="connsiteX1" fmla="*/ 2597 w 6075"/>
                <a:gd name="connsiteY1" fmla="*/ 0 h 9877"/>
                <a:gd name="connsiteX2" fmla="*/ 0 w 6075"/>
                <a:gd name="connsiteY2" fmla="*/ 5488 h 9877"/>
                <a:gd name="connsiteX3" fmla="*/ 0 w 6075"/>
                <a:gd name="connsiteY3" fmla="*/ 9878 h 9877"/>
                <a:gd name="connsiteX4" fmla="*/ 2597 w 6075"/>
                <a:gd name="connsiteY4" fmla="*/ 9878 h 9877"/>
                <a:gd name="connsiteX5" fmla="*/ 6075 w 6075"/>
                <a:gd name="connsiteY5" fmla="*/ 0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75" h="9877">
                  <a:moveTo>
                    <a:pt x="6075" y="0"/>
                  </a:moveTo>
                  <a:lnTo>
                    <a:pt x="2597" y="0"/>
                  </a:lnTo>
                  <a:lnTo>
                    <a:pt x="0" y="5488"/>
                  </a:lnTo>
                  <a:lnTo>
                    <a:pt x="0" y="9878"/>
                  </a:lnTo>
                  <a:lnTo>
                    <a:pt x="2597" y="9878"/>
                  </a:lnTo>
                  <a:lnTo>
                    <a:pt x="607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0DDD9130-BD2F-A1D0-BC03-DA1B74176B2E}"/>
                </a:ext>
              </a:extLst>
            </p:cNvPr>
            <p:cNvSpPr>
              <a:spLocks/>
            </p:cNvSpPr>
            <p:nvPr/>
          </p:nvSpPr>
          <p:spPr>
            <a:xfrm>
              <a:off x="8099195" y="1944368"/>
              <a:ext cx="13844" cy="14350"/>
            </a:xfrm>
            <a:custGeom>
              <a:avLst/>
              <a:gdLst>
                <a:gd name="connsiteX0" fmla="*/ 9275 w 9275"/>
                <a:gd name="connsiteY0" fmla="*/ 3029 h 9614"/>
                <a:gd name="connsiteX1" fmla="*/ 4638 w 9275"/>
                <a:gd name="connsiteY1" fmla="*/ 0 h 9614"/>
                <a:gd name="connsiteX2" fmla="*/ 0 w 9275"/>
                <a:gd name="connsiteY2" fmla="*/ 3029 h 9614"/>
                <a:gd name="connsiteX3" fmla="*/ 5241 w 9275"/>
                <a:gd name="connsiteY3" fmla="*/ 9614 h 9614"/>
                <a:gd name="connsiteX4" fmla="*/ 9275 w 9275"/>
                <a:gd name="connsiteY4" fmla="*/ 3029 h 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9614">
                  <a:moveTo>
                    <a:pt x="9275" y="3029"/>
                  </a:moveTo>
                  <a:lnTo>
                    <a:pt x="4638" y="0"/>
                  </a:lnTo>
                  <a:lnTo>
                    <a:pt x="0" y="3029"/>
                  </a:lnTo>
                  <a:lnTo>
                    <a:pt x="5241" y="9614"/>
                  </a:lnTo>
                  <a:lnTo>
                    <a:pt x="9275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F6E94C91-9998-C834-1AE2-7D8F49C2CE6F}"/>
                </a:ext>
              </a:extLst>
            </p:cNvPr>
            <p:cNvSpPr>
              <a:spLocks/>
            </p:cNvSpPr>
            <p:nvPr/>
          </p:nvSpPr>
          <p:spPr>
            <a:xfrm>
              <a:off x="7837459" y="1633904"/>
              <a:ext cx="10797" cy="25424"/>
            </a:xfrm>
            <a:custGeom>
              <a:avLst/>
              <a:gdLst>
                <a:gd name="connsiteX0" fmla="*/ 2597 w 7234"/>
                <a:gd name="connsiteY0" fmla="*/ 17033 h 17033"/>
                <a:gd name="connsiteX1" fmla="*/ 7235 w 7234"/>
                <a:gd name="connsiteY1" fmla="*/ 14838 h 17033"/>
                <a:gd name="connsiteX2" fmla="*/ 0 w 7234"/>
                <a:gd name="connsiteY2" fmla="*/ 0 h 17033"/>
                <a:gd name="connsiteX3" fmla="*/ 2597 w 7234"/>
                <a:gd name="connsiteY3" fmla="*/ 17033 h 17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34" h="17033">
                  <a:moveTo>
                    <a:pt x="2597" y="17033"/>
                  </a:moveTo>
                  <a:lnTo>
                    <a:pt x="7235" y="14838"/>
                  </a:lnTo>
                  <a:lnTo>
                    <a:pt x="0" y="0"/>
                  </a:lnTo>
                  <a:lnTo>
                    <a:pt x="2597" y="1703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65FEE0E0-DB11-44D1-AC31-1E1F098E2E3A}"/>
                </a:ext>
              </a:extLst>
            </p:cNvPr>
            <p:cNvSpPr>
              <a:spLocks/>
            </p:cNvSpPr>
            <p:nvPr/>
          </p:nvSpPr>
          <p:spPr>
            <a:xfrm>
              <a:off x="7792879" y="1619946"/>
              <a:ext cx="44579" cy="8648"/>
            </a:xfrm>
            <a:custGeom>
              <a:avLst/>
              <a:gdLst>
                <a:gd name="connsiteX0" fmla="*/ 7560 w 29866"/>
                <a:gd name="connsiteY0" fmla="*/ 2897 h 5794"/>
                <a:gd name="connsiteX1" fmla="*/ 11594 w 29866"/>
                <a:gd name="connsiteY1" fmla="*/ 5795 h 5794"/>
                <a:gd name="connsiteX2" fmla="*/ 17994 w 29866"/>
                <a:gd name="connsiteY2" fmla="*/ 5795 h 5794"/>
                <a:gd name="connsiteX3" fmla="*/ 24070 w 29866"/>
                <a:gd name="connsiteY3" fmla="*/ 2502 h 5794"/>
                <a:gd name="connsiteX4" fmla="*/ 26667 w 29866"/>
                <a:gd name="connsiteY4" fmla="*/ 5795 h 5794"/>
                <a:gd name="connsiteX5" fmla="*/ 29867 w 29866"/>
                <a:gd name="connsiteY5" fmla="*/ 2502 h 5794"/>
                <a:gd name="connsiteX6" fmla="*/ 24626 w 29866"/>
                <a:gd name="connsiteY6" fmla="*/ 0 h 5794"/>
                <a:gd name="connsiteX7" fmla="*/ 19432 w 29866"/>
                <a:gd name="connsiteY7" fmla="*/ 2897 h 5794"/>
                <a:gd name="connsiteX8" fmla="*/ 13032 w 29866"/>
                <a:gd name="connsiteY8" fmla="*/ 2897 h 5794"/>
                <a:gd name="connsiteX9" fmla="*/ 7838 w 29866"/>
                <a:gd name="connsiteY9" fmla="*/ 0 h 5794"/>
                <a:gd name="connsiteX10" fmla="*/ 0 w 29866"/>
                <a:gd name="connsiteY10" fmla="*/ 2897 h 5794"/>
                <a:gd name="connsiteX11" fmla="*/ 2041 w 29866"/>
                <a:gd name="connsiteY11" fmla="*/ 5795 h 5794"/>
                <a:gd name="connsiteX12" fmla="*/ 7560 w 29866"/>
                <a:gd name="connsiteY12" fmla="*/ 2897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866" h="5794">
                  <a:moveTo>
                    <a:pt x="7560" y="2897"/>
                  </a:moveTo>
                  <a:lnTo>
                    <a:pt x="11594" y="5795"/>
                  </a:lnTo>
                  <a:lnTo>
                    <a:pt x="17994" y="5795"/>
                  </a:lnTo>
                  <a:lnTo>
                    <a:pt x="24070" y="2502"/>
                  </a:lnTo>
                  <a:lnTo>
                    <a:pt x="26667" y="5795"/>
                  </a:lnTo>
                  <a:lnTo>
                    <a:pt x="29867" y="2502"/>
                  </a:lnTo>
                  <a:lnTo>
                    <a:pt x="24626" y="0"/>
                  </a:lnTo>
                  <a:lnTo>
                    <a:pt x="19432" y="2897"/>
                  </a:lnTo>
                  <a:lnTo>
                    <a:pt x="13032" y="2897"/>
                  </a:lnTo>
                  <a:lnTo>
                    <a:pt x="7838" y="0"/>
                  </a:lnTo>
                  <a:lnTo>
                    <a:pt x="0" y="2897"/>
                  </a:lnTo>
                  <a:lnTo>
                    <a:pt x="2041" y="5795"/>
                  </a:lnTo>
                  <a:lnTo>
                    <a:pt x="7560" y="28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9640AC61-7555-C770-DE3B-A53FBCF18237}"/>
                </a:ext>
              </a:extLst>
            </p:cNvPr>
            <p:cNvSpPr>
              <a:spLocks/>
            </p:cNvSpPr>
            <p:nvPr/>
          </p:nvSpPr>
          <p:spPr>
            <a:xfrm>
              <a:off x="7792879" y="1665881"/>
              <a:ext cx="64031" cy="148220"/>
            </a:xfrm>
            <a:custGeom>
              <a:avLst/>
              <a:gdLst>
                <a:gd name="connsiteX0" fmla="*/ 19710 w 42898"/>
                <a:gd name="connsiteY0" fmla="*/ 85956 h 99301"/>
                <a:gd name="connsiteX1" fmla="*/ 27270 w 42898"/>
                <a:gd name="connsiteY1" fmla="*/ 79854 h 99301"/>
                <a:gd name="connsiteX2" fmla="*/ 35942 w 42898"/>
                <a:gd name="connsiteY2" fmla="*/ 79854 h 99301"/>
                <a:gd name="connsiteX3" fmla="*/ 42899 w 42898"/>
                <a:gd name="connsiteY3" fmla="*/ 77089 h 99301"/>
                <a:gd name="connsiteX4" fmla="*/ 28429 w 42898"/>
                <a:gd name="connsiteY4" fmla="*/ 77352 h 99301"/>
                <a:gd name="connsiteX5" fmla="*/ 18876 w 42898"/>
                <a:gd name="connsiteY5" fmla="*/ 82971 h 99301"/>
                <a:gd name="connsiteX6" fmla="*/ 12754 w 42898"/>
                <a:gd name="connsiteY6" fmla="*/ 82971 h 99301"/>
                <a:gd name="connsiteX7" fmla="*/ 10435 w 42898"/>
                <a:gd name="connsiteY7" fmla="*/ 74894 h 99301"/>
                <a:gd name="connsiteX8" fmla="*/ 1762 w 42898"/>
                <a:gd name="connsiteY8" fmla="*/ 69713 h 99301"/>
                <a:gd name="connsiteX9" fmla="*/ 2041 w 42898"/>
                <a:gd name="connsiteY9" fmla="*/ 61197 h 99301"/>
                <a:gd name="connsiteX10" fmla="*/ 5797 w 42898"/>
                <a:gd name="connsiteY10" fmla="*/ 51012 h 99301"/>
                <a:gd name="connsiteX11" fmla="*/ 13635 w 42898"/>
                <a:gd name="connsiteY11" fmla="*/ 49651 h 99301"/>
                <a:gd name="connsiteX12" fmla="*/ 14516 w 42898"/>
                <a:gd name="connsiteY12" fmla="*/ 39510 h 99301"/>
                <a:gd name="connsiteX13" fmla="*/ 21473 w 42898"/>
                <a:gd name="connsiteY13" fmla="*/ 22477 h 99301"/>
                <a:gd name="connsiteX14" fmla="*/ 23513 w 42898"/>
                <a:gd name="connsiteY14" fmla="*/ 17823 h 99301"/>
                <a:gd name="connsiteX15" fmla="*/ 28429 w 42898"/>
                <a:gd name="connsiteY15" fmla="*/ 14531 h 99301"/>
                <a:gd name="connsiteX16" fmla="*/ 38539 w 42898"/>
                <a:gd name="connsiteY16" fmla="*/ 6058 h 99301"/>
                <a:gd name="connsiteX17" fmla="*/ 37705 w 42898"/>
                <a:gd name="connsiteY17" fmla="*/ 0 h 99301"/>
                <a:gd name="connsiteX18" fmla="*/ 35664 w 42898"/>
                <a:gd name="connsiteY18" fmla="*/ 1361 h 99301"/>
                <a:gd name="connsiteX19" fmla="*/ 35386 w 42898"/>
                <a:gd name="connsiteY19" fmla="*/ 5751 h 99301"/>
                <a:gd name="connsiteX20" fmla="*/ 26389 w 42898"/>
                <a:gd name="connsiteY20" fmla="*/ 13697 h 99301"/>
                <a:gd name="connsiteX21" fmla="*/ 21473 w 42898"/>
                <a:gd name="connsiteY21" fmla="*/ 15892 h 99301"/>
                <a:gd name="connsiteX22" fmla="*/ 19989 w 42898"/>
                <a:gd name="connsiteY22" fmla="*/ 22213 h 99301"/>
                <a:gd name="connsiteX23" fmla="*/ 12754 w 42898"/>
                <a:gd name="connsiteY23" fmla="*/ 38413 h 99301"/>
                <a:gd name="connsiteX24" fmla="*/ 11316 w 42898"/>
                <a:gd name="connsiteY24" fmla="*/ 46929 h 99301"/>
                <a:gd name="connsiteX25" fmla="*/ 5241 w 42898"/>
                <a:gd name="connsiteY25" fmla="*/ 48553 h 99301"/>
                <a:gd name="connsiteX26" fmla="*/ 0 w 42898"/>
                <a:gd name="connsiteY26" fmla="*/ 60363 h 99301"/>
                <a:gd name="connsiteX27" fmla="*/ 0 w 42898"/>
                <a:gd name="connsiteY27" fmla="*/ 71338 h 99301"/>
                <a:gd name="connsiteX28" fmla="*/ 8997 w 42898"/>
                <a:gd name="connsiteY28" fmla="*/ 77089 h 99301"/>
                <a:gd name="connsiteX29" fmla="*/ 11594 w 42898"/>
                <a:gd name="connsiteY29" fmla="*/ 85956 h 99301"/>
                <a:gd name="connsiteX30" fmla="*/ 0 w 42898"/>
                <a:gd name="connsiteY30" fmla="*/ 96844 h 99301"/>
                <a:gd name="connsiteX31" fmla="*/ 0 w 42898"/>
                <a:gd name="connsiteY31" fmla="*/ 99302 h 99301"/>
                <a:gd name="connsiteX32" fmla="*/ 13913 w 42898"/>
                <a:gd name="connsiteY32" fmla="*/ 85956 h 99301"/>
                <a:gd name="connsiteX33" fmla="*/ 19710 w 42898"/>
                <a:gd name="connsiteY33" fmla="*/ 85956 h 99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898" h="99301">
                  <a:moveTo>
                    <a:pt x="19710" y="85956"/>
                  </a:moveTo>
                  <a:lnTo>
                    <a:pt x="27270" y="79854"/>
                  </a:lnTo>
                  <a:lnTo>
                    <a:pt x="35942" y="79854"/>
                  </a:lnTo>
                  <a:lnTo>
                    <a:pt x="42899" y="77089"/>
                  </a:lnTo>
                  <a:lnTo>
                    <a:pt x="28429" y="77352"/>
                  </a:lnTo>
                  <a:lnTo>
                    <a:pt x="18876" y="82971"/>
                  </a:lnTo>
                  <a:lnTo>
                    <a:pt x="12754" y="82971"/>
                  </a:lnTo>
                  <a:lnTo>
                    <a:pt x="10435" y="74894"/>
                  </a:lnTo>
                  <a:lnTo>
                    <a:pt x="1762" y="69713"/>
                  </a:lnTo>
                  <a:lnTo>
                    <a:pt x="2041" y="61197"/>
                  </a:lnTo>
                  <a:lnTo>
                    <a:pt x="5797" y="51012"/>
                  </a:lnTo>
                  <a:lnTo>
                    <a:pt x="13635" y="49651"/>
                  </a:lnTo>
                  <a:lnTo>
                    <a:pt x="14516" y="39510"/>
                  </a:lnTo>
                  <a:lnTo>
                    <a:pt x="21473" y="22477"/>
                  </a:lnTo>
                  <a:lnTo>
                    <a:pt x="23513" y="17823"/>
                  </a:lnTo>
                  <a:lnTo>
                    <a:pt x="28429" y="14531"/>
                  </a:lnTo>
                  <a:lnTo>
                    <a:pt x="38539" y="6058"/>
                  </a:lnTo>
                  <a:lnTo>
                    <a:pt x="37705" y="0"/>
                  </a:lnTo>
                  <a:lnTo>
                    <a:pt x="35664" y="1361"/>
                  </a:lnTo>
                  <a:lnTo>
                    <a:pt x="35386" y="5751"/>
                  </a:lnTo>
                  <a:lnTo>
                    <a:pt x="26389" y="13697"/>
                  </a:lnTo>
                  <a:lnTo>
                    <a:pt x="21473" y="15892"/>
                  </a:lnTo>
                  <a:lnTo>
                    <a:pt x="19989" y="22213"/>
                  </a:lnTo>
                  <a:lnTo>
                    <a:pt x="12754" y="38413"/>
                  </a:lnTo>
                  <a:lnTo>
                    <a:pt x="11316" y="46929"/>
                  </a:lnTo>
                  <a:lnTo>
                    <a:pt x="5241" y="48553"/>
                  </a:lnTo>
                  <a:lnTo>
                    <a:pt x="0" y="60363"/>
                  </a:lnTo>
                  <a:lnTo>
                    <a:pt x="0" y="71338"/>
                  </a:lnTo>
                  <a:lnTo>
                    <a:pt x="8997" y="77089"/>
                  </a:lnTo>
                  <a:lnTo>
                    <a:pt x="11594" y="85956"/>
                  </a:lnTo>
                  <a:lnTo>
                    <a:pt x="0" y="96844"/>
                  </a:lnTo>
                  <a:lnTo>
                    <a:pt x="0" y="99302"/>
                  </a:lnTo>
                  <a:lnTo>
                    <a:pt x="13913" y="85956"/>
                  </a:lnTo>
                  <a:lnTo>
                    <a:pt x="19710" y="859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E125C47E-5570-2217-E367-CC77C643C0AE}"/>
                </a:ext>
              </a:extLst>
            </p:cNvPr>
            <p:cNvSpPr>
              <a:spLocks/>
            </p:cNvSpPr>
            <p:nvPr/>
          </p:nvSpPr>
          <p:spPr>
            <a:xfrm>
              <a:off x="7751828" y="1847086"/>
              <a:ext cx="17584" cy="39094"/>
            </a:xfrm>
            <a:custGeom>
              <a:avLst/>
              <a:gdLst>
                <a:gd name="connsiteX0" fmla="*/ 7049 w 11780"/>
                <a:gd name="connsiteY0" fmla="*/ 26191 h 26191"/>
                <a:gd name="connsiteX1" fmla="*/ 11594 w 11780"/>
                <a:gd name="connsiteY1" fmla="*/ 21801 h 26191"/>
                <a:gd name="connsiteX2" fmla="*/ 5658 w 11780"/>
                <a:gd name="connsiteY2" fmla="*/ 6436 h 26191"/>
                <a:gd name="connsiteX3" fmla="*/ 8997 w 11780"/>
                <a:gd name="connsiteY3" fmla="*/ 378 h 26191"/>
                <a:gd name="connsiteX4" fmla="*/ 2319 w 11780"/>
                <a:gd name="connsiteY4" fmla="*/ 3100 h 26191"/>
                <a:gd name="connsiteX5" fmla="*/ 0 w 11780"/>
                <a:gd name="connsiteY5" fmla="*/ 8324 h 26191"/>
                <a:gd name="connsiteX6" fmla="*/ 5797 w 11780"/>
                <a:gd name="connsiteY6" fmla="*/ 18772 h 26191"/>
                <a:gd name="connsiteX7" fmla="*/ 7049 w 11780"/>
                <a:gd name="connsiteY7" fmla="*/ 26191 h 2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80" h="26191">
                  <a:moveTo>
                    <a:pt x="7049" y="26191"/>
                  </a:moveTo>
                  <a:cubicBezTo>
                    <a:pt x="10064" y="26191"/>
                    <a:pt x="10157" y="22899"/>
                    <a:pt x="11594" y="21801"/>
                  </a:cubicBezTo>
                  <a:cubicBezTo>
                    <a:pt x="13032" y="20704"/>
                    <a:pt x="5658" y="6436"/>
                    <a:pt x="5658" y="6436"/>
                  </a:cubicBezTo>
                  <a:cubicBezTo>
                    <a:pt x="10713" y="6436"/>
                    <a:pt x="11316" y="2046"/>
                    <a:pt x="8997" y="378"/>
                  </a:cubicBezTo>
                  <a:cubicBezTo>
                    <a:pt x="6678" y="-1290"/>
                    <a:pt x="2319" y="3100"/>
                    <a:pt x="2319" y="3100"/>
                  </a:cubicBezTo>
                  <a:cubicBezTo>
                    <a:pt x="2319" y="3100"/>
                    <a:pt x="0" y="5822"/>
                    <a:pt x="0" y="8324"/>
                  </a:cubicBezTo>
                  <a:cubicBezTo>
                    <a:pt x="0" y="10826"/>
                    <a:pt x="5797" y="18772"/>
                    <a:pt x="5797" y="18772"/>
                  </a:cubicBezTo>
                  <a:cubicBezTo>
                    <a:pt x="5797" y="18772"/>
                    <a:pt x="4035" y="26191"/>
                    <a:pt x="7049" y="2619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30A02FC9-3063-02C7-60D0-40B1DD0146C6}"/>
                </a:ext>
              </a:extLst>
            </p:cNvPr>
            <p:cNvSpPr>
              <a:spLocks/>
            </p:cNvSpPr>
            <p:nvPr/>
          </p:nvSpPr>
          <p:spPr>
            <a:xfrm>
              <a:off x="7831366" y="2567593"/>
              <a:ext cx="45064" cy="76207"/>
            </a:xfrm>
            <a:custGeom>
              <a:avLst/>
              <a:gdLst>
                <a:gd name="connsiteX0" fmla="*/ 27270 w 30191"/>
                <a:gd name="connsiteY0" fmla="*/ 44 h 51055"/>
                <a:gd name="connsiteX1" fmla="*/ 23189 w 30191"/>
                <a:gd name="connsiteY1" fmla="*/ 12951 h 51055"/>
                <a:gd name="connsiteX2" fmla="*/ 11038 w 30191"/>
                <a:gd name="connsiteY2" fmla="*/ 16506 h 51055"/>
                <a:gd name="connsiteX3" fmla="*/ 0 w 30191"/>
                <a:gd name="connsiteY3" fmla="*/ 28842 h 51055"/>
                <a:gd name="connsiteX4" fmla="*/ 6400 w 30191"/>
                <a:gd name="connsiteY4" fmla="*/ 34067 h 51055"/>
                <a:gd name="connsiteX5" fmla="*/ 8441 w 30191"/>
                <a:gd name="connsiteY5" fmla="*/ 38983 h 51055"/>
                <a:gd name="connsiteX6" fmla="*/ 10481 w 30191"/>
                <a:gd name="connsiteY6" fmla="*/ 45305 h 51055"/>
                <a:gd name="connsiteX7" fmla="*/ 7884 w 30191"/>
                <a:gd name="connsiteY7" fmla="*/ 48597 h 51055"/>
                <a:gd name="connsiteX8" fmla="*/ 9322 w 30191"/>
                <a:gd name="connsiteY8" fmla="*/ 51056 h 51055"/>
                <a:gd name="connsiteX9" fmla="*/ 14238 w 30191"/>
                <a:gd name="connsiteY9" fmla="*/ 44998 h 51055"/>
                <a:gd name="connsiteX10" fmla="*/ 11363 w 30191"/>
                <a:gd name="connsiteY10" fmla="*/ 38939 h 51055"/>
                <a:gd name="connsiteX11" fmla="*/ 14841 w 30191"/>
                <a:gd name="connsiteY11" fmla="*/ 35910 h 51055"/>
                <a:gd name="connsiteX12" fmla="*/ 9044 w 30191"/>
                <a:gd name="connsiteY12" fmla="*/ 34242 h 51055"/>
                <a:gd name="connsiteX13" fmla="*/ 3525 w 30191"/>
                <a:gd name="connsiteY13" fmla="*/ 28755 h 51055"/>
                <a:gd name="connsiteX14" fmla="*/ 3525 w 30191"/>
                <a:gd name="connsiteY14" fmla="*/ 23267 h 51055"/>
                <a:gd name="connsiteX15" fmla="*/ 8719 w 30191"/>
                <a:gd name="connsiteY15" fmla="*/ 19404 h 51055"/>
                <a:gd name="connsiteX16" fmla="*/ 15119 w 30191"/>
                <a:gd name="connsiteY16" fmla="*/ 18043 h 51055"/>
                <a:gd name="connsiteX17" fmla="*/ 24116 w 30191"/>
                <a:gd name="connsiteY17" fmla="*/ 15321 h 51055"/>
                <a:gd name="connsiteX18" fmla="*/ 30192 w 30191"/>
                <a:gd name="connsiteY18" fmla="*/ 12599 h 51055"/>
                <a:gd name="connsiteX19" fmla="*/ 27316 w 30191"/>
                <a:gd name="connsiteY19" fmla="*/ 9878 h 51055"/>
                <a:gd name="connsiteX20" fmla="*/ 27316 w 30191"/>
                <a:gd name="connsiteY20" fmla="*/ 0 h 5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91" h="51055">
                  <a:moveTo>
                    <a:pt x="27270" y="44"/>
                  </a:moveTo>
                  <a:lnTo>
                    <a:pt x="23189" y="12951"/>
                  </a:lnTo>
                  <a:lnTo>
                    <a:pt x="11038" y="16506"/>
                  </a:lnTo>
                  <a:cubicBezTo>
                    <a:pt x="-185" y="17033"/>
                    <a:pt x="0" y="28842"/>
                    <a:pt x="0" y="28842"/>
                  </a:cubicBezTo>
                  <a:lnTo>
                    <a:pt x="6400" y="34067"/>
                  </a:lnTo>
                  <a:lnTo>
                    <a:pt x="8441" y="38983"/>
                  </a:lnTo>
                  <a:lnTo>
                    <a:pt x="10481" y="45305"/>
                  </a:lnTo>
                  <a:lnTo>
                    <a:pt x="7884" y="48597"/>
                  </a:lnTo>
                  <a:lnTo>
                    <a:pt x="9322" y="51056"/>
                  </a:lnTo>
                  <a:lnTo>
                    <a:pt x="14238" y="44998"/>
                  </a:lnTo>
                  <a:lnTo>
                    <a:pt x="11363" y="38939"/>
                  </a:lnTo>
                  <a:lnTo>
                    <a:pt x="14841" y="35910"/>
                  </a:lnTo>
                  <a:lnTo>
                    <a:pt x="9044" y="34242"/>
                  </a:lnTo>
                  <a:lnTo>
                    <a:pt x="3525" y="28755"/>
                  </a:lnTo>
                  <a:lnTo>
                    <a:pt x="3525" y="23267"/>
                  </a:lnTo>
                  <a:lnTo>
                    <a:pt x="8719" y="19404"/>
                  </a:lnTo>
                  <a:lnTo>
                    <a:pt x="15119" y="18043"/>
                  </a:lnTo>
                  <a:lnTo>
                    <a:pt x="24116" y="15321"/>
                  </a:lnTo>
                  <a:lnTo>
                    <a:pt x="30192" y="12599"/>
                  </a:lnTo>
                  <a:lnTo>
                    <a:pt x="27316" y="9878"/>
                  </a:lnTo>
                  <a:lnTo>
                    <a:pt x="273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4F029C64-671D-1255-BF6A-886711161C1F}"/>
                </a:ext>
              </a:extLst>
            </p:cNvPr>
            <p:cNvSpPr>
              <a:spLocks/>
            </p:cNvSpPr>
            <p:nvPr/>
          </p:nvSpPr>
          <p:spPr>
            <a:xfrm>
              <a:off x="7723031" y="1963831"/>
              <a:ext cx="238477" cy="510518"/>
            </a:xfrm>
            <a:custGeom>
              <a:avLst/>
              <a:gdLst>
                <a:gd name="connsiteX0" fmla="*/ 148547 w 159769"/>
                <a:gd name="connsiteY0" fmla="*/ 328285 h 342025"/>
                <a:gd name="connsiteX1" fmla="*/ 135515 w 159769"/>
                <a:gd name="connsiteY1" fmla="*/ 337592 h 342025"/>
                <a:gd name="connsiteX2" fmla="*/ 118123 w 159769"/>
                <a:gd name="connsiteY2" fmla="*/ 338426 h 342025"/>
                <a:gd name="connsiteX3" fmla="*/ 111166 w 159769"/>
                <a:gd name="connsiteY3" fmla="*/ 337899 h 342025"/>
                <a:gd name="connsiteX4" fmla="*/ 103932 w 159769"/>
                <a:gd name="connsiteY4" fmla="*/ 339567 h 342025"/>
                <a:gd name="connsiteX5" fmla="*/ 99294 w 159769"/>
                <a:gd name="connsiteY5" fmla="*/ 335440 h 342025"/>
                <a:gd name="connsiteX6" fmla="*/ 95537 w 159769"/>
                <a:gd name="connsiteY6" fmla="*/ 328329 h 342025"/>
                <a:gd name="connsiteX7" fmla="*/ 93218 w 159769"/>
                <a:gd name="connsiteY7" fmla="*/ 319812 h 342025"/>
                <a:gd name="connsiteX8" fmla="*/ 88024 w 159769"/>
                <a:gd name="connsiteY8" fmla="*/ 312964 h 342025"/>
                <a:gd name="connsiteX9" fmla="*/ 81068 w 159769"/>
                <a:gd name="connsiteY9" fmla="*/ 305281 h 342025"/>
                <a:gd name="connsiteX10" fmla="*/ 73555 w 159769"/>
                <a:gd name="connsiteY10" fmla="*/ 291848 h 342025"/>
                <a:gd name="connsiteX11" fmla="*/ 63120 w 159769"/>
                <a:gd name="connsiteY11" fmla="*/ 275649 h 342025"/>
                <a:gd name="connsiteX12" fmla="*/ 62238 w 159769"/>
                <a:gd name="connsiteY12" fmla="*/ 266605 h 342025"/>
                <a:gd name="connsiteX13" fmla="*/ 56163 w 159769"/>
                <a:gd name="connsiteY13" fmla="*/ 254269 h 342025"/>
                <a:gd name="connsiteX14" fmla="*/ 55004 w 159769"/>
                <a:gd name="connsiteY14" fmla="*/ 247684 h 342025"/>
                <a:gd name="connsiteX15" fmla="*/ 61682 w 159769"/>
                <a:gd name="connsiteY15" fmla="*/ 239431 h 342025"/>
                <a:gd name="connsiteX16" fmla="*/ 66598 w 159769"/>
                <a:gd name="connsiteY16" fmla="*/ 236973 h 342025"/>
                <a:gd name="connsiteX17" fmla="*/ 49809 w 159769"/>
                <a:gd name="connsiteY17" fmla="*/ 225164 h 342025"/>
                <a:gd name="connsiteX18" fmla="*/ 46609 w 159769"/>
                <a:gd name="connsiteY18" fmla="*/ 212257 h 342025"/>
                <a:gd name="connsiteX19" fmla="*/ 47769 w 159769"/>
                <a:gd name="connsiteY19" fmla="*/ 206506 h 342025"/>
                <a:gd name="connsiteX20" fmla="*/ 44291 w 159769"/>
                <a:gd name="connsiteY20" fmla="*/ 206769 h 342025"/>
                <a:gd name="connsiteX21" fmla="*/ 39096 w 159769"/>
                <a:gd name="connsiteY21" fmla="*/ 201018 h 342025"/>
                <a:gd name="connsiteX22" fmla="*/ 32696 w 159769"/>
                <a:gd name="connsiteY22" fmla="*/ 191712 h 342025"/>
                <a:gd name="connsiteX23" fmla="*/ 29496 w 159769"/>
                <a:gd name="connsiteY23" fmla="*/ 187322 h 342025"/>
                <a:gd name="connsiteX24" fmla="*/ 23977 w 159769"/>
                <a:gd name="connsiteY24" fmla="*/ 181000 h 342025"/>
                <a:gd name="connsiteX25" fmla="*/ 18783 w 159769"/>
                <a:gd name="connsiteY25" fmla="*/ 177137 h 342025"/>
                <a:gd name="connsiteX26" fmla="*/ 19340 w 159769"/>
                <a:gd name="connsiteY26" fmla="*/ 165328 h 342025"/>
                <a:gd name="connsiteX27" fmla="*/ 21380 w 159769"/>
                <a:gd name="connsiteY27" fmla="*/ 162606 h 342025"/>
                <a:gd name="connsiteX28" fmla="*/ 22818 w 159769"/>
                <a:gd name="connsiteY28" fmla="*/ 159884 h 342025"/>
                <a:gd name="connsiteX29" fmla="*/ 22818 w 159769"/>
                <a:gd name="connsiteY29" fmla="*/ 140963 h 342025"/>
                <a:gd name="connsiteX30" fmla="*/ 24858 w 159769"/>
                <a:gd name="connsiteY30" fmla="*/ 133017 h 342025"/>
                <a:gd name="connsiteX31" fmla="*/ 27456 w 159769"/>
                <a:gd name="connsiteY31" fmla="*/ 126432 h 342025"/>
                <a:gd name="connsiteX32" fmla="*/ 28893 w 159769"/>
                <a:gd name="connsiteY32" fmla="*/ 108609 h 342025"/>
                <a:gd name="connsiteX33" fmla="*/ 30609 w 159769"/>
                <a:gd name="connsiteY33" fmla="*/ 104746 h 342025"/>
                <a:gd name="connsiteX34" fmla="*/ 30887 w 159769"/>
                <a:gd name="connsiteY34" fmla="*/ 96800 h 342025"/>
                <a:gd name="connsiteX35" fmla="*/ 28012 w 159769"/>
                <a:gd name="connsiteY35" fmla="*/ 92146 h 342025"/>
                <a:gd name="connsiteX36" fmla="*/ 28290 w 159769"/>
                <a:gd name="connsiteY36" fmla="*/ 82839 h 342025"/>
                <a:gd name="connsiteX37" fmla="*/ 20453 w 159769"/>
                <a:gd name="connsiteY37" fmla="*/ 81171 h 342025"/>
                <a:gd name="connsiteX38" fmla="*/ 22215 w 159769"/>
                <a:gd name="connsiteY38" fmla="*/ 76518 h 342025"/>
                <a:gd name="connsiteX39" fmla="*/ 21658 w 159769"/>
                <a:gd name="connsiteY39" fmla="*/ 72391 h 342025"/>
                <a:gd name="connsiteX40" fmla="*/ 11826 w 159769"/>
                <a:gd name="connsiteY40" fmla="*/ 63523 h 342025"/>
                <a:gd name="connsiteX41" fmla="*/ 5055 w 159769"/>
                <a:gd name="connsiteY41" fmla="*/ 63523 h 342025"/>
                <a:gd name="connsiteX42" fmla="*/ 10110 w 159769"/>
                <a:gd name="connsiteY42" fmla="*/ 57026 h 342025"/>
                <a:gd name="connsiteX43" fmla="*/ 8070 w 159769"/>
                <a:gd name="connsiteY43" fmla="*/ 41925 h 342025"/>
                <a:gd name="connsiteX44" fmla="*/ 8070 w 159769"/>
                <a:gd name="connsiteY44" fmla="*/ 33979 h 342025"/>
                <a:gd name="connsiteX45" fmla="*/ 2876 w 159769"/>
                <a:gd name="connsiteY45" fmla="*/ 23838 h 342025"/>
                <a:gd name="connsiteX46" fmla="*/ 7792 w 159769"/>
                <a:gd name="connsiteY46" fmla="*/ 14794 h 342025"/>
                <a:gd name="connsiteX47" fmla="*/ 5055 w 159769"/>
                <a:gd name="connsiteY47" fmla="*/ 7946 h 342025"/>
                <a:gd name="connsiteX48" fmla="*/ 6632 w 159769"/>
                <a:gd name="connsiteY48" fmla="*/ 0 h 342025"/>
                <a:gd name="connsiteX49" fmla="*/ 1438 w 159769"/>
                <a:gd name="connsiteY49" fmla="*/ 9043 h 342025"/>
                <a:gd name="connsiteX50" fmla="*/ 5102 w 159769"/>
                <a:gd name="connsiteY50" fmla="*/ 14531 h 342025"/>
                <a:gd name="connsiteX51" fmla="*/ 0 w 159769"/>
                <a:gd name="connsiteY51" fmla="*/ 22213 h 342025"/>
                <a:gd name="connsiteX52" fmla="*/ 3339 w 159769"/>
                <a:gd name="connsiteY52" fmla="*/ 30730 h 342025"/>
                <a:gd name="connsiteX53" fmla="*/ 5102 w 159769"/>
                <a:gd name="connsiteY53" fmla="*/ 35647 h 342025"/>
                <a:gd name="connsiteX54" fmla="*/ 6678 w 159769"/>
                <a:gd name="connsiteY54" fmla="*/ 55402 h 342025"/>
                <a:gd name="connsiteX55" fmla="*/ 0 w 159769"/>
                <a:gd name="connsiteY55" fmla="*/ 64182 h 342025"/>
                <a:gd name="connsiteX56" fmla="*/ 3339 w 159769"/>
                <a:gd name="connsiteY56" fmla="*/ 66377 h 342025"/>
                <a:gd name="connsiteX57" fmla="*/ 10435 w 159769"/>
                <a:gd name="connsiteY57" fmla="*/ 66377 h 342025"/>
                <a:gd name="connsiteX58" fmla="*/ 19989 w 159769"/>
                <a:gd name="connsiteY58" fmla="*/ 75420 h 342025"/>
                <a:gd name="connsiteX59" fmla="*/ 15908 w 159769"/>
                <a:gd name="connsiteY59" fmla="*/ 80337 h 342025"/>
                <a:gd name="connsiteX60" fmla="*/ 17948 w 159769"/>
                <a:gd name="connsiteY60" fmla="*/ 83630 h 342025"/>
                <a:gd name="connsiteX61" fmla="*/ 24627 w 159769"/>
                <a:gd name="connsiteY61" fmla="*/ 83630 h 342025"/>
                <a:gd name="connsiteX62" fmla="*/ 26064 w 159769"/>
                <a:gd name="connsiteY62" fmla="*/ 88854 h 342025"/>
                <a:gd name="connsiteX63" fmla="*/ 24348 w 159769"/>
                <a:gd name="connsiteY63" fmla="*/ 92410 h 342025"/>
                <a:gd name="connsiteX64" fmla="*/ 27826 w 159769"/>
                <a:gd name="connsiteY64" fmla="*/ 97063 h 342025"/>
                <a:gd name="connsiteX65" fmla="*/ 27826 w 159769"/>
                <a:gd name="connsiteY65" fmla="*/ 104482 h 342025"/>
                <a:gd name="connsiteX66" fmla="*/ 24951 w 159769"/>
                <a:gd name="connsiteY66" fmla="*/ 109136 h 342025"/>
                <a:gd name="connsiteX67" fmla="*/ 25507 w 159769"/>
                <a:gd name="connsiteY67" fmla="*/ 117916 h 342025"/>
                <a:gd name="connsiteX68" fmla="*/ 24627 w 159769"/>
                <a:gd name="connsiteY68" fmla="*/ 129154 h 342025"/>
                <a:gd name="connsiteX69" fmla="*/ 20267 w 159769"/>
                <a:gd name="connsiteY69" fmla="*/ 137934 h 342025"/>
                <a:gd name="connsiteX70" fmla="*/ 20267 w 159769"/>
                <a:gd name="connsiteY70" fmla="*/ 155758 h 342025"/>
                <a:gd name="connsiteX71" fmla="*/ 19710 w 159769"/>
                <a:gd name="connsiteY71" fmla="*/ 159884 h 342025"/>
                <a:gd name="connsiteX72" fmla="*/ 16835 w 159769"/>
                <a:gd name="connsiteY72" fmla="*/ 165942 h 342025"/>
                <a:gd name="connsiteX73" fmla="*/ 16278 w 159769"/>
                <a:gd name="connsiteY73" fmla="*/ 179639 h 342025"/>
                <a:gd name="connsiteX74" fmla="*/ 22957 w 159769"/>
                <a:gd name="connsiteY74" fmla="*/ 183195 h 342025"/>
                <a:gd name="connsiteX75" fmla="*/ 27873 w 159769"/>
                <a:gd name="connsiteY75" fmla="*/ 189253 h 342025"/>
                <a:gd name="connsiteX76" fmla="*/ 32789 w 159769"/>
                <a:gd name="connsiteY76" fmla="*/ 195575 h 342025"/>
                <a:gd name="connsiteX77" fmla="*/ 36870 w 159769"/>
                <a:gd name="connsiteY77" fmla="*/ 203257 h 342025"/>
                <a:gd name="connsiteX78" fmla="*/ 42667 w 159769"/>
                <a:gd name="connsiteY78" fmla="*/ 210106 h 342025"/>
                <a:gd name="connsiteX79" fmla="*/ 48743 w 159769"/>
                <a:gd name="connsiteY79" fmla="*/ 228193 h 342025"/>
                <a:gd name="connsiteX80" fmla="*/ 59734 w 159769"/>
                <a:gd name="connsiteY80" fmla="*/ 236446 h 342025"/>
                <a:gd name="connsiteX81" fmla="*/ 55977 w 159769"/>
                <a:gd name="connsiteY81" fmla="*/ 240572 h 342025"/>
                <a:gd name="connsiteX82" fmla="*/ 52499 w 159769"/>
                <a:gd name="connsiteY82" fmla="*/ 246894 h 342025"/>
                <a:gd name="connsiteX83" fmla="*/ 55699 w 159769"/>
                <a:gd name="connsiteY83" fmla="*/ 260327 h 342025"/>
                <a:gd name="connsiteX84" fmla="*/ 59734 w 159769"/>
                <a:gd name="connsiteY84" fmla="*/ 267176 h 342025"/>
                <a:gd name="connsiteX85" fmla="*/ 59734 w 159769"/>
                <a:gd name="connsiteY85" fmla="*/ 276219 h 342025"/>
                <a:gd name="connsiteX86" fmla="*/ 71607 w 159769"/>
                <a:gd name="connsiteY86" fmla="*/ 292111 h 342025"/>
                <a:gd name="connsiteX87" fmla="*/ 77125 w 159769"/>
                <a:gd name="connsiteY87" fmla="*/ 302823 h 342025"/>
                <a:gd name="connsiteX88" fmla="*/ 82041 w 159769"/>
                <a:gd name="connsiteY88" fmla="*/ 309671 h 342025"/>
                <a:gd name="connsiteX89" fmla="*/ 86123 w 159769"/>
                <a:gd name="connsiteY89" fmla="*/ 313798 h 342025"/>
                <a:gd name="connsiteX90" fmla="*/ 88998 w 159769"/>
                <a:gd name="connsiteY90" fmla="*/ 320646 h 342025"/>
                <a:gd name="connsiteX91" fmla="*/ 93636 w 159769"/>
                <a:gd name="connsiteY91" fmla="*/ 330524 h 342025"/>
                <a:gd name="connsiteX92" fmla="*/ 97995 w 159769"/>
                <a:gd name="connsiteY92" fmla="*/ 338470 h 342025"/>
                <a:gd name="connsiteX93" fmla="*/ 103514 w 159769"/>
                <a:gd name="connsiteY93" fmla="*/ 342025 h 342025"/>
                <a:gd name="connsiteX94" fmla="*/ 113949 w 159769"/>
                <a:gd name="connsiteY94" fmla="*/ 340357 h 342025"/>
                <a:gd name="connsiteX95" fmla="*/ 137138 w 159769"/>
                <a:gd name="connsiteY95" fmla="*/ 340094 h 342025"/>
                <a:gd name="connsiteX96" fmla="*/ 148175 w 159769"/>
                <a:gd name="connsiteY96" fmla="*/ 331577 h 342025"/>
                <a:gd name="connsiteX97" fmla="*/ 154854 w 159769"/>
                <a:gd name="connsiteY97" fmla="*/ 328548 h 342025"/>
                <a:gd name="connsiteX98" fmla="*/ 159770 w 159769"/>
                <a:gd name="connsiteY98" fmla="*/ 329646 h 342025"/>
                <a:gd name="connsiteX99" fmla="*/ 155410 w 159769"/>
                <a:gd name="connsiteY99" fmla="*/ 325782 h 342025"/>
                <a:gd name="connsiteX100" fmla="*/ 148732 w 159769"/>
                <a:gd name="connsiteY100" fmla="*/ 328241 h 34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159769" h="342025">
                  <a:moveTo>
                    <a:pt x="148547" y="328285"/>
                  </a:moveTo>
                  <a:lnTo>
                    <a:pt x="135515" y="337592"/>
                  </a:lnTo>
                  <a:lnTo>
                    <a:pt x="118123" y="338426"/>
                  </a:lnTo>
                  <a:lnTo>
                    <a:pt x="111166" y="337899"/>
                  </a:lnTo>
                  <a:lnTo>
                    <a:pt x="103932" y="339567"/>
                  </a:lnTo>
                  <a:lnTo>
                    <a:pt x="99294" y="335440"/>
                  </a:lnTo>
                  <a:lnTo>
                    <a:pt x="95537" y="328329"/>
                  </a:lnTo>
                  <a:lnTo>
                    <a:pt x="93218" y="319812"/>
                  </a:lnTo>
                  <a:lnTo>
                    <a:pt x="88024" y="312964"/>
                  </a:lnTo>
                  <a:lnTo>
                    <a:pt x="81068" y="305281"/>
                  </a:lnTo>
                  <a:lnTo>
                    <a:pt x="73555" y="291848"/>
                  </a:lnTo>
                  <a:cubicBezTo>
                    <a:pt x="73555" y="291848"/>
                    <a:pt x="66598" y="278414"/>
                    <a:pt x="63120" y="275649"/>
                  </a:cubicBezTo>
                  <a:lnTo>
                    <a:pt x="62238" y="266605"/>
                  </a:lnTo>
                  <a:lnTo>
                    <a:pt x="56163" y="254269"/>
                  </a:lnTo>
                  <a:lnTo>
                    <a:pt x="55004" y="247684"/>
                  </a:lnTo>
                  <a:lnTo>
                    <a:pt x="61682" y="239431"/>
                  </a:lnTo>
                  <a:lnTo>
                    <a:pt x="66598" y="236973"/>
                  </a:lnTo>
                  <a:lnTo>
                    <a:pt x="49809" y="225164"/>
                  </a:lnTo>
                  <a:lnTo>
                    <a:pt x="46609" y="212257"/>
                  </a:lnTo>
                  <a:lnTo>
                    <a:pt x="47769" y="206506"/>
                  </a:lnTo>
                  <a:lnTo>
                    <a:pt x="44291" y="206769"/>
                  </a:lnTo>
                  <a:lnTo>
                    <a:pt x="39096" y="201018"/>
                  </a:lnTo>
                  <a:lnTo>
                    <a:pt x="32696" y="191712"/>
                  </a:lnTo>
                  <a:lnTo>
                    <a:pt x="29496" y="187322"/>
                  </a:lnTo>
                  <a:lnTo>
                    <a:pt x="23977" y="181000"/>
                  </a:lnTo>
                  <a:lnTo>
                    <a:pt x="18783" y="177137"/>
                  </a:lnTo>
                  <a:lnTo>
                    <a:pt x="19340" y="165328"/>
                  </a:lnTo>
                  <a:lnTo>
                    <a:pt x="21380" y="162606"/>
                  </a:lnTo>
                  <a:lnTo>
                    <a:pt x="22818" y="159884"/>
                  </a:lnTo>
                  <a:lnTo>
                    <a:pt x="22818" y="140963"/>
                  </a:lnTo>
                  <a:lnTo>
                    <a:pt x="24858" y="133017"/>
                  </a:lnTo>
                  <a:lnTo>
                    <a:pt x="27456" y="126432"/>
                  </a:lnTo>
                  <a:lnTo>
                    <a:pt x="28893" y="108609"/>
                  </a:lnTo>
                  <a:lnTo>
                    <a:pt x="30609" y="104746"/>
                  </a:lnTo>
                  <a:lnTo>
                    <a:pt x="30887" y="96800"/>
                  </a:lnTo>
                  <a:lnTo>
                    <a:pt x="28012" y="92146"/>
                  </a:lnTo>
                  <a:lnTo>
                    <a:pt x="28290" y="82839"/>
                  </a:lnTo>
                  <a:lnTo>
                    <a:pt x="20453" y="81171"/>
                  </a:lnTo>
                  <a:lnTo>
                    <a:pt x="22215" y="76518"/>
                  </a:lnTo>
                  <a:lnTo>
                    <a:pt x="21658" y="72391"/>
                  </a:lnTo>
                  <a:lnTo>
                    <a:pt x="11826" y="63523"/>
                  </a:lnTo>
                  <a:lnTo>
                    <a:pt x="5055" y="63523"/>
                  </a:lnTo>
                  <a:lnTo>
                    <a:pt x="10110" y="57026"/>
                  </a:lnTo>
                  <a:lnTo>
                    <a:pt x="8070" y="41925"/>
                  </a:lnTo>
                  <a:lnTo>
                    <a:pt x="8070" y="33979"/>
                  </a:lnTo>
                  <a:lnTo>
                    <a:pt x="2876" y="23838"/>
                  </a:lnTo>
                  <a:lnTo>
                    <a:pt x="7792" y="14794"/>
                  </a:lnTo>
                  <a:lnTo>
                    <a:pt x="5055" y="7946"/>
                  </a:lnTo>
                  <a:lnTo>
                    <a:pt x="6632" y="0"/>
                  </a:lnTo>
                  <a:lnTo>
                    <a:pt x="1438" y="9043"/>
                  </a:lnTo>
                  <a:lnTo>
                    <a:pt x="5102" y="14531"/>
                  </a:lnTo>
                  <a:lnTo>
                    <a:pt x="0" y="22213"/>
                  </a:lnTo>
                  <a:lnTo>
                    <a:pt x="3339" y="30730"/>
                  </a:lnTo>
                  <a:lnTo>
                    <a:pt x="5102" y="35647"/>
                  </a:lnTo>
                  <a:lnTo>
                    <a:pt x="6678" y="55402"/>
                  </a:lnTo>
                  <a:lnTo>
                    <a:pt x="0" y="64182"/>
                  </a:lnTo>
                  <a:lnTo>
                    <a:pt x="3339" y="66377"/>
                  </a:lnTo>
                  <a:lnTo>
                    <a:pt x="10435" y="66377"/>
                  </a:lnTo>
                  <a:lnTo>
                    <a:pt x="19989" y="75420"/>
                  </a:lnTo>
                  <a:lnTo>
                    <a:pt x="15908" y="80337"/>
                  </a:lnTo>
                  <a:lnTo>
                    <a:pt x="17948" y="83630"/>
                  </a:lnTo>
                  <a:lnTo>
                    <a:pt x="24627" y="83630"/>
                  </a:lnTo>
                  <a:lnTo>
                    <a:pt x="26064" y="88854"/>
                  </a:lnTo>
                  <a:lnTo>
                    <a:pt x="24348" y="92410"/>
                  </a:lnTo>
                  <a:lnTo>
                    <a:pt x="27826" y="97063"/>
                  </a:lnTo>
                  <a:lnTo>
                    <a:pt x="27826" y="104482"/>
                  </a:lnTo>
                  <a:lnTo>
                    <a:pt x="24951" y="109136"/>
                  </a:lnTo>
                  <a:lnTo>
                    <a:pt x="25507" y="117916"/>
                  </a:lnTo>
                  <a:lnTo>
                    <a:pt x="24627" y="129154"/>
                  </a:lnTo>
                  <a:lnTo>
                    <a:pt x="20267" y="137934"/>
                  </a:lnTo>
                  <a:lnTo>
                    <a:pt x="20267" y="155758"/>
                  </a:lnTo>
                  <a:lnTo>
                    <a:pt x="19710" y="159884"/>
                  </a:lnTo>
                  <a:lnTo>
                    <a:pt x="16835" y="165942"/>
                  </a:lnTo>
                  <a:lnTo>
                    <a:pt x="16278" y="179639"/>
                  </a:lnTo>
                  <a:lnTo>
                    <a:pt x="22957" y="183195"/>
                  </a:lnTo>
                  <a:lnTo>
                    <a:pt x="27873" y="189253"/>
                  </a:lnTo>
                  <a:lnTo>
                    <a:pt x="32789" y="195575"/>
                  </a:lnTo>
                  <a:lnTo>
                    <a:pt x="36870" y="203257"/>
                  </a:lnTo>
                  <a:lnTo>
                    <a:pt x="42667" y="210106"/>
                  </a:lnTo>
                  <a:lnTo>
                    <a:pt x="48743" y="228193"/>
                  </a:lnTo>
                  <a:lnTo>
                    <a:pt x="59734" y="236446"/>
                  </a:lnTo>
                  <a:lnTo>
                    <a:pt x="55977" y="240572"/>
                  </a:lnTo>
                  <a:lnTo>
                    <a:pt x="52499" y="246894"/>
                  </a:lnTo>
                  <a:lnTo>
                    <a:pt x="55699" y="260327"/>
                  </a:lnTo>
                  <a:lnTo>
                    <a:pt x="59734" y="267176"/>
                  </a:lnTo>
                  <a:lnTo>
                    <a:pt x="59734" y="276219"/>
                  </a:lnTo>
                  <a:lnTo>
                    <a:pt x="71607" y="292111"/>
                  </a:lnTo>
                  <a:lnTo>
                    <a:pt x="77125" y="302823"/>
                  </a:lnTo>
                  <a:lnTo>
                    <a:pt x="82041" y="309671"/>
                  </a:lnTo>
                  <a:lnTo>
                    <a:pt x="86123" y="313798"/>
                  </a:lnTo>
                  <a:lnTo>
                    <a:pt x="88998" y="320646"/>
                  </a:lnTo>
                  <a:lnTo>
                    <a:pt x="93636" y="330524"/>
                  </a:lnTo>
                  <a:lnTo>
                    <a:pt x="97995" y="338470"/>
                  </a:lnTo>
                  <a:lnTo>
                    <a:pt x="103514" y="342025"/>
                  </a:lnTo>
                  <a:lnTo>
                    <a:pt x="113949" y="340357"/>
                  </a:lnTo>
                  <a:lnTo>
                    <a:pt x="137138" y="340094"/>
                  </a:lnTo>
                  <a:lnTo>
                    <a:pt x="148175" y="331577"/>
                  </a:lnTo>
                  <a:lnTo>
                    <a:pt x="154854" y="328548"/>
                  </a:lnTo>
                  <a:lnTo>
                    <a:pt x="159770" y="329646"/>
                  </a:lnTo>
                  <a:lnTo>
                    <a:pt x="155410" y="325782"/>
                  </a:lnTo>
                  <a:lnTo>
                    <a:pt x="148732" y="3282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03788AFB-C2F3-C83F-39A6-F836BBA0CB2B}"/>
                </a:ext>
              </a:extLst>
            </p:cNvPr>
            <p:cNvSpPr>
              <a:spLocks/>
            </p:cNvSpPr>
            <p:nvPr/>
          </p:nvSpPr>
          <p:spPr>
            <a:xfrm>
              <a:off x="7747744" y="1941091"/>
              <a:ext cx="50187" cy="68867"/>
            </a:xfrm>
            <a:custGeom>
              <a:avLst/>
              <a:gdLst>
                <a:gd name="connsiteX0" fmla="*/ 4452 w 33623"/>
                <a:gd name="connsiteY0" fmla="*/ 39773 h 46138"/>
                <a:gd name="connsiteX1" fmla="*/ 7328 w 33623"/>
                <a:gd name="connsiteY1" fmla="*/ 43637 h 46138"/>
                <a:gd name="connsiteX2" fmla="*/ 9090 w 33623"/>
                <a:gd name="connsiteY2" fmla="*/ 39510 h 46138"/>
                <a:gd name="connsiteX3" fmla="*/ 7328 w 33623"/>
                <a:gd name="connsiteY3" fmla="*/ 37052 h 46138"/>
                <a:gd name="connsiteX4" fmla="*/ 12522 w 33623"/>
                <a:gd name="connsiteY4" fmla="*/ 32398 h 46138"/>
                <a:gd name="connsiteX5" fmla="*/ 20360 w 33623"/>
                <a:gd name="connsiteY5" fmla="*/ 23618 h 46138"/>
                <a:gd name="connsiteX6" fmla="*/ 9647 w 33623"/>
                <a:gd name="connsiteY6" fmla="*/ 29676 h 46138"/>
                <a:gd name="connsiteX7" fmla="*/ 11965 w 33623"/>
                <a:gd name="connsiteY7" fmla="*/ 23091 h 46138"/>
                <a:gd name="connsiteX8" fmla="*/ 12522 w 33623"/>
                <a:gd name="connsiteY8" fmla="*/ 19536 h 46138"/>
                <a:gd name="connsiteX9" fmla="*/ 18319 w 33623"/>
                <a:gd name="connsiteY9" fmla="*/ 15672 h 46138"/>
                <a:gd name="connsiteX10" fmla="*/ 25832 w 33623"/>
                <a:gd name="connsiteY10" fmla="*/ 17867 h 46138"/>
                <a:gd name="connsiteX11" fmla="*/ 29589 w 33623"/>
                <a:gd name="connsiteY11" fmla="*/ 16199 h 46138"/>
                <a:gd name="connsiteX12" fmla="*/ 21194 w 33623"/>
                <a:gd name="connsiteY12" fmla="*/ 13741 h 46138"/>
                <a:gd name="connsiteX13" fmla="*/ 24951 w 33623"/>
                <a:gd name="connsiteY13" fmla="*/ 9878 h 46138"/>
                <a:gd name="connsiteX14" fmla="*/ 29589 w 33623"/>
                <a:gd name="connsiteY14" fmla="*/ 8517 h 46138"/>
                <a:gd name="connsiteX15" fmla="*/ 33624 w 33623"/>
                <a:gd name="connsiteY15" fmla="*/ 0 h 46138"/>
                <a:gd name="connsiteX16" fmla="*/ 20313 w 33623"/>
                <a:gd name="connsiteY16" fmla="*/ 11502 h 46138"/>
                <a:gd name="connsiteX17" fmla="*/ 10157 w 33623"/>
                <a:gd name="connsiteY17" fmla="*/ 11502 h 46138"/>
                <a:gd name="connsiteX18" fmla="*/ 8394 w 33623"/>
                <a:gd name="connsiteY18" fmla="*/ 13960 h 46138"/>
                <a:gd name="connsiteX19" fmla="*/ 13032 w 33623"/>
                <a:gd name="connsiteY19" fmla="*/ 15628 h 46138"/>
                <a:gd name="connsiteX20" fmla="*/ 10157 w 33623"/>
                <a:gd name="connsiteY20" fmla="*/ 17560 h 46138"/>
                <a:gd name="connsiteX21" fmla="*/ 4081 w 33623"/>
                <a:gd name="connsiteY21" fmla="*/ 14004 h 46138"/>
                <a:gd name="connsiteX22" fmla="*/ 3200 w 33623"/>
                <a:gd name="connsiteY22" fmla="*/ 16199 h 46138"/>
                <a:gd name="connsiteX23" fmla="*/ 8116 w 33623"/>
                <a:gd name="connsiteY23" fmla="*/ 17867 h 46138"/>
                <a:gd name="connsiteX24" fmla="*/ 0 w 33623"/>
                <a:gd name="connsiteY24" fmla="*/ 31037 h 46138"/>
                <a:gd name="connsiteX25" fmla="*/ 3200 w 33623"/>
                <a:gd name="connsiteY25" fmla="*/ 34901 h 46138"/>
                <a:gd name="connsiteX26" fmla="*/ 0 w 33623"/>
                <a:gd name="connsiteY26" fmla="*/ 39291 h 46138"/>
                <a:gd name="connsiteX27" fmla="*/ 0 w 33623"/>
                <a:gd name="connsiteY27" fmla="*/ 46139 h 46138"/>
                <a:gd name="connsiteX28" fmla="*/ 2875 w 33623"/>
                <a:gd name="connsiteY28" fmla="*/ 46139 h 46138"/>
                <a:gd name="connsiteX29" fmla="*/ 4313 w 33623"/>
                <a:gd name="connsiteY29" fmla="*/ 39817 h 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3623" h="46138">
                  <a:moveTo>
                    <a:pt x="4452" y="39773"/>
                  </a:moveTo>
                  <a:lnTo>
                    <a:pt x="7328" y="43637"/>
                  </a:lnTo>
                  <a:lnTo>
                    <a:pt x="9090" y="39510"/>
                  </a:lnTo>
                  <a:lnTo>
                    <a:pt x="7328" y="37052"/>
                  </a:lnTo>
                  <a:lnTo>
                    <a:pt x="12522" y="32398"/>
                  </a:lnTo>
                  <a:lnTo>
                    <a:pt x="20360" y="23618"/>
                  </a:lnTo>
                  <a:lnTo>
                    <a:pt x="9647" y="29676"/>
                  </a:lnTo>
                  <a:lnTo>
                    <a:pt x="11965" y="23091"/>
                  </a:lnTo>
                  <a:lnTo>
                    <a:pt x="12522" y="19536"/>
                  </a:lnTo>
                  <a:lnTo>
                    <a:pt x="18319" y="15672"/>
                  </a:lnTo>
                  <a:lnTo>
                    <a:pt x="25832" y="17867"/>
                  </a:lnTo>
                  <a:lnTo>
                    <a:pt x="29589" y="16199"/>
                  </a:lnTo>
                  <a:lnTo>
                    <a:pt x="21194" y="13741"/>
                  </a:lnTo>
                  <a:lnTo>
                    <a:pt x="24951" y="9878"/>
                  </a:lnTo>
                  <a:lnTo>
                    <a:pt x="29589" y="8517"/>
                  </a:lnTo>
                  <a:lnTo>
                    <a:pt x="33624" y="0"/>
                  </a:lnTo>
                  <a:lnTo>
                    <a:pt x="20313" y="11502"/>
                  </a:lnTo>
                  <a:lnTo>
                    <a:pt x="10157" y="11502"/>
                  </a:lnTo>
                  <a:lnTo>
                    <a:pt x="8394" y="13960"/>
                  </a:lnTo>
                  <a:lnTo>
                    <a:pt x="13032" y="15628"/>
                  </a:lnTo>
                  <a:lnTo>
                    <a:pt x="10157" y="17560"/>
                  </a:lnTo>
                  <a:lnTo>
                    <a:pt x="4081" y="14004"/>
                  </a:lnTo>
                  <a:lnTo>
                    <a:pt x="3200" y="16199"/>
                  </a:lnTo>
                  <a:lnTo>
                    <a:pt x="8116" y="17867"/>
                  </a:lnTo>
                  <a:cubicBezTo>
                    <a:pt x="9554" y="26384"/>
                    <a:pt x="0" y="31037"/>
                    <a:pt x="0" y="31037"/>
                  </a:cubicBezTo>
                  <a:lnTo>
                    <a:pt x="3200" y="34901"/>
                  </a:lnTo>
                  <a:lnTo>
                    <a:pt x="0" y="39291"/>
                  </a:lnTo>
                  <a:lnTo>
                    <a:pt x="0" y="46139"/>
                  </a:lnTo>
                  <a:lnTo>
                    <a:pt x="2875" y="46139"/>
                  </a:lnTo>
                  <a:lnTo>
                    <a:pt x="4313" y="398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97E3CB4B-B9C7-6042-6A88-9B42840D2049}"/>
                </a:ext>
              </a:extLst>
            </p:cNvPr>
            <p:cNvSpPr>
              <a:spLocks/>
            </p:cNvSpPr>
            <p:nvPr/>
          </p:nvSpPr>
          <p:spPr>
            <a:xfrm>
              <a:off x="4080730" y="4638302"/>
              <a:ext cx="12597" cy="20117"/>
            </a:xfrm>
            <a:custGeom>
              <a:avLst/>
              <a:gdLst>
                <a:gd name="connsiteX0" fmla="*/ 0 w 8440"/>
                <a:gd name="connsiteY0" fmla="*/ 7990 h 13477"/>
                <a:gd name="connsiteX1" fmla="*/ 4916 w 8440"/>
                <a:gd name="connsiteY1" fmla="*/ 13477 h 13477"/>
                <a:gd name="connsiteX2" fmla="*/ 4916 w 8440"/>
                <a:gd name="connsiteY2" fmla="*/ 6892 h 13477"/>
                <a:gd name="connsiteX3" fmla="*/ 8441 w 8440"/>
                <a:gd name="connsiteY3" fmla="*/ 4390 h 13477"/>
                <a:gd name="connsiteX4" fmla="*/ 8441 w 8440"/>
                <a:gd name="connsiteY4" fmla="*/ 0 h 13477"/>
                <a:gd name="connsiteX5" fmla="*/ 4220 w 8440"/>
                <a:gd name="connsiteY5" fmla="*/ 2766 h 13477"/>
                <a:gd name="connsiteX6" fmla="*/ 0 w 8440"/>
                <a:gd name="connsiteY6" fmla="*/ 7990 h 1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40" h="13477">
                  <a:moveTo>
                    <a:pt x="0" y="7990"/>
                  </a:moveTo>
                  <a:lnTo>
                    <a:pt x="4916" y="13477"/>
                  </a:lnTo>
                  <a:lnTo>
                    <a:pt x="4916" y="6892"/>
                  </a:lnTo>
                  <a:lnTo>
                    <a:pt x="8441" y="4390"/>
                  </a:lnTo>
                  <a:lnTo>
                    <a:pt x="8441" y="0"/>
                  </a:lnTo>
                  <a:lnTo>
                    <a:pt x="4220" y="2766"/>
                  </a:lnTo>
                  <a:lnTo>
                    <a:pt x="0" y="79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CEA79BB2-4E30-7E28-A426-A4863F495C98}"/>
                </a:ext>
              </a:extLst>
            </p:cNvPr>
            <p:cNvSpPr>
              <a:spLocks/>
            </p:cNvSpPr>
            <p:nvPr/>
          </p:nvSpPr>
          <p:spPr>
            <a:xfrm>
              <a:off x="3120729" y="1769936"/>
              <a:ext cx="9482" cy="7337"/>
            </a:xfrm>
            <a:custGeom>
              <a:avLst/>
              <a:gdLst>
                <a:gd name="connsiteX0" fmla="*/ 0 w 6353"/>
                <a:gd name="connsiteY0" fmla="*/ 4917 h 4916"/>
                <a:gd name="connsiteX1" fmla="*/ 3432 w 6353"/>
                <a:gd name="connsiteY1" fmla="*/ 3556 h 4916"/>
                <a:gd name="connsiteX2" fmla="*/ 4916 w 6353"/>
                <a:gd name="connsiteY2" fmla="*/ 4917 h 4916"/>
                <a:gd name="connsiteX3" fmla="*/ 6354 w 6353"/>
                <a:gd name="connsiteY3" fmla="*/ 3249 h 4916"/>
                <a:gd name="connsiteX4" fmla="*/ 3432 w 6353"/>
                <a:gd name="connsiteY4" fmla="*/ 0 h 4916"/>
                <a:gd name="connsiteX5" fmla="*/ 0 w 6353"/>
                <a:gd name="connsiteY5" fmla="*/ 2458 h 4916"/>
                <a:gd name="connsiteX6" fmla="*/ 0 w 6353"/>
                <a:gd name="connsiteY6" fmla="*/ 4917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53" h="4916">
                  <a:moveTo>
                    <a:pt x="0" y="4917"/>
                  </a:moveTo>
                  <a:lnTo>
                    <a:pt x="3432" y="3556"/>
                  </a:lnTo>
                  <a:lnTo>
                    <a:pt x="4916" y="4917"/>
                  </a:lnTo>
                  <a:lnTo>
                    <a:pt x="6354" y="3249"/>
                  </a:lnTo>
                  <a:lnTo>
                    <a:pt x="3432" y="0"/>
                  </a:lnTo>
                  <a:lnTo>
                    <a:pt x="0" y="2458"/>
                  </a:lnTo>
                  <a:lnTo>
                    <a:pt x="0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99FD8DAB-CC4B-A5CF-CA68-9F798048F436}"/>
                </a:ext>
              </a:extLst>
            </p:cNvPr>
            <p:cNvSpPr>
              <a:spLocks/>
            </p:cNvSpPr>
            <p:nvPr/>
          </p:nvSpPr>
          <p:spPr>
            <a:xfrm>
              <a:off x="3115052" y="1821899"/>
              <a:ext cx="7821" cy="8583"/>
            </a:xfrm>
            <a:custGeom>
              <a:avLst/>
              <a:gdLst>
                <a:gd name="connsiteX0" fmla="*/ 5241 w 5240"/>
                <a:gd name="connsiteY0" fmla="*/ 4127 h 5750"/>
                <a:gd name="connsiteX1" fmla="*/ 5241 w 5240"/>
                <a:gd name="connsiteY1" fmla="*/ 0 h 5750"/>
                <a:gd name="connsiteX2" fmla="*/ 0 w 5240"/>
                <a:gd name="connsiteY2" fmla="*/ 4127 h 5750"/>
                <a:gd name="connsiteX3" fmla="*/ 2922 w 5240"/>
                <a:gd name="connsiteY3" fmla="*/ 5751 h 5750"/>
                <a:gd name="connsiteX4" fmla="*/ 5241 w 5240"/>
                <a:gd name="connsiteY4" fmla="*/ 4127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0" h="5750">
                  <a:moveTo>
                    <a:pt x="5241" y="4127"/>
                  </a:moveTo>
                  <a:lnTo>
                    <a:pt x="5241" y="0"/>
                  </a:lnTo>
                  <a:lnTo>
                    <a:pt x="0" y="4127"/>
                  </a:lnTo>
                  <a:lnTo>
                    <a:pt x="2922" y="5751"/>
                  </a:lnTo>
                  <a:lnTo>
                    <a:pt x="5241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F979940B-7932-98F2-FA44-8B4DB51AF0C6}"/>
                </a:ext>
              </a:extLst>
            </p:cNvPr>
            <p:cNvSpPr>
              <a:spLocks/>
            </p:cNvSpPr>
            <p:nvPr/>
          </p:nvSpPr>
          <p:spPr>
            <a:xfrm>
              <a:off x="3116783" y="1744120"/>
              <a:ext cx="5606" cy="7337"/>
            </a:xfrm>
            <a:custGeom>
              <a:avLst/>
              <a:gdLst>
                <a:gd name="connsiteX0" fmla="*/ 3757 w 3756"/>
                <a:gd name="connsiteY0" fmla="*/ 0 h 4916"/>
                <a:gd name="connsiteX1" fmla="*/ 0 w 3756"/>
                <a:gd name="connsiteY1" fmla="*/ 0 h 4916"/>
                <a:gd name="connsiteX2" fmla="*/ 0 w 3756"/>
                <a:gd name="connsiteY2" fmla="*/ 4917 h 4916"/>
                <a:gd name="connsiteX3" fmla="*/ 1438 w 3756"/>
                <a:gd name="connsiteY3" fmla="*/ 4917 h 4916"/>
                <a:gd name="connsiteX4" fmla="*/ 3757 w 3756"/>
                <a:gd name="connsiteY4" fmla="*/ 0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6" h="4916">
                  <a:moveTo>
                    <a:pt x="3757" y="0"/>
                  </a:moveTo>
                  <a:lnTo>
                    <a:pt x="0" y="0"/>
                  </a:lnTo>
                  <a:lnTo>
                    <a:pt x="0" y="4917"/>
                  </a:lnTo>
                  <a:lnTo>
                    <a:pt x="1438" y="4917"/>
                  </a:lnTo>
                  <a:lnTo>
                    <a:pt x="375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40D42EBE-DC20-FF15-835A-39459B33DED5}"/>
                </a:ext>
              </a:extLst>
            </p:cNvPr>
            <p:cNvSpPr>
              <a:spLocks/>
            </p:cNvSpPr>
            <p:nvPr/>
          </p:nvSpPr>
          <p:spPr>
            <a:xfrm>
              <a:off x="3093453" y="1844441"/>
              <a:ext cx="5606" cy="4521"/>
            </a:xfrm>
            <a:custGeom>
              <a:avLst/>
              <a:gdLst>
                <a:gd name="connsiteX0" fmla="*/ 3757 w 3756"/>
                <a:gd name="connsiteY0" fmla="*/ 3029 h 3029"/>
                <a:gd name="connsiteX1" fmla="*/ 3757 w 3756"/>
                <a:gd name="connsiteY1" fmla="*/ 0 h 3029"/>
                <a:gd name="connsiteX2" fmla="*/ 0 w 3756"/>
                <a:gd name="connsiteY2" fmla="*/ 0 h 3029"/>
                <a:gd name="connsiteX3" fmla="*/ 3757 w 3756"/>
                <a:gd name="connsiteY3" fmla="*/ 3029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6" h="3029">
                  <a:moveTo>
                    <a:pt x="3757" y="3029"/>
                  </a:moveTo>
                  <a:lnTo>
                    <a:pt x="3757" y="0"/>
                  </a:lnTo>
                  <a:lnTo>
                    <a:pt x="0" y="0"/>
                  </a:lnTo>
                  <a:lnTo>
                    <a:pt x="3757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B3CA0B53-107B-C0E6-484D-DB09B7D531FE}"/>
                </a:ext>
              </a:extLst>
            </p:cNvPr>
            <p:cNvSpPr>
              <a:spLocks/>
            </p:cNvSpPr>
            <p:nvPr/>
          </p:nvSpPr>
          <p:spPr>
            <a:xfrm>
              <a:off x="3109030" y="1848568"/>
              <a:ext cx="17306" cy="8977"/>
            </a:xfrm>
            <a:custGeom>
              <a:avLst/>
              <a:gdLst>
                <a:gd name="connsiteX0" fmla="*/ 11594 w 11594"/>
                <a:gd name="connsiteY0" fmla="*/ 4390 h 6014"/>
                <a:gd name="connsiteX1" fmla="*/ 11594 w 11594"/>
                <a:gd name="connsiteY1" fmla="*/ 1361 h 6014"/>
                <a:gd name="connsiteX2" fmla="*/ 11594 w 11594"/>
                <a:gd name="connsiteY2" fmla="*/ 0 h 6014"/>
                <a:gd name="connsiteX3" fmla="*/ 8394 w 11594"/>
                <a:gd name="connsiteY3" fmla="*/ 2722 h 6014"/>
                <a:gd name="connsiteX4" fmla="*/ 4313 w 11594"/>
                <a:gd name="connsiteY4" fmla="*/ 2722 h 6014"/>
                <a:gd name="connsiteX5" fmla="*/ 1994 w 11594"/>
                <a:gd name="connsiteY5" fmla="*/ 1361 h 6014"/>
                <a:gd name="connsiteX6" fmla="*/ 0 w 11594"/>
                <a:gd name="connsiteY6" fmla="*/ 2985 h 6014"/>
                <a:gd name="connsiteX7" fmla="*/ 3478 w 11594"/>
                <a:gd name="connsiteY7" fmla="*/ 6014 h 6014"/>
                <a:gd name="connsiteX8" fmla="*/ 11594 w 11594"/>
                <a:gd name="connsiteY8" fmla="*/ 4390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94" h="6014">
                  <a:moveTo>
                    <a:pt x="11594" y="4390"/>
                  </a:moveTo>
                  <a:lnTo>
                    <a:pt x="11594" y="1361"/>
                  </a:lnTo>
                  <a:lnTo>
                    <a:pt x="11594" y="0"/>
                  </a:lnTo>
                  <a:lnTo>
                    <a:pt x="8394" y="2722"/>
                  </a:lnTo>
                  <a:lnTo>
                    <a:pt x="4313" y="2722"/>
                  </a:lnTo>
                  <a:lnTo>
                    <a:pt x="1994" y="1361"/>
                  </a:lnTo>
                  <a:lnTo>
                    <a:pt x="0" y="2985"/>
                  </a:lnTo>
                  <a:lnTo>
                    <a:pt x="3478" y="6014"/>
                  </a:lnTo>
                  <a:lnTo>
                    <a:pt x="11594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1C884485-EE7B-5BCD-6EC4-4B1728DB3208}"/>
                </a:ext>
              </a:extLst>
            </p:cNvPr>
            <p:cNvSpPr>
              <a:spLocks/>
            </p:cNvSpPr>
            <p:nvPr/>
          </p:nvSpPr>
          <p:spPr>
            <a:xfrm>
              <a:off x="3148418" y="1751065"/>
              <a:ext cx="5121" cy="3669"/>
            </a:xfrm>
            <a:custGeom>
              <a:avLst/>
              <a:gdLst>
                <a:gd name="connsiteX0" fmla="*/ 0 w 3431"/>
                <a:gd name="connsiteY0" fmla="*/ 0 h 2458"/>
                <a:gd name="connsiteX1" fmla="*/ 0 w 3431"/>
                <a:gd name="connsiteY1" fmla="*/ 2458 h 2458"/>
                <a:gd name="connsiteX2" fmla="*/ 3432 w 3431"/>
                <a:gd name="connsiteY2" fmla="*/ 1229 h 2458"/>
                <a:gd name="connsiteX3" fmla="*/ 0 w 3431"/>
                <a:gd name="connsiteY3" fmla="*/ 0 h 2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" h="2458">
                  <a:moveTo>
                    <a:pt x="0" y="0"/>
                  </a:moveTo>
                  <a:lnTo>
                    <a:pt x="0" y="2458"/>
                  </a:lnTo>
                  <a:lnTo>
                    <a:pt x="3432" y="122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C2C222C6-078D-F2CC-5760-32CA9FAF5DF4}"/>
                </a:ext>
              </a:extLst>
            </p:cNvPr>
            <p:cNvSpPr>
              <a:spLocks/>
            </p:cNvSpPr>
            <p:nvPr/>
          </p:nvSpPr>
          <p:spPr>
            <a:xfrm>
              <a:off x="3103838" y="1871896"/>
              <a:ext cx="14674" cy="6159"/>
            </a:xfrm>
            <a:custGeom>
              <a:avLst/>
              <a:gdLst>
                <a:gd name="connsiteX0" fmla="*/ 7513 w 9831"/>
                <a:gd name="connsiteY0" fmla="*/ 0 h 4126"/>
                <a:gd name="connsiteX1" fmla="*/ 4916 w 9831"/>
                <a:gd name="connsiteY1" fmla="*/ 2063 h 4126"/>
                <a:gd name="connsiteX2" fmla="*/ 0 w 9831"/>
                <a:gd name="connsiteY2" fmla="*/ 1932 h 4126"/>
                <a:gd name="connsiteX3" fmla="*/ 2319 w 9831"/>
                <a:gd name="connsiteY3" fmla="*/ 4127 h 4126"/>
                <a:gd name="connsiteX4" fmla="*/ 7791 w 9831"/>
                <a:gd name="connsiteY4" fmla="*/ 2985 h 4126"/>
                <a:gd name="connsiteX5" fmla="*/ 9832 w 9831"/>
                <a:gd name="connsiteY5" fmla="*/ 0 h 4126"/>
                <a:gd name="connsiteX6" fmla="*/ 7513 w 9831"/>
                <a:gd name="connsiteY6" fmla="*/ 0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831" h="4126">
                  <a:moveTo>
                    <a:pt x="7513" y="0"/>
                  </a:moveTo>
                  <a:lnTo>
                    <a:pt x="4916" y="2063"/>
                  </a:lnTo>
                  <a:lnTo>
                    <a:pt x="0" y="1932"/>
                  </a:lnTo>
                  <a:lnTo>
                    <a:pt x="2319" y="4127"/>
                  </a:lnTo>
                  <a:lnTo>
                    <a:pt x="7791" y="2985"/>
                  </a:lnTo>
                  <a:lnTo>
                    <a:pt x="9832" y="0"/>
                  </a:lnTo>
                  <a:lnTo>
                    <a:pt x="751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1C88A45F-0878-785D-9595-C3F48C66A3B9}"/>
                </a:ext>
              </a:extLst>
            </p:cNvPr>
            <p:cNvSpPr>
              <a:spLocks/>
            </p:cNvSpPr>
            <p:nvPr/>
          </p:nvSpPr>
          <p:spPr>
            <a:xfrm>
              <a:off x="3135819" y="1751457"/>
              <a:ext cx="5675" cy="4521"/>
            </a:xfrm>
            <a:custGeom>
              <a:avLst/>
              <a:gdLst>
                <a:gd name="connsiteX0" fmla="*/ 3803 w 3802"/>
                <a:gd name="connsiteY0" fmla="*/ 0 h 3029"/>
                <a:gd name="connsiteX1" fmla="*/ 1901 w 3802"/>
                <a:gd name="connsiteY1" fmla="*/ 0 h 3029"/>
                <a:gd name="connsiteX2" fmla="*/ 0 w 3802"/>
                <a:gd name="connsiteY2" fmla="*/ 3029 h 3029"/>
                <a:gd name="connsiteX3" fmla="*/ 3803 w 3802"/>
                <a:gd name="connsiteY3" fmla="*/ 3029 h 3029"/>
                <a:gd name="connsiteX4" fmla="*/ 3803 w 3802"/>
                <a:gd name="connsiteY4" fmla="*/ 0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" h="3029">
                  <a:moveTo>
                    <a:pt x="3803" y="0"/>
                  </a:moveTo>
                  <a:lnTo>
                    <a:pt x="1901" y="0"/>
                  </a:lnTo>
                  <a:lnTo>
                    <a:pt x="0" y="3029"/>
                  </a:lnTo>
                  <a:lnTo>
                    <a:pt x="3803" y="3029"/>
                  </a:lnTo>
                  <a:lnTo>
                    <a:pt x="380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27F819CA-4F70-F91C-BCC9-1D30939DA275}"/>
                </a:ext>
              </a:extLst>
            </p:cNvPr>
            <p:cNvSpPr>
              <a:spLocks/>
            </p:cNvSpPr>
            <p:nvPr/>
          </p:nvSpPr>
          <p:spPr>
            <a:xfrm>
              <a:off x="3145372" y="1787497"/>
              <a:ext cx="6922" cy="6946"/>
            </a:xfrm>
            <a:custGeom>
              <a:avLst/>
              <a:gdLst>
                <a:gd name="connsiteX0" fmla="*/ 3154 w 4637"/>
                <a:gd name="connsiteY0" fmla="*/ 4653 h 4653"/>
                <a:gd name="connsiteX1" fmla="*/ 4638 w 4637"/>
                <a:gd name="connsiteY1" fmla="*/ 0 h 4653"/>
                <a:gd name="connsiteX2" fmla="*/ 0 w 4637"/>
                <a:gd name="connsiteY2" fmla="*/ 4653 h 4653"/>
                <a:gd name="connsiteX3" fmla="*/ 3154 w 4637"/>
                <a:gd name="connsiteY3" fmla="*/ 4653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7" h="4653">
                  <a:moveTo>
                    <a:pt x="3154" y="4653"/>
                  </a:moveTo>
                  <a:lnTo>
                    <a:pt x="4638" y="0"/>
                  </a:lnTo>
                  <a:lnTo>
                    <a:pt x="0" y="4653"/>
                  </a:lnTo>
                  <a:lnTo>
                    <a:pt x="3154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BAAF246-0668-AA99-539D-DA3C7D8D65DF}"/>
                </a:ext>
              </a:extLst>
            </p:cNvPr>
            <p:cNvSpPr>
              <a:spLocks/>
            </p:cNvSpPr>
            <p:nvPr/>
          </p:nvSpPr>
          <p:spPr>
            <a:xfrm>
              <a:off x="3140596" y="1777668"/>
              <a:ext cx="6922" cy="9435"/>
            </a:xfrm>
            <a:custGeom>
              <a:avLst/>
              <a:gdLst>
                <a:gd name="connsiteX0" fmla="*/ 3200 w 4637"/>
                <a:gd name="connsiteY0" fmla="*/ 6322 h 6321"/>
                <a:gd name="connsiteX1" fmla="*/ 4638 w 4637"/>
                <a:gd name="connsiteY1" fmla="*/ 3600 h 6321"/>
                <a:gd name="connsiteX2" fmla="*/ 1716 w 4637"/>
                <a:gd name="connsiteY2" fmla="*/ 0 h 6321"/>
                <a:gd name="connsiteX3" fmla="*/ 0 w 4637"/>
                <a:gd name="connsiteY3" fmla="*/ 6322 h 6321"/>
                <a:gd name="connsiteX4" fmla="*/ 3200 w 4637"/>
                <a:gd name="connsiteY4" fmla="*/ 6322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6321">
                  <a:moveTo>
                    <a:pt x="3200" y="6322"/>
                  </a:moveTo>
                  <a:lnTo>
                    <a:pt x="4638" y="3600"/>
                  </a:lnTo>
                  <a:lnTo>
                    <a:pt x="1716" y="0"/>
                  </a:lnTo>
                  <a:lnTo>
                    <a:pt x="0" y="6322"/>
                  </a:lnTo>
                  <a:lnTo>
                    <a:pt x="3200" y="63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C6E40F28-EF70-7058-7850-7C4A5FD3AA38}"/>
                </a:ext>
              </a:extLst>
            </p:cNvPr>
            <p:cNvSpPr>
              <a:spLocks/>
            </p:cNvSpPr>
            <p:nvPr/>
          </p:nvSpPr>
          <p:spPr>
            <a:xfrm>
              <a:off x="3135405" y="1866131"/>
              <a:ext cx="8652" cy="8648"/>
            </a:xfrm>
            <a:custGeom>
              <a:avLst/>
              <a:gdLst>
                <a:gd name="connsiteX0" fmla="*/ 0 w 5797"/>
                <a:gd name="connsiteY0" fmla="*/ 0 h 5794"/>
                <a:gd name="connsiteX1" fmla="*/ 5797 w 5797"/>
                <a:gd name="connsiteY1" fmla="*/ 5795 h 5794"/>
                <a:gd name="connsiteX2" fmla="*/ 5797 w 5797"/>
                <a:gd name="connsiteY2" fmla="*/ 3029 h 5794"/>
                <a:gd name="connsiteX3" fmla="*/ 2597 w 5797"/>
                <a:gd name="connsiteY3" fmla="*/ 0 h 5794"/>
                <a:gd name="connsiteX4" fmla="*/ 0 w 5797"/>
                <a:gd name="connsiteY4" fmla="*/ 0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5794">
                  <a:moveTo>
                    <a:pt x="0" y="0"/>
                  </a:moveTo>
                  <a:lnTo>
                    <a:pt x="5797" y="5795"/>
                  </a:lnTo>
                  <a:lnTo>
                    <a:pt x="5797" y="3029"/>
                  </a:lnTo>
                  <a:lnTo>
                    <a:pt x="259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47992D1B-D2F0-A871-5C48-DC8DC81F94BD}"/>
                </a:ext>
              </a:extLst>
            </p:cNvPr>
            <p:cNvSpPr>
              <a:spLocks/>
            </p:cNvSpPr>
            <p:nvPr/>
          </p:nvSpPr>
          <p:spPr>
            <a:xfrm>
              <a:off x="3167385" y="1767971"/>
              <a:ext cx="15645" cy="12645"/>
            </a:xfrm>
            <a:custGeom>
              <a:avLst/>
              <a:gdLst>
                <a:gd name="connsiteX0" fmla="*/ 5241 w 10481"/>
                <a:gd name="connsiteY0" fmla="*/ 0 h 8472"/>
                <a:gd name="connsiteX1" fmla="*/ 0 w 10481"/>
                <a:gd name="connsiteY1" fmla="*/ 1580 h 8472"/>
                <a:gd name="connsiteX2" fmla="*/ 0 w 10481"/>
                <a:gd name="connsiteY2" fmla="*/ 8473 h 8472"/>
                <a:gd name="connsiteX3" fmla="*/ 2319 w 10481"/>
                <a:gd name="connsiteY3" fmla="*/ 7068 h 8472"/>
                <a:gd name="connsiteX4" fmla="*/ 4359 w 10481"/>
                <a:gd name="connsiteY4" fmla="*/ 5048 h 8472"/>
                <a:gd name="connsiteX5" fmla="*/ 10481 w 10481"/>
                <a:gd name="connsiteY5" fmla="*/ 5048 h 8472"/>
                <a:gd name="connsiteX6" fmla="*/ 10481 w 10481"/>
                <a:gd name="connsiteY6" fmla="*/ 1580 h 8472"/>
                <a:gd name="connsiteX7" fmla="*/ 5241 w 10481"/>
                <a:gd name="connsiteY7" fmla="*/ 2678 h 8472"/>
                <a:gd name="connsiteX8" fmla="*/ 5241 w 10481"/>
                <a:gd name="connsiteY8" fmla="*/ 0 h 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81" h="8472">
                  <a:moveTo>
                    <a:pt x="5241" y="0"/>
                  </a:moveTo>
                  <a:lnTo>
                    <a:pt x="0" y="1580"/>
                  </a:lnTo>
                  <a:lnTo>
                    <a:pt x="0" y="8473"/>
                  </a:lnTo>
                  <a:lnTo>
                    <a:pt x="2319" y="7068"/>
                  </a:lnTo>
                  <a:lnTo>
                    <a:pt x="4359" y="5048"/>
                  </a:lnTo>
                  <a:lnTo>
                    <a:pt x="10481" y="5048"/>
                  </a:lnTo>
                  <a:lnTo>
                    <a:pt x="10481" y="1580"/>
                  </a:lnTo>
                  <a:lnTo>
                    <a:pt x="5241" y="2678"/>
                  </a:lnTo>
                  <a:lnTo>
                    <a:pt x="524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84EA5B66-7369-0B11-8D1C-AC4895508571}"/>
                </a:ext>
              </a:extLst>
            </p:cNvPr>
            <p:cNvSpPr>
              <a:spLocks/>
            </p:cNvSpPr>
            <p:nvPr/>
          </p:nvSpPr>
          <p:spPr>
            <a:xfrm>
              <a:off x="3195560" y="1866523"/>
              <a:ext cx="8237" cy="3734"/>
            </a:xfrm>
            <a:custGeom>
              <a:avLst/>
              <a:gdLst>
                <a:gd name="connsiteX0" fmla="*/ 5519 w 5518"/>
                <a:gd name="connsiteY0" fmla="*/ 2502 h 2502"/>
                <a:gd name="connsiteX1" fmla="*/ 5519 w 5518"/>
                <a:gd name="connsiteY1" fmla="*/ 0 h 2502"/>
                <a:gd name="connsiteX2" fmla="*/ 0 w 5518"/>
                <a:gd name="connsiteY2" fmla="*/ 0 h 2502"/>
                <a:gd name="connsiteX3" fmla="*/ 3200 w 5518"/>
                <a:gd name="connsiteY3" fmla="*/ 2502 h 2502"/>
                <a:gd name="connsiteX4" fmla="*/ 5519 w 5518"/>
                <a:gd name="connsiteY4" fmla="*/ 2502 h 2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8" h="2502">
                  <a:moveTo>
                    <a:pt x="5519" y="2502"/>
                  </a:moveTo>
                  <a:lnTo>
                    <a:pt x="5519" y="0"/>
                  </a:lnTo>
                  <a:lnTo>
                    <a:pt x="0" y="0"/>
                  </a:lnTo>
                  <a:lnTo>
                    <a:pt x="3200" y="2502"/>
                  </a:lnTo>
                  <a:lnTo>
                    <a:pt x="5519" y="25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605D912B-7915-FAA9-B66A-80ECADB1F9F7}"/>
                </a:ext>
              </a:extLst>
            </p:cNvPr>
            <p:cNvSpPr>
              <a:spLocks/>
            </p:cNvSpPr>
            <p:nvPr/>
          </p:nvSpPr>
          <p:spPr>
            <a:xfrm>
              <a:off x="3164824" y="1750278"/>
              <a:ext cx="7336" cy="5306"/>
            </a:xfrm>
            <a:custGeom>
              <a:avLst/>
              <a:gdLst>
                <a:gd name="connsiteX0" fmla="*/ 2458 w 4915"/>
                <a:gd name="connsiteY0" fmla="*/ 0 h 3555"/>
                <a:gd name="connsiteX1" fmla="*/ 0 w 4915"/>
                <a:gd name="connsiteY1" fmla="*/ 1624 h 3555"/>
                <a:gd name="connsiteX2" fmla="*/ 0 w 4915"/>
                <a:gd name="connsiteY2" fmla="*/ 3556 h 3555"/>
                <a:gd name="connsiteX3" fmla="*/ 4916 w 4915"/>
                <a:gd name="connsiteY3" fmla="*/ 1624 h 3555"/>
                <a:gd name="connsiteX4" fmla="*/ 2458 w 4915"/>
                <a:gd name="connsiteY4" fmla="*/ 0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3555">
                  <a:moveTo>
                    <a:pt x="2458" y="0"/>
                  </a:moveTo>
                  <a:lnTo>
                    <a:pt x="0" y="1624"/>
                  </a:lnTo>
                  <a:lnTo>
                    <a:pt x="0" y="3556"/>
                  </a:lnTo>
                  <a:lnTo>
                    <a:pt x="4916" y="1624"/>
                  </a:lnTo>
                  <a:lnTo>
                    <a:pt x="245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40A17089-3E65-18A6-61D6-0B509BFD47DD}"/>
                </a:ext>
              </a:extLst>
            </p:cNvPr>
            <p:cNvSpPr>
              <a:spLocks/>
            </p:cNvSpPr>
            <p:nvPr/>
          </p:nvSpPr>
          <p:spPr>
            <a:xfrm>
              <a:off x="3116783" y="1895617"/>
              <a:ext cx="9068" cy="5766"/>
            </a:xfrm>
            <a:custGeom>
              <a:avLst/>
              <a:gdLst>
                <a:gd name="connsiteX0" fmla="*/ 0 w 6075"/>
                <a:gd name="connsiteY0" fmla="*/ 0 h 3863"/>
                <a:gd name="connsiteX1" fmla="*/ 0 w 6075"/>
                <a:gd name="connsiteY1" fmla="*/ 3863 h 3863"/>
                <a:gd name="connsiteX2" fmla="*/ 6075 w 6075"/>
                <a:gd name="connsiteY2" fmla="*/ 3863 h 3863"/>
                <a:gd name="connsiteX3" fmla="*/ 3757 w 6075"/>
                <a:gd name="connsiteY3" fmla="*/ 1405 h 3863"/>
                <a:gd name="connsiteX4" fmla="*/ 0 w 6075"/>
                <a:gd name="connsiteY4" fmla="*/ 0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5" h="3863">
                  <a:moveTo>
                    <a:pt x="0" y="0"/>
                  </a:moveTo>
                  <a:lnTo>
                    <a:pt x="0" y="3863"/>
                  </a:lnTo>
                  <a:lnTo>
                    <a:pt x="6075" y="3863"/>
                  </a:lnTo>
                  <a:lnTo>
                    <a:pt x="3757" y="14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96CF80C4-544F-D48C-9B3A-35F56DBA3B99}"/>
                </a:ext>
              </a:extLst>
            </p:cNvPr>
            <p:cNvSpPr>
              <a:spLocks/>
            </p:cNvSpPr>
            <p:nvPr/>
          </p:nvSpPr>
          <p:spPr>
            <a:xfrm>
              <a:off x="3134989" y="1846865"/>
              <a:ext cx="26788" cy="8648"/>
            </a:xfrm>
            <a:custGeom>
              <a:avLst/>
              <a:gdLst>
                <a:gd name="connsiteX0" fmla="*/ 11316 w 17947"/>
                <a:gd name="connsiteY0" fmla="*/ 0 h 5794"/>
                <a:gd name="connsiteX1" fmla="*/ 6678 w 17947"/>
                <a:gd name="connsiteY1" fmla="*/ 1405 h 5794"/>
                <a:gd name="connsiteX2" fmla="*/ 0 w 17947"/>
                <a:gd name="connsiteY2" fmla="*/ 1405 h 5794"/>
                <a:gd name="connsiteX3" fmla="*/ 0 w 17947"/>
                <a:gd name="connsiteY3" fmla="*/ 3863 h 5794"/>
                <a:gd name="connsiteX4" fmla="*/ 8997 w 17947"/>
                <a:gd name="connsiteY4" fmla="*/ 2897 h 5794"/>
                <a:gd name="connsiteX5" fmla="*/ 11594 w 17947"/>
                <a:gd name="connsiteY5" fmla="*/ 5795 h 5794"/>
                <a:gd name="connsiteX6" fmla="*/ 17948 w 17947"/>
                <a:gd name="connsiteY6" fmla="*/ 3600 h 5794"/>
                <a:gd name="connsiteX7" fmla="*/ 17948 w 17947"/>
                <a:gd name="connsiteY7" fmla="*/ 1405 h 5794"/>
                <a:gd name="connsiteX8" fmla="*/ 12429 w 17947"/>
                <a:gd name="connsiteY8" fmla="*/ 1405 h 5794"/>
                <a:gd name="connsiteX9" fmla="*/ 11316 w 17947"/>
                <a:gd name="connsiteY9" fmla="*/ 0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47" h="5794">
                  <a:moveTo>
                    <a:pt x="11316" y="0"/>
                  </a:moveTo>
                  <a:lnTo>
                    <a:pt x="6678" y="1405"/>
                  </a:lnTo>
                  <a:lnTo>
                    <a:pt x="0" y="1405"/>
                  </a:lnTo>
                  <a:lnTo>
                    <a:pt x="0" y="3863"/>
                  </a:lnTo>
                  <a:lnTo>
                    <a:pt x="8997" y="2897"/>
                  </a:lnTo>
                  <a:lnTo>
                    <a:pt x="11594" y="5795"/>
                  </a:lnTo>
                  <a:lnTo>
                    <a:pt x="17948" y="3600"/>
                  </a:lnTo>
                  <a:lnTo>
                    <a:pt x="17948" y="1405"/>
                  </a:lnTo>
                  <a:lnTo>
                    <a:pt x="12429" y="1405"/>
                  </a:lnTo>
                  <a:lnTo>
                    <a:pt x="113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AC49F1BA-EAFD-75DC-59A4-B21D8016E0D9}"/>
                </a:ext>
              </a:extLst>
            </p:cNvPr>
            <p:cNvSpPr>
              <a:spLocks/>
            </p:cNvSpPr>
            <p:nvPr/>
          </p:nvSpPr>
          <p:spPr>
            <a:xfrm>
              <a:off x="3121143" y="1796541"/>
              <a:ext cx="13429" cy="8583"/>
            </a:xfrm>
            <a:custGeom>
              <a:avLst/>
              <a:gdLst>
                <a:gd name="connsiteX0" fmla="*/ 0 w 8997"/>
                <a:gd name="connsiteY0" fmla="*/ 2853 h 5750"/>
                <a:gd name="connsiteX1" fmla="*/ 0 w 8997"/>
                <a:gd name="connsiteY1" fmla="*/ 5751 h 5750"/>
                <a:gd name="connsiteX2" fmla="*/ 2875 w 8997"/>
                <a:gd name="connsiteY2" fmla="*/ 5751 h 5750"/>
                <a:gd name="connsiteX3" fmla="*/ 5797 w 8997"/>
                <a:gd name="connsiteY3" fmla="*/ 5751 h 5750"/>
                <a:gd name="connsiteX4" fmla="*/ 8997 w 8997"/>
                <a:gd name="connsiteY4" fmla="*/ 4127 h 5750"/>
                <a:gd name="connsiteX5" fmla="*/ 5797 w 8997"/>
                <a:gd name="connsiteY5" fmla="*/ 0 h 5750"/>
                <a:gd name="connsiteX6" fmla="*/ 0 w 8997"/>
                <a:gd name="connsiteY6" fmla="*/ 2853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7" h="5750">
                  <a:moveTo>
                    <a:pt x="0" y="2853"/>
                  </a:moveTo>
                  <a:lnTo>
                    <a:pt x="0" y="5751"/>
                  </a:lnTo>
                  <a:lnTo>
                    <a:pt x="2875" y="5751"/>
                  </a:lnTo>
                  <a:lnTo>
                    <a:pt x="5797" y="5751"/>
                  </a:lnTo>
                  <a:lnTo>
                    <a:pt x="8997" y="4127"/>
                  </a:lnTo>
                  <a:lnTo>
                    <a:pt x="5797" y="0"/>
                  </a:lnTo>
                  <a:lnTo>
                    <a:pt x="0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5AA1CED2-9D5B-C6A1-B780-D68061145B9A}"/>
                </a:ext>
              </a:extLst>
            </p:cNvPr>
            <p:cNvSpPr>
              <a:spLocks/>
            </p:cNvSpPr>
            <p:nvPr/>
          </p:nvSpPr>
          <p:spPr>
            <a:xfrm>
              <a:off x="3147104" y="1869013"/>
              <a:ext cx="7753" cy="11467"/>
            </a:xfrm>
            <a:custGeom>
              <a:avLst/>
              <a:gdLst>
                <a:gd name="connsiteX0" fmla="*/ 2597 w 5194"/>
                <a:gd name="connsiteY0" fmla="*/ 3863 h 7682"/>
                <a:gd name="connsiteX1" fmla="*/ 2597 w 5194"/>
                <a:gd name="connsiteY1" fmla="*/ 7683 h 7682"/>
                <a:gd name="connsiteX2" fmla="*/ 5194 w 5194"/>
                <a:gd name="connsiteY2" fmla="*/ 7683 h 7682"/>
                <a:gd name="connsiteX3" fmla="*/ 5194 w 5194"/>
                <a:gd name="connsiteY3" fmla="*/ 1361 h 7682"/>
                <a:gd name="connsiteX4" fmla="*/ 0 w 5194"/>
                <a:gd name="connsiteY4" fmla="*/ 0 h 7682"/>
                <a:gd name="connsiteX5" fmla="*/ 2597 w 5194"/>
                <a:gd name="connsiteY5" fmla="*/ 3863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94" h="7682">
                  <a:moveTo>
                    <a:pt x="2597" y="3863"/>
                  </a:moveTo>
                  <a:lnTo>
                    <a:pt x="2597" y="7683"/>
                  </a:lnTo>
                  <a:lnTo>
                    <a:pt x="5194" y="7683"/>
                  </a:lnTo>
                  <a:lnTo>
                    <a:pt x="5194" y="1361"/>
                  </a:lnTo>
                  <a:lnTo>
                    <a:pt x="0" y="0"/>
                  </a:lnTo>
                  <a:lnTo>
                    <a:pt x="2597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592B009D-E267-4924-992C-900FB99F2AC8}"/>
                </a:ext>
              </a:extLst>
            </p:cNvPr>
            <p:cNvSpPr>
              <a:spLocks/>
            </p:cNvSpPr>
            <p:nvPr/>
          </p:nvSpPr>
          <p:spPr>
            <a:xfrm>
              <a:off x="3114222" y="1863246"/>
              <a:ext cx="17306" cy="5766"/>
            </a:xfrm>
            <a:custGeom>
              <a:avLst/>
              <a:gdLst>
                <a:gd name="connsiteX0" fmla="*/ 0 w 11594"/>
                <a:gd name="connsiteY0" fmla="*/ 1932 h 3863"/>
                <a:gd name="connsiteX1" fmla="*/ 11594 w 11594"/>
                <a:gd name="connsiteY1" fmla="*/ 3863 h 3863"/>
                <a:gd name="connsiteX2" fmla="*/ 11594 w 11594"/>
                <a:gd name="connsiteY2" fmla="*/ 0 h 3863"/>
                <a:gd name="connsiteX3" fmla="*/ 5797 w 11594"/>
                <a:gd name="connsiteY3" fmla="*/ 0 h 3863"/>
                <a:gd name="connsiteX4" fmla="*/ 0 w 11594"/>
                <a:gd name="connsiteY4" fmla="*/ 1932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94" h="3863">
                  <a:moveTo>
                    <a:pt x="0" y="1932"/>
                  </a:moveTo>
                  <a:lnTo>
                    <a:pt x="11594" y="3863"/>
                  </a:lnTo>
                  <a:lnTo>
                    <a:pt x="11594" y="0"/>
                  </a:lnTo>
                  <a:lnTo>
                    <a:pt x="5797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7D6271B5-E978-6FE6-255A-C5221527A9D6}"/>
                </a:ext>
              </a:extLst>
            </p:cNvPr>
            <p:cNvSpPr>
              <a:spLocks/>
            </p:cNvSpPr>
            <p:nvPr/>
          </p:nvSpPr>
          <p:spPr>
            <a:xfrm>
              <a:off x="3145372" y="2850275"/>
              <a:ext cx="34196" cy="11858"/>
            </a:xfrm>
            <a:custGeom>
              <a:avLst/>
              <a:gdLst>
                <a:gd name="connsiteX0" fmla="*/ 13032 w 22910"/>
                <a:gd name="connsiteY0" fmla="*/ 7946 h 7945"/>
                <a:gd name="connsiteX1" fmla="*/ 17067 w 22910"/>
                <a:gd name="connsiteY1" fmla="*/ 2766 h 7945"/>
                <a:gd name="connsiteX2" fmla="*/ 21009 w 22910"/>
                <a:gd name="connsiteY2" fmla="*/ 7946 h 7945"/>
                <a:gd name="connsiteX3" fmla="*/ 22910 w 22910"/>
                <a:gd name="connsiteY3" fmla="*/ 6848 h 7945"/>
                <a:gd name="connsiteX4" fmla="*/ 19107 w 22910"/>
                <a:gd name="connsiteY4" fmla="*/ 0 h 7945"/>
                <a:gd name="connsiteX5" fmla="*/ 15073 w 22910"/>
                <a:gd name="connsiteY5" fmla="*/ 0 h 7945"/>
                <a:gd name="connsiteX6" fmla="*/ 11455 w 22910"/>
                <a:gd name="connsiteY6" fmla="*/ 5224 h 7945"/>
                <a:gd name="connsiteX7" fmla="*/ 0 w 22910"/>
                <a:gd name="connsiteY7" fmla="*/ 5488 h 7945"/>
                <a:gd name="connsiteX8" fmla="*/ 0 w 22910"/>
                <a:gd name="connsiteY8" fmla="*/ 7946 h 7945"/>
                <a:gd name="connsiteX9" fmla="*/ 6678 w 22910"/>
                <a:gd name="connsiteY9" fmla="*/ 7946 h 7945"/>
                <a:gd name="connsiteX10" fmla="*/ 13032 w 22910"/>
                <a:gd name="connsiteY10" fmla="*/ 7946 h 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10" h="7945">
                  <a:moveTo>
                    <a:pt x="13032" y="7946"/>
                  </a:moveTo>
                  <a:lnTo>
                    <a:pt x="17067" y="2766"/>
                  </a:lnTo>
                  <a:lnTo>
                    <a:pt x="21009" y="7946"/>
                  </a:lnTo>
                  <a:lnTo>
                    <a:pt x="22910" y="6848"/>
                  </a:lnTo>
                  <a:lnTo>
                    <a:pt x="19107" y="0"/>
                  </a:lnTo>
                  <a:lnTo>
                    <a:pt x="15073" y="0"/>
                  </a:lnTo>
                  <a:lnTo>
                    <a:pt x="11455" y="5224"/>
                  </a:lnTo>
                  <a:lnTo>
                    <a:pt x="0" y="5488"/>
                  </a:lnTo>
                  <a:lnTo>
                    <a:pt x="0" y="7946"/>
                  </a:lnTo>
                  <a:lnTo>
                    <a:pt x="6678" y="7946"/>
                  </a:lnTo>
                  <a:lnTo>
                    <a:pt x="13032" y="794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6BF8EC9B-5AD2-AE77-2259-035EAFB9B5BF}"/>
                </a:ext>
              </a:extLst>
            </p:cNvPr>
            <p:cNvSpPr>
              <a:spLocks/>
            </p:cNvSpPr>
            <p:nvPr/>
          </p:nvSpPr>
          <p:spPr>
            <a:xfrm>
              <a:off x="8412435" y="2782848"/>
              <a:ext cx="898" cy="656"/>
            </a:xfrm>
            <a:custGeom>
              <a:avLst/>
              <a:gdLst>
                <a:gd name="connsiteX0" fmla="*/ 603 w 602"/>
                <a:gd name="connsiteY0" fmla="*/ 439 h 439"/>
                <a:gd name="connsiteX1" fmla="*/ 0 w 602"/>
                <a:gd name="connsiteY1" fmla="*/ 0 h 439"/>
                <a:gd name="connsiteX2" fmla="*/ 0 w 602"/>
                <a:gd name="connsiteY2" fmla="*/ 439 h 439"/>
                <a:gd name="connsiteX3" fmla="*/ 603 w 602"/>
                <a:gd name="connsiteY3" fmla="*/ 439 h 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2" h="439">
                  <a:moveTo>
                    <a:pt x="603" y="439"/>
                  </a:moveTo>
                  <a:lnTo>
                    <a:pt x="0" y="0"/>
                  </a:lnTo>
                  <a:lnTo>
                    <a:pt x="0" y="439"/>
                  </a:lnTo>
                  <a:lnTo>
                    <a:pt x="603" y="43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4B60CA50-E532-CB08-8A17-45559A9AF051}"/>
                </a:ext>
              </a:extLst>
            </p:cNvPr>
            <p:cNvSpPr>
              <a:spLocks/>
            </p:cNvSpPr>
            <p:nvPr/>
          </p:nvSpPr>
          <p:spPr>
            <a:xfrm>
              <a:off x="3029421" y="1785860"/>
              <a:ext cx="11214" cy="11858"/>
            </a:xfrm>
            <a:custGeom>
              <a:avLst/>
              <a:gdLst>
                <a:gd name="connsiteX0" fmla="*/ 0 w 7513"/>
                <a:gd name="connsiteY0" fmla="*/ 2195 h 7945"/>
                <a:gd name="connsiteX1" fmla="*/ 3757 w 7513"/>
                <a:gd name="connsiteY1" fmla="*/ 5488 h 7945"/>
                <a:gd name="connsiteX2" fmla="*/ 7513 w 7513"/>
                <a:gd name="connsiteY2" fmla="*/ 7946 h 7945"/>
                <a:gd name="connsiteX3" fmla="*/ 7513 w 7513"/>
                <a:gd name="connsiteY3" fmla="*/ 2195 h 7945"/>
                <a:gd name="connsiteX4" fmla="*/ 4916 w 7513"/>
                <a:gd name="connsiteY4" fmla="*/ 0 h 7945"/>
                <a:gd name="connsiteX5" fmla="*/ 0 w 7513"/>
                <a:gd name="connsiteY5" fmla="*/ 2195 h 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" h="7945">
                  <a:moveTo>
                    <a:pt x="0" y="2195"/>
                  </a:moveTo>
                  <a:lnTo>
                    <a:pt x="3757" y="5488"/>
                  </a:lnTo>
                  <a:lnTo>
                    <a:pt x="7513" y="7946"/>
                  </a:lnTo>
                  <a:lnTo>
                    <a:pt x="7513" y="2195"/>
                  </a:lnTo>
                  <a:lnTo>
                    <a:pt x="4916" y="0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B4A69E1-120E-CC81-A98C-DCE636B258A6}"/>
                </a:ext>
              </a:extLst>
            </p:cNvPr>
            <p:cNvSpPr>
              <a:spLocks/>
            </p:cNvSpPr>
            <p:nvPr/>
          </p:nvSpPr>
          <p:spPr>
            <a:xfrm>
              <a:off x="3021183" y="1853875"/>
              <a:ext cx="10797" cy="10614"/>
            </a:xfrm>
            <a:custGeom>
              <a:avLst/>
              <a:gdLst>
                <a:gd name="connsiteX0" fmla="*/ 0 w 7234"/>
                <a:gd name="connsiteY0" fmla="*/ 4917 h 7111"/>
                <a:gd name="connsiteX1" fmla="*/ 4359 w 7234"/>
                <a:gd name="connsiteY1" fmla="*/ 7112 h 7111"/>
                <a:gd name="connsiteX2" fmla="*/ 7235 w 7234"/>
                <a:gd name="connsiteY2" fmla="*/ 3556 h 7111"/>
                <a:gd name="connsiteX3" fmla="*/ 2041 w 7234"/>
                <a:gd name="connsiteY3" fmla="*/ 0 h 7111"/>
                <a:gd name="connsiteX4" fmla="*/ 0 w 7234"/>
                <a:gd name="connsiteY4" fmla="*/ 4917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7111">
                  <a:moveTo>
                    <a:pt x="0" y="4917"/>
                  </a:moveTo>
                  <a:lnTo>
                    <a:pt x="4359" y="7112"/>
                  </a:lnTo>
                  <a:lnTo>
                    <a:pt x="7235" y="3556"/>
                  </a:lnTo>
                  <a:lnTo>
                    <a:pt x="2041" y="0"/>
                  </a:lnTo>
                  <a:lnTo>
                    <a:pt x="0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86F238CA-4597-7C8C-BC25-A253A1E059DC}"/>
                </a:ext>
              </a:extLst>
            </p:cNvPr>
            <p:cNvSpPr>
              <a:spLocks/>
            </p:cNvSpPr>
            <p:nvPr/>
          </p:nvSpPr>
          <p:spPr>
            <a:xfrm>
              <a:off x="7857812" y="2834876"/>
              <a:ext cx="22636" cy="21098"/>
            </a:xfrm>
            <a:custGeom>
              <a:avLst/>
              <a:gdLst>
                <a:gd name="connsiteX0" fmla="*/ 5380 w 15165"/>
                <a:gd name="connsiteY0" fmla="*/ 14136 h 14135"/>
                <a:gd name="connsiteX1" fmla="*/ 13217 w 15165"/>
                <a:gd name="connsiteY1" fmla="*/ 7551 h 14135"/>
                <a:gd name="connsiteX2" fmla="*/ 15165 w 15165"/>
                <a:gd name="connsiteY2" fmla="*/ 3468 h 14135"/>
                <a:gd name="connsiteX3" fmla="*/ 11270 w 15165"/>
                <a:gd name="connsiteY3" fmla="*/ 2107 h 14135"/>
                <a:gd name="connsiteX4" fmla="*/ 10991 w 15165"/>
                <a:gd name="connsiteY4" fmla="*/ 5927 h 14135"/>
                <a:gd name="connsiteX5" fmla="*/ 7560 w 15165"/>
                <a:gd name="connsiteY5" fmla="*/ 7068 h 14135"/>
                <a:gd name="connsiteX6" fmla="*/ 7560 w 15165"/>
                <a:gd name="connsiteY6" fmla="*/ 0 h 14135"/>
                <a:gd name="connsiteX7" fmla="*/ 3478 w 15165"/>
                <a:gd name="connsiteY7" fmla="*/ 4302 h 14135"/>
                <a:gd name="connsiteX8" fmla="*/ 5380 w 15165"/>
                <a:gd name="connsiteY8" fmla="*/ 8122 h 14135"/>
                <a:gd name="connsiteX9" fmla="*/ 0 w 15165"/>
                <a:gd name="connsiteY9" fmla="*/ 8122 h 14135"/>
                <a:gd name="connsiteX10" fmla="*/ 5380 w 15165"/>
                <a:gd name="connsiteY10" fmla="*/ 14136 h 14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165" h="14135">
                  <a:moveTo>
                    <a:pt x="5380" y="14136"/>
                  </a:moveTo>
                  <a:lnTo>
                    <a:pt x="13217" y="7551"/>
                  </a:lnTo>
                  <a:lnTo>
                    <a:pt x="15165" y="3468"/>
                  </a:lnTo>
                  <a:lnTo>
                    <a:pt x="11270" y="2107"/>
                  </a:lnTo>
                  <a:lnTo>
                    <a:pt x="10991" y="5927"/>
                  </a:lnTo>
                  <a:lnTo>
                    <a:pt x="7560" y="7068"/>
                  </a:lnTo>
                  <a:lnTo>
                    <a:pt x="7560" y="0"/>
                  </a:lnTo>
                  <a:lnTo>
                    <a:pt x="3478" y="4302"/>
                  </a:lnTo>
                  <a:lnTo>
                    <a:pt x="5380" y="8122"/>
                  </a:lnTo>
                  <a:lnTo>
                    <a:pt x="0" y="8122"/>
                  </a:lnTo>
                  <a:lnTo>
                    <a:pt x="5380" y="141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990CE22B-C69E-5E5E-1179-2B803526CB0C}"/>
                </a:ext>
              </a:extLst>
            </p:cNvPr>
            <p:cNvSpPr>
              <a:spLocks/>
            </p:cNvSpPr>
            <p:nvPr/>
          </p:nvSpPr>
          <p:spPr>
            <a:xfrm>
              <a:off x="7880379" y="2805726"/>
              <a:ext cx="69915" cy="58571"/>
            </a:xfrm>
            <a:custGeom>
              <a:avLst/>
              <a:gdLst>
                <a:gd name="connsiteX0" fmla="*/ 6910 w 46840"/>
                <a:gd name="connsiteY0" fmla="*/ 6798 h 39240"/>
                <a:gd name="connsiteX1" fmla="*/ 4870 w 46840"/>
                <a:gd name="connsiteY1" fmla="*/ 9827 h 39240"/>
                <a:gd name="connsiteX2" fmla="*/ 5148 w 46840"/>
                <a:gd name="connsiteY2" fmla="*/ 16149 h 39240"/>
                <a:gd name="connsiteX3" fmla="*/ 9786 w 46840"/>
                <a:gd name="connsiteY3" fmla="*/ 24402 h 39240"/>
                <a:gd name="connsiteX4" fmla="*/ 2829 w 46840"/>
                <a:gd name="connsiteY4" fmla="*/ 24666 h 39240"/>
                <a:gd name="connsiteX5" fmla="*/ 2829 w 46840"/>
                <a:gd name="connsiteY5" fmla="*/ 30153 h 39240"/>
                <a:gd name="connsiteX6" fmla="*/ 7188 w 46840"/>
                <a:gd name="connsiteY6" fmla="*/ 29890 h 39240"/>
                <a:gd name="connsiteX7" fmla="*/ 7188 w 46840"/>
                <a:gd name="connsiteY7" fmla="*/ 27168 h 39240"/>
                <a:gd name="connsiteX8" fmla="*/ 13264 w 46840"/>
                <a:gd name="connsiteY8" fmla="*/ 26070 h 39240"/>
                <a:gd name="connsiteX9" fmla="*/ 20777 w 46840"/>
                <a:gd name="connsiteY9" fmla="*/ 36782 h 39240"/>
                <a:gd name="connsiteX10" fmla="*/ 31768 w 46840"/>
                <a:gd name="connsiteY10" fmla="*/ 37309 h 39240"/>
                <a:gd name="connsiteX11" fmla="*/ 34968 w 46840"/>
                <a:gd name="connsiteY11" fmla="*/ 39240 h 39240"/>
                <a:gd name="connsiteX12" fmla="*/ 46841 w 46840"/>
                <a:gd name="connsiteY12" fmla="*/ 39240 h 39240"/>
                <a:gd name="connsiteX13" fmla="*/ 46841 w 46840"/>
                <a:gd name="connsiteY13" fmla="*/ 37045 h 39240"/>
                <a:gd name="connsiteX14" fmla="*/ 37844 w 46840"/>
                <a:gd name="connsiteY14" fmla="*/ 37045 h 39240"/>
                <a:gd name="connsiteX15" fmla="*/ 32928 w 46840"/>
                <a:gd name="connsiteY15" fmla="*/ 34587 h 39240"/>
                <a:gd name="connsiteX16" fmla="*/ 23096 w 46840"/>
                <a:gd name="connsiteY16" fmla="*/ 34587 h 39240"/>
                <a:gd name="connsiteX17" fmla="*/ 13542 w 46840"/>
                <a:gd name="connsiteY17" fmla="*/ 23085 h 39240"/>
                <a:gd name="connsiteX18" fmla="*/ 7930 w 46840"/>
                <a:gd name="connsiteY18" fmla="*/ 16500 h 39240"/>
                <a:gd name="connsiteX19" fmla="*/ 7930 w 46840"/>
                <a:gd name="connsiteY19" fmla="*/ 12944 h 39240"/>
                <a:gd name="connsiteX20" fmla="*/ 9786 w 46840"/>
                <a:gd name="connsiteY20" fmla="*/ 10486 h 39240"/>
                <a:gd name="connsiteX21" fmla="*/ 9786 w 46840"/>
                <a:gd name="connsiteY21" fmla="*/ 7764 h 39240"/>
                <a:gd name="connsiteX22" fmla="*/ 15861 w 46840"/>
                <a:gd name="connsiteY22" fmla="*/ 3901 h 39240"/>
                <a:gd name="connsiteX23" fmla="*/ 9786 w 46840"/>
                <a:gd name="connsiteY23" fmla="*/ 1179 h 39240"/>
                <a:gd name="connsiteX24" fmla="*/ 0 w 46840"/>
                <a:gd name="connsiteY24" fmla="*/ 82 h 39240"/>
                <a:gd name="connsiteX25" fmla="*/ 0 w 46840"/>
                <a:gd name="connsiteY25" fmla="*/ 2277 h 39240"/>
                <a:gd name="connsiteX26" fmla="*/ 6585 w 46840"/>
                <a:gd name="connsiteY26" fmla="*/ 4998 h 39240"/>
                <a:gd name="connsiteX27" fmla="*/ 6864 w 46840"/>
                <a:gd name="connsiteY27" fmla="*/ 6930 h 3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6840" h="39240">
                  <a:moveTo>
                    <a:pt x="6910" y="6798"/>
                  </a:moveTo>
                  <a:lnTo>
                    <a:pt x="4870" y="9827"/>
                  </a:lnTo>
                  <a:lnTo>
                    <a:pt x="5148" y="16149"/>
                  </a:lnTo>
                  <a:lnTo>
                    <a:pt x="9786" y="24402"/>
                  </a:lnTo>
                  <a:lnTo>
                    <a:pt x="2829" y="24666"/>
                  </a:lnTo>
                  <a:lnTo>
                    <a:pt x="2829" y="30153"/>
                  </a:lnTo>
                  <a:lnTo>
                    <a:pt x="7188" y="29890"/>
                  </a:lnTo>
                  <a:lnTo>
                    <a:pt x="7188" y="27168"/>
                  </a:lnTo>
                  <a:lnTo>
                    <a:pt x="13264" y="26070"/>
                  </a:lnTo>
                  <a:lnTo>
                    <a:pt x="20777" y="36782"/>
                  </a:lnTo>
                  <a:lnTo>
                    <a:pt x="31768" y="37309"/>
                  </a:lnTo>
                  <a:lnTo>
                    <a:pt x="34968" y="39240"/>
                  </a:lnTo>
                  <a:lnTo>
                    <a:pt x="46841" y="39240"/>
                  </a:lnTo>
                  <a:lnTo>
                    <a:pt x="46841" y="37045"/>
                  </a:lnTo>
                  <a:lnTo>
                    <a:pt x="37844" y="37045"/>
                  </a:lnTo>
                  <a:lnTo>
                    <a:pt x="32928" y="34587"/>
                  </a:lnTo>
                  <a:lnTo>
                    <a:pt x="23096" y="34587"/>
                  </a:lnTo>
                  <a:lnTo>
                    <a:pt x="13542" y="23085"/>
                  </a:lnTo>
                  <a:lnTo>
                    <a:pt x="7930" y="16500"/>
                  </a:lnTo>
                  <a:lnTo>
                    <a:pt x="7930" y="12944"/>
                  </a:lnTo>
                  <a:lnTo>
                    <a:pt x="9786" y="10486"/>
                  </a:lnTo>
                  <a:lnTo>
                    <a:pt x="9786" y="7764"/>
                  </a:lnTo>
                  <a:lnTo>
                    <a:pt x="15861" y="3901"/>
                  </a:lnTo>
                  <a:cubicBezTo>
                    <a:pt x="15861" y="3901"/>
                    <a:pt x="11501" y="2803"/>
                    <a:pt x="9786" y="1179"/>
                  </a:cubicBezTo>
                  <a:cubicBezTo>
                    <a:pt x="8070" y="-445"/>
                    <a:pt x="0" y="82"/>
                    <a:pt x="0" y="82"/>
                  </a:cubicBezTo>
                  <a:lnTo>
                    <a:pt x="0" y="2277"/>
                  </a:lnTo>
                  <a:lnTo>
                    <a:pt x="6585" y="4998"/>
                  </a:lnTo>
                  <a:lnTo>
                    <a:pt x="6864" y="693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CCDA75AD-EEFD-2355-2F7A-8274D1C92EFA}"/>
                </a:ext>
              </a:extLst>
            </p:cNvPr>
            <p:cNvSpPr>
              <a:spLocks/>
            </p:cNvSpPr>
            <p:nvPr/>
          </p:nvSpPr>
          <p:spPr>
            <a:xfrm>
              <a:off x="8051639" y="2724529"/>
              <a:ext cx="15991" cy="38135"/>
            </a:xfrm>
            <a:custGeom>
              <a:avLst/>
              <a:gdLst>
                <a:gd name="connsiteX0" fmla="*/ 4916 w 10713"/>
                <a:gd name="connsiteY0" fmla="*/ 21160 h 25549"/>
                <a:gd name="connsiteX1" fmla="*/ 10713 w 10713"/>
                <a:gd name="connsiteY1" fmla="*/ 14268 h 25549"/>
                <a:gd name="connsiteX2" fmla="*/ 10713 w 10713"/>
                <a:gd name="connsiteY2" fmla="*/ 4390 h 25549"/>
                <a:gd name="connsiteX3" fmla="*/ 7235 w 10713"/>
                <a:gd name="connsiteY3" fmla="*/ 0 h 25549"/>
                <a:gd name="connsiteX4" fmla="*/ 4916 w 10713"/>
                <a:gd name="connsiteY4" fmla="*/ 1668 h 25549"/>
                <a:gd name="connsiteX5" fmla="*/ 4916 w 10713"/>
                <a:gd name="connsiteY5" fmla="*/ 4390 h 25549"/>
                <a:gd name="connsiteX6" fmla="*/ 1994 w 10713"/>
                <a:gd name="connsiteY6" fmla="*/ 7156 h 25549"/>
                <a:gd name="connsiteX7" fmla="*/ 3757 w 10713"/>
                <a:gd name="connsiteY7" fmla="*/ 12775 h 25549"/>
                <a:gd name="connsiteX8" fmla="*/ 0 w 10713"/>
                <a:gd name="connsiteY8" fmla="*/ 14575 h 25549"/>
                <a:gd name="connsiteX9" fmla="*/ 0 w 10713"/>
                <a:gd name="connsiteY9" fmla="*/ 25550 h 25549"/>
                <a:gd name="connsiteX10" fmla="*/ 4916 w 10713"/>
                <a:gd name="connsiteY10" fmla="*/ 25550 h 25549"/>
                <a:gd name="connsiteX11" fmla="*/ 4916 w 10713"/>
                <a:gd name="connsiteY11" fmla="*/ 21160 h 25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13" h="25549">
                  <a:moveTo>
                    <a:pt x="4916" y="21160"/>
                  </a:moveTo>
                  <a:lnTo>
                    <a:pt x="10713" y="14268"/>
                  </a:lnTo>
                  <a:lnTo>
                    <a:pt x="10713" y="4390"/>
                  </a:lnTo>
                  <a:lnTo>
                    <a:pt x="7235" y="0"/>
                  </a:lnTo>
                  <a:lnTo>
                    <a:pt x="4916" y="1668"/>
                  </a:lnTo>
                  <a:lnTo>
                    <a:pt x="4916" y="4390"/>
                  </a:lnTo>
                  <a:lnTo>
                    <a:pt x="1994" y="7156"/>
                  </a:lnTo>
                  <a:lnTo>
                    <a:pt x="3757" y="12775"/>
                  </a:lnTo>
                  <a:lnTo>
                    <a:pt x="0" y="14575"/>
                  </a:lnTo>
                  <a:lnTo>
                    <a:pt x="0" y="25550"/>
                  </a:lnTo>
                  <a:lnTo>
                    <a:pt x="4916" y="25550"/>
                  </a:lnTo>
                  <a:lnTo>
                    <a:pt x="4916" y="2116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CD2B4E74-02B2-709F-499F-63C7377A4C6C}"/>
                </a:ext>
              </a:extLst>
            </p:cNvPr>
            <p:cNvSpPr>
              <a:spLocks/>
            </p:cNvSpPr>
            <p:nvPr/>
          </p:nvSpPr>
          <p:spPr>
            <a:xfrm>
              <a:off x="3071371" y="1866523"/>
              <a:ext cx="7821" cy="4127"/>
            </a:xfrm>
            <a:custGeom>
              <a:avLst/>
              <a:gdLst>
                <a:gd name="connsiteX0" fmla="*/ 5241 w 5240"/>
                <a:gd name="connsiteY0" fmla="*/ 2766 h 2765"/>
                <a:gd name="connsiteX1" fmla="*/ 4035 w 5240"/>
                <a:gd name="connsiteY1" fmla="*/ 0 h 2765"/>
                <a:gd name="connsiteX2" fmla="*/ 0 w 5240"/>
                <a:gd name="connsiteY2" fmla="*/ 0 h 2765"/>
                <a:gd name="connsiteX3" fmla="*/ 1716 w 5240"/>
                <a:gd name="connsiteY3" fmla="*/ 2766 h 2765"/>
                <a:gd name="connsiteX4" fmla="*/ 5241 w 5240"/>
                <a:gd name="connsiteY4" fmla="*/ 2766 h 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0" h="2765">
                  <a:moveTo>
                    <a:pt x="5241" y="2766"/>
                  </a:moveTo>
                  <a:lnTo>
                    <a:pt x="4035" y="0"/>
                  </a:lnTo>
                  <a:lnTo>
                    <a:pt x="0" y="0"/>
                  </a:lnTo>
                  <a:lnTo>
                    <a:pt x="1716" y="2766"/>
                  </a:lnTo>
                  <a:lnTo>
                    <a:pt x="5241" y="27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24DAACFB-F2AD-1089-102C-A69E4CFB3005}"/>
                </a:ext>
              </a:extLst>
            </p:cNvPr>
            <p:cNvSpPr>
              <a:spLocks/>
            </p:cNvSpPr>
            <p:nvPr/>
          </p:nvSpPr>
          <p:spPr>
            <a:xfrm>
              <a:off x="3067010" y="1921433"/>
              <a:ext cx="12183" cy="7337"/>
            </a:xfrm>
            <a:custGeom>
              <a:avLst/>
              <a:gdLst>
                <a:gd name="connsiteX0" fmla="*/ 1484 w 8162"/>
                <a:gd name="connsiteY0" fmla="*/ 0 h 4916"/>
                <a:gd name="connsiteX1" fmla="*/ 0 w 8162"/>
                <a:gd name="connsiteY1" fmla="*/ 0 h 4916"/>
                <a:gd name="connsiteX2" fmla="*/ 8162 w 8162"/>
                <a:gd name="connsiteY2" fmla="*/ 4917 h 4916"/>
                <a:gd name="connsiteX3" fmla="*/ 8162 w 8162"/>
                <a:gd name="connsiteY3" fmla="*/ 1932 h 4916"/>
                <a:gd name="connsiteX4" fmla="*/ 4359 w 8162"/>
                <a:gd name="connsiteY4" fmla="*/ 0 h 4916"/>
                <a:gd name="connsiteX5" fmla="*/ 1484 w 8162"/>
                <a:gd name="connsiteY5" fmla="*/ 0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62" h="4916">
                  <a:moveTo>
                    <a:pt x="1484" y="0"/>
                  </a:moveTo>
                  <a:lnTo>
                    <a:pt x="0" y="0"/>
                  </a:lnTo>
                  <a:lnTo>
                    <a:pt x="8162" y="4917"/>
                  </a:lnTo>
                  <a:lnTo>
                    <a:pt x="8162" y="1932"/>
                  </a:lnTo>
                  <a:lnTo>
                    <a:pt x="4359" y="0"/>
                  </a:lnTo>
                  <a:lnTo>
                    <a:pt x="148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4D8B9705-FE60-842B-EA69-34A33ECF9ABB}"/>
                </a:ext>
              </a:extLst>
            </p:cNvPr>
            <p:cNvSpPr>
              <a:spLocks/>
            </p:cNvSpPr>
            <p:nvPr/>
          </p:nvSpPr>
          <p:spPr>
            <a:xfrm>
              <a:off x="3075733" y="1796147"/>
              <a:ext cx="8167" cy="3669"/>
            </a:xfrm>
            <a:custGeom>
              <a:avLst/>
              <a:gdLst>
                <a:gd name="connsiteX0" fmla="*/ 5472 w 5472"/>
                <a:gd name="connsiteY0" fmla="*/ 0 h 2458"/>
                <a:gd name="connsiteX1" fmla="*/ 0 w 5472"/>
                <a:gd name="connsiteY1" fmla="*/ 0 h 2458"/>
                <a:gd name="connsiteX2" fmla="*/ 1716 w 5472"/>
                <a:gd name="connsiteY2" fmla="*/ 2458 h 2458"/>
                <a:gd name="connsiteX3" fmla="*/ 5472 w 5472"/>
                <a:gd name="connsiteY3" fmla="*/ 0 h 2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2" h="2458">
                  <a:moveTo>
                    <a:pt x="5472" y="0"/>
                  </a:moveTo>
                  <a:lnTo>
                    <a:pt x="0" y="0"/>
                  </a:lnTo>
                  <a:lnTo>
                    <a:pt x="1716" y="2458"/>
                  </a:lnTo>
                  <a:lnTo>
                    <a:pt x="547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DB957B96-D660-B395-CF83-997D8406DCDF}"/>
                </a:ext>
              </a:extLst>
            </p:cNvPr>
            <p:cNvSpPr>
              <a:spLocks/>
            </p:cNvSpPr>
            <p:nvPr/>
          </p:nvSpPr>
          <p:spPr>
            <a:xfrm>
              <a:off x="3061404" y="1919402"/>
              <a:ext cx="3945" cy="6946"/>
            </a:xfrm>
            <a:custGeom>
              <a:avLst/>
              <a:gdLst>
                <a:gd name="connsiteX0" fmla="*/ 0 w 2643"/>
                <a:gd name="connsiteY0" fmla="*/ 4653 h 4653"/>
                <a:gd name="connsiteX1" fmla="*/ 2644 w 2643"/>
                <a:gd name="connsiteY1" fmla="*/ 4653 h 4653"/>
                <a:gd name="connsiteX2" fmla="*/ 2644 w 2643"/>
                <a:gd name="connsiteY2" fmla="*/ 0 h 4653"/>
                <a:gd name="connsiteX3" fmla="*/ 0 w 2643"/>
                <a:gd name="connsiteY3" fmla="*/ 1098 h 4653"/>
                <a:gd name="connsiteX4" fmla="*/ 0 w 2643"/>
                <a:gd name="connsiteY4" fmla="*/ 4653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3" h="4653">
                  <a:moveTo>
                    <a:pt x="0" y="4653"/>
                  </a:moveTo>
                  <a:lnTo>
                    <a:pt x="2644" y="4653"/>
                  </a:lnTo>
                  <a:lnTo>
                    <a:pt x="2644" y="0"/>
                  </a:lnTo>
                  <a:lnTo>
                    <a:pt x="0" y="1098"/>
                  </a:lnTo>
                  <a:lnTo>
                    <a:pt x="0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1760580B-B9EA-3363-45A0-D0E5380EE329}"/>
                </a:ext>
              </a:extLst>
            </p:cNvPr>
            <p:cNvSpPr>
              <a:spLocks/>
            </p:cNvSpPr>
            <p:nvPr/>
          </p:nvSpPr>
          <p:spPr>
            <a:xfrm>
              <a:off x="3039320" y="1923073"/>
              <a:ext cx="14329" cy="4521"/>
            </a:xfrm>
            <a:custGeom>
              <a:avLst/>
              <a:gdLst>
                <a:gd name="connsiteX0" fmla="*/ 4823 w 9600"/>
                <a:gd name="connsiteY0" fmla="*/ 3029 h 3029"/>
                <a:gd name="connsiteX1" fmla="*/ 9600 w 9600"/>
                <a:gd name="connsiteY1" fmla="*/ 3029 h 3029"/>
                <a:gd name="connsiteX2" fmla="*/ 9600 w 9600"/>
                <a:gd name="connsiteY2" fmla="*/ 0 h 3029"/>
                <a:gd name="connsiteX3" fmla="*/ 0 w 9600"/>
                <a:gd name="connsiteY3" fmla="*/ 1624 h 3029"/>
                <a:gd name="connsiteX4" fmla="*/ 4823 w 9600"/>
                <a:gd name="connsiteY4" fmla="*/ 3029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00" h="3029">
                  <a:moveTo>
                    <a:pt x="4823" y="3029"/>
                  </a:moveTo>
                  <a:lnTo>
                    <a:pt x="9600" y="3029"/>
                  </a:lnTo>
                  <a:lnTo>
                    <a:pt x="9600" y="0"/>
                  </a:lnTo>
                  <a:lnTo>
                    <a:pt x="0" y="1624"/>
                  </a:lnTo>
                  <a:lnTo>
                    <a:pt x="4823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C993A941-3D62-4B93-E484-BBC73D431F8C}"/>
                </a:ext>
              </a:extLst>
            </p:cNvPr>
            <p:cNvSpPr>
              <a:spLocks/>
            </p:cNvSpPr>
            <p:nvPr/>
          </p:nvSpPr>
          <p:spPr>
            <a:xfrm>
              <a:off x="3055796" y="1894831"/>
              <a:ext cx="6922" cy="7731"/>
            </a:xfrm>
            <a:custGeom>
              <a:avLst/>
              <a:gdLst>
                <a:gd name="connsiteX0" fmla="*/ 2597 w 4637"/>
                <a:gd name="connsiteY0" fmla="*/ 0 h 5180"/>
                <a:gd name="connsiteX1" fmla="*/ 0 w 4637"/>
                <a:gd name="connsiteY1" fmla="*/ 2590 h 5180"/>
                <a:gd name="connsiteX2" fmla="*/ 2597 w 4637"/>
                <a:gd name="connsiteY2" fmla="*/ 5180 h 5180"/>
                <a:gd name="connsiteX3" fmla="*/ 4638 w 4637"/>
                <a:gd name="connsiteY3" fmla="*/ 2985 h 5180"/>
                <a:gd name="connsiteX4" fmla="*/ 2597 w 4637"/>
                <a:gd name="connsiteY4" fmla="*/ 0 h 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5180">
                  <a:moveTo>
                    <a:pt x="2597" y="0"/>
                  </a:moveTo>
                  <a:lnTo>
                    <a:pt x="0" y="2590"/>
                  </a:lnTo>
                  <a:lnTo>
                    <a:pt x="2597" y="5180"/>
                  </a:lnTo>
                  <a:lnTo>
                    <a:pt x="4638" y="2985"/>
                  </a:lnTo>
                  <a:lnTo>
                    <a:pt x="259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0242AA3C-BB22-2763-1021-7B2524EB2838}"/>
                </a:ext>
              </a:extLst>
            </p:cNvPr>
            <p:cNvSpPr>
              <a:spLocks/>
            </p:cNvSpPr>
            <p:nvPr/>
          </p:nvSpPr>
          <p:spPr>
            <a:xfrm>
              <a:off x="3065349" y="1888670"/>
              <a:ext cx="9898" cy="8583"/>
            </a:xfrm>
            <a:custGeom>
              <a:avLst/>
              <a:gdLst>
                <a:gd name="connsiteX0" fmla="*/ 6632 w 6631"/>
                <a:gd name="connsiteY0" fmla="*/ 3029 h 5750"/>
                <a:gd name="connsiteX1" fmla="*/ 2319 w 6631"/>
                <a:gd name="connsiteY1" fmla="*/ 0 h 5750"/>
                <a:gd name="connsiteX2" fmla="*/ 0 w 6631"/>
                <a:gd name="connsiteY2" fmla="*/ 1361 h 5750"/>
                <a:gd name="connsiteX3" fmla="*/ 6632 w 6631"/>
                <a:gd name="connsiteY3" fmla="*/ 5751 h 5750"/>
                <a:gd name="connsiteX4" fmla="*/ 6632 w 6631"/>
                <a:gd name="connsiteY4" fmla="*/ 3029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31" h="5750">
                  <a:moveTo>
                    <a:pt x="6632" y="3029"/>
                  </a:moveTo>
                  <a:lnTo>
                    <a:pt x="2319" y="0"/>
                  </a:lnTo>
                  <a:lnTo>
                    <a:pt x="0" y="1361"/>
                  </a:lnTo>
                  <a:lnTo>
                    <a:pt x="6632" y="5751"/>
                  </a:lnTo>
                  <a:lnTo>
                    <a:pt x="6632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25E75B0B-268C-298F-0672-03B5C2A77B0D}"/>
                </a:ext>
              </a:extLst>
            </p:cNvPr>
            <p:cNvSpPr>
              <a:spLocks/>
            </p:cNvSpPr>
            <p:nvPr/>
          </p:nvSpPr>
          <p:spPr>
            <a:xfrm>
              <a:off x="7807208" y="3477890"/>
              <a:ext cx="19936" cy="66901"/>
            </a:xfrm>
            <a:custGeom>
              <a:avLst/>
              <a:gdLst>
                <a:gd name="connsiteX0" fmla="*/ 1159 w 13356"/>
                <a:gd name="connsiteY0" fmla="*/ 10141 h 44821"/>
                <a:gd name="connsiteX1" fmla="*/ 2504 w 13356"/>
                <a:gd name="connsiteY1" fmla="*/ 0 h 44821"/>
                <a:gd name="connsiteX2" fmla="*/ 2319 w 13356"/>
                <a:gd name="connsiteY2" fmla="*/ 88 h 44821"/>
                <a:gd name="connsiteX3" fmla="*/ 0 w 13356"/>
                <a:gd name="connsiteY3" fmla="*/ 4741 h 44821"/>
                <a:gd name="connsiteX4" fmla="*/ 0 w 13356"/>
                <a:gd name="connsiteY4" fmla="*/ 34374 h 44821"/>
                <a:gd name="connsiteX5" fmla="*/ 11594 w 13356"/>
                <a:gd name="connsiteY5" fmla="*/ 44822 h 44821"/>
                <a:gd name="connsiteX6" fmla="*/ 13357 w 13356"/>
                <a:gd name="connsiteY6" fmla="*/ 42890 h 44821"/>
                <a:gd name="connsiteX7" fmla="*/ 2319 w 13356"/>
                <a:gd name="connsiteY7" fmla="*/ 33276 h 44821"/>
                <a:gd name="connsiteX8" fmla="*/ 2319 w 13356"/>
                <a:gd name="connsiteY8" fmla="*/ 11458 h 44821"/>
                <a:gd name="connsiteX9" fmla="*/ 1809 w 13356"/>
                <a:gd name="connsiteY9" fmla="*/ 11238 h 44821"/>
                <a:gd name="connsiteX10" fmla="*/ 1159 w 13356"/>
                <a:gd name="connsiteY10" fmla="*/ 10097 h 44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6" h="44821">
                  <a:moveTo>
                    <a:pt x="1159" y="10141"/>
                  </a:moveTo>
                  <a:lnTo>
                    <a:pt x="2504" y="0"/>
                  </a:lnTo>
                  <a:lnTo>
                    <a:pt x="2319" y="88"/>
                  </a:lnTo>
                  <a:lnTo>
                    <a:pt x="0" y="4741"/>
                  </a:lnTo>
                  <a:lnTo>
                    <a:pt x="0" y="34374"/>
                  </a:lnTo>
                  <a:lnTo>
                    <a:pt x="11594" y="44822"/>
                  </a:lnTo>
                  <a:lnTo>
                    <a:pt x="13357" y="42890"/>
                  </a:lnTo>
                  <a:lnTo>
                    <a:pt x="2319" y="33276"/>
                  </a:lnTo>
                  <a:lnTo>
                    <a:pt x="2319" y="11458"/>
                  </a:lnTo>
                  <a:lnTo>
                    <a:pt x="1809" y="11238"/>
                  </a:lnTo>
                  <a:cubicBezTo>
                    <a:pt x="1345" y="11019"/>
                    <a:pt x="1113" y="10580"/>
                    <a:pt x="1159" y="1009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497AAEB6-06A7-116A-2FB5-656C17BA32D0}"/>
                </a:ext>
              </a:extLst>
            </p:cNvPr>
            <p:cNvSpPr>
              <a:spLocks/>
            </p:cNvSpPr>
            <p:nvPr/>
          </p:nvSpPr>
          <p:spPr>
            <a:xfrm>
              <a:off x="3035859" y="1899287"/>
              <a:ext cx="6506" cy="7011"/>
            </a:xfrm>
            <a:custGeom>
              <a:avLst/>
              <a:gdLst>
                <a:gd name="connsiteX0" fmla="*/ 4359 w 4359"/>
                <a:gd name="connsiteY0" fmla="*/ 3029 h 4697"/>
                <a:gd name="connsiteX1" fmla="*/ 2644 w 4359"/>
                <a:gd name="connsiteY1" fmla="*/ 0 h 4697"/>
                <a:gd name="connsiteX2" fmla="*/ 0 w 4359"/>
                <a:gd name="connsiteY2" fmla="*/ 2371 h 4697"/>
                <a:gd name="connsiteX3" fmla="*/ 2644 w 4359"/>
                <a:gd name="connsiteY3" fmla="*/ 4697 h 4697"/>
                <a:gd name="connsiteX4" fmla="*/ 4359 w 4359"/>
                <a:gd name="connsiteY4" fmla="*/ 3029 h 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9" h="4697">
                  <a:moveTo>
                    <a:pt x="4359" y="3029"/>
                  </a:moveTo>
                  <a:lnTo>
                    <a:pt x="2644" y="0"/>
                  </a:lnTo>
                  <a:lnTo>
                    <a:pt x="0" y="2371"/>
                  </a:lnTo>
                  <a:lnTo>
                    <a:pt x="2644" y="4697"/>
                  </a:lnTo>
                  <a:lnTo>
                    <a:pt x="4359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8636510E-98B5-A796-4979-179C2B4E6B01}"/>
                </a:ext>
              </a:extLst>
            </p:cNvPr>
            <p:cNvSpPr>
              <a:spLocks/>
            </p:cNvSpPr>
            <p:nvPr/>
          </p:nvSpPr>
          <p:spPr>
            <a:xfrm>
              <a:off x="7865878" y="2758668"/>
              <a:ext cx="29106" cy="23786"/>
            </a:xfrm>
            <a:custGeom>
              <a:avLst/>
              <a:gdLst>
                <a:gd name="connsiteX0" fmla="*/ 114 w 19500"/>
                <a:gd name="connsiteY0" fmla="*/ 8692 h 15936"/>
                <a:gd name="connsiteX1" fmla="*/ 7628 w 19500"/>
                <a:gd name="connsiteY1" fmla="*/ 15541 h 15936"/>
                <a:gd name="connsiteX2" fmla="*/ 13425 w 19500"/>
                <a:gd name="connsiteY2" fmla="*/ 9482 h 15936"/>
                <a:gd name="connsiteX3" fmla="*/ 19500 w 19500"/>
                <a:gd name="connsiteY3" fmla="*/ 8648 h 15936"/>
                <a:gd name="connsiteX4" fmla="*/ 13100 w 19500"/>
                <a:gd name="connsiteY4" fmla="*/ 2502 h 15936"/>
                <a:gd name="connsiteX5" fmla="*/ 12683 w 19500"/>
                <a:gd name="connsiteY5" fmla="*/ 2502 h 15936"/>
                <a:gd name="connsiteX6" fmla="*/ 11616 w 19500"/>
                <a:gd name="connsiteY6" fmla="*/ 1712 h 15936"/>
                <a:gd name="connsiteX7" fmla="*/ 11059 w 19500"/>
                <a:gd name="connsiteY7" fmla="*/ 0 h 15936"/>
                <a:gd name="connsiteX8" fmla="*/ 7628 w 19500"/>
                <a:gd name="connsiteY8" fmla="*/ 2283 h 15936"/>
                <a:gd name="connsiteX9" fmla="*/ 114 w 19500"/>
                <a:gd name="connsiteY9" fmla="*/ 8605 h 15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500" h="15936">
                  <a:moveTo>
                    <a:pt x="114" y="8692"/>
                  </a:moveTo>
                  <a:cubicBezTo>
                    <a:pt x="1274" y="13346"/>
                    <a:pt x="3593" y="17209"/>
                    <a:pt x="7628" y="15541"/>
                  </a:cubicBezTo>
                  <a:cubicBezTo>
                    <a:pt x="11662" y="13872"/>
                    <a:pt x="13425" y="9482"/>
                    <a:pt x="13425" y="9482"/>
                  </a:cubicBezTo>
                  <a:lnTo>
                    <a:pt x="19500" y="8648"/>
                  </a:lnTo>
                  <a:cubicBezTo>
                    <a:pt x="19500" y="8648"/>
                    <a:pt x="14677" y="7112"/>
                    <a:pt x="13100" y="2502"/>
                  </a:cubicBezTo>
                  <a:lnTo>
                    <a:pt x="12683" y="2502"/>
                  </a:lnTo>
                  <a:cubicBezTo>
                    <a:pt x="12219" y="2502"/>
                    <a:pt x="11755" y="2151"/>
                    <a:pt x="11616" y="1712"/>
                  </a:cubicBezTo>
                  <a:lnTo>
                    <a:pt x="11059" y="0"/>
                  </a:lnTo>
                  <a:lnTo>
                    <a:pt x="7628" y="2283"/>
                  </a:lnTo>
                  <a:cubicBezTo>
                    <a:pt x="7628" y="2283"/>
                    <a:pt x="-1091" y="3951"/>
                    <a:pt x="114" y="860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0304FD0F-FF69-F52F-A02F-C5F65539A1C1}"/>
                </a:ext>
              </a:extLst>
            </p:cNvPr>
            <p:cNvSpPr>
              <a:spLocks/>
            </p:cNvSpPr>
            <p:nvPr/>
          </p:nvSpPr>
          <p:spPr>
            <a:xfrm>
              <a:off x="8461031" y="2850799"/>
              <a:ext cx="11976" cy="9174"/>
            </a:xfrm>
            <a:custGeom>
              <a:avLst/>
              <a:gdLst>
                <a:gd name="connsiteX0" fmla="*/ 8023 w 8023"/>
                <a:gd name="connsiteY0" fmla="*/ 2678 h 6146"/>
                <a:gd name="connsiteX1" fmla="*/ 4962 w 8023"/>
                <a:gd name="connsiteY1" fmla="*/ 0 h 6146"/>
                <a:gd name="connsiteX2" fmla="*/ 4267 w 8023"/>
                <a:gd name="connsiteY2" fmla="*/ 0 h 6146"/>
                <a:gd name="connsiteX3" fmla="*/ 0 w 8023"/>
                <a:gd name="connsiteY3" fmla="*/ 6146 h 6146"/>
                <a:gd name="connsiteX4" fmla="*/ 5844 w 8023"/>
                <a:gd name="connsiteY4" fmla="*/ 5136 h 6146"/>
                <a:gd name="connsiteX5" fmla="*/ 8023 w 8023"/>
                <a:gd name="connsiteY5" fmla="*/ 2678 h 6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23" h="6146">
                  <a:moveTo>
                    <a:pt x="8023" y="2678"/>
                  </a:moveTo>
                  <a:lnTo>
                    <a:pt x="4962" y="0"/>
                  </a:lnTo>
                  <a:lnTo>
                    <a:pt x="4267" y="0"/>
                  </a:lnTo>
                  <a:cubicBezTo>
                    <a:pt x="4267" y="0"/>
                    <a:pt x="0" y="6146"/>
                    <a:pt x="0" y="6146"/>
                  </a:cubicBezTo>
                  <a:cubicBezTo>
                    <a:pt x="1948" y="6014"/>
                    <a:pt x="4962" y="5707"/>
                    <a:pt x="5844" y="5136"/>
                  </a:cubicBezTo>
                  <a:cubicBezTo>
                    <a:pt x="7142" y="4302"/>
                    <a:pt x="8023" y="2678"/>
                    <a:pt x="8023" y="267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DC5FC3CD-E007-20E0-B272-39790ACAE0AC}"/>
                </a:ext>
              </a:extLst>
            </p:cNvPr>
            <p:cNvSpPr>
              <a:spLocks/>
            </p:cNvSpPr>
            <p:nvPr/>
          </p:nvSpPr>
          <p:spPr>
            <a:xfrm>
              <a:off x="8424964" y="2826947"/>
              <a:ext cx="20350" cy="15988"/>
            </a:xfrm>
            <a:custGeom>
              <a:avLst/>
              <a:gdLst>
                <a:gd name="connsiteX0" fmla="*/ 557 w 13634"/>
                <a:gd name="connsiteY0" fmla="*/ 8648 h 10711"/>
                <a:gd name="connsiteX1" fmla="*/ 0 w 13634"/>
                <a:gd name="connsiteY1" fmla="*/ 8912 h 10711"/>
                <a:gd name="connsiteX2" fmla="*/ 0 w 13634"/>
                <a:gd name="connsiteY2" fmla="*/ 10712 h 10711"/>
                <a:gd name="connsiteX3" fmla="*/ 13635 w 13634"/>
                <a:gd name="connsiteY3" fmla="*/ 1932 h 10711"/>
                <a:gd name="connsiteX4" fmla="*/ 13635 w 13634"/>
                <a:gd name="connsiteY4" fmla="*/ 0 h 10711"/>
                <a:gd name="connsiteX5" fmla="*/ 1067 w 13634"/>
                <a:gd name="connsiteY5" fmla="*/ 7068 h 10711"/>
                <a:gd name="connsiteX6" fmla="*/ 1067 w 13634"/>
                <a:gd name="connsiteY6" fmla="*/ 7507 h 10711"/>
                <a:gd name="connsiteX7" fmla="*/ 510 w 13634"/>
                <a:gd name="connsiteY7" fmla="*/ 8648 h 1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4" h="10711">
                  <a:moveTo>
                    <a:pt x="557" y="8648"/>
                  </a:moveTo>
                  <a:lnTo>
                    <a:pt x="0" y="8912"/>
                  </a:lnTo>
                  <a:lnTo>
                    <a:pt x="0" y="10712"/>
                  </a:lnTo>
                  <a:lnTo>
                    <a:pt x="13635" y="1932"/>
                  </a:lnTo>
                  <a:lnTo>
                    <a:pt x="13635" y="0"/>
                  </a:lnTo>
                  <a:lnTo>
                    <a:pt x="1067" y="7068"/>
                  </a:lnTo>
                  <a:lnTo>
                    <a:pt x="1067" y="7507"/>
                  </a:lnTo>
                  <a:cubicBezTo>
                    <a:pt x="1206" y="7990"/>
                    <a:pt x="974" y="8429"/>
                    <a:pt x="510" y="86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20A07B9A-BE5F-D681-91E5-DC5767FC4755}"/>
                </a:ext>
              </a:extLst>
            </p:cNvPr>
            <p:cNvSpPr>
              <a:spLocks/>
            </p:cNvSpPr>
            <p:nvPr/>
          </p:nvSpPr>
          <p:spPr>
            <a:xfrm>
              <a:off x="3070472" y="1906297"/>
              <a:ext cx="17374" cy="11467"/>
            </a:xfrm>
            <a:custGeom>
              <a:avLst/>
              <a:gdLst>
                <a:gd name="connsiteX0" fmla="*/ 10481 w 11640"/>
                <a:gd name="connsiteY0" fmla="*/ 1888 h 7682"/>
                <a:gd name="connsiteX1" fmla="*/ 5844 w 11640"/>
                <a:gd name="connsiteY1" fmla="*/ 0 h 7682"/>
                <a:gd name="connsiteX2" fmla="*/ 4638 w 11640"/>
                <a:gd name="connsiteY2" fmla="*/ 4785 h 7682"/>
                <a:gd name="connsiteX3" fmla="*/ 0 w 11640"/>
                <a:gd name="connsiteY3" fmla="*/ 4785 h 7682"/>
                <a:gd name="connsiteX4" fmla="*/ 3803 w 11640"/>
                <a:gd name="connsiteY4" fmla="*/ 7683 h 7682"/>
                <a:gd name="connsiteX5" fmla="*/ 11641 w 11640"/>
                <a:gd name="connsiteY5" fmla="*/ 7683 h 7682"/>
                <a:gd name="connsiteX6" fmla="*/ 8997 w 11640"/>
                <a:gd name="connsiteY6" fmla="*/ 4917 h 7682"/>
                <a:gd name="connsiteX7" fmla="*/ 10481 w 11640"/>
                <a:gd name="connsiteY7" fmla="*/ 1888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40" h="7682">
                  <a:moveTo>
                    <a:pt x="10481" y="1888"/>
                  </a:moveTo>
                  <a:lnTo>
                    <a:pt x="5844" y="0"/>
                  </a:lnTo>
                  <a:lnTo>
                    <a:pt x="4638" y="4785"/>
                  </a:lnTo>
                  <a:lnTo>
                    <a:pt x="0" y="4785"/>
                  </a:lnTo>
                  <a:lnTo>
                    <a:pt x="3803" y="7683"/>
                  </a:lnTo>
                  <a:lnTo>
                    <a:pt x="11641" y="7683"/>
                  </a:lnTo>
                  <a:lnTo>
                    <a:pt x="8997" y="4917"/>
                  </a:lnTo>
                  <a:lnTo>
                    <a:pt x="10481" y="18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9F6E32B4-285A-CD8B-6261-2D6FAC47F1B8}"/>
                </a:ext>
              </a:extLst>
            </p:cNvPr>
            <p:cNvSpPr>
              <a:spLocks/>
            </p:cNvSpPr>
            <p:nvPr/>
          </p:nvSpPr>
          <p:spPr>
            <a:xfrm>
              <a:off x="7104372" y="2890378"/>
              <a:ext cx="38698" cy="18333"/>
            </a:xfrm>
            <a:custGeom>
              <a:avLst/>
              <a:gdLst>
                <a:gd name="connsiteX0" fmla="*/ 5335 w 25926"/>
                <a:gd name="connsiteY0" fmla="*/ 7112 h 12282"/>
                <a:gd name="connsiteX1" fmla="*/ 12013 w 25926"/>
                <a:gd name="connsiteY1" fmla="*/ 10448 h 12282"/>
                <a:gd name="connsiteX2" fmla="*/ 20408 w 25926"/>
                <a:gd name="connsiteY2" fmla="*/ 10448 h 12282"/>
                <a:gd name="connsiteX3" fmla="*/ 20408 w 25926"/>
                <a:gd name="connsiteY3" fmla="*/ 6585 h 12282"/>
                <a:gd name="connsiteX4" fmla="*/ 25927 w 25926"/>
                <a:gd name="connsiteY4" fmla="*/ 3029 h 12282"/>
                <a:gd name="connsiteX5" fmla="*/ 22727 w 25926"/>
                <a:gd name="connsiteY5" fmla="*/ 1932 h 12282"/>
                <a:gd name="connsiteX6" fmla="*/ 12941 w 25926"/>
                <a:gd name="connsiteY6" fmla="*/ 5224 h 12282"/>
                <a:gd name="connsiteX7" fmla="*/ 12941 w 25926"/>
                <a:gd name="connsiteY7" fmla="*/ 0 h 12282"/>
                <a:gd name="connsiteX8" fmla="*/ 7654 w 25926"/>
                <a:gd name="connsiteY8" fmla="*/ 0 h 12282"/>
                <a:gd name="connsiteX9" fmla="*/ 10854 w 25926"/>
                <a:gd name="connsiteY9" fmla="*/ 1756 h 12282"/>
                <a:gd name="connsiteX10" fmla="*/ 10854 w 25926"/>
                <a:gd name="connsiteY10" fmla="*/ 5795 h 12282"/>
                <a:gd name="connsiteX11" fmla="*/ 6819 w 25926"/>
                <a:gd name="connsiteY11" fmla="*/ 3863 h 12282"/>
                <a:gd name="connsiteX12" fmla="*/ 94 w 25926"/>
                <a:gd name="connsiteY12" fmla="*/ 5224 h 12282"/>
                <a:gd name="connsiteX13" fmla="*/ 5381 w 25926"/>
                <a:gd name="connsiteY13" fmla="*/ 7112 h 1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926" h="12282">
                  <a:moveTo>
                    <a:pt x="5335" y="7112"/>
                  </a:moveTo>
                  <a:cubicBezTo>
                    <a:pt x="5335" y="9263"/>
                    <a:pt x="12013" y="10448"/>
                    <a:pt x="12013" y="10448"/>
                  </a:cubicBezTo>
                  <a:cubicBezTo>
                    <a:pt x="17532" y="14575"/>
                    <a:pt x="20408" y="10448"/>
                    <a:pt x="20408" y="10448"/>
                  </a:cubicBezTo>
                  <a:lnTo>
                    <a:pt x="20408" y="6585"/>
                  </a:lnTo>
                  <a:lnTo>
                    <a:pt x="25927" y="3029"/>
                  </a:lnTo>
                  <a:lnTo>
                    <a:pt x="22727" y="1932"/>
                  </a:lnTo>
                  <a:lnTo>
                    <a:pt x="12941" y="5224"/>
                  </a:lnTo>
                  <a:lnTo>
                    <a:pt x="12941" y="0"/>
                  </a:lnTo>
                  <a:lnTo>
                    <a:pt x="7654" y="0"/>
                  </a:lnTo>
                  <a:lnTo>
                    <a:pt x="10854" y="1756"/>
                  </a:lnTo>
                  <a:lnTo>
                    <a:pt x="10854" y="5795"/>
                  </a:lnTo>
                  <a:lnTo>
                    <a:pt x="6819" y="3863"/>
                  </a:lnTo>
                  <a:cubicBezTo>
                    <a:pt x="6263" y="1141"/>
                    <a:pt x="1022" y="571"/>
                    <a:pt x="94" y="5224"/>
                  </a:cubicBezTo>
                  <a:cubicBezTo>
                    <a:pt x="-833" y="9878"/>
                    <a:pt x="5381" y="7112"/>
                    <a:pt x="5381" y="71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72BC158A-B6E3-1736-C5B4-95EFD6B754C9}"/>
                </a:ext>
              </a:extLst>
            </p:cNvPr>
            <p:cNvSpPr>
              <a:spLocks/>
            </p:cNvSpPr>
            <p:nvPr/>
          </p:nvSpPr>
          <p:spPr>
            <a:xfrm>
              <a:off x="7143070" y="2905973"/>
              <a:ext cx="6922" cy="8977"/>
            </a:xfrm>
            <a:custGeom>
              <a:avLst/>
              <a:gdLst>
                <a:gd name="connsiteX0" fmla="*/ 0 w 4637"/>
                <a:gd name="connsiteY0" fmla="*/ 6014 h 6014"/>
                <a:gd name="connsiteX1" fmla="*/ 4638 w 4637"/>
                <a:gd name="connsiteY1" fmla="*/ 4258 h 6014"/>
                <a:gd name="connsiteX2" fmla="*/ 4638 w 4637"/>
                <a:gd name="connsiteY2" fmla="*/ 0 h 6014"/>
                <a:gd name="connsiteX3" fmla="*/ 0 w 4637"/>
                <a:gd name="connsiteY3" fmla="*/ 1361 h 6014"/>
                <a:gd name="connsiteX4" fmla="*/ 0 w 4637"/>
                <a:gd name="connsiteY4" fmla="*/ 6014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6014">
                  <a:moveTo>
                    <a:pt x="0" y="6014"/>
                  </a:moveTo>
                  <a:lnTo>
                    <a:pt x="4638" y="4258"/>
                  </a:lnTo>
                  <a:lnTo>
                    <a:pt x="4638" y="0"/>
                  </a:lnTo>
                  <a:lnTo>
                    <a:pt x="0" y="1361"/>
                  </a:lnTo>
                  <a:lnTo>
                    <a:pt x="0" y="60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EEFD7C05-FDDC-38AD-0973-DECBFC018F32}"/>
                </a:ext>
              </a:extLst>
            </p:cNvPr>
            <p:cNvSpPr>
              <a:spLocks/>
            </p:cNvSpPr>
            <p:nvPr/>
          </p:nvSpPr>
          <p:spPr>
            <a:xfrm>
              <a:off x="7303533" y="3023069"/>
              <a:ext cx="8237" cy="9043"/>
            </a:xfrm>
            <a:custGeom>
              <a:avLst/>
              <a:gdLst>
                <a:gd name="connsiteX0" fmla="*/ 5519 w 5518"/>
                <a:gd name="connsiteY0" fmla="*/ 0 h 6058"/>
                <a:gd name="connsiteX1" fmla="*/ 0 w 5518"/>
                <a:gd name="connsiteY1" fmla="*/ 3029 h 6058"/>
                <a:gd name="connsiteX2" fmla="*/ 1762 w 5518"/>
                <a:gd name="connsiteY2" fmla="*/ 6058 h 6058"/>
                <a:gd name="connsiteX3" fmla="*/ 5519 w 5518"/>
                <a:gd name="connsiteY3" fmla="*/ 0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18" h="6058">
                  <a:moveTo>
                    <a:pt x="5519" y="0"/>
                  </a:moveTo>
                  <a:lnTo>
                    <a:pt x="0" y="3029"/>
                  </a:lnTo>
                  <a:lnTo>
                    <a:pt x="1762" y="6058"/>
                  </a:lnTo>
                  <a:lnTo>
                    <a:pt x="551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8EDD4BB0-AD92-4B3B-2D2E-B3606D36A6AE}"/>
                </a:ext>
              </a:extLst>
            </p:cNvPr>
            <p:cNvSpPr>
              <a:spLocks/>
            </p:cNvSpPr>
            <p:nvPr/>
          </p:nvSpPr>
          <p:spPr>
            <a:xfrm>
              <a:off x="7406122" y="2659855"/>
              <a:ext cx="16890" cy="12253"/>
            </a:xfrm>
            <a:custGeom>
              <a:avLst/>
              <a:gdLst>
                <a:gd name="connsiteX0" fmla="*/ 11316 w 11316"/>
                <a:gd name="connsiteY0" fmla="*/ 8209 h 8209"/>
                <a:gd name="connsiteX1" fmla="*/ 8673 w 11316"/>
                <a:gd name="connsiteY1" fmla="*/ 0 h 8209"/>
                <a:gd name="connsiteX2" fmla="*/ 0 w 11316"/>
                <a:gd name="connsiteY2" fmla="*/ 0 h 8209"/>
                <a:gd name="connsiteX3" fmla="*/ 0 w 11316"/>
                <a:gd name="connsiteY3" fmla="*/ 1888 h 8209"/>
                <a:gd name="connsiteX4" fmla="*/ 3757 w 11316"/>
                <a:gd name="connsiteY4" fmla="*/ 4083 h 8209"/>
                <a:gd name="connsiteX5" fmla="*/ 11316 w 11316"/>
                <a:gd name="connsiteY5" fmla="*/ 8209 h 8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16" h="8209">
                  <a:moveTo>
                    <a:pt x="11316" y="8209"/>
                  </a:moveTo>
                  <a:lnTo>
                    <a:pt x="8673" y="0"/>
                  </a:lnTo>
                  <a:lnTo>
                    <a:pt x="0" y="0"/>
                  </a:lnTo>
                  <a:lnTo>
                    <a:pt x="0" y="1888"/>
                  </a:lnTo>
                  <a:lnTo>
                    <a:pt x="3757" y="4083"/>
                  </a:lnTo>
                  <a:lnTo>
                    <a:pt x="11316" y="82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3CFF8ECF-C54D-0DD3-3CAF-90F1247EBE98}"/>
                </a:ext>
              </a:extLst>
            </p:cNvPr>
            <p:cNvSpPr>
              <a:spLocks/>
            </p:cNvSpPr>
            <p:nvPr/>
          </p:nvSpPr>
          <p:spPr>
            <a:xfrm>
              <a:off x="7306995" y="2757686"/>
              <a:ext cx="23397" cy="18871"/>
            </a:xfrm>
            <a:custGeom>
              <a:avLst/>
              <a:gdLst>
                <a:gd name="connsiteX0" fmla="*/ 12058 w 15675"/>
                <a:gd name="connsiteY0" fmla="*/ 10185 h 12643"/>
                <a:gd name="connsiteX1" fmla="*/ 8441 w 15675"/>
                <a:gd name="connsiteY1" fmla="*/ 4961 h 12643"/>
                <a:gd name="connsiteX2" fmla="*/ 15676 w 15675"/>
                <a:gd name="connsiteY2" fmla="*/ 1932 h 12643"/>
                <a:gd name="connsiteX3" fmla="*/ 15676 w 15675"/>
                <a:gd name="connsiteY3" fmla="*/ 0 h 12643"/>
                <a:gd name="connsiteX4" fmla="*/ 11316 w 15675"/>
                <a:gd name="connsiteY4" fmla="*/ 0 h 12643"/>
                <a:gd name="connsiteX5" fmla="*/ 7838 w 15675"/>
                <a:gd name="connsiteY5" fmla="*/ 2195 h 12643"/>
                <a:gd name="connsiteX6" fmla="*/ 2922 w 15675"/>
                <a:gd name="connsiteY6" fmla="*/ 2766 h 12643"/>
                <a:gd name="connsiteX7" fmla="*/ 0 w 15675"/>
                <a:gd name="connsiteY7" fmla="*/ 8780 h 12643"/>
                <a:gd name="connsiteX8" fmla="*/ 6678 w 15675"/>
                <a:gd name="connsiteY8" fmla="*/ 12643 h 12643"/>
                <a:gd name="connsiteX9" fmla="*/ 12058 w 15675"/>
                <a:gd name="connsiteY9" fmla="*/ 10185 h 1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75" h="12643">
                  <a:moveTo>
                    <a:pt x="12058" y="10185"/>
                  </a:moveTo>
                  <a:lnTo>
                    <a:pt x="8441" y="4961"/>
                  </a:lnTo>
                  <a:lnTo>
                    <a:pt x="15676" y="1932"/>
                  </a:lnTo>
                  <a:lnTo>
                    <a:pt x="15676" y="0"/>
                  </a:lnTo>
                  <a:lnTo>
                    <a:pt x="11316" y="0"/>
                  </a:lnTo>
                  <a:lnTo>
                    <a:pt x="7838" y="2195"/>
                  </a:lnTo>
                  <a:lnTo>
                    <a:pt x="2922" y="2766"/>
                  </a:lnTo>
                  <a:lnTo>
                    <a:pt x="0" y="8780"/>
                  </a:lnTo>
                  <a:lnTo>
                    <a:pt x="6678" y="12643"/>
                  </a:lnTo>
                  <a:lnTo>
                    <a:pt x="12058" y="101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BBD35373-20BF-BE7D-D127-09FCB2B58106}"/>
                </a:ext>
              </a:extLst>
            </p:cNvPr>
            <p:cNvSpPr>
              <a:spLocks/>
            </p:cNvSpPr>
            <p:nvPr/>
          </p:nvSpPr>
          <p:spPr>
            <a:xfrm>
              <a:off x="5309876" y="2151171"/>
              <a:ext cx="6922" cy="8648"/>
            </a:xfrm>
            <a:custGeom>
              <a:avLst/>
              <a:gdLst>
                <a:gd name="connsiteX0" fmla="*/ 0 w 4637"/>
                <a:gd name="connsiteY0" fmla="*/ 0 h 5794"/>
                <a:gd name="connsiteX1" fmla="*/ 0 w 4637"/>
                <a:gd name="connsiteY1" fmla="*/ 5795 h 5794"/>
                <a:gd name="connsiteX2" fmla="*/ 4638 w 4637"/>
                <a:gd name="connsiteY2" fmla="*/ 0 h 5794"/>
                <a:gd name="connsiteX3" fmla="*/ 0 w 4637"/>
                <a:gd name="connsiteY3" fmla="*/ 0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7" h="5794">
                  <a:moveTo>
                    <a:pt x="0" y="0"/>
                  </a:moveTo>
                  <a:lnTo>
                    <a:pt x="0" y="5795"/>
                  </a:lnTo>
                  <a:lnTo>
                    <a:pt x="463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404E71A9-FA2F-6309-FCA3-27969CC2ACF7}"/>
                </a:ext>
              </a:extLst>
            </p:cNvPr>
            <p:cNvSpPr>
              <a:spLocks/>
            </p:cNvSpPr>
            <p:nvPr/>
          </p:nvSpPr>
          <p:spPr>
            <a:xfrm>
              <a:off x="7421837" y="2887959"/>
              <a:ext cx="139962" cy="66766"/>
            </a:xfrm>
            <a:custGeom>
              <a:avLst/>
              <a:gdLst>
                <a:gd name="connsiteX0" fmla="*/ 7420 w 93769"/>
                <a:gd name="connsiteY0" fmla="*/ 34853 h 44730"/>
                <a:gd name="connsiteX1" fmla="*/ 7420 w 93769"/>
                <a:gd name="connsiteY1" fmla="*/ 40340 h 44730"/>
                <a:gd name="connsiteX2" fmla="*/ 14655 w 93769"/>
                <a:gd name="connsiteY2" fmla="*/ 44730 h 44730"/>
                <a:gd name="connsiteX3" fmla="*/ 16696 w 93769"/>
                <a:gd name="connsiteY3" fmla="*/ 43062 h 44730"/>
                <a:gd name="connsiteX4" fmla="*/ 12661 w 93769"/>
                <a:gd name="connsiteY4" fmla="*/ 39506 h 44730"/>
                <a:gd name="connsiteX5" fmla="*/ 12661 w 93769"/>
                <a:gd name="connsiteY5" fmla="*/ 33185 h 44730"/>
                <a:gd name="connsiteX6" fmla="*/ 10064 w 93769"/>
                <a:gd name="connsiteY6" fmla="*/ 28268 h 44730"/>
                <a:gd name="connsiteX7" fmla="*/ 13264 w 93769"/>
                <a:gd name="connsiteY7" fmla="*/ 28795 h 44730"/>
                <a:gd name="connsiteX8" fmla="*/ 19617 w 93769"/>
                <a:gd name="connsiteY8" fmla="*/ 29892 h 44730"/>
                <a:gd name="connsiteX9" fmla="*/ 23374 w 93769"/>
                <a:gd name="connsiteY9" fmla="*/ 28531 h 44730"/>
                <a:gd name="connsiteX10" fmla="*/ 20174 w 93769"/>
                <a:gd name="connsiteY10" fmla="*/ 22385 h 44730"/>
                <a:gd name="connsiteX11" fmla="*/ 14377 w 93769"/>
                <a:gd name="connsiteY11" fmla="*/ 20541 h 44730"/>
                <a:gd name="connsiteX12" fmla="*/ 22215 w 93769"/>
                <a:gd name="connsiteY12" fmla="*/ 9566 h 44730"/>
                <a:gd name="connsiteX13" fmla="*/ 30934 w 93769"/>
                <a:gd name="connsiteY13" fmla="*/ 8469 h 44730"/>
                <a:gd name="connsiteX14" fmla="*/ 46841 w 93769"/>
                <a:gd name="connsiteY14" fmla="*/ 6537 h 44730"/>
                <a:gd name="connsiteX15" fmla="*/ 61079 w 93769"/>
                <a:gd name="connsiteY15" fmla="*/ 8996 h 44730"/>
                <a:gd name="connsiteX16" fmla="*/ 79351 w 93769"/>
                <a:gd name="connsiteY16" fmla="*/ 9523 h 44730"/>
                <a:gd name="connsiteX17" fmla="*/ 90946 w 93769"/>
                <a:gd name="connsiteY17" fmla="*/ 6494 h 44730"/>
                <a:gd name="connsiteX18" fmla="*/ 90946 w 93769"/>
                <a:gd name="connsiteY18" fmla="*/ 391 h 44730"/>
                <a:gd name="connsiteX19" fmla="*/ 85427 w 93769"/>
                <a:gd name="connsiteY19" fmla="*/ 4562 h 44730"/>
                <a:gd name="connsiteX20" fmla="*/ 75873 w 93769"/>
                <a:gd name="connsiteY20" fmla="*/ 6757 h 44730"/>
                <a:gd name="connsiteX21" fmla="*/ 65438 w 93769"/>
                <a:gd name="connsiteY21" fmla="*/ 5659 h 44730"/>
                <a:gd name="connsiteX22" fmla="*/ 61079 w 93769"/>
                <a:gd name="connsiteY22" fmla="*/ 7020 h 44730"/>
                <a:gd name="connsiteX23" fmla="*/ 55885 w 93769"/>
                <a:gd name="connsiteY23" fmla="*/ 4299 h 44730"/>
                <a:gd name="connsiteX24" fmla="*/ 50690 w 93769"/>
                <a:gd name="connsiteY24" fmla="*/ 4299 h 44730"/>
                <a:gd name="connsiteX25" fmla="*/ 44615 w 93769"/>
                <a:gd name="connsiteY25" fmla="*/ 1577 h 44730"/>
                <a:gd name="connsiteX26" fmla="*/ 34458 w 93769"/>
                <a:gd name="connsiteY26" fmla="*/ 2674 h 44730"/>
                <a:gd name="connsiteX27" fmla="*/ 27780 w 93769"/>
                <a:gd name="connsiteY27" fmla="*/ 3201 h 44730"/>
                <a:gd name="connsiteX28" fmla="*/ 16789 w 93769"/>
                <a:gd name="connsiteY28" fmla="*/ 5396 h 44730"/>
                <a:gd name="connsiteX29" fmla="*/ 8394 w 93769"/>
                <a:gd name="connsiteY29" fmla="*/ 10049 h 44730"/>
                <a:gd name="connsiteX30" fmla="*/ 8394 w 93769"/>
                <a:gd name="connsiteY30" fmla="*/ 14703 h 44730"/>
                <a:gd name="connsiteX31" fmla="*/ 2875 w 93769"/>
                <a:gd name="connsiteY31" fmla="*/ 14703 h 44730"/>
                <a:gd name="connsiteX32" fmla="*/ 0 w 93769"/>
                <a:gd name="connsiteY32" fmla="*/ 28136 h 44730"/>
                <a:gd name="connsiteX33" fmla="*/ 7513 w 93769"/>
                <a:gd name="connsiteY33" fmla="*/ 34721 h 4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93769" h="44730">
                  <a:moveTo>
                    <a:pt x="7420" y="34853"/>
                  </a:moveTo>
                  <a:lnTo>
                    <a:pt x="7420" y="40340"/>
                  </a:lnTo>
                  <a:lnTo>
                    <a:pt x="14655" y="44730"/>
                  </a:lnTo>
                  <a:lnTo>
                    <a:pt x="16696" y="43062"/>
                  </a:lnTo>
                  <a:lnTo>
                    <a:pt x="12661" y="39506"/>
                  </a:lnTo>
                  <a:lnTo>
                    <a:pt x="12661" y="33185"/>
                  </a:lnTo>
                  <a:lnTo>
                    <a:pt x="10064" y="28268"/>
                  </a:lnTo>
                  <a:lnTo>
                    <a:pt x="13264" y="28795"/>
                  </a:lnTo>
                  <a:lnTo>
                    <a:pt x="19617" y="29892"/>
                  </a:lnTo>
                  <a:lnTo>
                    <a:pt x="23374" y="28531"/>
                  </a:lnTo>
                  <a:lnTo>
                    <a:pt x="20174" y="22385"/>
                  </a:lnTo>
                  <a:lnTo>
                    <a:pt x="14377" y="20541"/>
                  </a:lnTo>
                  <a:cubicBezTo>
                    <a:pt x="25090" y="18873"/>
                    <a:pt x="22215" y="9566"/>
                    <a:pt x="22215" y="9566"/>
                  </a:cubicBezTo>
                  <a:cubicBezTo>
                    <a:pt x="25415" y="12596"/>
                    <a:pt x="30934" y="8469"/>
                    <a:pt x="30934" y="8469"/>
                  </a:cubicBezTo>
                  <a:cubicBezTo>
                    <a:pt x="41971" y="11191"/>
                    <a:pt x="46841" y="6537"/>
                    <a:pt x="46841" y="6537"/>
                  </a:cubicBezTo>
                  <a:lnTo>
                    <a:pt x="61079" y="8996"/>
                  </a:lnTo>
                  <a:cubicBezTo>
                    <a:pt x="75270" y="13122"/>
                    <a:pt x="79351" y="9523"/>
                    <a:pt x="79351" y="9523"/>
                  </a:cubicBezTo>
                  <a:cubicBezTo>
                    <a:pt x="89693" y="14000"/>
                    <a:pt x="90946" y="6494"/>
                    <a:pt x="90946" y="6494"/>
                  </a:cubicBezTo>
                  <a:cubicBezTo>
                    <a:pt x="90946" y="6494"/>
                    <a:pt x="97299" y="2367"/>
                    <a:pt x="90946" y="391"/>
                  </a:cubicBezTo>
                  <a:cubicBezTo>
                    <a:pt x="84592" y="-1584"/>
                    <a:pt x="85427" y="4562"/>
                    <a:pt x="85427" y="4562"/>
                  </a:cubicBezTo>
                  <a:cubicBezTo>
                    <a:pt x="84267" y="-355"/>
                    <a:pt x="75873" y="6757"/>
                    <a:pt x="75873" y="6757"/>
                  </a:cubicBezTo>
                  <a:cubicBezTo>
                    <a:pt x="72395" y="3464"/>
                    <a:pt x="65438" y="5659"/>
                    <a:pt x="65438" y="5659"/>
                  </a:cubicBezTo>
                  <a:lnTo>
                    <a:pt x="61079" y="7020"/>
                  </a:lnTo>
                  <a:lnTo>
                    <a:pt x="55885" y="4299"/>
                  </a:lnTo>
                  <a:lnTo>
                    <a:pt x="50690" y="4299"/>
                  </a:lnTo>
                  <a:lnTo>
                    <a:pt x="44615" y="1577"/>
                  </a:lnTo>
                  <a:lnTo>
                    <a:pt x="34458" y="2674"/>
                  </a:lnTo>
                  <a:lnTo>
                    <a:pt x="27780" y="3201"/>
                  </a:lnTo>
                  <a:cubicBezTo>
                    <a:pt x="20545" y="-4218"/>
                    <a:pt x="16789" y="5396"/>
                    <a:pt x="16789" y="5396"/>
                  </a:cubicBezTo>
                  <a:lnTo>
                    <a:pt x="8394" y="10049"/>
                  </a:lnTo>
                  <a:lnTo>
                    <a:pt x="8394" y="14703"/>
                  </a:lnTo>
                  <a:lnTo>
                    <a:pt x="2875" y="14703"/>
                  </a:lnTo>
                  <a:lnTo>
                    <a:pt x="0" y="28136"/>
                  </a:lnTo>
                  <a:lnTo>
                    <a:pt x="7513" y="3472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97E7E195-5D43-A8FF-5B6B-F7C403F64096}"/>
                </a:ext>
              </a:extLst>
            </p:cNvPr>
            <p:cNvSpPr>
              <a:spLocks/>
            </p:cNvSpPr>
            <p:nvPr/>
          </p:nvSpPr>
          <p:spPr>
            <a:xfrm>
              <a:off x="7092884" y="2905973"/>
              <a:ext cx="27689" cy="12711"/>
            </a:xfrm>
            <a:custGeom>
              <a:avLst/>
              <a:gdLst>
                <a:gd name="connsiteX0" fmla="*/ 7745 w 18550"/>
                <a:gd name="connsiteY0" fmla="*/ 8517 h 8516"/>
                <a:gd name="connsiteX1" fmla="*/ 15351 w 18550"/>
                <a:gd name="connsiteY1" fmla="*/ 8517 h 8516"/>
                <a:gd name="connsiteX2" fmla="*/ 18551 w 18550"/>
                <a:gd name="connsiteY2" fmla="*/ 6014 h 8516"/>
                <a:gd name="connsiteX3" fmla="*/ 15073 w 18550"/>
                <a:gd name="connsiteY3" fmla="*/ 3819 h 8516"/>
                <a:gd name="connsiteX4" fmla="*/ 7745 w 18550"/>
                <a:gd name="connsiteY4" fmla="*/ 3819 h 8516"/>
                <a:gd name="connsiteX5" fmla="*/ 4916 w 18550"/>
                <a:gd name="connsiteY5" fmla="*/ 3819 h 8516"/>
                <a:gd name="connsiteX6" fmla="*/ 3478 w 18550"/>
                <a:gd name="connsiteY6" fmla="*/ 0 h 8516"/>
                <a:gd name="connsiteX7" fmla="*/ 0 w 18550"/>
                <a:gd name="connsiteY7" fmla="*/ 0 h 8516"/>
                <a:gd name="connsiteX8" fmla="*/ 2319 w 18550"/>
                <a:gd name="connsiteY8" fmla="*/ 6014 h 8516"/>
                <a:gd name="connsiteX9" fmla="*/ 7745 w 18550"/>
                <a:gd name="connsiteY9" fmla="*/ 8517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50" h="8516">
                  <a:moveTo>
                    <a:pt x="7745" y="8517"/>
                  </a:moveTo>
                  <a:lnTo>
                    <a:pt x="15351" y="8517"/>
                  </a:lnTo>
                  <a:lnTo>
                    <a:pt x="18551" y="6014"/>
                  </a:lnTo>
                  <a:lnTo>
                    <a:pt x="15073" y="3819"/>
                  </a:lnTo>
                  <a:lnTo>
                    <a:pt x="7745" y="3819"/>
                  </a:lnTo>
                  <a:lnTo>
                    <a:pt x="4916" y="3819"/>
                  </a:lnTo>
                  <a:lnTo>
                    <a:pt x="3478" y="0"/>
                  </a:lnTo>
                  <a:lnTo>
                    <a:pt x="0" y="0"/>
                  </a:lnTo>
                  <a:lnTo>
                    <a:pt x="2319" y="6014"/>
                  </a:lnTo>
                  <a:lnTo>
                    <a:pt x="7745" y="85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43B4A036-A05B-C1C1-0677-8901F20B230B}"/>
                </a:ext>
              </a:extLst>
            </p:cNvPr>
            <p:cNvSpPr>
              <a:spLocks/>
            </p:cNvSpPr>
            <p:nvPr/>
          </p:nvSpPr>
          <p:spPr>
            <a:xfrm>
              <a:off x="5184856" y="2184787"/>
              <a:ext cx="5675" cy="6946"/>
            </a:xfrm>
            <a:custGeom>
              <a:avLst/>
              <a:gdLst>
                <a:gd name="connsiteX0" fmla="*/ 0 w 3802"/>
                <a:gd name="connsiteY0" fmla="*/ 4653 h 4653"/>
                <a:gd name="connsiteX1" fmla="*/ 3803 w 3802"/>
                <a:gd name="connsiteY1" fmla="*/ 3293 h 4653"/>
                <a:gd name="connsiteX2" fmla="*/ 3803 w 3802"/>
                <a:gd name="connsiteY2" fmla="*/ 0 h 4653"/>
                <a:gd name="connsiteX3" fmla="*/ 1901 w 3802"/>
                <a:gd name="connsiteY3" fmla="*/ 0 h 4653"/>
                <a:gd name="connsiteX4" fmla="*/ 0 w 3802"/>
                <a:gd name="connsiteY4" fmla="*/ 4653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" h="4653">
                  <a:moveTo>
                    <a:pt x="0" y="4653"/>
                  </a:moveTo>
                  <a:lnTo>
                    <a:pt x="3803" y="3293"/>
                  </a:lnTo>
                  <a:lnTo>
                    <a:pt x="3803" y="0"/>
                  </a:lnTo>
                  <a:lnTo>
                    <a:pt x="1901" y="0"/>
                  </a:lnTo>
                  <a:lnTo>
                    <a:pt x="0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26DCE7A5-FC1C-088B-2316-116F7ED83B5C}"/>
                </a:ext>
              </a:extLst>
            </p:cNvPr>
            <p:cNvSpPr>
              <a:spLocks/>
            </p:cNvSpPr>
            <p:nvPr/>
          </p:nvSpPr>
          <p:spPr>
            <a:xfrm>
              <a:off x="7019713" y="3067757"/>
              <a:ext cx="13844" cy="19658"/>
            </a:xfrm>
            <a:custGeom>
              <a:avLst/>
              <a:gdLst>
                <a:gd name="connsiteX0" fmla="*/ 5519 w 9275"/>
                <a:gd name="connsiteY0" fmla="*/ 0 h 13170"/>
                <a:gd name="connsiteX1" fmla="*/ 0 w 9275"/>
                <a:gd name="connsiteY1" fmla="*/ 0 h 13170"/>
                <a:gd name="connsiteX2" fmla="*/ 9275 w 9275"/>
                <a:gd name="connsiteY2" fmla="*/ 13170 h 13170"/>
                <a:gd name="connsiteX3" fmla="*/ 5519 w 9275"/>
                <a:gd name="connsiteY3" fmla="*/ 0 h 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75" h="13170">
                  <a:moveTo>
                    <a:pt x="5519" y="0"/>
                  </a:moveTo>
                  <a:lnTo>
                    <a:pt x="0" y="0"/>
                  </a:lnTo>
                  <a:lnTo>
                    <a:pt x="9275" y="13170"/>
                  </a:lnTo>
                  <a:lnTo>
                    <a:pt x="551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74580178-A3A7-27D0-3907-12F2FA8BC8E6}"/>
                </a:ext>
              </a:extLst>
            </p:cNvPr>
            <p:cNvSpPr>
              <a:spLocks/>
            </p:cNvSpPr>
            <p:nvPr/>
          </p:nvSpPr>
          <p:spPr>
            <a:xfrm>
              <a:off x="6942735" y="2929694"/>
              <a:ext cx="29835" cy="36039"/>
            </a:xfrm>
            <a:custGeom>
              <a:avLst/>
              <a:gdLst>
                <a:gd name="connsiteX0" fmla="*/ 13635 w 19988"/>
                <a:gd name="connsiteY0" fmla="*/ 12073 h 24145"/>
                <a:gd name="connsiteX1" fmla="*/ 19989 w 19988"/>
                <a:gd name="connsiteY1" fmla="*/ 9614 h 24145"/>
                <a:gd name="connsiteX2" fmla="*/ 19989 w 19988"/>
                <a:gd name="connsiteY2" fmla="*/ 4390 h 24145"/>
                <a:gd name="connsiteX3" fmla="*/ 18551 w 19988"/>
                <a:gd name="connsiteY3" fmla="*/ 0 h 24145"/>
                <a:gd name="connsiteX4" fmla="*/ 13913 w 19988"/>
                <a:gd name="connsiteY4" fmla="*/ 0 h 24145"/>
                <a:gd name="connsiteX5" fmla="*/ 16232 w 19988"/>
                <a:gd name="connsiteY5" fmla="*/ 7419 h 24145"/>
                <a:gd name="connsiteX6" fmla="*/ 0 w 19988"/>
                <a:gd name="connsiteY6" fmla="*/ 24145 h 24145"/>
                <a:gd name="connsiteX7" fmla="*/ 2319 w 19988"/>
                <a:gd name="connsiteY7" fmla="*/ 24145 h 24145"/>
                <a:gd name="connsiteX8" fmla="*/ 13635 w 19988"/>
                <a:gd name="connsiteY8" fmla="*/ 12073 h 2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988" h="24145">
                  <a:moveTo>
                    <a:pt x="13635" y="12073"/>
                  </a:moveTo>
                  <a:cubicBezTo>
                    <a:pt x="19710" y="10975"/>
                    <a:pt x="19989" y="9614"/>
                    <a:pt x="19989" y="9614"/>
                  </a:cubicBezTo>
                  <a:lnTo>
                    <a:pt x="19989" y="4390"/>
                  </a:lnTo>
                  <a:lnTo>
                    <a:pt x="18551" y="0"/>
                  </a:lnTo>
                  <a:lnTo>
                    <a:pt x="13913" y="0"/>
                  </a:lnTo>
                  <a:lnTo>
                    <a:pt x="16232" y="7419"/>
                  </a:lnTo>
                  <a:cubicBezTo>
                    <a:pt x="16232" y="7419"/>
                    <a:pt x="5519" y="9878"/>
                    <a:pt x="0" y="24145"/>
                  </a:cubicBezTo>
                  <a:lnTo>
                    <a:pt x="2319" y="24145"/>
                  </a:lnTo>
                  <a:cubicBezTo>
                    <a:pt x="2319" y="24145"/>
                    <a:pt x="7513" y="13170"/>
                    <a:pt x="13635" y="1207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1A953181-5FB8-C6CA-1693-F4D855E18446}"/>
                </a:ext>
              </a:extLst>
            </p:cNvPr>
            <p:cNvSpPr>
              <a:spLocks/>
            </p:cNvSpPr>
            <p:nvPr/>
          </p:nvSpPr>
          <p:spPr>
            <a:xfrm>
              <a:off x="7504768" y="2980476"/>
              <a:ext cx="29419" cy="7403"/>
            </a:xfrm>
            <a:custGeom>
              <a:avLst/>
              <a:gdLst>
                <a:gd name="connsiteX0" fmla="*/ 0 w 19710"/>
                <a:gd name="connsiteY0" fmla="*/ 4961 h 4960"/>
                <a:gd name="connsiteX1" fmla="*/ 14794 w 19710"/>
                <a:gd name="connsiteY1" fmla="*/ 4961 h 4960"/>
                <a:gd name="connsiteX2" fmla="*/ 19710 w 19710"/>
                <a:gd name="connsiteY2" fmla="*/ 1932 h 4960"/>
                <a:gd name="connsiteX3" fmla="*/ 2319 w 19710"/>
                <a:gd name="connsiteY3" fmla="*/ 0 h 4960"/>
                <a:gd name="connsiteX4" fmla="*/ 0 w 19710"/>
                <a:gd name="connsiteY4" fmla="*/ 4961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0" h="4960">
                  <a:moveTo>
                    <a:pt x="0" y="4961"/>
                  </a:moveTo>
                  <a:lnTo>
                    <a:pt x="14794" y="4961"/>
                  </a:lnTo>
                  <a:lnTo>
                    <a:pt x="19710" y="1932"/>
                  </a:lnTo>
                  <a:lnTo>
                    <a:pt x="2319" y="0"/>
                  </a:lnTo>
                  <a:lnTo>
                    <a:pt x="0" y="49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919B481A-0F90-9FA0-2A25-43D8A40C8289}"/>
                </a:ext>
              </a:extLst>
            </p:cNvPr>
            <p:cNvSpPr>
              <a:spLocks/>
            </p:cNvSpPr>
            <p:nvPr/>
          </p:nvSpPr>
          <p:spPr>
            <a:xfrm>
              <a:off x="5236590" y="2182361"/>
              <a:ext cx="4960" cy="7541"/>
            </a:xfrm>
            <a:custGeom>
              <a:avLst/>
              <a:gdLst>
                <a:gd name="connsiteX0" fmla="*/ 124 w 3323"/>
                <a:gd name="connsiteY0" fmla="*/ 4917 h 5052"/>
                <a:gd name="connsiteX1" fmla="*/ 3324 w 3323"/>
                <a:gd name="connsiteY1" fmla="*/ 2458 h 5052"/>
                <a:gd name="connsiteX2" fmla="*/ 3324 w 3323"/>
                <a:gd name="connsiteY2" fmla="*/ 0 h 5052"/>
                <a:gd name="connsiteX3" fmla="*/ 124 w 3323"/>
                <a:gd name="connsiteY3" fmla="*/ 2546 h 5052"/>
                <a:gd name="connsiteX4" fmla="*/ 124 w 3323"/>
                <a:gd name="connsiteY4" fmla="*/ 4961 h 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3" h="5052">
                  <a:moveTo>
                    <a:pt x="124" y="4917"/>
                  </a:moveTo>
                  <a:cubicBezTo>
                    <a:pt x="402" y="5751"/>
                    <a:pt x="3324" y="2458"/>
                    <a:pt x="3324" y="2458"/>
                  </a:cubicBezTo>
                  <a:lnTo>
                    <a:pt x="3324" y="0"/>
                  </a:lnTo>
                  <a:lnTo>
                    <a:pt x="124" y="2546"/>
                  </a:lnTo>
                  <a:cubicBezTo>
                    <a:pt x="124" y="2546"/>
                    <a:pt x="-155" y="4127"/>
                    <a:pt x="124" y="496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EB9D449-55B4-87CE-A3DF-CA9D5AD07042}"/>
                </a:ext>
              </a:extLst>
            </p:cNvPr>
            <p:cNvSpPr>
              <a:spLocks/>
            </p:cNvSpPr>
            <p:nvPr/>
          </p:nvSpPr>
          <p:spPr>
            <a:xfrm>
              <a:off x="3434315" y="2842871"/>
              <a:ext cx="19936" cy="11074"/>
            </a:xfrm>
            <a:custGeom>
              <a:avLst/>
              <a:gdLst>
                <a:gd name="connsiteX0" fmla="*/ 7560 w 13356"/>
                <a:gd name="connsiteY0" fmla="*/ 4390 h 7419"/>
                <a:gd name="connsiteX1" fmla="*/ 13357 w 13356"/>
                <a:gd name="connsiteY1" fmla="*/ 4390 h 7419"/>
                <a:gd name="connsiteX2" fmla="*/ 13357 w 13356"/>
                <a:gd name="connsiteY2" fmla="*/ 0 h 7419"/>
                <a:gd name="connsiteX3" fmla="*/ 6678 w 13356"/>
                <a:gd name="connsiteY3" fmla="*/ 1932 h 7419"/>
                <a:gd name="connsiteX4" fmla="*/ 2041 w 13356"/>
                <a:gd name="connsiteY4" fmla="*/ 3732 h 7419"/>
                <a:gd name="connsiteX5" fmla="*/ 0 w 13356"/>
                <a:gd name="connsiteY5" fmla="*/ 7419 h 7419"/>
                <a:gd name="connsiteX6" fmla="*/ 9554 w 13356"/>
                <a:gd name="connsiteY6" fmla="*/ 7419 h 7419"/>
                <a:gd name="connsiteX7" fmla="*/ 7513 w 13356"/>
                <a:gd name="connsiteY7" fmla="*/ 4390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7419">
                  <a:moveTo>
                    <a:pt x="7560" y="4390"/>
                  </a:moveTo>
                  <a:lnTo>
                    <a:pt x="13357" y="4390"/>
                  </a:lnTo>
                  <a:lnTo>
                    <a:pt x="13357" y="0"/>
                  </a:lnTo>
                  <a:lnTo>
                    <a:pt x="6678" y="1932"/>
                  </a:lnTo>
                  <a:lnTo>
                    <a:pt x="2041" y="3732"/>
                  </a:lnTo>
                  <a:lnTo>
                    <a:pt x="0" y="7419"/>
                  </a:lnTo>
                  <a:lnTo>
                    <a:pt x="9554" y="7419"/>
                  </a:lnTo>
                  <a:lnTo>
                    <a:pt x="7513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CE6518F5-2DD2-1850-8374-09CF4C12A563}"/>
                </a:ext>
              </a:extLst>
            </p:cNvPr>
            <p:cNvSpPr>
              <a:spLocks/>
            </p:cNvSpPr>
            <p:nvPr/>
          </p:nvSpPr>
          <p:spPr>
            <a:xfrm>
              <a:off x="7488583" y="3015306"/>
              <a:ext cx="45552" cy="21491"/>
            </a:xfrm>
            <a:custGeom>
              <a:avLst/>
              <a:gdLst>
                <a:gd name="connsiteX0" fmla="*/ 20674 w 30518"/>
                <a:gd name="connsiteY0" fmla="*/ 2743 h 14398"/>
                <a:gd name="connsiteX1" fmla="*/ 407 w 30518"/>
                <a:gd name="connsiteY1" fmla="*/ 9328 h 14398"/>
                <a:gd name="connsiteX2" fmla="*/ 20674 w 30518"/>
                <a:gd name="connsiteY2" fmla="*/ 13718 h 14398"/>
                <a:gd name="connsiteX3" fmla="*/ 30506 w 30518"/>
                <a:gd name="connsiteY3" fmla="*/ 2743 h 14398"/>
                <a:gd name="connsiteX4" fmla="*/ 30228 w 30518"/>
                <a:gd name="connsiteY4" fmla="*/ 2480 h 14398"/>
                <a:gd name="connsiteX5" fmla="*/ 20674 w 30518"/>
                <a:gd name="connsiteY5" fmla="*/ 2743 h 1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518" h="14398">
                  <a:moveTo>
                    <a:pt x="20674" y="2743"/>
                  </a:moveTo>
                  <a:cubicBezTo>
                    <a:pt x="20674" y="2743"/>
                    <a:pt x="-3396" y="6299"/>
                    <a:pt x="407" y="9328"/>
                  </a:cubicBezTo>
                  <a:cubicBezTo>
                    <a:pt x="4164" y="12357"/>
                    <a:pt x="16918" y="15913"/>
                    <a:pt x="20674" y="13718"/>
                  </a:cubicBezTo>
                  <a:cubicBezTo>
                    <a:pt x="24431" y="11523"/>
                    <a:pt x="30831" y="3006"/>
                    <a:pt x="30506" y="2743"/>
                  </a:cubicBezTo>
                  <a:lnTo>
                    <a:pt x="30228" y="2480"/>
                  </a:lnTo>
                  <a:cubicBezTo>
                    <a:pt x="30228" y="2480"/>
                    <a:pt x="28187" y="-3271"/>
                    <a:pt x="20674" y="274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7E89AB10-F6C2-F006-26B9-BFE11B5B49F4}"/>
                </a:ext>
              </a:extLst>
            </p:cNvPr>
            <p:cNvSpPr>
              <a:spLocks/>
            </p:cNvSpPr>
            <p:nvPr/>
          </p:nvSpPr>
          <p:spPr>
            <a:xfrm>
              <a:off x="7426889" y="2654941"/>
              <a:ext cx="5606" cy="4914"/>
            </a:xfrm>
            <a:custGeom>
              <a:avLst/>
              <a:gdLst>
                <a:gd name="connsiteX0" fmla="*/ 3757 w 3756"/>
                <a:gd name="connsiteY0" fmla="*/ 3293 h 3292"/>
                <a:gd name="connsiteX1" fmla="*/ 3757 w 3756"/>
                <a:gd name="connsiteY1" fmla="*/ 0 h 3292"/>
                <a:gd name="connsiteX2" fmla="*/ 835 w 3756"/>
                <a:gd name="connsiteY2" fmla="*/ 0 h 3292"/>
                <a:gd name="connsiteX3" fmla="*/ 0 w 3756"/>
                <a:gd name="connsiteY3" fmla="*/ 615 h 3292"/>
                <a:gd name="connsiteX4" fmla="*/ 0 w 3756"/>
                <a:gd name="connsiteY4" fmla="*/ 3293 h 3292"/>
                <a:gd name="connsiteX5" fmla="*/ 3757 w 3756"/>
                <a:gd name="connsiteY5" fmla="*/ 3293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6" h="3292">
                  <a:moveTo>
                    <a:pt x="3757" y="3293"/>
                  </a:moveTo>
                  <a:lnTo>
                    <a:pt x="3757" y="0"/>
                  </a:lnTo>
                  <a:lnTo>
                    <a:pt x="835" y="0"/>
                  </a:lnTo>
                  <a:lnTo>
                    <a:pt x="0" y="615"/>
                  </a:lnTo>
                  <a:lnTo>
                    <a:pt x="0" y="3293"/>
                  </a:lnTo>
                  <a:lnTo>
                    <a:pt x="3757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E0B07CAC-06A9-EE05-813B-2CA2BF3C8A19}"/>
                </a:ext>
              </a:extLst>
            </p:cNvPr>
            <p:cNvSpPr>
              <a:spLocks/>
            </p:cNvSpPr>
            <p:nvPr/>
          </p:nvSpPr>
          <p:spPr>
            <a:xfrm>
              <a:off x="7646262" y="2795037"/>
              <a:ext cx="44095" cy="63943"/>
            </a:xfrm>
            <a:custGeom>
              <a:avLst/>
              <a:gdLst>
                <a:gd name="connsiteX0" fmla="*/ 29542 w 29542"/>
                <a:gd name="connsiteY0" fmla="*/ 40827 h 42839"/>
                <a:gd name="connsiteX1" fmla="*/ 11270 w 29542"/>
                <a:gd name="connsiteY1" fmla="*/ 31520 h 42839"/>
                <a:gd name="connsiteX2" fmla="*/ 14748 w 29542"/>
                <a:gd name="connsiteY2" fmla="*/ 30993 h 42839"/>
                <a:gd name="connsiteX3" fmla="*/ 14748 w 29542"/>
                <a:gd name="connsiteY3" fmla="*/ 28272 h 42839"/>
                <a:gd name="connsiteX4" fmla="*/ 9229 w 29542"/>
                <a:gd name="connsiteY4" fmla="*/ 23048 h 42839"/>
                <a:gd name="connsiteX5" fmla="*/ 24580 w 29542"/>
                <a:gd name="connsiteY5" fmla="*/ 10141 h 42839"/>
                <a:gd name="connsiteX6" fmla="*/ 24302 w 29542"/>
                <a:gd name="connsiteY6" fmla="*/ 7946 h 42839"/>
                <a:gd name="connsiteX7" fmla="*/ 20545 w 29542"/>
                <a:gd name="connsiteY7" fmla="*/ 7946 h 42839"/>
                <a:gd name="connsiteX8" fmla="*/ 12429 w 29542"/>
                <a:gd name="connsiteY8" fmla="*/ 0 h 42839"/>
                <a:gd name="connsiteX9" fmla="*/ 8673 w 29542"/>
                <a:gd name="connsiteY9" fmla="*/ 0 h 42839"/>
                <a:gd name="connsiteX10" fmla="*/ 17948 w 29542"/>
                <a:gd name="connsiteY10" fmla="*/ 10141 h 42839"/>
                <a:gd name="connsiteX11" fmla="*/ 13032 w 29542"/>
                <a:gd name="connsiteY11" fmla="*/ 12073 h 42839"/>
                <a:gd name="connsiteX12" fmla="*/ 6678 w 29542"/>
                <a:gd name="connsiteY12" fmla="*/ 16726 h 42839"/>
                <a:gd name="connsiteX13" fmla="*/ 7235 w 29542"/>
                <a:gd name="connsiteY13" fmla="*/ 25506 h 42839"/>
                <a:gd name="connsiteX14" fmla="*/ 9554 w 29542"/>
                <a:gd name="connsiteY14" fmla="*/ 27701 h 42839"/>
                <a:gd name="connsiteX15" fmla="*/ 8394 w 29542"/>
                <a:gd name="connsiteY15" fmla="*/ 30423 h 42839"/>
                <a:gd name="connsiteX16" fmla="*/ 0 w 29542"/>
                <a:gd name="connsiteY16" fmla="*/ 32091 h 42839"/>
                <a:gd name="connsiteX17" fmla="*/ 19710 w 29542"/>
                <a:gd name="connsiteY17" fmla="*/ 42232 h 42839"/>
                <a:gd name="connsiteX18" fmla="*/ 29542 w 29542"/>
                <a:gd name="connsiteY18" fmla="*/ 40871 h 4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542" h="42839">
                  <a:moveTo>
                    <a:pt x="29542" y="40827"/>
                  </a:moveTo>
                  <a:lnTo>
                    <a:pt x="11270" y="31520"/>
                  </a:lnTo>
                  <a:lnTo>
                    <a:pt x="14748" y="30993"/>
                  </a:lnTo>
                  <a:lnTo>
                    <a:pt x="14748" y="28272"/>
                  </a:lnTo>
                  <a:lnTo>
                    <a:pt x="9229" y="23048"/>
                  </a:lnTo>
                  <a:cubicBezTo>
                    <a:pt x="5148" y="16726"/>
                    <a:pt x="24580" y="10141"/>
                    <a:pt x="24580" y="10141"/>
                  </a:cubicBezTo>
                  <a:lnTo>
                    <a:pt x="24302" y="7946"/>
                  </a:lnTo>
                  <a:lnTo>
                    <a:pt x="20545" y="7946"/>
                  </a:lnTo>
                  <a:lnTo>
                    <a:pt x="12429" y="0"/>
                  </a:lnTo>
                  <a:lnTo>
                    <a:pt x="8673" y="0"/>
                  </a:lnTo>
                  <a:lnTo>
                    <a:pt x="17948" y="10141"/>
                  </a:lnTo>
                  <a:lnTo>
                    <a:pt x="13032" y="12073"/>
                  </a:lnTo>
                  <a:lnTo>
                    <a:pt x="6678" y="16726"/>
                  </a:lnTo>
                  <a:lnTo>
                    <a:pt x="7235" y="25506"/>
                  </a:lnTo>
                  <a:lnTo>
                    <a:pt x="9554" y="27701"/>
                  </a:lnTo>
                  <a:lnTo>
                    <a:pt x="8394" y="30423"/>
                  </a:lnTo>
                  <a:lnTo>
                    <a:pt x="0" y="32091"/>
                  </a:lnTo>
                  <a:cubicBezTo>
                    <a:pt x="0" y="32091"/>
                    <a:pt x="15351" y="40344"/>
                    <a:pt x="19710" y="42232"/>
                  </a:cubicBezTo>
                  <a:cubicBezTo>
                    <a:pt x="24070" y="44163"/>
                    <a:pt x="29542" y="40871"/>
                    <a:pt x="29542" y="4087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FD910D3-6F65-81B4-3C15-3394A8F58F40}"/>
                </a:ext>
              </a:extLst>
            </p:cNvPr>
            <p:cNvSpPr>
              <a:spLocks/>
            </p:cNvSpPr>
            <p:nvPr/>
          </p:nvSpPr>
          <p:spPr>
            <a:xfrm>
              <a:off x="7609226" y="2898973"/>
              <a:ext cx="16218" cy="23838"/>
            </a:xfrm>
            <a:custGeom>
              <a:avLst/>
              <a:gdLst>
                <a:gd name="connsiteX0" fmla="*/ 10853 w 10865"/>
                <a:gd name="connsiteY0" fmla="*/ 15927 h 15971"/>
                <a:gd name="connsiteX1" fmla="*/ 5056 w 10865"/>
                <a:gd name="connsiteY1" fmla="*/ 36 h 15971"/>
                <a:gd name="connsiteX2" fmla="*/ 140 w 10865"/>
                <a:gd name="connsiteY2" fmla="*/ 11845 h 15971"/>
                <a:gd name="connsiteX3" fmla="*/ 10853 w 10865"/>
                <a:gd name="connsiteY3" fmla="*/ 15971 h 1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5" h="15971">
                  <a:moveTo>
                    <a:pt x="10853" y="15927"/>
                  </a:moveTo>
                  <a:cubicBezTo>
                    <a:pt x="10853" y="15927"/>
                    <a:pt x="11409" y="826"/>
                    <a:pt x="5056" y="36"/>
                  </a:cubicBezTo>
                  <a:cubicBezTo>
                    <a:pt x="-1298" y="-754"/>
                    <a:pt x="140" y="11845"/>
                    <a:pt x="140" y="11845"/>
                  </a:cubicBezTo>
                  <a:lnTo>
                    <a:pt x="10853" y="1597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2609C455-1DDB-103B-8858-D5374A69F109}"/>
                </a:ext>
              </a:extLst>
            </p:cNvPr>
            <p:cNvSpPr>
              <a:spLocks/>
            </p:cNvSpPr>
            <p:nvPr/>
          </p:nvSpPr>
          <p:spPr>
            <a:xfrm>
              <a:off x="7707248" y="2820789"/>
              <a:ext cx="10383" cy="5306"/>
            </a:xfrm>
            <a:custGeom>
              <a:avLst/>
              <a:gdLst>
                <a:gd name="connsiteX0" fmla="*/ 6957 w 6956"/>
                <a:gd name="connsiteY0" fmla="*/ 3556 h 3555"/>
                <a:gd name="connsiteX1" fmla="*/ 6957 w 6956"/>
                <a:gd name="connsiteY1" fmla="*/ 0 h 3555"/>
                <a:gd name="connsiteX2" fmla="*/ 0 w 6956"/>
                <a:gd name="connsiteY2" fmla="*/ 0 h 3555"/>
                <a:gd name="connsiteX3" fmla="*/ 2041 w 6956"/>
                <a:gd name="connsiteY3" fmla="*/ 3556 h 3555"/>
                <a:gd name="connsiteX4" fmla="*/ 6957 w 6956"/>
                <a:gd name="connsiteY4" fmla="*/ 3556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3555">
                  <a:moveTo>
                    <a:pt x="6957" y="3556"/>
                  </a:moveTo>
                  <a:lnTo>
                    <a:pt x="6957" y="0"/>
                  </a:lnTo>
                  <a:lnTo>
                    <a:pt x="0" y="0"/>
                  </a:lnTo>
                  <a:lnTo>
                    <a:pt x="2041" y="3556"/>
                  </a:lnTo>
                  <a:lnTo>
                    <a:pt x="6957" y="35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968478EF-E577-D5E8-D1F1-54B6734A5C97}"/>
                </a:ext>
              </a:extLst>
            </p:cNvPr>
            <p:cNvSpPr>
              <a:spLocks/>
            </p:cNvSpPr>
            <p:nvPr/>
          </p:nvSpPr>
          <p:spPr>
            <a:xfrm>
              <a:off x="3808195" y="1771509"/>
              <a:ext cx="24643" cy="9447"/>
            </a:xfrm>
            <a:custGeom>
              <a:avLst/>
              <a:gdLst>
                <a:gd name="connsiteX0" fmla="*/ 3200 w 16510"/>
                <a:gd name="connsiteY0" fmla="*/ 0 h 6329"/>
                <a:gd name="connsiteX1" fmla="*/ 0 w 16510"/>
                <a:gd name="connsiteY1" fmla="*/ 3029 h 6329"/>
                <a:gd name="connsiteX2" fmla="*/ 2875 w 16510"/>
                <a:gd name="connsiteY2" fmla="*/ 6058 h 6329"/>
                <a:gd name="connsiteX3" fmla="*/ 10713 w 16510"/>
                <a:gd name="connsiteY3" fmla="*/ 6058 h 6329"/>
                <a:gd name="connsiteX4" fmla="*/ 16510 w 16510"/>
                <a:gd name="connsiteY4" fmla="*/ 4566 h 6329"/>
                <a:gd name="connsiteX5" fmla="*/ 8255 w 16510"/>
                <a:gd name="connsiteY5" fmla="*/ 1668 h 6329"/>
                <a:gd name="connsiteX6" fmla="*/ 3200 w 16510"/>
                <a:gd name="connsiteY6" fmla="*/ 0 h 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10" h="6329">
                  <a:moveTo>
                    <a:pt x="3200" y="0"/>
                  </a:moveTo>
                  <a:lnTo>
                    <a:pt x="0" y="3029"/>
                  </a:lnTo>
                  <a:lnTo>
                    <a:pt x="2875" y="6058"/>
                  </a:lnTo>
                  <a:cubicBezTo>
                    <a:pt x="2875" y="6058"/>
                    <a:pt x="9554" y="4961"/>
                    <a:pt x="10713" y="6058"/>
                  </a:cubicBezTo>
                  <a:cubicBezTo>
                    <a:pt x="11873" y="7156"/>
                    <a:pt x="16510" y="4566"/>
                    <a:pt x="16510" y="4566"/>
                  </a:cubicBezTo>
                  <a:lnTo>
                    <a:pt x="8255" y="1668"/>
                  </a:lnTo>
                  <a:lnTo>
                    <a:pt x="320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380DDA53-16D8-3F3E-E732-A6BDBB7FFE1B}"/>
                </a:ext>
              </a:extLst>
            </p:cNvPr>
            <p:cNvSpPr>
              <a:spLocks/>
            </p:cNvSpPr>
            <p:nvPr/>
          </p:nvSpPr>
          <p:spPr>
            <a:xfrm>
              <a:off x="3209821" y="1865343"/>
              <a:ext cx="14259" cy="6553"/>
            </a:xfrm>
            <a:custGeom>
              <a:avLst/>
              <a:gdLst>
                <a:gd name="connsiteX0" fmla="*/ 5380 w 9553"/>
                <a:gd name="connsiteY0" fmla="*/ 1932 h 4390"/>
                <a:gd name="connsiteX1" fmla="*/ 3200 w 9553"/>
                <a:gd name="connsiteY1" fmla="*/ 0 h 4390"/>
                <a:gd name="connsiteX2" fmla="*/ 0 w 9553"/>
                <a:gd name="connsiteY2" fmla="*/ 0 h 4390"/>
                <a:gd name="connsiteX3" fmla="*/ 3200 w 9553"/>
                <a:gd name="connsiteY3" fmla="*/ 4390 h 4390"/>
                <a:gd name="connsiteX4" fmla="*/ 5380 w 9553"/>
                <a:gd name="connsiteY4" fmla="*/ 4390 h 4390"/>
                <a:gd name="connsiteX5" fmla="*/ 9554 w 9553"/>
                <a:gd name="connsiteY5" fmla="*/ 966 h 4390"/>
                <a:gd name="connsiteX6" fmla="*/ 6678 w 9553"/>
                <a:gd name="connsiteY6" fmla="*/ 0 h 4390"/>
                <a:gd name="connsiteX7" fmla="*/ 5380 w 9553"/>
                <a:gd name="connsiteY7" fmla="*/ 1932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53" h="4390">
                  <a:moveTo>
                    <a:pt x="5380" y="1932"/>
                  </a:moveTo>
                  <a:lnTo>
                    <a:pt x="3200" y="0"/>
                  </a:lnTo>
                  <a:lnTo>
                    <a:pt x="0" y="0"/>
                  </a:lnTo>
                  <a:lnTo>
                    <a:pt x="3200" y="4390"/>
                  </a:lnTo>
                  <a:lnTo>
                    <a:pt x="5380" y="4390"/>
                  </a:lnTo>
                  <a:lnTo>
                    <a:pt x="9554" y="966"/>
                  </a:lnTo>
                  <a:lnTo>
                    <a:pt x="6678" y="0"/>
                  </a:lnTo>
                  <a:lnTo>
                    <a:pt x="538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CF2BE522-300C-958E-D24A-8FEB1D951FFC}"/>
                </a:ext>
              </a:extLst>
            </p:cNvPr>
            <p:cNvSpPr>
              <a:spLocks/>
            </p:cNvSpPr>
            <p:nvPr/>
          </p:nvSpPr>
          <p:spPr>
            <a:xfrm>
              <a:off x="3899362" y="1876352"/>
              <a:ext cx="4430" cy="16185"/>
            </a:xfrm>
            <a:custGeom>
              <a:avLst/>
              <a:gdLst>
                <a:gd name="connsiteX0" fmla="*/ 0 w 2968"/>
                <a:gd name="connsiteY0" fmla="*/ 10843 h 10843"/>
                <a:gd name="connsiteX1" fmla="*/ 2968 w 2968"/>
                <a:gd name="connsiteY1" fmla="*/ 6322 h 10843"/>
                <a:gd name="connsiteX2" fmla="*/ 2968 w 2968"/>
                <a:gd name="connsiteY2" fmla="*/ 0 h 10843"/>
                <a:gd name="connsiteX3" fmla="*/ 0 w 2968"/>
                <a:gd name="connsiteY3" fmla="*/ 4127 h 10843"/>
                <a:gd name="connsiteX4" fmla="*/ 0 w 2968"/>
                <a:gd name="connsiteY4" fmla="*/ 10843 h 10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8" h="10843">
                  <a:moveTo>
                    <a:pt x="0" y="10843"/>
                  </a:moveTo>
                  <a:lnTo>
                    <a:pt x="2968" y="6322"/>
                  </a:lnTo>
                  <a:lnTo>
                    <a:pt x="2968" y="0"/>
                  </a:lnTo>
                  <a:lnTo>
                    <a:pt x="0" y="4127"/>
                  </a:lnTo>
                  <a:lnTo>
                    <a:pt x="0" y="1084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134F9E9C-F4EE-9A15-E490-886118EDE767}"/>
                </a:ext>
              </a:extLst>
            </p:cNvPr>
            <p:cNvSpPr>
              <a:spLocks/>
            </p:cNvSpPr>
            <p:nvPr/>
          </p:nvSpPr>
          <p:spPr>
            <a:xfrm>
              <a:off x="3166139" y="1831729"/>
              <a:ext cx="11629" cy="5306"/>
            </a:xfrm>
            <a:custGeom>
              <a:avLst/>
              <a:gdLst>
                <a:gd name="connsiteX0" fmla="*/ 0 w 7791"/>
                <a:gd name="connsiteY0" fmla="*/ 0 h 3555"/>
                <a:gd name="connsiteX1" fmla="*/ 3896 w 7791"/>
                <a:gd name="connsiteY1" fmla="*/ 3556 h 3555"/>
                <a:gd name="connsiteX2" fmla="*/ 7791 w 7791"/>
                <a:gd name="connsiteY2" fmla="*/ 3556 h 3555"/>
                <a:gd name="connsiteX3" fmla="*/ 3478 w 7791"/>
                <a:gd name="connsiteY3" fmla="*/ 0 h 3555"/>
                <a:gd name="connsiteX4" fmla="*/ 0 w 7791"/>
                <a:gd name="connsiteY4" fmla="*/ 0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" h="3555">
                  <a:moveTo>
                    <a:pt x="0" y="0"/>
                  </a:moveTo>
                  <a:lnTo>
                    <a:pt x="3896" y="3556"/>
                  </a:lnTo>
                  <a:lnTo>
                    <a:pt x="7791" y="3556"/>
                  </a:lnTo>
                  <a:lnTo>
                    <a:pt x="34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70E937BE-65FE-C8EA-DC86-A355EEAA0818}"/>
                </a:ext>
              </a:extLst>
            </p:cNvPr>
            <p:cNvSpPr>
              <a:spLocks/>
            </p:cNvSpPr>
            <p:nvPr/>
          </p:nvSpPr>
          <p:spPr>
            <a:xfrm>
              <a:off x="3243532" y="1860822"/>
              <a:ext cx="9136" cy="11074"/>
            </a:xfrm>
            <a:custGeom>
              <a:avLst/>
              <a:gdLst>
                <a:gd name="connsiteX0" fmla="*/ 0 w 6121"/>
                <a:gd name="connsiteY0" fmla="*/ 1624 h 7419"/>
                <a:gd name="connsiteX1" fmla="*/ 0 w 6121"/>
                <a:gd name="connsiteY1" fmla="*/ 3688 h 7419"/>
                <a:gd name="connsiteX2" fmla="*/ 1762 w 6121"/>
                <a:gd name="connsiteY2" fmla="*/ 7419 h 7419"/>
                <a:gd name="connsiteX3" fmla="*/ 6122 w 6121"/>
                <a:gd name="connsiteY3" fmla="*/ 7419 h 7419"/>
                <a:gd name="connsiteX4" fmla="*/ 4081 w 6121"/>
                <a:gd name="connsiteY4" fmla="*/ 0 h 7419"/>
                <a:gd name="connsiteX5" fmla="*/ 0 w 6121"/>
                <a:gd name="connsiteY5" fmla="*/ 1624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21" h="7419">
                  <a:moveTo>
                    <a:pt x="0" y="1624"/>
                  </a:moveTo>
                  <a:lnTo>
                    <a:pt x="0" y="3688"/>
                  </a:lnTo>
                  <a:lnTo>
                    <a:pt x="1762" y="7419"/>
                  </a:lnTo>
                  <a:lnTo>
                    <a:pt x="6122" y="7419"/>
                  </a:lnTo>
                  <a:lnTo>
                    <a:pt x="4081" y="0"/>
                  </a:lnTo>
                  <a:lnTo>
                    <a:pt x="0" y="16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1D2258AB-6F56-B355-C39C-EB0792DCB2B3}"/>
                </a:ext>
              </a:extLst>
            </p:cNvPr>
            <p:cNvSpPr>
              <a:spLocks/>
            </p:cNvSpPr>
            <p:nvPr/>
          </p:nvSpPr>
          <p:spPr>
            <a:xfrm>
              <a:off x="3178670" y="1886639"/>
              <a:ext cx="42434" cy="12253"/>
            </a:xfrm>
            <a:custGeom>
              <a:avLst/>
              <a:gdLst>
                <a:gd name="connsiteX0" fmla="*/ 20870 w 28429"/>
                <a:gd name="connsiteY0" fmla="*/ 4083 h 8209"/>
                <a:gd name="connsiteX1" fmla="*/ 14191 w 28429"/>
                <a:gd name="connsiteY1" fmla="*/ 2458 h 8209"/>
                <a:gd name="connsiteX2" fmla="*/ 6307 w 28429"/>
                <a:gd name="connsiteY2" fmla="*/ 2195 h 8209"/>
                <a:gd name="connsiteX3" fmla="*/ 6307 w 28429"/>
                <a:gd name="connsiteY3" fmla="*/ 0 h 8209"/>
                <a:gd name="connsiteX4" fmla="*/ 0 w 28429"/>
                <a:gd name="connsiteY4" fmla="*/ 0 h 8209"/>
                <a:gd name="connsiteX5" fmla="*/ 0 w 28429"/>
                <a:gd name="connsiteY5" fmla="*/ 3819 h 8209"/>
                <a:gd name="connsiteX6" fmla="*/ 6307 w 28429"/>
                <a:gd name="connsiteY6" fmla="*/ 4917 h 8209"/>
                <a:gd name="connsiteX7" fmla="*/ 7560 w 28429"/>
                <a:gd name="connsiteY7" fmla="*/ 6585 h 8209"/>
                <a:gd name="connsiteX8" fmla="*/ 11873 w 28429"/>
                <a:gd name="connsiteY8" fmla="*/ 4917 h 8209"/>
                <a:gd name="connsiteX9" fmla="*/ 18551 w 28429"/>
                <a:gd name="connsiteY9" fmla="*/ 4917 h 8209"/>
                <a:gd name="connsiteX10" fmla="*/ 20592 w 28429"/>
                <a:gd name="connsiteY10" fmla="*/ 8209 h 8209"/>
                <a:gd name="connsiteX11" fmla="*/ 28429 w 28429"/>
                <a:gd name="connsiteY11" fmla="*/ 0 h 8209"/>
                <a:gd name="connsiteX12" fmla="*/ 23467 w 28429"/>
                <a:gd name="connsiteY12" fmla="*/ 0 h 8209"/>
                <a:gd name="connsiteX13" fmla="*/ 20870 w 28429"/>
                <a:gd name="connsiteY13" fmla="*/ 4083 h 8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429" h="8209">
                  <a:moveTo>
                    <a:pt x="20870" y="4083"/>
                  </a:moveTo>
                  <a:lnTo>
                    <a:pt x="14191" y="2458"/>
                  </a:lnTo>
                  <a:lnTo>
                    <a:pt x="6307" y="2195"/>
                  </a:lnTo>
                  <a:lnTo>
                    <a:pt x="6307" y="0"/>
                  </a:lnTo>
                  <a:lnTo>
                    <a:pt x="0" y="0"/>
                  </a:lnTo>
                  <a:lnTo>
                    <a:pt x="0" y="3819"/>
                  </a:lnTo>
                  <a:lnTo>
                    <a:pt x="6307" y="4917"/>
                  </a:lnTo>
                  <a:lnTo>
                    <a:pt x="7560" y="6585"/>
                  </a:lnTo>
                  <a:lnTo>
                    <a:pt x="11873" y="4917"/>
                  </a:lnTo>
                  <a:lnTo>
                    <a:pt x="18551" y="4917"/>
                  </a:lnTo>
                  <a:lnTo>
                    <a:pt x="20592" y="8209"/>
                  </a:lnTo>
                  <a:lnTo>
                    <a:pt x="28429" y="0"/>
                  </a:lnTo>
                  <a:lnTo>
                    <a:pt x="23467" y="0"/>
                  </a:lnTo>
                  <a:lnTo>
                    <a:pt x="20870" y="408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BD25BDA1-9687-136D-EE07-1B8273093159}"/>
                </a:ext>
              </a:extLst>
            </p:cNvPr>
            <p:cNvSpPr>
              <a:spLocks/>
            </p:cNvSpPr>
            <p:nvPr/>
          </p:nvSpPr>
          <p:spPr>
            <a:xfrm>
              <a:off x="3184692" y="1899287"/>
              <a:ext cx="9967" cy="5766"/>
            </a:xfrm>
            <a:custGeom>
              <a:avLst/>
              <a:gdLst>
                <a:gd name="connsiteX0" fmla="*/ 0 w 6678"/>
                <a:gd name="connsiteY0" fmla="*/ 1405 h 3863"/>
                <a:gd name="connsiteX1" fmla="*/ 3525 w 6678"/>
                <a:gd name="connsiteY1" fmla="*/ 3863 h 3863"/>
                <a:gd name="connsiteX2" fmla="*/ 6678 w 6678"/>
                <a:gd name="connsiteY2" fmla="*/ 1405 h 3863"/>
                <a:gd name="connsiteX3" fmla="*/ 3339 w 6678"/>
                <a:gd name="connsiteY3" fmla="*/ 0 h 3863"/>
                <a:gd name="connsiteX4" fmla="*/ 0 w 6678"/>
                <a:gd name="connsiteY4" fmla="*/ 1405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8" h="3863">
                  <a:moveTo>
                    <a:pt x="0" y="1405"/>
                  </a:moveTo>
                  <a:lnTo>
                    <a:pt x="3525" y="3863"/>
                  </a:lnTo>
                  <a:lnTo>
                    <a:pt x="6678" y="1405"/>
                  </a:lnTo>
                  <a:lnTo>
                    <a:pt x="3339" y="0"/>
                  </a:lnTo>
                  <a:lnTo>
                    <a:pt x="0" y="140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DE2732D6-BF15-F7E8-3F56-187C4603DC3D}"/>
                </a:ext>
              </a:extLst>
            </p:cNvPr>
            <p:cNvSpPr>
              <a:spLocks/>
            </p:cNvSpPr>
            <p:nvPr/>
          </p:nvSpPr>
          <p:spPr>
            <a:xfrm>
              <a:off x="3914591" y="2154448"/>
              <a:ext cx="9136" cy="11924"/>
            </a:xfrm>
            <a:custGeom>
              <a:avLst/>
              <a:gdLst>
                <a:gd name="connsiteX0" fmla="*/ 0 w 6121"/>
                <a:gd name="connsiteY0" fmla="*/ 3995 h 7989"/>
                <a:gd name="connsiteX1" fmla="*/ 6122 w 6121"/>
                <a:gd name="connsiteY1" fmla="*/ 7990 h 7989"/>
                <a:gd name="connsiteX2" fmla="*/ 6122 w 6121"/>
                <a:gd name="connsiteY2" fmla="*/ 0 h 7989"/>
                <a:gd name="connsiteX3" fmla="*/ 3478 w 6121"/>
                <a:gd name="connsiteY3" fmla="*/ 3995 h 7989"/>
                <a:gd name="connsiteX4" fmla="*/ 0 w 6121"/>
                <a:gd name="connsiteY4" fmla="*/ 3995 h 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7989">
                  <a:moveTo>
                    <a:pt x="0" y="3995"/>
                  </a:moveTo>
                  <a:lnTo>
                    <a:pt x="6122" y="7990"/>
                  </a:lnTo>
                  <a:lnTo>
                    <a:pt x="6122" y="0"/>
                  </a:lnTo>
                  <a:lnTo>
                    <a:pt x="3478" y="3995"/>
                  </a:lnTo>
                  <a:lnTo>
                    <a:pt x="0" y="39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7C7E37EA-846F-6C49-0A18-494059A893D4}"/>
                </a:ext>
              </a:extLst>
            </p:cNvPr>
            <p:cNvSpPr>
              <a:spLocks/>
            </p:cNvSpPr>
            <p:nvPr/>
          </p:nvSpPr>
          <p:spPr>
            <a:xfrm>
              <a:off x="3165724" y="1783829"/>
              <a:ext cx="12044" cy="16774"/>
            </a:xfrm>
            <a:custGeom>
              <a:avLst/>
              <a:gdLst>
                <a:gd name="connsiteX0" fmla="*/ 4916 w 8069"/>
                <a:gd name="connsiteY0" fmla="*/ 0 h 11238"/>
                <a:gd name="connsiteX1" fmla="*/ 2597 w 8069"/>
                <a:gd name="connsiteY1" fmla="*/ 0 h 11238"/>
                <a:gd name="connsiteX2" fmla="*/ 0 w 8069"/>
                <a:gd name="connsiteY2" fmla="*/ 4390 h 11238"/>
                <a:gd name="connsiteX3" fmla="*/ 0 w 8069"/>
                <a:gd name="connsiteY3" fmla="*/ 5619 h 11238"/>
                <a:gd name="connsiteX4" fmla="*/ 0 w 8069"/>
                <a:gd name="connsiteY4" fmla="*/ 7419 h 11238"/>
                <a:gd name="connsiteX5" fmla="*/ 2597 w 8069"/>
                <a:gd name="connsiteY5" fmla="*/ 6848 h 11238"/>
                <a:gd name="connsiteX6" fmla="*/ 5333 w 8069"/>
                <a:gd name="connsiteY6" fmla="*/ 11238 h 11238"/>
                <a:gd name="connsiteX7" fmla="*/ 8070 w 8069"/>
                <a:gd name="connsiteY7" fmla="*/ 7112 h 11238"/>
                <a:gd name="connsiteX8" fmla="*/ 3757 w 8069"/>
                <a:gd name="connsiteY8" fmla="*/ 4653 h 11238"/>
                <a:gd name="connsiteX9" fmla="*/ 4916 w 8069"/>
                <a:gd name="connsiteY9" fmla="*/ 0 h 11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9" h="11238">
                  <a:moveTo>
                    <a:pt x="4916" y="0"/>
                  </a:moveTo>
                  <a:lnTo>
                    <a:pt x="2597" y="0"/>
                  </a:lnTo>
                  <a:lnTo>
                    <a:pt x="0" y="4390"/>
                  </a:lnTo>
                  <a:lnTo>
                    <a:pt x="0" y="5619"/>
                  </a:lnTo>
                  <a:lnTo>
                    <a:pt x="0" y="7419"/>
                  </a:lnTo>
                  <a:lnTo>
                    <a:pt x="2597" y="6848"/>
                  </a:lnTo>
                  <a:lnTo>
                    <a:pt x="5333" y="11238"/>
                  </a:lnTo>
                  <a:lnTo>
                    <a:pt x="8070" y="7112"/>
                  </a:lnTo>
                  <a:lnTo>
                    <a:pt x="3757" y="4653"/>
                  </a:lnTo>
                  <a:lnTo>
                    <a:pt x="49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19E672FB-96FA-98B5-C4F5-B1EDC5B77963}"/>
                </a:ext>
              </a:extLst>
            </p:cNvPr>
            <p:cNvSpPr>
              <a:spLocks/>
            </p:cNvSpPr>
            <p:nvPr/>
          </p:nvSpPr>
          <p:spPr>
            <a:xfrm>
              <a:off x="3816848" y="1805518"/>
              <a:ext cx="7336" cy="10680"/>
            </a:xfrm>
            <a:custGeom>
              <a:avLst/>
              <a:gdLst>
                <a:gd name="connsiteX0" fmla="*/ 0 w 4915"/>
                <a:gd name="connsiteY0" fmla="*/ 3863 h 7155"/>
                <a:gd name="connsiteX1" fmla="*/ 2319 w 4915"/>
                <a:gd name="connsiteY1" fmla="*/ 7156 h 7155"/>
                <a:gd name="connsiteX2" fmla="*/ 4916 w 4915"/>
                <a:gd name="connsiteY2" fmla="*/ 5488 h 7155"/>
                <a:gd name="connsiteX3" fmla="*/ 2458 w 4915"/>
                <a:gd name="connsiteY3" fmla="*/ 0 h 7155"/>
                <a:gd name="connsiteX4" fmla="*/ 0 w 4915"/>
                <a:gd name="connsiteY4" fmla="*/ 3863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7155">
                  <a:moveTo>
                    <a:pt x="0" y="3863"/>
                  </a:moveTo>
                  <a:lnTo>
                    <a:pt x="2319" y="7156"/>
                  </a:lnTo>
                  <a:lnTo>
                    <a:pt x="4916" y="5488"/>
                  </a:lnTo>
                  <a:lnTo>
                    <a:pt x="2458" y="0"/>
                  </a:lnTo>
                  <a:lnTo>
                    <a:pt x="0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86B71E30-243B-4776-7071-93E587789429}"/>
                </a:ext>
              </a:extLst>
            </p:cNvPr>
            <p:cNvSpPr>
              <a:spLocks/>
            </p:cNvSpPr>
            <p:nvPr/>
          </p:nvSpPr>
          <p:spPr>
            <a:xfrm>
              <a:off x="3896455" y="2148287"/>
              <a:ext cx="9482" cy="12318"/>
            </a:xfrm>
            <a:custGeom>
              <a:avLst/>
              <a:gdLst>
                <a:gd name="connsiteX0" fmla="*/ 0 w 6353"/>
                <a:gd name="connsiteY0" fmla="*/ 0 h 8253"/>
                <a:gd name="connsiteX1" fmla="*/ 1948 w 6353"/>
                <a:gd name="connsiteY1" fmla="*/ 4127 h 8253"/>
                <a:gd name="connsiteX2" fmla="*/ 4916 w 6353"/>
                <a:gd name="connsiteY2" fmla="*/ 8253 h 8253"/>
                <a:gd name="connsiteX3" fmla="*/ 6354 w 6353"/>
                <a:gd name="connsiteY3" fmla="*/ 3336 h 8253"/>
                <a:gd name="connsiteX4" fmla="*/ 3478 w 6353"/>
                <a:gd name="connsiteY4" fmla="*/ 0 h 8253"/>
                <a:gd name="connsiteX5" fmla="*/ 0 w 6353"/>
                <a:gd name="connsiteY5" fmla="*/ 0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53" h="8253">
                  <a:moveTo>
                    <a:pt x="0" y="0"/>
                  </a:moveTo>
                  <a:lnTo>
                    <a:pt x="1948" y="4127"/>
                  </a:lnTo>
                  <a:lnTo>
                    <a:pt x="4916" y="8253"/>
                  </a:lnTo>
                  <a:lnTo>
                    <a:pt x="6354" y="3336"/>
                  </a:lnTo>
                  <a:lnTo>
                    <a:pt x="34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2BA60035-B0D3-E966-ADD8-D24182E6DE57}"/>
                </a:ext>
              </a:extLst>
            </p:cNvPr>
            <p:cNvSpPr>
              <a:spLocks/>
            </p:cNvSpPr>
            <p:nvPr/>
          </p:nvSpPr>
          <p:spPr>
            <a:xfrm>
              <a:off x="3769635" y="1804272"/>
              <a:ext cx="34196" cy="11924"/>
            </a:xfrm>
            <a:custGeom>
              <a:avLst/>
              <a:gdLst>
                <a:gd name="connsiteX0" fmla="*/ 16232 w 22910"/>
                <a:gd name="connsiteY0" fmla="*/ 2195 h 7989"/>
                <a:gd name="connsiteX1" fmla="*/ 11455 w 22910"/>
                <a:gd name="connsiteY1" fmla="*/ 3336 h 7989"/>
                <a:gd name="connsiteX2" fmla="*/ 8162 w 22910"/>
                <a:gd name="connsiteY2" fmla="*/ 0 h 7989"/>
                <a:gd name="connsiteX3" fmla="*/ 6122 w 22910"/>
                <a:gd name="connsiteY3" fmla="*/ 3995 h 7989"/>
                <a:gd name="connsiteX4" fmla="*/ 0 w 22910"/>
                <a:gd name="connsiteY4" fmla="*/ 2195 h 7989"/>
                <a:gd name="connsiteX5" fmla="*/ 2597 w 22910"/>
                <a:gd name="connsiteY5" fmla="*/ 4390 h 7989"/>
                <a:gd name="connsiteX6" fmla="*/ 9600 w 22910"/>
                <a:gd name="connsiteY6" fmla="*/ 4390 h 7989"/>
                <a:gd name="connsiteX7" fmla="*/ 11038 w 22910"/>
                <a:gd name="connsiteY7" fmla="*/ 7990 h 7989"/>
                <a:gd name="connsiteX8" fmla="*/ 13078 w 22910"/>
                <a:gd name="connsiteY8" fmla="*/ 7990 h 7989"/>
                <a:gd name="connsiteX9" fmla="*/ 14238 w 22910"/>
                <a:gd name="connsiteY9" fmla="*/ 5092 h 7989"/>
                <a:gd name="connsiteX10" fmla="*/ 17994 w 22910"/>
                <a:gd name="connsiteY10" fmla="*/ 7990 h 7989"/>
                <a:gd name="connsiteX11" fmla="*/ 22910 w 22910"/>
                <a:gd name="connsiteY11" fmla="*/ 7990 h 7989"/>
                <a:gd name="connsiteX12" fmla="*/ 21473 w 22910"/>
                <a:gd name="connsiteY12" fmla="*/ 5092 h 7989"/>
                <a:gd name="connsiteX13" fmla="*/ 16232 w 22910"/>
                <a:gd name="connsiteY13" fmla="*/ 2195 h 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10" h="7989">
                  <a:moveTo>
                    <a:pt x="16232" y="2195"/>
                  </a:moveTo>
                  <a:lnTo>
                    <a:pt x="11455" y="3336"/>
                  </a:lnTo>
                  <a:lnTo>
                    <a:pt x="8162" y="0"/>
                  </a:lnTo>
                  <a:lnTo>
                    <a:pt x="6122" y="3995"/>
                  </a:lnTo>
                  <a:lnTo>
                    <a:pt x="0" y="2195"/>
                  </a:lnTo>
                  <a:lnTo>
                    <a:pt x="2597" y="4390"/>
                  </a:lnTo>
                  <a:lnTo>
                    <a:pt x="9600" y="4390"/>
                  </a:lnTo>
                  <a:lnTo>
                    <a:pt x="11038" y="7990"/>
                  </a:lnTo>
                  <a:lnTo>
                    <a:pt x="13078" y="7990"/>
                  </a:lnTo>
                  <a:lnTo>
                    <a:pt x="14238" y="5092"/>
                  </a:lnTo>
                  <a:lnTo>
                    <a:pt x="17994" y="7990"/>
                  </a:lnTo>
                  <a:lnTo>
                    <a:pt x="22910" y="7990"/>
                  </a:lnTo>
                  <a:lnTo>
                    <a:pt x="21473" y="5092"/>
                  </a:lnTo>
                  <a:lnTo>
                    <a:pt x="16232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442A5E90-D1AF-177E-61D7-6138BB4F2DDF}"/>
                </a:ext>
              </a:extLst>
            </p:cNvPr>
            <p:cNvSpPr>
              <a:spLocks/>
            </p:cNvSpPr>
            <p:nvPr/>
          </p:nvSpPr>
          <p:spPr>
            <a:xfrm>
              <a:off x="3636033" y="1767492"/>
              <a:ext cx="49633" cy="25182"/>
            </a:xfrm>
            <a:custGeom>
              <a:avLst/>
              <a:gdLst>
                <a:gd name="connsiteX0" fmla="*/ 31536 w 33252"/>
                <a:gd name="connsiteY0" fmla="*/ 321 h 16871"/>
                <a:gd name="connsiteX1" fmla="*/ 21705 w 33252"/>
                <a:gd name="connsiteY1" fmla="*/ 2165 h 16871"/>
                <a:gd name="connsiteX2" fmla="*/ 20545 w 33252"/>
                <a:gd name="connsiteY2" fmla="*/ 3526 h 16871"/>
                <a:gd name="connsiteX3" fmla="*/ 17948 w 33252"/>
                <a:gd name="connsiteY3" fmla="*/ 3526 h 16871"/>
                <a:gd name="connsiteX4" fmla="*/ 12058 w 33252"/>
                <a:gd name="connsiteY4" fmla="*/ 5721 h 16871"/>
                <a:gd name="connsiteX5" fmla="*/ 7513 w 33252"/>
                <a:gd name="connsiteY5" fmla="*/ 9189 h 16871"/>
                <a:gd name="connsiteX6" fmla="*/ 0 w 33252"/>
                <a:gd name="connsiteY6" fmla="*/ 11998 h 16871"/>
                <a:gd name="connsiteX7" fmla="*/ 0 w 33252"/>
                <a:gd name="connsiteY7" fmla="*/ 14720 h 16871"/>
                <a:gd name="connsiteX8" fmla="*/ 6354 w 33252"/>
                <a:gd name="connsiteY8" fmla="*/ 12525 h 16871"/>
                <a:gd name="connsiteX9" fmla="*/ 12104 w 33252"/>
                <a:gd name="connsiteY9" fmla="*/ 9145 h 16871"/>
                <a:gd name="connsiteX10" fmla="*/ 19710 w 33252"/>
                <a:gd name="connsiteY10" fmla="*/ 6467 h 16871"/>
                <a:gd name="connsiteX11" fmla="*/ 27502 w 33252"/>
                <a:gd name="connsiteY11" fmla="*/ 4799 h 16871"/>
                <a:gd name="connsiteX12" fmla="*/ 29264 w 33252"/>
                <a:gd name="connsiteY12" fmla="*/ 3965 h 16871"/>
                <a:gd name="connsiteX13" fmla="*/ 30145 w 33252"/>
                <a:gd name="connsiteY13" fmla="*/ 9101 h 16871"/>
                <a:gd name="connsiteX14" fmla="*/ 27502 w 33252"/>
                <a:gd name="connsiteY14" fmla="*/ 9101 h 16871"/>
                <a:gd name="connsiteX15" fmla="*/ 27502 w 33252"/>
                <a:gd name="connsiteY15" fmla="*/ 16871 h 16871"/>
                <a:gd name="connsiteX16" fmla="*/ 31305 w 33252"/>
                <a:gd name="connsiteY16" fmla="*/ 14676 h 16871"/>
                <a:gd name="connsiteX17" fmla="*/ 33252 w 33252"/>
                <a:gd name="connsiteY17" fmla="*/ 9101 h 16871"/>
                <a:gd name="connsiteX18" fmla="*/ 31583 w 33252"/>
                <a:gd name="connsiteY18" fmla="*/ 4535 h 16871"/>
                <a:gd name="connsiteX19" fmla="*/ 31583 w 33252"/>
                <a:gd name="connsiteY19" fmla="*/ 189 h 1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252" h="16871">
                  <a:moveTo>
                    <a:pt x="31536" y="321"/>
                  </a:moveTo>
                  <a:cubicBezTo>
                    <a:pt x="27780" y="-996"/>
                    <a:pt x="21705" y="2165"/>
                    <a:pt x="21705" y="2165"/>
                  </a:cubicBezTo>
                  <a:lnTo>
                    <a:pt x="20545" y="3526"/>
                  </a:lnTo>
                  <a:lnTo>
                    <a:pt x="17948" y="3526"/>
                  </a:lnTo>
                  <a:lnTo>
                    <a:pt x="12058" y="5721"/>
                  </a:lnTo>
                  <a:lnTo>
                    <a:pt x="7513" y="9189"/>
                  </a:lnTo>
                  <a:lnTo>
                    <a:pt x="0" y="11998"/>
                  </a:lnTo>
                  <a:lnTo>
                    <a:pt x="0" y="14720"/>
                  </a:lnTo>
                  <a:lnTo>
                    <a:pt x="6354" y="12525"/>
                  </a:lnTo>
                  <a:lnTo>
                    <a:pt x="12104" y="9145"/>
                  </a:lnTo>
                  <a:lnTo>
                    <a:pt x="19710" y="6467"/>
                  </a:lnTo>
                  <a:cubicBezTo>
                    <a:pt x="24348" y="6730"/>
                    <a:pt x="27502" y="4799"/>
                    <a:pt x="27502" y="4799"/>
                  </a:cubicBezTo>
                  <a:lnTo>
                    <a:pt x="29264" y="3965"/>
                  </a:lnTo>
                  <a:lnTo>
                    <a:pt x="30145" y="9101"/>
                  </a:lnTo>
                  <a:lnTo>
                    <a:pt x="27502" y="9101"/>
                  </a:lnTo>
                  <a:lnTo>
                    <a:pt x="27502" y="16871"/>
                  </a:lnTo>
                  <a:lnTo>
                    <a:pt x="31305" y="14676"/>
                  </a:lnTo>
                  <a:lnTo>
                    <a:pt x="33252" y="9101"/>
                  </a:lnTo>
                  <a:lnTo>
                    <a:pt x="31583" y="4535"/>
                  </a:lnTo>
                  <a:cubicBezTo>
                    <a:pt x="31583" y="4535"/>
                    <a:pt x="35339" y="1506"/>
                    <a:pt x="31583" y="18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4F1B88B-30E6-AB08-1B6B-B91B07F3CCC5}"/>
                </a:ext>
              </a:extLst>
            </p:cNvPr>
            <p:cNvSpPr>
              <a:spLocks/>
            </p:cNvSpPr>
            <p:nvPr/>
          </p:nvSpPr>
          <p:spPr>
            <a:xfrm>
              <a:off x="3773514" y="1784220"/>
              <a:ext cx="10868" cy="13498"/>
            </a:xfrm>
            <a:custGeom>
              <a:avLst/>
              <a:gdLst>
                <a:gd name="connsiteX0" fmla="*/ 7281 w 7281"/>
                <a:gd name="connsiteY0" fmla="*/ 2458 h 9043"/>
                <a:gd name="connsiteX1" fmla="*/ 7281 w 7281"/>
                <a:gd name="connsiteY1" fmla="*/ 0 h 9043"/>
                <a:gd name="connsiteX2" fmla="*/ 5241 w 7281"/>
                <a:gd name="connsiteY2" fmla="*/ 0 h 9043"/>
                <a:gd name="connsiteX3" fmla="*/ 3664 w 7281"/>
                <a:gd name="connsiteY3" fmla="*/ 4522 h 9043"/>
                <a:gd name="connsiteX4" fmla="*/ 0 w 7281"/>
                <a:gd name="connsiteY4" fmla="*/ 6585 h 9043"/>
                <a:gd name="connsiteX5" fmla="*/ 4081 w 7281"/>
                <a:gd name="connsiteY5" fmla="*/ 9043 h 9043"/>
                <a:gd name="connsiteX6" fmla="*/ 7281 w 7281"/>
                <a:gd name="connsiteY6" fmla="*/ 2458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1" h="9043">
                  <a:moveTo>
                    <a:pt x="7281" y="2458"/>
                  </a:moveTo>
                  <a:lnTo>
                    <a:pt x="7281" y="0"/>
                  </a:lnTo>
                  <a:lnTo>
                    <a:pt x="5241" y="0"/>
                  </a:lnTo>
                  <a:lnTo>
                    <a:pt x="3664" y="4522"/>
                  </a:lnTo>
                  <a:lnTo>
                    <a:pt x="0" y="6585"/>
                  </a:lnTo>
                  <a:lnTo>
                    <a:pt x="4081" y="9043"/>
                  </a:lnTo>
                  <a:lnTo>
                    <a:pt x="7281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8E54E003-1E77-B553-213C-302B0F0AA7A4}"/>
                </a:ext>
              </a:extLst>
            </p:cNvPr>
            <p:cNvSpPr>
              <a:spLocks/>
            </p:cNvSpPr>
            <p:nvPr/>
          </p:nvSpPr>
          <p:spPr>
            <a:xfrm>
              <a:off x="3756484" y="1714632"/>
              <a:ext cx="11905" cy="9435"/>
            </a:xfrm>
            <a:custGeom>
              <a:avLst/>
              <a:gdLst>
                <a:gd name="connsiteX0" fmla="*/ 0 w 7976"/>
                <a:gd name="connsiteY0" fmla="*/ 0 h 6321"/>
                <a:gd name="connsiteX1" fmla="*/ 0 w 7976"/>
                <a:gd name="connsiteY1" fmla="*/ 4697 h 6321"/>
                <a:gd name="connsiteX2" fmla="*/ 3896 w 7976"/>
                <a:gd name="connsiteY2" fmla="*/ 6322 h 6321"/>
                <a:gd name="connsiteX3" fmla="*/ 3896 w 7976"/>
                <a:gd name="connsiteY3" fmla="*/ 3073 h 6321"/>
                <a:gd name="connsiteX4" fmla="*/ 6493 w 7976"/>
                <a:gd name="connsiteY4" fmla="*/ 4390 h 6321"/>
                <a:gd name="connsiteX5" fmla="*/ 7977 w 7976"/>
                <a:gd name="connsiteY5" fmla="*/ 2019 h 6321"/>
                <a:gd name="connsiteX6" fmla="*/ 3896 w 7976"/>
                <a:gd name="connsiteY6" fmla="*/ 0 h 6321"/>
                <a:gd name="connsiteX7" fmla="*/ 0 w 7976"/>
                <a:gd name="connsiteY7" fmla="*/ 0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76" h="6321">
                  <a:moveTo>
                    <a:pt x="0" y="0"/>
                  </a:moveTo>
                  <a:lnTo>
                    <a:pt x="0" y="4697"/>
                  </a:lnTo>
                  <a:lnTo>
                    <a:pt x="3896" y="6322"/>
                  </a:lnTo>
                  <a:lnTo>
                    <a:pt x="3896" y="3073"/>
                  </a:lnTo>
                  <a:lnTo>
                    <a:pt x="6493" y="4390"/>
                  </a:lnTo>
                  <a:lnTo>
                    <a:pt x="7977" y="2019"/>
                  </a:lnTo>
                  <a:lnTo>
                    <a:pt x="389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F903EDB6-B99F-E27A-3BB6-6CB89D0EEC6D}"/>
                </a:ext>
              </a:extLst>
            </p:cNvPr>
            <p:cNvSpPr>
              <a:spLocks/>
            </p:cNvSpPr>
            <p:nvPr/>
          </p:nvSpPr>
          <p:spPr>
            <a:xfrm>
              <a:off x="3610421" y="1796934"/>
              <a:ext cx="7821" cy="4521"/>
            </a:xfrm>
            <a:custGeom>
              <a:avLst/>
              <a:gdLst>
                <a:gd name="connsiteX0" fmla="*/ 0 w 5240"/>
                <a:gd name="connsiteY0" fmla="*/ 3029 h 3029"/>
                <a:gd name="connsiteX1" fmla="*/ 2041 w 5240"/>
                <a:gd name="connsiteY1" fmla="*/ 3029 h 3029"/>
                <a:gd name="connsiteX2" fmla="*/ 5241 w 5240"/>
                <a:gd name="connsiteY2" fmla="*/ 0 h 3029"/>
                <a:gd name="connsiteX3" fmla="*/ 0 w 5240"/>
                <a:gd name="connsiteY3" fmla="*/ 0 h 3029"/>
                <a:gd name="connsiteX4" fmla="*/ 0 w 5240"/>
                <a:gd name="connsiteY4" fmla="*/ 3029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0" h="3029">
                  <a:moveTo>
                    <a:pt x="0" y="3029"/>
                  </a:moveTo>
                  <a:lnTo>
                    <a:pt x="2041" y="3029"/>
                  </a:lnTo>
                  <a:lnTo>
                    <a:pt x="5241" y="0"/>
                  </a:lnTo>
                  <a:lnTo>
                    <a:pt x="0" y="0"/>
                  </a:lnTo>
                  <a:lnTo>
                    <a:pt x="0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B32CDE2-C3CD-E8A7-FF9D-02F71CA1F7CC}"/>
                </a:ext>
              </a:extLst>
            </p:cNvPr>
            <p:cNvSpPr>
              <a:spLocks/>
            </p:cNvSpPr>
            <p:nvPr/>
          </p:nvSpPr>
          <p:spPr>
            <a:xfrm>
              <a:off x="3254401" y="3476448"/>
              <a:ext cx="17306" cy="4914"/>
            </a:xfrm>
            <a:custGeom>
              <a:avLst/>
              <a:gdLst>
                <a:gd name="connsiteX0" fmla="*/ 0 w 11594"/>
                <a:gd name="connsiteY0" fmla="*/ 1668 h 3292"/>
                <a:gd name="connsiteX1" fmla="*/ 5797 w 11594"/>
                <a:gd name="connsiteY1" fmla="*/ 3293 h 3292"/>
                <a:gd name="connsiteX2" fmla="*/ 11594 w 11594"/>
                <a:gd name="connsiteY2" fmla="*/ 0 h 3292"/>
                <a:gd name="connsiteX3" fmla="*/ 3200 w 11594"/>
                <a:gd name="connsiteY3" fmla="*/ 0 h 3292"/>
                <a:gd name="connsiteX4" fmla="*/ 0 w 11594"/>
                <a:gd name="connsiteY4" fmla="*/ 1668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94" h="3292">
                  <a:moveTo>
                    <a:pt x="0" y="1668"/>
                  </a:moveTo>
                  <a:lnTo>
                    <a:pt x="5797" y="3293"/>
                  </a:lnTo>
                  <a:lnTo>
                    <a:pt x="11594" y="0"/>
                  </a:lnTo>
                  <a:lnTo>
                    <a:pt x="3200" y="0"/>
                  </a:lnTo>
                  <a:lnTo>
                    <a:pt x="0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5C26A6DB-8ABE-A7C2-3E81-9D960902F051}"/>
                </a:ext>
              </a:extLst>
            </p:cNvPr>
            <p:cNvSpPr>
              <a:spLocks/>
            </p:cNvSpPr>
            <p:nvPr/>
          </p:nvSpPr>
          <p:spPr>
            <a:xfrm>
              <a:off x="3806048" y="1793657"/>
              <a:ext cx="9068" cy="7797"/>
            </a:xfrm>
            <a:custGeom>
              <a:avLst/>
              <a:gdLst>
                <a:gd name="connsiteX0" fmla="*/ 0 w 6075"/>
                <a:gd name="connsiteY0" fmla="*/ 1098 h 5224"/>
                <a:gd name="connsiteX1" fmla="*/ 0 w 6075"/>
                <a:gd name="connsiteY1" fmla="*/ 3556 h 5224"/>
                <a:gd name="connsiteX2" fmla="*/ 2875 w 6075"/>
                <a:gd name="connsiteY2" fmla="*/ 5224 h 5224"/>
                <a:gd name="connsiteX3" fmla="*/ 6075 w 6075"/>
                <a:gd name="connsiteY3" fmla="*/ 3161 h 5224"/>
                <a:gd name="connsiteX4" fmla="*/ 3014 w 6075"/>
                <a:gd name="connsiteY4" fmla="*/ 0 h 5224"/>
                <a:gd name="connsiteX5" fmla="*/ 0 w 6075"/>
                <a:gd name="connsiteY5" fmla="*/ 1098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75" h="5224">
                  <a:moveTo>
                    <a:pt x="0" y="1098"/>
                  </a:moveTo>
                  <a:lnTo>
                    <a:pt x="0" y="3556"/>
                  </a:lnTo>
                  <a:lnTo>
                    <a:pt x="2875" y="5224"/>
                  </a:lnTo>
                  <a:lnTo>
                    <a:pt x="6075" y="3161"/>
                  </a:lnTo>
                  <a:lnTo>
                    <a:pt x="3014" y="0"/>
                  </a:lnTo>
                  <a:lnTo>
                    <a:pt x="0" y="109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8D02132F-42CB-96D7-48B2-BC6C192F655D}"/>
                </a:ext>
              </a:extLst>
            </p:cNvPr>
            <p:cNvSpPr>
              <a:spLocks/>
            </p:cNvSpPr>
            <p:nvPr/>
          </p:nvSpPr>
          <p:spPr>
            <a:xfrm>
              <a:off x="3593114" y="1760894"/>
              <a:ext cx="7821" cy="4914"/>
            </a:xfrm>
            <a:custGeom>
              <a:avLst/>
              <a:gdLst>
                <a:gd name="connsiteX0" fmla="*/ 0 w 5240"/>
                <a:gd name="connsiteY0" fmla="*/ 1668 h 3292"/>
                <a:gd name="connsiteX1" fmla="*/ 5241 w 5240"/>
                <a:gd name="connsiteY1" fmla="*/ 3293 h 3292"/>
                <a:gd name="connsiteX2" fmla="*/ 5241 w 5240"/>
                <a:gd name="connsiteY2" fmla="*/ 834 h 3292"/>
                <a:gd name="connsiteX3" fmla="*/ 3200 w 5240"/>
                <a:gd name="connsiteY3" fmla="*/ 0 h 3292"/>
                <a:gd name="connsiteX4" fmla="*/ 0 w 5240"/>
                <a:gd name="connsiteY4" fmla="*/ 1668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0" h="3292">
                  <a:moveTo>
                    <a:pt x="0" y="1668"/>
                  </a:moveTo>
                  <a:lnTo>
                    <a:pt x="5241" y="3293"/>
                  </a:lnTo>
                  <a:lnTo>
                    <a:pt x="5241" y="834"/>
                  </a:lnTo>
                  <a:lnTo>
                    <a:pt x="3200" y="0"/>
                  </a:lnTo>
                  <a:lnTo>
                    <a:pt x="0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54DCC43-BE8A-DFA5-30B2-B902E85CDA72}"/>
                </a:ext>
              </a:extLst>
            </p:cNvPr>
            <p:cNvSpPr>
              <a:spLocks/>
            </p:cNvSpPr>
            <p:nvPr/>
          </p:nvSpPr>
          <p:spPr>
            <a:xfrm>
              <a:off x="3793449" y="1833366"/>
              <a:ext cx="6922" cy="12318"/>
            </a:xfrm>
            <a:custGeom>
              <a:avLst/>
              <a:gdLst>
                <a:gd name="connsiteX0" fmla="*/ 0 w 4637"/>
                <a:gd name="connsiteY0" fmla="*/ 4127 h 8253"/>
                <a:gd name="connsiteX1" fmla="*/ 4638 w 4637"/>
                <a:gd name="connsiteY1" fmla="*/ 8253 h 8253"/>
                <a:gd name="connsiteX2" fmla="*/ 4638 w 4637"/>
                <a:gd name="connsiteY2" fmla="*/ 3029 h 8253"/>
                <a:gd name="connsiteX3" fmla="*/ 0 w 4637"/>
                <a:gd name="connsiteY3" fmla="*/ 0 h 8253"/>
                <a:gd name="connsiteX4" fmla="*/ 0 w 4637"/>
                <a:gd name="connsiteY4" fmla="*/ 4127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8253">
                  <a:moveTo>
                    <a:pt x="0" y="4127"/>
                  </a:moveTo>
                  <a:lnTo>
                    <a:pt x="4638" y="8253"/>
                  </a:lnTo>
                  <a:lnTo>
                    <a:pt x="4638" y="3029"/>
                  </a:lnTo>
                  <a:lnTo>
                    <a:pt x="0" y="0"/>
                  </a:lnTo>
                  <a:lnTo>
                    <a:pt x="0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7DBFDAD6-647C-69CE-5C4D-798BCF13AD62}"/>
                </a:ext>
              </a:extLst>
            </p:cNvPr>
            <p:cNvSpPr>
              <a:spLocks/>
            </p:cNvSpPr>
            <p:nvPr/>
          </p:nvSpPr>
          <p:spPr>
            <a:xfrm>
              <a:off x="7814060" y="3428154"/>
              <a:ext cx="135402" cy="51896"/>
            </a:xfrm>
            <a:custGeom>
              <a:avLst/>
              <a:gdLst>
                <a:gd name="connsiteX0" fmla="*/ 25229 w 90713"/>
                <a:gd name="connsiteY0" fmla="*/ 29633 h 34768"/>
                <a:gd name="connsiteX1" fmla="*/ 33067 w 90713"/>
                <a:gd name="connsiteY1" fmla="*/ 27174 h 34768"/>
                <a:gd name="connsiteX2" fmla="*/ 40302 w 90713"/>
                <a:gd name="connsiteY2" fmla="*/ 23618 h 34768"/>
                <a:gd name="connsiteX3" fmla="*/ 53334 w 90713"/>
                <a:gd name="connsiteY3" fmla="*/ 20589 h 34768"/>
                <a:gd name="connsiteX4" fmla="*/ 58250 w 90713"/>
                <a:gd name="connsiteY4" fmla="*/ 20589 h 34768"/>
                <a:gd name="connsiteX5" fmla="*/ 63769 w 90713"/>
                <a:gd name="connsiteY5" fmla="*/ 17297 h 34768"/>
                <a:gd name="connsiteX6" fmla="*/ 69566 w 90713"/>
                <a:gd name="connsiteY6" fmla="*/ 17297 h 34768"/>
                <a:gd name="connsiteX7" fmla="*/ 72766 w 90713"/>
                <a:gd name="connsiteY7" fmla="*/ 12907 h 34768"/>
                <a:gd name="connsiteX8" fmla="*/ 75363 w 90713"/>
                <a:gd name="connsiteY8" fmla="*/ 7990 h 34768"/>
                <a:gd name="connsiteX9" fmla="*/ 81438 w 90713"/>
                <a:gd name="connsiteY9" fmla="*/ 6322 h 34768"/>
                <a:gd name="connsiteX10" fmla="*/ 85798 w 90713"/>
                <a:gd name="connsiteY10" fmla="*/ 2195 h 34768"/>
                <a:gd name="connsiteX11" fmla="*/ 90714 w 90713"/>
                <a:gd name="connsiteY11" fmla="*/ 2195 h 34768"/>
                <a:gd name="connsiteX12" fmla="*/ 90714 w 90713"/>
                <a:gd name="connsiteY12" fmla="*/ 0 h 34768"/>
                <a:gd name="connsiteX13" fmla="*/ 85195 w 90713"/>
                <a:gd name="connsiteY13" fmla="*/ 0 h 34768"/>
                <a:gd name="connsiteX14" fmla="*/ 79676 w 90713"/>
                <a:gd name="connsiteY14" fmla="*/ 4390 h 34768"/>
                <a:gd name="connsiteX15" fmla="*/ 71838 w 90713"/>
                <a:gd name="connsiteY15" fmla="*/ 6585 h 34768"/>
                <a:gd name="connsiteX16" fmla="*/ 68360 w 90713"/>
                <a:gd name="connsiteY16" fmla="*/ 14531 h 34768"/>
                <a:gd name="connsiteX17" fmla="*/ 61125 w 90713"/>
                <a:gd name="connsiteY17" fmla="*/ 15892 h 34768"/>
                <a:gd name="connsiteX18" fmla="*/ 57090 w 90713"/>
                <a:gd name="connsiteY18" fmla="*/ 18087 h 34768"/>
                <a:gd name="connsiteX19" fmla="*/ 48418 w 90713"/>
                <a:gd name="connsiteY19" fmla="*/ 18921 h 34768"/>
                <a:gd name="connsiteX20" fmla="*/ 31026 w 90713"/>
                <a:gd name="connsiteY20" fmla="*/ 25506 h 34768"/>
                <a:gd name="connsiteX21" fmla="*/ 24070 w 90713"/>
                <a:gd name="connsiteY21" fmla="*/ 27438 h 34768"/>
                <a:gd name="connsiteX22" fmla="*/ 6400 w 90713"/>
                <a:gd name="connsiteY22" fmla="*/ 28535 h 34768"/>
                <a:gd name="connsiteX23" fmla="*/ 139 w 90713"/>
                <a:gd name="connsiteY23" fmla="*/ 32091 h 34768"/>
                <a:gd name="connsiteX24" fmla="*/ 278 w 90713"/>
                <a:gd name="connsiteY24" fmla="*/ 32793 h 34768"/>
                <a:gd name="connsiteX25" fmla="*/ 0 w 90713"/>
                <a:gd name="connsiteY25" fmla="*/ 34769 h 34768"/>
                <a:gd name="connsiteX26" fmla="*/ 6075 w 90713"/>
                <a:gd name="connsiteY26" fmla="*/ 31037 h 34768"/>
                <a:gd name="connsiteX27" fmla="*/ 25183 w 90713"/>
                <a:gd name="connsiteY27" fmla="*/ 29676 h 3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0713" h="34768">
                  <a:moveTo>
                    <a:pt x="25229" y="29633"/>
                  </a:moveTo>
                  <a:lnTo>
                    <a:pt x="33067" y="27174"/>
                  </a:lnTo>
                  <a:lnTo>
                    <a:pt x="40302" y="23618"/>
                  </a:lnTo>
                  <a:lnTo>
                    <a:pt x="53334" y="20589"/>
                  </a:lnTo>
                  <a:lnTo>
                    <a:pt x="58250" y="20589"/>
                  </a:lnTo>
                  <a:lnTo>
                    <a:pt x="63769" y="17297"/>
                  </a:lnTo>
                  <a:lnTo>
                    <a:pt x="69566" y="17297"/>
                  </a:lnTo>
                  <a:lnTo>
                    <a:pt x="72766" y="12907"/>
                  </a:lnTo>
                  <a:lnTo>
                    <a:pt x="75363" y="7990"/>
                  </a:lnTo>
                  <a:lnTo>
                    <a:pt x="81438" y="6322"/>
                  </a:lnTo>
                  <a:lnTo>
                    <a:pt x="85798" y="2195"/>
                  </a:lnTo>
                  <a:lnTo>
                    <a:pt x="90714" y="2195"/>
                  </a:lnTo>
                  <a:lnTo>
                    <a:pt x="90714" y="0"/>
                  </a:lnTo>
                  <a:lnTo>
                    <a:pt x="85195" y="0"/>
                  </a:lnTo>
                  <a:lnTo>
                    <a:pt x="79676" y="4390"/>
                  </a:lnTo>
                  <a:lnTo>
                    <a:pt x="71838" y="6585"/>
                  </a:lnTo>
                  <a:lnTo>
                    <a:pt x="68360" y="14531"/>
                  </a:lnTo>
                  <a:lnTo>
                    <a:pt x="61125" y="15892"/>
                  </a:lnTo>
                  <a:lnTo>
                    <a:pt x="57090" y="18087"/>
                  </a:lnTo>
                  <a:lnTo>
                    <a:pt x="48418" y="18921"/>
                  </a:lnTo>
                  <a:lnTo>
                    <a:pt x="31026" y="25506"/>
                  </a:lnTo>
                  <a:lnTo>
                    <a:pt x="24070" y="27438"/>
                  </a:lnTo>
                  <a:lnTo>
                    <a:pt x="6400" y="28535"/>
                  </a:lnTo>
                  <a:lnTo>
                    <a:pt x="139" y="32091"/>
                  </a:lnTo>
                  <a:cubicBezTo>
                    <a:pt x="139" y="32091"/>
                    <a:pt x="325" y="32530"/>
                    <a:pt x="278" y="32793"/>
                  </a:cubicBezTo>
                  <a:lnTo>
                    <a:pt x="0" y="34769"/>
                  </a:lnTo>
                  <a:lnTo>
                    <a:pt x="6075" y="31037"/>
                  </a:lnTo>
                  <a:lnTo>
                    <a:pt x="25183" y="2967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AD9FC6AF-8816-B5F9-EE8E-798D41F66F69}"/>
                </a:ext>
              </a:extLst>
            </p:cNvPr>
            <p:cNvSpPr>
              <a:spLocks/>
            </p:cNvSpPr>
            <p:nvPr/>
          </p:nvSpPr>
          <p:spPr>
            <a:xfrm>
              <a:off x="6470652" y="3129615"/>
              <a:ext cx="9918" cy="9700"/>
            </a:xfrm>
            <a:custGeom>
              <a:avLst/>
              <a:gdLst>
                <a:gd name="connsiteX0" fmla="*/ 3089 w 6645"/>
                <a:gd name="connsiteY0" fmla="*/ 0 h 6498"/>
                <a:gd name="connsiteX1" fmla="*/ 5826 w 6645"/>
                <a:gd name="connsiteY1" fmla="*/ 5224 h 6498"/>
                <a:gd name="connsiteX2" fmla="*/ 3089 w 6645"/>
                <a:gd name="connsiteY2" fmla="*/ 0 h 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45" h="6498">
                  <a:moveTo>
                    <a:pt x="3089" y="0"/>
                  </a:moveTo>
                  <a:cubicBezTo>
                    <a:pt x="-4006" y="7419"/>
                    <a:pt x="2950" y="7419"/>
                    <a:pt x="5826" y="5224"/>
                  </a:cubicBezTo>
                  <a:cubicBezTo>
                    <a:pt x="8701" y="3029"/>
                    <a:pt x="3089" y="0"/>
                    <a:pt x="3089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5EE3F6A1-ACB5-7C15-0FB2-B35A6A8D8880}"/>
                </a:ext>
              </a:extLst>
            </p:cNvPr>
            <p:cNvSpPr>
              <a:spLocks/>
            </p:cNvSpPr>
            <p:nvPr/>
          </p:nvSpPr>
          <p:spPr>
            <a:xfrm>
              <a:off x="6426600" y="3157398"/>
              <a:ext cx="7336" cy="10680"/>
            </a:xfrm>
            <a:custGeom>
              <a:avLst/>
              <a:gdLst>
                <a:gd name="connsiteX0" fmla="*/ 0 w 4915"/>
                <a:gd name="connsiteY0" fmla="*/ 0 h 7155"/>
                <a:gd name="connsiteX1" fmla="*/ 2319 w 4915"/>
                <a:gd name="connsiteY1" fmla="*/ 7156 h 7155"/>
                <a:gd name="connsiteX2" fmla="*/ 4916 w 4915"/>
                <a:gd name="connsiteY2" fmla="*/ 4697 h 7155"/>
                <a:gd name="connsiteX3" fmla="*/ 2319 w 4915"/>
                <a:gd name="connsiteY3" fmla="*/ 0 h 7155"/>
                <a:gd name="connsiteX4" fmla="*/ 0 w 4915"/>
                <a:gd name="connsiteY4" fmla="*/ 0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7155">
                  <a:moveTo>
                    <a:pt x="0" y="0"/>
                  </a:moveTo>
                  <a:lnTo>
                    <a:pt x="2319" y="7156"/>
                  </a:lnTo>
                  <a:lnTo>
                    <a:pt x="4916" y="4697"/>
                  </a:lnTo>
                  <a:lnTo>
                    <a:pt x="2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51E5D652-3021-DEDB-1506-3AE0EB835C53}"/>
                </a:ext>
              </a:extLst>
            </p:cNvPr>
            <p:cNvSpPr>
              <a:spLocks/>
            </p:cNvSpPr>
            <p:nvPr/>
          </p:nvSpPr>
          <p:spPr>
            <a:xfrm>
              <a:off x="6413170" y="3146979"/>
              <a:ext cx="5191" cy="15791"/>
            </a:xfrm>
            <a:custGeom>
              <a:avLst/>
              <a:gdLst>
                <a:gd name="connsiteX0" fmla="*/ 0 w 3478"/>
                <a:gd name="connsiteY0" fmla="*/ 7156 h 10579"/>
                <a:gd name="connsiteX1" fmla="*/ 3478 w 3478"/>
                <a:gd name="connsiteY1" fmla="*/ 10580 h 10579"/>
                <a:gd name="connsiteX2" fmla="*/ 3478 w 3478"/>
                <a:gd name="connsiteY2" fmla="*/ 3732 h 10579"/>
                <a:gd name="connsiteX3" fmla="*/ 0 w 3478"/>
                <a:gd name="connsiteY3" fmla="*/ 0 h 10579"/>
                <a:gd name="connsiteX4" fmla="*/ 0 w 3478"/>
                <a:gd name="connsiteY4" fmla="*/ 7156 h 1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8" h="10579">
                  <a:moveTo>
                    <a:pt x="0" y="7156"/>
                  </a:moveTo>
                  <a:lnTo>
                    <a:pt x="3478" y="10580"/>
                  </a:lnTo>
                  <a:lnTo>
                    <a:pt x="3478" y="3732"/>
                  </a:lnTo>
                  <a:lnTo>
                    <a:pt x="0" y="0"/>
                  </a:lnTo>
                  <a:lnTo>
                    <a:pt x="0" y="71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93F5D4F0-0319-39A3-3C85-444AFD128BDF}"/>
                </a:ext>
              </a:extLst>
            </p:cNvPr>
            <p:cNvSpPr>
              <a:spLocks/>
            </p:cNvSpPr>
            <p:nvPr/>
          </p:nvSpPr>
          <p:spPr>
            <a:xfrm>
              <a:off x="6707374" y="3259489"/>
              <a:ext cx="9553" cy="14284"/>
            </a:xfrm>
            <a:custGeom>
              <a:avLst/>
              <a:gdLst>
                <a:gd name="connsiteX0" fmla="*/ 0 w 6400"/>
                <a:gd name="connsiteY0" fmla="*/ 0 h 9570"/>
                <a:gd name="connsiteX1" fmla="*/ 0 w 6400"/>
                <a:gd name="connsiteY1" fmla="*/ 9570 h 9570"/>
                <a:gd name="connsiteX2" fmla="*/ 6400 w 6400"/>
                <a:gd name="connsiteY2" fmla="*/ 9570 h 9570"/>
                <a:gd name="connsiteX3" fmla="*/ 0 w 6400"/>
                <a:gd name="connsiteY3" fmla="*/ 0 h 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00" h="9570">
                  <a:moveTo>
                    <a:pt x="0" y="0"/>
                  </a:moveTo>
                  <a:lnTo>
                    <a:pt x="0" y="9570"/>
                  </a:lnTo>
                  <a:lnTo>
                    <a:pt x="6400" y="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CAFCCB06-E763-1C03-9B89-B5B58218619F}"/>
                </a:ext>
              </a:extLst>
            </p:cNvPr>
            <p:cNvSpPr>
              <a:spLocks/>
            </p:cNvSpPr>
            <p:nvPr/>
          </p:nvSpPr>
          <p:spPr>
            <a:xfrm>
              <a:off x="6311065" y="3068122"/>
              <a:ext cx="81754" cy="24601"/>
            </a:xfrm>
            <a:custGeom>
              <a:avLst/>
              <a:gdLst>
                <a:gd name="connsiteX0" fmla="*/ 42018 w 54771"/>
                <a:gd name="connsiteY0" fmla="*/ 546 h 16482"/>
                <a:gd name="connsiteX1" fmla="*/ 35664 w 54771"/>
                <a:gd name="connsiteY1" fmla="*/ 2215 h 16482"/>
                <a:gd name="connsiteX2" fmla="*/ 32464 w 54771"/>
                <a:gd name="connsiteY2" fmla="*/ 1951 h 16482"/>
                <a:gd name="connsiteX3" fmla="*/ 24163 w 54771"/>
                <a:gd name="connsiteY3" fmla="*/ 1951 h 16482"/>
                <a:gd name="connsiteX4" fmla="*/ 17948 w 54771"/>
                <a:gd name="connsiteY4" fmla="*/ 3093 h 16482"/>
                <a:gd name="connsiteX5" fmla="*/ 11734 w 54771"/>
                <a:gd name="connsiteY5" fmla="*/ 8536 h 16482"/>
                <a:gd name="connsiteX6" fmla="*/ 0 w 54771"/>
                <a:gd name="connsiteY6" fmla="*/ 16482 h 16482"/>
                <a:gd name="connsiteX7" fmla="*/ 13357 w 54771"/>
                <a:gd name="connsiteY7" fmla="*/ 11565 h 16482"/>
                <a:gd name="connsiteX8" fmla="*/ 19386 w 54771"/>
                <a:gd name="connsiteY8" fmla="*/ 15121 h 16482"/>
                <a:gd name="connsiteX9" fmla="*/ 21194 w 54771"/>
                <a:gd name="connsiteY9" fmla="*/ 10731 h 16482"/>
                <a:gd name="connsiteX10" fmla="*/ 26110 w 54771"/>
                <a:gd name="connsiteY10" fmla="*/ 13190 h 16482"/>
                <a:gd name="connsiteX11" fmla="*/ 42621 w 54771"/>
                <a:gd name="connsiteY11" fmla="*/ 13190 h 16482"/>
                <a:gd name="connsiteX12" fmla="*/ 39142 w 54771"/>
                <a:gd name="connsiteY12" fmla="*/ 8229 h 16482"/>
                <a:gd name="connsiteX13" fmla="*/ 54772 w 54771"/>
                <a:gd name="connsiteY13" fmla="*/ 5507 h 16482"/>
                <a:gd name="connsiteX14" fmla="*/ 42018 w 54771"/>
                <a:gd name="connsiteY14" fmla="*/ 590 h 16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4771" h="16482">
                  <a:moveTo>
                    <a:pt x="42018" y="546"/>
                  </a:moveTo>
                  <a:cubicBezTo>
                    <a:pt x="42018" y="546"/>
                    <a:pt x="37102" y="-815"/>
                    <a:pt x="35664" y="2215"/>
                  </a:cubicBezTo>
                  <a:lnTo>
                    <a:pt x="32464" y="1951"/>
                  </a:lnTo>
                  <a:cubicBezTo>
                    <a:pt x="32464" y="1951"/>
                    <a:pt x="29218" y="-2439"/>
                    <a:pt x="24163" y="1951"/>
                  </a:cubicBezTo>
                  <a:lnTo>
                    <a:pt x="17948" y="3093"/>
                  </a:lnTo>
                  <a:cubicBezTo>
                    <a:pt x="17948" y="3093"/>
                    <a:pt x="14470" y="6605"/>
                    <a:pt x="11734" y="8536"/>
                  </a:cubicBezTo>
                  <a:cubicBezTo>
                    <a:pt x="8997" y="10468"/>
                    <a:pt x="1531" y="13365"/>
                    <a:pt x="0" y="16482"/>
                  </a:cubicBezTo>
                  <a:cubicBezTo>
                    <a:pt x="0" y="16482"/>
                    <a:pt x="6075" y="12355"/>
                    <a:pt x="13357" y="11565"/>
                  </a:cubicBezTo>
                  <a:cubicBezTo>
                    <a:pt x="13357" y="11565"/>
                    <a:pt x="14377" y="15428"/>
                    <a:pt x="19386" y="15121"/>
                  </a:cubicBezTo>
                  <a:cubicBezTo>
                    <a:pt x="24394" y="14858"/>
                    <a:pt x="21194" y="10731"/>
                    <a:pt x="21194" y="10731"/>
                  </a:cubicBezTo>
                  <a:lnTo>
                    <a:pt x="26110" y="13190"/>
                  </a:lnTo>
                  <a:lnTo>
                    <a:pt x="42621" y="13190"/>
                  </a:lnTo>
                  <a:cubicBezTo>
                    <a:pt x="42621" y="13190"/>
                    <a:pt x="35942" y="11521"/>
                    <a:pt x="39142" y="8229"/>
                  </a:cubicBezTo>
                  <a:cubicBezTo>
                    <a:pt x="39142" y="8229"/>
                    <a:pt x="53612" y="10995"/>
                    <a:pt x="54772" y="5507"/>
                  </a:cubicBezTo>
                  <a:cubicBezTo>
                    <a:pt x="54772" y="5507"/>
                    <a:pt x="48418" y="8800"/>
                    <a:pt x="42018" y="5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460861A8-8D0D-72D2-AC70-CFB20EB8E721}"/>
                </a:ext>
              </a:extLst>
            </p:cNvPr>
            <p:cNvSpPr>
              <a:spLocks/>
            </p:cNvSpPr>
            <p:nvPr/>
          </p:nvSpPr>
          <p:spPr>
            <a:xfrm>
              <a:off x="4055670" y="5218671"/>
              <a:ext cx="10797" cy="9828"/>
            </a:xfrm>
            <a:custGeom>
              <a:avLst/>
              <a:gdLst>
                <a:gd name="connsiteX0" fmla="*/ 0 w 7234"/>
                <a:gd name="connsiteY0" fmla="*/ 0 h 6585"/>
                <a:gd name="connsiteX1" fmla="*/ 557 w 7234"/>
                <a:gd name="connsiteY1" fmla="*/ 5224 h 6585"/>
                <a:gd name="connsiteX2" fmla="*/ 7235 w 7234"/>
                <a:gd name="connsiteY2" fmla="*/ 6585 h 6585"/>
                <a:gd name="connsiteX3" fmla="*/ 4499 w 7234"/>
                <a:gd name="connsiteY3" fmla="*/ 0 h 6585"/>
                <a:gd name="connsiteX4" fmla="*/ 0 w 7234"/>
                <a:gd name="connsiteY4" fmla="*/ 0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6585">
                  <a:moveTo>
                    <a:pt x="0" y="0"/>
                  </a:moveTo>
                  <a:lnTo>
                    <a:pt x="557" y="5224"/>
                  </a:lnTo>
                  <a:lnTo>
                    <a:pt x="7235" y="6585"/>
                  </a:lnTo>
                  <a:lnTo>
                    <a:pt x="449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08ABC258-5FE6-3BF5-C683-2A6319F8F961}"/>
                </a:ext>
              </a:extLst>
            </p:cNvPr>
            <p:cNvSpPr>
              <a:spLocks/>
            </p:cNvSpPr>
            <p:nvPr/>
          </p:nvSpPr>
          <p:spPr>
            <a:xfrm>
              <a:off x="4048748" y="5034345"/>
              <a:ext cx="15574" cy="12318"/>
            </a:xfrm>
            <a:custGeom>
              <a:avLst/>
              <a:gdLst>
                <a:gd name="connsiteX0" fmla="*/ 6957 w 10434"/>
                <a:gd name="connsiteY0" fmla="*/ 0 h 8253"/>
                <a:gd name="connsiteX1" fmla="*/ 0 w 10434"/>
                <a:gd name="connsiteY1" fmla="*/ 4127 h 8253"/>
                <a:gd name="connsiteX2" fmla="*/ 1159 w 10434"/>
                <a:gd name="connsiteY2" fmla="*/ 8253 h 8253"/>
                <a:gd name="connsiteX3" fmla="*/ 10435 w 10434"/>
                <a:gd name="connsiteY3" fmla="*/ 4697 h 8253"/>
                <a:gd name="connsiteX4" fmla="*/ 6957 w 10434"/>
                <a:gd name="connsiteY4" fmla="*/ 44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34" h="8253">
                  <a:moveTo>
                    <a:pt x="6957" y="0"/>
                  </a:moveTo>
                  <a:lnTo>
                    <a:pt x="0" y="4127"/>
                  </a:lnTo>
                  <a:lnTo>
                    <a:pt x="1159" y="8253"/>
                  </a:lnTo>
                  <a:lnTo>
                    <a:pt x="10435" y="4697"/>
                  </a:lnTo>
                  <a:cubicBezTo>
                    <a:pt x="10435" y="4697"/>
                    <a:pt x="7838" y="307"/>
                    <a:pt x="6957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D28902E0-9952-A68B-EA5F-540E73F81D01}"/>
                </a:ext>
              </a:extLst>
            </p:cNvPr>
            <p:cNvSpPr>
              <a:spLocks/>
            </p:cNvSpPr>
            <p:nvPr/>
          </p:nvSpPr>
          <p:spPr>
            <a:xfrm>
              <a:off x="6590384" y="3137347"/>
              <a:ext cx="7061" cy="6159"/>
            </a:xfrm>
            <a:custGeom>
              <a:avLst/>
              <a:gdLst>
                <a:gd name="connsiteX0" fmla="*/ 3015 w 4730"/>
                <a:gd name="connsiteY0" fmla="*/ 0 h 4126"/>
                <a:gd name="connsiteX1" fmla="*/ 0 w 4730"/>
                <a:gd name="connsiteY1" fmla="*/ 4127 h 4126"/>
                <a:gd name="connsiteX2" fmla="*/ 4731 w 4730"/>
                <a:gd name="connsiteY2" fmla="*/ 4127 h 4126"/>
                <a:gd name="connsiteX3" fmla="*/ 3015 w 4730"/>
                <a:gd name="connsiteY3" fmla="*/ 0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0" h="4126">
                  <a:moveTo>
                    <a:pt x="3015" y="0"/>
                  </a:moveTo>
                  <a:lnTo>
                    <a:pt x="0" y="4127"/>
                  </a:lnTo>
                  <a:lnTo>
                    <a:pt x="4731" y="4127"/>
                  </a:lnTo>
                  <a:lnTo>
                    <a:pt x="301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BAB28885-43DE-2D20-5913-9AC086160290}"/>
                </a:ext>
              </a:extLst>
            </p:cNvPr>
            <p:cNvSpPr>
              <a:spLocks/>
            </p:cNvSpPr>
            <p:nvPr/>
          </p:nvSpPr>
          <p:spPr>
            <a:xfrm>
              <a:off x="4055670" y="5011410"/>
              <a:ext cx="13429" cy="5371"/>
            </a:xfrm>
            <a:custGeom>
              <a:avLst/>
              <a:gdLst>
                <a:gd name="connsiteX0" fmla="*/ 0 w 8997"/>
                <a:gd name="connsiteY0" fmla="*/ 0 h 3599"/>
                <a:gd name="connsiteX1" fmla="*/ 0 w 8997"/>
                <a:gd name="connsiteY1" fmla="*/ 3600 h 3599"/>
                <a:gd name="connsiteX2" fmla="*/ 8997 w 8997"/>
                <a:gd name="connsiteY2" fmla="*/ 3600 h 3599"/>
                <a:gd name="connsiteX3" fmla="*/ 6075 w 8997"/>
                <a:gd name="connsiteY3" fmla="*/ 0 h 3599"/>
                <a:gd name="connsiteX4" fmla="*/ 0 w 8997"/>
                <a:gd name="connsiteY4" fmla="*/ 0 h 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" h="3599">
                  <a:moveTo>
                    <a:pt x="0" y="0"/>
                  </a:moveTo>
                  <a:lnTo>
                    <a:pt x="0" y="3600"/>
                  </a:lnTo>
                  <a:lnTo>
                    <a:pt x="8997" y="3600"/>
                  </a:lnTo>
                  <a:lnTo>
                    <a:pt x="607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7570C8E3-7E7D-3C20-A751-2DF06F90B8F7}"/>
                </a:ext>
              </a:extLst>
            </p:cNvPr>
            <p:cNvSpPr>
              <a:spLocks/>
            </p:cNvSpPr>
            <p:nvPr/>
          </p:nvSpPr>
          <p:spPr>
            <a:xfrm>
              <a:off x="3962218" y="2892474"/>
              <a:ext cx="37657" cy="22475"/>
            </a:xfrm>
            <a:custGeom>
              <a:avLst/>
              <a:gdLst>
                <a:gd name="connsiteX0" fmla="*/ 0 w 25229"/>
                <a:gd name="connsiteY0" fmla="*/ 13170 h 15057"/>
                <a:gd name="connsiteX1" fmla="*/ 0 w 25229"/>
                <a:gd name="connsiteY1" fmla="*/ 15058 h 15057"/>
                <a:gd name="connsiteX2" fmla="*/ 16232 w 25229"/>
                <a:gd name="connsiteY2" fmla="*/ 3556 h 15057"/>
                <a:gd name="connsiteX3" fmla="*/ 25229 w 25229"/>
                <a:gd name="connsiteY3" fmla="*/ 3556 h 15057"/>
                <a:gd name="connsiteX4" fmla="*/ 25229 w 25229"/>
                <a:gd name="connsiteY4" fmla="*/ 0 h 15057"/>
                <a:gd name="connsiteX5" fmla="*/ 15073 w 25229"/>
                <a:gd name="connsiteY5" fmla="*/ 1624 h 15057"/>
                <a:gd name="connsiteX6" fmla="*/ 0 w 25229"/>
                <a:gd name="connsiteY6" fmla="*/ 13170 h 15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229" h="15057">
                  <a:moveTo>
                    <a:pt x="0" y="13170"/>
                  </a:moveTo>
                  <a:lnTo>
                    <a:pt x="0" y="15058"/>
                  </a:lnTo>
                  <a:lnTo>
                    <a:pt x="16232" y="3556"/>
                  </a:lnTo>
                  <a:lnTo>
                    <a:pt x="25229" y="3556"/>
                  </a:lnTo>
                  <a:lnTo>
                    <a:pt x="25229" y="0"/>
                  </a:lnTo>
                  <a:lnTo>
                    <a:pt x="15073" y="1624"/>
                  </a:lnTo>
                  <a:lnTo>
                    <a:pt x="0" y="131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D91E001-5CEE-E7E8-2436-D73BA18F226E}"/>
                </a:ext>
              </a:extLst>
            </p:cNvPr>
            <p:cNvSpPr>
              <a:spLocks/>
            </p:cNvSpPr>
            <p:nvPr/>
          </p:nvSpPr>
          <p:spPr>
            <a:xfrm>
              <a:off x="6585844" y="3195469"/>
              <a:ext cx="9041" cy="21754"/>
            </a:xfrm>
            <a:custGeom>
              <a:avLst/>
              <a:gdLst>
                <a:gd name="connsiteX0" fmla="*/ 4109 w 6057"/>
                <a:gd name="connsiteY0" fmla="*/ 14575 h 14574"/>
                <a:gd name="connsiteX1" fmla="*/ 6057 w 6057"/>
                <a:gd name="connsiteY1" fmla="*/ 12907 h 14574"/>
                <a:gd name="connsiteX2" fmla="*/ 4295 w 6057"/>
                <a:gd name="connsiteY2" fmla="*/ 0 h 14574"/>
                <a:gd name="connsiteX3" fmla="*/ 4109 w 6057"/>
                <a:gd name="connsiteY3" fmla="*/ 14575 h 1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57" h="14574">
                  <a:moveTo>
                    <a:pt x="4109" y="14575"/>
                  </a:moveTo>
                  <a:lnTo>
                    <a:pt x="6057" y="12907"/>
                  </a:lnTo>
                  <a:cubicBezTo>
                    <a:pt x="-1456" y="10975"/>
                    <a:pt x="4295" y="0"/>
                    <a:pt x="4295" y="0"/>
                  </a:cubicBezTo>
                  <a:cubicBezTo>
                    <a:pt x="-5259" y="9043"/>
                    <a:pt x="4109" y="14575"/>
                    <a:pt x="4109" y="145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2E9B512D-E16D-2872-DB70-BD67DE536408}"/>
                </a:ext>
              </a:extLst>
            </p:cNvPr>
            <p:cNvSpPr>
              <a:spLocks/>
            </p:cNvSpPr>
            <p:nvPr/>
          </p:nvSpPr>
          <p:spPr>
            <a:xfrm>
              <a:off x="4105374" y="4823872"/>
              <a:ext cx="8237" cy="16381"/>
            </a:xfrm>
            <a:custGeom>
              <a:avLst/>
              <a:gdLst>
                <a:gd name="connsiteX0" fmla="*/ 0 w 5518"/>
                <a:gd name="connsiteY0" fmla="*/ 0 h 10975"/>
                <a:gd name="connsiteX1" fmla="*/ 4220 w 5518"/>
                <a:gd name="connsiteY1" fmla="*/ 10975 h 10975"/>
                <a:gd name="connsiteX2" fmla="*/ 5519 w 5518"/>
                <a:gd name="connsiteY2" fmla="*/ 3819 h 10975"/>
                <a:gd name="connsiteX3" fmla="*/ 2922 w 5518"/>
                <a:gd name="connsiteY3" fmla="*/ 0 h 10975"/>
                <a:gd name="connsiteX4" fmla="*/ 0 w 5518"/>
                <a:gd name="connsiteY4" fmla="*/ 0 h 1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8" h="10975">
                  <a:moveTo>
                    <a:pt x="0" y="0"/>
                  </a:moveTo>
                  <a:lnTo>
                    <a:pt x="4220" y="10975"/>
                  </a:lnTo>
                  <a:lnTo>
                    <a:pt x="5519" y="3819"/>
                  </a:lnTo>
                  <a:lnTo>
                    <a:pt x="29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862CA97A-A404-2B80-D13D-196C38ACD662}"/>
                </a:ext>
              </a:extLst>
            </p:cNvPr>
            <p:cNvSpPr>
              <a:spLocks/>
            </p:cNvSpPr>
            <p:nvPr/>
          </p:nvSpPr>
          <p:spPr>
            <a:xfrm>
              <a:off x="4190576" y="4783705"/>
              <a:ext cx="27355" cy="22541"/>
            </a:xfrm>
            <a:custGeom>
              <a:avLst/>
              <a:gdLst>
                <a:gd name="connsiteX0" fmla="*/ 9191 w 18327"/>
                <a:gd name="connsiteY0" fmla="*/ 5488 h 15101"/>
                <a:gd name="connsiteX1" fmla="*/ 55 w 18327"/>
                <a:gd name="connsiteY1" fmla="*/ 7551 h 15101"/>
                <a:gd name="connsiteX2" fmla="*/ 18328 w 18327"/>
                <a:gd name="connsiteY2" fmla="*/ 15102 h 15101"/>
                <a:gd name="connsiteX3" fmla="*/ 15452 w 18327"/>
                <a:gd name="connsiteY3" fmla="*/ 0 h 15101"/>
                <a:gd name="connsiteX4" fmla="*/ 9238 w 18327"/>
                <a:gd name="connsiteY4" fmla="*/ 5488 h 1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27" h="15101">
                  <a:moveTo>
                    <a:pt x="9191" y="5488"/>
                  </a:moveTo>
                  <a:cubicBezTo>
                    <a:pt x="9191" y="5488"/>
                    <a:pt x="-826" y="1098"/>
                    <a:pt x="55" y="7551"/>
                  </a:cubicBezTo>
                  <a:cubicBezTo>
                    <a:pt x="936" y="14004"/>
                    <a:pt x="18328" y="15102"/>
                    <a:pt x="18328" y="15102"/>
                  </a:cubicBezTo>
                  <a:cubicBezTo>
                    <a:pt x="18328" y="15102"/>
                    <a:pt x="15730" y="1098"/>
                    <a:pt x="15452" y="0"/>
                  </a:cubicBezTo>
                  <a:lnTo>
                    <a:pt x="9238" y="54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4D53FE60-7597-2847-8B38-7AFC4CBD1A77}"/>
                </a:ext>
              </a:extLst>
            </p:cNvPr>
            <p:cNvSpPr>
              <a:spLocks/>
            </p:cNvSpPr>
            <p:nvPr/>
          </p:nvSpPr>
          <p:spPr>
            <a:xfrm>
              <a:off x="3976063" y="2165129"/>
              <a:ext cx="9967" cy="10221"/>
            </a:xfrm>
            <a:custGeom>
              <a:avLst/>
              <a:gdLst>
                <a:gd name="connsiteX0" fmla="*/ 2041 w 6678"/>
                <a:gd name="connsiteY0" fmla="*/ 2195 h 6848"/>
                <a:gd name="connsiteX1" fmla="*/ 0 w 6678"/>
                <a:gd name="connsiteY1" fmla="*/ 6848 h 6848"/>
                <a:gd name="connsiteX2" fmla="*/ 4916 w 6678"/>
                <a:gd name="connsiteY2" fmla="*/ 6848 h 6848"/>
                <a:gd name="connsiteX3" fmla="*/ 6678 w 6678"/>
                <a:gd name="connsiteY3" fmla="*/ 2195 h 6848"/>
                <a:gd name="connsiteX4" fmla="*/ 4916 w 6678"/>
                <a:gd name="connsiteY4" fmla="*/ 0 h 6848"/>
                <a:gd name="connsiteX5" fmla="*/ 2041 w 6678"/>
                <a:gd name="connsiteY5" fmla="*/ 2195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8" h="6848">
                  <a:moveTo>
                    <a:pt x="2041" y="2195"/>
                  </a:moveTo>
                  <a:lnTo>
                    <a:pt x="0" y="6848"/>
                  </a:lnTo>
                  <a:lnTo>
                    <a:pt x="4916" y="6848"/>
                  </a:lnTo>
                  <a:lnTo>
                    <a:pt x="6678" y="2195"/>
                  </a:lnTo>
                  <a:lnTo>
                    <a:pt x="4916" y="0"/>
                  </a:lnTo>
                  <a:lnTo>
                    <a:pt x="2041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8BFC4F8B-AB74-40F9-24C8-59D60C5D8441}"/>
                </a:ext>
              </a:extLst>
            </p:cNvPr>
            <p:cNvSpPr>
              <a:spLocks/>
            </p:cNvSpPr>
            <p:nvPr/>
          </p:nvSpPr>
          <p:spPr>
            <a:xfrm>
              <a:off x="1931318" y="2389164"/>
              <a:ext cx="16059" cy="4456"/>
            </a:xfrm>
            <a:custGeom>
              <a:avLst/>
              <a:gdLst>
                <a:gd name="connsiteX0" fmla="*/ 4916 w 10759"/>
                <a:gd name="connsiteY0" fmla="*/ 0 h 2985"/>
                <a:gd name="connsiteX1" fmla="*/ 0 w 10759"/>
                <a:gd name="connsiteY1" fmla="*/ 2985 h 2985"/>
                <a:gd name="connsiteX2" fmla="*/ 10760 w 10759"/>
                <a:gd name="connsiteY2" fmla="*/ 2985 h 2985"/>
                <a:gd name="connsiteX3" fmla="*/ 9275 w 10759"/>
                <a:gd name="connsiteY3" fmla="*/ 0 h 2985"/>
                <a:gd name="connsiteX4" fmla="*/ 4916 w 10759"/>
                <a:gd name="connsiteY4" fmla="*/ 0 h 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59" h="2985">
                  <a:moveTo>
                    <a:pt x="4916" y="0"/>
                  </a:moveTo>
                  <a:lnTo>
                    <a:pt x="0" y="2985"/>
                  </a:lnTo>
                  <a:lnTo>
                    <a:pt x="10760" y="2985"/>
                  </a:lnTo>
                  <a:lnTo>
                    <a:pt x="9275" y="0"/>
                  </a:lnTo>
                  <a:lnTo>
                    <a:pt x="49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9A50E9A5-8F0B-02C8-0805-23EC753A853F}"/>
                </a:ext>
              </a:extLst>
            </p:cNvPr>
            <p:cNvSpPr>
              <a:spLocks/>
            </p:cNvSpPr>
            <p:nvPr/>
          </p:nvSpPr>
          <p:spPr>
            <a:xfrm>
              <a:off x="4157776" y="4752580"/>
              <a:ext cx="14674" cy="22934"/>
            </a:xfrm>
            <a:custGeom>
              <a:avLst/>
              <a:gdLst>
                <a:gd name="connsiteX0" fmla="*/ 0 w 9831"/>
                <a:gd name="connsiteY0" fmla="*/ 2458 h 15365"/>
                <a:gd name="connsiteX1" fmla="*/ 0 w 9831"/>
                <a:gd name="connsiteY1" fmla="*/ 9878 h 15365"/>
                <a:gd name="connsiteX2" fmla="*/ 4035 w 9831"/>
                <a:gd name="connsiteY2" fmla="*/ 15365 h 15365"/>
                <a:gd name="connsiteX3" fmla="*/ 9832 w 9831"/>
                <a:gd name="connsiteY3" fmla="*/ 2766 h 15365"/>
                <a:gd name="connsiteX4" fmla="*/ 4035 w 9831"/>
                <a:gd name="connsiteY4" fmla="*/ 0 h 15365"/>
                <a:gd name="connsiteX5" fmla="*/ 0 w 9831"/>
                <a:gd name="connsiteY5" fmla="*/ 2458 h 1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31" h="15365">
                  <a:moveTo>
                    <a:pt x="0" y="2458"/>
                  </a:moveTo>
                  <a:lnTo>
                    <a:pt x="0" y="9878"/>
                  </a:lnTo>
                  <a:lnTo>
                    <a:pt x="4035" y="15365"/>
                  </a:lnTo>
                  <a:lnTo>
                    <a:pt x="9832" y="2766"/>
                  </a:lnTo>
                  <a:lnTo>
                    <a:pt x="4035" y="0"/>
                  </a:lnTo>
                  <a:lnTo>
                    <a:pt x="0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A3AAF26F-1051-09DB-4B8E-A1BFD5A40347}"/>
                </a:ext>
              </a:extLst>
            </p:cNvPr>
            <p:cNvSpPr>
              <a:spLocks/>
            </p:cNvSpPr>
            <p:nvPr/>
          </p:nvSpPr>
          <p:spPr>
            <a:xfrm>
              <a:off x="3982570" y="2119260"/>
              <a:ext cx="5121" cy="6093"/>
            </a:xfrm>
            <a:custGeom>
              <a:avLst/>
              <a:gdLst>
                <a:gd name="connsiteX0" fmla="*/ 3432 w 3431"/>
                <a:gd name="connsiteY0" fmla="*/ 0 h 4082"/>
                <a:gd name="connsiteX1" fmla="*/ 0 w 3431"/>
                <a:gd name="connsiteY1" fmla="*/ 4083 h 4082"/>
                <a:gd name="connsiteX2" fmla="*/ 3432 w 3431"/>
                <a:gd name="connsiteY2" fmla="*/ 4083 h 4082"/>
                <a:gd name="connsiteX3" fmla="*/ 3432 w 3431"/>
                <a:gd name="connsiteY3" fmla="*/ 0 h 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" h="4082">
                  <a:moveTo>
                    <a:pt x="3432" y="0"/>
                  </a:moveTo>
                  <a:lnTo>
                    <a:pt x="0" y="4083"/>
                  </a:lnTo>
                  <a:lnTo>
                    <a:pt x="3432" y="4083"/>
                  </a:lnTo>
                  <a:lnTo>
                    <a:pt x="343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589224FA-B084-6528-6CED-738F62D0FE1B}"/>
                </a:ext>
              </a:extLst>
            </p:cNvPr>
            <p:cNvSpPr>
              <a:spLocks/>
            </p:cNvSpPr>
            <p:nvPr/>
          </p:nvSpPr>
          <p:spPr>
            <a:xfrm>
              <a:off x="6603123" y="3126731"/>
              <a:ext cx="15574" cy="7337"/>
            </a:xfrm>
            <a:custGeom>
              <a:avLst/>
              <a:gdLst>
                <a:gd name="connsiteX0" fmla="*/ 10435 w 10434"/>
                <a:gd name="connsiteY0" fmla="*/ 2458 h 4916"/>
                <a:gd name="connsiteX1" fmla="*/ 0 w 10434"/>
                <a:gd name="connsiteY1" fmla="*/ 0 h 4916"/>
                <a:gd name="connsiteX2" fmla="*/ 0 w 10434"/>
                <a:gd name="connsiteY2" fmla="*/ 3293 h 4916"/>
                <a:gd name="connsiteX3" fmla="*/ 10435 w 10434"/>
                <a:gd name="connsiteY3" fmla="*/ 4917 h 4916"/>
                <a:gd name="connsiteX4" fmla="*/ 10435 w 10434"/>
                <a:gd name="connsiteY4" fmla="*/ 2458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34" h="4916">
                  <a:moveTo>
                    <a:pt x="10435" y="2458"/>
                  </a:moveTo>
                  <a:lnTo>
                    <a:pt x="0" y="0"/>
                  </a:lnTo>
                  <a:lnTo>
                    <a:pt x="0" y="3293"/>
                  </a:lnTo>
                  <a:lnTo>
                    <a:pt x="10435" y="4917"/>
                  </a:lnTo>
                  <a:lnTo>
                    <a:pt x="10435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0A838FE3-F1F9-D64A-8341-F1A0FEFAA893}"/>
                </a:ext>
              </a:extLst>
            </p:cNvPr>
            <p:cNvSpPr>
              <a:spLocks/>
            </p:cNvSpPr>
            <p:nvPr/>
          </p:nvSpPr>
          <p:spPr>
            <a:xfrm>
              <a:off x="4136110" y="4766078"/>
              <a:ext cx="22263" cy="26995"/>
            </a:xfrm>
            <a:custGeom>
              <a:avLst/>
              <a:gdLst>
                <a:gd name="connsiteX0" fmla="*/ 11594 w 14915"/>
                <a:gd name="connsiteY0" fmla="*/ 6322 h 18086"/>
                <a:gd name="connsiteX1" fmla="*/ 11594 w 14915"/>
                <a:gd name="connsiteY1" fmla="*/ 0 h 18086"/>
                <a:gd name="connsiteX2" fmla="*/ 4359 w 14915"/>
                <a:gd name="connsiteY2" fmla="*/ 9043 h 18086"/>
                <a:gd name="connsiteX3" fmla="*/ 0 w 14915"/>
                <a:gd name="connsiteY3" fmla="*/ 9043 h 18086"/>
                <a:gd name="connsiteX4" fmla="*/ 0 w 14915"/>
                <a:gd name="connsiteY4" fmla="*/ 18087 h 18086"/>
                <a:gd name="connsiteX5" fmla="*/ 5797 w 14915"/>
                <a:gd name="connsiteY5" fmla="*/ 13960 h 18086"/>
                <a:gd name="connsiteX6" fmla="*/ 14516 w 14915"/>
                <a:gd name="connsiteY6" fmla="*/ 11765 h 18086"/>
                <a:gd name="connsiteX7" fmla="*/ 11641 w 14915"/>
                <a:gd name="connsiteY7" fmla="*/ 6278 h 1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15" h="18086">
                  <a:moveTo>
                    <a:pt x="11594" y="6322"/>
                  </a:moveTo>
                  <a:lnTo>
                    <a:pt x="11594" y="0"/>
                  </a:lnTo>
                  <a:lnTo>
                    <a:pt x="4359" y="9043"/>
                  </a:lnTo>
                  <a:lnTo>
                    <a:pt x="0" y="9043"/>
                  </a:lnTo>
                  <a:lnTo>
                    <a:pt x="0" y="18087"/>
                  </a:lnTo>
                  <a:lnTo>
                    <a:pt x="5797" y="13960"/>
                  </a:lnTo>
                  <a:cubicBezTo>
                    <a:pt x="5797" y="13960"/>
                    <a:pt x="12754" y="16155"/>
                    <a:pt x="14516" y="11765"/>
                  </a:cubicBezTo>
                  <a:cubicBezTo>
                    <a:pt x="16278" y="7375"/>
                    <a:pt x="11641" y="6278"/>
                    <a:pt x="11641" y="627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8220FBFF-4E77-444A-8040-65B65456CDC6}"/>
                </a:ext>
              </a:extLst>
            </p:cNvPr>
            <p:cNvSpPr>
              <a:spLocks/>
            </p:cNvSpPr>
            <p:nvPr/>
          </p:nvSpPr>
          <p:spPr>
            <a:xfrm>
              <a:off x="4099351" y="4977795"/>
              <a:ext cx="6092" cy="5766"/>
            </a:xfrm>
            <a:custGeom>
              <a:avLst/>
              <a:gdLst>
                <a:gd name="connsiteX0" fmla="*/ 0 w 4081"/>
                <a:gd name="connsiteY0" fmla="*/ 3863 h 3863"/>
                <a:gd name="connsiteX1" fmla="*/ 4081 w 4081"/>
                <a:gd name="connsiteY1" fmla="*/ 3863 h 3863"/>
                <a:gd name="connsiteX2" fmla="*/ 2319 w 4081"/>
                <a:gd name="connsiteY2" fmla="*/ 0 h 3863"/>
                <a:gd name="connsiteX3" fmla="*/ 0 w 4081"/>
                <a:gd name="connsiteY3" fmla="*/ 3863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1" h="3863">
                  <a:moveTo>
                    <a:pt x="0" y="3863"/>
                  </a:moveTo>
                  <a:lnTo>
                    <a:pt x="4081" y="3863"/>
                  </a:lnTo>
                  <a:cubicBezTo>
                    <a:pt x="4081" y="3863"/>
                    <a:pt x="2922" y="834"/>
                    <a:pt x="2319" y="0"/>
                  </a:cubicBezTo>
                  <a:lnTo>
                    <a:pt x="0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F41F0AF2-0F68-2D60-CF06-C0BC0ACA6D64}"/>
                </a:ext>
              </a:extLst>
            </p:cNvPr>
            <p:cNvSpPr>
              <a:spLocks/>
            </p:cNvSpPr>
            <p:nvPr/>
          </p:nvSpPr>
          <p:spPr>
            <a:xfrm>
              <a:off x="6688421" y="3128538"/>
              <a:ext cx="28434" cy="20800"/>
            </a:xfrm>
            <a:custGeom>
              <a:avLst/>
              <a:gdLst>
                <a:gd name="connsiteX0" fmla="*/ 1984 w 19050"/>
                <a:gd name="connsiteY0" fmla="*/ 10029 h 13935"/>
                <a:gd name="connsiteX1" fmla="*/ 6900 w 19050"/>
                <a:gd name="connsiteY1" fmla="*/ 9502 h 13935"/>
                <a:gd name="connsiteX2" fmla="*/ 8338 w 19050"/>
                <a:gd name="connsiteY2" fmla="*/ 13936 h 13935"/>
                <a:gd name="connsiteX3" fmla="*/ 14413 w 19050"/>
                <a:gd name="connsiteY3" fmla="*/ 9239 h 13935"/>
                <a:gd name="connsiteX4" fmla="*/ 19051 w 19050"/>
                <a:gd name="connsiteY4" fmla="*/ 722 h 13935"/>
                <a:gd name="connsiteX5" fmla="*/ 11816 w 19050"/>
                <a:gd name="connsiteY5" fmla="*/ 722 h 13935"/>
                <a:gd name="connsiteX6" fmla="*/ 9543 w 19050"/>
                <a:gd name="connsiteY6" fmla="*/ 4278 h 13935"/>
                <a:gd name="connsiteX7" fmla="*/ 1938 w 19050"/>
                <a:gd name="connsiteY7" fmla="*/ 4278 h 13935"/>
                <a:gd name="connsiteX8" fmla="*/ 1938 w 19050"/>
                <a:gd name="connsiteY8" fmla="*/ 10029 h 1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13935">
                  <a:moveTo>
                    <a:pt x="1984" y="10029"/>
                  </a:moveTo>
                  <a:lnTo>
                    <a:pt x="6900" y="9502"/>
                  </a:lnTo>
                  <a:lnTo>
                    <a:pt x="8338" y="13936"/>
                  </a:lnTo>
                  <a:lnTo>
                    <a:pt x="14413" y="9239"/>
                  </a:lnTo>
                  <a:cubicBezTo>
                    <a:pt x="8338" y="3751"/>
                    <a:pt x="19051" y="722"/>
                    <a:pt x="19051" y="722"/>
                  </a:cubicBezTo>
                  <a:cubicBezTo>
                    <a:pt x="14413" y="-902"/>
                    <a:pt x="11816" y="722"/>
                    <a:pt x="11816" y="722"/>
                  </a:cubicBezTo>
                  <a:lnTo>
                    <a:pt x="9543" y="4278"/>
                  </a:lnTo>
                  <a:cubicBezTo>
                    <a:pt x="9543" y="4278"/>
                    <a:pt x="6297" y="1249"/>
                    <a:pt x="1938" y="4278"/>
                  </a:cubicBezTo>
                  <a:cubicBezTo>
                    <a:pt x="-2422" y="7307"/>
                    <a:pt x="1938" y="10029"/>
                    <a:pt x="1938" y="1002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80ABCE80-9774-BB3B-8898-31DFEAEBABC4}"/>
                </a:ext>
              </a:extLst>
            </p:cNvPr>
            <p:cNvSpPr>
              <a:spLocks/>
            </p:cNvSpPr>
            <p:nvPr/>
          </p:nvSpPr>
          <p:spPr>
            <a:xfrm>
              <a:off x="3998075" y="5331705"/>
              <a:ext cx="10868" cy="7337"/>
            </a:xfrm>
            <a:custGeom>
              <a:avLst/>
              <a:gdLst>
                <a:gd name="connsiteX0" fmla="*/ 4962 w 7281"/>
                <a:gd name="connsiteY0" fmla="*/ 4917 h 4916"/>
                <a:gd name="connsiteX1" fmla="*/ 7281 w 7281"/>
                <a:gd name="connsiteY1" fmla="*/ 0 h 4916"/>
                <a:gd name="connsiteX2" fmla="*/ 0 w 7281"/>
                <a:gd name="connsiteY2" fmla="*/ 2458 h 4916"/>
                <a:gd name="connsiteX3" fmla="*/ 4962 w 7281"/>
                <a:gd name="connsiteY3" fmla="*/ 4917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1" h="4916">
                  <a:moveTo>
                    <a:pt x="4962" y="4917"/>
                  </a:moveTo>
                  <a:lnTo>
                    <a:pt x="7281" y="0"/>
                  </a:lnTo>
                  <a:lnTo>
                    <a:pt x="0" y="2458"/>
                  </a:lnTo>
                  <a:lnTo>
                    <a:pt x="4962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AA3CC9C3-B737-12B7-5A6D-F69B077D1C0C}"/>
                </a:ext>
              </a:extLst>
            </p:cNvPr>
            <p:cNvSpPr>
              <a:spLocks/>
            </p:cNvSpPr>
            <p:nvPr/>
          </p:nvSpPr>
          <p:spPr>
            <a:xfrm>
              <a:off x="6588862" y="3164410"/>
              <a:ext cx="12044" cy="10614"/>
            </a:xfrm>
            <a:custGeom>
              <a:avLst/>
              <a:gdLst>
                <a:gd name="connsiteX0" fmla="*/ 8070 w 8069"/>
                <a:gd name="connsiteY0" fmla="*/ 4653 h 7111"/>
                <a:gd name="connsiteX1" fmla="*/ 4035 w 8069"/>
                <a:gd name="connsiteY1" fmla="*/ 0 h 7111"/>
                <a:gd name="connsiteX2" fmla="*/ 4035 w 8069"/>
                <a:gd name="connsiteY2" fmla="*/ 1361 h 7111"/>
                <a:gd name="connsiteX3" fmla="*/ 0 w 8069"/>
                <a:gd name="connsiteY3" fmla="*/ 3556 h 7111"/>
                <a:gd name="connsiteX4" fmla="*/ 6075 w 8069"/>
                <a:gd name="connsiteY4" fmla="*/ 7112 h 7111"/>
                <a:gd name="connsiteX5" fmla="*/ 8070 w 8069"/>
                <a:gd name="connsiteY5" fmla="*/ 4653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9" h="7111">
                  <a:moveTo>
                    <a:pt x="8070" y="4653"/>
                  </a:moveTo>
                  <a:lnTo>
                    <a:pt x="4035" y="0"/>
                  </a:lnTo>
                  <a:lnTo>
                    <a:pt x="4035" y="1361"/>
                  </a:lnTo>
                  <a:lnTo>
                    <a:pt x="0" y="3556"/>
                  </a:lnTo>
                  <a:lnTo>
                    <a:pt x="6075" y="7112"/>
                  </a:lnTo>
                  <a:lnTo>
                    <a:pt x="8070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6AEDE878-6198-27D0-D354-25CE5CDFA99E}"/>
                </a:ext>
              </a:extLst>
            </p:cNvPr>
            <p:cNvSpPr>
              <a:spLocks/>
            </p:cNvSpPr>
            <p:nvPr/>
          </p:nvSpPr>
          <p:spPr>
            <a:xfrm>
              <a:off x="2990449" y="1752704"/>
              <a:ext cx="7336" cy="5700"/>
            </a:xfrm>
            <a:custGeom>
              <a:avLst/>
              <a:gdLst>
                <a:gd name="connsiteX0" fmla="*/ 3478 w 4915"/>
                <a:gd name="connsiteY0" fmla="*/ 3819 h 3819"/>
                <a:gd name="connsiteX1" fmla="*/ 4916 w 4915"/>
                <a:gd name="connsiteY1" fmla="*/ 0 h 3819"/>
                <a:gd name="connsiteX2" fmla="*/ 0 w 4915"/>
                <a:gd name="connsiteY2" fmla="*/ 0 h 3819"/>
                <a:gd name="connsiteX3" fmla="*/ 3478 w 4915"/>
                <a:gd name="connsiteY3" fmla="*/ 3819 h 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15" h="3819">
                  <a:moveTo>
                    <a:pt x="3478" y="3819"/>
                  </a:moveTo>
                  <a:lnTo>
                    <a:pt x="4916" y="0"/>
                  </a:lnTo>
                  <a:lnTo>
                    <a:pt x="0" y="0"/>
                  </a:lnTo>
                  <a:lnTo>
                    <a:pt x="3478" y="38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E79FFE51-BBD2-A9FD-FD6D-6EB5CC8D81E4}"/>
                </a:ext>
              </a:extLst>
            </p:cNvPr>
            <p:cNvSpPr>
              <a:spLocks/>
            </p:cNvSpPr>
            <p:nvPr/>
          </p:nvSpPr>
          <p:spPr>
            <a:xfrm>
              <a:off x="2909595" y="1802700"/>
              <a:ext cx="3460" cy="8124"/>
            </a:xfrm>
            <a:custGeom>
              <a:avLst/>
              <a:gdLst>
                <a:gd name="connsiteX0" fmla="*/ 0 w 2318"/>
                <a:gd name="connsiteY0" fmla="*/ 5444 h 5443"/>
                <a:gd name="connsiteX1" fmla="*/ 2319 w 2318"/>
                <a:gd name="connsiteY1" fmla="*/ 4083 h 5443"/>
                <a:gd name="connsiteX2" fmla="*/ 2319 w 2318"/>
                <a:gd name="connsiteY2" fmla="*/ 0 h 5443"/>
                <a:gd name="connsiteX3" fmla="*/ 0 w 2318"/>
                <a:gd name="connsiteY3" fmla="*/ 0 h 5443"/>
                <a:gd name="connsiteX4" fmla="*/ 0 w 2318"/>
                <a:gd name="connsiteY4" fmla="*/ 5444 h 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8" h="5443">
                  <a:moveTo>
                    <a:pt x="0" y="5444"/>
                  </a:moveTo>
                  <a:lnTo>
                    <a:pt x="2319" y="4083"/>
                  </a:lnTo>
                  <a:lnTo>
                    <a:pt x="2319" y="0"/>
                  </a:lnTo>
                  <a:lnTo>
                    <a:pt x="0" y="0"/>
                  </a:lnTo>
                  <a:lnTo>
                    <a:pt x="0" y="54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6E3C42C4-64CE-835B-968D-6BA76E6AB9FE}"/>
                </a:ext>
              </a:extLst>
            </p:cNvPr>
            <p:cNvSpPr>
              <a:spLocks/>
            </p:cNvSpPr>
            <p:nvPr/>
          </p:nvSpPr>
          <p:spPr>
            <a:xfrm>
              <a:off x="2969197" y="1754997"/>
              <a:ext cx="13429" cy="2883"/>
            </a:xfrm>
            <a:custGeom>
              <a:avLst/>
              <a:gdLst>
                <a:gd name="connsiteX0" fmla="*/ 1159 w 8997"/>
                <a:gd name="connsiteY0" fmla="*/ 0 h 1931"/>
                <a:gd name="connsiteX1" fmla="*/ 0 w 8997"/>
                <a:gd name="connsiteY1" fmla="*/ 1932 h 1931"/>
                <a:gd name="connsiteX2" fmla="*/ 8997 w 8997"/>
                <a:gd name="connsiteY2" fmla="*/ 1932 h 1931"/>
                <a:gd name="connsiteX3" fmla="*/ 5797 w 8997"/>
                <a:gd name="connsiteY3" fmla="*/ 0 h 1931"/>
                <a:gd name="connsiteX4" fmla="*/ 1159 w 8997"/>
                <a:gd name="connsiteY4" fmla="*/ 0 h 1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" h="1931">
                  <a:moveTo>
                    <a:pt x="1159" y="0"/>
                  </a:moveTo>
                  <a:lnTo>
                    <a:pt x="0" y="1932"/>
                  </a:lnTo>
                  <a:lnTo>
                    <a:pt x="8997" y="1932"/>
                  </a:lnTo>
                  <a:lnTo>
                    <a:pt x="5797" y="0"/>
                  </a:lnTo>
                  <a:lnTo>
                    <a:pt x="115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8E6C2D2E-29D4-FB1B-1FD3-274295F79DEE}"/>
                </a:ext>
              </a:extLst>
            </p:cNvPr>
            <p:cNvSpPr>
              <a:spLocks/>
            </p:cNvSpPr>
            <p:nvPr/>
          </p:nvSpPr>
          <p:spPr>
            <a:xfrm>
              <a:off x="3982570" y="2127450"/>
              <a:ext cx="41149" cy="40971"/>
            </a:xfrm>
            <a:custGeom>
              <a:avLst/>
              <a:gdLst>
                <a:gd name="connsiteX0" fmla="*/ 21148 w 27568"/>
                <a:gd name="connsiteY0" fmla="*/ 11238 h 27449"/>
                <a:gd name="connsiteX1" fmla="*/ 13820 w 27568"/>
                <a:gd name="connsiteY1" fmla="*/ 7946 h 27449"/>
                <a:gd name="connsiteX2" fmla="*/ 6957 w 27568"/>
                <a:gd name="connsiteY2" fmla="*/ 0 h 27449"/>
                <a:gd name="connsiteX3" fmla="*/ 8719 w 27568"/>
                <a:gd name="connsiteY3" fmla="*/ 13170 h 27449"/>
                <a:gd name="connsiteX4" fmla="*/ 10157 w 27568"/>
                <a:gd name="connsiteY4" fmla="*/ 17823 h 27449"/>
                <a:gd name="connsiteX5" fmla="*/ 0 w 27568"/>
                <a:gd name="connsiteY5" fmla="*/ 17823 h 27449"/>
                <a:gd name="connsiteX6" fmla="*/ 5055 w 27568"/>
                <a:gd name="connsiteY6" fmla="*/ 23574 h 27449"/>
                <a:gd name="connsiteX7" fmla="*/ 10110 w 27568"/>
                <a:gd name="connsiteY7" fmla="*/ 27438 h 27449"/>
                <a:gd name="connsiteX8" fmla="*/ 16789 w 27568"/>
                <a:gd name="connsiteY8" fmla="*/ 24672 h 27449"/>
                <a:gd name="connsiteX9" fmla="*/ 19107 w 27568"/>
                <a:gd name="connsiteY9" fmla="*/ 20018 h 27449"/>
                <a:gd name="connsiteX10" fmla="*/ 21983 w 27568"/>
                <a:gd name="connsiteY10" fmla="*/ 22740 h 27449"/>
                <a:gd name="connsiteX11" fmla="*/ 21983 w 27568"/>
                <a:gd name="connsiteY11" fmla="*/ 27394 h 27449"/>
                <a:gd name="connsiteX12" fmla="*/ 27177 w 27568"/>
                <a:gd name="connsiteY12" fmla="*/ 27394 h 27449"/>
                <a:gd name="connsiteX13" fmla="*/ 27177 w 27568"/>
                <a:gd name="connsiteY13" fmla="*/ 22169 h 27449"/>
                <a:gd name="connsiteX14" fmla="*/ 21102 w 27568"/>
                <a:gd name="connsiteY14" fmla="*/ 11194 h 2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68" h="27449">
                  <a:moveTo>
                    <a:pt x="21148" y="11238"/>
                  </a:moveTo>
                  <a:lnTo>
                    <a:pt x="13820" y="7946"/>
                  </a:lnTo>
                  <a:lnTo>
                    <a:pt x="6957" y="0"/>
                  </a:lnTo>
                  <a:lnTo>
                    <a:pt x="8719" y="13170"/>
                  </a:lnTo>
                  <a:lnTo>
                    <a:pt x="10157" y="17823"/>
                  </a:lnTo>
                  <a:lnTo>
                    <a:pt x="0" y="17823"/>
                  </a:lnTo>
                  <a:lnTo>
                    <a:pt x="5055" y="23574"/>
                  </a:lnTo>
                  <a:cubicBezTo>
                    <a:pt x="5055" y="23574"/>
                    <a:pt x="6354" y="27701"/>
                    <a:pt x="10110" y="27438"/>
                  </a:cubicBezTo>
                  <a:cubicBezTo>
                    <a:pt x="13867" y="27174"/>
                    <a:pt x="16789" y="24672"/>
                    <a:pt x="16789" y="24672"/>
                  </a:cubicBezTo>
                  <a:lnTo>
                    <a:pt x="19107" y="20018"/>
                  </a:lnTo>
                  <a:lnTo>
                    <a:pt x="21983" y="22740"/>
                  </a:lnTo>
                  <a:lnTo>
                    <a:pt x="21983" y="27394"/>
                  </a:lnTo>
                  <a:lnTo>
                    <a:pt x="27177" y="27394"/>
                  </a:lnTo>
                  <a:cubicBezTo>
                    <a:pt x="27177" y="27394"/>
                    <a:pt x="28058" y="23004"/>
                    <a:pt x="27177" y="22169"/>
                  </a:cubicBezTo>
                  <a:cubicBezTo>
                    <a:pt x="26296" y="21335"/>
                    <a:pt x="21102" y="11194"/>
                    <a:pt x="21102" y="1119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405843B0-C0E8-821E-DC9C-F620FEC9D3A5}"/>
                </a:ext>
              </a:extLst>
            </p:cNvPr>
            <p:cNvSpPr>
              <a:spLocks/>
            </p:cNvSpPr>
            <p:nvPr/>
          </p:nvSpPr>
          <p:spPr>
            <a:xfrm>
              <a:off x="3003048" y="1875173"/>
              <a:ext cx="12044" cy="6553"/>
            </a:xfrm>
            <a:custGeom>
              <a:avLst/>
              <a:gdLst>
                <a:gd name="connsiteX0" fmla="*/ 1994 w 8069"/>
                <a:gd name="connsiteY0" fmla="*/ 2853 h 4390"/>
                <a:gd name="connsiteX1" fmla="*/ 2319 w 8069"/>
                <a:gd name="connsiteY1" fmla="*/ 0 h 4390"/>
                <a:gd name="connsiteX2" fmla="*/ 0 w 8069"/>
                <a:gd name="connsiteY2" fmla="*/ 1361 h 4390"/>
                <a:gd name="connsiteX3" fmla="*/ 0 w 8069"/>
                <a:gd name="connsiteY3" fmla="*/ 4390 h 4390"/>
                <a:gd name="connsiteX4" fmla="*/ 8070 w 8069"/>
                <a:gd name="connsiteY4" fmla="*/ 4390 h 4390"/>
                <a:gd name="connsiteX5" fmla="*/ 6354 w 8069"/>
                <a:gd name="connsiteY5" fmla="*/ 2853 h 4390"/>
                <a:gd name="connsiteX6" fmla="*/ 1994 w 8069"/>
                <a:gd name="connsiteY6" fmla="*/ 2853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69" h="4390">
                  <a:moveTo>
                    <a:pt x="1994" y="2853"/>
                  </a:moveTo>
                  <a:lnTo>
                    <a:pt x="2319" y="0"/>
                  </a:lnTo>
                  <a:lnTo>
                    <a:pt x="0" y="1361"/>
                  </a:lnTo>
                  <a:lnTo>
                    <a:pt x="0" y="4390"/>
                  </a:lnTo>
                  <a:lnTo>
                    <a:pt x="8070" y="4390"/>
                  </a:lnTo>
                  <a:lnTo>
                    <a:pt x="6354" y="2853"/>
                  </a:lnTo>
                  <a:lnTo>
                    <a:pt x="1994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130C036B-4F0C-6E48-EB27-AE60B9A093B9}"/>
                </a:ext>
              </a:extLst>
            </p:cNvPr>
            <p:cNvSpPr>
              <a:spLocks/>
            </p:cNvSpPr>
            <p:nvPr/>
          </p:nvSpPr>
          <p:spPr>
            <a:xfrm>
              <a:off x="2051631" y="1897713"/>
              <a:ext cx="31566" cy="20051"/>
            </a:xfrm>
            <a:custGeom>
              <a:avLst/>
              <a:gdLst>
                <a:gd name="connsiteX0" fmla="*/ 0 w 21148"/>
                <a:gd name="connsiteY0" fmla="*/ 13433 h 13433"/>
                <a:gd name="connsiteX1" fmla="*/ 21148 w 21148"/>
                <a:gd name="connsiteY1" fmla="*/ 2195 h 13433"/>
                <a:gd name="connsiteX2" fmla="*/ 21148 w 21148"/>
                <a:gd name="connsiteY2" fmla="*/ 0 h 13433"/>
                <a:gd name="connsiteX3" fmla="*/ 0 w 21148"/>
                <a:gd name="connsiteY3" fmla="*/ 10668 h 13433"/>
                <a:gd name="connsiteX4" fmla="*/ 0 w 21148"/>
                <a:gd name="connsiteY4" fmla="*/ 13433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48" h="13433">
                  <a:moveTo>
                    <a:pt x="0" y="13433"/>
                  </a:moveTo>
                  <a:lnTo>
                    <a:pt x="21148" y="2195"/>
                  </a:lnTo>
                  <a:lnTo>
                    <a:pt x="21148" y="0"/>
                  </a:lnTo>
                  <a:lnTo>
                    <a:pt x="0" y="10668"/>
                  </a:lnTo>
                  <a:lnTo>
                    <a:pt x="0" y="1343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3D27EF22-7B7C-5146-7E8F-E911F7F5F70B}"/>
                </a:ext>
              </a:extLst>
            </p:cNvPr>
            <p:cNvSpPr>
              <a:spLocks/>
            </p:cNvSpPr>
            <p:nvPr/>
          </p:nvSpPr>
          <p:spPr>
            <a:xfrm>
              <a:off x="2100503" y="1853875"/>
              <a:ext cx="6506" cy="20443"/>
            </a:xfrm>
            <a:custGeom>
              <a:avLst/>
              <a:gdLst>
                <a:gd name="connsiteX0" fmla="*/ 4359 w 4359"/>
                <a:gd name="connsiteY0" fmla="*/ 13697 h 13696"/>
                <a:gd name="connsiteX1" fmla="*/ 4359 w 4359"/>
                <a:gd name="connsiteY1" fmla="*/ 0 h 13696"/>
                <a:gd name="connsiteX2" fmla="*/ 2597 w 4359"/>
                <a:gd name="connsiteY2" fmla="*/ 0 h 13696"/>
                <a:gd name="connsiteX3" fmla="*/ 0 w 4359"/>
                <a:gd name="connsiteY3" fmla="*/ 11238 h 13696"/>
                <a:gd name="connsiteX4" fmla="*/ 2597 w 4359"/>
                <a:gd name="connsiteY4" fmla="*/ 8473 h 13696"/>
                <a:gd name="connsiteX5" fmla="*/ 4359 w 4359"/>
                <a:gd name="connsiteY5" fmla="*/ 13697 h 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59" h="13696">
                  <a:moveTo>
                    <a:pt x="4359" y="13697"/>
                  </a:moveTo>
                  <a:lnTo>
                    <a:pt x="4359" y="0"/>
                  </a:lnTo>
                  <a:lnTo>
                    <a:pt x="2597" y="0"/>
                  </a:lnTo>
                  <a:lnTo>
                    <a:pt x="0" y="11238"/>
                  </a:lnTo>
                  <a:lnTo>
                    <a:pt x="2597" y="8473"/>
                  </a:lnTo>
                  <a:lnTo>
                    <a:pt x="4359" y="136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EAFC7629-9EDD-7192-71C8-1AA5D242915F}"/>
                </a:ext>
              </a:extLst>
            </p:cNvPr>
            <p:cNvSpPr>
              <a:spLocks/>
            </p:cNvSpPr>
            <p:nvPr/>
          </p:nvSpPr>
          <p:spPr>
            <a:xfrm>
              <a:off x="4066470" y="5538900"/>
              <a:ext cx="30735" cy="3276"/>
            </a:xfrm>
            <a:custGeom>
              <a:avLst/>
              <a:gdLst>
                <a:gd name="connsiteX0" fmla="*/ 20592 w 20591"/>
                <a:gd name="connsiteY0" fmla="*/ 0 h 2195"/>
                <a:gd name="connsiteX1" fmla="*/ 0 w 20591"/>
                <a:gd name="connsiteY1" fmla="*/ 0 h 2195"/>
                <a:gd name="connsiteX2" fmla="*/ 0 w 20591"/>
                <a:gd name="connsiteY2" fmla="*/ 2195 h 2195"/>
                <a:gd name="connsiteX3" fmla="*/ 18551 w 20591"/>
                <a:gd name="connsiteY3" fmla="*/ 2195 h 2195"/>
                <a:gd name="connsiteX4" fmla="*/ 20592 w 20591"/>
                <a:gd name="connsiteY4" fmla="*/ 0 h 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91" h="2195">
                  <a:moveTo>
                    <a:pt x="20592" y="0"/>
                  </a:moveTo>
                  <a:lnTo>
                    <a:pt x="0" y="0"/>
                  </a:lnTo>
                  <a:lnTo>
                    <a:pt x="0" y="2195"/>
                  </a:lnTo>
                  <a:lnTo>
                    <a:pt x="18551" y="2195"/>
                  </a:lnTo>
                  <a:lnTo>
                    <a:pt x="2059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8DE7D1A3-09DB-625A-2611-93C18299C8B4}"/>
                </a:ext>
              </a:extLst>
            </p:cNvPr>
            <p:cNvSpPr>
              <a:spLocks/>
            </p:cNvSpPr>
            <p:nvPr/>
          </p:nvSpPr>
          <p:spPr>
            <a:xfrm>
              <a:off x="2952792" y="1735470"/>
              <a:ext cx="7407" cy="4521"/>
            </a:xfrm>
            <a:custGeom>
              <a:avLst/>
              <a:gdLst>
                <a:gd name="connsiteX0" fmla="*/ 0 w 4962"/>
                <a:gd name="connsiteY0" fmla="*/ 3029 h 3029"/>
                <a:gd name="connsiteX1" fmla="*/ 2319 w 4962"/>
                <a:gd name="connsiteY1" fmla="*/ 3029 h 3029"/>
                <a:gd name="connsiteX2" fmla="*/ 4962 w 4962"/>
                <a:gd name="connsiteY2" fmla="*/ 1537 h 3029"/>
                <a:gd name="connsiteX3" fmla="*/ 0 w 4962"/>
                <a:gd name="connsiteY3" fmla="*/ 0 h 3029"/>
                <a:gd name="connsiteX4" fmla="*/ 0 w 4962"/>
                <a:gd name="connsiteY4" fmla="*/ 3029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2" h="3029">
                  <a:moveTo>
                    <a:pt x="0" y="3029"/>
                  </a:moveTo>
                  <a:lnTo>
                    <a:pt x="2319" y="3029"/>
                  </a:lnTo>
                  <a:lnTo>
                    <a:pt x="4962" y="1537"/>
                  </a:lnTo>
                  <a:lnTo>
                    <a:pt x="0" y="0"/>
                  </a:lnTo>
                  <a:lnTo>
                    <a:pt x="0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9A6A9BAD-FEA7-77F3-5AA1-62C9319004CF}"/>
                </a:ext>
              </a:extLst>
            </p:cNvPr>
            <p:cNvSpPr>
              <a:spLocks/>
            </p:cNvSpPr>
            <p:nvPr/>
          </p:nvSpPr>
          <p:spPr>
            <a:xfrm>
              <a:off x="3959865" y="5377966"/>
              <a:ext cx="25681" cy="5766"/>
            </a:xfrm>
            <a:custGeom>
              <a:avLst/>
              <a:gdLst>
                <a:gd name="connsiteX0" fmla="*/ 0 w 17205"/>
                <a:gd name="connsiteY0" fmla="*/ 3863 h 3863"/>
                <a:gd name="connsiteX1" fmla="*/ 14887 w 17205"/>
                <a:gd name="connsiteY1" fmla="*/ 3863 h 3863"/>
                <a:gd name="connsiteX2" fmla="*/ 17206 w 17205"/>
                <a:gd name="connsiteY2" fmla="*/ 0 h 3863"/>
                <a:gd name="connsiteX3" fmla="*/ 3849 w 17205"/>
                <a:gd name="connsiteY3" fmla="*/ 0 h 3863"/>
                <a:gd name="connsiteX4" fmla="*/ 0 w 17205"/>
                <a:gd name="connsiteY4" fmla="*/ 3863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5" h="3863">
                  <a:moveTo>
                    <a:pt x="0" y="3863"/>
                  </a:moveTo>
                  <a:lnTo>
                    <a:pt x="14887" y="3863"/>
                  </a:lnTo>
                  <a:lnTo>
                    <a:pt x="17206" y="0"/>
                  </a:lnTo>
                  <a:lnTo>
                    <a:pt x="3849" y="0"/>
                  </a:lnTo>
                  <a:lnTo>
                    <a:pt x="0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4B152D36-87D0-7C16-8786-FDE3DAEC138F}"/>
                </a:ext>
              </a:extLst>
            </p:cNvPr>
            <p:cNvSpPr>
              <a:spLocks/>
            </p:cNvSpPr>
            <p:nvPr/>
          </p:nvSpPr>
          <p:spPr>
            <a:xfrm>
              <a:off x="1946062" y="2151564"/>
              <a:ext cx="13359" cy="16840"/>
            </a:xfrm>
            <a:custGeom>
              <a:avLst/>
              <a:gdLst>
                <a:gd name="connsiteX0" fmla="*/ 0 w 8950"/>
                <a:gd name="connsiteY0" fmla="*/ 9614 h 11282"/>
                <a:gd name="connsiteX1" fmla="*/ 2319 w 8950"/>
                <a:gd name="connsiteY1" fmla="*/ 11282 h 11282"/>
                <a:gd name="connsiteX2" fmla="*/ 8951 w 8950"/>
                <a:gd name="connsiteY2" fmla="*/ 2502 h 11282"/>
                <a:gd name="connsiteX3" fmla="*/ 7513 w 8950"/>
                <a:gd name="connsiteY3" fmla="*/ 0 h 11282"/>
                <a:gd name="connsiteX4" fmla="*/ 0 w 8950"/>
                <a:gd name="connsiteY4" fmla="*/ 9614 h 1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0" h="11282">
                  <a:moveTo>
                    <a:pt x="0" y="9614"/>
                  </a:moveTo>
                  <a:lnTo>
                    <a:pt x="2319" y="11282"/>
                  </a:lnTo>
                  <a:lnTo>
                    <a:pt x="8951" y="2502"/>
                  </a:lnTo>
                  <a:lnTo>
                    <a:pt x="7513" y="0"/>
                  </a:lnTo>
                  <a:lnTo>
                    <a:pt x="0" y="96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60DE3BAD-AEB4-B9B7-5403-84CF74D28934}"/>
                </a:ext>
              </a:extLst>
            </p:cNvPr>
            <p:cNvSpPr>
              <a:spLocks/>
            </p:cNvSpPr>
            <p:nvPr/>
          </p:nvSpPr>
          <p:spPr>
            <a:xfrm>
              <a:off x="3975647" y="5471735"/>
              <a:ext cx="30666" cy="19658"/>
            </a:xfrm>
            <a:custGeom>
              <a:avLst/>
              <a:gdLst>
                <a:gd name="connsiteX0" fmla="*/ 4591 w 20545"/>
                <a:gd name="connsiteY0" fmla="*/ 9087 h 13170"/>
                <a:gd name="connsiteX1" fmla="*/ 0 w 20545"/>
                <a:gd name="connsiteY1" fmla="*/ 13170 h 13170"/>
                <a:gd name="connsiteX2" fmla="*/ 4591 w 20545"/>
                <a:gd name="connsiteY2" fmla="*/ 12907 h 13170"/>
                <a:gd name="connsiteX3" fmla="*/ 11270 w 20545"/>
                <a:gd name="connsiteY3" fmla="*/ 12907 h 13170"/>
                <a:gd name="connsiteX4" fmla="*/ 20545 w 20545"/>
                <a:gd name="connsiteY4" fmla="*/ 3863 h 13170"/>
                <a:gd name="connsiteX5" fmla="*/ 16464 w 20545"/>
                <a:gd name="connsiteY5" fmla="*/ 0 h 13170"/>
                <a:gd name="connsiteX6" fmla="*/ 8951 w 20545"/>
                <a:gd name="connsiteY6" fmla="*/ 7946 h 13170"/>
                <a:gd name="connsiteX7" fmla="*/ 4591 w 20545"/>
                <a:gd name="connsiteY7" fmla="*/ 9043 h 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545" h="13170">
                  <a:moveTo>
                    <a:pt x="4591" y="9087"/>
                  </a:moveTo>
                  <a:lnTo>
                    <a:pt x="0" y="13170"/>
                  </a:lnTo>
                  <a:lnTo>
                    <a:pt x="4591" y="12907"/>
                  </a:lnTo>
                  <a:cubicBezTo>
                    <a:pt x="4591" y="12907"/>
                    <a:pt x="8951" y="13433"/>
                    <a:pt x="11270" y="12907"/>
                  </a:cubicBezTo>
                  <a:cubicBezTo>
                    <a:pt x="13589" y="12380"/>
                    <a:pt x="20545" y="3863"/>
                    <a:pt x="20545" y="3863"/>
                  </a:cubicBezTo>
                  <a:lnTo>
                    <a:pt x="16464" y="0"/>
                  </a:lnTo>
                  <a:lnTo>
                    <a:pt x="8951" y="7946"/>
                  </a:lnTo>
                  <a:lnTo>
                    <a:pt x="4591" y="904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93BC871E-C80B-41F4-DBA5-AC8FE98AD709}"/>
                </a:ext>
              </a:extLst>
            </p:cNvPr>
            <p:cNvSpPr>
              <a:spLocks/>
            </p:cNvSpPr>
            <p:nvPr/>
          </p:nvSpPr>
          <p:spPr>
            <a:xfrm>
              <a:off x="3959171" y="5428750"/>
              <a:ext cx="16475" cy="32369"/>
            </a:xfrm>
            <a:custGeom>
              <a:avLst/>
              <a:gdLst>
                <a:gd name="connsiteX0" fmla="*/ 3757 w 11037"/>
                <a:gd name="connsiteY0" fmla="*/ 10843 h 21686"/>
                <a:gd name="connsiteX1" fmla="*/ 6215 w 11037"/>
                <a:gd name="connsiteY1" fmla="*/ 14268 h 21686"/>
                <a:gd name="connsiteX2" fmla="*/ 4359 w 11037"/>
                <a:gd name="connsiteY2" fmla="*/ 18658 h 21686"/>
                <a:gd name="connsiteX3" fmla="*/ 1438 w 11037"/>
                <a:gd name="connsiteY3" fmla="*/ 19492 h 21686"/>
                <a:gd name="connsiteX4" fmla="*/ 1438 w 11037"/>
                <a:gd name="connsiteY4" fmla="*/ 21687 h 21686"/>
                <a:gd name="connsiteX5" fmla="*/ 8394 w 11037"/>
                <a:gd name="connsiteY5" fmla="*/ 19755 h 21686"/>
                <a:gd name="connsiteX6" fmla="*/ 8394 w 11037"/>
                <a:gd name="connsiteY6" fmla="*/ 15628 h 21686"/>
                <a:gd name="connsiteX7" fmla="*/ 8394 w 11037"/>
                <a:gd name="connsiteY7" fmla="*/ 10404 h 21686"/>
                <a:gd name="connsiteX8" fmla="*/ 11038 w 11037"/>
                <a:gd name="connsiteY8" fmla="*/ 5488 h 21686"/>
                <a:gd name="connsiteX9" fmla="*/ 5797 w 11037"/>
                <a:gd name="connsiteY9" fmla="*/ 0 h 21686"/>
                <a:gd name="connsiteX10" fmla="*/ 5519 w 11037"/>
                <a:gd name="connsiteY10" fmla="*/ 4127 h 21686"/>
                <a:gd name="connsiteX11" fmla="*/ 3478 w 11037"/>
                <a:gd name="connsiteY11" fmla="*/ 7287 h 21686"/>
                <a:gd name="connsiteX12" fmla="*/ 1159 w 11037"/>
                <a:gd name="connsiteY12" fmla="*/ 9043 h 21686"/>
                <a:gd name="connsiteX13" fmla="*/ 0 w 11037"/>
                <a:gd name="connsiteY13" fmla="*/ 13741 h 21686"/>
                <a:gd name="connsiteX14" fmla="*/ 1438 w 11037"/>
                <a:gd name="connsiteY14" fmla="*/ 14794 h 21686"/>
                <a:gd name="connsiteX15" fmla="*/ 3757 w 11037"/>
                <a:gd name="connsiteY15" fmla="*/ 10843 h 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037" h="21686">
                  <a:moveTo>
                    <a:pt x="3757" y="10843"/>
                  </a:moveTo>
                  <a:lnTo>
                    <a:pt x="6215" y="14268"/>
                  </a:lnTo>
                  <a:lnTo>
                    <a:pt x="4359" y="18658"/>
                  </a:lnTo>
                  <a:lnTo>
                    <a:pt x="1438" y="19492"/>
                  </a:lnTo>
                  <a:lnTo>
                    <a:pt x="1438" y="21687"/>
                  </a:lnTo>
                  <a:lnTo>
                    <a:pt x="8394" y="19755"/>
                  </a:lnTo>
                  <a:lnTo>
                    <a:pt x="8394" y="15628"/>
                  </a:lnTo>
                  <a:lnTo>
                    <a:pt x="8394" y="10404"/>
                  </a:lnTo>
                  <a:lnTo>
                    <a:pt x="11038" y="5488"/>
                  </a:lnTo>
                  <a:lnTo>
                    <a:pt x="5797" y="0"/>
                  </a:lnTo>
                  <a:lnTo>
                    <a:pt x="5519" y="4127"/>
                  </a:lnTo>
                  <a:lnTo>
                    <a:pt x="3478" y="7287"/>
                  </a:lnTo>
                  <a:lnTo>
                    <a:pt x="1159" y="9043"/>
                  </a:lnTo>
                  <a:lnTo>
                    <a:pt x="0" y="13741"/>
                  </a:lnTo>
                  <a:lnTo>
                    <a:pt x="1438" y="14794"/>
                  </a:lnTo>
                  <a:lnTo>
                    <a:pt x="3757" y="1084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565AA9CB-D83B-F8FF-065E-9504030DABD2}"/>
                </a:ext>
              </a:extLst>
            </p:cNvPr>
            <p:cNvSpPr>
              <a:spLocks/>
            </p:cNvSpPr>
            <p:nvPr/>
          </p:nvSpPr>
          <p:spPr>
            <a:xfrm>
              <a:off x="4000292" y="5454567"/>
              <a:ext cx="6021" cy="6553"/>
            </a:xfrm>
            <a:custGeom>
              <a:avLst/>
              <a:gdLst>
                <a:gd name="connsiteX0" fmla="*/ 4035 w 4034"/>
                <a:gd name="connsiteY0" fmla="*/ 0 h 4390"/>
                <a:gd name="connsiteX1" fmla="*/ 0 w 4034"/>
                <a:gd name="connsiteY1" fmla="*/ 1624 h 4390"/>
                <a:gd name="connsiteX2" fmla="*/ 0 w 4034"/>
                <a:gd name="connsiteY2" fmla="*/ 4390 h 4390"/>
                <a:gd name="connsiteX3" fmla="*/ 4035 w 4034"/>
                <a:gd name="connsiteY3" fmla="*/ 3029 h 4390"/>
                <a:gd name="connsiteX4" fmla="*/ 4035 w 4034"/>
                <a:gd name="connsiteY4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4" h="4390">
                  <a:moveTo>
                    <a:pt x="4035" y="0"/>
                  </a:moveTo>
                  <a:lnTo>
                    <a:pt x="0" y="1624"/>
                  </a:lnTo>
                  <a:lnTo>
                    <a:pt x="0" y="4390"/>
                  </a:lnTo>
                  <a:lnTo>
                    <a:pt x="4035" y="3029"/>
                  </a:lnTo>
                  <a:lnTo>
                    <a:pt x="403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9CBAE4ED-AFFB-0CF6-0745-A4379398FB43}"/>
                </a:ext>
              </a:extLst>
            </p:cNvPr>
            <p:cNvSpPr>
              <a:spLocks/>
            </p:cNvSpPr>
            <p:nvPr/>
          </p:nvSpPr>
          <p:spPr>
            <a:xfrm>
              <a:off x="3959865" y="5353001"/>
              <a:ext cx="25681" cy="13890"/>
            </a:xfrm>
            <a:custGeom>
              <a:avLst/>
              <a:gdLst>
                <a:gd name="connsiteX0" fmla="*/ 0 w 17205"/>
                <a:gd name="connsiteY0" fmla="*/ 4390 h 9306"/>
                <a:gd name="connsiteX1" fmla="*/ 15212 w 17205"/>
                <a:gd name="connsiteY1" fmla="*/ 9307 h 9306"/>
                <a:gd name="connsiteX2" fmla="*/ 17206 w 17205"/>
                <a:gd name="connsiteY2" fmla="*/ 6014 h 9306"/>
                <a:gd name="connsiteX3" fmla="*/ 2133 w 17205"/>
                <a:gd name="connsiteY3" fmla="*/ 0 h 9306"/>
                <a:gd name="connsiteX4" fmla="*/ 0 w 17205"/>
                <a:gd name="connsiteY4" fmla="*/ 4390 h 9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5" h="9306">
                  <a:moveTo>
                    <a:pt x="0" y="4390"/>
                  </a:moveTo>
                  <a:lnTo>
                    <a:pt x="15212" y="9307"/>
                  </a:lnTo>
                  <a:lnTo>
                    <a:pt x="17206" y="6014"/>
                  </a:lnTo>
                  <a:lnTo>
                    <a:pt x="2133" y="0"/>
                  </a:lnTo>
                  <a:lnTo>
                    <a:pt x="0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6B7F82ED-4F83-02F5-14FC-42ED21025BE0}"/>
                </a:ext>
              </a:extLst>
            </p:cNvPr>
            <p:cNvSpPr>
              <a:spLocks/>
            </p:cNvSpPr>
            <p:nvPr/>
          </p:nvSpPr>
          <p:spPr>
            <a:xfrm>
              <a:off x="3967285" y="5464461"/>
              <a:ext cx="30483" cy="11401"/>
            </a:xfrm>
            <a:custGeom>
              <a:avLst/>
              <a:gdLst>
                <a:gd name="connsiteX0" fmla="*/ 83 w 20422"/>
                <a:gd name="connsiteY0" fmla="*/ 1054 h 7638"/>
                <a:gd name="connsiteX1" fmla="*/ 5602 w 20422"/>
                <a:gd name="connsiteY1" fmla="*/ 7639 h 7638"/>
                <a:gd name="connsiteX2" fmla="*/ 9962 w 20422"/>
                <a:gd name="connsiteY2" fmla="*/ 4083 h 7638"/>
                <a:gd name="connsiteX3" fmla="*/ 19515 w 20422"/>
                <a:gd name="connsiteY3" fmla="*/ 2722 h 7638"/>
                <a:gd name="connsiteX4" fmla="*/ 19515 w 20422"/>
                <a:gd name="connsiteY4" fmla="*/ 0 h 7638"/>
                <a:gd name="connsiteX5" fmla="*/ 7365 w 20422"/>
                <a:gd name="connsiteY5" fmla="*/ 0 h 7638"/>
                <a:gd name="connsiteX6" fmla="*/ 5602 w 20422"/>
                <a:gd name="connsiteY6" fmla="*/ 2458 h 7638"/>
                <a:gd name="connsiteX7" fmla="*/ 83 w 20422"/>
                <a:gd name="connsiteY7" fmla="*/ 1098 h 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422" h="7638">
                  <a:moveTo>
                    <a:pt x="83" y="1054"/>
                  </a:moveTo>
                  <a:cubicBezTo>
                    <a:pt x="-798" y="1054"/>
                    <a:pt x="5602" y="7639"/>
                    <a:pt x="5602" y="7639"/>
                  </a:cubicBezTo>
                  <a:lnTo>
                    <a:pt x="9962" y="4083"/>
                  </a:lnTo>
                  <a:cubicBezTo>
                    <a:pt x="9962" y="4083"/>
                    <a:pt x="17475" y="2722"/>
                    <a:pt x="19515" y="2722"/>
                  </a:cubicBezTo>
                  <a:cubicBezTo>
                    <a:pt x="21556" y="2722"/>
                    <a:pt x="19515" y="0"/>
                    <a:pt x="19515" y="0"/>
                  </a:cubicBezTo>
                  <a:lnTo>
                    <a:pt x="7365" y="0"/>
                  </a:lnTo>
                  <a:lnTo>
                    <a:pt x="5602" y="2458"/>
                  </a:lnTo>
                  <a:cubicBezTo>
                    <a:pt x="5602" y="2458"/>
                    <a:pt x="964" y="1098"/>
                    <a:pt x="83" y="109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6F527AEC-6420-208C-2D13-557FD56F05E5}"/>
                </a:ext>
              </a:extLst>
            </p:cNvPr>
            <p:cNvSpPr>
              <a:spLocks/>
            </p:cNvSpPr>
            <p:nvPr/>
          </p:nvSpPr>
          <p:spPr>
            <a:xfrm>
              <a:off x="3990738" y="5080213"/>
              <a:ext cx="10797" cy="6946"/>
            </a:xfrm>
            <a:custGeom>
              <a:avLst/>
              <a:gdLst>
                <a:gd name="connsiteX0" fmla="*/ 0 w 7234"/>
                <a:gd name="connsiteY0" fmla="*/ 4653 h 4653"/>
                <a:gd name="connsiteX1" fmla="*/ 7235 w 7234"/>
                <a:gd name="connsiteY1" fmla="*/ 4653 h 4653"/>
                <a:gd name="connsiteX2" fmla="*/ 3803 w 7234"/>
                <a:gd name="connsiteY2" fmla="*/ 0 h 4653"/>
                <a:gd name="connsiteX3" fmla="*/ 0 w 7234"/>
                <a:gd name="connsiteY3" fmla="*/ 4653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34" h="4653">
                  <a:moveTo>
                    <a:pt x="0" y="4653"/>
                  </a:moveTo>
                  <a:lnTo>
                    <a:pt x="7235" y="4653"/>
                  </a:lnTo>
                  <a:lnTo>
                    <a:pt x="3803" y="0"/>
                  </a:lnTo>
                  <a:lnTo>
                    <a:pt x="0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1AD95775-7397-3EB6-E7B2-2F5C02DF0C54}"/>
                </a:ext>
              </a:extLst>
            </p:cNvPr>
            <p:cNvSpPr>
              <a:spLocks/>
            </p:cNvSpPr>
            <p:nvPr/>
          </p:nvSpPr>
          <p:spPr>
            <a:xfrm>
              <a:off x="3959887" y="5083882"/>
              <a:ext cx="11397" cy="10442"/>
            </a:xfrm>
            <a:custGeom>
              <a:avLst/>
              <a:gdLst>
                <a:gd name="connsiteX0" fmla="*/ 402 w 7636"/>
                <a:gd name="connsiteY0" fmla="*/ 6322 h 6996"/>
                <a:gd name="connsiteX1" fmla="*/ 7636 w 7636"/>
                <a:gd name="connsiteY1" fmla="*/ 4653 h 6996"/>
                <a:gd name="connsiteX2" fmla="*/ 4761 w 7636"/>
                <a:gd name="connsiteY2" fmla="*/ 0 h 6996"/>
                <a:gd name="connsiteX3" fmla="*/ 402 w 7636"/>
                <a:gd name="connsiteY3" fmla="*/ 6322 h 6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36" h="6996">
                  <a:moveTo>
                    <a:pt x="402" y="6322"/>
                  </a:moveTo>
                  <a:cubicBezTo>
                    <a:pt x="2442" y="8517"/>
                    <a:pt x="7636" y="4653"/>
                    <a:pt x="7636" y="4653"/>
                  </a:cubicBezTo>
                  <a:cubicBezTo>
                    <a:pt x="7636" y="4653"/>
                    <a:pt x="5596" y="790"/>
                    <a:pt x="4761" y="0"/>
                  </a:cubicBezTo>
                  <a:cubicBezTo>
                    <a:pt x="4761" y="0"/>
                    <a:pt x="-1639" y="4127"/>
                    <a:pt x="402" y="632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9642832D-1D83-2C4F-0662-AAC4AB824475}"/>
                </a:ext>
              </a:extLst>
            </p:cNvPr>
            <p:cNvSpPr>
              <a:spLocks/>
            </p:cNvSpPr>
            <p:nvPr/>
          </p:nvSpPr>
          <p:spPr>
            <a:xfrm>
              <a:off x="3971237" y="5060162"/>
              <a:ext cx="9117" cy="4586"/>
            </a:xfrm>
            <a:custGeom>
              <a:avLst/>
              <a:gdLst>
                <a:gd name="connsiteX0" fmla="*/ 6109 w 6108"/>
                <a:gd name="connsiteY0" fmla="*/ 0 h 3072"/>
                <a:gd name="connsiteX1" fmla="*/ 3048 w 6108"/>
                <a:gd name="connsiteY1" fmla="*/ 0 h 3072"/>
                <a:gd name="connsiteX2" fmla="*/ 33 w 6108"/>
                <a:gd name="connsiteY2" fmla="*/ 2722 h 3072"/>
                <a:gd name="connsiteX3" fmla="*/ 6109 w 6108"/>
                <a:gd name="connsiteY3" fmla="*/ 2722 h 3072"/>
                <a:gd name="connsiteX4" fmla="*/ 6109 w 6108"/>
                <a:gd name="connsiteY4" fmla="*/ 0 h 3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8" h="3072">
                  <a:moveTo>
                    <a:pt x="6109" y="0"/>
                  </a:moveTo>
                  <a:lnTo>
                    <a:pt x="3048" y="0"/>
                  </a:lnTo>
                  <a:cubicBezTo>
                    <a:pt x="3048" y="0"/>
                    <a:pt x="590" y="1932"/>
                    <a:pt x="33" y="2722"/>
                  </a:cubicBezTo>
                  <a:cubicBezTo>
                    <a:pt x="-523" y="3512"/>
                    <a:pt x="6109" y="2722"/>
                    <a:pt x="6109" y="2722"/>
                  </a:cubicBezTo>
                  <a:lnTo>
                    <a:pt x="610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D7D63853-7F47-BA06-4ABB-D5F1B97892C2}"/>
                </a:ext>
              </a:extLst>
            </p:cNvPr>
            <p:cNvSpPr>
              <a:spLocks/>
            </p:cNvSpPr>
            <p:nvPr/>
          </p:nvSpPr>
          <p:spPr>
            <a:xfrm>
              <a:off x="3975508" y="5462255"/>
              <a:ext cx="79331" cy="76578"/>
            </a:xfrm>
            <a:custGeom>
              <a:avLst/>
              <a:gdLst>
                <a:gd name="connsiteX0" fmla="*/ 93 w 53148"/>
                <a:gd name="connsiteY0" fmla="*/ 27203 h 51304"/>
                <a:gd name="connsiteX1" fmla="*/ 93 w 53148"/>
                <a:gd name="connsiteY1" fmla="*/ 30233 h 51304"/>
                <a:gd name="connsiteX2" fmla="*/ 2968 w 53148"/>
                <a:gd name="connsiteY2" fmla="*/ 32691 h 51304"/>
                <a:gd name="connsiteX3" fmla="*/ 93 w 53148"/>
                <a:gd name="connsiteY3" fmla="*/ 34052 h 51304"/>
                <a:gd name="connsiteX4" fmla="*/ 93 w 53148"/>
                <a:gd name="connsiteY4" fmla="*/ 37344 h 51304"/>
                <a:gd name="connsiteX5" fmla="*/ 4684 w 53148"/>
                <a:gd name="connsiteY5" fmla="*/ 34886 h 51304"/>
                <a:gd name="connsiteX6" fmla="*/ 14887 w 53148"/>
                <a:gd name="connsiteY6" fmla="*/ 37344 h 51304"/>
                <a:gd name="connsiteX7" fmla="*/ 20638 w 53148"/>
                <a:gd name="connsiteY7" fmla="*/ 41208 h 51304"/>
                <a:gd name="connsiteX8" fmla="*/ 22679 w 53148"/>
                <a:gd name="connsiteY8" fmla="*/ 44237 h 51304"/>
                <a:gd name="connsiteX9" fmla="*/ 20638 w 53148"/>
                <a:gd name="connsiteY9" fmla="*/ 46695 h 51304"/>
                <a:gd name="connsiteX10" fmla="*/ 20638 w 53148"/>
                <a:gd name="connsiteY10" fmla="*/ 49154 h 51304"/>
                <a:gd name="connsiteX11" fmla="*/ 27038 w 53148"/>
                <a:gd name="connsiteY11" fmla="*/ 46959 h 51304"/>
                <a:gd name="connsiteX12" fmla="*/ 32835 w 53148"/>
                <a:gd name="connsiteY12" fmla="*/ 49680 h 51304"/>
                <a:gd name="connsiteX13" fmla="*/ 23838 w 53148"/>
                <a:gd name="connsiteY13" fmla="*/ 40066 h 51304"/>
                <a:gd name="connsiteX14" fmla="*/ 23838 w 53148"/>
                <a:gd name="connsiteY14" fmla="*/ 35676 h 51304"/>
                <a:gd name="connsiteX15" fmla="*/ 29357 w 53148"/>
                <a:gd name="connsiteY15" fmla="*/ 28828 h 51304"/>
                <a:gd name="connsiteX16" fmla="*/ 32232 w 53148"/>
                <a:gd name="connsiteY16" fmla="*/ 37871 h 51304"/>
                <a:gd name="connsiteX17" fmla="*/ 33995 w 53148"/>
                <a:gd name="connsiteY17" fmla="*/ 47178 h 51304"/>
                <a:gd name="connsiteX18" fmla="*/ 38076 w 53148"/>
                <a:gd name="connsiteY18" fmla="*/ 45817 h 51304"/>
                <a:gd name="connsiteX19" fmla="*/ 46192 w 53148"/>
                <a:gd name="connsiteY19" fmla="*/ 48012 h 51304"/>
                <a:gd name="connsiteX20" fmla="*/ 50551 w 53148"/>
                <a:gd name="connsiteY20" fmla="*/ 51305 h 51304"/>
                <a:gd name="connsiteX21" fmla="*/ 53148 w 53148"/>
                <a:gd name="connsiteY21" fmla="*/ 48275 h 51304"/>
                <a:gd name="connsiteX22" fmla="*/ 38957 w 53148"/>
                <a:gd name="connsiteY22" fmla="*/ 41427 h 51304"/>
                <a:gd name="connsiteX23" fmla="*/ 34876 w 53148"/>
                <a:gd name="connsiteY23" fmla="*/ 32910 h 51304"/>
                <a:gd name="connsiteX24" fmla="*/ 38354 w 53148"/>
                <a:gd name="connsiteY24" fmla="*/ 29355 h 51304"/>
                <a:gd name="connsiteX25" fmla="*/ 47908 w 53148"/>
                <a:gd name="connsiteY25" fmla="*/ 24438 h 51304"/>
                <a:gd name="connsiteX26" fmla="*/ 40070 w 53148"/>
                <a:gd name="connsiteY26" fmla="*/ 21935 h 51304"/>
                <a:gd name="connsiteX27" fmla="*/ 35850 w 53148"/>
                <a:gd name="connsiteY27" fmla="*/ 24394 h 51304"/>
                <a:gd name="connsiteX28" fmla="*/ 31073 w 53148"/>
                <a:gd name="connsiteY28" fmla="*/ 12848 h 51304"/>
                <a:gd name="connsiteX29" fmla="*/ 34273 w 53148"/>
                <a:gd name="connsiteY29" fmla="*/ 12848 h 51304"/>
                <a:gd name="connsiteX30" fmla="*/ 35850 w 53148"/>
                <a:gd name="connsiteY30" fmla="*/ 11224 h 51304"/>
                <a:gd name="connsiteX31" fmla="*/ 33948 w 53148"/>
                <a:gd name="connsiteY31" fmla="*/ 6307 h 51304"/>
                <a:gd name="connsiteX32" fmla="*/ 40024 w 53148"/>
                <a:gd name="connsiteY32" fmla="*/ 9029 h 51304"/>
                <a:gd name="connsiteX33" fmla="*/ 45543 w 53148"/>
                <a:gd name="connsiteY33" fmla="*/ 1346 h 51304"/>
                <a:gd name="connsiteX34" fmla="*/ 35989 w 53148"/>
                <a:gd name="connsiteY34" fmla="*/ 1346 h 51304"/>
                <a:gd name="connsiteX35" fmla="*/ 30192 w 53148"/>
                <a:gd name="connsiteY35" fmla="*/ 5210 h 51304"/>
                <a:gd name="connsiteX36" fmla="*/ 26110 w 53148"/>
                <a:gd name="connsiteY36" fmla="*/ 6307 h 51304"/>
                <a:gd name="connsiteX37" fmla="*/ 24070 w 53148"/>
                <a:gd name="connsiteY37" fmla="*/ 12892 h 51304"/>
                <a:gd name="connsiteX38" fmla="*/ 23189 w 53148"/>
                <a:gd name="connsiteY38" fmla="*/ 21672 h 51304"/>
                <a:gd name="connsiteX39" fmla="*/ 22910 w 53148"/>
                <a:gd name="connsiteY39" fmla="*/ 32384 h 51304"/>
                <a:gd name="connsiteX40" fmla="*/ 0 w 53148"/>
                <a:gd name="connsiteY40" fmla="*/ 27160 h 51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3148" h="51304">
                  <a:moveTo>
                    <a:pt x="93" y="27203"/>
                  </a:moveTo>
                  <a:lnTo>
                    <a:pt x="93" y="30233"/>
                  </a:lnTo>
                  <a:lnTo>
                    <a:pt x="2968" y="32691"/>
                  </a:lnTo>
                  <a:lnTo>
                    <a:pt x="93" y="34052"/>
                  </a:lnTo>
                  <a:lnTo>
                    <a:pt x="93" y="37344"/>
                  </a:lnTo>
                  <a:lnTo>
                    <a:pt x="4684" y="34886"/>
                  </a:lnTo>
                  <a:lnTo>
                    <a:pt x="14887" y="37344"/>
                  </a:lnTo>
                  <a:lnTo>
                    <a:pt x="20638" y="41208"/>
                  </a:lnTo>
                  <a:lnTo>
                    <a:pt x="22679" y="44237"/>
                  </a:lnTo>
                  <a:lnTo>
                    <a:pt x="20638" y="46695"/>
                  </a:lnTo>
                  <a:lnTo>
                    <a:pt x="20638" y="49154"/>
                  </a:lnTo>
                  <a:lnTo>
                    <a:pt x="27038" y="46959"/>
                  </a:lnTo>
                  <a:lnTo>
                    <a:pt x="32835" y="49680"/>
                  </a:lnTo>
                  <a:lnTo>
                    <a:pt x="23838" y="40066"/>
                  </a:lnTo>
                  <a:lnTo>
                    <a:pt x="23838" y="35676"/>
                  </a:lnTo>
                  <a:lnTo>
                    <a:pt x="29357" y="28828"/>
                  </a:lnTo>
                  <a:lnTo>
                    <a:pt x="32232" y="37871"/>
                  </a:lnTo>
                  <a:lnTo>
                    <a:pt x="33995" y="47178"/>
                  </a:lnTo>
                  <a:lnTo>
                    <a:pt x="38076" y="45817"/>
                  </a:lnTo>
                  <a:lnTo>
                    <a:pt x="46192" y="48012"/>
                  </a:lnTo>
                  <a:lnTo>
                    <a:pt x="50551" y="51305"/>
                  </a:lnTo>
                  <a:lnTo>
                    <a:pt x="53148" y="48275"/>
                  </a:lnTo>
                  <a:lnTo>
                    <a:pt x="38957" y="41427"/>
                  </a:lnTo>
                  <a:lnTo>
                    <a:pt x="34876" y="32910"/>
                  </a:lnTo>
                  <a:lnTo>
                    <a:pt x="38354" y="29355"/>
                  </a:lnTo>
                  <a:cubicBezTo>
                    <a:pt x="38354" y="29355"/>
                    <a:pt x="46748" y="27686"/>
                    <a:pt x="47908" y="24438"/>
                  </a:cubicBezTo>
                  <a:cubicBezTo>
                    <a:pt x="49067" y="21189"/>
                    <a:pt x="40070" y="21935"/>
                    <a:pt x="40070" y="21935"/>
                  </a:cubicBezTo>
                  <a:lnTo>
                    <a:pt x="35850" y="24394"/>
                  </a:lnTo>
                  <a:cubicBezTo>
                    <a:pt x="29310" y="24921"/>
                    <a:pt x="31073" y="12848"/>
                    <a:pt x="31073" y="12848"/>
                  </a:cubicBezTo>
                  <a:lnTo>
                    <a:pt x="34273" y="12848"/>
                  </a:lnTo>
                  <a:lnTo>
                    <a:pt x="35850" y="11224"/>
                  </a:lnTo>
                  <a:lnTo>
                    <a:pt x="33948" y="6307"/>
                  </a:lnTo>
                  <a:lnTo>
                    <a:pt x="40024" y="9029"/>
                  </a:lnTo>
                  <a:cubicBezTo>
                    <a:pt x="40024" y="9029"/>
                    <a:pt x="45543" y="4375"/>
                    <a:pt x="45543" y="1346"/>
                  </a:cubicBezTo>
                  <a:cubicBezTo>
                    <a:pt x="45543" y="-1683"/>
                    <a:pt x="35989" y="1346"/>
                    <a:pt x="35989" y="1346"/>
                  </a:cubicBezTo>
                  <a:lnTo>
                    <a:pt x="30192" y="5210"/>
                  </a:lnTo>
                  <a:lnTo>
                    <a:pt x="26110" y="6307"/>
                  </a:lnTo>
                  <a:lnTo>
                    <a:pt x="24070" y="12892"/>
                  </a:lnTo>
                  <a:lnTo>
                    <a:pt x="23189" y="21672"/>
                  </a:lnTo>
                  <a:lnTo>
                    <a:pt x="22910" y="32384"/>
                  </a:lnTo>
                  <a:cubicBezTo>
                    <a:pt x="17391" y="38135"/>
                    <a:pt x="0" y="27160"/>
                    <a:pt x="0" y="2716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639FB592-8811-1441-BB74-117D824408B3}"/>
                </a:ext>
              </a:extLst>
            </p:cNvPr>
            <p:cNvSpPr>
              <a:spLocks/>
            </p:cNvSpPr>
            <p:nvPr/>
          </p:nvSpPr>
          <p:spPr>
            <a:xfrm>
              <a:off x="6603123" y="3143508"/>
              <a:ext cx="8167" cy="6946"/>
            </a:xfrm>
            <a:custGeom>
              <a:avLst/>
              <a:gdLst>
                <a:gd name="connsiteX0" fmla="*/ 5472 w 5472"/>
                <a:gd name="connsiteY0" fmla="*/ 1800 h 4653"/>
                <a:gd name="connsiteX1" fmla="*/ 1159 w 5472"/>
                <a:gd name="connsiteY1" fmla="*/ 0 h 4653"/>
                <a:gd name="connsiteX2" fmla="*/ 0 w 5472"/>
                <a:gd name="connsiteY2" fmla="*/ 3205 h 4653"/>
                <a:gd name="connsiteX3" fmla="*/ 5472 w 5472"/>
                <a:gd name="connsiteY3" fmla="*/ 4653 h 4653"/>
                <a:gd name="connsiteX4" fmla="*/ 5472 w 5472"/>
                <a:gd name="connsiteY4" fmla="*/ 1800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2" h="4653">
                  <a:moveTo>
                    <a:pt x="5472" y="1800"/>
                  </a:moveTo>
                  <a:lnTo>
                    <a:pt x="1159" y="0"/>
                  </a:lnTo>
                  <a:lnTo>
                    <a:pt x="0" y="3205"/>
                  </a:lnTo>
                  <a:lnTo>
                    <a:pt x="5472" y="4653"/>
                  </a:lnTo>
                  <a:lnTo>
                    <a:pt x="5472" y="18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5A487789-D673-7466-935E-044D37553A28}"/>
                </a:ext>
              </a:extLst>
            </p:cNvPr>
            <p:cNvSpPr>
              <a:spLocks/>
            </p:cNvSpPr>
            <p:nvPr/>
          </p:nvSpPr>
          <p:spPr>
            <a:xfrm>
              <a:off x="4327791" y="2837563"/>
              <a:ext cx="9068" cy="2883"/>
            </a:xfrm>
            <a:custGeom>
              <a:avLst/>
              <a:gdLst>
                <a:gd name="connsiteX0" fmla="*/ 0 w 6075"/>
                <a:gd name="connsiteY0" fmla="*/ 1932 h 1931"/>
                <a:gd name="connsiteX1" fmla="*/ 6075 w 6075"/>
                <a:gd name="connsiteY1" fmla="*/ 1932 h 1931"/>
                <a:gd name="connsiteX2" fmla="*/ 4035 w 6075"/>
                <a:gd name="connsiteY2" fmla="*/ 0 h 1931"/>
                <a:gd name="connsiteX3" fmla="*/ 0 w 6075"/>
                <a:gd name="connsiteY3" fmla="*/ 1932 h 1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75" h="1931">
                  <a:moveTo>
                    <a:pt x="0" y="1932"/>
                  </a:moveTo>
                  <a:lnTo>
                    <a:pt x="6075" y="1932"/>
                  </a:lnTo>
                  <a:lnTo>
                    <a:pt x="4035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31D4BAB7-B36B-08D6-5501-748381C1511E}"/>
                </a:ext>
              </a:extLst>
            </p:cNvPr>
            <p:cNvSpPr>
              <a:spLocks/>
            </p:cNvSpPr>
            <p:nvPr/>
          </p:nvSpPr>
          <p:spPr>
            <a:xfrm>
              <a:off x="3981670" y="2104124"/>
              <a:ext cx="6506" cy="10614"/>
            </a:xfrm>
            <a:custGeom>
              <a:avLst/>
              <a:gdLst>
                <a:gd name="connsiteX0" fmla="*/ 4359 w 4359"/>
                <a:gd name="connsiteY0" fmla="*/ 0 h 7111"/>
                <a:gd name="connsiteX1" fmla="*/ 0 w 4359"/>
                <a:gd name="connsiteY1" fmla="*/ 7112 h 7111"/>
                <a:gd name="connsiteX2" fmla="*/ 4359 w 4359"/>
                <a:gd name="connsiteY2" fmla="*/ 7112 h 7111"/>
                <a:gd name="connsiteX3" fmla="*/ 4359 w 4359"/>
                <a:gd name="connsiteY3" fmla="*/ 0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59" h="7111">
                  <a:moveTo>
                    <a:pt x="4359" y="0"/>
                  </a:moveTo>
                  <a:lnTo>
                    <a:pt x="0" y="7112"/>
                  </a:lnTo>
                  <a:lnTo>
                    <a:pt x="4359" y="7112"/>
                  </a:lnTo>
                  <a:lnTo>
                    <a:pt x="435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69145314-9249-AEF7-384F-7CBD5108A482}"/>
                </a:ext>
              </a:extLst>
            </p:cNvPr>
            <p:cNvSpPr>
              <a:spLocks/>
            </p:cNvSpPr>
            <p:nvPr/>
          </p:nvSpPr>
          <p:spPr>
            <a:xfrm>
              <a:off x="4316993" y="2812990"/>
              <a:ext cx="18136" cy="15595"/>
            </a:xfrm>
            <a:custGeom>
              <a:avLst/>
              <a:gdLst>
                <a:gd name="connsiteX0" fmla="*/ 12151 w 12150"/>
                <a:gd name="connsiteY0" fmla="*/ 0 h 10448"/>
                <a:gd name="connsiteX1" fmla="*/ 3525 w 12150"/>
                <a:gd name="connsiteY1" fmla="*/ 7419 h 10448"/>
                <a:gd name="connsiteX2" fmla="*/ 0 w 12150"/>
                <a:gd name="connsiteY2" fmla="*/ 10448 h 10448"/>
                <a:gd name="connsiteX3" fmla="*/ 4035 w 12150"/>
                <a:gd name="connsiteY3" fmla="*/ 10448 h 10448"/>
                <a:gd name="connsiteX4" fmla="*/ 12151 w 12150"/>
                <a:gd name="connsiteY4" fmla="*/ 1976 h 10448"/>
                <a:gd name="connsiteX5" fmla="*/ 12151 w 12150"/>
                <a:gd name="connsiteY5" fmla="*/ 0 h 10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50" h="10448">
                  <a:moveTo>
                    <a:pt x="12151" y="0"/>
                  </a:moveTo>
                  <a:lnTo>
                    <a:pt x="3525" y="7419"/>
                  </a:lnTo>
                  <a:lnTo>
                    <a:pt x="0" y="10448"/>
                  </a:lnTo>
                  <a:lnTo>
                    <a:pt x="4035" y="10448"/>
                  </a:lnTo>
                  <a:lnTo>
                    <a:pt x="12151" y="1976"/>
                  </a:lnTo>
                  <a:lnTo>
                    <a:pt x="1215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178A9C27-740E-969E-14B7-7665EB8D442A}"/>
                </a:ext>
              </a:extLst>
            </p:cNvPr>
            <p:cNvSpPr>
              <a:spLocks/>
            </p:cNvSpPr>
            <p:nvPr/>
          </p:nvSpPr>
          <p:spPr>
            <a:xfrm>
              <a:off x="6054797" y="4385842"/>
              <a:ext cx="17720" cy="6553"/>
            </a:xfrm>
            <a:custGeom>
              <a:avLst/>
              <a:gdLst>
                <a:gd name="connsiteX0" fmla="*/ 0 w 11872"/>
                <a:gd name="connsiteY0" fmla="*/ 2195 h 4390"/>
                <a:gd name="connsiteX1" fmla="*/ 11873 w 11872"/>
                <a:gd name="connsiteY1" fmla="*/ 4390 h 4390"/>
                <a:gd name="connsiteX2" fmla="*/ 11873 w 11872"/>
                <a:gd name="connsiteY2" fmla="*/ 0 h 4390"/>
                <a:gd name="connsiteX3" fmla="*/ 1994 w 11872"/>
                <a:gd name="connsiteY3" fmla="*/ 0 h 4390"/>
                <a:gd name="connsiteX4" fmla="*/ 0 w 11872"/>
                <a:gd name="connsiteY4" fmla="*/ 2195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72" h="4390">
                  <a:moveTo>
                    <a:pt x="0" y="2195"/>
                  </a:moveTo>
                  <a:lnTo>
                    <a:pt x="11873" y="4390"/>
                  </a:lnTo>
                  <a:lnTo>
                    <a:pt x="11873" y="0"/>
                  </a:lnTo>
                  <a:lnTo>
                    <a:pt x="1994" y="0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CFDDCE1D-8398-BA28-D80D-1EFD2E0DF641}"/>
                </a:ext>
              </a:extLst>
            </p:cNvPr>
            <p:cNvSpPr>
              <a:spLocks/>
            </p:cNvSpPr>
            <p:nvPr/>
          </p:nvSpPr>
          <p:spPr>
            <a:xfrm>
              <a:off x="4385731" y="2818363"/>
              <a:ext cx="18205" cy="3669"/>
            </a:xfrm>
            <a:custGeom>
              <a:avLst/>
              <a:gdLst>
                <a:gd name="connsiteX0" fmla="*/ 12197 w 12197"/>
                <a:gd name="connsiteY0" fmla="*/ 1229 h 2458"/>
                <a:gd name="connsiteX1" fmla="*/ 2922 w 12197"/>
                <a:gd name="connsiteY1" fmla="*/ 0 h 2458"/>
                <a:gd name="connsiteX2" fmla="*/ 0 w 12197"/>
                <a:gd name="connsiteY2" fmla="*/ 2458 h 2458"/>
                <a:gd name="connsiteX3" fmla="*/ 10481 w 12197"/>
                <a:gd name="connsiteY3" fmla="*/ 2458 h 2458"/>
                <a:gd name="connsiteX4" fmla="*/ 12197 w 12197"/>
                <a:gd name="connsiteY4" fmla="*/ 1229 h 2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7" h="2458">
                  <a:moveTo>
                    <a:pt x="12197" y="1229"/>
                  </a:moveTo>
                  <a:lnTo>
                    <a:pt x="2922" y="0"/>
                  </a:lnTo>
                  <a:lnTo>
                    <a:pt x="0" y="2458"/>
                  </a:lnTo>
                  <a:lnTo>
                    <a:pt x="10481" y="2458"/>
                  </a:lnTo>
                  <a:lnTo>
                    <a:pt x="12197" y="12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A17C5CB0-5C0B-2D24-A9FC-06D9E86016AA}"/>
                </a:ext>
              </a:extLst>
            </p:cNvPr>
            <p:cNvSpPr>
              <a:spLocks/>
            </p:cNvSpPr>
            <p:nvPr/>
          </p:nvSpPr>
          <p:spPr>
            <a:xfrm>
              <a:off x="2941577" y="3281898"/>
              <a:ext cx="13429" cy="13105"/>
            </a:xfrm>
            <a:custGeom>
              <a:avLst/>
              <a:gdLst>
                <a:gd name="connsiteX0" fmla="*/ 0 w 8997"/>
                <a:gd name="connsiteY0" fmla="*/ 0 h 8780"/>
                <a:gd name="connsiteX1" fmla="*/ 0 w 8997"/>
                <a:gd name="connsiteY1" fmla="*/ 8780 h 8780"/>
                <a:gd name="connsiteX2" fmla="*/ 3757 w 8997"/>
                <a:gd name="connsiteY2" fmla="*/ 8780 h 8780"/>
                <a:gd name="connsiteX3" fmla="*/ 5380 w 8997"/>
                <a:gd name="connsiteY3" fmla="*/ 6322 h 8780"/>
                <a:gd name="connsiteX4" fmla="*/ 8997 w 8997"/>
                <a:gd name="connsiteY4" fmla="*/ 6322 h 8780"/>
                <a:gd name="connsiteX5" fmla="*/ 8997 w 8997"/>
                <a:gd name="connsiteY5" fmla="*/ 4697 h 8780"/>
                <a:gd name="connsiteX6" fmla="*/ 1762 w 8997"/>
                <a:gd name="connsiteY6" fmla="*/ 0 h 8780"/>
                <a:gd name="connsiteX7" fmla="*/ 0 w 8997"/>
                <a:gd name="connsiteY7" fmla="*/ 0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97" h="8780">
                  <a:moveTo>
                    <a:pt x="0" y="0"/>
                  </a:moveTo>
                  <a:lnTo>
                    <a:pt x="0" y="8780"/>
                  </a:lnTo>
                  <a:lnTo>
                    <a:pt x="3757" y="8780"/>
                  </a:lnTo>
                  <a:lnTo>
                    <a:pt x="5380" y="6322"/>
                  </a:lnTo>
                  <a:lnTo>
                    <a:pt x="8997" y="6322"/>
                  </a:lnTo>
                  <a:lnTo>
                    <a:pt x="8997" y="4697"/>
                  </a:lnTo>
                  <a:lnTo>
                    <a:pt x="176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78BE3124-8B56-B462-FD10-234E29A53C55}"/>
                </a:ext>
              </a:extLst>
            </p:cNvPr>
            <p:cNvSpPr>
              <a:spLocks/>
            </p:cNvSpPr>
            <p:nvPr/>
          </p:nvSpPr>
          <p:spPr>
            <a:xfrm>
              <a:off x="4329937" y="2795428"/>
              <a:ext cx="8652" cy="17561"/>
            </a:xfrm>
            <a:custGeom>
              <a:avLst/>
              <a:gdLst>
                <a:gd name="connsiteX0" fmla="*/ 0 w 5797"/>
                <a:gd name="connsiteY0" fmla="*/ 11765 h 11765"/>
                <a:gd name="connsiteX1" fmla="*/ 5797 w 5797"/>
                <a:gd name="connsiteY1" fmla="*/ 3688 h 11765"/>
                <a:gd name="connsiteX2" fmla="*/ 5797 w 5797"/>
                <a:gd name="connsiteY2" fmla="*/ 0 h 11765"/>
                <a:gd name="connsiteX3" fmla="*/ 0 w 5797"/>
                <a:gd name="connsiteY3" fmla="*/ 7639 h 11765"/>
                <a:gd name="connsiteX4" fmla="*/ 0 w 5797"/>
                <a:gd name="connsiteY4" fmla="*/ 11765 h 1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11765">
                  <a:moveTo>
                    <a:pt x="0" y="11765"/>
                  </a:moveTo>
                  <a:lnTo>
                    <a:pt x="5797" y="3688"/>
                  </a:lnTo>
                  <a:lnTo>
                    <a:pt x="5797" y="0"/>
                  </a:lnTo>
                  <a:lnTo>
                    <a:pt x="0" y="7639"/>
                  </a:lnTo>
                  <a:lnTo>
                    <a:pt x="0" y="1176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D29E623-1D2E-A6BB-F601-29D706FCBA35}"/>
                </a:ext>
              </a:extLst>
            </p:cNvPr>
            <p:cNvSpPr>
              <a:spLocks/>
            </p:cNvSpPr>
            <p:nvPr/>
          </p:nvSpPr>
          <p:spPr>
            <a:xfrm>
              <a:off x="3039320" y="3088202"/>
              <a:ext cx="9553" cy="12711"/>
            </a:xfrm>
            <a:custGeom>
              <a:avLst/>
              <a:gdLst>
                <a:gd name="connsiteX0" fmla="*/ 4359 w 6400"/>
                <a:gd name="connsiteY0" fmla="*/ 0 h 8516"/>
                <a:gd name="connsiteX1" fmla="*/ 3200 w 6400"/>
                <a:gd name="connsiteY1" fmla="*/ 2766 h 8516"/>
                <a:gd name="connsiteX2" fmla="*/ 0 w 6400"/>
                <a:gd name="connsiteY2" fmla="*/ 8517 h 8516"/>
                <a:gd name="connsiteX3" fmla="*/ 6400 w 6400"/>
                <a:gd name="connsiteY3" fmla="*/ 4961 h 8516"/>
                <a:gd name="connsiteX4" fmla="*/ 4359 w 6400"/>
                <a:gd name="connsiteY4" fmla="*/ 0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" h="8516">
                  <a:moveTo>
                    <a:pt x="4359" y="0"/>
                  </a:moveTo>
                  <a:lnTo>
                    <a:pt x="3200" y="2766"/>
                  </a:lnTo>
                  <a:lnTo>
                    <a:pt x="0" y="8517"/>
                  </a:lnTo>
                  <a:lnTo>
                    <a:pt x="6400" y="4961"/>
                  </a:lnTo>
                  <a:lnTo>
                    <a:pt x="435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6512D58-7B7E-7891-5DCC-A5C06FD540D4}"/>
                </a:ext>
              </a:extLst>
            </p:cNvPr>
            <p:cNvSpPr>
              <a:spLocks/>
            </p:cNvSpPr>
            <p:nvPr/>
          </p:nvSpPr>
          <p:spPr>
            <a:xfrm>
              <a:off x="4358526" y="2815939"/>
              <a:ext cx="7336" cy="5700"/>
            </a:xfrm>
            <a:custGeom>
              <a:avLst/>
              <a:gdLst>
                <a:gd name="connsiteX0" fmla="*/ 4916 w 4915"/>
                <a:gd name="connsiteY0" fmla="*/ 1888 h 3819"/>
                <a:gd name="connsiteX1" fmla="*/ 3757 w 4915"/>
                <a:gd name="connsiteY1" fmla="*/ 0 h 3819"/>
                <a:gd name="connsiteX2" fmla="*/ 0 w 4915"/>
                <a:gd name="connsiteY2" fmla="*/ 0 h 3819"/>
                <a:gd name="connsiteX3" fmla="*/ 2644 w 4915"/>
                <a:gd name="connsiteY3" fmla="*/ 3819 h 3819"/>
                <a:gd name="connsiteX4" fmla="*/ 4916 w 4915"/>
                <a:gd name="connsiteY4" fmla="*/ 1888 h 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3819">
                  <a:moveTo>
                    <a:pt x="4916" y="1888"/>
                  </a:moveTo>
                  <a:lnTo>
                    <a:pt x="3757" y="0"/>
                  </a:lnTo>
                  <a:lnTo>
                    <a:pt x="0" y="0"/>
                  </a:lnTo>
                  <a:lnTo>
                    <a:pt x="2644" y="3819"/>
                  </a:lnTo>
                  <a:lnTo>
                    <a:pt x="4916" y="18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F83AD047-C432-086F-E055-F4B98AE6DB0D}"/>
                </a:ext>
              </a:extLst>
            </p:cNvPr>
            <p:cNvSpPr>
              <a:spLocks/>
            </p:cNvSpPr>
            <p:nvPr/>
          </p:nvSpPr>
          <p:spPr>
            <a:xfrm>
              <a:off x="3015305" y="3051460"/>
              <a:ext cx="21799" cy="31040"/>
            </a:xfrm>
            <a:custGeom>
              <a:avLst/>
              <a:gdLst>
                <a:gd name="connsiteX0" fmla="*/ 6535 w 14605"/>
                <a:gd name="connsiteY0" fmla="*/ 13114 h 20796"/>
                <a:gd name="connsiteX1" fmla="*/ 9272 w 14605"/>
                <a:gd name="connsiteY1" fmla="*/ 19699 h 20796"/>
                <a:gd name="connsiteX2" fmla="*/ 11730 w 14605"/>
                <a:gd name="connsiteY2" fmla="*/ 20796 h 20796"/>
                <a:gd name="connsiteX3" fmla="*/ 12008 w 14605"/>
                <a:gd name="connsiteY3" fmla="*/ 15089 h 20796"/>
                <a:gd name="connsiteX4" fmla="*/ 14605 w 14605"/>
                <a:gd name="connsiteY4" fmla="*/ 11709 h 20796"/>
                <a:gd name="connsiteX5" fmla="*/ 10524 w 14605"/>
                <a:gd name="connsiteY5" fmla="*/ 5958 h 20796"/>
                <a:gd name="connsiteX6" fmla="*/ 7927 w 14605"/>
                <a:gd name="connsiteY6" fmla="*/ 7890 h 20796"/>
                <a:gd name="connsiteX7" fmla="*/ 3845 w 14605"/>
                <a:gd name="connsiteY7" fmla="*/ 207 h 20796"/>
                <a:gd name="connsiteX8" fmla="*/ 1805 w 14605"/>
                <a:gd name="connsiteY8" fmla="*/ 10480 h 20796"/>
                <a:gd name="connsiteX9" fmla="*/ 6443 w 14605"/>
                <a:gd name="connsiteY9" fmla="*/ 13070 h 2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05" h="20796">
                  <a:moveTo>
                    <a:pt x="6535" y="13114"/>
                  </a:moveTo>
                  <a:lnTo>
                    <a:pt x="9272" y="19699"/>
                  </a:lnTo>
                  <a:lnTo>
                    <a:pt x="11730" y="20796"/>
                  </a:lnTo>
                  <a:lnTo>
                    <a:pt x="12008" y="15089"/>
                  </a:lnTo>
                  <a:lnTo>
                    <a:pt x="14605" y="11709"/>
                  </a:lnTo>
                  <a:lnTo>
                    <a:pt x="10524" y="5958"/>
                  </a:lnTo>
                  <a:lnTo>
                    <a:pt x="7927" y="7890"/>
                  </a:lnTo>
                  <a:lnTo>
                    <a:pt x="3845" y="207"/>
                  </a:lnTo>
                  <a:cubicBezTo>
                    <a:pt x="-3389" y="-1724"/>
                    <a:pt x="1805" y="10480"/>
                    <a:pt x="1805" y="10480"/>
                  </a:cubicBezTo>
                  <a:lnTo>
                    <a:pt x="6443" y="130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214C2A97-D026-36EB-45EE-3E69B18AA215}"/>
                </a:ext>
              </a:extLst>
            </p:cNvPr>
            <p:cNvSpPr>
              <a:spLocks/>
            </p:cNvSpPr>
            <p:nvPr/>
          </p:nvSpPr>
          <p:spPr>
            <a:xfrm>
              <a:off x="6335086" y="2436211"/>
              <a:ext cx="16544" cy="46719"/>
            </a:xfrm>
            <a:custGeom>
              <a:avLst/>
              <a:gdLst>
                <a:gd name="connsiteX0" fmla="*/ 4406 w 11084"/>
                <a:gd name="connsiteY0" fmla="*/ 790 h 31300"/>
                <a:gd name="connsiteX1" fmla="*/ 0 w 11084"/>
                <a:gd name="connsiteY1" fmla="*/ 4741 h 31300"/>
                <a:gd name="connsiteX2" fmla="*/ 1809 w 11084"/>
                <a:gd name="connsiteY2" fmla="*/ 10668 h 31300"/>
                <a:gd name="connsiteX3" fmla="*/ 1809 w 11084"/>
                <a:gd name="connsiteY3" fmla="*/ 10975 h 31300"/>
                <a:gd name="connsiteX4" fmla="*/ 1809 w 11084"/>
                <a:gd name="connsiteY4" fmla="*/ 20062 h 31300"/>
                <a:gd name="connsiteX5" fmla="*/ 5333 w 11084"/>
                <a:gd name="connsiteY5" fmla="*/ 27789 h 31300"/>
                <a:gd name="connsiteX6" fmla="*/ 8765 w 11084"/>
                <a:gd name="connsiteY6" fmla="*/ 31301 h 31300"/>
                <a:gd name="connsiteX7" fmla="*/ 11084 w 11084"/>
                <a:gd name="connsiteY7" fmla="*/ 26077 h 31300"/>
                <a:gd name="connsiteX8" fmla="*/ 2087 w 11084"/>
                <a:gd name="connsiteY8" fmla="*/ 17472 h 31300"/>
                <a:gd name="connsiteX9" fmla="*/ 6122 w 11084"/>
                <a:gd name="connsiteY9" fmla="*/ 13170 h 31300"/>
                <a:gd name="connsiteX10" fmla="*/ 4684 w 11084"/>
                <a:gd name="connsiteY10" fmla="*/ 6892 h 31300"/>
                <a:gd name="connsiteX11" fmla="*/ 6122 w 11084"/>
                <a:gd name="connsiteY11" fmla="*/ 0 h 31300"/>
                <a:gd name="connsiteX12" fmla="*/ 4731 w 11084"/>
                <a:gd name="connsiteY12" fmla="*/ 0 h 31300"/>
                <a:gd name="connsiteX13" fmla="*/ 4638 w 11084"/>
                <a:gd name="connsiteY13" fmla="*/ 263 h 31300"/>
                <a:gd name="connsiteX14" fmla="*/ 4313 w 11084"/>
                <a:gd name="connsiteY14" fmla="*/ 790 h 3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084" h="31300">
                  <a:moveTo>
                    <a:pt x="4406" y="790"/>
                  </a:moveTo>
                  <a:lnTo>
                    <a:pt x="0" y="4741"/>
                  </a:lnTo>
                  <a:lnTo>
                    <a:pt x="1809" y="10668"/>
                  </a:lnTo>
                  <a:cubicBezTo>
                    <a:pt x="1809" y="10668"/>
                    <a:pt x="1809" y="10887"/>
                    <a:pt x="1809" y="10975"/>
                  </a:cubicBezTo>
                  <a:lnTo>
                    <a:pt x="1809" y="20062"/>
                  </a:lnTo>
                  <a:lnTo>
                    <a:pt x="5333" y="27789"/>
                  </a:lnTo>
                  <a:lnTo>
                    <a:pt x="8765" y="31301"/>
                  </a:lnTo>
                  <a:lnTo>
                    <a:pt x="11084" y="26077"/>
                  </a:lnTo>
                  <a:lnTo>
                    <a:pt x="2087" y="17472"/>
                  </a:lnTo>
                  <a:lnTo>
                    <a:pt x="6122" y="13170"/>
                  </a:lnTo>
                  <a:lnTo>
                    <a:pt x="4684" y="6892"/>
                  </a:lnTo>
                  <a:lnTo>
                    <a:pt x="6122" y="0"/>
                  </a:lnTo>
                  <a:lnTo>
                    <a:pt x="4731" y="0"/>
                  </a:lnTo>
                  <a:lnTo>
                    <a:pt x="4638" y="263"/>
                  </a:lnTo>
                  <a:cubicBezTo>
                    <a:pt x="4638" y="263"/>
                    <a:pt x="4452" y="658"/>
                    <a:pt x="4313" y="7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A1ED7EBF-F440-FBD1-9E0E-97D3FEE35664}"/>
                </a:ext>
              </a:extLst>
            </p:cNvPr>
            <p:cNvSpPr>
              <a:spLocks/>
            </p:cNvSpPr>
            <p:nvPr/>
          </p:nvSpPr>
          <p:spPr>
            <a:xfrm>
              <a:off x="2985741" y="2848244"/>
              <a:ext cx="7336" cy="12253"/>
            </a:xfrm>
            <a:custGeom>
              <a:avLst/>
              <a:gdLst>
                <a:gd name="connsiteX0" fmla="*/ 4916 w 4915"/>
                <a:gd name="connsiteY0" fmla="*/ 6322 h 8209"/>
                <a:gd name="connsiteX1" fmla="*/ 2597 w 4915"/>
                <a:gd name="connsiteY1" fmla="*/ 0 h 8209"/>
                <a:gd name="connsiteX2" fmla="*/ 0 w 4915"/>
                <a:gd name="connsiteY2" fmla="*/ 6014 h 8209"/>
                <a:gd name="connsiteX3" fmla="*/ 2597 w 4915"/>
                <a:gd name="connsiteY3" fmla="*/ 8209 h 8209"/>
                <a:gd name="connsiteX4" fmla="*/ 4916 w 4915"/>
                <a:gd name="connsiteY4" fmla="*/ 6322 h 8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8209">
                  <a:moveTo>
                    <a:pt x="4916" y="6322"/>
                  </a:moveTo>
                  <a:lnTo>
                    <a:pt x="2597" y="0"/>
                  </a:lnTo>
                  <a:lnTo>
                    <a:pt x="0" y="6014"/>
                  </a:lnTo>
                  <a:lnTo>
                    <a:pt x="2597" y="8209"/>
                  </a:lnTo>
                  <a:lnTo>
                    <a:pt x="4916" y="63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E6B8EE86-63D9-4C7F-1A3C-268697266AD7}"/>
                </a:ext>
              </a:extLst>
            </p:cNvPr>
            <p:cNvSpPr>
              <a:spLocks/>
            </p:cNvSpPr>
            <p:nvPr/>
          </p:nvSpPr>
          <p:spPr>
            <a:xfrm>
              <a:off x="4345098" y="2840447"/>
              <a:ext cx="9068" cy="6946"/>
            </a:xfrm>
            <a:custGeom>
              <a:avLst/>
              <a:gdLst>
                <a:gd name="connsiteX0" fmla="*/ 1438 w 6075"/>
                <a:gd name="connsiteY0" fmla="*/ 0 h 4653"/>
                <a:gd name="connsiteX1" fmla="*/ 0 w 6075"/>
                <a:gd name="connsiteY1" fmla="*/ 4653 h 4653"/>
                <a:gd name="connsiteX2" fmla="*/ 6075 w 6075"/>
                <a:gd name="connsiteY2" fmla="*/ 0 h 4653"/>
                <a:gd name="connsiteX3" fmla="*/ 1438 w 6075"/>
                <a:gd name="connsiteY3" fmla="*/ 0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75" h="4653">
                  <a:moveTo>
                    <a:pt x="1438" y="0"/>
                  </a:moveTo>
                  <a:lnTo>
                    <a:pt x="0" y="4653"/>
                  </a:lnTo>
                  <a:lnTo>
                    <a:pt x="6075" y="0"/>
                  </a:lnTo>
                  <a:lnTo>
                    <a:pt x="14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1AFCF431-BE15-7325-B372-8301861538DE}"/>
                </a:ext>
              </a:extLst>
            </p:cNvPr>
            <p:cNvSpPr>
              <a:spLocks/>
            </p:cNvSpPr>
            <p:nvPr/>
          </p:nvSpPr>
          <p:spPr>
            <a:xfrm>
              <a:off x="3009070" y="3126731"/>
              <a:ext cx="6367" cy="8977"/>
            </a:xfrm>
            <a:custGeom>
              <a:avLst/>
              <a:gdLst>
                <a:gd name="connsiteX0" fmla="*/ 4267 w 4266"/>
                <a:gd name="connsiteY0" fmla="*/ 1361 h 6014"/>
                <a:gd name="connsiteX1" fmla="*/ 2597 w 4266"/>
                <a:gd name="connsiteY1" fmla="*/ 0 h 6014"/>
                <a:gd name="connsiteX2" fmla="*/ 0 w 4266"/>
                <a:gd name="connsiteY2" fmla="*/ 0 h 6014"/>
                <a:gd name="connsiteX3" fmla="*/ 0 w 4266"/>
                <a:gd name="connsiteY3" fmla="*/ 6014 h 6014"/>
                <a:gd name="connsiteX4" fmla="*/ 2597 w 4266"/>
                <a:gd name="connsiteY4" fmla="*/ 6014 h 6014"/>
                <a:gd name="connsiteX5" fmla="*/ 4267 w 4266"/>
                <a:gd name="connsiteY5" fmla="*/ 1361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66" h="6014">
                  <a:moveTo>
                    <a:pt x="4267" y="1361"/>
                  </a:moveTo>
                  <a:lnTo>
                    <a:pt x="2597" y="0"/>
                  </a:lnTo>
                  <a:lnTo>
                    <a:pt x="0" y="0"/>
                  </a:lnTo>
                  <a:lnTo>
                    <a:pt x="0" y="6014"/>
                  </a:lnTo>
                  <a:lnTo>
                    <a:pt x="2597" y="6014"/>
                  </a:lnTo>
                  <a:lnTo>
                    <a:pt x="4267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C563BD00-514B-8EDF-45BC-8525C86D5B4D}"/>
                </a:ext>
              </a:extLst>
            </p:cNvPr>
            <p:cNvSpPr>
              <a:spLocks/>
            </p:cNvSpPr>
            <p:nvPr/>
          </p:nvSpPr>
          <p:spPr>
            <a:xfrm>
              <a:off x="1903214" y="2193764"/>
              <a:ext cx="34196" cy="57793"/>
            </a:xfrm>
            <a:custGeom>
              <a:avLst/>
              <a:gdLst>
                <a:gd name="connsiteX0" fmla="*/ 22910 w 22910"/>
                <a:gd name="connsiteY0" fmla="*/ 0 h 38719"/>
                <a:gd name="connsiteX1" fmla="*/ 15073 w 22910"/>
                <a:gd name="connsiteY1" fmla="*/ 6848 h 38719"/>
                <a:gd name="connsiteX2" fmla="*/ 13913 w 22910"/>
                <a:gd name="connsiteY2" fmla="*/ 10712 h 38719"/>
                <a:gd name="connsiteX3" fmla="*/ 11455 w 22910"/>
                <a:gd name="connsiteY3" fmla="*/ 11238 h 38719"/>
                <a:gd name="connsiteX4" fmla="*/ 9275 w 22910"/>
                <a:gd name="connsiteY4" fmla="*/ 25243 h 38719"/>
                <a:gd name="connsiteX5" fmla="*/ 3478 w 22910"/>
                <a:gd name="connsiteY5" fmla="*/ 28535 h 38719"/>
                <a:gd name="connsiteX6" fmla="*/ 3478 w 22910"/>
                <a:gd name="connsiteY6" fmla="*/ 34593 h 38719"/>
                <a:gd name="connsiteX7" fmla="*/ 0 w 22910"/>
                <a:gd name="connsiteY7" fmla="*/ 37052 h 38719"/>
                <a:gd name="connsiteX8" fmla="*/ 1438 w 22910"/>
                <a:gd name="connsiteY8" fmla="*/ 38720 h 38719"/>
                <a:gd name="connsiteX9" fmla="*/ 6400 w 22910"/>
                <a:gd name="connsiteY9" fmla="*/ 34593 h 38719"/>
                <a:gd name="connsiteX10" fmla="*/ 6400 w 22910"/>
                <a:gd name="connsiteY10" fmla="*/ 29369 h 38719"/>
                <a:gd name="connsiteX11" fmla="*/ 12475 w 22910"/>
                <a:gd name="connsiteY11" fmla="*/ 25550 h 38719"/>
                <a:gd name="connsiteX12" fmla="*/ 12475 w 22910"/>
                <a:gd name="connsiteY12" fmla="*/ 21687 h 38719"/>
                <a:gd name="connsiteX13" fmla="*/ 12475 w 22910"/>
                <a:gd name="connsiteY13" fmla="*/ 13170 h 38719"/>
                <a:gd name="connsiteX14" fmla="*/ 16232 w 22910"/>
                <a:gd name="connsiteY14" fmla="*/ 11546 h 38719"/>
                <a:gd name="connsiteX15" fmla="*/ 16232 w 22910"/>
                <a:gd name="connsiteY15" fmla="*/ 9614 h 38719"/>
                <a:gd name="connsiteX16" fmla="*/ 22910 w 22910"/>
                <a:gd name="connsiteY16" fmla="*/ 4127 h 38719"/>
                <a:gd name="connsiteX17" fmla="*/ 22910 w 22910"/>
                <a:gd name="connsiteY17" fmla="*/ 0 h 38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910" h="38719">
                  <a:moveTo>
                    <a:pt x="22910" y="0"/>
                  </a:moveTo>
                  <a:lnTo>
                    <a:pt x="15073" y="6848"/>
                  </a:lnTo>
                  <a:lnTo>
                    <a:pt x="13913" y="10712"/>
                  </a:lnTo>
                  <a:lnTo>
                    <a:pt x="11455" y="11238"/>
                  </a:lnTo>
                  <a:lnTo>
                    <a:pt x="9275" y="25243"/>
                  </a:lnTo>
                  <a:lnTo>
                    <a:pt x="3478" y="28535"/>
                  </a:lnTo>
                  <a:lnTo>
                    <a:pt x="3478" y="34593"/>
                  </a:lnTo>
                  <a:lnTo>
                    <a:pt x="0" y="37052"/>
                  </a:lnTo>
                  <a:lnTo>
                    <a:pt x="1438" y="38720"/>
                  </a:lnTo>
                  <a:lnTo>
                    <a:pt x="6400" y="34593"/>
                  </a:lnTo>
                  <a:lnTo>
                    <a:pt x="6400" y="29369"/>
                  </a:lnTo>
                  <a:lnTo>
                    <a:pt x="12475" y="25550"/>
                  </a:lnTo>
                  <a:lnTo>
                    <a:pt x="12475" y="21687"/>
                  </a:lnTo>
                  <a:lnTo>
                    <a:pt x="12475" y="13170"/>
                  </a:lnTo>
                  <a:lnTo>
                    <a:pt x="16232" y="11546"/>
                  </a:lnTo>
                  <a:lnTo>
                    <a:pt x="16232" y="9614"/>
                  </a:lnTo>
                  <a:lnTo>
                    <a:pt x="22910" y="4127"/>
                  </a:lnTo>
                  <a:lnTo>
                    <a:pt x="2291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DC3DF7D1-E44C-EFAE-21A6-FF84F3DDC4B5}"/>
                </a:ext>
              </a:extLst>
            </p:cNvPr>
            <p:cNvSpPr>
              <a:spLocks/>
            </p:cNvSpPr>
            <p:nvPr/>
          </p:nvSpPr>
          <p:spPr>
            <a:xfrm>
              <a:off x="4257736" y="4102686"/>
              <a:ext cx="24229" cy="17561"/>
            </a:xfrm>
            <a:custGeom>
              <a:avLst/>
              <a:gdLst>
                <a:gd name="connsiteX0" fmla="*/ 8116 w 16232"/>
                <a:gd name="connsiteY0" fmla="*/ 4917 h 11765"/>
                <a:gd name="connsiteX1" fmla="*/ 0 w 16232"/>
                <a:gd name="connsiteY1" fmla="*/ 0 h 11765"/>
                <a:gd name="connsiteX2" fmla="*/ 4638 w 16232"/>
                <a:gd name="connsiteY2" fmla="*/ 6848 h 11765"/>
                <a:gd name="connsiteX3" fmla="*/ 16232 w 16232"/>
                <a:gd name="connsiteY3" fmla="*/ 11765 h 11765"/>
                <a:gd name="connsiteX4" fmla="*/ 16232 w 16232"/>
                <a:gd name="connsiteY4" fmla="*/ 7375 h 11765"/>
                <a:gd name="connsiteX5" fmla="*/ 14191 w 16232"/>
                <a:gd name="connsiteY5" fmla="*/ 1888 h 11765"/>
                <a:gd name="connsiteX6" fmla="*/ 8116 w 16232"/>
                <a:gd name="connsiteY6" fmla="*/ 4917 h 1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32" h="11765">
                  <a:moveTo>
                    <a:pt x="8116" y="4917"/>
                  </a:moveTo>
                  <a:lnTo>
                    <a:pt x="0" y="0"/>
                  </a:lnTo>
                  <a:cubicBezTo>
                    <a:pt x="0" y="0"/>
                    <a:pt x="2875" y="3863"/>
                    <a:pt x="4638" y="6848"/>
                  </a:cubicBezTo>
                  <a:cubicBezTo>
                    <a:pt x="6400" y="9834"/>
                    <a:pt x="16232" y="11765"/>
                    <a:pt x="16232" y="11765"/>
                  </a:cubicBezTo>
                  <a:lnTo>
                    <a:pt x="16232" y="7375"/>
                  </a:lnTo>
                  <a:lnTo>
                    <a:pt x="14191" y="1888"/>
                  </a:lnTo>
                  <a:lnTo>
                    <a:pt x="8116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2C2B3D10-5ED7-D210-C511-7F7008D0A959}"/>
                </a:ext>
              </a:extLst>
            </p:cNvPr>
            <p:cNvSpPr>
              <a:spLocks/>
            </p:cNvSpPr>
            <p:nvPr/>
          </p:nvSpPr>
          <p:spPr>
            <a:xfrm>
              <a:off x="4684712" y="4283671"/>
              <a:ext cx="36342" cy="22148"/>
            </a:xfrm>
            <a:custGeom>
              <a:avLst/>
              <a:gdLst>
                <a:gd name="connsiteX0" fmla="*/ 14238 w 24348"/>
                <a:gd name="connsiteY0" fmla="*/ 7419 h 14838"/>
                <a:gd name="connsiteX1" fmla="*/ 4081 w 24348"/>
                <a:gd name="connsiteY1" fmla="*/ 7419 h 14838"/>
                <a:gd name="connsiteX2" fmla="*/ 0 w 24348"/>
                <a:gd name="connsiteY2" fmla="*/ 13170 h 14838"/>
                <a:gd name="connsiteX3" fmla="*/ 2319 w 24348"/>
                <a:gd name="connsiteY3" fmla="*/ 14838 h 14838"/>
                <a:gd name="connsiteX4" fmla="*/ 8116 w 24348"/>
                <a:gd name="connsiteY4" fmla="*/ 9307 h 14838"/>
                <a:gd name="connsiteX5" fmla="*/ 16232 w 24348"/>
                <a:gd name="connsiteY5" fmla="*/ 9307 h 14838"/>
                <a:gd name="connsiteX6" fmla="*/ 24348 w 24348"/>
                <a:gd name="connsiteY6" fmla="*/ 4390 h 14838"/>
                <a:gd name="connsiteX7" fmla="*/ 21751 w 24348"/>
                <a:gd name="connsiteY7" fmla="*/ 0 h 14838"/>
                <a:gd name="connsiteX8" fmla="*/ 14238 w 24348"/>
                <a:gd name="connsiteY8" fmla="*/ 7419 h 1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348" h="14838">
                  <a:moveTo>
                    <a:pt x="14238" y="7419"/>
                  </a:moveTo>
                  <a:lnTo>
                    <a:pt x="4081" y="7419"/>
                  </a:lnTo>
                  <a:lnTo>
                    <a:pt x="0" y="13170"/>
                  </a:lnTo>
                  <a:lnTo>
                    <a:pt x="2319" y="14838"/>
                  </a:lnTo>
                  <a:lnTo>
                    <a:pt x="8116" y="9307"/>
                  </a:lnTo>
                  <a:lnTo>
                    <a:pt x="16232" y="9307"/>
                  </a:lnTo>
                  <a:lnTo>
                    <a:pt x="24348" y="4390"/>
                  </a:lnTo>
                  <a:lnTo>
                    <a:pt x="21751" y="0"/>
                  </a:lnTo>
                  <a:lnTo>
                    <a:pt x="14238" y="74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1F1ED9C0-8B9F-91F6-F61B-AAC7607ABEED}"/>
                </a:ext>
              </a:extLst>
            </p:cNvPr>
            <p:cNvSpPr>
              <a:spLocks/>
            </p:cNvSpPr>
            <p:nvPr/>
          </p:nvSpPr>
          <p:spPr>
            <a:xfrm>
              <a:off x="4433358" y="4567074"/>
              <a:ext cx="28104" cy="28635"/>
            </a:xfrm>
            <a:custGeom>
              <a:avLst/>
              <a:gdLst>
                <a:gd name="connsiteX0" fmla="*/ 16510 w 18829"/>
                <a:gd name="connsiteY0" fmla="*/ 0 h 19184"/>
                <a:gd name="connsiteX1" fmla="*/ 11038 w 18829"/>
                <a:gd name="connsiteY1" fmla="*/ 7946 h 19184"/>
                <a:gd name="connsiteX2" fmla="*/ 5797 w 18829"/>
                <a:gd name="connsiteY2" fmla="*/ 13170 h 19184"/>
                <a:gd name="connsiteX3" fmla="*/ 0 w 18829"/>
                <a:gd name="connsiteY3" fmla="*/ 15102 h 19184"/>
                <a:gd name="connsiteX4" fmla="*/ 0 w 18829"/>
                <a:gd name="connsiteY4" fmla="*/ 19184 h 19184"/>
                <a:gd name="connsiteX5" fmla="*/ 6075 w 18829"/>
                <a:gd name="connsiteY5" fmla="*/ 15936 h 19184"/>
                <a:gd name="connsiteX6" fmla="*/ 11873 w 18829"/>
                <a:gd name="connsiteY6" fmla="*/ 10975 h 19184"/>
                <a:gd name="connsiteX7" fmla="*/ 18829 w 18829"/>
                <a:gd name="connsiteY7" fmla="*/ 3029 h 19184"/>
                <a:gd name="connsiteX8" fmla="*/ 16510 w 18829"/>
                <a:gd name="connsiteY8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9" h="19184">
                  <a:moveTo>
                    <a:pt x="16510" y="0"/>
                  </a:moveTo>
                  <a:lnTo>
                    <a:pt x="11038" y="7946"/>
                  </a:lnTo>
                  <a:lnTo>
                    <a:pt x="5797" y="13170"/>
                  </a:lnTo>
                  <a:lnTo>
                    <a:pt x="0" y="15102"/>
                  </a:lnTo>
                  <a:lnTo>
                    <a:pt x="0" y="19184"/>
                  </a:lnTo>
                  <a:lnTo>
                    <a:pt x="6075" y="15936"/>
                  </a:lnTo>
                  <a:lnTo>
                    <a:pt x="11873" y="10975"/>
                  </a:lnTo>
                  <a:lnTo>
                    <a:pt x="18829" y="3029"/>
                  </a:lnTo>
                  <a:lnTo>
                    <a:pt x="1651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37B6147F-986E-87BF-FC58-A3A0A109B90D}"/>
                </a:ext>
              </a:extLst>
            </p:cNvPr>
            <p:cNvSpPr>
              <a:spLocks/>
            </p:cNvSpPr>
            <p:nvPr/>
          </p:nvSpPr>
          <p:spPr>
            <a:xfrm>
              <a:off x="4453294" y="4782459"/>
              <a:ext cx="38903" cy="51240"/>
            </a:xfrm>
            <a:custGeom>
              <a:avLst/>
              <a:gdLst>
                <a:gd name="connsiteX0" fmla="*/ 16232 w 26063"/>
                <a:gd name="connsiteY0" fmla="*/ 0 h 34329"/>
                <a:gd name="connsiteX1" fmla="*/ 13032 w 26063"/>
                <a:gd name="connsiteY1" fmla="*/ 0 h 34329"/>
                <a:gd name="connsiteX2" fmla="*/ 14748 w 26063"/>
                <a:gd name="connsiteY2" fmla="*/ 7156 h 34329"/>
                <a:gd name="connsiteX3" fmla="*/ 9275 w 26063"/>
                <a:gd name="connsiteY3" fmla="*/ 20896 h 34329"/>
                <a:gd name="connsiteX4" fmla="*/ 4313 w 26063"/>
                <a:gd name="connsiteY4" fmla="*/ 22784 h 34329"/>
                <a:gd name="connsiteX5" fmla="*/ 1716 w 26063"/>
                <a:gd name="connsiteY5" fmla="*/ 28535 h 34329"/>
                <a:gd name="connsiteX6" fmla="*/ 0 w 26063"/>
                <a:gd name="connsiteY6" fmla="*/ 29940 h 34329"/>
                <a:gd name="connsiteX7" fmla="*/ 0 w 26063"/>
                <a:gd name="connsiteY7" fmla="*/ 34330 h 34329"/>
                <a:gd name="connsiteX8" fmla="*/ 3757 w 26063"/>
                <a:gd name="connsiteY8" fmla="*/ 32135 h 34329"/>
                <a:gd name="connsiteX9" fmla="*/ 10991 w 26063"/>
                <a:gd name="connsiteY9" fmla="*/ 26647 h 34329"/>
                <a:gd name="connsiteX10" fmla="*/ 16232 w 26063"/>
                <a:gd name="connsiteY10" fmla="*/ 22257 h 34329"/>
                <a:gd name="connsiteX11" fmla="*/ 16232 w 26063"/>
                <a:gd name="connsiteY11" fmla="*/ 17297 h 34329"/>
                <a:gd name="connsiteX12" fmla="*/ 22586 w 26063"/>
                <a:gd name="connsiteY12" fmla="*/ 11809 h 34329"/>
                <a:gd name="connsiteX13" fmla="*/ 26064 w 26063"/>
                <a:gd name="connsiteY13" fmla="*/ 6058 h 34329"/>
                <a:gd name="connsiteX14" fmla="*/ 26064 w 26063"/>
                <a:gd name="connsiteY14" fmla="*/ 4390 h 34329"/>
                <a:gd name="connsiteX15" fmla="*/ 19664 w 26063"/>
                <a:gd name="connsiteY15" fmla="*/ 6058 h 34329"/>
                <a:gd name="connsiteX16" fmla="*/ 16232 w 26063"/>
                <a:gd name="connsiteY16" fmla="*/ 0 h 34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063" h="34329">
                  <a:moveTo>
                    <a:pt x="16232" y="0"/>
                  </a:moveTo>
                  <a:lnTo>
                    <a:pt x="13032" y="0"/>
                  </a:lnTo>
                  <a:lnTo>
                    <a:pt x="14748" y="7156"/>
                  </a:lnTo>
                  <a:lnTo>
                    <a:pt x="9275" y="20896"/>
                  </a:lnTo>
                  <a:lnTo>
                    <a:pt x="4313" y="22784"/>
                  </a:lnTo>
                  <a:lnTo>
                    <a:pt x="1716" y="28535"/>
                  </a:lnTo>
                  <a:lnTo>
                    <a:pt x="0" y="29940"/>
                  </a:lnTo>
                  <a:lnTo>
                    <a:pt x="0" y="34330"/>
                  </a:lnTo>
                  <a:lnTo>
                    <a:pt x="3757" y="32135"/>
                  </a:lnTo>
                  <a:lnTo>
                    <a:pt x="10991" y="26647"/>
                  </a:lnTo>
                  <a:lnTo>
                    <a:pt x="16232" y="22257"/>
                  </a:lnTo>
                  <a:lnTo>
                    <a:pt x="16232" y="17297"/>
                  </a:lnTo>
                  <a:lnTo>
                    <a:pt x="22586" y="11809"/>
                  </a:lnTo>
                  <a:lnTo>
                    <a:pt x="26064" y="6058"/>
                  </a:lnTo>
                  <a:lnTo>
                    <a:pt x="26064" y="4390"/>
                  </a:lnTo>
                  <a:lnTo>
                    <a:pt x="19664" y="6058"/>
                  </a:lnTo>
                  <a:lnTo>
                    <a:pt x="16232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92C3FA6B-2357-65E7-B288-8C6BBA5FB72C}"/>
                </a:ext>
              </a:extLst>
            </p:cNvPr>
            <p:cNvSpPr>
              <a:spLocks/>
            </p:cNvSpPr>
            <p:nvPr/>
          </p:nvSpPr>
          <p:spPr>
            <a:xfrm>
              <a:off x="4508674" y="4161203"/>
              <a:ext cx="12044" cy="26669"/>
            </a:xfrm>
            <a:custGeom>
              <a:avLst/>
              <a:gdLst>
                <a:gd name="connsiteX0" fmla="*/ 4035 w 8069"/>
                <a:gd name="connsiteY0" fmla="*/ 0 h 17867"/>
                <a:gd name="connsiteX1" fmla="*/ 0 w 8069"/>
                <a:gd name="connsiteY1" fmla="*/ 0 h 17867"/>
                <a:gd name="connsiteX2" fmla="*/ 1113 w 8069"/>
                <a:gd name="connsiteY2" fmla="*/ 8912 h 17867"/>
                <a:gd name="connsiteX3" fmla="*/ 6075 w 8069"/>
                <a:gd name="connsiteY3" fmla="*/ 17867 h 17867"/>
                <a:gd name="connsiteX4" fmla="*/ 8070 w 8069"/>
                <a:gd name="connsiteY4" fmla="*/ 12907 h 17867"/>
                <a:gd name="connsiteX5" fmla="*/ 4035 w 8069"/>
                <a:gd name="connsiteY5" fmla="*/ 8253 h 17867"/>
                <a:gd name="connsiteX6" fmla="*/ 4035 w 8069"/>
                <a:gd name="connsiteY6" fmla="*/ 0 h 1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69" h="17867">
                  <a:moveTo>
                    <a:pt x="4035" y="0"/>
                  </a:moveTo>
                  <a:lnTo>
                    <a:pt x="0" y="0"/>
                  </a:lnTo>
                  <a:lnTo>
                    <a:pt x="1113" y="8912"/>
                  </a:lnTo>
                  <a:lnTo>
                    <a:pt x="6075" y="17867"/>
                  </a:lnTo>
                  <a:lnTo>
                    <a:pt x="8070" y="12907"/>
                  </a:lnTo>
                  <a:lnTo>
                    <a:pt x="4035" y="8253"/>
                  </a:lnTo>
                  <a:lnTo>
                    <a:pt x="403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95334923-A718-1A29-9A0B-DB31EF0FE144}"/>
                </a:ext>
              </a:extLst>
            </p:cNvPr>
            <p:cNvSpPr>
              <a:spLocks/>
            </p:cNvSpPr>
            <p:nvPr/>
          </p:nvSpPr>
          <p:spPr>
            <a:xfrm>
              <a:off x="5108570" y="2061999"/>
              <a:ext cx="256682" cy="167072"/>
            </a:xfrm>
            <a:custGeom>
              <a:avLst/>
              <a:gdLst>
                <a:gd name="connsiteX0" fmla="*/ 116917 w 171966"/>
                <a:gd name="connsiteY0" fmla="*/ 95959 h 111931"/>
                <a:gd name="connsiteX1" fmla="*/ 127074 w 171966"/>
                <a:gd name="connsiteY1" fmla="*/ 93237 h 111931"/>
                <a:gd name="connsiteX2" fmla="*/ 144744 w 171966"/>
                <a:gd name="connsiteY2" fmla="*/ 80901 h 111931"/>
                <a:gd name="connsiteX3" fmla="*/ 147619 w 171966"/>
                <a:gd name="connsiteY3" fmla="*/ 83096 h 111931"/>
                <a:gd name="connsiteX4" fmla="*/ 151978 w 171966"/>
                <a:gd name="connsiteY4" fmla="*/ 80901 h 111931"/>
                <a:gd name="connsiteX5" fmla="*/ 154297 w 171966"/>
                <a:gd name="connsiteY5" fmla="*/ 77345 h 111931"/>
                <a:gd name="connsiteX6" fmla="*/ 156894 w 171966"/>
                <a:gd name="connsiteY6" fmla="*/ 77345 h 111931"/>
                <a:gd name="connsiteX7" fmla="*/ 158332 w 171966"/>
                <a:gd name="connsiteY7" fmla="*/ 73789 h 111931"/>
                <a:gd name="connsiteX8" fmla="*/ 155735 w 171966"/>
                <a:gd name="connsiteY8" fmla="*/ 71068 h 111931"/>
                <a:gd name="connsiteX9" fmla="*/ 162692 w 171966"/>
                <a:gd name="connsiteY9" fmla="*/ 67511 h 111931"/>
                <a:gd name="connsiteX10" fmla="*/ 164454 w 171966"/>
                <a:gd name="connsiteY10" fmla="*/ 65053 h 111931"/>
                <a:gd name="connsiteX11" fmla="*/ 167654 w 171966"/>
                <a:gd name="connsiteY11" fmla="*/ 63385 h 111931"/>
                <a:gd name="connsiteX12" fmla="*/ 168535 w 171966"/>
                <a:gd name="connsiteY12" fmla="*/ 59522 h 111931"/>
                <a:gd name="connsiteX13" fmla="*/ 165335 w 171966"/>
                <a:gd name="connsiteY13" fmla="*/ 56800 h 111931"/>
                <a:gd name="connsiteX14" fmla="*/ 171967 w 171966"/>
                <a:gd name="connsiteY14" fmla="*/ 56800 h 111931"/>
                <a:gd name="connsiteX15" fmla="*/ 171967 w 171966"/>
                <a:gd name="connsiteY15" fmla="*/ 52673 h 111931"/>
                <a:gd name="connsiteX16" fmla="*/ 169973 w 171966"/>
                <a:gd name="connsiteY16" fmla="*/ 51005 h 111931"/>
                <a:gd name="connsiteX17" fmla="*/ 171967 w 171966"/>
                <a:gd name="connsiteY17" fmla="*/ 46879 h 111931"/>
                <a:gd name="connsiteX18" fmla="*/ 165057 w 171966"/>
                <a:gd name="connsiteY18" fmla="*/ 47976 h 111931"/>
                <a:gd name="connsiteX19" fmla="*/ 171735 w 171966"/>
                <a:gd name="connsiteY19" fmla="*/ 38933 h 111931"/>
                <a:gd name="connsiteX20" fmla="*/ 158981 w 171966"/>
                <a:gd name="connsiteY20" fmla="*/ 33182 h 111931"/>
                <a:gd name="connsiteX21" fmla="*/ 158981 w 171966"/>
                <a:gd name="connsiteY21" fmla="*/ 27958 h 111931"/>
                <a:gd name="connsiteX22" fmla="*/ 152025 w 171966"/>
                <a:gd name="connsiteY22" fmla="*/ 29626 h 111931"/>
                <a:gd name="connsiteX23" fmla="*/ 154900 w 171966"/>
                <a:gd name="connsiteY23" fmla="*/ 22777 h 111931"/>
                <a:gd name="connsiteX24" fmla="*/ 154900 w 171966"/>
                <a:gd name="connsiteY24" fmla="*/ 19221 h 111931"/>
                <a:gd name="connsiteX25" fmla="*/ 150865 w 171966"/>
                <a:gd name="connsiteY25" fmla="*/ 19221 h 111931"/>
                <a:gd name="connsiteX26" fmla="*/ 147665 w 171966"/>
                <a:gd name="connsiteY26" fmla="*/ 18695 h 111931"/>
                <a:gd name="connsiteX27" fmla="*/ 150262 w 171966"/>
                <a:gd name="connsiteY27" fmla="*/ 15402 h 111931"/>
                <a:gd name="connsiteX28" fmla="*/ 150262 w 171966"/>
                <a:gd name="connsiteY28" fmla="*/ 11276 h 111931"/>
                <a:gd name="connsiteX29" fmla="*/ 153462 w 171966"/>
                <a:gd name="connsiteY29" fmla="*/ 6885 h 111931"/>
                <a:gd name="connsiteX30" fmla="*/ 145346 w 171966"/>
                <a:gd name="connsiteY30" fmla="*/ 11276 h 111931"/>
                <a:gd name="connsiteX31" fmla="*/ 142749 w 171966"/>
                <a:gd name="connsiteY31" fmla="*/ 14568 h 111931"/>
                <a:gd name="connsiteX32" fmla="*/ 139549 w 171966"/>
                <a:gd name="connsiteY32" fmla="*/ 11276 h 111931"/>
                <a:gd name="connsiteX33" fmla="*/ 130274 w 171966"/>
                <a:gd name="connsiteY33" fmla="*/ 300 h 111931"/>
                <a:gd name="connsiteX34" fmla="*/ 126193 w 171966"/>
                <a:gd name="connsiteY34" fmla="*/ 14831 h 111931"/>
                <a:gd name="connsiteX35" fmla="*/ 119793 w 171966"/>
                <a:gd name="connsiteY35" fmla="*/ 17290 h 111931"/>
                <a:gd name="connsiteX36" fmla="*/ 117195 w 171966"/>
                <a:gd name="connsiteY36" fmla="*/ 14261 h 111931"/>
                <a:gd name="connsiteX37" fmla="*/ 114877 w 171966"/>
                <a:gd name="connsiteY37" fmla="*/ 13427 h 111931"/>
                <a:gd name="connsiteX38" fmla="*/ 113161 w 171966"/>
                <a:gd name="connsiteY38" fmla="*/ 17553 h 111931"/>
                <a:gd name="connsiteX39" fmla="*/ 107966 w 171966"/>
                <a:gd name="connsiteY39" fmla="*/ 21943 h 111931"/>
                <a:gd name="connsiteX40" fmla="*/ 98691 w 171966"/>
                <a:gd name="connsiteY40" fmla="*/ 13163 h 111931"/>
                <a:gd name="connsiteX41" fmla="*/ 102726 w 171966"/>
                <a:gd name="connsiteY41" fmla="*/ 30987 h 111931"/>
                <a:gd name="connsiteX42" fmla="*/ 100129 w 171966"/>
                <a:gd name="connsiteY42" fmla="*/ 30460 h 111931"/>
                <a:gd name="connsiteX43" fmla="*/ 93450 w 171966"/>
                <a:gd name="connsiteY43" fmla="*/ 22207 h 111931"/>
                <a:gd name="connsiteX44" fmla="*/ 90250 w 171966"/>
                <a:gd name="connsiteY44" fmla="*/ 13953 h 111931"/>
                <a:gd name="connsiteX45" fmla="*/ 84175 w 171966"/>
                <a:gd name="connsiteY45" fmla="*/ 18080 h 111931"/>
                <a:gd name="connsiteX46" fmla="*/ 79537 w 171966"/>
                <a:gd name="connsiteY46" fmla="*/ 30153 h 111931"/>
                <a:gd name="connsiteX47" fmla="*/ 77497 w 171966"/>
                <a:gd name="connsiteY47" fmla="*/ 30153 h 111931"/>
                <a:gd name="connsiteX48" fmla="*/ 65902 w 171966"/>
                <a:gd name="connsiteY48" fmla="*/ 16456 h 111931"/>
                <a:gd name="connsiteX49" fmla="*/ 65902 w 171966"/>
                <a:gd name="connsiteY49" fmla="*/ 34279 h 111931"/>
                <a:gd name="connsiteX50" fmla="*/ 60708 w 171966"/>
                <a:gd name="connsiteY50" fmla="*/ 35377 h 111931"/>
                <a:gd name="connsiteX51" fmla="*/ 58389 w 171966"/>
                <a:gd name="connsiteY51" fmla="*/ 32655 h 111931"/>
                <a:gd name="connsiteX52" fmla="*/ 53195 w 171966"/>
                <a:gd name="connsiteY52" fmla="*/ 43366 h 111931"/>
                <a:gd name="connsiteX53" fmla="*/ 53195 w 171966"/>
                <a:gd name="connsiteY53" fmla="*/ 48020 h 111931"/>
                <a:gd name="connsiteX54" fmla="*/ 50644 w 171966"/>
                <a:gd name="connsiteY54" fmla="*/ 48020 h 111931"/>
                <a:gd name="connsiteX55" fmla="*/ 50551 w 171966"/>
                <a:gd name="connsiteY55" fmla="*/ 39240 h 111931"/>
                <a:gd name="connsiteX56" fmla="*/ 45079 w 171966"/>
                <a:gd name="connsiteY56" fmla="*/ 32918 h 111931"/>
                <a:gd name="connsiteX57" fmla="*/ 50551 w 171966"/>
                <a:gd name="connsiteY57" fmla="*/ 31250 h 111931"/>
                <a:gd name="connsiteX58" fmla="*/ 46517 w 171966"/>
                <a:gd name="connsiteY58" fmla="*/ 29582 h 111931"/>
                <a:gd name="connsiteX59" fmla="*/ 49995 w 171966"/>
                <a:gd name="connsiteY59" fmla="*/ 26553 h 111931"/>
                <a:gd name="connsiteX60" fmla="*/ 43316 w 171966"/>
                <a:gd name="connsiteY60" fmla="*/ 18036 h 111931"/>
                <a:gd name="connsiteX61" fmla="*/ 35803 w 171966"/>
                <a:gd name="connsiteY61" fmla="*/ 9783 h 111931"/>
                <a:gd name="connsiteX62" fmla="*/ 32603 w 171966"/>
                <a:gd name="connsiteY62" fmla="*/ 3461 h 111931"/>
                <a:gd name="connsiteX63" fmla="*/ 25090 w 171966"/>
                <a:gd name="connsiteY63" fmla="*/ 3461 h 111931"/>
                <a:gd name="connsiteX64" fmla="*/ 23374 w 171966"/>
                <a:gd name="connsiteY64" fmla="*/ 5920 h 111931"/>
                <a:gd name="connsiteX65" fmla="*/ 23374 w 171966"/>
                <a:gd name="connsiteY65" fmla="*/ 9476 h 111931"/>
                <a:gd name="connsiteX66" fmla="*/ 27131 w 171966"/>
                <a:gd name="connsiteY66" fmla="*/ 7544 h 111931"/>
                <a:gd name="connsiteX67" fmla="*/ 30006 w 171966"/>
                <a:gd name="connsiteY67" fmla="*/ 11407 h 111931"/>
                <a:gd name="connsiteX68" fmla="*/ 25090 w 171966"/>
                <a:gd name="connsiteY68" fmla="*/ 11671 h 111931"/>
                <a:gd name="connsiteX69" fmla="*/ 23050 w 171966"/>
                <a:gd name="connsiteY69" fmla="*/ 13866 h 111931"/>
                <a:gd name="connsiteX70" fmla="*/ 31769 w 171966"/>
                <a:gd name="connsiteY70" fmla="*/ 19090 h 111931"/>
                <a:gd name="connsiteX71" fmla="*/ 33531 w 171966"/>
                <a:gd name="connsiteY71" fmla="*/ 23480 h 111931"/>
                <a:gd name="connsiteX72" fmla="*/ 30934 w 171966"/>
                <a:gd name="connsiteY72" fmla="*/ 24577 h 111931"/>
                <a:gd name="connsiteX73" fmla="*/ 28893 w 171966"/>
                <a:gd name="connsiteY73" fmla="*/ 18519 h 111931"/>
                <a:gd name="connsiteX74" fmla="*/ 26018 w 171966"/>
                <a:gd name="connsiteY74" fmla="*/ 22646 h 111931"/>
                <a:gd name="connsiteX75" fmla="*/ 21380 w 171966"/>
                <a:gd name="connsiteY75" fmla="*/ 16324 h 111931"/>
                <a:gd name="connsiteX76" fmla="*/ 17021 w 171966"/>
                <a:gd name="connsiteY76" fmla="*/ 14129 h 111931"/>
                <a:gd name="connsiteX77" fmla="*/ 15305 w 171966"/>
                <a:gd name="connsiteY77" fmla="*/ 15490 h 111931"/>
                <a:gd name="connsiteX78" fmla="*/ 14748 w 171966"/>
                <a:gd name="connsiteY78" fmla="*/ 19880 h 111931"/>
                <a:gd name="connsiteX79" fmla="*/ 11873 w 171966"/>
                <a:gd name="connsiteY79" fmla="*/ 18212 h 111931"/>
                <a:gd name="connsiteX80" fmla="*/ 9275 w 171966"/>
                <a:gd name="connsiteY80" fmla="*/ 20143 h 111931"/>
                <a:gd name="connsiteX81" fmla="*/ 12754 w 171966"/>
                <a:gd name="connsiteY81" fmla="*/ 22602 h 111931"/>
                <a:gd name="connsiteX82" fmla="*/ 8673 w 171966"/>
                <a:gd name="connsiteY82" fmla="*/ 25060 h 111931"/>
                <a:gd name="connsiteX83" fmla="*/ 14748 w 171966"/>
                <a:gd name="connsiteY83" fmla="*/ 29977 h 111931"/>
                <a:gd name="connsiteX84" fmla="*/ 16464 w 171966"/>
                <a:gd name="connsiteY84" fmla="*/ 31909 h 111931"/>
                <a:gd name="connsiteX85" fmla="*/ 15026 w 171966"/>
                <a:gd name="connsiteY85" fmla="*/ 34630 h 111931"/>
                <a:gd name="connsiteX86" fmla="*/ 10389 w 171966"/>
                <a:gd name="connsiteY86" fmla="*/ 29714 h 111931"/>
                <a:gd name="connsiteX87" fmla="*/ 6632 w 171966"/>
                <a:gd name="connsiteY87" fmla="*/ 27694 h 111931"/>
                <a:gd name="connsiteX88" fmla="*/ 6632 w 171966"/>
                <a:gd name="connsiteY88" fmla="*/ 31909 h 111931"/>
                <a:gd name="connsiteX89" fmla="*/ 5194 w 171966"/>
                <a:gd name="connsiteY89" fmla="*/ 34367 h 111931"/>
                <a:gd name="connsiteX90" fmla="*/ 0 w 171966"/>
                <a:gd name="connsiteY90" fmla="*/ 36123 h 111931"/>
                <a:gd name="connsiteX91" fmla="*/ 0 w 171966"/>
                <a:gd name="connsiteY91" fmla="*/ 39591 h 111931"/>
                <a:gd name="connsiteX92" fmla="*/ 7513 w 171966"/>
                <a:gd name="connsiteY92" fmla="*/ 39064 h 111931"/>
                <a:gd name="connsiteX93" fmla="*/ 7513 w 171966"/>
                <a:gd name="connsiteY93" fmla="*/ 42620 h 111931"/>
                <a:gd name="connsiteX94" fmla="*/ 10110 w 171966"/>
                <a:gd name="connsiteY94" fmla="*/ 43147 h 111931"/>
                <a:gd name="connsiteX95" fmla="*/ 13310 w 171966"/>
                <a:gd name="connsiteY95" fmla="*/ 40118 h 111931"/>
                <a:gd name="connsiteX96" fmla="*/ 19989 w 171966"/>
                <a:gd name="connsiteY96" fmla="*/ 39284 h 111931"/>
                <a:gd name="connsiteX97" fmla="*/ 19989 w 171966"/>
                <a:gd name="connsiteY97" fmla="*/ 36079 h 111931"/>
                <a:gd name="connsiteX98" fmla="*/ 25786 w 171966"/>
                <a:gd name="connsiteY98" fmla="*/ 34894 h 111931"/>
                <a:gd name="connsiteX99" fmla="*/ 30702 w 171966"/>
                <a:gd name="connsiteY99" fmla="*/ 34060 h 111931"/>
                <a:gd name="connsiteX100" fmla="*/ 33021 w 171966"/>
                <a:gd name="connsiteY100" fmla="*/ 37352 h 111931"/>
                <a:gd name="connsiteX101" fmla="*/ 34783 w 171966"/>
                <a:gd name="connsiteY101" fmla="*/ 39811 h 111931"/>
                <a:gd name="connsiteX102" fmla="*/ 35942 w 171966"/>
                <a:gd name="connsiteY102" fmla="*/ 41171 h 111931"/>
                <a:gd name="connsiteX103" fmla="*/ 38539 w 171966"/>
                <a:gd name="connsiteY103" fmla="*/ 38713 h 111931"/>
                <a:gd name="connsiteX104" fmla="*/ 42018 w 171966"/>
                <a:gd name="connsiteY104" fmla="*/ 41171 h 111931"/>
                <a:gd name="connsiteX105" fmla="*/ 31026 w 171966"/>
                <a:gd name="connsiteY105" fmla="*/ 50215 h 111931"/>
                <a:gd name="connsiteX106" fmla="*/ 39699 w 171966"/>
                <a:gd name="connsiteY106" fmla="*/ 52410 h 111931"/>
                <a:gd name="connsiteX107" fmla="*/ 43177 w 171966"/>
                <a:gd name="connsiteY107" fmla="*/ 48854 h 111931"/>
                <a:gd name="connsiteX108" fmla="*/ 42018 w 171966"/>
                <a:gd name="connsiteY108" fmla="*/ 55790 h 111931"/>
                <a:gd name="connsiteX109" fmla="*/ 23467 w 171966"/>
                <a:gd name="connsiteY109" fmla="*/ 59258 h 111931"/>
                <a:gd name="connsiteX110" fmla="*/ 7513 w 171966"/>
                <a:gd name="connsiteY110" fmla="*/ 59522 h 111931"/>
                <a:gd name="connsiteX111" fmla="*/ 7513 w 171966"/>
                <a:gd name="connsiteY111" fmla="*/ 64175 h 111931"/>
                <a:gd name="connsiteX112" fmla="*/ 10389 w 171966"/>
                <a:gd name="connsiteY112" fmla="*/ 66897 h 111931"/>
                <a:gd name="connsiteX113" fmla="*/ 12986 w 171966"/>
                <a:gd name="connsiteY113" fmla="*/ 64175 h 111931"/>
                <a:gd name="connsiteX114" fmla="*/ 32696 w 171966"/>
                <a:gd name="connsiteY114" fmla="*/ 63648 h 111931"/>
                <a:gd name="connsiteX115" fmla="*/ 33856 w 171966"/>
                <a:gd name="connsiteY115" fmla="*/ 69970 h 111931"/>
                <a:gd name="connsiteX116" fmla="*/ 35572 w 171966"/>
                <a:gd name="connsiteY116" fmla="*/ 74360 h 111931"/>
                <a:gd name="connsiteX117" fmla="*/ 40766 w 171966"/>
                <a:gd name="connsiteY117" fmla="*/ 72165 h 111931"/>
                <a:gd name="connsiteX118" fmla="*/ 38447 w 171966"/>
                <a:gd name="connsiteY118" fmla="*/ 75721 h 111931"/>
                <a:gd name="connsiteX119" fmla="*/ 37288 w 171966"/>
                <a:gd name="connsiteY119" fmla="*/ 79848 h 111931"/>
                <a:gd name="connsiteX120" fmla="*/ 40766 w 171966"/>
                <a:gd name="connsiteY120" fmla="*/ 80111 h 111931"/>
                <a:gd name="connsiteX121" fmla="*/ 46285 w 171966"/>
                <a:gd name="connsiteY121" fmla="*/ 78179 h 111931"/>
                <a:gd name="connsiteX122" fmla="*/ 42528 w 171966"/>
                <a:gd name="connsiteY122" fmla="*/ 82306 h 111931"/>
                <a:gd name="connsiteX123" fmla="*/ 41369 w 171966"/>
                <a:gd name="connsiteY123" fmla="*/ 86433 h 111931"/>
                <a:gd name="connsiteX124" fmla="*/ 36174 w 171966"/>
                <a:gd name="connsiteY124" fmla="*/ 90559 h 111931"/>
                <a:gd name="connsiteX125" fmla="*/ 30980 w 171966"/>
                <a:gd name="connsiteY125" fmla="*/ 91657 h 111931"/>
                <a:gd name="connsiteX126" fmla="*/ 28383 w 171966"/>
                <a:gd name="connsiteY126" fmla="*/ 89198 h 111931"/>
                <a:gd name="connsiteX127" fmla="*/ 27826 w 171966"/>
                <a:gd name="connsiteY127" fmla="*/ 97144 h 111931"/>
                <a:gd name="connsiteX128" fmla="*/ 41740 w 171966"/>
                <a:gd name="connsiteY128" fmla="*/ 96047 h 111931"/>
                <a:gd name="connsiteX129" fmla="*/ 49856 w 171966"/>
                <a:gd name="connsiteY129" fmla="*/ 95520 h 111931"/>
                <a:gd name="connsiteX130" fmla="*/ 59409 w 171966"/>
                <a:gd name="connsiteY130" fmla="*/ 100173 h 111931"/>
                <a:gd name="connsiteX131" fmla="*/ 66644 w 171966"/>
                <a:gd name="connsiteY131" fmla="*/ 106231 h 111931"/>
                <a:gd name="connsiteX132" fmla="*/ 74482 w 171966"/>
                <a:gd name="connsiteY132" fmla="*/ 107065 h 111931"/>
                <a:gd name="connsiteX133" fmla="*/ 88395 w 171966"/>
                <a:gd name="connsiteY133" fmla="*/ 111719 h 111931"/>
                <a:gd name="connsiteX134" fmla="*/ 103746 w 171966"/>
                <a:gd name="connsiteY134" fmla="*/ 105134 h 111931"/>
                <a:gd name="connsiteX135" fmla="*/ 108662 w 171966"/>
                <a:gd name="connsiteY135" fmla="*/ 99383 h 111931"/>
                <a:gd name="connsiteX136" fmla="*/ 117056 w 171966"/>
                <a:gd name="connsiteY136" fmla="*/ 95827 h 111931"/>
                <a:gd name="connsiteX137" fmla="*/ 134865 w 171966"/>
                <a:gd name="connsiteY137" fmla="*/ 59741 h 111931"/>
                <a:gd name="connsiteX138" fmla="*/ 139503 w 171966"/>
                <a:gd name="connsiteY138" fmla="*/ 59741 h 111931"/>
                <a:gd name="connsiteX139" fmla="*/ 134865 w 171966"/>
                <a:gd name="connsiteY139" fmla="*/ 65492 h 111931"/>
                <a:gd name="connsiteX140" fmla="*/ 134865 w 171966"/>
                <a:gd name="connsiteY140" fmla="*/ 59741 h 111931"/>
                <a:gd name="connsiteX141" fmla="*/ 54911 w 171966"/>
                <a:gd name="connsiteY141" fmla="*/ 85554 h 111931"/>
                <a:gd name="connsiteX142" fmla="*/ 51154 w 171966"/>
                <a:gd name="connsiteY142" fmla="*/ 86915 h 111931"/>
                <a:gd name="connsiteX143" fmla="*/ 53056 w 171966"/>
                <a:gd name="connsiteY143" fmla="*/ 82262 h 111931"/>
                <a:gd name="connsiteX144" fmla="*/ 54957 w 171966"/>
                <a:gd name="connsiteY144" fmla="*/ 82262 h 111931"/>
                <a:gd name="connsiteX145" fmla="*/ 54957 w 171966"/>
                <a:gd name="connsiteY145" fmla="*/ 85554 h 111931"/>
                <a:gd name="connsiteX146" fmla="*/ 89091 w 171966"/>
                <a:gd name="connsiteY146" fmla="*/ 83096 h 111931"/>
                <a:gd name="connsiteX147" fmla="*/ 85891 w 171966"/>
                <a:gd name="connsiteY147" fmla="*/ 85554 h 111931"/>
                <a:gd name="connsiteX148" fmla="*/ 85891 w 171966"/>
                <a:gd name="connsiteY148" fmla="*/ 83140 h 111931"/>
                <a:gd name="connsiteX149" fmla="*/ 89091 w 171966"/>
                <a:gd name="connsiteY149" fmla="*/ 80594 h 111931"/>
                <a:gd name="connsiteX150" fmla="*/ 89091 w 171966"/>
                <a:gd name="connsiteY150" fmla="*/ 83052 h 111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171966" h="111931">
                  <a:moveTo>
                    <a:pt x="116917" y="95959"/>
                  </a:moveTo>
                  <a:cubicBezTo>
                    <a:pt x="121833" y="97320"/>
                    <a:pt x="122714" y="95959"/>
                    <a:pt x="127074" y="93237"/>
                  </a:cubicBezTo>
                  <a:cubicBezTo>
                    <a:pt x="131433" y="90515"/>
                    <a:pt x="144744" y="80901"/>
                    <a:pt x="144744" y="80901"/>
                  </a:cubicBezTo>
                  <a:lnTo>
                    <a:pt x="147619" y="83096"/>
                  </a:lnTo>
                  <a:lnTo>
                    <a:pt x="151978" y="80901"/>
                  </a:lnTo>
                  <a:lnTo>
                    <a:pt x="154297" y="77345"/>
                  </a:lnTo>
                  <a:lnTo>
                    <a:pt x="156894" y="77345"/>
                  </a:lnTo>
                  <a:lnTo>
                    <a:pt x="158332" y="73789"/>
                  </a:lnTo>
                  <a:lnTo>
                    <a:pt x="155735" y="71068"/>
                  </a:lnTo>
                  <a:lnTo>
                    <a:pt x="162692" y="67511"/>
                  </a:lnTo>
                  <a:lnTo>
                    <a:pt x="164454" y="65053"/>
                  </a:lnTo>
                  <a:lnTo>
                    <a:pt x="167654" y="63385"/>
                  </a:lnTo>
                  <a:lnTo>
                    <a:pt x="168535" y="59522"/>
                  </a:lnTo>
                  <a:lnTo>
                    <a:pt x="165335" y="56800"/>
                  </a:lnTo>
                  <a:lnTo>
                    <a:pt x="171967" y="56800"/>
                  </a:lnTo>
                  <a:lnTo>
                    <a:pt x="171967" y="52673"/>
                  </a:lnTo>
                  <a:lnTo>
                    <a:pt x="169973" y="51005"/>
                  </a:lnTo>
                  <a:lnTo>
                    <a:pt x="171967" y="46879"/>
                  </a:lnTo>
                  <a:lnTo>
                    <a:pt x="165057" y="47976"/>
                  </a:lnTo>
                  <a:cubicBezTo>
                    <a:pt x="165057" y="47976"/>
                    <a:pt x="173451" y="43849"/>
                    <a:pt x="171735" y="38933"/>
                  </a:cubicBezTo>
                  <a:cubicBezTo>
                    <a:pt x="170019" y="34016"/>
                    <a:pt x="158981" y="33182"/>
                    <a:pt x="158981" y="33182"/>
                  </a:cubicBezTo>
                  <a:lnTo>
                    <a:pt x="158981" y="27958"/>
                  </a:lnTo>
                  <a:lnTo>
                    <a:pt x="152025" y="29626"/>
                  </a:lnTo>
                  <a:lnTo>
                    <a:pt x="154900" y="22777"/>
                  </a:lnTo>
                  <a:lnTo>
                    <a:pt x="154900" y="19221"/>
                  </a:lnTo>
                  <a:lnTo>
                    <a:pt x="150865" y="19221"/>
                  </a:lnTo>
                  <a:lnTo>
                    <a:pt x="147665" y="18695"/>
                  </a:lnTo>
                  <a:lnTo>
                    <a:pt x="150262" y="15402"/>
                  </a:lnTo>
                  <a:lnTo>
                    <a:pt x="150262" y="11276"/>
                  </a:lnTo>
                  <a:lnTo>
                    <a:pt x="153462" y="6885"/>
                  </a:lnTo>
                  <a:lnTo>
                    <a:pt x="145346" y="11276"/>
                  </a:lnTo>
                  <a:lnTo>
                    <a:pt x="142749" y="14568"/>
                  </a:lnTo>
                  <a:lnTo>
                    <a:pt x="139549" y="11276"/>
                  </a:lnTo>
                  <a:cubicBezTo>
                    <a:pt x="139549" y="11276"/>
                    <a:pt x="138668" y="-2158"/>
                    <a:pt x="130274" y="300"/>
                  </a:cubicBezTo>
                  <a:cubicBezTo>
                    <a:pt x="121880" y="2759"/>
                    <a:pt x="126193" y="14831"/>
                    <a:pt x="126193" y="14831"/>
                  </a:cubicBezTo>
                  <a:lnTo>
                    <a:pt x="119793" y="17290"/>
                  </a:lnTo>
                  <a:lnTo>
                    <a:pt x="117195" y="14261"/>
                  </a:lnTo>
                  <a:lnTo>
                    <a:pt x="114877" y="13427"/>
                  </a:lnTo>
                  <a:lnTo>
                    <a:pt x="113161" y="17553"/>
                  </a:lnTo>
                  <a:lnTo>
                    <a:pt x="107966" y="21943"/>
                  </a:lnTo>
                  <a:cubicBezTo>
                    <a:pt x="107966" y="21943"/>
                    <a:pt x="103050" y="10968"/>
                    <a:pt x="98691" y="13163"/>
                  </a:cubicBezTo>
                  <a:cubicBezTo>
                    <a:pt x="94331" y="15358"/>
                    <a:pt x="102726" y="30987"/>
                    <a:pt x="102726" y="30987"/>
                  </a:cubicBezTo>
                  <a:lnTo>
                    <a:pt x="100129" y="30460"/>
                  </a:lnTo>
                  <a:cubicBezTo>
                    <a:pt x="99572" y="22514"/>
                    <a:pt x="93450" y="22207"/>
                    <a:pt x="93450" y="22207"/>
                  </a:cubicBezTo>
                  <a:cubicBezTo>
                    <a:pt x="93450" y="22207"/>
                    <a:pt x="95166" y="15885"/>
                    <a:pt x="90250" y="13953"/>
                  </a:cubicBezTo>
                  <a:cubicBezTo>
                    <a:pt x="85334" y="12022"/>
                    <a:pt x="84175" y="18080"/>
                    <a:pt x="84175" y="18080"/>
                  </a:cubicBezTo>
                  <a:cubicBezTo>
                    <a:pt x="76059" y="16719"/>
                    <a:pt x="79537" y="30153"/>
                    <a:pt x="79537" y="30153"/>
                  </a:cubicBezTo>
                  <a:lnTo>
                    <a:pt x="77497" y="30153"/>
                  </a:lnTo>
                  <a:cubicBezTo>
                    <a:pt x="77497" y="30153"/>
                    <a:pt x="71096" y="14524"/>
                    <a:pt x="65902" y="16456"/>
                  </a:cubicBezTo>
                  <a:cubicBezTo>
                    <a:pt x="60708" y="18387"/>
                    <a:pt x="65902" y="34279"/>
                    <a:pt x="65902" y="34279"/>
                  </a:cubicBezTo>
                  <a:lnTo>
                    <a:pt x="60708" y="35377"/>
                  </a:lnTo>
                  <a:lnTo>
                    <a:pt x="58389" y="32655"/>
                  </a:lnTo>
                  <a:lnTo>
                    <a:pt x="53195" y="43366"/>
                  </a:lnTo>
                  <a:lnTo>
                    <a:pt x="53195" y="48020"/>
                  </a:lnTo>
                  <a:lnTo>
                    <a:pt x="50644" y="48020"/>
                  </a:lnTo>
                  <a:lnTo>
                    <a:pt x="50551" y="39240"/>
                  </a:lnTo>
                  <a:cubicBezTo>
                    <a:pt x="51386" y="35377"/>
                    <a:pt x="45079" y="32918"/>
                    <a:pt x="45079" y="32918"/>
                  </a:cubicBezTo>
                  <a:lnTo>
                    <a:pt x="50551" y="31250"/>
                  </a:lnTo>
                  <a:lnTo>
                    <a:pt x="46517" y="29582"/>
                  </a:lnTo>
                  <a:lnTo>
                    <a:pt x="49995" y="26553"/>
                  </a:lnTo>
                  <a:cubicBezTo>
                    <a:pt x="52870" y="21636"/>
                    <a:pt x="43316" y="18036"/>
                    <a:pt x="43316" y="18036"/>
                  </a:cubicBezTo>
                  <a:cubicBezTo>
                    <a:pt x="43873" y="13383"/>
                    <a:pt x="35803" y="9783"/>
                    <a:pt x="35803" y="9783"/>
                  </a:cubicBezTo>
                  <a:lnTo>
                    <a:pt x="32603" y="3461"/>
                  </a:lnTo>
                  <a:lnTo>
                    <a:pt x="25090" y="3461"/>
                  </a:lnTo>
                  <a:lnTo>
                    <a:pt x="23374" y="5920"/>
                  </a:lnTo>
                  <a:lnTo>
                    <a:pt x="23374" y="9476"/>
                  </a:lnTo>
                  <a:lnTo>
                    <a:pt x="27131" y="7544"/>
                  </a:lnTo>
                  <a:lnTo>
                    <a:pt x="30006" y="11407"/>
                  </a:lnTo>
                  <a:lnTo>
                    <a:pt x="25090" y="11671"/>
                  </a:lnTo>
                  <a:lnTo>
                    <a:pt x="23050" y="13866"/>
                  </a:lnTo>
                  <a:lnTo>
                    <a:pt x="31769" y="19090"/>
                  </a:lnTo>
                  <a:lnTo>
                    <a:pt x="33531" y="23480"/>
                  </a:lnTo>
                  <a:lnTo>
                    <a:pt x="30934" y="24577"/>
                  </a:lnTo>
                  <a:lnTo>
                    <a:pt x="28893" y="18519"/>
                  </a:lnTo>
                  <a:lnTo>
                    <a:pt x="26018" y="22646"/>
                  </a:lnTo>
                  <a:cubicBezTo>
                    <a:pt x="26018" y="22646"/>
                    <a:pt x="21658" y="17158"/>
                    <a:pt x="21380" y="16324"/>
                  </a:cubicBezTo>
                  <a:cubicBezTo>
                    <a:pt x="21102" y="15490"/>
                    <a:pt x="17021" y="14129"/>
                    <a:pt x="17021" y="14129"/>
                  </a:cubicBezTo>
                  <a:lnTo>
                    <a:pt x="15305" y="15490"/>
                  </a:lnTo>
                  <a:lnTo>
                    <a:pt x="14748" y="19880"/>
                  </a:lnTo>
                  <a:lnTo>
                    <a:pt x="11873" y="18212"/>
                  </a:lnTo>
                  <a:lnTo>
                    <a:pt x="9275" y="20143"/>
                  </a:lnTo>
                  <a:lnTo>
                    <a:pt x="12754" y="22602"/>
                  </a:lnTo>
                  <a:lnTo>
                    <a:pt x="8673" y="25060"/>
                  </a:lnTo>
                  <a:lnTo>
                    <a:pt x="14748" y="29977"/>
                  </a:lnTo>
                  <a:lnTo>
                    <a:pt x="16464" y="31909"/>
                  </a:lnTo>
                  <a:lnTo>
                    <a:pt x="15026" y="34630"/>
                  </a:lnTo>
                  <a:lnTo>
                    <a:pt x="10389" y="29714"/>
                  </a:lnTo>
                  <a:lnTo>
                    <a:pt x="6632" y="27694"/>
                  </a:lnTo>
                  <a:lnTo>
                    <a:pt x="6632" y="31909"/>
                  </a:lnTo>
                  <a:lnTo>
                    <a:pt x="5194" y="34367"/>
                  </a:lnTo>
                  <a:lnTo>
                    <a:pt x="0" y="36123"/>
                  </a:lnTo>
                  <a:lnTo>
                    <a:pt x="0" y="39591"/>
                  </a:lnTo>
                  <a:lnTo>
                    <a:pt x="7513" y="39064"/>
                  </a:lnTo>
                  <a:lnTo>
                    <a:pt x="7513" y="42620"/>
                  </a:lnTo>
                  <a:lnTo>
                    <a:pt x="10110" y="43147"/>
                  </a:lnTo>
                  <a:lnTo>
                    <a:pt x="13310" y="40118"/>
                  </a:lnTo>
                  <a:lnTo>
                    <a:pt x="19989" y="39284"/>
                  </a:lnTo>
                  <a:lnTo>
                    <a:pt x="19989" y="36079"/>
                  </a:lnTo>
                  <a:lnTo>
                    <a:pt x="25786" y="34894"/>
                  </a:lnTo>
                  <a:lnTo>
                    <a:pt x="30702" y="34060"/>
                  </a:lnTo>
                  <a:lnTo>
                    <a:pt x="33021" y="37352"/>
                  </a:lnTo>
                  <a:lnTo>
                    <a:pt x="34783" y="39811"/>
                  </a:lnTo>
                  <a:lnTo>
                    <a:pt x="35942" y="41171"/>
                  </a:lnTo>
                  <a:lnTo>
                    <a:pt x="38539" y="38713"/>
                  </a:lnTo>
                  <a:lnTo>
                    <a:pt x="42018" y="41171"/>
                  </a:lnTo>
                  <a:cubicBezTo>
                    <a:pt x="31583" y="44727"/>
                    <a:pt x="31026" y="50215"/>
                    <a:pt x="31026" y="50215"/>
                  </a:cubicBezTo>
                  <a:cubicBezTo>
                    <a:pt x="31026" y="54868"/>
                    <a:pt x="39699" y="52410"/>
                    <a:pt x="39699" y="52410"/>
                  </a:cubicBezTo>
                  <a:lnTo>
                    <a:pt x="43177" y="48854"/>
                  </a:lnTo>
                  <a:lnTo>
                    <a:pt x="42018" y="55790"/>
                  </a:lnTo>
                  <a:cubicBezTo>
                    <a:pt x="21148" y="53683"/>
                    <a:pt x="23467" y="59258"/>
                    <a:pt x="23467" y="59258"/>
                  </a:cubicBezTo>
                  <a:cubicBezTo>
                    <a:pt x="18829" y="57590"/>
                    <a:pt x="7513" y="59522"/>
                    <a:pt x="7513" y="59522"/>
                  </a:cubicBezTo>
                  <a:lnTo>
                    <a:pt x="7513" y="64175"/>
                  </a:lnTo>
                  <a:lnTo>
                    <a:pt x="10389" y="66897"/>
                  </a:lnTo>
                  <a:lnTo>
                    <a:pt x="12986" y="64175"/>
                  </a:lnTo>
                  <a:lnTo>
                    <a:pt x="32696" y="63648"/>
                  </a:lnTo>
                  <a:lnTo>
                    <a:pt x="33856" y="69970"/>
                  </a:lnTo>
                  <a:lnTo>
                    <a:pt x="35572" y="74360"/>
                  </a:lnTo>
                  <a:lnTo>
                    <a:pt x="40766" y="72165"/>
                  </a:lnTo>
                  <a:lnTo>
                    <a:pt x="38447" y="75721"/>
                  </a:lnTo>
                  <a:lnTo>
                    <a:pt x="37288" y="79848"/>
                  </a:lnTo>
                  <a:lnTo>
                    <a:pt x="40766" y="80111"/>
                  </a:lnTo>
                  <a:lnTo>
                    <a:pt x="46285" y="78179"/>
                  </a:lnTo>
                  <a:lnTo>
                    <a:pt x="42528" y="82306"/>
                  </a:lnTo>
                  <a:lnTo>
                    <a:pt x="41369" y="86433"/>
                  </a:lnTo>
                  <a:cubicBezTo>
                    <a:pt x="41369" y="86433"/>
                    <a:pt x="37009" y="89988"/>
                    <a:pt x="36174" y="90559"/>
                  </a:cubicBezTo>
                  <a:cubicBezTo>
                    <a:pt x="35293" y="91086"/>
                    <a:pt x="30980" y="91657"/>
                    <a:pt x="30980" y="91657"/>
                  </a:cubicBezTo>
                  <a:lnTo>
                    <a:pt x="28383" y="89198"/>
                  </a:lnTo>
                  <a:lnTo>
                    <a:pt x="27826" y="97144"/>
                  </a:lnTo>
                  <a:cubicBezTo>
                    <a:pt x="30145" y="98242"/>
                    <a:pt x="41740" y="96047"/>
                    <a:pt x="41740" y="96047"/>
                  </a:cubicBezTo>
                  <a:cubicBezTo>
                    <a:pt x="47815" y="97408"/>
                    <a:pt x="49856" y="95520"/>
                    <a:pt x="49856" y="95520"/>
                  </a:cubicBezTo>
                  <a:lnTo>
                    <a:pt x="59409" y="100173"/>
                  </a:lnTo>
                  <a:lnTo>
                    <a:pt x="66644" y="106231"/>
                  </a:lnTo>
                  <a:lnTo>
                    <a:pt x="74482" y="107065"/>
                  </a:lnTo>
                  <a:cubicBezTo>
                    <a:pt x="74482" y="107065"/>
                    <a:pt x="78517" y="110095"/>
                    <a:pt x="88395" y="111719"/>
                  </a:cubicBezTo>
                  <a:cubicBezTo>
                    <a:pt x="98273" y="113343"/>
                    <a:pt x="103746" y="105134"/>
                    <a:pt x="103746" y="105134"/>
                  </a:cubicBezTo>
                  <a:lnTo>
                    <a:pt x="108662" y="99383"/>
                  </a:lnTo>
                  <a:cubicBezTo>
                    <a:pt x="113578" y="100480"/>
                    <a:pt x="117056" y="95827"/>
                    <a:pt x="117056" y="95827"/>
                  </a:cubicBezTo>
                  <a:close/>
                  <a:moveTo>
                    <a:pt x="134865" y="59741"/>
                  </a:moveTo>
                  <a:lnTo>
                    <a:pt x="139503" y="59741"/>
                  </a:lnTo>
                  <a:lnTo>
                    <a:pt x="134865" y="65492"/>
                  </a:lnTo>
                  <a:lnTo>
                    <a:pt x="134865" y="59741"/>
                  </a:lnTo>
                  <a:close/>
                  <a:moveTo>
                    <a:pt x="54911" y="85554"/>
                  </a:moveTo>
                  <a:lnTo>
                    <a:pt x="51154" y="86915"/>
                  </a:lnTo>
                  <a:lnTo>
                    <a:pt x="53056" y="82262"/>
                  </a:lnTo>
                  <a:lnTo>
                    <a:pt x="54957" y="82262"/>
                  </a:lnTo>
                  <a:lnTo>
                    <a:pt x="54957" y="85554"/>
                  </a:lnTo>
                  <a:close/>
                  <a:moveTo>
                    <a:pt x="89091" y="83096"/>
                  </a:moveTo>
                  <a:cubicBezTo>
                    <a:pt x="89091" y="83096"/>
                    <a:pt x="86123" y="86389"/>
                    <a:pt x="85891" y="85554"/>
                  </a:cubicBezTo>
                  <a:cubicBezTo>
                    <a:pt x="85613" y="84720"/>
                    <a:pt x="85891" y="83140"/>
                    <a:pt x="85891" y="83140"/>
                  </a:cubicBezTo>
                  <a:lnTo>
                    <a:pt x="89091" y="80594"/>
                  </a:lnTo>
                  <a:lnTo>
                    <a:pt x="89091" y="8305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0140D9D5-3431-1297-C278-3A110B456B84}"/>
                </a:ext>
              </a:extLst>
            </p:cNvPr>
            <p:cNvSpPr>
              <a:spLocks/>
            </p:cNvSpPr>
            <p:nvPr/>
          </p:nvSpPr>
          <p:spPr>
            <a:xfrm>
              <a:off x="5531046" y="2278556"/>
              <a:ext cx="6021" cy="11924"/>
            </a:xfrm>
            <a:custGeom>
              <a:avLst/>
              <a:gdLst>
                <a:gd name="connsiteX0" fmla="*/ 4035 w 4034"/>
                <a:gd name="connsiteY0" fmla="*/ 4653 h 7989"/>
                <a:gd name="connsiteX1" fmla="*/ 1159 w 4034"/>
                <a:gd name="connsiteY1" fmla="*/ 0 h 7989"/>
                <a:gd name="connsiteX2" fmla="*/ 0 w 4034"/>
                <a:gd name="connsiteY2" fmla="*/ 3995 h 7989"/>
                <a:gd name="connsiteX3" fmla="*/ 1159 w 4034"/>
                <a:gd name="connsiteY3" fmla="*/ 7990 h 7989"/>
                <a:gd name="connsiteX4" fmla="*/ 4035 w 4034"/>
                <a:gd name="connsiteY4" fmla="*/ 4697 h 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4" h="7989">
                  <a:moveTo>
                    <a:pt x="4035" y="4653"/>
                  </a:moveTo>
                  <a:cubicBezTo>
                    <a:pt x="4035" y="3819"/>
                    <a:pt x="1159" y="0"/>
                    <a:pt x="1159" y="0"/>
                  </a:cubicBezTo>
                  <a:lnTo>
                    <a:pt x="0" y="3995"/>
                  </a:lnTo>
                  <a:lnTo>
                    <a:pt x="1159" y="7990"/>
                  </a:lnTo>
                  <a:cubicBezTo>
                    <a:pt x="1159" y="7990"/>
                    <a:pt x="4035" y="5531"/>
                    <a:pt x="4035" y="469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4CFCABF0-6475-B0EC-65BB-10A9C8C201DC}"/>
                </a:ext>
              </a:extLst>
            </p:cNvPr>
            <p:cNvSpPr>
              <a:spLocks/>
            </p:cNvSpPr>
            <p:nvPr/>
          </p:nvSpPr>
          <p:spPr>
            <a:xfrm>
              <a:off x="5508480" y="2282617"/>
              <a:ext cx="19936" cy="18477"/>
            </a:xfrm>
            <a:custGeom>
              <a:avLst/>
              <a:gdLst>
                <a:gd name="connsiteX0" fmla="*/ 6075 w 13356"/>
                <a:gd name="connsiteY0" fmla="*/ 6190 h 12379"/>
                <a:gd name="connsiteX1" fmla="*/ 13357 w 13356"/>
                <a:gd name="connsiteY1" fmla="*/ 12380 h 12379"/>
                <a:gd name="connsiteX2" fmla="*/ 11919 w 13356"/>
                <a:gd name="connsiteY2" fmla="*/ 7990 h 12379"/>
                <a:gd name="connsiteX3" fmla="*/ 11919 w 13356"/>
                <a:gd name="connsiteY3" fmla="*/ 5224 h 12379"/>
                <a:gd name="connsiteX4" fmla="*/ 11919 w 13356"/>
                <a:gd name="connsiteY4" fmla="*/ 1273 h 12379"/>
                <a:gd name="connsiteX5" fmla="*/ 6075 w 13356"/>
                <a:gd name="connsiteY5" fmla="*/ 0 h 12379"/>
                <a:gd name="connsiteX6" fmla="*/ 2644 w 13356"/>
                <a:gd name="connsiteY6" fmla="*/ 3863 h 12379"/>
                <a:gd name="connsiteX7" fmla="*/ 0 w 13356"/>
                <a:gd name="connsiteY7" fmla="*/ 6190 h 12379"/>
                <a:gd name="connsiteX8" fmla="*/ 6075 w 13356"/>
                <a:gd name="connsiteY8" fmla="*/ 8253 h 12379"/>
                <a:gd name="connsiteX9" fmla="*/ 6075 w 13356"/>
                <a:gd name="connsiteY9" fmla="*/ 6190 h 12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56" h="12379">
                  <a:moveTo>
                    <a:pt x="6075" y="6190"/>
                  </a:moveTo>
                  <a:lnTo>
                    <a:pt x="13357" y="12380"/>
                  </a:lnTo>
                  <a:lnTo>
                    <a:pt x="11919" y="7990"/>
                  </a:lnTo>
                  <a:lnTo>
                    <a:pt x="11919" y="5224"/>
                  </a:lnTo>
                  <a:lnTo>
                    <a:pt x="11919" y="1273"/>
                  </a:lnTo>
                  <a:lnTo>
                    <a:pt x="6075" y="0"/>
                  </a:lnTo>
                  <a:lnTo>
                    <a:pt x="2644" y="3863"/>
                  </a:lnTo>
                  <a:lnTo>
                    <a:pt x="0" y="6190"/>
                  </a:lnTo>
                  <a:lnTo>
                    <a:pt x="6075" y="8253"/>
                  </a:lnTo>
                  <a:lnTo>
                    <a:pt x="6075" y="61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9E495549-CD9E-6ED4-9814-46AF87D80761}"/>
                </a:ext>
              </a:extLst>
            </p:cNvPr>
            <p:cNvSpPr>
              <a:spLocks/>
            </p:cNvSpPr>
            <p:nvPr/>
          </p:nvSpPr>
          <p:spPr>
            <a:xfrm>
              <a:off x="5520594" y="2315381"/>
              <a:ext cx="10383" cy="9828"/>
            </a:xfrm>
            <a:custGeom>
              <a:avLst/>
              <a:gdLst>
                <a:gd name="connsiteX0" fmla="*/ 0 w 6956"/>
                <a:gd name="connsiteY0" fmla="*/ 0 h 6585"/>
                <a:gd name="connsiteX1" fmla="*/ 3478 w 6956"/>
                <a:gd name="connsiteY1" fmla="*/ 6585 h 6585"/>
                <a:gd name="connsiteX2" fmla="*/ 6957 w 6956"/>
                <a:gd name="connsiteY2" fmla="*/ 5531 h 6585"/>
                <a:gd name="connsiteX3" fmla="*/ 2041 w 6956"/>
                <a:gd name="connsiteY3" fmla="*/ 0 h 6585"/>
                <a:gd name="connsiteX4" fmla="*/ 0 w 6956"/>
                <a:gd name="connsiteY4" fmla="*/ 0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6585">
                  <a:moveTo>
                    <a:pt x="0" y="0"/>
                  </a:moveTo>
                  <a:lnTo>
                    <a:pt x="3478" y="6585"/>
                  </a:lnTo>
                  <a:lnTo>
                    <a:pt x="6957" y="5531"/>
                  </a:lnTo>
                  <a:lnTo>
                    <a:pt x="204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AB746AD2-AB3A-23F8-96C9-F0601D4C6FFD}"/>
                </a:ext>
              </a:extLst>
            </p:cNvPr>
            <p:cNvSpPr>
              <a:spLocks/>
            </p:cNvSpPr>
            <p:nvPr/>
          </p:nvSpPr>
          <p:spPr>
            <a:xfrm>
              <a:off x="5656896" y="2351420"/>
              <a:ext cx="12114" cy="15201"/>
            </a:xfrm>
            <a:custGeom>
              <a:avLst/>
              <a:gdLst>
                <a:gd name="connsiteX0" fmla="*/ 5519 w 8116"/>
                <a:gd name="connsiteY0" fmla="*/ 4697 h 10184"/>
                <a:gd name="connsiteX1" fmla="*/ 8116 w 8116"/>
                <a:gd name="connsiteY1" fmla="*/ 2502 h 10184"/>
                <a:gd name="connsiteX2" fmla="*/ 5519 w 8116"/>
                <a:gd name="connsiteY2" fmla="*/ 0 h 10184"/>
                <a:gd name="connsiteX3" fmla="*/ 1438 w 8116"/>
                <a:gd name="connsiteY3" fmla="*/ 5092 h 10184"/>
                <a:gd name="connsiteX4" fmla="*/ 0 w 8116"/>
                <a:gd name="connsiteY4" fmla="*/ 7419 h 10184"/>
                <a:gd name="connsiteX5" fmla="*/ 2922 w 8116"/>
                <a:gd name="connsiteY5" fmla="*/ 10185 h 10184"/>
                <a:gd name="connsiteX6" fmla="*/ 5519 w 8116"/>
                <a:gd name="connsiteY6" fmla="*/ 4697 h 10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16" h="10184">
                  <a:moveTo>
                    <a:pt x="5519" y="4697"/>
                  </a:moveTo>
                  <a:lnTo>
                    <a:pt x="8116" y="2502"/>
                  </a:lnTo>
                  <a:lnTo>
                    <a:pt x="5519" y="0"/>
                  </a:lnTo>
                  <a:lnTo>
                    <a:pt x="1438" y="5092"/>
                  </a:lnTo>
                  <a:lnTo>
                    <a:pt x="0" y="7419"/>
                  </a:lnTo>
                  <a:lnTo>
                    <a:pt x="2922" y="10185"/>
                  </a:lnTo>
                  <a:lnTo>
                    <a:pt x="5519" y="46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170C02E-7094-219D-EA71-E6B9D919A461}"/>
                </a:ext>
              </a:extLst>
            </p:cNvPr>
            <p:cNvSpPr>
              <a:spLocks/>
            </p:cNvSpPr>
            <p:nvPr/>
          </p:nvSpPr>
          <p:spPr>
            <a:xfrm>
              <a:off x="5646097" y="2360856"/>
              <a:ext cx="13844" cy="30338"/>
            </a:xfrm>
            <a:custGeom>
              <a:avLst/>
              <a:gdLst>
                <a:gd name="connsiteX0" fmla="*/ 6632 w 9275"/>
                <a:gd name="connsiteY0" fmla="*/ 20326 h 20325"/>
                <a:gd name="connsiteX1" fmla="*/ 9275 w 9275"/>
                <a:gd name="connsiteY1" fmla="*/ 11809 h 20325"/>
                <a:gd name="connsiteX2" fmla="*/ 9275 w 9275"/>
                <a:gd name="connsiteY2" fmla="*/ 6848 h 20325"/>
                <a:gd name="connsiteX3" fmla="*/ 5797 w 9275"/>
                <a:gd name="connsiteY3" fmla="*/ 5224 h 20325"/>
                <a:gd name="connsiteX4" fmla="*/ 4035 w 9275"/>
                <a:gd name="connsiteY4" fmla="*/ 0 h 20325"/>
                <a:gd name="connsiteX5" fmla="*/ 1159 w 9275"/>
                <a:gd name="connsiteY5" fmla="*/ 3863 h 20325"/>
                <a:gd name="connsiteX6" fmla="*/ 4638 w 9275"/>
                <a:gd name="connsiteY6" fmla="*/ 10185 h 20325"/>
                <a:gd name="connsiteX7" fmla="*/ 0 w 9275"/>
                <a:gd name="connsiteY7" fmla="*/ 10185 h 20325"/>
                <a:gd name="connsiteX8" fmla="*/ 0 w 9275"/>
                <a:gd name="connsiteY8" fmla="*/ 13170 h 20325"/>
                <a:gd name="connsiteX9" fmla="*/ 6632 w 9275"/>
                <a:gd name="connsiteY9" fmla="*/ 14004 h 20325"/>
                <a:gd name="connsiteX10" fmla="*/ 6632 w 9275"/>
                <a:gd name="connsiteY10" fmla="*/ 20326 h 2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75" h="20325">
                  <a:moveTo>
                    <a:pt x="6632" y="20326"/>
                  </a:moveTo>
                  <a:lnTo>
                    <a:pt x="9275" y="11809"/>
                  </a:lnTo>
                  <a:lnTo>
                    <a:pt x="9275" y="6848"/>
                  </a:lnTo>
                  <a:lnTo>
                    <a:pt x="5797" y="5224"/>
                  </a:lnTo>
                  <a:lnTo>
                    <a:pt x="4035" y="0"/>
                  </a:lnTo>
                  <a:lnTo>
                    <a:pt x="1159" y="3863"/>
                  </a:lnTo>
                  <a:lnTo>
                    <a:pt x="4638" y="10185"/>
                  </a:lnTo>
                  <a:lnTo>
                    <a:pt x="0" y="10185"/>
                  </a:lnTo>
                  <a:lnTo>
                    <a:pt x="0" y="13170"/>
                  </a:lnTo>
                  <a:lnTo>
                    <a:pt x="6632" y="14004"/>
                  </a:lnTo>
                  <a:lnTo>
                    <a:pt x="6632" y="2032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A206270F-4331-4412-8777-A84C5FE7F6FD}"/>
                </a:ext>
              </a:extLst>
            </p:cNvPr>
            <p:cNvSpPr>
              <a:spLocks/>
            </p:cNvSpPr>
            <p:nvPr/>
          </p:nvSpPr>
          <p:spPr>
            <a:xfrm>
              <a:off x="5605878" y="2427627"/>
              <a:ext cx="12529" cy="10680"/>
            </a:xfrm>
            <a:custGeom>
              <a:avLst/>
              <a:gdLst>
                <a:gd name="connsiteX0" fmla="*/ 8394 w 8394"/>
                <a:gd name="connsiteY0" fmla="*/ 3293 h 7155"/>
                <a:gd name="connsiteX1" fmla="*/ 4313 w 8394"/>
                <a:gd name="connsiteY1" fmla="*/ 3293 h 7155"/>
                <a:gd name="connsiteX2" fmla="*/ 4313 w 8394"/>
                <a:gd name="connsiteY2" fmla="*/ 0 h 7155"/>
                <a:gd name="connsiteX3" fmla="*/ 0 w 8394"/>
                <a:gd name="connsiteY3" fmla="*/ 0 h 7155"/>
                <a:gd name="connsiteX4" fmla="*/ 0 w 8394"/>
                <a:gd name="connsiteY4" fmla="*/ 5224 h 7155"/>
                <a:gd name="connsiteX5" fmla="*/ 4174 w 8394"/>
                <a:gd name="connsiteY5" fmla="*/ 7156 h 7155"/>
                <a:gd name="connsiteX6" fmla="*/ 8394 w 8394"/>
                <a:gd name="connsiteY6" fmla="*/ 3293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94" h="7155">
                  <a:moveTo>
                    <a:pt x="8394" y="3293"/>
                  </a:moveTo>
                  <a:lnTo>
                    <a:pt x="4313" y="3293"/>
                  </a:lnTo>
                  <a:lnTo>
                    <a:pt x="4313" y="0"/>
                  </a:lnTo>
                  <a:lnTo>
                    <a:pt x="0" y="0"/>
                  </a:lnTo>
                  <a:lnTo>
                    <a:pt x="0" y="5224"/>
                  </a:lnTo>
                  <a:lnTo>
                    <a:pt x="4174" y="7156"/>
                  </a:lnTo>
                  <a:lnTo>
                    <a:pt x="8394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59E0A53E-7C86-2C2D-F7E2-32AC1CA1D8A1}"/>
                </a:ext>
              </a:extLst>
            </p:cNvPr>
            <p:cNvSpPr>
              <a:spLocks/>
            </p:cNvSpPr>
            <p:nvPr/>
          </p:nvSpPr>
          <p:spPr>
            <a:xfrm>
              <a:off x="5525784" y="2448007"/>
              <a:ext cx="202334" cy="333858"/>
            </a:xfrm>
            <a:custGeom>
              <a:avLst/>
              <a:gdLst>
                <a:gd name="connsiteX0" fmla="*/ 6075 w 135555"/>
                <a:gd name="connsiteY0" fmla="*/ 28623 h 223670"/>
                <a:gd name="connsiteX1" fmla="*/ 5194 w 135555"/>
                <a:gd name="connsiteY1" fmla="*/ 31915 h 223670"/>
                <a:gd name="connsiteX2" fmla="*/ 2319 w 135555"/>
                <a:gd name="connsiteY2" fmla="*/ 32750 h 223670"/>
                <a:gd name="connsiteX3" fmla="*/ 0 w 135555"/>
                <a:gd name="connsiteY3" fmla="*/ 34945 h 223670"/>
                <a:gd name="connsiteX4" fmla="*/ 5194 w 135555"/>
                <a:gd name="connsiteY4" fmla="*/ 38500 h 223670"/>
                <a:gd name="connsiteX5" fmla="*/ 7791 w 135555"/>
                <a:gd name="connsiteY5" fmla="*/ 42364 h 223670"/>
                <a:gd name="connsiteX6" fmla="*/ 12429 w 135555"/>
                <a:gd name="connsiteY6" fmla="*/ 41266 h 223670"/>
                <a:gd name="connsiteX7" fmla="*/ 12707 w 135555"/>
                <a:gd name="connsiteY7" fmla="*/ 45656 h 223670"/>
                <a:gd name="connsiteX8" fmla="*/ 15907 w 135555"/>
                <a:gd name="connsiteY8" fmla="*/ 43461 h 223670"/>
                <a:gd name="connsiteX9" fmla="*/ 17670 w 135555"/>
                <a:gd name="connsiteY9" fmla="*/ 45393 h 223670"/>
                <a:gd name="connsiteX10" fmla="*/ 15907 w 135555"/>
                <a:gd name="connsiteY10" fmla="*/ 45656 h 223670"/>
                <a:gd name="connsiteX11" fmla="*/ 14748 w 135555"/>
                <a:gd name="connsiteY11" fmla="*/ 48949 h 223670"/>
                <a:gd name="connsiteX12" fmla="*/ 16186 w 135555"/>
                <a:gd name="connsiteY12" fmla="*/ 51144 h 223670"/>
                <a:gd name="connsiteX13" fmla="*/ 15629 w 135555"/>
                <a:gd name="connsiteY13" fmla="*/ 54436 h 223670"/>
                <a:gd name="connsiteX14" fmla="*/ 11873 w 135555"/>
                <a:gd name="connsiteY14" fmla="*/ 52768 h 223670"/>
                <a:gd name="connsiteX15" fmla="*/ 8997 w 135555"/>
                <a:gd name="connsiteY15" fmla="*/ 54129 h 223670"/>
                <a:gd name="connsiteX16" fmla="*/ 12475 w 135555"/>
                <a:gd name="connsiteY16" fmla="*/ 55226 h 223670"/>
                <a:gd name="connsiteX17" fmla="*/ 13635 w 135555"/>
                <a:gd name="connsiteY17" fmla="*/ 57421 h 223670"/>
                <a:gd name="connsiteX18" fmla="*/ 15397 w 135555"/>
                <a:gd name="connsiteY18" fmla="*/ 59090 h 223670"/>
                <a:gd name="connsiteX19" fmla="*/ 13960 w 135555"/>
                <a:gd name="connsiteY19" fmla="*/ 60758 h 223670"/>
                <a:gd name="connsiteX20" fmla="*/ 10481 w 135555"/>
                <a:gd name="connsiteY20" fmla="*/ 57465 h 223670"/>
                <a:gd name="connsiteX21" fmla="*/ 7606 w 135555"/>
                <a:gd name="connsiteY21" fmla="*/ 58563 h 223670"/>
                <a:gd name="connsiteX22" fmla="*/ 10203 w 135555"/>
                <a:gd name="connsiteY22" fmla="*/ 62953 h 223670"/>
                <a:gd name="connsiteX23" fmla="*/ 11084 w 135555"/>
                <a:gd name="connsiteY23" fmla="*/ 65982 h 223670"/>
                <a:gd name="connsiteX24" fmla="*/ 15722 w 135555"/>
                <a:gd name="connsiteY24" fmla="*/ 65148 h 223670"/>
                <a:gd name="connsiteX25" fmla="*/ 18041 w 135555"/>
                <a:gd name="connsiteY25" fmla="*/ 62689 h 223670"/>
                <a:gd name="connsiteX26" fmla="*/ 17484 w 135555"/>
                <a:gd name="connsiteY26" fmla="*/ 60231 h 223670"/>
                <a:gd name="connsiteX27" fmla="*/ 24719 w 135555"/>
                <a:gd name="connsiteY27" fmla="*/ 53383 h 223670"/>
                <a:gd name="connsiteX28" fmla="*/ 27038 w 135555"/>
                <a:gd name="connsiteY28" fmla="*/ 56104 h 223670"/>
                <a:gd name="connsiteX29" fmla="*/ 22957 w 135555"/>
                <a:gd name="connsiteY29" fmla="*/ 57465 h 223670"/>
                <a:gd name="connsiteX30" fmla="*/ 22076 w 135555"/>
                <a:gd name="connsiteY30" fmla="*/ 61592 h 223670"/>
                <a:gd name="connsiteX31" fmla="*/ 18597 w 135555"/>
                <a:gd name="connsiteY31" fmla="*/ 66245 h 223670"/>
                <a:gd name="connsiteX32" fmla="*/ 18319 w 135555"/>
                <a:gd name="connsiteY32" fmla="*/ 70899 h 223670"/>
                <a:gd name="connsiteX33" fmla="*/ 14841 w 135555"/>
                <a:gd name="connsiteY33" fmla="*/ 71426 h 223670"/>
                <a:gd name="connsiteX34" fmla="*/ 11084 w 135555"/>
                <a:gd name="connsiteY34" fmla="*/ 74718 h 223670"/>
                <a:gd name="connsiteX35" fmla="*/ 10203 w 135555"/>
                <a:gd name="connsiteY35" fmla="*/ 78845 h 223670"/>
                <a:gd name="connsiteX36" fmla="*/ 7884 w 135555"/>
                <a:gd name="connsiteY36" fmla="*/ 77484 h 223670"/>
                <a:gd name="connsiteX37" fmla="*/ 5287 w 135555"/>
                <a:gd name="connsiteY37" fmla="*/ 79152 h 223670"/>
                <a:gd name="connsiteX38" fmla="*/ 5287 w 135555"/>
                <a:gd name="connsiteY38" fmla="*/ 82181 h 223670"/>
                <a:gd name="connsiteX39" fmla="*/ 7328 w 135555"/>
                <a:gd name="connsiteY39" fmla="*/ 81918 h 223670"/>
                <a:gd name="connsiteX40" fmla="*/ 9090 w 135555"/>
                <a:gd name="connsiteY40" fmla="*/ 84113 h 223670"/>
                <a:gd name="connsiteX41" fmla="*/ 10528 w 135555"/>
                <a:gd name="connsiteY41" fmla="*/ 84113 h 223670"/>
                <a:gd name="connsiteX42" fmla="*/ 13125 w 135555"/>
                <a:gd name="connsiteY42" fmla="*/ 79459 h 223670"/>
                <a:gd name="connsiteX43" fmla="*/ 16325 w 135555"/>
                <a:gd name="connsiteY43" fmla="*/ 75903 h 223670"/>
                <a:gd name="connsiteX44" fmla="*/ 17206 w 135555"/>
                <a:gd name="connsiteY44" fmla="*/ 79459 h 223670"/>
                <a:gd name="connsiteX45" fmla="*/ 18087 w 135555"/>
                <a:gd name="connsiteY45" fmla="*/ 87712 h 223670"/>
                <a:gd name="connsiteX46" fmla="*/ 14887 w 135555"/>
                <a:gd name="connsiteY46" fmla="*/ 89907 h 223670"/>
                <a:gd name="connsiteX47" fmla="*/ 14887 w 135555"/>
                <a:gd name="connsiteY47" fmla="*/ 93463 h 223670"/>
                <a:gd name="connsiteX48" fmla="*/ 19525 w 135555"/>
                <a:gd name="connsiteY48" fmla="*/ 91532 h 223670"/>
                <a:gd name="connsiteX49" fmla="*/ 20963 w 135555"/>
                <a:gd name="connsiteY49" fmla="*/ 84683 h 223670"/>
                <a:gd name="connsiteX50" fmla="*/ 23560 w 135555"/>
                <a:gd name="connsiteY50" fmla="*/ 87976 h 223670"/>
                <a:gd name="connsiteX51" fmla="*/ 26435 w 135555"/>
                <a:gd name="connsiteY51" fmla="*/ 88239 h 223670"/>
                <a:gd name="connsiteX52" fmla="*/ 26157 w 135555"/>
                <a:gd name="connsiteY52" fmla="*/ 83586 h 223670"/>
                <a:gd name="connsiteX53" fmla="*/ 22957 w 135555"/>
                <a:gd name="connsiteY53" fmla="*/ 80557 h 223670"/>
                <a:gd name="connsiteX54" fmla="*/ 23838 w 135555"/>
                <a:gd name="connsiteY54" fmla="*/ 77835 h 223670"/>
                <a:gd name="connsiteX55" fmla="*/ 27595 w 135555"/>
                <a:gd name="connsiteY55" fmla="*/ 79196 h 223670"/>
                <a:gd name="connsiteX56" fmla="*/ 31073 w 135555"/>
                <a:gd name="connsiteY56" fmla="*/ 73708 h 223670"/>
                <a:gd name="connsiteX57" fmla="*/ 31629 w 135555"/>
                <a:gd name="connsiteY57" fmla="*/ 77001 h 223670"/>
                <a:gd name="connsiteX58" fmla="*/ 29032 w 135555"/>
                <a:gd name="connsiteY58" fmla="*/ 82752 h 223670"/>
                <a:gd name="connsiteX59" fmla="*/ 33948 w 135555"/>
                <a:gd name="connsiteY59" fmla="*/ 84113 h 223670"/>
                <a:gd name="connsiteX60" fmla="*/ 32511 w 135555"/>
                <a:gd name="connsiteY60" fmla="*/ 89600 h 223670"/>
                <a:gd name="connsiteX61" fmla="*/ 30192 w 135555"/>
                <a:gd name="connsiteY61" fmla="*/ 93727 h 223670"/>
                <a:gd name="connsiteX62" fmla="*/ 24997 w 135555"/>
                <a:gd name="connsiteY62" fmla="*/ 103033 h 223670"/>
                <a:gd name="connsiteX63" fmla="*/ 27038 w 135555"/>
                <a:gd name="connsiteY63" fmla="*/ 110716 h 223670"/>
                <a:gd name="connsiteX64" fmla="*/ 29635 w 135555"/>
                <a:gd name="connsiteY64" fmla="*/ 115633 h 223670"/>
                <a:gd name="connsiteX65" fmla="*/ 33995 w 135555"/>
                <a:gd name="connsiteY65" fmla="*/ 117828 h 223670"/>
                <a:gd name="connsiteX66" fmla="*/ 32557 w 135555"/>
                <a:gd name="connsiteY66" fmla="*/ 121120 h 223670"/>
                <a:gd name="connsiteX67" fmla="*/ 33113 w 135555"/>
                <a:gd name="connsiteY67" fmla="*/ 125247 h 223670"/>
                <a:gd name="connsiteX68" fmla="*/ 36313 w 135555"/>
                <a:gd name="connsiteY68" fmla="*/ 124984 h 223670"/>
                <a:gd name="connsiteX69" fmla="*/ 38354 w 135555"/>
                <a:gd name="connsiteY69" fmla="*/ 120594 h 223670"/>
                <a:gd name="connsiteX70" fmla="*/ 37798 w 135555"/>
                <a:gd name="connsiteY70" fmla="*/ 114843 h 223670"/>
                <a:gd name="connsiteX71" fmla="*/ 38354 w 135555"/>
                <a:gd name="connsiteY71" fmla="*/ 110189 h 223670"/>
                <a:gd name="connsiteX72" fmla="*/ 43270 w 135555"/>
                <a:gd name="connsiteY72" fmla="*/ 106063 h 223670"/>
                <a:gd name="connsiteX73" fmla="*/ 48464 w 135555"/>
                <a:gd name="connsiteY73" fmla="*/ 103033 h 223670"/>
                <a:gd name="connsiteX74" fmla="*/ 52221 w 135555"/>
                <a:gd name="connsiteY74" fmla="*/ 102770 h 223670"/>
                <a:gd name="connsiteX75" fmla="*/ 53659 w 135555"/>
                <a:gd name="connsiteY75" fmla="*/ 107994 h 223670"/>
                <a:gd name="connsiteX76" fmla="*/ 50458 w 135555"/>
                <a:gd name="connsiteY76" fmla="*/ 111989 h 223670"/>
                <a:gd name="connsiteX77" fmla="*/ 53056 w 135555"/>
                <a:gd name="connsiteY77" fmla="*/ 118706 h 223670"/>
                <a:gd name="connsiteX78" fmla="*/ 57415 w 135555"/>
                <a:gd name="connsiteY78" fmla="*/ 123359 h 223670"/>
                <a:gd name="connsiteX79" fmla="*/ 62331 w 135555"/>
                <a:gd name="connsiteY79" fmla="*/ 121691 h 223670"/>
                <a:gd name="connsiteX80" fmla="*/ 63490 w 135555"/>
                <a:gd name="connsiteY80" fmla="*/ 124413 h 223670"/>
                <a:gd name="connsiteX81" fmla="*/ 59131 w 135555"/>
                <a:gd name="connsiteY81" fmla="*/ 145529 h 223670"/>
                <a:gd name="connsiteX82" fmla="*/ 54215 w 135555"/>
                <a:gd name="connsiteY82" fmla="*/ 144431 h 223670"/>
                <a:gd name="connsiteX83" fmla="*/ 50134 w 135555"/>
                <a:gd name="connsiteY83" fmla="*/ 144431 h 223670"/>
                <a:gd name="connsiteX84" fmla="*/ 44615 w 135555"/>
                <a:gd name="connsiteY84" fmla="*/ 144958 h 223670"/>
                <a:gd name="connsiteX85" fmla="*/ 39699 w 135555"/>
                <a:gd name="connsiteY85" fmla="*/ 141095 h 223670"/>
                <a:gd name="connsiteX86" fmla="*/ 35339 w 135555"/>
                <a:gd name="connsiteY86" fmla="*/ 140832 h 223670"/>
                <a:gd name="connsiteX87" fmla="*/ 37658 w 135555"/>
                <a:gd name="connsiteY87" fmla="*/ 146319 h 223670"/>
                <a:gd name="connsiteX88" fmla="*/ 39096 w 135555"/>
                <a:gd name="connsiteY88" fmla="*/ 150182 h 223670"/>
                <a:gd name="connsiteX89" fmla="*/ 32139 w 135555"/>
                <a:gd name="connsiteY89" fmla="*/ 155933 h 223670"/>
                <a:gd name="connsiteX90" fmla="*/ 34180 w 135555"/>
                <a:gd name="connsiteY90" fmla="*/ 157031 h 223670"/>
                <a:gd name="connsiteX91" fmla="*/ 38539 w 135555"/>
                <a:gd name="connsiteY91" fmla="*/ 153475 h 223670"/>
                <a:gd name="connsiteX92" fmla="*/ 42296 w 135555"/>
                <a:gd name="connsiteY92" fmla="*/ 157865 h 223670"/>
                <a:gd name="connsiteX93" fmla="*/ 41415 w 135555"/>
                <a:gd name="connsiteY93" fmla="*/ 169937 h 223670"/>
                <a:gd name="connsiteX94" fmla="*/ 35896 w 135555"/>
                <a:gd name="connsiteY94" fmla="*/ 173230 h 223670"/>
                <a:gd name="connsiteX95" fmla="*/ 30099 w 135555"/>
                <a:gd name="connsiteY95" fmla="*/ 175161 h 223670"/>
                <a:gd name="connsiteX96" fmla="*/ 25739 w 135555"/>
                <a:gd name="connsiteY96" fmla="*/ 176830 h 223670"/>
                <a:gd name="connsiteX97" fmla="*/ 26899 w 135555"/>
                <a:gd name="connsiteY97" fmla="*/ 180693 h 223670"/>
                <a:gd name="connsiteX98" fmla="*/ 28661 w 135555"/>
                <a:gd name="connsiteY98" fmla="*/ 186180 h 223670"/>
                <a:gd name="connsiteX99" fmla="*/ 32418 w 135555"/>
                <a:gd name="connsiteY99" fmla="*/ 184249 h 223670"/>
                <a:gd name="connsiteX100" fmla="*/ 39096 w 135555"/>
                <a:gd name="connsiteY100" fmla="*/ 179595 h 223670"/>
                <a:gd name="connsiteX101" fmla="*/ 39096 w 135555"/>
                <a:gd name="connsiteY101" fmla="*/ 183151 h 223670"/>
                <a:gd name="connsiteX102" fmla="*/ 41693 w 135555"/>
                <a:gd name="connsiteY102" fmla="*/ 187014 h 223670"/>
                <a:gd name="connsiteX103" fmla="*/ 45728 w 135555"/>
                <a:gd name="connsiteY103" fmla="*/ 184819 h 223670"/>
                <a:gd name="connsiteX104" fmla="*/ 50087 w 135555"/>
                <a:gd name="connsiteY104" fmla="*/ 189736 h 223670"/>
                <a:gd name="connsiteX105" fmla="*/ 54169 w 135555"/>
                <a:gd name="connsiteY105" fmla="*/ 191931 h 223670"/>
                <a:gd name="connsiteX106" fmla="*/ 58806 w 135555"/>
                <a:gd name="connsiteY106" fmla="*/ 188639 h 223670"/>
                <a:gd name="connsiteX107" fmla="*/ 64325 w 135555"/>
                <a:gd name="connsiteY107" fmla="*/ 186444 h 223670"/>
                <a:gd name="connsiteX108" fmla="*/ 62609 w 135555"/>
                <a:gd name="connsiteY108" fmla="*/ 191931 h 223670"/>
                <a:gd name="connsiteX109" fmla="*/ 59734 w 135555"/>
                <a:gd name="connsiteY109" fmla="*/ 196585 h 223670"/>
                <a:gd name="connsiteX110" fmla="*/ 52777 w 135555"/>
                <a:gd name="connsiteY110" fmla="*/ 196585 h 223670"/>
                <a:gd name="connsiteX111" fmla="*/ 46980 w 135555"/>
                <a:gd name="connsiteY111" fmla="*/ 195487 h 223670"/>
                <a:gd name="connsiteX112" fmla="*/ 41461 w 135555"/>
                <a:gd name="connsiteY112" fmla="*/ 196014 h 223670"/>
                <a:gd name="connsiteX113" fmla="*/ 40905 w 135555"/>
                <a:gd name="connsiteY113" fmla="*/ 197375 h 223670"/>
                <a:gd name="connsiteX114" fmla="*/ 38029 w 135555"/>
                <a:gd name="connsiteY114" fmla="*/ 199570 h 223670"/>
                <a:gd name="connsiteX115" fmla="*/ 35711 w 135555"/>
                <a:gd name="connsiteY115" fmla="*/ 200667 h 223670"/>
                <a:gd name="connsiteX116" fmla="*/ 34829 w 135555"/>
                <a:gd name="connsiteY116" fmla="*/ 205321 h 223670"/>
                <a:gd name="connsiteX117" fmla="*/ 29635 w 135555"/>
                <a:gd name="connsiteY117" fmla="*/ 210238 h 223670"/>
                <a:gd name="connsiteX118" fmla="*/ 27595 w 135555"/>
                <a:gd name="connsiteY118" fmla="*/ 212959 h 223670"/>
                <a:gd name="connsiteX119" fmla="*/ 23838 w 135555"/>
                <a:gd name="connsiteY119" fmla="*/ 215988 h 223670"/>
                <a:gd name="connsiteX120" fmla="*/ 20638 w 135555"/>
                <a:gd name="connsiteY120" fmla="*/ 218183 h 223670"/>
                <a:gd name="connsiteX121" fmla="*/ 16881 w 135555"/>
                <a:gd name="connsiteY121" fmla="*/ 221739 h 223670"/>
                <a:gd name="connsiteX122" fmla="*/ 20638 w 135555"/>
                <a:gd name="connsiteY122" fmla="*/ 221476 h 223670"/>
                <a:gd name="connsiteX123" fmla="*/ 24997 w 135555"/>
                <a:gd name="connsiteY123" fmla="*/ 221476 h 223670"/>
                <a:gd name="connsiteX124" fmla="*/ 24997 w 135555"/>
                <a:gd name="connsiteY124" fmla="*/ 223671 h 223670"/>
                <a:gd name="connsiteX125" fmla="*/ 27316 w 135555"/>
                <a:gd name="connsiteY125" fmla="*/ 220378 h 223670"/>
                <a:gd name="connsiteX126" fmla="*/ 31073 w 135555"/>
                <a:gd name="connsiteY126" fmla="*/ 217349 h 223670"/>
                <a:gd name="connsiteX127" fmla="*/ 33113 w 135555"/>
                <a:gd name="connsiteY127" fmla="*/ 215988 h 223670"/>
                <a:gd name="connsiteX128" fmla="*/ 42389 w 135555"/>
                <a:gd name="connsiteY128" fmla="*/ 215725 h 223670"/>
                <a:gd name="connsiteX129" fmla="*/ 51664 w 135555"/>
                <a:gd name="connsiteY129" fmla="*/ 211862 h 223670"/>
                <a:gd name="connsiteX130" fmla="*/ 62980 w 135555"/>
                <a:gd name="connsiteY130" fmla="*/ 206374 h 223670"/>
                <a:gd name="connsiteX131" fmla="*/ 76615 w 135555"/>
                <a:gd name="connsiteY131" fmla="*/ 209096 h 223670"/>
                <a:gd name="connsiteX132" fmla="*/ 82134 w 135555"/>
                <a:gd name="connsiteY132" fmla="*/ 206067 h 223670"/>
                <a:gd name="connsiteX133" fmla="*/ 86772 w 135555"/>
                <a:gd name="connsiteY133" fmla="*/ 204135 h 223670"/>
                <a:gd name="connsiteX134" fmla="*/ 90853 w 135555"/>
                <a:gd name="connsiteY134" fmla="*/ 204135 h 223670"/>
                <a:gd name="connsiteX135" fmla="*/ 94331 w 135555"/>
                <a:gd name="connsiteY135" fmla="*/ 206067 h 223670"/>
                <a:gd name="connsiteX136" fmla="*/ 99247 w 135555"/>
                <a:gd name="connsiteY136" fmla="*/ 206067 h 223670"/>
                <a:gd name="connsiteX137" fmla="*/ 103885 w 135555"/>
                <a:gd name="connsiteY137" fmla="*/ 203872 h 223670"/>
                <a:gd name="connsiteX138" fmla="*/ 111723 w 135555"/>
                <a:gd name="connsiteY138" fmla="*/ 206067 h 223670"/>
                <a:gd name="connsiteX139" fmla="*/ 116917 w 135555"/>
                <a:gd name="connsiteY139" fmla="*/ 203609 h 223670"/>
                <a:gd name="connsiteX140" fmla="*/ 123317 w 135555"/>
                <a:gd name="connsiteY140" fmla="*/ 202248 h 223670"/>
                <a:gd name="connsiteX141" fmla="*/ 123596 w 135555"/>
                <a:gd name="connsiteY141" fmla="*/ 199789 h 223670"/>
                <a:gd name="connsiteX142" fmla="*/ 125914 w 135555"/>
                <a:gd name="connsiteY142" fmla="*/ 198428 h 223670"/>
                <a:gd name="connsiteX143" fmla="*/ 130552 w 135555"/>
                <a:gd name="connsiteY143" fmla="*/ 195136 h 223670"/>
                <a:gd name="connsiteX144" fmla="*/ 122714 w 135555"/>
                <a:gd name="connsiteY144" fmla="*/ 191009 h 223670"/>
                <a:gd name="connsiteX145" fmla="*/ 114877 w 135555"/>
                <a:gd name="connsiteY145" fmla="*/ 187453 h 223670"/>
                <a:gd name="connsiteX146" fmla="*/ 122390 w 135555"/>
                <a:gd name="connsiteY146" fmla="*/ 182537 h 223670"/>
                <a:gd name="connsiteX147" fmla="*/ 133103 w 135555"/>
                <a:gd name="connsiteY147" fmla="*/ 172922 h 223670"/>
                <a:gd name="connsiteX148" fmla="*/ 126424 w 135555"/>
                <a:gd name="connsiteY148" fmla="*/ 152070 h 223670"/>
                <a:gd name="connsiteX149" fmla="*/ 113949 w 135555"/>
                <a:gd name="connsiteY149" fmla="*/ 155933 h 223670"/>
                <a:gd name="connsiteX150" fmla="*/ 111352 w 135555"/>
                <a:gd name="connsiteY150" fmla="*/ 155933 h 223670"/>
                <a:gd name="connsiteX151" fmla="*/ 109914 w 135555"/>
                <a:gd name="connsiteY151" fmla="*/ 152641 h 223670"/>
                <a:gd name="connsiteX152" fmla="*/ 112790 w 135555"/>
                <a:gd name="connsiteY152" fmla="*/ 144695 h 223670"/>
                <a:gd name="connsiteX153" fmla="*/ 109590 w 135555"/>
                <a:gd name="connsiteY153" fmla="*/ 138637 h 223670"/>
                <a:gd name="connsiteX154" fmla="*/ 103514 w 135555"/>
                <a:gd name="connsiteY154" fmla="*/ 135607 h 223670"/>
                <a:gd name="connsiteX155" fmla="*/ 101195 w 135555"/>
                <a:gd name="connsiteY155" fmla="*/ 135607 h 223670"/>
                <a:gd name="connsiteX156" fmla="*/ 98876 w 135555"/>
                <a:gd name="connsiteY156" fmla="*/ 133676 h 223670"/>
                <a:gd name="connsiteX157" fmla="*/ 103792 w 135555"/>
                <a:gd name="connsiteY157" fmla="*/ 132842 h 223670"/>
                <a:gd name="connsiteX158" fmla="*/ 106111 w 135555"/>
                <a:gd name="connsiteY158" fmla="*/ 135563 h 223670"/>
                <a:gd name="connsiteX159" fmla="*/ 109590 w 135555"/>
                <a:gd name="connsiteY159" fmla="*/ 135563 h 223670"/>
                <a:gd name="connsiteX160" fmla="*/ 104674 w 135555"/>
                <a:gd name="connsiteY160" fmla="*/ 125686 h 223670"/>
                <a:gd name="connsiteX161" fmla="*/ 106714 w 135555"/>
                <a:gd name="connsiteY161" fmla="*/ 122657 h 223670"/>
                <a:gd name="connsiteX162" fmla="*/ 102355 w 135555"/>
                <a:gd name="connsiteY162" fmla="*/ 119935 h 223670"/>
                <a:gd name="connsiteX163" fmla="*/ 87282 w 135555"/>
                <a:gd name="connsiteY163" fmla="*/ 105404 h 223670"/>
                <a:gd name="connsiteX164" fmla="*/ 70772 w 135555"/>
                <a:gd name="connsiteY164" fmla="*/ 74411 h 223670"/>
                <a:gd name="connsiteX165" fmla="*/ 60476 w 135555"/>
                <a:gd name="connsiteY165" fmla="*/ 74411 h 223670"/>
                <a:gd name="connsiteX166" fmla="*/ 53659 w 135555"/>
                <a:gd name="connsiteY166" fmla="*/ 74411 h 223670"/>
                <a:gd name="connsiteX167" fmla="*/ 50458 w 135555"/>
                <a:gd name="connsiteY167" fmla="*/ 72742 h 223670"/>
                <a:gd name="connsiteX168" fmla="*/ 56256 w 135555"/>
                <a:gd name="connsiteY168" fmla="*/ 72742 h 223670"/>
                <a:gd name="connsiteX169" fmla="*/ 59131 w 135555"/>
                <a:gd name="connsiteY169" fmla="*/ 69450 h 223670"/>
                <a:gd name="connsiteX170" fmla="*/ 62006 w 135555"/>
                <a:gd name="connsiteY170" fmla="*/ 69450 h 223670"/>
                <a:gd name="connsiteX171" fmla="*/ 66041 w 135555"/>
                <a:gd name="connsiteY171" fmla="*/ 66157 h 223670"/>
                <a:gd name="connsiteX172" fmla="*/ 63722 w 135555"/>
                <a:gd name="connsiteY172" fmla="*/ 63128 h 223670"/>
                <a:gd name="connsiteX173" fmla="*/ 57786 w 135555"/>
                <a:gd name="connsiteY173" fmla="*/ 63128 h 223670"/>
                <a:gd name="connsiteX174" fmla="*/ 62006 w 135555"/>
                <a:gd name="connsiteY174" fmla="*/ 60933 h 223670"/>
                <a:gd name="connsiteX175" fmla="*/ 69241 w 135555"/>
                <a:gd name="connsiteY175" fmla="*/ 52987 h 223670"/>
                <a:gd name="connsiteX176" fmla="*/ 73322 w 135555"/>
                <a:gd name="connsiteY176" fmla="*/ 46139 h 223670"/>
                <a:gd name="connsiteX177" fmla="*/ 75920 w 135555"/>
                <a:gd name="connsiteY177" fmla="*/ 37886 h 223670"/>
                <a:gd name="connsiteX178" fmla="*/ 77960 w 135555"/>
                <a:gd name="connsiteY178" fmla="*/ 30467 h 223670"/>
                <a:gd name="connsiteX179" fmla="*/ 70447 w 135555"/>
                <a:gd name="connsiteY179" fmla="*/ 29940 h 223670"/>
                <a:gd name="connsiteX180" fmla="*/ 50087 w 135555"/>
                <a:gd name="connsiteY180" fmla="*/ 27481 h 223670"/>
                <a:gd name="connsiteX181" fmla="*/ 42342 w 135555"/>
                <a:gd name="connsiteY181" fmla="*/ 34067 h 223670"/>
                <a:gd name="connsiteX182" fmla="*/ 42342 w 135555"/>
                <a:gd name="connsiteY182" fmla="*/ 27218 h 223670"/>
                <a:gd name="connsiteX183" fmla="*/ 45821 w 135555"/>
                <a:gd name="connsiteY183" fmla="*/ 24189 h 223670"/>
                <a:gd name="connsiteX184" fmla="*/ 42342 w 135555"/>
                <a:gd name="connsiteY184" fmla="*/ 22521 h 223670"/>
                <a:gd name="connsiteX185" fmla="*/ 53659 w 135555"/>
                <a:gd name="connsiteY185" fmla="*/ 13741 h 223670"/>
                <a:gd name="connsiteX186" fmla="*/ 57879 w 135555"/>
                <a:gd name="connsiteY186" fmla="*/ 7683 h 223670"/>
                <a:gd name="connsiteX187" fmla="*/ 57879 w 135555"/>
                <a:gd name="connsiteY187" fmla="*/ 0 h 223670"/>
                <a:gd name="connsiteX188" fmla="*/ 44383 w 135555"/>
                <a:gd name="connsiteY188" fmla="*/ 3556 h 223670"/>
                <a:gd name="connsiteX189" fmla="*/ 33345 w 135555"/>
                <a:gd name="connsiteY189" fmla="*/ 2722 h 223670"/>
                <a:gd name="connsiteX190" fmla="*/ 25229 w 135555"/>
                <a:gd name="connsiteY190" fmla="*/ 12336 h 223670"/>
                <a:gd name="connsiteX191" fmla="*/ 23792 w 135555"/>
                <a:gd name="connsiteY191" fmla="*/ 20282 h 223670"/>
                <a:gd name="connsiteX192" fmla="*/ 20035 w 135555"/>
                <a:gd name="connsiteY192" fmla="*/ 22214 h 223670"/>
                <a:gd name="connsiteX193" fmla="*/ 15676 w 135555"/>
                <a:gd name="connsiteY193" fmla="*/ 28272 h 223670"/>
                <a:gd name="connsiteX194" fmla="*/ 14794 w 135555"/>
                <a:gd name="connsiteY194" fmla="*/ 34330 h 223670"/>
                <a:gd name="connsiteX195" fmla="*/ 15954 w 135555"/>
                <a:gd name="connsiteY195" fmla="*/ 39247 h 223670"/>
                <a:gd name="connsiteX196" fmla="*/ 13078 w 135555"/>
                <a:gd name="connsiteY196" fmla="*/ 38413 h 223670"/>
                <a:gd name="connsiteX197" fmla="*/ 9600 w 135555"/>
                <a:gd name="connsiteY197" fmla="*/ 37052 h 223670"/>
                <a:gd name="connsiteX198" fmla="*/ 8719 w 135555"/>
                <a:gd name="connsiteY198" fmla="*/ 28535 h 223670"/>
                <a:gd name="connsiteX199" fmla="*/ 6122 w 135555"/>
                <a:gd name="connsiteY199" fmla="*/ 28535 h 223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35555" h="223670">
                  <a:moveTo>
                    <a:pt x="6075" y="28623"/>
                  </a:moveTo>
                  <a:lnTo>
                    <a:pt x="5194" y="31915"/>
                  </a:lnTo>
                  <a:lnTo>
                    <a:pt x="2319" y="32750"/>
                  </a:lnTo>
                  <a:lnTo>
                    <a:pt x="0" y="34945"/>
                  </a:lnTo>
                  <a:lnTo>
                    <a:pt x="5194" y="38500"/>
                  </a:lnTo>
                  <a:lnTo>
                    <a:pt x="7791" y="42364"/>
                  </a:lnTo>
                  <a:lnTo>
                    <a:pt x="12429" y="41266"/>
                  </a:lnTo>
                  <a:lnTo>
                    <a:pt x="12707" y="45656"/>
                  </a:lnTo>
                  <a:lnTo>
                    <a:pt x="15907" y="43461"/>
                  </a:lnTo>
                  <a:lnTo>
                    <a:pt x="17670" y="45393"/>
                  </a:lnTo>
                  <a:lnTo>
                    <a:pt x="15907" y="45656"/>
                  </a:lnTo>
                  <a:lnTo>
                    <a:pt x="14748" y="48949"/>
                  </a:lnTo>
                  <a:lnTo>
                    <a:pt x="16186" y="51144"/>
                  </a:lnTo>
                  <a:lnTo>
                    <a:pt x="15629" y="54436"/>
                  </a:lnTo>
                  <a:lnTo>
                    <a:pt x="11873" y="52768"/>
                  </a:lnTo>
                  <a:lnTo>
                    <a:pt x="8997" y="54129"/>
                  </a:lnTo>
                  <a:lnTo>
                    <a:pt x="12475" y="55226"/>
                  </a:lnTo>
                  <a:lnTo>
                    <a:pt x="13635" y="57421"/>
                  </a:lnTo>
                  <a:lnTo>
                    <a:pt x="15397" y="59090"/>
                  </a:lnTo>
                  <a:lnTo>
                    <a:pt x="13960" y="60758"/>
                  </a:lnTo>
                  <a:lnTo>
                    <a:pt x="10481" y="57465"/>
                  </a:lnTo>
                  <a:lnTo>
                    <a:pt x="7606" y="58563"/>
                  </a:lnTo>
                  <a:lnTo>
                    <a:pt x="10203" y="62953"/>
                  </a:lnTo>
                  <a:lnTo>
                    <a:pt x="11084" y="65982"/>
                  </a:lnTo>
                  <a:lnTo>
                    <a:pt x="15722" y="65148"/>
                  </a:lnTo>
                  <a:lnTo>
                    <a:pt x="18041" y="62689"/>
                  </a:lnTo>
                  <a:lnTo>
                    <a:pt x="17484" y="60231"/>
                  </a:lnTo>
                  <a:lnTo>
                    <a:pt x="24719" y="53383"/>
                  </a:lnTo>
                  <a:lnTo>
                    <a:pt x="27038" y="56104"/>
                  </a:lnTo>
                  <a:lnTo>
                    <a:pt x="22957" y="57465"/>
                  </a:lnTo>
                  <a:lnTo>
                    <a:pt x="22076" y="61592"/>
                  </a:lnTo>
                  <a:lnTo>
                    <a:pt x="18597" y="66245"/>
                  </a:lnTo>
                  <a:lnTo>
                    <a:pt x="18319" y="70899"/>
                  </a:lnTo>
                  <a:lnTo>
                    <a:pt x="14841" y="71426"/>
                  </a:lnTo>
                  <a:lnTo>
                    <a:pt x="11084" y="74718"/>
                  </a:lnTo>
                  <a:lnTo>
                    <a:pt x="10203" y="78845"/>
                  </a:lnTo>
                  <a:lnTo>
                    <a:pt x="7884" y="77484"/>
                  </a:lnTo>
                  <a:lnTo>
                    <a:pt x="5287" y="79152"/>
                  </a:lnTo>
                  <a:lnTo>
                    <a:pt x="5287" y="82181"/>
                  </a:lnTo>
                  <a:lnTo>
                    <a:pt x="7328" y="81918"/>
                  </a:lnTo>
                  <a:lnTo>
                    <a:pt x="9090" y="84113"/>
                  </a:lnTo>
                  <a:lnTo>
                    <a:pt x="10528" y="84113"/>
                  </a:lnTo>
                  <a:lnTo>
                    <a:pt x="13125" y="79459"/>
                  </a:lnTo>
                  <a:lnTo>
                    <a:pt x="16325" y="75903"/>
                  </a:lnTo>
                  <a:lnTo>
                    <a:pt x="17206" y="79459"/>
                  </a:lnTo>
                  <a:lnTo>
                    <a:pt x="18087" y="87712"/>
                  </a:lnTo>
                  <a:lnTo>
                    <a:pt x="14887" y="89907"/>
                  </a:lnTo>
                  <a:lnTo>
                    <a:pt x="14887" y="93463"/>
                  </a:lnTo>
                  <a:lnTo>
                    <a:pt x="19525" y="91532"/>
                  </a:lnTo>
                  <a:lnTo>
                    <a:pt x="20963" y="84683"/>
                  </a:lnTo>
                  <a:lnTo>
                    <a:pt x="23560" y="87976"/>
                  </a:lnTo>
                  <a:lnTo>
                    <a:pt x="26435" y="88239"/>
                  </a:lnTo>
                  <a:lnTo>
                    <a:pt x="26157" y="83586"/>
                  </a:lnTo>
                  <a:lnTo>
                    <a:pt x="22957" y="80557"/>
                  </a:lnTo>
                  <a:lnTo>
                    <a:pt x="23838" y="77835"/>
                  </a:lnTo>
                  <a:lnTo>
                    <a:pt x="27595" y="79196"/>
                  </a:lnTo>
                  <a:lnTo>
                    <a:pt x="31073" y="73708"/>
                  </a:lnTo>
                  <a:lnTo>
                    <a:pt x="31629" y="77001"/>
                  </a:lnTo>
                  <a:lnTo>
                    <a:pt x="29032" y="82752"/>
                  </a:lnTo>
                  <a:lnTo>
                    <a:pt x="33948" y="84113"/>
                  </a:lnTo>
                  <a:lnTo>
                    <a:pt x="32511" y="89600"/>
                  </a:lnTo>
                  <a:lnTo>
                    <a:pt x="30192" y="93727"/>
                  </a:lnTo>
                  <a:lnTo>
                    <a:pt x="24997" y="103033"/>
                  </a:lnTo>
                  <a:lnTo>
                    <a:pt x="27038" y="110716"/>
                  </a:lnTo>
                  <a:lnTo>
                    <a:pt x="29635" y="115633"/>
                  </a:lnTo>
                  <a:lnTo>
                    <a:pt x="33995" y="117828"/>
                  </a:lnTo>
                  <a:lnTo>
                    <a:pt x="32557" y="121120"/>
                  </a:lnTo>
                  <a:lnTo>
                    <a:pt x="33113" y="125247"/>
                  </a:lnTo>
                  <a:lnTo>
                    <a:pt x="36313" y="124984"/>
                  </a:lnTo>
                  <a:lnTo>
                    <a:pt x="38354" y="120594"/>
                  </a:lnTo>
                  <a:lnTo>
                    <a:pt x="37798" y="114843"/>
                  </a:lnTo>
                  <a:lnTo>
                    <a:pt x="38354" y="110189"/>
                  </a:lnTo>
                  <a:lnTo>
                    <a:pt x="43270" y="106063"/>
                  </a:lnTo>
                  <a:lnTo>
                    <a:pt x="48464" y="103033"/>
                  </a:lnTo>
                  <a:lnTo>
                    <a:pt x="52221" y="102770"/>
                  </a:lnTo>
                  <a:lnTo>
                    <a:pt x="53659" y="107994"/>
                  </a:lnTo>
                  <a:lnTo>
                    <a:pt x="50458" y="111989"/>
                  </a:lnTo>
                  <a:lnTo>
                    <a:pt x="53056" y="118706"/>
                  </a:lnTo>
                  <a:cubicBezTo>
                    <a:pt x="53056" y="122832"/>
                    <a:pt x="57415" y="123359"/>
                    <a:pt x="57415" y="123359"/>
                  </a:cubicBezTo>
                  <a:lnTo>
                    <a:pt x="62331" y="121691"/>
                  </a:lnTo>
                  <a:lnTo>
                    <a:pt x="63490" y="124413"/>
                  </a:lnTo>
                  <a:cubicBezTo>
                    <a:pt x="57415" y="127969"/>
                    <a:pt x="59131" y="145529"/>
                    <a:pt x="59131" y="145529"/>
                  </a:cubicBezTo>
                  <a:lnTo>
                    <a:pt x="54215" y="144431"/>
                  </a:lnTo>
                  <a:lnTo>
                    <a:pt x="50134" y="144431"/>
                  </a:lnTo>
                  <a:lnTo>
                    <a:pt x="44615" y="144958"/>
                  </a:lnTo>
                  <a:lnTo>
                    <a:pt x="39699" y="141095"/>
                  </a:lnTo>
                  <a:lnTo>
                    <a:pt x="35339" y="140832"/>
                  </a:lnTo>
                  <a:lnTo>
                    <a:pt x="37658" y="146319"/>
                  </a:lnTo>
                  <a:lnTo>
                    <a:pt x="39096" y="150182"/>
                  </a:lnTo>
                  <a:lnTo>
                    <a:pt x="32139" y="155933"/>
                  </a:lnTo>
                  <a:lnTo>
                    <a:pt x="34180" y="157031"/>
                  </a:lnTo>
                  <a:lnTo>
                    <a:pt x="38539" y="153475"/>
                  </a:lnTo>
                  <a:lnTo>
                    <a:pt x="42296" y="157865"/>
                  </a:lnTo>
                  <a:lnTo>
                    <a:pt x="41415" y="169937"/>
                  </a:lnTo>
                  <a:lnTo>
                    <a:pt x="35896" y="173230"/>
                  </a:lnTo>
                  <a:lnTo>
                    <a:pt x="30099" y="175161"/>
                  </a:lnTo>
                  <a:lnTo>
                    <a:pt x="25739" y="176830"/>
                  </a:lnTo>
                  <a:cubicBezTo>
                    <a:pt x="20823" y="177927"/>
                    <a:pt x="26899" y="180693"/>
                    <a:pt x="26899" y="180693"/>
                  </a:cubicBezTo>
                  <a:cubicBezTo>
                    <a:pt x="24023" y="183151"/>
                    <a:pt x="28661" y="186180"/>
                    <a:pt x="28661" y="186180"/>
                  </a:cubicBezTo>
                  <a:lnTo>
                    <a:pt x="32418" y="184249"/>
                  </a:lnTo>
                  <a:lnTo>
                    <a:pt x="39096" y="179595"/>
                  </a:lnTo>
                  <a:lnTo>
                    <a:pt x="39096" y="183151"/>
                  </a:lnTo>
                  <a:lnTo>
                    <a:pt x="41693" y="187014"/>
                  </a:lnTo>
                  <a:lnTo>
                    <a:pt x="45728" y="184819"/>
                  </a:lnTo>
                  <a:lnTo>
                    <a:pt x="50087" y="189736"/>
                  </a:lnTo>
                  <a:lnTo>
                    <a:pt x="54169" y="191931"/>
                  </a:lnTo>
                  <a:lnTo>
                    <a:pt x="58806" y="188639"/>
                  </a:lnTo>
                  <a:lnTo>
                    <a:pt x="64325" y="186444"/>
                  </a:lnTo>
                  <a:lnTo>
                    <a:pt x="62609" y="191931"/>
                  </a:lnTo>
                  <a:lnTo>
                    <a:pt x="59734" y="196585"/>
                  </a:lnTo>
                  <a:lnTo>
                    <a:pt x="52777" y="196585"/>
                  </a:lnTo>
                  <a:lnTo>
                    <a:pt x="46980" y="195487"/>
                  </a:lnTo>
                  <a:lnTo>
                    <a:pt x="41461" y="196014"/>
                  </a:lnTo>
                  <a:lnTo>
                    <a:pt x="40905" y="197375"/>
                  </a:lnTo>
                  <a:lnTo>
                    <a:pt x="38029" y="199570"/>
                  </a:lnTo>
                  <a:lnTo>
                    <a:pt x="35711" y="200667"/>
                  </a:lnTo>
                  <a:lnTo>
                    <a:pt x="34829" y="205321"/>
                  </a:lnTo>
                  <a:lnTo>
                    <a:pt x="29635" y="210238"/>
                  </a:lnTo>
                  <a:lnTo>
                    <a:pt x="27595" y="212959"/>
                  </a:lnTo>
                  <a:lnTo>
                    <a:pt x="23838" y="215988"/>
                  </a:lnTo>
                  <a:lnTo>
                    <a:pt x="20638" y="218183"/>
                  </a:lnTo>
                  <a:lnTo>
                    <a:pt x="16881" y="221739"/>
                  </a:lnTo>
                  <a:lnTo>
                    <a:pt x="20638" y="221476"/>
                  </a:lnTo>
                  <a:lnTo>
                    <a:pt x="24997" y="221476"/>
                  </a:lnTo>
                  <a:lnTo>
                    <a:pt x="24997" y="223671"/>
                  </a:lnTo>
                  <a:lnTo>
                    <a:pt x="27316" y="220378"/>
                  </a:lnTo>
                  <a:lnTo>
                    <a:pt x="31073" y="217349"/>
                  </a:lnTo>
                  <a:lnTo>
                    <a:pt x="33113" y="215988"/>
                  </a:lnTo>
                  <a:lnTo>
                    <a:pt x="42389" y="215725"/>
                  </a:lnTo>
                  <a:cubicBezTo>
                    <a:pt x="47908" y="221783"/>
                    <a:pt x="52546" y="217086"/>
                    <a:pt x="51664" y="211862"/>
                  </a:cubicBezTo>
                  <a:cubicBezTo>
                    <a:pt x="50783" y="206638"/>
                    <a:pt x="62980" y="206374"/>
                    <a:pt x="62980" y="206374"/>
                  </a:cubicBezTo>
                  <a:cubicBezTo>
                    <a:pt x="69380" y="209403"/>
                    <a:pt x="76615" y="209096"/>
                    <a:pt x="76615" y="209096"/>
                  </a:cubicBezTo>
                  <a:lnTo>
                    <a:pt x="82134" y="206067"/>
                  </a:lnTo>
                  <a:lnTo>
                    <a:pt x="86772" y="204135"/>
                  </a:lnTo>
                  <a:lnTo>
                    <a:pt x="90853" y="204135"/>
                  </a:lnTo>
                  <a:lnTo>
                    <a:pt x="94331" y="206067"/>
                  </a:lnTo>
                  <a:lnTo>
                    <a:pt x="99247" y="206067"/>
                  </a:lnTo>
                  <a:lnTo>
                    <a:pt x="103885" y="203872"/>
                  </a:lnTo>
                  <a:lnTo>
                    <a:pt x="111723" y="206067"/>
                  </a:lnTo>
                  <a:lnTo>
                    <a:pt x="116917" y="203609"/>
                  </a:lnTo>
                  <a:lnTo>
                    <a:pt x="123317" y="202248"/>
                  </a:lnTo>
                  <a:lnTo>
                    <a:pt x="123596" y="199789"/>
                  </a:lnTo>
                  <a:lnTo>
                    <a:pt x="125914" y="198428"/>
                  </a:lnTo>
                  <a:lnTo>
                    <a:pt x="130552" y="195136"/>
                  </a:lnTo>
                  <a:cubicBezTo>
                    <a:pt x="130552" y="195136"/>
                    <a:pt x="131712" y="190482"/>
                    <a:pt x="122714" y="191009"/>
                  </a:cubicBezTo>
                  <a:cubicBezTo>
                    <a:pt x="113717" y="191536"/>
                    <a:pt x="114877" y="187453"/>
                    <a:pt x="114877" y="187453"/>
                  </a:cubicBezTo>
                  <a:cubicBezTo>
                    <a:pt x="124709" y="187190"/>
                    <a:pt x="122390" y="182537"/>
                    <a:pt x="122390" y="182537"/>
                  </a:cubicBezTo>
                  <a:cubicBezTo>
                    <a:pt x="125265" y="183371"/>
                    <a:pt x="129346" y="182010"/>
                    <a:pt x="133103" y="172922"/>
                  </a:cubicBezTo>
                  <a:cubicBezTo>
                    <a:pt x="136859" y="163879"/>
                    <a:pt x="137462" y="155889"/>
                    <a:pt x="126424" y="152070"/>
                  </a:cubicBezTo>
                  <a:cubicBezTo>
                    <a:pt x="115387" y="148251"/>
                    <a:pt x="113949" y="155933"/>
                    <a:pt x="113949" y="155933"/>
                  </a:cubicBezTo>
                  <a:lnTo>
                    <a:pt x="111352" y="155933"/>
                  </a:lnTo>
                  <a:lnTo>
                    <a:pt x="109914" y="152641"/>
                  </a:lnTo>
                  <a:cubicBezTo>
                    <a:pt x="109914" y="152641"/>
                    <a:pt x="112511" y="149348"/>
                    <a:pt x="112790" y="144695"/>
                  </a:cubicBezTo>
                  <a:cubicBezTo>
                    <a:pt x="113068" y="140041"/>
                    <a:pt x="109590" y="138637"/>
                    <a:pt x="109590" y="138637"/>
                  </a:cubicBezTo>
                  <a:lnTo>
                    <a:pt x="103514" y="135607"/>
                  </a:lnTo>
                  <a:lnTo>
                    <a:pt x="101195" y="135607"/>
                  </a:lnTo>
                  <a:lnTo>
                    <a:pt x="98876" y="133676"/>
                  </a:lnTo>
                  <a:lnTo>
                    <a:pt x="103792" y="132842"/>
                  </a:lnTo>
                  <a:lnTo>
                    <a:pt x="106111" y="135563"/>
                  </a:lnTo>
                  <a:lnTo>
                    <a:pt x="109590" y="135563"/>
                  </a:lnTo>
                  <a:lnTo>
                    <a:pt x="104674" y="125686"/>
                  </a:lnTo>
                  <a:lnTo>
                    <a:pt x="106714" y="122657"/>
                  </a:lnTo>
                  <a:lnTo>
                    <a:pt x="102355" y="119935"/>
                  </a:lnTo>
                  <a:cubicBezTo>
                    <a:pt x="100592" y="114711"/>
                    <a:pt x="87282" y="105404"/>
                    <a:pt x="87282" y="105404"/>
                  </a:cubicBezTo>
                  <a:cubicBezTo>
                    <a:pt x="84407" y="82093"/>
                    <a:pt x="70772" y="74411"/>
                    <a:pt x="70772" y="74411"/>
                  </a:cubicBezTo>
                  <a:cubicBezTo>
                    <a:pt x="65578" y="69757"/>
                    <a:pt x="60476" y="74411"/>
                    <a:pt x="60476" y="74411"/>
                  </a:cubicBezTo>
                  <a:lnTo>
                    <a:pt x="53659" y="74411"/>
                  </a:lnTo>
                  <a:lnTo>
                    <a:pt x="50458" y="72742"/>
                  </a:lnTo>
                  <a:lnTo>
                    <a:pt x="56256" y="72742"/>
                  </a:lnTo>
                  <a:lnTo>
                    <a:pt x="59131" y="69450"/>
                  </a:lnTo>
                  <a:lnTo>
                    <a:pt x="62006" y="69450"/>
                  </a:lnTo>
                  <a:lnTo>
                    <a:pt x="66041" y="66157"/>
                  </a:lnTo>
                  <a:lnTo>
                    <a:pt x="63722" y="63128"/>
                  </a:lnTo>
                  <a:lnTo>
                    <a:pt x="57786" y="63128"/>
                  </a:lnTo>
                  <a:lnTo>
                    <a:pt x="62006" y="60933"/>
                  </a:lnTo>
                  <a:cubicBezTo>
                    <a:pt x="68082" y="60933"/>
                    <a:pt x="69241" y="52987"/>
                    <a:pt x="69241" y="52987"/>
                  </a:cubicBezTo>
                  <a:cubicBezTo>
                    <a:pt x="73322" y="51319"/>
                    <a:pt x="73322" y="46139"/>
                    <a:pt x="73322" y="46139"/>
                  </a:cubicBezTo>
                  <a:cubicBezTo>
                    <a:pt x="76198" y="44207"/>
                    <a:pt x="75920" y="37886"/>
                    <a:pt x="75920" y="37886"/>
                  </a:cubicBezTo>
                  <a:cubicBezTo>
                    <a:pt x="75920" y="37886"/>
                    <a:pt x="79954" y="34593"/>
                    <a:pt x="77960" y="30467"/>
                  </a:cubicBezTo>
                  <a:cubicBezTo>
                    <a:pt x="75920" y="26340"/>
                    <a:pt x="70447" y="29940"/>
                    <a:pt x="70447" y="29940"/>
                  </a:cubicBezTo>
                  <a:cubicBezTo>
                    <a:pt x="69566" y="25023"/>
                    <a:pt x="50087" y="27481"/>
                    <a:pt x="50087" y="27481"/>
                  </a:cubicBezTo>
                  <a:lnTo>
                    <a:pt x="42342" y="34067"/>
                  </a:lnTo>
                  <a:lnTo>
                    <a:pt x="42342" y="27218"/>
                  </a:lnTo>
                  <a:lnTo>
                    <a:pt x="45821" y="24189"/>
                  </a:lnTo>
                  <a:lnTo>
                    <a:pt x="42342" y="22521"/>
                  </a:lnTo>
                  <a:lnTo>
                    <a:pt x="53659" y="13741"/>
                  </a:lnTo>
                  <a:lnTo>
                    <a:pt x="57879" y="7683"/>
                  </a:lnTo>
                  <a:lnTo>
                    <a:pt x="57879" y="0"/>
                  </a:lnTo>
                  <a:cubicBezTo>
                    <a:pt x="57879" y="0"/>
                    <a:pt x="50783" y="2459"/>
                    <a:pt x="44383" y="3556"/>
                  </a:cubicBezTo>
                  <a:cubicBezTo>
                    <a:pt x="37983" y="4654"/>
                    <a:pt x="33345" y="2722"/>
                    <a:pt x="33345" y="2722"/>
                  </a:cubicBezTo>
                  <a:cubicBezTo>
                    <a:pt x="24070" y="-3029"/>
                    <a:pt x="25229" y="12336"/>
                    <a:pt x="25229" y="12336"/>
                  </a:cubicBezTo>
                  <a:cubicBezTo>
                    <a:pt x="19710" y="12863"/>
                    <a:pt x="23792" y="20282"/>
                    <a:pt x="23792" y="20282"/>
                  </a:cubicBezTo>
                  <a:lnTo>
                    <a:pt x="20035" y="22214"/>
                  </a:lnTo>
                  <a:cubicBezTo>
                    <a:pt x="12197" y="19492"/>
                    <a:pt x="15676" y="28272"/>
                    <a:pt x="15676" y="28272"/>
                  </a:cubicBezTo>
                  <a:lnTo>
                    <a:pt x="14794" y="34330"/>
                  </a:lnTo>
                  <a:lnTo>
                    <a:pt x="15954" y="39247"/>
                  </a:lnTo>
                  <a:lnTo>
                    <a:pt x="13078" y="38413"/>
                  </a:lnTo>
                  <a:lnTo>
                    <a:pt x="9600" y="37052"/>
                  </a:lnTo>
                  <a:lnTo>
                    <a:pt x="8719" y="28535"/>
                  </a:lnTo>
                  <a:lnTo>
                    <a:pt x="6122" y="2853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9EC85823-1D35-723E-CC11-5306620B91C9}"/>
                </a:ext>
              </a:extLst>
            </p:cNvPr>
            <p:cNvSpPr>
              <a:spLocks/>
            </p:cNvSpPr>
            <p:nvPr/>
          </p:nvSpPr>
          <p:spPr>
            <a:xfrm>
              <a:off x="5516718" y="2455869"/>
              <a:ext cx="22912" cy="31976"/>
            </a:xfrm>
            <a:custGeom>
              <a:avLst/>
              <a:gdLst>
                <a:gd name="connsiteX0" fmla="*/ 6075 w 15350"/>
                <a:gd name="connsiteY0" fmla="*/ 6848 h 21423"/>
                <a:gd name="connsiteX1" fmla="*/ 0 w 15350"/>
                <a:gd name="connsiteY1" fmla="*/ 7683 h 21423"/>
                <a:gd name="connsiteX2" fmla="*/ 2319 w 15350"/>
                <a:gd name="connsiteY2" fmla="*/ 14268 h 21423"/>
                <a:gd name="connsiteX3" fmla="*/ 4359 w 15350"/>
                <a:gd name="connsiteY3" fmla="*/ 16199 h 21423"/>
                <a:gd name="connsiteX4" fmla="*/ 2319 w 15350"/>
                <a:gd name="connsiteY4" fmla="*/ 19755 h 21423"/>
                <a:gd name="connsiteX5" fmla="*/ 2319 w 15350"/>
                <a:gd name="connsiteY5" fmla="*/ 21423 h 21423"/>
                <a:gd name="connsiteX6" fmla="*/ 7513 w 15350"/>
                <a:gd name="connsiteY6" fmla="*/ 17823 h 21423"/>
                <a:gd name="connsiteX7" fmla="*/ 13635 w 15350"/>
                <a:gd name="connsiteY7" fmla="*/ 12380 h 21423"/>
                <a:gd name="connsiteX8" fmla="*/ 13635 w 15350"/>
                <a:gd name="connsiteY8" fmla="*/ 6322 h 21423"/>
                <a:gd name="connsiteX9" fmla="*/ 15351 w 15350"/>
                <a:gd name="connsiteY9" fmla="*/ 0 h 21423"/>
                <a:gd name="connsiteX10" fmla="*/ 9554 w 15350"/>
                <a:gd name="connsiteY10" fmla="*/ 3600 h 21423"/>
                <a:gd name="connsiteX11" fmla="*/ 6075 w 15350"/>
                <a:gd name="connsiteY11" fmla="*/ 6848 h 2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50" h="21423">
                  <a:moveTo>
                    <a:pt x="6075" y="6848"/>
                  </a:moveTo>
                  <a:lnTo>
                    <a:pt x="0" y="7683"/>
                  </a:lnTo>
                  <a:lnTo>
                    <a:pt x="2319" y="14268"/>
                  </a:lnTo>
                  <a:lnTo>
                    <a:pt x="4359" y="16199"/>
                  </a:lnTo>
                  <a:lnTo>
                    <a:pt x="2319" y="19755"/>
                  </a:lnTo>
                  <a:lnTo>
                    <a:pt x="2319" y="21423"/>
                  </a:lnTo>
                  <a:lnTo>
                    <a:pt x="7513" y="17823"/>
                  </a:lnTo>
                  <a:lnTo>
                    <a:pt x="13635" y="12380"/>
                  </a:lnTo>
                  <a:lnTo>
                    <a:pt x="13635" y="6322"/>
                  </a:lnTo>
                  <a:lnTo>
                    <a:pt x="15351" y="0"/>
                  </a:lnTo>
                  <a:lnTo>
                    <a:pt x="9554" y="3600"/>
                  </a:lnTo>
                  <a:lnTo>
                    <a:pt x="6075" y="68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3" name="Freeform: Shape 1642">
              <a:extLst>
                <a:ext uri="{FF2B5EF4-FFF2-40B4-BE49-F238E27FC236}">
                  <a16:creationId xmlns:a16="http://schemas.microsoft.com/office/drawing/2014/main" id="{5B56941E-2A3D-5F68-63AD-07A346D6F8F0}"/>
                </a:ext>
              </a:extLst>
            </p:cNvPr>
            <p:cNvSpPr>
              <a:spLocks/>
            </p:cNvSpPr>
            <p:nvPr/>
          </p:nvSpPr>
          <p:spPr>
            <a:xfrm>
              <a:off x="5508965" y="2491910"/>
              <a:ext cx="7753" cy="21295"/>
            </a:xfrm>
            <a:custGeom>
              <a:avLst/>
              <a:gdLst>
                <a:gd name="connsiteX0" fmla="*/ 2597 w 5194"/>
                <a:gd name="connsiteY0" fmla="*/ 14268 h 14267"/>
                <a:gd name="connsiteX1" fmla="*/ 5194 w 5194"/>
                <a:gd name="connsiteY1" fmla="*/ 12073 h 14267"/>
                <a:gd name="connsiteX2" fmla="*/ 5194 w 5194"/>
                <a:gd name="connsiteY2" fmla="*/ 4961 h 14267"/>
                <a:gd name="connsiteX3" fmla="*/ 5194 w 5194"/>
                <a:gd name="connsiteY3" fmla="*/ 0 h 14267"/>
                <a:gd name="connsiteX4" fmla="*/ 0 w 5194"/>
                <a:gd name="connsiteY4" fmla="*/ 0 h 14267"/>
                <a:gd name="connsiteX5" fmla="*/ 0 w 5194"/>
                <a:gd name="connsiteY5" fmla="*/ 2766 h 14267"/>
                <a:gd name="connsiteX6" fmla="*/ 2597 w 5194"/>
                <a:gd name="connsiteY6" fmla="*/ 5488 h 14267"/>
                <a:gd name="connsiteX7" fmla="*/ 0 w 5194"/>
                <a:gd name="connsiteY7" fmla="*/ 8253 h 14267"/>
                <a:gd name="connsiteX8" fmla="*/ 2597 w 5194"/>
                <a:gd name="connsiteY8" fmla="*/ 14268 h 1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94" h="14267">
                  <a:moveTo>
                    <a:pt x="2597" y="14268"/>
                  </a:moveTo>
                  <a:lnTo>
                    <a:pt x="5194" y="12073"/>
                  </a:lnTo>
                  <a:lnTo>
                    <a:pt x="5194" y="4961"/>
                  </a:lnTo>
                  <a:lnTo>
                    <a:pt x="5194" y="0"/>
                  </a:lnTo>
                  <a:lnTo>
                    <a:pt x="0" y="0"/>
                  </a:lnTo>
                  <a:lnTo>
                    <a:pt x="0" y="2766"/>
                  </a:lnTo>
                  <a:lnTo>
                    <a:pt x="2597" y="5488"/>
                  </a:lnTo>
                  <a:lnTo>
                    <a:pt x="0" y="8253"/>
                  </a:lnTo>
                  <a:lnTo>
                    <a:pt x="2597" y="142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4" name="Freeform: Shape 1643">
              <a:extLst>
                <a:ext uri="{FF2B5EF4-FFF2-40B4-BE49-F238E27FC236}">
                  <a16:creationId xmlns:a16="http://schemas.microsoft.com/office/drawing/2014/main" id="{D28D7422-3674-951A-F127-C6C5CBEBC4EB}"/>
                </a:ext>
              </a:extLst>
            </p:cNvPr>
            <p:cNvSpPr>
              <a:spLocks/>
            </p:cNvSpPr>
            <p:nvPr/>
          </p:nvSpPr>
          <p:spPr>
            <a:xfrm>
              <a:off x="5496434" y="2586750"/>
              <a:ext cx="62435" cy="47220"/>
            </a:xfrm>
            <a:custGeom>
              <a:avLst/>
              <a:gdLst>
                <a:gd name="connsiteX0" fmla="*/ 9183 w 41829"/>
                <a:gd name="connsiteY0" fmla="*/ 13110 h 31636"/>
                <a:gd name="connsiteX1" fmla="*/ 3571 w 41829"/>
                <a:gd name="connsiteY1" fmla="*/ 14910 h 31636"/>
                <a:gd name="connsiteX2" fmla="*/ 7374 w 41829"/>
                <a:gd name="connsiteY2" fmla="*/ 19388 h 31636"/>
                <a:gd name="connsiteX3" fmla="*/ 0 w 41829"/>
                <a:gd name="connsiteY3" fmla="*/ 22154 h 31636"/>
                <a:gd name="connsiteX4" fmla="*/ 8487 w 41829"/>
                <a:gd name="connsiteY4" fmla="*/ 28914 h 31636"/>
                <a:gd name="connsiteX5" fmla="*/ 12197 w 41829"/>
                <a:gd name="connsiteY5" fmla="*/ 27949 h 31636"/>
                <a:gd name="connsiteX6" fmla="*/ 12522 w 41829"/>
                <a:gd name="connsiteY6" fmla="*/ 24042 h 31636"/>
                <a:gd name="connsiteX7" fmla="*/ 12151 w 41829"/>
                <a:gd name="connsiteY7" fmla="*/ 22856 h 31636"/>
                <a:gd name="connsiteX8" fmla="*/ 18690 w 41829"/>
                <a:gd name="connsiteY8" fmla="*/ 21671 h 31636"/>
                <a:gd name="connsiteX9" fmla="*/ 23792 w 41829"/>
                <a:gd name="connsiteY9" fmla="*/ 26807 h 31636"/>
                <a:gd name="connsiteX10" fmla="*/ 23792 w 41829"/>
                <a:gd name="connsiteY10" fmla="*/ 30407 h 31636"/>
                <a:gd name="connsiteX11" fmla="*/ 29542 w 41829"/>
                <a:gd name="connsiteY11" fmla="*/ 28695 h 31636"/>
                <a:gd name="connsiteX12" fmla="*/ 31305 w 41829"/>
                <a:gd name="connsiteY12" fmla="*/ 31636 h 31636"/>
                <a:gd name="connsiteX13" fmla="*/ 35339 w 41829"/>
                <a:gd name="connsiteY13" fmla="*/ 26983 h 31636"/>
                <a:gd name="connsiteX14" fmla="*/ 38539 w 41829"/>
                <a:gd name="connsiteY14" fmla="*/ 15481 h 31636"/>
                <a:gd name="connsiteX15" fmla="*/ 36221 w 41829"/>
                <a:gd name="connsiteY15" fmla="*/ 12759 h 31636"/>
                <a:gd name="connsiteX16" fmla="*/ 33345 w 41829"/>
                <a:gd name="connsiteY16" fmla="*/ 8633 h 31636"/>
                <a:gd name="connsiteX17" fmla="*/ 30145 w 41829"/>
                <a:gd name="connsiteY17" fmla="*/ 2048 h 31636"/>
                <a:gd name="connsiteX18" fmla="*/ 15073 w 41829"/>
                <a:gd name="connsiteY18" fmla="*/ 5911 h 31636"/>
                <a:gd name="connsiteX19" fmla="*/ 14052 w 41829"/>
                <a:gd name="connsiteY19" fmla="*/ 5911 h 31636"/>
                <a:gd name="connsiteX20" fmla="*/ 11965 w 41829"/>
                <a:gd name="connsiteY20" fmla="*/ 8545 h 31636"/>
                <a:gd name="connsiteX21" fmla="*/ 9229 w 41829"/>
                <a:gd name="connsiteY21" fmla="*/ 13154 h 31636"/>
                <a:gd name="connsiteX22" fmla="*/ 24905 w 41829"/>
                <a:gd name="connsiteY22" fmla="*/ 14120 h 31636"/>
                <a:gd name="connsiteX23" fmla="*/ 27780 w 41829"/>
                <a:gd name="connsiteY23" fmla="*/ 14120 h 31636"/>
                <a:gd name="connsiteX24" fmla="*/ 27780 w 41829"/>
                <a:gd name="connsiteY24" fmla="*/ 18905 h 31636"/>
                <a:gd name="connsiteX25" fmla="*/ 20823 w 41829"/>
                <a:gd name="connsiteY25" fmla="*/ 18905 h 31636"/>
                <a:gd name="connsiteX26" fmla="*/ 24858 w 41829"/>
                <a:gd name="connsiteY26" fmla="*/ 14120 h 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829" h="31636">
                  <a:moveTo>
                    <a:pt x="9183" y="13110"/>
                  </a:moveTo>
                  <a:lnTo>
                    <a:pt x="3571" y="14910"/>
                  </a:lnTo>
                  <a:lnTo>
                    <a:pt x="7374" y="19388"/>
                  </a:lnTo>
                  <a:lnTo>
                    <a:pt x="0" y="22154"/>
                  </a:lnTo>
                  <a:cubicBezTo>
                    <a:pt x="835" y="24129"/>
                    <a:pt x="3246" y="28563"/>
                    <a:pt x="8487" y="28914"/>
                  </a:cubicBezTo>
                  <a:cubicBezTo>
                    <a:pt x="10296" y="29046"/>
                    <a:pt x="11548" y="28739"/>
                    <a:pt x="12197" y="27949"/>
                  </a:cubicBezTo>
                  <a:cubicBezTo>
                    <a:pt x="13171" y="26807"/>
                    <a:pt x="12754" y="24744"/>
                    <a:pt x="12522" y="24042"/>
                  </a:cubicBezTo>
                  <a:lnTo>
                    <a:pt x="12151" y="22856"/>
                  </a:lnTo>
                  <a:lnTo>
                    <a:pt x="18690" y="21671"/>
                  </a:lnTo>
                  <a:lnTo>
                    <a:pt x="23792" y="26807"/>
                  </a:lnTo>
                  <a:lnTo>
                    <a:pt x="23792" y="30407"/>
                  </a:lnTo>
                  <a:lnTo>
                    <a:pt x="29542" y="28695"/>
                  </a:lnTo>
                  <a:lnTo>
                    <a:pt x="31305" y="31636"/>
                  </a:lnTo>
                  <a:cubicBezTo>
                    <a:pt x="32928" y="30934"/>
                    <a:pt x="35154" y="29573"/>
                    <a:pt x="35339" y="26983"/>
                  </a:cubicBezTo>
                  <a:cubicBezTo>
                    <a:pt x="35339" y="26983"/>
                    <a:pt x="47490" y="23690"/>
                    <a:pt x="38539" y="15481"/>
                  </a:cubicBezTo>
                  <a:lnTo>
                    <a:pt x="36221" y="12759"/>
                  </a:lnTo>
                  <a:lnTo>
                    <a:pt x="33345" y="8633"/>
                  </a:lnTo>
                  <a:lnTo>
                    <a:pt x="30145" y="2048"/>
                  </a:lnTo>
                  <a:cubicBezTo>
                    <a:pt x="30145" y="2048"/>
                    <a:pt x="19989" y="-4537"/>
                    <a:pt x="15073" y="5911"/>
                  </a:cubicBezTo>
                  <a:lnTo>
                    <a:pt x="14052" y="5911"/>
                  </a:lnTo>
                  <a:lnTo>
                    <a:pt x="11965" y="8545"/>
                  </a:lnTo>
                  <a:lnTo>
                    <a:pt x="9229" y="13154"/>
                  </a:lnTo>
                  <a:close/>
                  <a:moveTo>
                    <a:pt x="24905" y="14120"/>
                  </a:moveTo>
                  <a:lnTo>
                    <a:pt x="27780" y="14120"/>
                  </a:lnTo>
                  <a:lnTo>
                    <a:pt x="27780" y="18905"/>
                  </a:lnTo>
                  <a:lnTo>
                    <a:pt x="20823" y="18905"/>
                  </a:lnTo>
                  <a:lnTo>
                    <a:pt x="24858" y="1412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5" name="Freeform: Shape 1644">
              <a:extLst>
                <a:ext uri="{FF2B5EF4-FFF2-40B4-BE49-F238E27FC236}">
                  <a16:creationId xmlns:a16="http://schemas.microsoft.com/office/drawing/2014/main" id="{ABB75C62-28D6-94EB-F617-61CA33F0A24E}"/>
                </a:ext>
              </a:extLst>
            </p:cNvPr>
            <p:cNvSpPr>
              <a:spLocks/>
            </p:cNvSpPr>
            <p:nvPr/>
          </p:nvSpPr>
          <p:spPr>
            <a:xfrm>
              <a:off x="5438702" y="2582009"/>
              <a:ext cx="105297" cy="146661"/>
            </a:xfrm>
            <a:custGeom>
              <a:avLst/>
              <a:gdLst>
                <a:gd name="connsiteX0" fmla="*/ 7931 w 70545"/>
                <a:gd name="connsiteY0" fmla="*/ 94692 h 98257"/>
                <a:gd name="connsiteX1" fmla="*/ 11131 w 70545"/>
                <a:gd name="connsiteY1" fmla="*/ 94692 h 98257"/>
                <a:gd name="connsiteX2" fmla="*/ 16047 w 70545"/>
                <a:gd name="connsiteY2" fmla="*/ 93024 h 98257"/>
                <a:gd name="connsiteX3" fmla="*/ 14006 w 70545"/>
                <a:gd name="connsiteY3" fmla="*/ 98248 h 98257"/>
                <a:gd name="connsiteX4" fmla="*/ 35432 w 70545"/>
                <a:gd name="connsiteY4" fmla="*/ 89468 h 98257"/>
                <a:gd name="connsiteX5" fmla="*/ 45589 w 70545"/>
                <a:gd name="connsiteY5" fmla="*/ 83717 h 98257"/>
                <a:gd name="connsiteX6" fmla="*/ 50227 w 70545"/>
                <a:gd name="connsiteY6" fmla="*/ 82620 h 98257"/>
                <a:gd name="connsiteX7" fmla="*/ 64696 w 70545"/>
                <a:gd name="connsiteY7" fmla="*/ 78230 h 98257"/>
                <a:gd name="connsiteX8" fmla="*/ 70494 w 70545"/>
                <a:gd name="connsiteY8" fmla="*/ 60670 h 98257"/>
                <a:gd name="connsiteX9" fmla="*/ 67015 w 70545"/>
                <a:gd name="connsiteY9" fmla="*/ 43373 h 98257"/>
                <a:gd name="connsiteX10" fmla="*/ 65299 w 70545"/>
                <a:gd name="connsiteY10" fmla="*/ 37622 h 98257"/>
                <a:gd name="connsiteX11" fmla="*/ 67804 w 70545"/>
                <a:gd name="connsiteY11" fmla="*/ 35735 h 98257"/>
                <a:gd name="connsiteX12" fmla="*/ 67108 w 70545"/>
                <a:gd name="connsiteY12" fmla="*/ 34549 h 98257"/>
                <a:gd name="connsiteX13" fmla="*/ 60105 w 70545"/>
                <a:gd name="connsiteY13" fmla="*/ 36657 h 98257"/>
                <a:gd name="connsiteX14" fmla="*/ 60105 w 70545"/>
                <a:gd name="connsiteY14" fmla="*/ 30906 h 98257"/>
                <a:gd name="connsiteX15" fmla="*/ 56487 w 70545"/>
                <a:gd name="connsiteY15" fmla="*/ 27262 h 98257"/>
                <a:gd name="connsiteX16" fmla="*/ 53659 w 70545"/>
                <a:gd name="connsiteY16" fmla="*/ 27745 h 98257"/>
                <a:gd name="connsiteX17" fmla="*/ 52638 w 70545"/>
                <a:gd name="connsiteY17" fmla="*/ 32486 h 98257"/>
                <a:gd name="connsiteX18" fmla="*/ 46934 w 70545"/>
                <a:gd name="connsiteY18" fmla="*/ 34286 h 98257"/>
                <a:gd name="connsiteX19" fmla="*/ 36035 w 70545"/>
                <a:gd name="connsiteY19" fmla="*/ 24979 h 98257"/>
                <a:gd name="connsiteX20" fmla="*/ 35757 w 70545"/>
                <a:gd name="connsiteY20" fmla="*/ 24013 h 98257"/>
                <a:gd name="connsiteX21" fmla="*/ 42203 w 70545"/>
                <a:gd name="connsiteY21" fmla="*/ 21599 h 98257"/>
                <a:gd name="connsiteX22" fmla="*/ 38308 w 70545"/>
                <a:gd name="connsiteY22" fmla="*/ 17033 h 98257"/>
                <a:gd name="connsiteX23" fmla="*/ 46192 w 70545"/>
                <a:gd name="connsiteY23" fmla="*/ 14487 h 98257"/>
                <a:gd name="connsiteX24" fmla="*/ 48604 w 70545"/>
                <a:gd name="connsiteY24" fmla="*/ 10492 h 98257"/>
                <a:gd name="connsiteX25" fmla="*/ 53287 w 70545"/>
                <a:gd name="connsiteY25" fmla="*/ 4566 h 98257"/>
                <a:gd name="connsiteX26" fmla="*/ 53659 w 70545"/>
                <a:gd name="connsiteY26" fmla="*/ 3863 h 98257"/>
                <a:gd name="connsiteX27" fmla="*/ 51061 w 70545"/>
                <a:gd name="connsiteY27" fmla="*/ 0 h 98257"/>
                <a:gd name="connsiteX28" fmla="*/ 46980 w 70545"/>
                <a:gd name="connsiteY28" fmla="*/ 4522 h 98257"/>
                <a:gd name="connsiteX29" fmla="*/ 46980 w 70545"/>
                <a:gd name="connsiteY29" fmla="*/ 11502 h 98257"/>
                <a:gd name="connsiteX30" fmla="*/ 43780 w 70545"/>
                <a:gd name="connsiteY30" fmla="*/ 4390 h 98257"/>
                <a:gd name="connsiteX31" fmla="*/ 31629 w 70545"/>
                <a:gd name="connsiteY31" fmla="*/ 14268 h 98257"/>
                <a:gd name="connsiteX32" fmla="*/ 26435 w 70545"/>
                <a:gd name="connsiteY32" fmla="*/ 19184 h 98257"/>
                <a:gd name="connsiteX33" fmla="*/ 35108 w 70545"/>
                <a:gd name="connsiteY33" fmla="*/ 19184 h 98257"/>
                <a:gd name="connsiteX34" fmla="*/ 35386 w 70545"/>
                <a:gd name="connsiteY34" fmla="*/ 22082 h 98257"/>
                <a:gd name="connsiteX35" fmla="*/ 29310 w 70545"/>
                <a:gd name="connsiteY35" fmla="*/ 27964 h 98257"/>
                <a:gd name="connsiteX36" fmla="*/ 21797 w 70545"/>
                <a:gd name="connsiteY36" fmla="*/ 30686 h 98257"/>
                <a:gd name="connsiteX37" fmla="*/ 12800 w 70545"/>
                <a:gd name="connsiteY37" fmla="*/ 28228 h 98257"/>
                <a:gd name="connsiteX38" fmla="*/ 9044 w 70545"/>
                <a:gd name="connsiteY38" fmla="*/ 33715 h 98257"/>
                <a:gd name="connsiteX39" fmla="*/ 4684 w 70545"/>
                <a:gd name="connsiteY39" fmla="*/ 35383 h 98257"/>
                <a:gd name="connsiteX40" fmla="*/ 4684 w 70545"/>
                <a:gd name="connsiteY40" fmla="*/ 38413 h 98257"/>
                <a:gd name="connsiteX41" fmla="*/ 12800 w 70545"/>
                <a:gd name="connsiteY41" fmla="*/ 39773 h 98257"/>
                <a:gd name="connsiteX42" fmla="*/ 13078 w 70545"/>
                <a:gd name="connsiteY42" fmla="*/ 42495 h 98257"/>
                <a:gd name="connsiteX43" fmla="*/ 8441 w 70545"/>
                <a:gd name="connsiteY43" fmla="*/ 46051 h 98257"/>
                <a:gd name="connsiteX44" fmla="*/ 4684 w 70545"/>
                <a:gd name="connsiteY44" fmla="*/ 49914 h 98257"/>
                <a:gd name="connsiteX45" fmla="*/ 14516 w 70545"/>
                <a:gd name="connsiteY45" fmla="*/ 58694 h 98257"/>
                <a:gd name="connsiteX46" fmla="*/ 15397 w 70545"/>
                <a:gd name="connsiteY46" fmla="*/ 60363 h 98257"/>
                <a:gd name="connsiteX47" fmla="*/ 16278 w 70545"/>
                <a:gd name="connsiteY47" fmla="*/ 64753 h 98257"/>
                <a:gd name="connsiteX48" fmla="*/ 10760 w 70545"/>
                <a:gd name="connsiteY48" fmla="*/ 70811 h 98257"/>
                <a:gd name="connsiteX49" fmla="*/ 15397 w 70545"/>
                <a:gd name="connsiteY49" fmla="*/ 68879 h 98257"/>
                <a:gd name="connsiteX50" fmla="*/ 15397 w 70545"/>
                <a:gd name="connsiteY50" fmla="*/ 70811 h 98257"/>
                <a:gd name="connsiteX51" fmla="*/ 10481 w 70545"/>
                <a:gd name="connsiteY51" fmla="*/ 74103 h 98257"/>
                <a:gd name="connsiteX52" fmla="*/ 7281 w 70545"/>
                <a:gd name="connsiteY52" fmla="*/ 75464 h 98257"/>
                <a:gd name="connsiteX53" fmla="*/ 10760 w 70545"/>
                <a:gd name="connsiteY53" fmla="*/ 79591 h 98257"/>
                <a:gd name="connsiteX54" fmla="*/ 2365 w 70545"/>
                <a:gd name="connsiteY54" fmla="*/ 79591 h 98257"/>
                <a:gd name="connsiteX55" fmla="*/ 46 w 70545"/>
                <a:gd name="connsiteY55" fmla="*/ 83147 h 98257"/>
                <a:gd name="connsiteX56" fmla="*/ 9600 w 70545"/>
                <a:gd name="connsiteY56" fmla="*/ 83147 h 98257"/>
                <a:gd name="connsiteX57" fmla="*/ 4081 w 70545"/>
                <a:gd name="connsiteY57" fmla="*/ 87010 h 98257"/>
                <a:gd name="connsiteX58" fmla="*/ 0 w 70545"/>
                <a:gd name="connsiteY58" fmla="*/ 89205 h 98257"/>
                <a:gd name="connsiteX59" fmla="*/ 0 w 70545"/>
                <a:gd name="connsiteY59" fmla="*/ 90873 h 98257"/>
                <a:gd name="connsiteX60" fmla="*/ 9832 w 70545"/>
                <a:gd name="connsiteY60" fmla="*/ 90873 h 98257"/>
                <a:gd name="connsiteX61" fmla="*/ 7791 w 70545"/>
                <a:gd name="connsiteY61" fmla="*/ 94736 h 98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0545" h="98257">
                  <a:moveTo>
                    <a:pt x="7931" y="94692"/>
                  </a:moveTo>
                  <a:lnTo>
                    <a:pt x="11131" y="94692"/>
                  </a:lnTo>
                  <a:lnTo>
                    <a:pt x="16047" y="93024"/>
                  </a:lnTo>
                  <a:cubicBezTo>
                    <a:pt x="16047" y="93024"/>
                    <a:pt x="9971" y="98512"/>
                    <a:pt x="14006" y="98248"/>
                  </a:cubicBezTo>
                  <a:cubicBezTo>
                    <a:pt x="18041" y="97985"/>
                    <a:pt x="32000" y="96887"/>
                    <a:pt x="35432" y="89468"/>
                  </a:cubicBezTo>
                  <a:cubicBezTo>
                    <a:pt x="35432" y="89468"/>
                    <a:pt x="42389" y="91400"/>
                    <a:pt x="45589" y="83717"/>
                  </a:cubicBezTo>
                  <a:lnTo>
                    <a:pt x="50227" y="82620"/>
                  </a:lnTo>
                  <a:cubicBezTo>
                    <a:pt x="50227" y="82620"/>
                    <a:pt x="62377" y="83147"/>
                    <a:pt x="64696" y="78230"/>
                  </a:cubicBezTo>
                  <a:cubicBezTo>
                    <a:pt x="67015" y="73313"/>
                    <a:pt x="71050" y="64797"/>
                    <a:pt x="70494" y="60670"/>
                  </a:cubicBezTo>
                  <a:cubicBezTo>
                    <a:pt x="69937" y="56543"/>
                    <a:pt x="67015" y="43373"/>
                    <a:pt x="67015" y="43373"/>
                  </a:cubicBezTo>
                  <a:lnTo>
                    <a:pt x="65299" y="37622"/>
                  </a:lnTo>
                  <a:lnTo>
                    <a:pt x="67804" y="35735"/>
                  </a:lnTo>
                  <a:lnTo>
                    <a:pt x="67108" y="34549"/>
                  </a:lnTo>
                  <a:lnTo>
                    <a:pt x="60105" y="36657"/>
                  </a:lnTo>
                  <a:lnTo>
                    <a:pt x="60105" y="30906"/>
                  </a:lnTo>
                  <a:lnTo>
                    <a:pt x="56487" y="27262"/>
                  </a:lnTo>
                  <a:lnTo>
                    <a:pt x="53659" y="27745"/>
                  </a:lnTo>
                  <a:cubicBezTo>
                    <a:pt x="53844" y="29018"/>
                    <a:pt x="53890" y="30993"/>
                    <a:pt x="52638" y="32486"/>
                  </a:cubicBezTo>
                  <a:cubicBezTo>
                    <a:pt x="51479" y="33891"/>
                    <a:pt x="49577" y="34506"/>
                    <a:pt x="46934" y="34286"/>
                  </a:cubicBezTo>
                  <a:cubicBezTo>
                    <a:pt x="38679" y="33671"/>
                    <a:pt x="36174" y="25330"/>
                    <a:pt x="36035" y="24979"/>
                  </a:cubicBezTo>
                  <a:lnTo>
                    <a:pt x="35757" y="24013"/>
                  </a:lnTo>
                  <a:lnTo>
                    <a:pt x="42203" y="21599"/>
                  </a:lnTo>
                  <a:lnTo>
                    <a:pt x="38308" y="17033"/>
                  </a:lnTo>
                  <a:lnTo>
                    <a:pt x="46192" y="14487"/>
                  </a:lnTo>
                  <a:lnTo>
                    <a:pt x="48604" y="10492"/>
                  </a:lnTo>
                  <a:lnTo>
                    <a:pt x="53287" y="4566"/>
                  </a:lnTo>
                  <a:lnTo>
                    <a:pt x="53659" y="3863"/>
                  </a:lnTo>
                  <a:lnTo>
                    <a:pt x="51061" y="0"/>
                  </a:lnTo>
                  <a:lnTo>
                    <a:pt x="46980" y="4522"/>
                  </a:lnTo>
                  <a:lnTo>
                    <a:pt x="46980" y="11502"/>
                  </a:lnTo>
                  <a:lnTo>
                    <a:pt x="43780" y="4390"/>
                  </a:lnTo>
                  <a:cubicBezTo>
                    <a:pt x="43780" y="4390"/>
                    <a:pt x="31908" y="5751"/>
                    <a:pt x="31629" y="14268"/>
                  </a:cubicBezTo>
                  <a:lnTo>
                    <a:pt x="26435" y="19184"/>
                  </a:lnTo>
                  <a:lnTo>
                    <a:pt x="35108" y="19184"/>
                  </a:lnTo>
                  <a:lnTo>
                    <a:pt x="35386" y="22082"/>
                  </a:lnTo>
                  <a:cubicBezTo>
                    <a:pt x="35386" y="22082"/>
                    <a:pt x="29589" y="24408"/>
                    <a:pt x="29310" y="27964"/>
                  </a:cubicBezTo>
                  <a:cubicBezTo>
                    <a:pt x="29310" y="27964"/>
                    <a:pt x="22632" y="27438"/>
                    <a:pt x="21797" y="30686"/>
                  </a:cubicBezTo>
                  <a:cubicBezTo>
                    <a:pt x="21797" y="30686"/>
                    <a:pt x="19200" y="27130"/>
                    <a:pt x="12800" y="28228"/>
                  </a:cubicBezTo>
                  <a:cubicBezTo>
                    <a:pt x="6400" y="29325"/>
                    <a:pt x="6725" y="31520"/>
                    <a:pt x="9044" y="33715"/>
                  </a:cubicBezTo>
                  <a:cubicBezTo>
                    <a:pt x="9044" y="33715"/>
                    <a:pt x="9322" y="37578"/>
                    <a:pt x="4684" y="35383"/>
                  </a:cubicBezTo>
                  <a:lnTo>
                    <a:pt x="4684" y="38413"/>
                  </a:lnTo>
                  <a:cubicBezTo>
                    <a:pt x="4684" y="38413"/>
                    <a:pt x="10203" y="40344"/>
                    <a:pt x="12800" y="39773"/>
                  </a:cubicBezTo>
                  <a:lnTo>
                    <a:pt x="13078" y="42495"/>
                  </a:lnTo>
                  <a:cubicBezTo>
                    <a:pt x="13078" y="42495"/>
                    <a:pt x="8162" y="40300"/>
                    <a:pt x="8441" y="46051"/>
                  </a:cubicBezTo>
                  <a:cubicBezTo>
                    <a:pt x="8441" y="46051"/>
                    <a:pt x="1206" y="46051"/>
                    <a:pt x="4684" y="49914"/>
                  </a:cubicBezTo>
                  <a:cubicBezTo>
                    <a:pt x="8162" y="53778"/>
                    <a:pt x="14516" y="58694"/>
                    <a:pt x="14516" y="58694"/>
                  </a:cubicBezTo>
                  <a:lnTo>
                    <a:pt x="15397" y="60363"/>
                  </a:lnTo>
                  <a:lnTo>
                    <a:pt x="16278" y="64753"/>
                  </a:lnTo>
                  <a:lnTo>
                    <a:pt x="10760" y="70811"/>
                  </a:lnTo>
                  <a:lnTo>
                    <a:pt x="15397" y="68879"/>
                  </a:lnTo>
                  <a:lnTo>
                    <a:pt x="15397" y="70811"/>
                  </a:lnTo>
                  <a:lnTo>
                    <a:pt x="10481" y="74103"/>
                  </a:lnTo>
                  <a:lnTo>
                    <a:pt x="7281" y="75464"/>
                  </a:lnTo>
                  <a:lnTo>
                    <a:pt x="10760" y="79591"/>
                  </a:lnTo>
                  <a:lnTo>
                    <a:pt x="2365" y="79591"/>
                  </a:lnTo>
                  <a:lnTo>
                    <a:pt x="46" y="83147"/>
                  </a:lnTo>
                  <a:lnTo>
                    <a:pt x="9600" y="83147"/>
                  </a:lnTo>
                  <a:lnTo>
                    <a:pt x="4081" y="87010"/>
                  </a:lnTo>
                  <a:lnTo>
                    <a:pt x="0" y="89205"/>
                  </a:lnTo>
                  <a:lnTo>
                    <a:pt x="0" y="90873"/>
                  </a:lnTo>
                  <a:lnTo>
                    <a:pt x="9832" y="90873"/>
                  </a:lnTo>
                  <a:lnTo>
                    <a:pt x="7791" y="947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6" name="Freeform: Shape 1645">
              <a:extLst>
                <a:ext uri="{FF2B5EF4-FFF2-40B4-BE49-F238E27FC236}">
                  <a16:creationId xmlns:a16="http://schemas.microsoft.com/office/drawing/2014/main" id="{948DC670-0F1F-7EB2-0D01-0925A12CC2A6}"/>
                </a:ext>
              </a:extLst>
            </p:cNvPr>
            <p:cNvSpPr>
              <a:spLocks/>
            </p:cNvSpPr>
            <p:nvPr/>
          </p:nvSpPr>
          <p:spPr>
            <a:xfrm>
              <a:off x="4224231" y="3688165"/>
              <a:ext cx="3599" cy="4390"/>
            </a:xfrm>
            <a:custGeom>
              <a:avLst/>
              <a:gdLst>
                <a:gd name="connsiteX0" fmla="*/ 0 w 2411"/>
                <a:gd name="connsiteY0" fmla="*/ 0 h 2941"/>
                <a:gd name="connsiteX1" fmla="*/ 2412 w 2411"/>
                <a:gd name="connsiteY1" fmla="*/ 0 h 2941"/>
                <a:gd name="connsiteX2" fmla="*/ 2412 w 2411"/>
                <a:gd name="connsiteY2" fmla="*/ 2941 h 2941"/>
                <a:gd name="connsiteX3" fmla="*/ 0 w 2411"/>
                <a:gd name="connsiteY3" fmla="*/ 2941 h 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1" h="2941">
                  <a:moveTo>
                    <a:pt x="0" y="0"/>
                  </a:moveTo>
                  <a:lnTo>
                    <a:pt x="2412" y="0"/>
                  </a:lnTo>
                  <a:lnTo>
                    <a:pt x="2412" y="2941"/>
                  </a:lnTo>
                  <a:lnTo>
                    <a:pt x="0" y="29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7" name="Freeform: Shape 1646">
              <a:extLst>
                <a:ext uri="{FF2B5EF4-FFF2-40B4-BE49-F238E27FC236}">
                  <a16:creationId xmlns:a16="http://schemas.microsoft.com/office/drawing/2014/main" id="{E3EF3C99-A8FE-7FC9-30E6-5E9AED642133}"/>
                </a:ext>
              </a:extLst>
            </p:cNvPr>
            <p:cNvSpPr>
              <a:spLocks/>
            </p:cNvSpPr>
            <p:nvPr/>
          </p:nvSpPr>
          <p:spPr>
            <a:xfrm>
              <a:off x="4226032" y="3706249"/>
              <a:ext cx="10661" cy="11401"/>
            </a:xfrm>
            <a:custGeom>
              <a:avLst/>
              <a:gdLst>
                <a:gd name="connsiteX0" fmla="*/ 0 w 7142"/>
                <a:gd name="connsiteY0" fmla="*/ 2371 h 7638"/>
                <a:gd name="connsiteX1" fmla="*/ 0 w 7142"/>
                <a:gd name="connsiteY1" fmla="*/ 6190 h 7638"/>
                <a:gd name="connsiteX2" fmla="*/ 4035 w 7142"/>
                <a:gd name="connsiteY2" fmla="*/ 7639 h 7638"/>
                <a:gd name="connsiteX3" fmla="*/ 4035 w 7142"/>
                <a:gd name="connsiteY3" fmla="*/ 4170 h 7638"/>
                <a:gd name="connsiteX4" fmla="*/ 7142 w 7142"/>
                <a:gd name="connsiteY4" fmla="*/ 2371 h 7638"/>
                <a:gd name="connsiteX5" fmla="*/ 6354 w 7142"/>
                <a:gd name="connsiteY5" fmla="*/ 0 h 7638"/>
                <a:gd name="connsiteX6" fmla="*/ 0 w 7142"/>
                <a:gd name="connsiteY6" fmla="*/ 2371 h 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2" h="7638">
                  <a:moveTo>
                    <a:pt x="0" y="2371"/>
                  </a:moveTo>
                  <a:lnTo>
                    <a:pt x="0" y="6190"/>
                  </a:lnTo>
                  <a:lnTo>
                    <a:pt x="4035" y="7639"/>
                  </a:lnTo>
                  <a:lnTo>
                    <a:pt x="4035" y="4170"/>
                  </a:lnTo>
                  <a:lnTo>
                    <a:pt x="7142" y="2371"/>
                  </a:lnTo>
                  <a:lnTo>
                    <a:pt x="6354" y="0"/>
                  </a:lnTo>
                  <a:lnTo>
                    <a:pt x="0" y="237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8" name="Freeform: Shape 1647">
              <a:extLst>
                <a:ext uri="{FF2B5EF4-FFF2-40B4-BE49-F238E27FC236}">
                  <a16:creationId xmlns:a16="http://schemas.microsoft.com/office/drawing/2014/main" id="{955158DC-E90D-5737-E503-7F3DE93935AE}"/>
                </a:ext>
              </a:extLst>
            </p:cNvPr>
            <p:cNvSpPr>
              <a:spLocks/>
            </p:cNvSpPr>
            <p:nvPr/>
          </p:nvSpPr>
          <p:spPr>
            <a:xfrm>
              <a:off x="4233784" y="3723680"/>
              <a:ext cx="5191" cy="10090"/>
            </a:xfrm>
            <a:custGeom>
              <a:avLst/>
              <a:gdLst>
                <a:gd name="connsiteX0" fmla="*/ 0 w 3478"/>
                <a:gd name="connsiteY0" fmla="*/ 5312 h 6760"/>
                <a:gd name="connsiteX1" fmla="*/ 3478 w 3478"/>
                <a:gd name="connsiteY1" fmla="*/ 6761 h 6760"/>
                <a:gd name="connsiteX2" fmla="*/ 3478 w 3478"/>
                <a:gd name="connsiteY2" fmla="*/ 1844 h 6760"/>
                <a:gd name="connsiteX3" fmla="*/ 0 w 3478"/>
                <a:gd name="connsiteY3" fmla="*/ 0 h 6760"/>
                <a:gd name="connsiteX4" fmla="*/ 0 w 3478"/>
                <a:gd name="connsiteY4" fmla="*/ 5312 h 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8" h="6760">
                  <a:moveTo>
                    <a:pt x="0" y="5312"/>
                  </a:moveTo>
                  <a:lnTo>
                    <a:pt x="3478" y="6761"/>
                  </a:lnTo>
                  <a:lnTo>
                    <a:pt x="3478" y="1844"/>
                  </a:lnTo>
                  <a:lnTo>
                    <a:pt x="0" y="0"/>
                  </a:lnTo>
                  <a:lnTo>
                    <a:pt x="0" y="53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9" name="Freeform: Shape 1648">
              <a:extLst>
                <a:ext uri="{FF2B5EF4-FFF2-40B4-BE49-F238E27FC236}">
                  <a16:creationId xmlns:a16="http://schemas.microsoft.com/office/drawing/2014/main" id="{0C9A8B12-73AB-5C07-496A-7A25CE85BFD3}"/>
                </a:ext>
              </a:extLst>
            </p:cNvPr>
            <p:cNvSpPr>
              <a:spLocks/>
            </p:cNvSpPr>
            <p:nvPr/>
          </p:nvSpPr>
          <p:spPr>
            <a:xfrm>
              <a:off x="4240738" y="3742289"/>
              <a:ext cx="9729" cy="8190"/>
            </a:xfrm>
            <a:custGeom>
              <a:avLst/>
              <a:gdLst>
                <a:gd name="connsiteX0" fmla="*/ 3272 w 6518"/>
                <a:gd name="connsiteY0" fmla="*/ 1273 h 5487"/>
                <a:gd name="connsiteX1" fmla="*/ 350 w 6518"/>
                <a:gd name="connsiteY1" fmla="*/ 0 h 5487"/>
                <a:gd name="connsiteX2" fmla="*/ 350 w 6518"/>
                <a:gd name="connsiteY2" fmla="*/ 3293 h 5487"/>
                <a:gd name="connsiteX3" fmla="*/ 3179 w 6518"/>
                <a:gd name="connsiteY3" fmla="*/ 5488 h 5487"/>
                <a:gd name="connsiteX4" fmla="*/ 6519 w 6518"/>
                <a:gd name="connsiteY4" fmla="*/ 5488 h 5487"/>
                <a:gd name="connsiteX5" fmla="*/ 3272 w 6518"/>
                <a:gd name="connsiteY5" fmla="*/ 1273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8" h="5487">
                  <a:moveTo>
                    <a:pt x="3272" y="1273"/>
                  </a:moveTo>
                  <a:lnTo>
                    <a:pt x="350" y="0"/>
                  </a:lnTo>
                  <a:cubicBezTo>
                    <a:pt x="350" y="0"/>
                    <a:pt x="-438" y="2941"/>
                    <a:pt x="350" y="3293"/>
                  </a:cubicBezTo>
                  <a:cubicBezTo>
                    <a:pt x="1139" y="3644"/>
                    <a:pt x="3179" y="5488"/>
                    <a:pt x="3179" y="5488"/>
                  </a:cubicBezTo>
                  <a:lnTo>
                    <a:pt x="6519" y="5488"/>
                  </a:lnTo>
                  <a:lnTo>
                    <a:pt x="3272" y="12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0" name="Freeform: Shape 1649">
              <a:extLst>
                <a:ext uri="{FF2B5EF4-FFF2-40B4-BE49-F238E27FC236}">
                  <a16:creationId xmlns:a16="http://schemas.microsoft.com/office/drawing/2014/main" id="{C46D4BBE-5A5D-9159-C195-331246014CCA}"/>
                </a:ext>
              </a:extLst>
            </p:cNvPr>
            <p:cNvSpPr>
              <a:spLocks/>
            </p:cNvSpPr>
            <p:nvPr/>
          </p:nvSpPr>
          <p:spPr>
            <a:xfrm>
              <a:off x="4241815" y="3760570"/>
              <a:ext cx="5814" cy="6814"/>
            </a:xfrm>
            <a:custGeom>
              <a:avLst/>
              <a:gdLst>
                <a:gd name="connsiteX0" fmla="*/ 3896 w 3895"/>
                <a:gd name="connsiteY0" fmla="*/ 0 h 4565"/>
                <a:gd name="connsiteX1" fmla="*/ 1948 w 3895"/>
                <a:gd name="connsiteY1" fmla="*/ 922 h 4565"/>
                <a:gd name="connsiteX2" fmla="*/ 0 w 3895"/>
                <a:gd name="connsiteY2" fmla="*/ 2283 h 4565"/>
                <a:gd name="connsiteX3" fmla="*/ 3896 w 3895"/>
                <a:gd name="connsiteY3" fmla="*/ 4566 h 4565"/>
                <a:gd name="connsiteX4" fmla="*/ 3896 w 3895"/>
                <a:gd name="connsiteY4" fmla="*/ 0 h 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5" h="4565">
                  <a:moveTo>
                    <a:pt x="3896" y="0"/>
                  </a:moveTo>
                  <a:lnTo>
                    <a:pt x="1948" y="922"/>
                  </a:lnTo>
                  <a:lnTo>
                    <a:pt x="0" y="2283"/>
                  </a:lnTo>
                  <a:lnTo>
                    <a:pt x="3896" y="4566"/>
                  </a:lnTo>
                  <a:lnTo>
                    <a:pt x="389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1" name="Freeform: Shape 1650">
              <a:extLst>
                <a:ext uri="{FF2B5EF4-FFF2-40B4-BE49-F238E27FC236}">
                  <a16:creationId xmlns:a16="http://schemas.microsoft.com/office/drawing/2014/main" id="{83423DA8-6CA5-E82B-57A0-93B17CCD5925}"/>
                </a:ext>
              </a:extLst>
            </p:cNvPr>
            <p:cNvSpPr>
              <a:spLocks/>
            </p:cNvSpPr>
            <p:nvPr/>
          </p:nvSpPr>
          <p:spPr>
            <a:xfrm>
              <a:off x="4238977" y="3776953"/>
              <a:ext cx="3276" cy="6553"/>
            </a:xfrm>
            <a:custGeom>
              <a:avLst/>
              <a:gdLst>
                <a:gd name="connsiteX0" fmla="*/ 0 w 2195"/>
                <a:gd name="connsiteY0" fmla="*/ 2195 h 4390"/>
                <a:gd name="connsiteX1" fmla="*/ 0 w 2195"/>
                <a:gd name="connsiteY1" fmla="*/ 4390 h 4390"/>
                <a:gd name="connsiteX2" fmla="*/ 1948 w 2195"/>
                <a:gd name="connsiteY2" fmla="*/ 2722 h 4390"/>
                <a:gd name="connsiteX3" fmla="*/ 1948 w 2195"/>
                <a:gd name="connsiteY3" fmla="*/ 0 h 4390"/>
                <a:gd name="connsiteX4" fmla="*/ 0 w 2195"/>
                <a:gd name="connsiteY4" fmla="*/ 0 h 4390"/>
                <a:gd name="connsiteX5" fmla="*/ 0 w 2195"/>
                <a:gd name="connsiteY5" fmla="*/ 2195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95" h="4390">
                  <a:moveTo>
                    <a:pt x="0" y="2195"/>
                  </a:moveTo>
                  <a:lnTo>
                    <a:pt x="0" y="4390"/>
                  </a:lnTo>
                  <a:lnTo>
                    <a:pt x="1948" y="2722"/>
                  </a:lnTo>
                  <a:cubicBezTo>
                    <a:pt x="1948" y="2722"/>
                    <a:pt x="2504" y="1054"/>
                    <a:pt x="1948" y="0"/>
                  </a:cubicBezTo>
                  <a:lnTo>
                    <a:pt x="0" y="0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98B04796-4381-4376-8FD3-75F5CF1C1E39}"/>
                </a:ext>
              </a:extLst>
            </p:cNvPr>
            <p:cNvSpPr>
              <a:spLocks/>
            </p:cNvSpPr>
            <p:nvPr/>
          </p:nvSpPr>
          <p:spPr>
            <a:xfrm>
              <a:off x="4224854" y="3802049"/>
              <a:ext cx="6506" cy="6027"/>
            </a:xfrm>
            <a:custGeom>
              <a:avLst/>
              <a:gdLst>
                <a:gd name="connsiteX0" fmla="*/ 4359 w 4359"/>
                <a:gd name="connsiteY0" fmla="*/ 2019 h 4038"/>
                <a:gd name="connsiteX1" fmla="*/ 4359 w 4359"/>
                <a:gd name="connsiteY1" fmla="*/ 0 h 4038"/>
                <a:gd name="connsiteX2" fmla="*/ 0 w 4359"/>
                <a:gd name="connsiteY2" fmla="*/ 0 h 4038"/>
                <a:gd name="connsiteX3" fmla="*/ 788 w 4359"/>
                <a:gd name="connsiteY3" fmla="*/ 4039 h 4038"/>
                <a:gd name="connsiteX4" fmla="*/ 4359 w 4359"/>
                <a:gd name="connsiteY4" fmla="*/ 2019 h 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9" h="4038">
                  <a:moveTo>
                    <a:pt x="4359" y="2019"/>
                  </a:moveTo>
                  <a:lnTo>
                    <a:pt x="4359" y="0"/>
                  </a:lnTo>
                  <a:lnTo>
                    <a:pt x="0" y="0"/>
                  </a:lnTo>
                  <a:lnTo>
                    <a:pt x="788" y="4039"/>
                  </a:lnTo>
                  <a:lnTo>
                    <a:pt x="4359" y="20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7A4525CB-A30D-C843-4123-A95D7264CE0E}"/>
                </a:ext>
              </a:extLst>
            </p:cNvPr>
            <p:cNvSpPr>
              <a:spLocks/>
            </p:cNvSpPr>
            <p:nvPr/>
          </p:nvSpPr>
          <p:spPr>
            <a:xfrm>
              <a:off x="4165115" y="3826098"/>
              <a:ext cx="13844" cy="8714"/>
            </a:xfrm>
            <a:custGeom>
              <a:avLst/>
              <a:gdLst>
                <a:gd name="connsiteX0" fmla="*/ 0 w 9275"/>
                <a:gd name="connsiteY0" fmla="*/ 2195 h 5838"/>
                <a:gd name="connsiteX1" fmla="*/ 0 w 9275"/>
                <a:gd name="connsiteY1" fmla="*/ 4741 h 5838"/>
                <a:gd name="connsiteX2" fmla="*/ 2319 w 9275"/>
                <a:gd name="connsiteY2" fmla="*/ 4741 h 5838"/>
                <a:gd name="connsiteX3" fmla="*/ 5797 w 9275"/>
                <a:gd name="connsiteY3" fmla="*/ 5839 h 5838"/>
                <a:gd name="connsiteX4" fmla="*/ 9275 w 9275"/>
                <a:gd name="connsiteY4" fmla="*/ 3819 h 5838"/>
                <a:gd name="connsiteX5" fmla="*/ 9275 w 9275"/>
                <a:gd name="connsiteY5" fmla="*/ 0 h 5838"/>
                <a:gd name="connsiteX6" fmla="*/ 4638 w 9275"/>
                <a:gd name="connsiteY6" fmla="*/ 2371 h 5838"/>
                <a:gd name="connsiteX7" fmla="*/ 0 w 9275"/>
                <a:gd name="connsiteY7" fmla="*/ 2195 h 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75" h="5838">
                  <a:moveTo>
                    <a:pt x="0" y="2195"/>
                  </a:moveTo>
                  <a:lnTo>
                    <a:pt x="0" y="4741"/>
                  </a:lnTo>
                  <a:lnTo>
                    <a:pt x="2319" y="4741"/>
                  </a:lnTo>
                  <a:lnTo>
                    <a:pt x="5797" y="5839"/>
                  </a:lnTo>
                  <a:lnTo>
                    <a:pt x="9275" y="3819"/>
                  </a:lnTo>
                  <a:lnTo>
                    <a:pt x="9275" y="0"/>
                  </a:lnTo>
                  <a:lnTo>
                    <a:pt x="4638" y="2371"/>
                  </a:ln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054BCF6A-F5E3-DFB5-753E-3A53DBF46E85}"/>
                </a:ext>
              </a:extLst>
            </p:cNvPr>
            <p:cNvSpPr>
              <a:spLocks/>
            </p:cNvSpPr>
            <p:nvPr/>
          </p:nvSpPr>
          <p:spPr>
            <a:xfrm>
              <a:off x="4276773" y="3776953"/>
              <a:ext cx="7199" cy="6553"/>
            </a:xfrm>
            <a:custGeom>
              <a:avLst/>
              <a:gdLst>
                <a:gd name="connsiteX0" fmla="*/ 2087 w 4823"/>
                <a:gd name="connsiteY0" fmla="*/ 4390 h 4390"/>
                <a:gd name="connsiteX1" fmla="*/ 4823 w 4823"/>
                <a:gd name="connsiteY1" fmla="*/ 2195 h 4390"/>
                <a:gd name="connsiteX2" fmla="*/ 0 w 4823"/>
                <a:gd name="connsiteY2" fmla="*/ 0 h 4390"/>
                <a:gd name="connsiteX3" fmla="*/ 742 w 4823"/>
                <a:gd name="connsiteY3" fmla="*/ 3117 h 4390"/>
                <a:gd name="connsiteX4" fmla="*/ 2087 w 4823"/>
                <a:gd name="connsiteY4" fmla="*/ 439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3" h="4390">
                  <a:moveTo>
                    <a:pt x="2087" y="4390"/>
                  </a:moveTo>
                  <a:lnTo>
                    <a:pt x="4823" y="2195"/>
                  </a:lnTo>
                  <a:lnTo>
                    <a:pt x="0" y="0"/>
                  </a:lnTo>
                  <a:lnTo>
                    <a:pt x="742" y="3117"/>
                  </a:lnTo>
                  <a:lnTo>
                    <a:pt x="2087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8FDEEC47-C536-579E-A010-0D7CD93C6CBC}"/>
                </a:ext>
              </a:extLst>
            </p:cNvPr>
            <p:cNvSpPr>
              <a:spLocks/>
            </p:cNvSpPr>
            <p:nvPr/>
          </p:nvSpPr>
          <p:spPr>
            <a:xfrm>
              <a:off x="4717454" y="2183540"/>
              <a:ext cx="6645" cy="4061"/>
            </a:xfrm>
            <a:custGeom>
              <a:avLst/>
              <a:gdLst>
                <a:gd name="connsiteX0" fmla="*/ 0 w 4452"/>
                <a:gd name="connsiteY0" fmla="*/ 2722 h 2721"/>
                <a:gd name="connsiteX1" fmla="*/ 4452 w 4452"/>
                <a:gd name="connsiteY1" fmla="*/ 2722 h 2721"/>
                <a:gd name="connsiteX2" fmla="*/ 3478 w 4452"/>
                <a:gd name="connsiteY2" fmla="*/ 0 h 2721"/>
                <a:gd name="connsiteX3" fmla="*/ 0 w 4452"/>
                <a:gd name="connsiteY3" fmla="*/ 1361 h 2721"/>
                <a:gd name="connsiteX4" fmla="*/ 0 w 4452"/>
                <a:gd name="connsiteY4" fmla="*/ 2722 h 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52" h="2721">
                  <a:moveTo>
                    <a:pt x="0" y="2722"/>
                  </a:moveTo>
                  <a:lnTo>
                    <a:pt x="4452" y="2722"/>
                  </a:lnTo>
                  <a:lnTo>
                    <a:pt x="3478" y="0"/>
                  </a:lnTo>
                  <a:lnTo>
                    <a:pt x="0" y="1361"/>
                  </a:lnTo>
                  <a:lnTo>
                    <a:pt x="0" y="27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E4422DFB-27E5-C415-0FFE-5522B83E1495}"/>
                </a:ext>
              </a:extLst>
            </p:cNvPr>
            <p:cNvSpPr>
              <a:spLocks/>
            </p:cNvSpPr>
            <p:nvPr/>
          </p:nvSpPr>
          <p:spPr>
            <a:xfrm>
              <a:off x="4747497" y="2130334"/>
              <a:ext cx="6575" cy="4061"/>
            </a:xfrm>
            <a:custGeom>
              <a:avLst/>
              <a:gdLst>
                <a:gd name="connsiteX0" fmla="*/ 4406 w 4405"/>
                <a:gd name="connsiteY0" fmla="*/ 0 h 2721"/>
                <a:gd name="connsiteX1" fmla="*/ 2180 w 4405"/>
                <a:gd name="connsiteY1" fmla="*/ 0 h 2721"/>
                <a:gd name="connsiteX2" fmla="*/ 0 w 4405"/>
                <a:gd name="connsiteY2" fmla="*/ 0 h 2721"/>
                <a:gd name="connsiteX3" fmla="*/ 927 w 4405"/>
                <a:gd name="connsiteY3" fmla="*/ 2722 h 2721"/>
                <a:gd name="connsiteX4" fmla="*/ 3246 w 4405"/>
                <a:gd name="connsiteY4" fmla="*/ 2722 h 2721"/>
                <a:gd name="connsiteX5" fmla="*/ 4406 w 4405"/>
                <a:gd name="connsiteY5" fmla="*/ 0 h 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05" h="2721">
                  <a:moveTo>
                    <a:pt x="4406" y="0"/>
                  </a:moveTo>
                  <a:lnTo>
                    <a:pt x="2180" y="0"/>
                  </a:lnTo>
                  <a:lnTo>
                    <a:pt x="0" y="0"/>
                  </a:lnTo>
                  <a:lnTo>
                    <a:pt x="927" y="2722"/>
                  </a:lnTo>
                  <a:lnTo>
                    <a:pt x="3246" y="2722"/>
                  </a:lnTo>
                  <a:lnTo>
                    <a:pt x="440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EF6B786D-032A-5ACC-1EE4-821CA982957F}"/>
                </a:ext>
              </a:extLst>
            </p:cNvPr>
            <p:cNvSpPr>
              <a:spLocks/>
            </p:cNvSpPr>
            <p:nvPr/>
          </p:nvSpPr>
          <p:spPr>
            <a:xfrm>
              <a:off x="4807722" y="2103534"/>
              <a:ext cx="7821" cy="12580"/>
            </a:xfrm>
            <a:custGeom>
              <a:avLst/>
              <a:gdLst>
                <a:gd name="connsiteX0" fmla="*/ 3896 w 5240"/>
                <a:gd name="connsiteY0" fmla="*/ 4566 h 8428"/>
                <a:gd name="connsiteX1" fmla="*/ 5241 w 5240"/>
                <a:gd name="connsiteY1" fmla="*/ 3293 h 8428"/>
                <a:gd name="connsiteX2" fmla="*/ 5241 w 5240"/>
                <a:gd name="connsiteY2" fmla="*/ 0 h 8428"/>
                <a:gd name="connsiteX3" fmla="*/ 3478 w 5240"/>
                <a:gd name="connsiteY3" fmla="*/ 1449 h 8428"/>
                <a:gd name="connsiteX4" fmla="*/ 2644 w 5240"/>
                <a:gd name="connsiteY4" fmla="*/ 5312 h 8428"/>
                <a:gd name="connsiteX5" fmla="*/ 1391 w 5240"/>
                <a:gd name="connsiteY5" fmla="*/ 4214 h 8428"/>
                <a:gd name="connsiteX6" fmla="*/ 0 w 5240"/>
                <a:gd name="connsiteY6" fmla="*/ 6761 h 8428"/>
                <a:gd name="connsiteX7" fmla="*/ 2922 w 5240"/>
                <a:gd name="connsiteY7" fmla="*/ 8429 h 8428"/>
                <a:gd name="connsiteX8" fmla="*/ 3896 w 5240"/>
                <a:gd name="connsiteY8" fmla="*/ 7331 h 8428"/>
                <a:gd name="connsiteX9" fmla="*/ 3896 w 5240"/>
                <a:gd name="connsiteY9" fmla="*/ 4566 h 8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40" h="8428">
                  <a:moveTo>
                    <a:pt x="3896" y="4566"/>
                  </a:moveTo>
                  <a:lnTo>
                    <a:pt x="5241" y="3293"/>
                  </a:lnTo>
                  <a:lnTo>
                    <a:pt x="5241" y="0"/>
                  </a:lnTo>
                  <a:lnTo>
                    <a:pt x="3478" y="1449"/>
                  </a:lnTo>
                  <a:lnTo>
                    <a:pt x="2644" y="5312"/>
                  </a:lnTo>
                  <a:lnTo>
                    <a:pt x="1391" y="4214"/>
                  </a:lnTo>
                  <a:lnTo>
                    <a:pt x="0" y="6761"/>
                  </a:lnTo>
                  <a:lnTo>
                    <a:pt x="2922" y="8429"/>
                  </a:lnTo>
                  <a:lnTo>
                    <a:pt x="3896" y="7331"/>
                  </a:lnTo>
                  <a:lnTo>
                    <a:pt x="3896" y="45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8F66239-4266-3F06-34CA-F0E67C84820D}"/>
                </a:ext>
              </a:extLst>
            </p:cNvPr>
            <p:cNvSpPr>
              <a:spLocks/>
            </p:cNvSpPr>
            <p:nvPr/>
          </p:nvSpPr>
          <p:spPr>
            <a:xfrm>
              <a:off x="4470505" y="2171026"/>
              <a:ext cx="6670" cy="9333"/>
            </a:xfrm>
            <a:custGeom>
              <a:avLst/>
              <a:gdLst>
                <a:gd name="connsiteX0" fmla="*/ 3125 w 4469"/>
                <a:gd name="connsiteY0" fmla="*/ 6190 h 6253"/>
                <a:gd name="connsiteX1" fmla="*/ 4470 w 4469"/>
                <a:gd name="connsiteY1" fmla="*/ 2722 h 6253"/>
                <a:gd name="connsiteX2" fmla="*/ 4470 w 4469"/>
                <a:gd name="connsiteY2" fmla="*/ 0 h 6253"/>
                <a:gd name="connsiteX3" fmla="*/ 991 w 4469"/>
                <a:gd name="connsiteY3" fmla="*/ 2195 h 6253"/>
                <a:gd name="connsiteX4" fmla="*/ 203 w 4469"/>
                <a:gd name="connsiteY4" fmla="*/ 6234 h 6253"/>
                <a:gd name="connsiteX5" fmla="*/ 3078 w 4469"/>
                <a:gd name="connsiteY5" fmla="*/ 6234 h 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69" h="6253">
                  <a:moveTo>
                    <a:pt x="3125" y="6190"/>
                  </a:moveTo>
                  <a:lnTo>
                    <a:pt x="4470" y="2722"/>
                  </a:lnTo>
                  <a:lnTo>
                    <a:pt x="4470" y="0"/>
                  </a:lnTo>
                  <a:lnTo>
                    <a:pt x="991" y="2195"/>
                  </a:lnTo>
                  <a:cubicBezTo>
                    <a:pt x="991" y="2195"/>
                    <a:pt x="-539" y="6585"/>
                    <a:pt x="203" y="6234"/>
                  </a:cubicBezTo>
                  <a:cubicBezTo>
                    <a:pt x="991" y="5883"/>
                    <a:pt x="3078" y="6234"/>
                    <a:pt x="3078" y="623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2867DB02-5359-83FA-2921-D33A8A86208B}"/>
                </a:ext>
              </a:extLst>
            </p:cNvPr>
            <p:cNvSpPr>
              <a:spLocks/>
            </p:cNvSpPr>
            <p:nvPr/>
          </p:nvSpPr>
          <p:spPr>
            <a:xfrm>
              <a:off x="4469424" y="2170960"/>
              <a:ext cx="14674" cy="16643"/>
            </a:xfrm>
            <a:custGeom>
              <a:avLst/>
              <a:gdLst>
                <a:gd name="connsiteX0" fmla="*/ 0 w 9831"/>
                <a:gd name="connsiteY0" fmla="*/ 9790 h 11150"/>
                <a:gd name="connsiteX1" fmla="*/ 2133 w 9831"/>
                <a:gd name="connsiteY1" fmla="*/ 9790 h 11150"/>
                <a:gd name="connsiteX2" fmla="*/ 2968 w 9831"/>
                <a:gd name="connsiteY2" fmla="*/ 11151 h 11150"/>
                <a:gd name="connsiteX3" fmla="*/ 5194 w 9831"/>
                <a:gd name="connsiteY3" fmla="*/ 9790 h 11150"/>
                <a:gd name="connsiteX4" fmla="*/ 7931 w 9831"/>
                <a:gd name="connsiteY4" fmla="*/ 6234 h 11150"/>
                <a:gd name="connsiteX5" fmla="*/ 9832 w 9831"/>
                <a:gd name="connsiteY5" fmla="*/ 3117 h 11150"/>
                <a:gd name="connsiteX6" fmla="*/ 9832 w 9831"/>
                <a:gd name="connsiteY6" fmla="*/ 0 h 11150"/>
                <a:gd name="connsiteX7" fmla="*/ 7513 w 9831"/>
                <a:gd name="connsiteY7" fmla="*/ 1317 h 11150"/>
                <a:gd name="connsiteX8" fmla="*/ 5194 w 9831"/>
                <a:gd name="connsiteY8" fmla="*/ 6234 h 11150"/>
                <a:gd name="connsiteX9" fmla="*/ 2968 w 9831"/>
                <a:gd name="connsiteY9" fmla="*/ 8429 h 11150"/>
                <a:gd name="connsiteX10" fmla="*/ 742 w 9831"/>
                <a:gd name="connsiteY10" fmla="*/ 8429 h 11150"/>
                <a:gd name="connsiteX11" fmla="*/ 0 w 9831"/>
                <a:gd name="connsiteY11" fmla="*/ 9790 h 1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831" h="11150">
                  <a:moveTo>
                    <a:pt x="0" y="9790"/>
                  </a:moveTo>
                  <a:lnTo>
                    <a:pt x="2133" y="9790"/>
                  </a:lnTo>
                  <a:lnTo>
                    <a:pt x="2968" y="11151"/>
                  </a:lnTo>
                  <a:lnTo>
                    <a:pt x="5194" y="9790"/>
                  </a:lnTo>
                  <a:lnTo>
                    <a:pt x="7931" y="6234"/>
                  </a:lnTo>
                  <a:lnTo>
                    <a:pt x="9832" y="3117"/>
                  </a:lnTo>
                  <a:lnTo>
                    <a:pt x="9832" y="0"/>
                  </a:lnTo>
                  <a:lnTo>
                    <a:pt x="7513" y="1317"/>
                  </a:lnTo>
                  <a:lnTo>
                    <a:pt x="5194" y="6234"/>
                  </a:lnTo>
                  <a:lnTo>
                    <a:pt x="2968" y="8429"/>
                  </a:lnTo>
                  <a:lnTo>
                    <a:pt x="742" y="8429"/>
                  </a:lnTo>
                  <a:lnTo>
                    <a:pt x="0" y="97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31FDA8A3-0E3E-A8C0-99E2-3A51BB905481}"/>
                </a:ext>
              </a:extLst>
            </p:cNvPr>
            <p:cNvSpPr>
              <a:spLocks/>
            </p:cNvSpPr>
            <p:nvPr/>
          </p:nvSpPr>
          <p:spPr>
            <a:xfrm>
              <a:off x="3257600" y="1567300"/>
              <a:ext cx="154700" cy="200381"/>
            </a:xfrm>
            <a:custGeom>
              <a:avLst/>
              <a:gdLst>
                <a:gd name="connsiteX0" fmla="*/ 103643 w 103642"/>
                <a:gd name="connsiteY0" fmla="*/ 79742 h 134247"/>
                <a:gd name="connsiteX1" fmla="*/ 100257 w 103642"/>
                <a:gd name="connsiteY1" fmla="*/ 67230 h 134247"/>
                <a:gd name="connsiteX2" fmla="*/ 91492 w 103642"/>
                <a:gd name="connsiteY2" fmla="*/ 67230 h 134247"/>
                <a:gd name="connsiteX3" fmla="*/ 91353 w 103642"/>
                <a:gd name="connsiteY3" fmla="*/ 69864 h 134247"/>
                <a:gd name="connsiteX4" fmla="*/ 88617 w 103642"/>
                <a:gd name="connsiteY4" fmla="*/ 69864 h 134247"/>
                <a:gd name="connsiteX5" fmla="*/ 88338 w 103642"/>
                <a:gd name="connsiteY5" fmla="*/ 67230 h 134247"/>
                <a:gd name="connsiteX6" fmla="*/ 91399 w 103642"/>
                <a:gd name="connsiteY6" fmla="*/ 64113 h 134247"/>
                <a:gd name="connsiteX7" fmla="*/ 91399 w 103642"/>
                <a:gd name="connsiteY7" fmla="*/ 61655 h 134247"/>
                <a:gd name="connsiteX8" fmla="*/ 87179 w 103642"/>
                <a:gd name="connsiteY8" fmla="*/ 58362 h 134247"/>
                <a:gd name="connsiteX9" fmla="*/ 87179 w 103642"/>
                <a:gd name="connsiteY9" fmla="*/ 55333 h 134247"/>
                <a:gd name="connsiteX10" fmla="*/ 89220 w 103642"/>
                <a:gd name="connsiteY10" fmla="*/ 53972 h 134247"/>
                <a:gd name="connsiteX11" fmla="*/ 77904 w 103642"/>
                <a:gd name="connsiteY11" fmla="*/ 47651 h 134247"/>
                <a:gd name="connsiteX12" fmla="*/ 72106 w 103642"/>
                <a:gd name="connsiteY12" fmla="*/ 50372 h 134247"/>
                <a:gd name="connsiteX13" fmla="*/ 70669 w 103642"/>
                <a:gd name="connsiteY13" fmla="*/ 55597 h 134247"/>
                <a:gd name="connsiteX14" fmla="*/ 67932 w 103642"/>
                <a:gd name="connsiteY14" fmla="*/ 56123 h 134247"/>
                <a:gd name="connsiteX15" fmla="*/ 67932 w 103642"/>
                <a:gd name="connsiteY15" fmla="*/ 50065 h 134247"/>
                <a:gd name="connsiteX16" fmla="*/ 76466 w 103642"/>
                <a:gd name="connsiteY16" fmla="*/ 39617 h 134247"/>
                <a:gd name="connsiteX17" fmla="*/ 89498 w 103642"/>
                <a:gd name="connsiteY17" fmla="*/ 29739 h 134247"/>
                <a:gd name="connsiteX18" fmla="*/ 88941 w 103642"/>
                <a:gd name="connsiteY18" fmla="*/ 24515 h 134247"/>
                <a:gd name="connsiteX19" fmla="*/ 79944 w 103642"/>
                <a:gd name="connsiteY19" fmla="*/ 22320 h 134247"/>
                <a:gd name="connsiteX20" fmla="*/ 84582 w 103642"/>
                <a:gd name="connsiteY20" fmla="*/ 20125 h 134247"/>
                <a:gd name="connsiteX21" fmla="*/ 89776 w 103642"/>
                <a:gd name="connsiteY21" fmla="*/ 19862 h 134247"/>
                <a:gd name="connsiteX22" fmla="*/ 93254 w 103642"/>
                <a:gd name="connsiteY22" fmla="*/ 15472 h 134247"/>
                <a:gd name="connsiteX23" fmla="*/ 91492 w 103642"/>
                <a:gd name="connsiteY23" fmla="*/ 10248 h 134247"/>
                <a:gd name="connsiteX24" fmla="*/ 90054 w 103642"/>
                <a:gd name="connsiteY24" fmla="*/ 6385 h 134247"/>
                <a:gd name="connsiteX25" fmla="*/ 79898 w 103642"/>
                <a:gd name="connsiteY25" fmla="*/ 2829 h 134247"/>
                <a:gd name="connsiteX26" fmla="*/ 74703 w 103642"/>
                <a:gd name="connsiteY26" fmla="*/ 6385 h 134247"/>
                <a:gd name="connsiteX27" fmla="*/ 58193 w 103642"/>
                <a:gd name="connsiteY27" fmla="*/ 11082 h 134247"/>
                <a:gd name="connsiteX28" fmla="*/ 47480 w 103642"/>
                <a:gd name="connsiteY28" fmla="*/ 3663 h 134247"/>
                <a:gd name="connsiteX29" fmla="*/ 42100 w 103642"/>
                <a:gd name="connsiteY29" fmla="*/ 634 h 134247"/>
                <a:gd name="connsiteX30" fmla="*/ 43399 w 103642"/>
                <a:gd name="connsiteY30" fmla="*/ 6385 h 134247"/>
                <a:gd name="connsiteX31" fmla="*/ 45161 w 103642"/>
                <a:gd name="connsiteY31" fmla="*/ 7789 h 134247"/>
                <a:gd name="connsiteX32" fmla="*/ 43584 w 103642"/>
                <a:gd name="connsiteY32" fmla="*/ 9150 h 134247"/>
                <a:gd name="connsiteX33" fmla="*/ 36489 w 103642"/>
                <a:gd name="connsiteY33" fmla="*/ 6385 h 134247"/>
                <a:gd name="connsiteX34" fmla="*/ 33288 w 103642"/>
                <a:gd name="connsiteY34" fmla="*/ 6385 h 134247"/>
                <a:gd name="connsiteX35" fmla="*/ 28836 w 103642"/>
                <a:gd name="connsiteY35" fmla="*/ 15209 h 134247"/>
                <a:gd name="connsiteX36" fmla="*/ 34819 w 103642"/>
                <a:gd name="connsiteY36" fmla="*/ 19599 h 134247"/>
                <a:gd name="connsiteX37" fmla="*/ 34819 w 103642"/>
                <a:gd name="connsiteY37" fmla="*/ 22891 h 134247"/>
                <a:gd name="connsiteX38" fmla="*/ 37370 w 103642"/>
                <a:gd name="connsiteY38" fmla="*/ 27018 h 134247"/>
                <a:gd name="connsiteX39" fmla="*/ 30970 w 103642"/>
                <a:gd name="connsiteY39" fmla="*/ 22364 h 134247"/>
                <a:gd name="connsiteX40" fmla="*/ 24291 w 103642"/>
                <a:gd name="connsiteY40" fmla="*/ 20169 h 134247"/>
                <a:gd name="connsiteX41" fmla="*/ 22251 w 103642"/>
                <a:gd name="connsiteY41" fmla="*/ 28422 h 134247"/>
                <a:gd name="connsiteX42" fmla="*/ 33149 w 103642"/>
                <a:gd name="connsiteY42" fmla="*/ 35842 h 134247"/>
                <a:gd name="connsiteX43" fmla="*/ 37602 w 103642"/>
                <a:gd name="connsiteY43" fmla="*/ 33383 h 134247"/>
                <a:gd name="connsiteX44" fmla="*/ 38158 w 103642"/>
                <a:gd name="connsiteY44" fmla="*/ 29520 h 134247"/>
                <a:gd name="connsiteX45" fmla="*/ 47434 w 103642"/>
                <a:gd name="connsiteY45" fmla="*/ 38563 h 134247"/>
                <a:gd name="connsiteX46" fmla="*/ 44837 w 103642"/>
                <a:gd name="connsiteY46" fmla="*/ 41022 h 134247"/>
                <a:gd name="connsiteX47" fmla="*/ 39318 w 103642"/>
                <a:gd name="connsiteY47" fmla="*/ 34964 h 134247"/>
                <a:gd name="connsiteX48" fmla="*/ 36118 w 103642"/>
                <a:gd name="connsiteY48" fmla="*/ 38256 h 134247"/>
                <a:gd name="connsiteX49" fmla="*/ 34773 w 103642"/>
                <a:gd name="connsiteY49" fmla="*/ 42909 h 134247"/>
                <a:gd name="connsiteX50" fmla="*/ 36396 w 103642"/>
                <a:gd name="connsiteY50" fmla="*/ 45631 h 134247"/>
                <a:gd name="connsiteX51" fmla="*/ 38993 w 103642"/>
                <a:gd name="connsiteY51" fmla="*/ 43963 h 134247"/>
                <a:gd name="connsiteX52" fmla="*/ 42054 w 103642"/>
                <a:gd name="connsiteY52" fmla="*/ 49451 h 134247"/>
                <a:gd name="connsiteX53" fmla="*/ 42054 w 103642"/>
                <a:gd name="connsiteY53" fmla="*/ 54367 h 134247"/>
                <a:gd name="connsiteX54" fmla="*/ 40755 w 103642"/>
                <a:gd name="connsiteY54" fmla="*/ 54367 h 134247"/>
                <a:gd name="connsiteX55" fmla="*/ 40755 w 103642"/>
                <a:gd name="connsiteY55" fmla="*/ 50811 h 134247"/>
                <a:gd name="connsiteX56" fmla="*/ 37555 w 103642"/>
                <a:gd name="connsiteY56" fmla="*/ 52172 h 134247"/>
                <a:gd name="connsiteX57" fmla="*/ 36118 w 103642"/>
                <a:gd name="connsiteY57" fmla="*/ 56036 h 134247"/>
                <a:gd name="connsiteX58" fmla="*/ 39318 w 103642"/>
                <a:gd name="connsiteY58" fmla="*/ 58231 h 134247"/>
                <a:gd name="connsiteX59" fmla="*/ 37880 w 103642"/>
                <a:gd name="connsiteY59" fmla="*/ 62094 h 134247"/>
                <a:gd name="connsiteX60" fmla="*/ 23688 w 103642"/>
                <a:gd name="connsiteY60" fmla="*/ 63455 h 134247"/>
                <a:gd name="connsiteX61" fmla="*/ 25126 w 103642"/>
                <a:gd name="connsiteY61" fmla="*/ 60162 h 134247"/>
                <a:gd name="connsiteX62" fmla="*/ 21926 w 103642"/>
                <a:gd name="connsiteY62" fmla="*/ 59635 h 134247"/>
                <a:gd name="connsiteX63" fmla="*/ 17010 w 103642"/>
                <a:gd name="connsiteY63" fmla="*/ 53314 h 134247"/>
                <a:gd name="connsiteX64" fmla="*/ 9775 w 103642"/>
                <a:gd name="connsiteY64" fmla="*/ 45061 h 134247"/>
                <a:gd name="connsiteX65" fmla="*/ 1938 w 103642"/>
                <a:gd name="connsiteY65" fmla="*/ 57704 h 134247"/>
                <a:gd name="connsiteX66" fmla="*/ 1938 w 103642"/>
                <a:gd name="connsiteY66" fmla="*/ 67011 h 134247"/>
                <a:gd name="connsiteX67" fmla="*/ 14088 w 103642"/>
                <a:gd name="connsiteY67" fmla="*/ 75791 h 134247"/>
                <a:gd name="connsiteX68" fmla="*/ 14367 w 103642"/>
                <a:gd name="connsiteY68" fmla="*/ 82376 h 134247"/>
                <a:gd name="connsiteX69" fmla="*/ 20442 w 103642"/>
                <a:gd name="connsiteY69" fmla="*/ 87600 h 134247"/>
                <a:gd name="connsiteX70" fmla="*/ 23688 w 103642"/>
                <a:gd name="connsiteY70" fmla="*/ 84571 h 134247"/>
                <a:gd name="connsiteX71" fmla="*/ 26239 w 103642"/>
                <a:gd name="connsiteY71" fmla="*/ 84571 h 134247"/>
                <a:gd name="connsiteX72" fmla="*/ 28744 w 103642"/>
                <a:gd name="connsiteY72" fmla="*/ 91156 h 134247"/>
                <a:gd name="connsiteX73" fmla="*/ 31155 w 103642"/>
                <a:gd name="connsiteY73" fmla="*/ 89795 h 134247"/>
                <a:gd name="connsiteX74" fmla="*/ 34726 w 103642"/>
                <a:gd name="connsiteY74" fmla="*/ 91156 h 134247"/>
                <a:gd name="connsiteX75" fmla="*/ 47387 w 103642"/>
                <a:gd name="connsiteY75" fmla="*/ 107618 h 134247"/>
                <a:gd name="connsiteX76" fmla="*/ 52906 w 103642"/>
                <a:gd name="connsiteY76" fmla="*/ 121315 h 134247"/>
                <a:gd name="connsiteX77" fmla="*/ 55781 w 103642"/>
                <a:gd name="connsiteY77" fmla="*/ 130095 h 134247"/>
                <a:gd name="connsiteX78" fmla="*/ 62738 w 103642"/>
                <a:gd name="connsiteY78" fmla="*/ 130095 h 134247"/>
                <a:gd name="connsiteX79" fmla="*/ 69138 w 103642"/>
                <a:gd name="connsiteY79" fmla="*/ 132817 h 134247"/>
                <a:gd name="connsiteX80" fmla="*/ 74332 w 103642"/>
                <a:gd name="connsiteY80" fmla="*/ 121578 h 134247"/>
                <a:gd name="connsiteX81" fmla="*/ 69416 w 103642"/>
                <a:gd name="connsiteY81" fmla="*/ 114993 h 134247"/>
                <a:gd name="connsiteX82" fmla="*/ 69416 w 103642"/>
                <a:gd name="connsiteY82" fmla="*/ 107882 h 134247"/>
                <a:gd name="connsiteX83" fmla="*/ 71457 w 103642"/>
                <a:gd name="connsiteY83" fmla="*/ 107882 h 134247"/>
                <a:gd name="connsiteX84" fmla="*/ 71457 w 103642"/>
                <a:gd name="connsiteY84" fmla="*/ 113106 h 134247"/>
                <a:gd name="connsiteX85" fmla="*/ 74611 w 103642"/>
                <a:gd name="connsiteY85" fmla="*/ 116662 h 134247"/>
                <a:gd name="connsiteX86" fmla="*/ 76976 w 103642"/>
                <a:gd name="connsiteY86" fmla="*/ 116662 h 134247"/>
                <a:gd name="connsiteX87" fmla="*/ 79851 w 103642"/>
                <a:gd name="connsiteY87" fmla="*/ 117496 h 134247"/>
                <a:gd name="connsiteX88" fmla="*/ 90008 w 103642"/>
                <a:gd name="connsiteY88" fmla="*/ 115037 h 134247"/>
                <a:gd name="connsiteX89" fmla="*/ 94367 w 103642"/>
                <a:gd name="connsiteY89" fmla="*/ 112842 h 134247"/>
                <a:gd name="connsiteX90" fmla="*/ 91492 w 103642"/>
                <a:gd name="connsiteY90" fmla="*/ 110384 h 134247"/>
                <a:gd name="connsiteX91" fmla="*/ 94367 w 103642"/>
                <a:gd name="connsiteY91" fmla="*/ 108452 h 134247"/>
                <a:gd name="connsiteX92" fmla="*/ 97196 w 103642"/>
                <a:gd name="connsiteY92" fmla="*/ 109550 h 134247"/>
                <a:gd name="connsiteX93" fmla="*/ 101046 w 103642"/>
                <a:gd name="connsiteY93" fmla="*/ 107355 h 134247"/>
                <a:gd name="connsiteX94" fmla="*/ 101046 w 103642"/>
                <a:gd name="connsiteY94" fmla="*/ 103799 h 134247"/>
                <a:gd name="connsiteX95" fmla="*/ 95527 w 103642"/>
                <a:gd name="connsiteY95" fmla="*/ 103272 h 134247"/>
                <a:gd name="connsiteX96" fmla="*/ 101046 w 103642"/>
                <a:gd name="connsiteY96" fmla="*/ 99145 h 134247"/>
                <a:gd name="connsiteX97" fmla="*/ 94970 w 103642"/>
                <a:gd name="connsiteY97" fmla="*/ 98619 h 134247"/>
                <a:gd name="connsiteX98" fmla="*/ 101046 w 103642"/>
                <a:gd name="connsiteY98" fmla="*/ 96160 h 134247"/>
                <a:gd name="connsiteX99" fmla="*/ 99283 w 103642"/>
                <a:gd name="connsiteY99" fmla="*/ 86546 h 134247"/>
                <a:gd name="connsiteX100" fmla="*/ 95527 w 103642"/>
                <a:gd name="connsiteY100" fmla="*/ 85449 h 134247"/>
                <a:gd name="connsiteX101" fmla="*/ 98402 w 103642"/>
                <a:gd name="connsiteY101" fmla="*/ 84088 h 134247"/>
                <a:gd name="connsiteX102" fmla="*/ 103596 w 103642"/>
                <a:gd name="connsiteY102" fmla="*/ 79698 h 134247"/>
                <a:gd name="connsiteX103" fmla="*/ 72616 w 103642"/>
                <a:gd name="connsiteY103" fmla="*/ 74561 h 134247"/>
                <a:gd name="connsiteX104" fmla="*/ 67840 w 103642"/>
                <a:gd name="connsiteY104" fmla="*/ 71269 h 134247"/>
                <a:gd name="connsiteX105" fmla="*/ 61022 w 103642"/>
                <a:gd name="connsiteY105" fmla="*/ 71532 h 134247"/>
                <a:gd name="connsiteX106" fmla="*/ 61022 w 103642"/>
                <a:gd name="connsiteY106" fmla="*/ 68503 h 134247"/>
                <a:gd name="connsiteX107" fmla="*/ 63063 w 103642"/>
                <a:gd name="connsiteY107" fmla="*/ 65474 h 134247"/>
                <a:gd name="connsiteX108" fmla="*/ 64222 w 103642"/>
                <a:gd name="connsiteY108" fmla="*/ 67230 h 134247"/>
                <a:gd name="connsiteX109" fmla="*/ 66263 w 103642"/>
                <a:gd name="connsiteY109" fmla="*/ 68503 h 134247"/>
                <a:gd name="connsiteX110" fmla="*/ 67886 w 103642"/>
                <a:gd name="connsiteY110" fmla="*/ 67230 h 134247"/>
                <a:gd name="connsiteX111" fmla="*/ 72663 w 103642"/>
                <a:gd name="connsiteY111" fmla="*/ 71488 h 134247"/>
                <a:gd name="connsiteX112" fmla="*/ 72663 w 103642"/>
                <a:gd name="connsiteY112" fmla="*/ 74517 h 134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3642" h="134247">
                  <a:moveTo>
                    <a:pt x="103643" y="79742"/>
                  </a:moveTo>
                  <a:lnTo>
                    <a:pt x="100257" y="67230"/>
                  </a:lnTo>
                  <a:cubicBezTo>
                    <a:pt x="100257" y="67230"/>
                    <a:pt x="95527" y="60777"/>
                    <a:pt x="91492" y="67230"/>
                  </a:cubicBezTo>
                  <a:lnTo>
                    <a:pt x="91353" y="69864"/>
                  </a:lnTo>
                  <a:lnTo>
                    <a:pt x="88617" y="69864"/>
                  </a:lnTo>
                  <a:lnTo>
                    <a:pt x="88338" y="67230"/>
                  </a:lnTo>
                  <a:lnTo>
                    <a:pt x="91399" y="64113"/>
                  </a:lnTo>
                  <a:lnTo>
                    <a:pt x="91399" y="61655"/>
                  </a:lnTo>
                  <a:lnTo>
                    <a:pt x="87179" y="58362"/>
                  </a:lnTo>
                  <a:lnTo>
                    <a:pt x="87179" y="55333"/>
                  </a:lnTo>
                  <a:lnTo>
                    <a:pt x="89220" y="53972"/>
                  </a:lnTo>
                  <a:lnTo>
                    <a:pt x="77904" y="47651"/>
                  </a:lnTo>
                  <a:lnTo>
                    <a:pt x="72106" y="50372"/>
                  </a:lnTo>
                  <a:lnTo>
                    <a:pt x="70669" y="55597"/>
                  </a:lnTo>
                  <a:lnTo>
                    <a:pt x="67932" y="56123"/>
                  </a:lnTo>
                  <a:lnTo>
                    <a:pt x="67932" y="50065"/>
                  </a:lnTo>
                  <a:cubicBezTo>
                    <a:pt x="67932" y="50065"/>
                    <a:pt x="75306" y="45148"/>
                    <a:pt x="76466" y="39617"/>
                  </a:cubicBezTo>
                  <a:cubicBezTo>
                    <a:pt x="77625" y="34086"/>
                    <a:pt x="89498" y="29739"/>
                    <a:pt x="89498" y="29739"/>
                  </a:cubicBezTo>
                  <a:lnTo>
                    <a:pt x="88941" y="24515"/>
                  </a:lnTo>
                  <a:cubicBezTo>
                    <a:pt x="88941" y="24515"/>
                    <a:pt x="79944" y="25613"/>
                    <a:pt x="79944" y="22320"/>
                  </a:cubicBezTo>
                  <a:cubicBezTo>
                    <a:pt x="79944" y="19028"/>
                    <a:pt x="84582" y="20125"/>
                    <a:pt x="84582" y="20125"/>
                  </a:cubicBezTo>
                  <a:lnTo>
                    <a:pt x="89776" y="19862"/>
                  </a:lnTo>
                  <a:lnTo>
                    <a:pt x="93254" y="15472"/>
                  </a:lnTo>
                  <a:lnTo>
                    <a:pt x="91492" y="10248"/>
                  </a:lnTo>
                  <a:lnTo>
                    <a:pt x="90054" y="6385"/>
                  </a:lnTo>
                  <a:cubicBezTo>
                    <a:pt x="90054" y="6385"/>
                    <a:pt x="83979" y="370"/>
                    <a:pt x="79898" y="2829"/>
                  </a:cubicBezTo>
                  <a:cubicBezTo>
                    <a:pt x="75816" y="5287"/>
                    <a:pt x="74703" y="6385"/>
                    <a:pt x="74703" y="6385"/>
                  </a:cubicBezTo>
                  <a:cubicBezTo>
                    <a:pt x="74703" y="6385"/>
                    <a:pt x="59909" y="9414"/>
                    <a:pt x="58193" y="11082"/>
                  </a:cubicBezTo>
                  <a:cubicBezTo>
                    <a:pt x="58193" y="11082"/>
                    <a:pt x="49474" y="3136"/>
                    <a:pt x="47480" y="3663"/>
                  </a:cubicBezTo>
                  <a:cubicBezTo>
                    <a:pt x="47480" y="3663"/>
                    <a:pt x="45439" y="-1825"/>
                    <a:pt x="42100" y="634"/>
                  </a:cubicBezTo>
                  <a:cubicBezTo>
                    <a:pt x="38761" y="3092"/>
                    <a:pt x="38483" y="6604"/>
                    <a:pt x="43399" y="6385"/>
                  </a:cubicBezTo>
                  <a:lnTo>
                    <a:pt x="45161" y="7789"/>
                  </a:lnTo>
                  <a:lnTo>
                    <a:pt x="43584" y="9150"/>
                  </a:lnTo>
                  <a:lnTo>
                    <a:pt x="36489" y="6385"/>
                  </a:lnTo>
                  <a:cubicBezTo>
                    <a:pt x="36489" y="6385"/>
                    <a:pt x="34448" y="3619"/>
                    <a:pt x="33288" y="6385"/>
                  </a:cubicBezTo>
                  <a:cubicBezTo>
                    <a:pt x="33288" y="6385"/>
                    <a:pt x="23549" y="5594"/>
                    <a:pt x="28836" y="15209"/>
                  </a:cubicBezTo>
                  <a:cubicBezTo>
                    <a:pt x="28836" y="15209"/>
                    <a:pt x="31712" y="19599"/>
                    <a:pt x="34819" y="19599"/>
                  </a:cubicBezTo>
                  <a:lnTo>
                    <a:pt x="34819" y="22891"/>
                  </a:lnTo>
                  <a:lnTo>
                    <a:pt x="37370" y="27018"/>
                  </a:lnTo>
                  <a:lnTo>
                    <a:pt x="30970" y="22364"/>
                  </a:lnTo>
                  <a:cubicBezTo>
                    <a:pt x="30970" y="22364"/>
                    <a:pt x="29207" y="15779"/>
                    <a:pt x="24291" y="20169"/>
                  </a:cubicBezTo>
                  <a:cubicBezTo>
                    <a:pt x="24291" y="20169"/>
                    <a:pt x="13578" y="26754"/>
                    <a:pt x="22251" y="28422"/>
                  </a:cubicBezTo>
                  <a:cubicBezTo>
                    <a:pt x="22251" y="28422"/>
                    <a:pt x="23781" y="36939"/>
                    <a:pt x="33149" y="35842"/>
                  </a:cubicBezTo>
                  <a:lnTo>
                    <a:pt x="37602" y="33383"/>
                  </a:lnTo>
                  <a:lnTo>
                    <a:pt x="38158" y="29520"/>
                  </a:lnTo>
                  <a:lnTo>
                    <a:pt x="47434" y="38563"/>
                  </a:lnTo>
                  <a:lnTo>
                    <a:pt x="44837" y="41022"/>
                  </a:lnTo>
                  <a:lnTo>
                    <a:pt x="39318" y="34964"/>
                  </a:lnTo>
                  <a:lnTo>
                    <a:pt x="36118" y="38256"/>
                  </a:lnTo>
                  <a:lnTo>
                    <a:pt x="34773" y="42909"/>
                  </a:lnTo>
                  <a:lnTo>
                    <a:pt x="36396" y="45631"/>
                  </a:lnTo>
                  <a:lnTo>
                    <a:pt x="38993" y="43963"/>
                  </a:lnTo>
                  <a:lnTo>
                    <a:pt x="42054" y="49451"/>
                  </a:lnTo>
                  <a:lnTo>
                    <a:pt x="42054" y="54367"/>
                  </a:lnTo>
                  <a:lnTo>
                    <a:pt x="40755" y="54367"/>
                  </a:lnTo>
                  <a:lnTo>
                    <a:pt x="40755" y="50811"/>
                  </a:lnTo>
                  <a:lnTo>
                    <a:pt x="37555" y="52172"/>
                  </a:lnTo>
                  <a:lnTo>
                    <a:pt x="36118" y="56036"/>
                  </a:lnTo>
                  <a:lnTo>
                    <a:pt x="39318" y="58231"/>
                  </a:lnTo>
                  <a:lnTo>
                    <a:pt x="37880" y="62094"/>
                  </a:lnTo>
                  <a:cubicBezTo>
                    <a:pt x="37880" y="62094"/>
                    <a:pt x="28048" y="67581"/>
                    <a:pt x="23688" y="63455"/>
                  </a:cubicBezTo>
                  <a:lnTo>
                    <a:pt x="25126" y="60162"/>
                  </a:lnTo>
                  <a:lnTo>
                    <a:pt x="21926" y="59635"/>
                  </a:lnTo>
                  <a:cubicBezTo>
                    <a:pt x="21926" y="59635"/>
                    <a:pt x="19329" y="54148"/>
                    <a:pt x="17010" y="53314"/>
                  </a:cubicBezTo>
                  <a:cubicBezTo>
                    <a:pt x="17010" y="53314"/>
                    <a:pt x="12929" y="43700"/>
                    <a:pt x="9775" y="45061"/>
                  </a:cubicBezTo>
                  <a:cubicBezTo>
                    <a:pt x="6622" y="46421"/>
                    <a:pt x="2262" y="49977"/>
                    <a:pt x="1938" y="57704"/>
                  </a:cubicBezTo>
                  <a:cubicBezTo>
                    <a:pt x="1938" y="57704"/>
                    <a:pt x="-2422" y="62094"/>
                    <a:pt x="1938" y="67011"/>
                  </a:cubicBezTo>
                  <a:cubicBezTo>
                    <a:pt x="6297" y="71927"/>
                    <a:pt x="14088" y="75791"/>
                    <a:pt x="14088" y="75791"/>
                  </a:cubicBezTo>
                  <a:cubicBezTo>
                    <a:pt x="14088" y="75791"/>
                    <a:pt x="12651" y="81278"/>
                    <a:pt x="14367" y="82376"/>
                  </a:cubicBezTo>
                  <a:cubicBezTo>
                    <a:pt x="16083" y="83473"/>
                    <a:pt x="20442" y="87600"/>
                    <a:pt x="20442" y="87600"/>
                  </a:cubicBezTo>
                  <a:lnTo>
                    <a:pt x="23688" y="84571"/>
                  </a:lnTo>
                  <a:lnTo>
                    <a:pt x="26239" y="84571"/>
                  </a:lnTo>
                  <a:cubicBezTo>
                    <a:pt x="26239" y="84571"/>
                    <a:pt x="26657" y="90629"/>
                    <a:pt x="28744" y="91156"/>
                  </a:cubicBezTo>
                  <a:lnTo>
                    <a:pt x="31155" y="89795"/>
                  </a:lnTo>
                  <a:lnTo>
                    <a:pt x="34726" y="91156"/>
                  </a:lnTo>
                  <a:cubicBezTo>
                    <a:pt x="34726" y="91156"/>
                    <a:pt x="40987" y="105687"/>
                    <a:pt x="47387" y="107618"/>
                  </a:cubicBezTo>
                  <a:cubicBezTo>
                    <a:pt x="47387" y="107618"/>
                    <a:pt x="48268" y="118066"/>
                    <a:pt x="52906" y="121315"/>
                  </a:cubicBezTo>
                  <a:cubicBezTo>
                    <a:pt x="52906" y="121315"/>
                    <a:pt x="53463" y="129568"/>
                    <a:pt x="55781" y="130095"/>
                  </a:cubicBezTo>
                  <a:cubicBezTo>
                    <a:pt x="58100" y="130622"/>
                    <a:pt x="62738" y="130095"/>
                    <a:pt x="62738" y="130095"/>
                  </a:cubicBezTo>
                  <a:cubicBezTo>
                    <a:pt x="62738" y="130095"/>
                    <a:pt x="61857" y="137207"/>
                    <a:pt x="69138" y="132817"/>
                  </a:cubicBezTo>
                  <a:cubicBezTo>
                    <a:pt x="76419" y="128427"/>
                    <a:pt x="74332" y="121578"/>
                    <a:pt x="74332" y="121578"/>
                  </a:cubicBezTo>
                  <a:lnTo>
                    <a:pt x="69416" y="114993"/>
                  </a:lnTo>
                  <a:lnTo>
                    <a:pt x="69416" y="107882"/>
                  </a:lnTo>
                  <a:lnTo>
                    <a:pt x="71457" y="107882"/>
                  </a:lnTo>
                  <a:lnTo>
                    <a:pt x="71457" y="113106"/>
                  </a:lnTo>
                  <a:lnTo>
                    <a:pt x="74611" y="116662"/>
                  </a:lnTo>
                  <a:lnTo>
                    <a:pt x="76976" y="116662"/>
                  </a:lnTo>
                  <a:lnTo>
                    <a:pt x="79851" y="117496"/>
                  </a:lnTo>
                  <a:cubicBezTo>
                    <a:pt x="79851" y="117496"/>
                    <a:pt x="87364" y="120788"/>
                    <a:pt x="90008" y="115037"/>
                  </a:cubicBezTo>
                  <a:lnTo>
                    <a:pt x="94367" y="112842"/>
                  </a:lnTo>
                  <a:lnTo>
                    <a:pt x="91492" y="110384"/>
                  </a:lnTo>
                  <a:lnTo>
                    <a:pt x="94367" y="108452"/>
                  </a:lnTo>
                  <a:lnTo>
                    <a:pt x="97196" y="109550"/>
                  </a:lnTo>
                  <a:lnTo>
                    <a:pt x="101046" y="107355"/>
                  </a:lnTo>
                  <a:lnTo>
                    <a:pt x="101046" y="103799"/>
                  </a:lnTo>
                  <a:lnTo>
                    <a:pt x="95527" y="103272"/>
                  </a:lnTo>
                  <a:lnTo>
                    <a:pt x="101046" y="99145"/>
                  </a:lnTo>
                  <a:lnTo>
                    <a:pt x="94970" y="98619"/>
                  </a:lnTo>
                  <a:lnTo>
                    <a:pt x="101046" y="96160"/>
                  </a:lnTo>
                  <a:lnTo>
                    <a:pt x="99283" y="86546"/>
                  </a:lnTo>
                  <a:lnTo>
                    <a:pt x="95527" y="85449"/>
                  </a:lnTo>
                  <a:lnTo>
                    <a:pt x="98402" y="84088"/>
                  </a:lnTo>
                  <a:lnTo>
                    <a:pt x="103596" y="79698"/>
                  </a:lnTo>
                  <a:close/>
                  <a:moveTo>
                    <a:pt x="72616" y="74561"/>
                  </a:moveTo>
                  <a:lnTo>
                    <a:pt x="67840" y="71269"/>
                  </a:lnTo>
                  <a:lnTo>
                    <a:pt x="61022" y="71532"/>
                  </a:lnTo>
                  <a:lnTo>
                    <a:pt x="61022" y="68503"/>
                  </a:lnTo>
                  <a:lnTo>
                    <a:pt x="63063" y="65474"/>
                  </a:lnTo>
                  <a:lnTo>
                    <a:pt x="64222" y="67230"/>
                  </a:lnTo>
                  <a:lnTo>
                    <a:pt x="66263" y="68503"/>
                  </a:lnTo>
                  <a:lnTo>
                    <a:pt x="67886" y="67230"/>
                  </a:lnTo>
                  <a:lnTo>
                    <a:pt x="72663" y="71488"/>
                  </a:lnTo>
                  <a:lnTo>
                    <a:pt x="72663" y="745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E470BD11-7CDF-D030-F266-FA80F15BA0B1}"/>
                </a:ext>
              </a:extLst>
            </p:cNvPr>
            <p:cNvSpPr>
              <a:spLocks/>
            </p:cNvSpPr>
            <p:nvPr/>
          </p:nvSpPr>
          <p:spPr>
            <a:xfrm>
              <a:off x="2714037" y="1519089"/>
              <a:ext cx="248606" cy="261495"/>
            </a:xfrm>
            <a:custGeom>
              <a:avLst/>
              <a:gdLst>
                <a:gd name="connsiteX0" fmla="*/ 9554 w 166555"/>
                <a:gd name="connsiteY0" fmla="*/ 133464 h 175191"/>
                <a:gd name="connsiteX1" fmla="*/ 9832 w 166555"/>
                <a:gd name="connsiteY1" fmla="*/ 137020 h 175191"/>
                <a:gd name="connsiteX2" fmla="*/ 19386 w 166555"/>
                <a:gd name="connsiteY2" fmla="*/ 143078 h 175191"/>
                <a:gd name="connsiteX3" fmla="*/ 24905 w 166555"/>
                <a:gd name="connsiteY3" fmla="*/ 145537 h 175191"/>
                <a:gd name="connsiteX4" fmla="*/ 29264 w 166555"/>
                <a:gd name="connsiteY4" fmla="*/ 149093 h 175191"/>
                <a:gd name="connsiteX5" fmla="*/ 33902 w 166555"/>
                <a:gd name="connsiteY5" fmla="*/ 157039 h 175191"/>
                <a:gd name="connsiteX6" fmla="*/ 42296 w 166555"/>
                <a:gd name="connsiteY6" fmla="*/ 174862 h 175191"/>
                <a:gd name="connsiteX7" fmla="*/ 50412 w 166555"/>
                <a:gd name="connsiteY7" fmla="*/ 171569 h 175191"/>
                <a:gd name="connsiteX8" fmla="*/ 63769 w 166555"/>
                <a:gd name="connsiteY8" fmla="*/ 156731 h 175191"/>
                <a:gd name="connsiteX9" fmla="*/ 72163 w 166555"/>
                <a:gd name="connsiteY9" fmla="*/ 161121 h 175191"/>
                <a:gd name="connsiteX10" fmla="*/ 84639 w 166555"/>
                <a:gd name="connsiteY10" fmla="*/ 152868 h 175191"/>
                <a:gd name="connsiteX11" fmla="*/ 86076 w 166555"/>
                <a:gd name="connsiteY11" fmla="*/ 133947 h 175191"/>
                <a:gd name="connsiteX12" fmla="*/ 88395 w 166555"/>
                <a:gd name="connsiteY12" fmla="*/ 120777 h 175191"/>
                <a:gd name="connsiteX13" fmla="*/ 88395 w 166555"/>
                <a:gd name="connsiteY13" fmla="*/ 118055 h 175191"/>
                <a:gd name="connsiteX14" fmla="*/ 91595 w 166555"/>
                <a:gd name="connsiteY14" fmla="*/ 121084 h 175191"/>
                <a:gd name="connsiteX15" fmla="*/ 95676 w 166555"/>
                <a:gd name="connsiteY15" fmla="*/ 121084 h 175191"/>
                <a:gd name="connsiteX16" fmla="*/ 97995 w 166555"/>
                <a:gd name="connsiteY16" fmla="*/ 118626 h 175191"/>
                <a:gd name="connsiteX17" fmla="*/ 104673 w 166555"/>
                <a:gd name="connsiteY17" fmla="*/ 102734 h 175191"/>
                <a:gd name="connsiteX18" fmla="*/ 114505 w 166555"/>
                <a:gd name="connsiteY18" fmla="*/ 95315 h 175191"/>
                <a:gd name="connsiteX19" fmla="*/ 114505 w 166555"/>
                <a:gd name="connsiteY19" fmla="*/ 93383 h 175191"/>
                <a:gd name="connsiteX20" fmla="*/ 122900 w 166555"/>
                <a:gd name="connsiteY20" fmla="*/ 87545 h 175191"/>
                <a:gd name="connsiteX21" fmla="*/ 127306 w 166555"/>
                <a:gd name="connsiteY21" fmla="*/ 83769 h 175191"/>
                <a:gd name="connsiteX22" fmla="*/ 144372 w 166555"/>
                <a:gd name="connsiteY22" fmla="*/ 71697 h 175191"/>
                <a:gd name="connsiteX23" fmla="*/ 164083 w 166555"/>
                <a:gd name="connsiteY23" fmla="*/ 59361 h 175191"/>
                <a:gd name="connsiteX24" fmla="*/ 166402 w 166555"/>
                <a:gd name="connsiteY24" fmla="*/ 53873 h 175191"/>
                <a:gd name="connsiteX25" fmla="*/ 142332 w 166555"/>
                <a:gd name="connsiteY25" fmla="*/ 27007 h 175191"/>
                <a:gd name="connsiteX26" fmla="*/ 111305 w 166555"/>
                <a:gd name="connsiteY26" fmla="*/ 17963 h 175191"/>
                <a:gd name="connsiteX27" fmla="*/ 110424 w 166555"/>
                <a:gd name="connsiteY27" fmla="*/ 28938 h 175191"/>
                <a:gd name="connsiteX28" fmla="*/ 106668 w 166555"/>
                <a:gd name="connsiteY28" fmla="*/ 30431 h 175191"/>
                <a:gd name="connsiteX29" fmla="*/ 104627 w 166555"/>
                <a:gd name="connsiteY29" fmla="*/ 28148 h 175191"/>
                <a:gd name="connsiteX30" fmla="*/ 105787 w 166555"/>
                <a:gd name="connsiteY30" fmla="*/ 17700 h 175191"/>
                <a:gd name="connsiteX31" fmla="*/ 97068 w 166555"/>
                <a:gd name="connsiteY31" fmla="*/ 24021 h 175191"/>
                <a:gd name="connsiteX32" fmla="*/ 96186 w 166555"/>
                <a:gd name="connsiteY32" fmla="*/ 29245 h 175191"/>
                <a:gd name="connsiteX33" fmla="*/ 93589 w 166555"/>
                <a:gd name="connsiteY33" fmla="*/ 29245 h 175191"/>
                <a:gd name="connsiteX34" fmla="*/ 92430 w 166555"/>
                <a:gd name="connsiteY34" fmla="*/ 24329 h 175191"/>
                <a:gd name="connsiteX35" fmla="*/ 96511 w 166555"/>
                <a:gd name="connsiteY35" fmla="*/ 22090 h 175191"/>
                <a:gd name="connsiteX36" fmla="*/ 95630 w 166555"/>
                <a:gd name="connsiteY36" fmla="*/ 16383 h 175191"/>
                <a:gd name="connsiteX37" fmla="*/ 77635 w 166555"/>
                <a:gd name="connsiteY37" fmla="*/ 5144 h 175191"/>
                <a:gd name="connsiteX38" fmla="*/ 58203 w 166555"/>
                <a:gd name="connsiteY38" fmla="*/ 2115 h 175191"/>
                <a:gd name="connsiteX39" fmla="*/ 44569 w 166555"/>
                <a:gd name="connsiteY39" fmla="*/ 5408 h 175191"/>
                <a:gd name="connsiteX40" fmla="*/ 46006 w 166555"/>
                <a:gd name="connsiteY40" fmla="*/ 13090 h 175191"/>
                <a:gd name="connsiteX41" fmla="*/ 50087 w 166555"/>
                <a:gd name="connsiteY41" fmla="*/ 16383 h 175191"/>
                <a:gd name="connsiteX42" fmla="*/ 48650 w 166555"/>
                <a:gd name="connsiteY42" fmla="*/ 18051 h 175191"/>
                <a:gd name="connsiteX43" fmla="*/ 39374 w 166555"/>
                <a:gd name="connsiteY43" fmla="*/ 6242 h 175191"/>
                <a:gd name="connsiteX44" fmla="*/ 34458 w 166555"/>
                <a:gd name="connsiteY44" fmla="*/ 8086 h 175191"/>
                <a:gd name="connsiteX45" fmla="*/ 15351 w 166555"/>
                <a:gd name="connsiteY45" fmla="*/ 10632 h 175191"/>
                <a:gd name="connsiteX46" fmla="*/ 20870 w 166555"/>
                <a:gd name="connsiteY46" fmla="*/ 15856 h 175191"/>
                <a:gd name="connsiteX47" fmla="*/ 20870 w 166555"/>
                <a:gd name="connsiteY47" fmla="*/ 24109 h 175191"/>
                <a:gd name="connsiteX48" fmla="*/ 26945 w 166555"/>
                <a:gd name="connsiteY48" fmla="*/ 24548 h 175191"/>
                <a:gd name="connsiteX49" fmla="*/ 22586 w 166555"/>
                <a:gd name="connsiteY49" fmla="*/ 29860 h 175191"/>
                <a:gd name="connsiteX50" fmla="*/ 24905 w 166555"/>
                <a:gd name="connsiteY50" fmla="*/ 34513 h 175191"/>
                <a:gd name="connsiteX51" fmla="*/ 25786 w 166555"/>
                <a:gd name="connsiteY51" fmla="*/ 37806 h 175191"/>
                <a:gd name="connsiteX52" fmla="*/ 30423 w 166555"/>
                <a:gd name="connsiteY52" fmla="*/ 40264 h 175191"/>
                <a:gd name="connsiteX53" fmla="*/ 26945 w 166555"/>
                <a:gd name="connsiteY53" fmla="*/ 49044 h 175191"/>
                <a:gd name="connsiteX54" fmla="*/ 31861 w 166555"/>
                <a:gd name="connsiteY54" fmla="*/ 53961 h 175191"/>
                <a:gd name="connsiteX55" fmla="*/ 36777 w 166555"/>
                <a:gd name="connsiteY55" fmla="*/ 53961 h 175191"/>
                <a:gd name="connsiteX56" fmla="*/ 38818 w 166555"/>
                <a:gd name="connsiteY56" fmla="*/ 55629 h 175191"/>
                <a:gd name="connsiteX57" fmla="*/ 44893 w 166555"/>
                <a:gd name="connsiteY57" fmla="*/ 55629 h 175191"/>
                <a:gd name="connsiteX58" fmla="*/ 47490 w 166555"/>
                <a:gd name="connsiteY58" fmla="*/ 59493 h 175191"/>
                <a:gd name="connsiteX59" fmla="*/ 43131 w 166555"/>
                <a:gd name="connsiteY59" fmla="*/ 57561 h 175191"/>
                <a:gd name="connsiteX60" fmla="*/ 37937 w 166555"/>
                <a:gd name="connsiteY60" fmla="*/ 57298 h 175191"/>
                <a:gd name="connsiteX61" fmla="*/ 34180 w 166555"/>
                <a:gd name="connsiteY61" fmla="*/ 56464 h 175191"/>
                <a:gd name="connsiteX62" fmla="*/ 30702 w 166555"/>
                <a:gd name="connsiteY62" fmla="*/ 56200 h 175191"/>
                <a:gd name="connsiteX63" fmla="*/ 28383 w 166555"/>
                <a:gd name="connsiteY63" fmla="*/ 54269 h 175191"/>
                <a:gd name="connsiteX64" fmla="*/ 23745 w 166555"/>
                <a:gd name="connsiteY64" fmla="*/ 59493 h 175191"/>
                <a:gd name="connsiteX65" fmla="*/ 22586 w 166555"/>
                <a:gd name="connsiteY65" fmla="*/ 61951 h 175191"/>
                <a:gd name="connsiteX66" fmla="*/ 18829 w 166555"/>
                <a:gd name="connsiteY66" fmla="*/ 70994 h 175191"/>
                <a:gd name="connsiteX67" fmla="*/ 15026 w 166555"/>
                <a:gd name="connsiteY67" fmla="*/ 80038 h 175191"/>
                <a:gd name="connsiteX68" fmla="*/ 21473 w 166555"/>
                <a:gd name="connsiteY68" fmla="*/ 85789 h 175191"/>
                <a:gd name="connsiteX69" fmla="*/ 17994 w 166555"/>
                <a:gd name="connsiteY69" fmla="*/ 87720 h 175191"/>
                <a:gd name="connsiteX70" fmla="*/ 11316 w 166555"/>
                <a:gd name="connsiteY70" fmla="*/ 87720 h 175191"/>
                <a:gd name="connsiteX71" fmla="*/ 13357 w 166555"/>
                <a:gd name="connsiteY71" fmla="*/ 95974 h 175191"/>
                <a:gd name="connsiteX72" fmla="*/ 11316 w 166555"/>
                <a:gd name="connsiteY72" fmla="*/ 100100 h 175191"/>
                <a:gd name="connsiteX73" fmla="*/ 11316 w 166555"/>
                <a:gd name="connsiteY73" fmla="*/ 104227 h 175191"/>
                <a:gd name="connsiteX74" fmla="*/ 13635 w 166555"/>
                <a:gd name="connsiteY74" fmla="*/ 106158 h 175191"/>
                <a:gd name="connsiteX75" fmla="*/ 9878 w 166555"/>
                <a:gd name="connsiteY75" fmla="*/ 106158 h 175191"/>
                <a:gd name="connsiteX76" fmla="*/ 12754 w 166555"/>
                <a:gd name="connsiteY76" fmla="*/ 109451 h 175191"/>
                <a:gd name="connsiteX77" fmla="*/ 7838 w 166555"/>
                <a:gd name="connsiteY77" fmla="*/ 109451 h 175191"/>
                <a:gd name="connsiteX78" fmla="*/ 4638 w 166555"/>
                <a:gd name="connsiteY78" fmla="*/ 118758 h 175191"/>
                <a:gd name="connsiteX79" fmla="*/ 0 w 166555"/>
                <a:gd name="connsiteY79" fmla="*/ 128065 h 175191"/>
                <a:gd name="connsiteX80" fmla="*/ 0 w 166555"/>
                <a:gd name="connsiteY80" fmla="*/ 135484 h 175191"/>
                <a:gd name="connsiteX81" fmla="*/ 4916 w 166555"/>
                <a:gd name="connsiteY81" fmla="*/ 133552 h 175191"/>
                <a:gd name="connsiteX82" fmla="*/ 9554 w 166555"/>
                <a:gd name="connsiteY82" fmla="*/ 133552 h 175191"/>
                <a:gd name="connsiteX83" fmla="*/ 117937 w 166555"/>
                <a:gd name="connsiteY83" fmla="*/ 78853 h 175191"/>
                <a:gd name="connsiteX84" fmla="*/ 124616 w 166555"/>
                <a:gd name="connsiteY84" fmla="*/ 76394 h 175191"/>
                <a:gd name="connsiteX85" fmla="*/ 124616 w 166555"/>
                <a:gd name="connsiteY85" fmla="*/ 78853 h 175191"/>
                <a:gd name="connsiteX86" fmla="*/ 117937 w 166555"/>
                <a:gd name="connsiteY86" fmla="*/ 81311 h 175191"/>
                <a:gd name="connsiteX87" fmla="*/ 117937 w 166555"/>
                <a:gd name="connsiteY87" fmla="*/ 78853 h 175191"/>
                <a:gd name="connsiteX88" fmla="*/ 110981 w 166555"/>
                <a:gd name="connsiteY88" fmla="*/ 76394 h 175191"/>
                <a:gd name="connsiteX89" fmla="*/ 113578 w 166555"/>
                <a:gd name="connsiteY89" fmla="*/ 79950 h 175191"/>
                <a:gd name="connsiteX90" fmla="*/ 112279 w 166555"/>
                <a:gd name="connsiteY90" fmla="*/ 83813 h 175191"/>
                <a:gd name="connsiteX91" fmla="*/ 109218 w 166555"/>
                <a:gd name="connsiteY91" fmla="*/ 82452 h 175191"/>
                <a:gd name="connsiteX92" fmla="*/ 110981 w 166555"/>
                <a:gd name="connsiteY92" fmla="*/ 76394 h 17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66555" h="175191">
                  <a:moveTo>
                    <a:pt x="9554" y="133464"/>
                  </a:moveTo>
                  <a:lnTo>
                    <a:pt x="9832" y="137020"/>
                  </a:lnTo>
                  <a:lnTo>
                    <a:pt x="19386" y="143078"/>
                  </a:lnTo>
                  <a:lnTo>
                    <a:pt x="24905" y="145537"/>
                  </a:lnTo>
                  <a:lnTo>
                    <a:pt x="29264" y="149093"/>
                  </a:lnTo>
                  <a:cubicBezTo>
                    <a:pt x="29264" y="149093"/>
                    <a:pt x="26667" y="154844"/>
                    <a:pt x="33902" y="157039"/>
                  </a:cubicBezTo>
                  <a:cubicBezTo>
                    <a:pt x="33902" y="157039"/>
                    <a:pt x="36221" y="173238"/>
                    <a:pt x="42296" y="174862"/>
                  </a:cubicBezTo>
                  <a:cubicBezTo>
                    <a:pt x="48371" y="176486"/>
                    <a:pt x="50412" y="171569"/>
                    <a:pt x="50412" y="171569"/>
                  </a:cubicBezTo>
                  <a:cubicBezTo>
                    <a:pt x="50412" y="171569"/>
                    <a:pt x="62888" y="168540"/>
                    <a:pt x="63769" y="156731"/>
                  </a:cubicBezTo>
                  <a:cubicBezTo>
                    <a:pt x="63769" y="156731"/>
                    <a:pt x="68128" y="161648"/>
                    <a:pt x="72163" y="161121"/>
                  </a:cubicBezTo>
                  <a:cubicBezTo>
                    <a:pt x="76198" y="160594"/>
                    <a:pt x="83479" y="157565"/>
                    <a:pt x="84639" y="152868"/>
                  </a:cubicBezTo>
                  <a:cubicBezTo>
                    <a:pt x="85798" y="148171"/>
                    <a:pt x="86076" y="133947"/>
                    <a:pt x="86076" y="133947"/>
                  </a:cubicBezTo>
                  <a:cubicBezTo>
                    <a:pt x="86076" y="133947"/>
                    <a:pt x="90714" y="129294"/>
                    <a:pt x="88395" y="120777"/>
                  </a:cubicBezTo>
                  <a:lnTo>
                    <a:pt x="88395" y="118055"/>
                  </a:lnTo>
                  <a:lnTo>
                    <a:pt x="91595" y="121084"/>
                  </a:lnTo>
                  <a:lnTo>
                    <a:pt x="95676" y="121084"/>
                  </a:lnTo>
                  <a:lnTo>
                    <a:pt x="97995" y="118626"/>
                  </a:lnTo>
                  <a:cubicBezTo>
                    <a:pt x="97995" y="118626"/>
                    <a:pt x="104395" y="117265"/>
                    <a:pt x="104673" y="102734"/>
                  </a:cubicBezTo>
                  <a:cubicBezTo>
                    <a:pt x="104673" y="102734"/>
                    <a:pt x="108430" y="93691"/>
                    <a:pt x="114505" y="95315"/>
                  </a:cubicBezTo>
                  <a:lnTo>
                    <a:pt x="114505" y="93383"/>
                  </a:lnTo>
                  <a:cubicBezTo>
                    <a:pt x="114505" y="93383"/>
                    <a:pt x="120905" y="88598"/>
                    <a:pt x="122900" y="87545"/>
                  </a:cubicBezTo>
                  <a:cubicBezTo>
                    <a:pt x="124894" y="86491"/>
                    <a:pt x="127306" y="83769"/>
                    <a:pt x="127306" y="83769"/>
                  </a:cubicBezTo>
                  <a:cubicBezTo>
                    <a:pt x="127306" y="83769"/>
                    <a:pt x="140894" y="79379"/>
                    <a:pt x="144372" y="71697"/>
                  </a:cubicBezTo>
                  <a:cubicBezTo>
                    <a:pt x="144372" y="71697"/>
                    <a:pt x="162923" y="68975"/>
                    <a:pt x="164083" y="59361"/>
                  </a:cubicBezTo>
                  <a:cubicBezTo>
                    <a:pt x="164083" y="59361"/>
                    <a:pt x="167283" y="58834"/>
                    <a:pt x="166402" y="53873"/>
                  </a:cubicBezTo>
                  <a:cubicBezTo>
                    <a:pt x="166402" y="53873"/>
                    <a:pt x="149891" y="38245"/>
                    <a:pt x="142332" y="27007"/>
                  </a:cubicBezTo>
                  <a:cubicBezTo>
                    <a:pt x="134772" y="15768"/>
                    <a:pt x="122343" y="11905"/>
                    <a:pt x="111305" y="17963"/>
                  </a:cubicBezTo>
                  <a:lnTo>
                    <a:pt x="110424" y="28938"/>
                  </a:lnTo>
                  <a:lnTo>
                    <a:pt x="106668" y="30431"/>
                  </a:lnTo>
                  <a:lnTo>
                    <a:pt x="104627" y="28148"/>
                  </a:lnTo>
                  <a:cubicBezTo>
                    <a:pt x="104627" y="28148"/>
                    <a:pt x="107502" y="21563"/>
                    <a:pt x="105787" y="17700"/>
                  </a:cubicBezTo>
                  <a:cubicBezTo>
                    <a:pt x="104071" y="13837"/>
                    <a:pt x="97068" y="24021"/>
                    <a:pt x="97068" y="24021"/>
                  </a:cubicBezTo>
                  <a:lnTo>
                    <a:pt x="96186" y="29245"/>
                  </a:lnTo>
                  <a:lnTo>
                    <a:pt x="93589" y="29245"/>
                  </a:lnTo>
                  <a:lnTo>
                    <a:pt x="92430" y="24329"/>
                  </a:lnTo>
                  <a:lnTo>
                    <a:pt x="96511" y="22090"/>
                  </a:lnTo>
                  <a:lnTo>
                    <a:pt x="95630" y="16383"/>
                  </a:lnTo>
                  <a:cubicBezTo>
                    <a:pt x="95630" y="16383"/>
                    <a:pt x="80279" y="7603"/>
                    <a:pt x="77635" y="5144"/>
                  </a:cubicBezTo>
                  <a:cubicBezTo>
                    <a:pt x="74992" y="2686"/>
                    <a:pt x="71560" y="-3109"/>
                    <a:pt x="58203" y="2115"/>
                  </a:cubicBezTo>
                  <a:cubicBezTo>
                    <a:pt x="44847" y="7339"/>
                    <a:pt x="44569" y="5408"/>
                    <a:pt x="44569" y="5408"/>
                  </a:cubicBezTo>
                  <a:cubicBezTo>
                    <a:pt x="44569" y="5408"/>
                    <a:pt x="39050" y="7339"/>
                    <a:pt x="46006" y="13090"/>
                  </a:cubicBezTo>
                  <a:lnTo>
                    <a:pt x="50087" y="16383"/>
                  </a:lnTo>
                  <a:lnTo>
                    <a:pt x="48650" y="18051"/>
                  </a:lnTo>
                  <a:cubicBezTo>
                    <a:pt x="48650" y="18051"/>
                    <a:pt x="39374" y="11466"/>
                    <a:pt x="39374" y="6242"/>
                  </a:cubicBezTo>
                  <a:lnTo>
                    <a:pt x="34458" y="8086"/>
                  </a:lnTo>
                  <a:cubicBezTo>
                    <a:pt x="34458" y="8086"/>
                    <a:pt x="17345" y="6505"/>
                    <a:pt x="15351" y="10632"/>
                  </a:cubicBezTo>
                  <a:cubicBezTo>
                    <a:pt x="13357" y="14758"/>
                    <a:pt x="20870" y="15856"/>
                    <a:pt x="20870" y="15856"/>
                  </a:cubicBezTo>
                  <a:cubicBezTo>
                    <a:pt x="20870" y="15856"/>
                    <a:pt x="18273" y="22177"/>
                    <a:pt x="20870" y="24109"/>
                  </a:cubicBezTo>
                  <a:cubicBezTo>
                    <a:pt x="22586" y="25382"/>
                    <a:pt x="25322" y="24987"/>
                    <a:pt x="26945" y="24548"/>
                  </a:cubicBezTo>
                  <a:cubicBezTo>
                    <a:pt x="24719" y="25294"/>
                    <a:pt x="20916" y="27094"/>
                    <a:pt x="22586" y="29860"/>
                  </a:cubicBezTo>
                  <a:lnTo>
                    <a:pt x="24905" y="34513"/>
                  </a:lnTo>
                  <a:lnTo>
                    <a:pt x="25786" y="37806"/>
                  </a:lnTo>
                  <a:cubicBezTo>
                    <a:pt x="25786" y="37806"/>
                    <a:pt x="29542" y="37543"/>
                    <a:pt x="30423" y="40264"/>
                  </a:cubicBezTo>
                  <a:cubicBezTo>
                    <a:pt x="31305" y="42986"/>
                    <a:pt x="25229" y="46586"/>
                    <a:pt x="26945" y="49044"/>
                  </a:cubicBezTo>
                  <a:cubicBezTo>
                    <a:pt x="28661" y="51503"/>
                    <a:pt x="31861" y="53961"/>
                    <a:pt x="31861" y="53961"/>
                  </a:cubicBezTo>
                  <a:lnTo>
                    <a:pt x="36777" y="53961"/>
                  </a:lnTo>
                  <a:lnTo>
                    <a:pt x="38818" y="55629"/>
                  </a:lnTo>
                  <a:lnTo>
                    <a:pt x="44893" y="55629"/>
                  </a:lnTo>
                  <a:lnTo>
                    <a:pt x="47490" y="59493"/>
                  </a:lnTo>
                  <a:lnTo>
                    <a:pt x="43131" y="57561"/>
                  </a:lnTo>
                  <a:lnTo>
                    <a:pt x="37937" y="57298"/>
                  </a:lnTo>
                  <a:lnTo>
                    <a:pt x="34180" y="56464"/>
                  </a:lnTo>
                  <a:lnTo>
                    <a:pt x="30702" y="56200"/>
                  </a:lnTo>
                  <a:lnTo>
                    <a:pt x="28383" y="54269"/>
                  </a:lnTo>
                  <a:lnTo>
                    <a:pt x="23745" y="59493"/>
                  </a:lnTo>
                  <a:lnTo>
                    <a:pt x="22586" y="61951"/>
                  </a:lnTo>
                  <a:lnTo>
                    <a:pt x="18829" y="70994"/>
                  </a:lnTo>
                  <a:lnTo>
                    <a:pt x="15026" y="80038"/>
                  </a:lnTo>
                  <a:lnTo>
                    <a:pt x="21473" y="85789"/>
                  </a:lnTo>
                  <a:lnTo>
                    <a:pt x="17994" y="87720"/>
                  </a:lnTo>
                  <a:lnTo>
                    <a:pt x="11316" y="87720"/>
                  </a:lnTo>
                  <a:lnTo>
                    <a:pt x="13357" y="95974"/>
                  </a:lnTo>
                  <a:lnTo>
                    <a:pt x="11316" y="100100"/>
                  </a:lnTo>
                  <a:lnTo>
                    <a:pt x="11316" y="104227"/>
                  </a:lnTo>
                  <a:lnTo>
                    <a:pt x="13635" y="106158"/>
                  </a:lnTo>
                  <a:lnTo>
                    <a:pt x="9878" y="106158"/>
                  </a:lnTo>
                  <a:lnTo>
                    <a:pt x="12754" y="109451"/>
                  </a:lnTo>
                  <a:lnTo>
                    <a:pt x="7838" y="109451"/>
                  </a:lnTo>
                  <a:lnTo>
                    <a:pt x="4638" y="118758"/>
                  </a:lnTo>
                  <a:cubicBezTo>
                    <a:pt x="4638" y="118758"/>
                    <a:pt x="0" y="124816"/>
                    <a:pt x="0" y="128065"/>
                  </a:cubicBezTo>
                  <a:lnTo>
                    <a:pt x="0" y="135484"/>
                  </a:lnTo>
                  <a:lnTo>
                    <a:pt x="4916" y="133552"/>
                  </a:lnTo>
                  <a:lnTo>
                    <a:pt x="9554" y="133552"/>
                  </a:lnTo>
                  <a:close/>
                  <a:moveTo>
                    <a:pt x="117937" y="78853"/>
                  </a:moveTo>
                  <a:lnTo>
                    <a:pt x="124616" y="76394"/>
                  </a:lnTo>
                  <a:lnTo>
                    <a:pt x="124616" y="78853"/>
                  </a:lnTo>
                  <a:lnTo>
                    <a:pt x="117937" y="81311"/>
                  </a:lnTo>
                  <a:lnTo>
                    <a:pt x="117937" y="78853"/>
                  </a:lnTo>
                  <a:close/>
                  <a:moveTo>
                    <a:pt x="110981" y="76394"/>
                  </a:moveTo>
                  <a:lnTo>
                    <a:pt x="113578" y="79950"/>
                  </a:lnTo>
                  <a:lnTo>
                    <a:pt x="112279" y="83813"/>
                  </a:lnTo>
                  <a:lnTo>
                    <a:pt x="109218" y="82452"/>
                  </a:lnTo>
                  <a:lnTo>
                    <a:pt x="110981" y="7639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19CCC546-F927-ACCE-E6C0-61D8A7A786F8}"/>
                </a:ext>
              </a:extLst>
            </p:cNvPr>
            <p:cNvSpPr>
              <a:spLocks/>
            </p:cNvSpPr>
            <p:nvPr/>
          </p:nvSpPr>
          <p:spPr>
            <a:xfrm>
              <a:off x="2870423" y="1612762"/>
              <a:ext cx="434995" cy="337496"/>
            </a:xfrm>
            <a:custGeom>
              <a:avLst/>
              <a:gdLst>
                <a:gd name="connsiteX0" fmla="*/ 280112 w 291428"/>
                <a:gd name="connsiteY0" fmla="*/ 167287 h 226108"/>
                <a:gd name="connsiteX1" fmla="*/ 282710 w 291428"/>
                <a:gd name="connsiteY1" fmla="*/ 170580 h 226108"/>
                <a:gd name="connsiteX2" fmla="*/ 282710 w 291428"/>
                <a:gd name="connsiteY2" fmla="*/ 175233 h 226108"/>
                <a:gd name="connsiteX3" fmla="*/ 289388 w 291428"/>
                <a:gd name="connsiteY3" fmla="*/ 175233 h 226108"/>
                <a:gd name="connsiteX4" fmla="*/ 291429 w 291428"/>
                <a:gd name="connsiteY4" fmla="*/ 166453 h 226108"/>
                <a:gd name="connsiteX5" fmla="*/ 289991 w 291428"/>
                <a:gd name="connsiteY5" fmla="*/ 161800 h 226108"/>
                <a:gd name="connsiteX6" fmla="*/ 288228 w 291428"/>
                <a:gd name="connsiteY6" fmla="*/ 161800 h 226108"/>
                <a:gd name="connsiteX7" fmla="*/ 288228 w 291428"/>
                <a:gd name="connsiteY7" fmla="*/ 153854 h 226108"/>
                <a:gd name="connsiteX8" fmla="*/ 286188 w 291428"/>
                <a:gd name="connsiteY8" fmla="*/ 152756 h 226108"/>
                <a:gd name="connsiteX9" fmla="*/ 282710 w 291428"/>
                <a:gd name="connsiteY9" fmla="*/ 154117 h 226108"/>
                <a:gd name="connsiteX10" fmla="*/ 281272 w 291428"/>
                <a:gd name="connsiteY10" fmla="*/ 156049 h 226108"/>
                <a:gd name="connsiteX11" fmla="*/ 277515 w 291428"/>
                <a:gd name="connsiteY11" fmla="*/ 154688 h 226108"/>
                <a:gd name="connsiteX12" fmla="*/ 277515 w 291428"/>
                <a:gd name="connsiteY12" fmla="*/ 150035 h 226108"/>
                <a:gd name="connsiteX13" fmla="*/ 274315 w 291428"/>
                <a:gd name="connsiteY13" fmla="*/ 148103 h 226108"/>
                <a:gd name="connsiteX14" fmla="*/ 272553 w 291428"/>
                <a:gd name="connsiteY14" fmla="*/ 150035 h 226108"/>
                <a:gd name="connsiteX15" fmla="*/ 259336 w 291428"/>
                <a:gd name="connsiteY15" fmla="*/ 138533 h 226108"/>
                <a:gd name="connsiteX16" fmla="*/ 259336 w 291428"/>
                <a:gd name="connsiteY16" fmla="*/ 134977 h 226108"/>
                <a:gd name="connsiteX17" fmla="*/ 256043 w 291428"/>
                <a:gd name="connsiteY17" fmla="*/ 132255 h 226108"/>
                <a:gd name="connsiteX18" fmla="*/ 256043 w 291428"/>
                <a:gd name="connsiteY18" fmla="*/ 138577 h 226108"/>
                <a:gd name="connsiteX19" fmla="*/ 253724 w 291428"/>
                <a:gd name="connsiteY19" fmla="*/ 138577 h 226108"/>
                <a:gd name="connsiteX20" fmla="*/ 246767 w 291428"/>
                <a:gd name="connsiteY20" fmla="*/ 134187 h 226108"/>
                <a:gd name="connsiteX21" fmla="*/ 239254 w 291428"/>
                <a:gd name="connsiteY21" fmla="*/ 126504 h 226108"/>
                <a:gd name="connsiteX22" fmla="*/ 232715 w 291428"/>
                <a:gd name="connsiteY22" fmla="*/ 116363 h 226108"/>
                <a:gd name="connsiteX23" fmla="*/ 230257 w 291428"/>
                <a:gd name="connsiteY23" fmla="*/ 112588 h 226108"/>
                <a:gd name="connsiteX24" fmla="*/ 232715 w 291428"/>
                <a:gd name="connsiteY24" fmla="*/ 100164 h 226108"/>
                <a:gd name="connsiteX25" fmla="*/ 234292 w 291428"/>
                <a:gd name="connsiteY25" fmla="*/ 93843 h 226108"/>
                <a:gd name="connsiteX26" fmla="*/ 227613 w 291428"/>
                <a:gd name="connsiteY26" fmla="*/ 75448 h 226108"/>
                <a:gd name="connsiteX27" fmla="*/ 224135 w 291428"/>
                <a:gd name="connsiteY27" fmla="*/ 65308 h 226108"/>
                <a:gd name="connsiteX28" fmla="*/ 220054 w 291428"/>
                <a:gd name="connsiteY28" fmla="*/ 49416 h 226108"/>
                <a:gd name="connsiteX29" fmla="*/ 217179 w 291428"/>
                <a:gd name="connsiteY29" fmla="*/ 34577 h 226108"/>
                <a:gd name="connsiteX30" fmla="*/ 204147 w 291428"/>
                <a:gd name="connsiteY30" fmla="*/ 14252 h 226108"/>
                <a:gd name="connsiteX31" fmla="*/ 194315 w 291428"/>
                <a:gd name="connsiteY31" fmla="*/ 4111 h 226108"/>
                <a:gd name="connsiteX32" fmla="*/ 194593 w 291428"/>
                <a:gd name="connsiteY32" fmla="*/ 10696 h 226108"/>
                <a:gd name="connsiteX33" fmla="*/ 190233 w 291428"/>
                <a:gd name="connsiteY33" fmla="*/ 9862 h 226108"/>
                <a:gd name="connsiteX34" fmla="*/ 176877 w 291428"/>
                <a:gd name="connsiteY34" fmla="*/ 3013 h 226108"/>
                <a:gd name="connsiteX35" fmla="*/ 176877 w 291428"/>
                <a:gd name="connsiteY35" fmla="*/ 8457 h 226108"/>
                <a:gd name="connsiteX36" fmla="*/ 174836 w 291428"/>
                <a:gd name="connsiteY36" fmla="*/ 17852 h 226108"/>
                <a:gd name="connsiteX37" fmla="*/ 175717 w 291428"/>
                <a:gd name="connsiteY37" fmla="*/ 28695 h 226108"/>
                <a:gd name="connsiteX38" fmla="*/ 176877 w 291428"/>
                <a:gd name="connsiteY38" fmla="*/ 32690 h 226108"/>
                <a:gd name="connsiteX39" fmla="*/ 176877 w 291428"/>
                <a:gd name="connsiteY39" fmla="*/ 39011 h 226108"/>
                <a:gd name="connsiteX40" fmla="*/ 180077 w 291428"/>
                <a:gd name="connsiteY40" fmla="*/ 43138 h 226108"/>
                <a:gd name="connsiteX41" fmla="*/ 180077 w 291428"/>
                <a:gd name="connsiteY41" fmla="*/ 50250 h 226108"/>
                <a:gd name="connsiteX42" fmla="*/ 181514 w 291428"/>
                <a:gd name="connsiteY42" fmla="*/ 54640 h 226108"/>
                <a:gd name="connsiteX43" fmla="*/ 183277 w 291428"/>
                <a:gd name="connsiteY43" fmla="*/ 65351 h 226108"/>
                <a:gd name="connsiteX44" fmla="*/ 187914 w 291428"/>
                <a:gd name="connsiteY44" fmla="*/ 74131 h 226108"/>
                <a:gd name="connsiteX45" fmla="*/ 188471 w 291428"/>
                <a:gd name="connsiteY45" fmla="*/ 78521 h 226108"/>
                <a:gd name="connsiteX46" fmla="*/ 184993 w 291428"/>
                <a:gd name="connsiteY46" fmla="*/ 80980 h 226108"/>
                <a:gd name="connsiteX47" fmla="*/ 180077 w 291428"/>
                <a:gd name="connsiteY47" fmla="*/ 84536 h 226108"/>
                <a:gd name="connsiteX48" fmla="*/ 183277 w 291428"/>
                <a:gd name="connsiteY48" fmla="*/ 88092 h 226108"/>
                <a:gd name="connsiteX49" fmla="*/ 178639 w 291428"/>
                <a:gd name="connsiteY49" fmla="*/ 86731 h 226108"/>
                <a:gd name="connsiteX50" fmla="*/ 172842 w 291428"/>
                <a:gd name="connsiteY50" fmla="*/ 79882 h 226108"/>
                <a:gd name="connsiteX51" fmla="*/ 173398 w 291428"/>
                <a:gd name="connsiteY51" fmla="*/ 74131 h 226108"/>
                <a:gd name="connsiteX52" fmla="*/ 173398 w 291428"/>
                <a:gd name="connsiteY52" fmla="*/ 70400 h 226108"/>
                <a:gd name="connsiteX53" fmla="*/ 170801 w 291428"/>
                <a:gd name="connsiteY53" fmla="*/ 72200 h 226108"/>
                <a:gd name="connsiteX54" fmla="*/ 170245 w 291428"/>
                <a:gd name="connsiteY54" fmla="*/ 61225 h 226108"/>
                <a:gd name="connsiteX55" fmla="*/ 167648 w 291428"/>
                <a:gd name="connsiteY55" fmla="*/ 46123 h 226108"/>
                <a:gd name="connsiteX56" fmla="*/ 161850 w 291428"/>
                <a:gd name="connsiteY56" fmla="*/ 41470 h 226108"/>
                <a:gd name="connsiteX57" fmla="*/ 156656 w 291428"/>
                <a:gd name="connsiteY57" fmla="*/ 32690 h 226108"/>
                <a:gd name="connsiteX58" fmla="*/ 152900 w 291428"/>
                <a:gd name="connsiteY58" fmla="*/ 26368 h 226108"/>
                <a:gd name="connsiteX59" fmla="*/ 145665 w 291428"/>
                <a:gd name="connsiteY59" fmla="*/ 21144 h 226108"/>
                <a:gd name="connsiteX60" fmla="*/ 134070 w 291428"/>
                <a:gd name="connsiteY60" fmla="*/ 19783 h 226108"/>
                <a:gd name="connsiteX61" fmla="*/ 133514 w 291428"/>
                <a:gd name="connsiteY61" fmla="*/ 23866 h 226108"/>
                <a:gd name="connsiteX62" fmla="*/ 136992 w 291428"/>
                <a:gd name="connsiteY62" fmla="*/ 28739 h 226108"/>
                <a:gd name="connsiteX63" fmla="*/ 141630 w 291428"/>
                <a:gd name="connsiteY63" fmla="*/ 28739 h 226108"/>
                <a:gd name="connsiteX64" fmla="*/ 145711 w 291428"/>
                <a:gd name="connsiteY64" fmla="*/ 32734 h 226108"/>
                <a:gd name="connsiteX65" fmla="*/ 148911 w 291428"/>
                <a:gd name="connsiteY65" fmla="*/ 36948 h 226108"/>
                <a:gd name="connsiteX66" fmla="*/ 144273 w 291428"/>
                <a:gd name="connsiteY66" fmla="*/ 34929 h 226108"/>
                <a:gd name="connsiteX67" fmla="*/ 143114 w 291428"/>
                <a:gd name="connsiteY67" fmla="*/ 36948 h 226108"/>
                <a:gd name="connsiteX68" fmla="*/ 149189 w 291428"/>
                <a:gd name="connsiteY68" fmla="*/ 43709 h 226108"/>
                <a:gd name="connsiteX69" fmla="*/ 147752 w 291428"/>
                <a:gd name="connsiteY69" fmla="*/ 47001 h 226108"/>
                <a:gd name="connsiteX70" fmla="*/ 145711 w 291428"/>
                <a:gd name="connsiteY70" fmla="*/ 42611 h 226108"/>
                <a:gd name="connsiteX71" fmla="*/ 141955 w 291428"/>
                <a:gd name="connsiteY71" fmla="*/ 42875 h 226108"/>
                <a:gd name="connsiteX72" fmla="*/ 145711 w 291428"/>
                <a:gd name="connsiteY72" fmla="*/ 47528 h 226108"/>
                <a:gd name="connsiteX73" fmla="*/ 143392 w 291428"/>
                <a:gd name="connsiteY73" fmla="*/ 47265 h 226108"/>
                <a:gd name="connsiteX74" fmla="*/ 138476 w 291428"/>
                <a:gd name="connsiteY74" fmla="*/ 43972 h 226108"/>
                <a:gd name="connsiteX75" fmla="*/ 132076 w 291428"/>
                <a:gd name="connsiteY75" fmla="*/ 46167 h 226108"/>
                <a:gd name="connsiteX76" fmla="*/ 129479 w 291428"/>
                <a:gd name="connsiteY76" fmla="*/ 54113 h 226108"/>
                <a:gd name="connsiteX77" fmla="*/ 126001 w 291428"/>
                <a:gd name="connsiteY77" fmla="*/ 53015 h 226108"/>
                <a:gd name="connsiteX78" fmla="*/ 126882 w 291428"/>
                <a:gd name="connsiteY78" fmla="*/ 46694 h 226108"/>
                <a:gd name="connsiteX79" fmla="*/ 124285 w 291428"/>
                <a:gd name="connsiteY79" fmla="*/ 48889 h 226108"/>
                <a:gd name="connsiteX80" fmla="*/ 120482 w 291428"/>
                <a:gd name="connsiteY80" fmla="*/ 55737 h 226108"/>
                <a:gd name="connsiteX81" fmla="*/ 112691 w 291428"/>
                <a:gd name="connsiteY81" fmla="*/ 54903 h 226108"/>
                <a:gd name="connsiteX82" fmla="*/ 117607 w 291428"/>
                <a:gd name="connsiteY82" fmla="*/ 50513 h 226108"/>
                <a:gd name="connsiteX83" fmla="*/ 125120 w 291428"/>
                <a:gd name="connsiteY83" fmla="*/ 40636 h 226108"/>
                <a:gd name="connsiteX84" fmla="*/ 123079 w 291428"/>
                <a:gd name="connsiteY84" fmla="*/ 32690 h 226108"/>
                <a:gd name="connsiteX85" fmla="*/ 115566 w 291428"/>
                <a:gd name="connsiteY85" fmla="*/ 26368 h 226108"/>
                <a:gd name="connsiteX86" fmla="*/ 96737 w 291428"/>
                <a:gd name="connsiteY86" fmla="*/ 19783 h 226108"/>
                <a:gd name="connsiteX87" fmla="*/ 88621 w 291428"/>
                <a:gd name="connsiteY87" fmla="*/ 32690 h 226108"/>
                <a:gd name="connsiteX88" fmla="*/ 90383 w 291428"/>
                <a:gd name="connsiteY88" fmla="*/ 36904 h 226108"/>
                <a:gd name="connsiteX89" fmla="*/ 77026 w 291428"/>
                <a:gd name="connsiteY89" fmla="*/ 42260 h 226108"/>
                <a:gd name="connsiteX90" fmla="*/ 72110 w 291428"/>
                <a:gd name="connsiteY90" fmla="*/ 43357 h 226108"/>
                <a:gd name="connsiteX91" fmla="*/ 70348 w 291428"/>
                <a:gd name="connsiteY91" fmla="*/ 42523 h 226108"/>
                <a:gd name="connsiteX92" fmla="*/ 76748 w 291428"/>
                <a:gd name="connsiteY92" fmla="*/ 36860 h 226108"/>
                <a:gd name="connsiteX93" fmla="*/ 82267 w 291428"/>
                <a:gd name="connsiteY93" fmla="*/ 30451 h 226108"/>
                <a:gd name="connsiteX94" fmla="*/ 81711 w 291428"/>
                <a:gd name="connsiteY94" fmla="*/ 20310 h 226108"/>
                <a:gd name="connsiteX95" fmla="*/ 78232 w 291428"/>
                <a:gd name="connsiteY95" fmla="*/ 1389 h 226108"/>
                <a:gd name="connsiteX96" fmla="*/ 67519 w 291428"/>
                <a:gd name="connsiteY96" fmla="*/ 4418 h 226108"/>
                <a:gd name="connsiteX97" fmla="*/ 60006 w 291428"/>
                <a:gd name="connsiteY97" fmla="*/ 8457 h 226108"/>
                <a:gd name="connsiteX98" fmla="*/ 38255 w 291428"/>
                <a:gd name="connsiteY98" fmla="*/ 20047 h 226108"/>
                <a:gd name="connsiteX99" fmla="*/ 27217 w 291428"/>
                <a:gd name="connsiteY99" fmla="*/ 26368 h 226108"/>
                <a:gd name="connsiteX100" fmla="*/ 18220 w 291428"/>
                <a:gd name="connsiteY100" fmla="*/ 36904 h 226108"/>
                <a:gd name="connsiteX101" fmla="*/ 10707 w 291428"/>
                <a:gd name="connsiteY101" fmla="*/ 49679 h 226108"/>
                <a:gd name="connsiteX102" fmla="*/ 18823 w 291428"/>
                <a:gd name="connsiteY102" fmla="*/ 53542 h 226108"/>
                <a:gd name="connsiteX103" fmla="*/ 15623 w 291428"/>
                <a:gd name="connsiteY103" fmla="*/ 58766 h 226108"/>
                <a:gd name="connsiteX104" fmla="*/ 8110 w 291428"/>
                <a:gd name="connsiteY104" fmla="*/ 66186 h 226108"/>
                <a:gd name="connsiteX105" fmla="*/ 272 w 291428"/>
                <a:gd name="connsiteY105" fmla="*/ 74702 h 226108"/>
                <a:gd name="connsiteX106" fmla="*/ 2034 w 291428"/>
                <a:gd name="connsiteY106" fmla="*/ 87345 h 226108"/>
                <a:gd name="connsiteX107" fmla="*/ 6116 w 291428"/>
                <a:gd name="connsiteY107" fmla="*/ 88706 h 226108"/>
                <a:gd name="connsiteX108" fmla="*/ 6116 w 291428"/>
                <a:gd name="connsiteY108" fmla="*/ 85984 h 226108"/>
                <a:gd name="connsiteX109" fmla="*/ 10197 w 291428"/>
                <a:gd name="connsiteY109" fmla="*/ 87082 h 226108"/>
                <a:gd name="connsiteX110" fmla="*/ 16875 w 291428"/>
                <a:gd name="connsiteY110" fmla="*/ 89540 h 226108"/>
                <a:gd name="connsiteX111" fmla="*/ 18916 w 291428"/>
                <a:gd name="connsiteY111" fmla="*/ 85984 h 226108"/>
                <a:gd name="connsiteX112" fmla="*/ 22719 w 291428"/>
                <a:gd name="connsiteY112" fmla="*/ 91209 h 226108"/>
                <a:gd name="connsiteX113" fmla="*/ 14835 w 291428"/>
                <a:gd name="connsiteY113" fmla="*/ 99462 h 226108"/>
                <a:gd name="connsiteX114" fmla="*/ 27588 w 291428"/>
                <a:gd name="connsiteY114" fmla="*/ 99462 h 226108"/>
                <a:gd name="connsiteX115" fmla="*/ 24713 w 291428"/>
                <a:gd name="connsiteY115" fmla="*/ 95072 h 226108"/>
                <a:gd name="connsiteX116" fmla="*/ 26475 w 291428"/>
                <a:gd name="connsiteY116" fmla="*/ 93974 h 226108"/>
                <a:gd name="connsiteX117" fmla="*/ 29351 w 291428"/>
                <a:gd name="connsiteY117" fmla="*/ 98101 h 226108"/>
                <a:gd name="connsiteX118" fmla="*/ 42383 w 291428"/>
                <a:gd name="connsiteY118" fmla="*/ 93447 h 226108"/>
                <a:gd name="connsiteX119" fmla="*/ 56018 w 291428"/>
                <a:gd name="connsiteY119" fmla="*/ 90989 h 226108"/>
                <a:gd name="connsiteX120" fmla="*/ 59218 w 291428"/>
                <a:gd name="connsiteY120" fmla="*/ 92657 h 226108"/>
                <a:gd name="connsiteX121" fmla="*/ 65015 w 291428"/>
                <a:gd name="connsiteY121" fmla="*/ 92921 h 226108"/>
                <a:gd name="connsiteX122" fmla="*/ 66174 w 291428"/>
                <a:gd name="connsiteY122" fmla="*/ 95116 h 226108"/>
                <a:gd name="connsiteX123" fmla="*/ 59496 w 291428"/>
                <a:gd name="connsiteY123" fmla="*/ 95116 h 226108"/>
                <a:gd name="connsiteX124" fmla="*/ 53699 w 291428"/>
                <a:gd name="connsiteY124" fmla="*/ 94282 h 226108"/>
                <a:gd name="connsiteX125" fmla="*/ 50823 w 291428"/>
                <a:gd name="connsiteY125" fmla="*/ 98145 h 226108"/>
                <a:gd name="connsiteX126" fmla="*/ 55183 w 291428"/>
                <a:gd name="connsiteY126" fmla="*/ 98408 h 226108"/>
                <a:gd name="connsiteX127" fmla="*/ 54904 w 291428"/>
                <a:gd name="connsiteY127" fmla="*/ 100603 h 226108"/>
                <a:gd name="connsiteX128" fmla="*/ 49988 w 291428"/>
                <a:gd name="connsiteY128" fmla="*/ 100603 h 226108"/>
                <a:gd name="connsiteX129" fmla="*/ 49988 w 291428"/>
                <a:gd name="connsiteY129" fmla="*/ 104247 h 226108"/>
                <a:gd name="connsiteX130" fmla="*/ 48226 w 291428"/>
                <a:gd name="connsiteY130" fmla="*/ 105564 h 226108"/>
                <a:gd name="connsiteX131" fmla="*/ 47670 w 291428"/>
                <a:gd name="connsiteY131" fmla="*/ 100076 h 226108"/>
                <a:gd name="connsiteX132" fmla="*/ 36956 w 291428"/>
                <a:gd name="connsiteY132" fmla="*/ 104247 h 226108"/>
                <a:gd name="connsiteX133" fmla="*/ 11727 w 291428"/>
                <a:gd name="connsiteY133" fmla="*/ 117066 h 226108"/>
                <a:gd name="connsiteX134" fmla="*/ 22811 w 291428"/>
                <a:gd name="connsiteY134" fmla="*/ 129402 h 226108"/>
                <a:gd name="connsiteX135" fmla="*/ 22811 w 291428"/>
                <a:gd name="connsiteY135" fmla="*/ 131860 h 226108"/>
                <a:gd name="connsiteX136" fmla="*/ 48273 w 291428"/>
                <a:gd name="connsiteY136" fmla="*/ 134318 h 226108"/>
                <a:gd name="connsiteX137" fmla="*/ 53467 w 291428"/>
                <a:gd name="connsiteY137" fmla="*/ 135152 h 226108"/>
                <a:gd name="connsiteX138" fmla="*/ 85050 w 291428"/>
                <a:gd name="connsiteY138" fmla="*/ 130499 h 226108"/>
                <a:gd name="connsiteX139" fmla="*/ 92285 w 291428"/>
                <a:gd name="connsiteY139" fmla="*/ 132167 h 226108"/>
                <a:gd name="connsiteX140" fmla="*/ 112598 w 291428"/>
                <a:gd name="connsiteY140" fmla="*/ 139279 h 226108"/>
                <a:gd name="connsiteX141" fmla="*/ 121873 w 291428"/>
                <a:gd name="connsiteY141" fmla="*/ 146128 h 226108"/>
                <a:gd name="connsiteX142" fmla="*/ 120714 w 291428"/>
                <a:gd name="connsiteY142" fmla="*/ 149683 h 226108"/>
                <a:gd name="connsiteX143" fmla="*/ 103925 w 291428"/>
                <a:gd name="connsiteY143" fmla="*/ 152405 h 226108"/>
                <a:gd name="connsiteX144" fmla="*/ 99009 w 291428"/>
                <a:gd name="connsiteY144" fmla="*/ 152142 h 226108"/>
                <a:gd name="connsiteX145" fmla="*/ 83055 w 291428"/>
                <a:gd name="connsiteY145" fmla="*/ 150210 h 226108"/>
                <a:gd name="connsiteX146" fmla="*/ 32922 w 291428"/>
                <a:gd name="connsiteY146" fmla="*/ 157629 h 226108"/>
                <a:gd name="connsiteX147" fmla="*/ 29722 w 291428"/>
                <a:gd name="connsiteY147" fmla="*/ 165575 h 226108"/>
                <a:gd name="connsiteX148" fmla="*/ 35241 w 291428"/>
                <a:gd name="connsiteY148" fmla="*/ 176287 h 226108"/>
                <a:gd name="connsiteX149" fmla="*/ 41316 w 291428"/>
                <a:gd name="connsiteY149" fmla="*/ 182345 h 226108"/>
                <a:gd name="connsiteX150" fmla="*/ 66267 w 291428"/>
                <a:gd name="connsiteY150" fmla="*/ 193057 h 226108"/>
                <a:gd name="connsiteX151" fmla="*/ 79299 w 291428"/>
                <a:gd name="connsiteY151" fmla="*/ 192793 h 226108"/>
                <a:gd name="connsiteX152" fmla="*/ 86812 w 291428"/>
                <a:gd name="connsiteY152" fmla="*/ 205963 h 226108"/>
                <a:gd name="connsiteX153" fmla="*/ 94928 w 291428"/>
                <a:gd name="connsiteY153" fmla="*/ 222689 h 226108"/>
                <a:gd name="connsiteX154" fmla="*/ 106244 w 291428"/>
                <a:gd name="connsiteY154" fmla="*/ 225982 h 226108"/>
                <a:gd name="connsiteX155" fmla="*/ 125073 w 291428"/>
                <a:gd name="connsiteY155" fmla="*/ 223260 h 226108"/>
                <a:gd name="connsiteX156" fmla="*/ 128830 w 291428"/>
                <a:gd name="connsiteY156" fmla="*/ 222162 h 226108"/>
                <a:gd name="connsiteX157" fmla="*/ 130268 w 291428"/>
                <a:gd name="connsiteY157" fmla="*/ 226026 h 226108"/>
                <a:gd name="connsiteX158" fmla="*/ 134627 w 291428"/>
                <a:gd name="connsiteY158" fmla="*/ 226026 h 226108"/>
                <a:gd name="connsiteX159" fmla="*/ 134627 w 291428"/>
                <a:gd name="connsiteY159" fmla="*/ 221636 h 226108"/>
                <a:gd name="connsiteX160" fmla="*/ 168853 w 291428"/>
                <a:gd name="connsiteY160" fmla="*/ 207632 h 226108"/>
                <a:gd name="connsiteX161" fmla="*/ 190604 w 291428"/>
                <a:gd name="connsiteY161" fmla="*/ 200520 h 226108"/>
                <a:gd name="connsiteX162" fmla="*/ 196123 w 291428"/>
                <a:gd name="connsiteY162" fmla="*/ 194198 h 226108"/>
                <a:gd name="connsiteX163" fmla="*/ 193248 w 291428"/>
                <a:gd name="connsiteY163" fmla="*/ 192530 h 226108"/>
                <a:gd name="connsiteX164" fmla="*/ 193248 w 291428"/>
                <a:gd name="connsiteY164" fmla="*/ 189808 h 226108"/>
                <a:gd name="connsiteX165" fmla="*/ 196726 w 291428"/>
                <a:gd name="connsiteY165" fmla="*/ 189808 h 226108"/>
                <a:gd name="connsiteX166" fmla="*/ 200204 w 291428"/>
                <a:gd name="connsiteY166" fmla="*/ 184321 h 226108"/>
                <a:gd name="connsiteX167" fmla="*/ 204564 w 291428"/>
                <a:gd name="connsiteY167" fmla="*/ 187613 h 226108"/>
                <a:gd name="connsiteX168" fmla="*/ 204564 w 291428"/>
                <a:gd name="connsiteY168" fmla="*/ 198325 h 226108"/>
                <a:gd name="connsiteX169" fmla="*/ 209758 w 291428"/>
                <a:gd name="connsiteY169" fmla="*/ 198325 h 226108"/>
                <a:gd name="connsiteX170" fmla="*/ 215555 w 291428"/>
                <a:gd name="connsiteY170" fmla="*/ 198588 h 226108"/>
                <a:gd name="connsiteX171" fmla="*/ 219637 w 291428"/>
                <a:gd name="connsiteY171" fmla="*/ 202144 h 226108"/>
                <a:gd name="connsiteX172" fmla="*/ 225712 w 291428"/>
                <a:gd name="connsiteY172" fmla="*/ 201047 h 226108"/>
                <a:gd name="connsiteX173" fmla="*/ 225434 w 291428"/>
                <a:gd name="connsiteY173" fmla="*/ 204602 h 226108"/>
                <a:gd name="connsiteX174" fmla="*/ 221677 w 291428"/>
                <a:gd name="connsiteY174" fmla="*/ 207061 h 226108"/>
                <a:gd name="connsiteX175" fmla="*/ 233132 w 291428"/>
                <a:gd name="connsiteY175" fmla="*/ 210090 h 226108"/>
                <a:gd name="connsiteX176" fmla="*/ 234431 w 291428"/>
                <a:gd name="connsiteY176" fmla="*/ 207895 h 226108"/>
                <a:gd name="connsiteX177" fmla="*/ 238512 w 291428"/>
                <a:gd name="connsiteY177" fmla="*/ 210090 h 226108"/>
                <a:gd name="connsiteX178" fmla="*/ 244031 w 291428"/>
                <a:gd name="connsiteY178" fmla="*/ 211187 h 226108"/>
                <a:gd name="connsiteX179" fmla="*/ 248251 w 291428"/>
                <a:gd name="connsiteY179" fmla="*/ 212417 h 226108"/>
                <a:gd name="connsiteX180" fmla="*/ 253909 w 291428"/>
                <a:gd name="connsiteY180" fmla="*/ 211714 h 226108"/>
                <a:gd name="connsiteX181" fmla="*/ 259799 w 291428"/>
                <a:gd name="connsiteY181" fmla="*/ 209519 h 226108"/>
                <a:gd name="connsiteX182" fmla="*/ 265782 w 291428"/>
                <a:gd name="connsiteY182" fmla="*/ 207324 h 226108"/>
                <a:gd name="connsiteX183" fmla="*/ 270141 w 291428"/>
                <a:gd name="connsiteY183" fmla="*/ 205393 h 226108"/>
                <a:gd name="connsiteX184" fmla="*/ 275939 w 291428"/>
                <a:gd name="connsiteY184" fmla="*/ 200739 h 226108"/>
                <a:gd name="connsiteX185" fmla="*/ 272182 w 291428"/>
                <a:gd name="connsiteY185" fmla="*/ 194418 h 226108"/>
                <a:gd name="connsiteX186" fmla="*/ 271625 w 291428"/>
                <a:gd name="connsiteY186" fmla="*/ 190028 h 226108"/>
                <a:gd name="connsiteX187" fmla="*/ 271069 w 291428"/>
                <a:gd name="connsiteY187" fmla="*/ 183706 h 226108"/>
                <a:gd name="connsiteX188" fmla="*/ 262072 w 291428"/>
                <a:gd name="connsiteY188" fmla="*/ 187833 h 226108"/>
                <a:gd name="connsiteX189" fmla="*/ 259846 w 291428"/>
                <a:gd name="connsiteY189" fmla="*/ 187569 h 226108"/>
                <a:gd name="connsiteX190" fmla="*/ 258593 w 291428"/>
                <a:gd name="connsiteY190" fmla="*/ 192486 h 226108"/>
                <a:gd name="connsiteX191" fmla="*/ 255393 w 291428"/>
                <a:gd name="connsiteY191" fmla="*/ 198237 h 226108"/>
                <a:gd name="connsiteX192" fmla="*/ 253353 w 291428"/>
                <a:gd name="connsiteY192" fmla="*/ 198237 h 226108"/>
                <a:gd name="connsiteX193" fmla="*/ 256831 w 291428"/>
                <a:gd name="connsiteY193" fmla="*/ 190291 h 226108"/>
                <a:gd name="connsiteX194" fmla="*/ 256831 w 291428"/>
                <a:gd name="connsiteY194" fmla="*/ 183706 h 226108"/>
                <a:gd name="connsiteX195" fmla="*/ 254791 w 291428"/>
                <a:gd name="connsiteY195" fmla="*/ 183706 h 226108"/>
                <a:gd name="connsiteX196" fmla="*/ 254791 w 291428"/>
                <a:gd name="connsiteY196" fmla="*/ 181511 h 226108"/>
                <a:gd name="connsiteX197" fmla="*/ 249596 w 291428"/>
                <a:gd name="connsiteY197" fmla="*/ 179053 h 226108"/>
                <a:gd name="connsiteX198" fmla="*/ 250477 w 291428"/>
                <a:gd name="connsiteY198" fmla="*/ 174663 h 226108"/>
                <a:gd name="connsiteX199" fmla="*/ 258315 w 291428"/>
                <a:gd name="connsiteY199" fmla="*/ 181511 h 226108"/>
                <a:gd name="connsiteX200" fmla="*/ 263834 w 291428"/>
                <a:gd name="connsiteY200" fmla="*/ 181511 h 226108"/>
                <a:gd name="connsiteX201" fmla="*/ 265272 w 291428"/>
                <a:gd name="connsiteY201" fmla="*/ 177955 h 226108"/>
                <a:gd name="connsiteX202" fmla="*/ 263509 w 291428"/>
                <a:gd name="connsiteY202" fmla="*/ 175497 h 226108"/>
                <a:gd name="connsiteX203" fmla="*/ 263509 w 291428"/>
                <a:gd name="connsiteY203" fmla="*/ 172775 h 226108"/>
                <a:gd name="connsiteX204" fmla="*/ 268425 w 291428"/>
                <a:gd name="connsiteY204" fmla="*/ 171677 h 226108"/>
                <a:gd name="connsiteX205" fmla="*/ 270188 w 291428"/>
                <a:gd name="connsiteY205" fmla="*/ 168385 h 226108"/>
                <a:gd name="connsiteX206" fmla="*/ 273063 w 291428"/>
                <a:gd name="connsiteY206" fmla="*/ 168385 h 226108"/>
                <a:gd name="connsiteX207" fmla="*/ 273944 w 291428"/>
                <a:gd name="connsiteY207" fmla="*/ 173038 h 226108"/>
                <a:gd name="connsiteX208" fmla="*/ 279139 w 291428"/>
                <a:gd name="connsiteY208" fmla="*/ 175497 h 226108"/>
                <a:gd name="connsiteX209" fmla="*/ 280576 w 291428"/>
                <a:gd name="connsiteY209" fmla="*/ 167551 h 226108"/>
                <a:gd name="connsiteX210" fmla="*/ 31994 w 291428"/>
                <a:gd name="connsiteY210" fmla="*/ 50952 h 226108"/>
                <a:gd name="connsiteX211" fmla="*/ 28794 w 291428"/>
                <a:gd name="connsiteY211" fmla="*/ 49284 h 226108"/>
                <a:gd name="connsiteX212" fmla="*/ 31994 w 291428"/>
                <a:gd name="connsiteY212" fmla="*/ 47616 h 226108"/>
                <a:gd name="connsiteX213" fmla="*/ 34313 w 291428"/>
                <a:gd name="connsiteY213" fmla="*/ 49811 h 226108"/>
                <a:gd name="connsiteX214" fmla="*/ 31994 w 291428"/>
                <a:gd name="connsiteY214" fmla="*/ 50908 h 226108"/>
                <a:gd name="connsiteX215" fmla="*/ 57502 w 291428"/>
                <a:gd name="connsiteY215" fmla="*/ 85238 h 226108"/>
                <a:gd name="connsiteX216" fmla="*/ 55183 w 291428"/>
                <a:gd name="connsiteY216" fmla="*/ 85238 h 226108"/>
                <a:gd name="connsiteX217" fmla="*/ 55183 w 291428"/>
                <a:gd name="connsiteY217" fmla="*/ 82209 h 226108"/>
                <a:gd name="connsiteX218" fmla="*/ 60099 w 291428"/>
                <a:gd name="connsiteY218" fmla="*/ 83702 h 226108"/>
                <a:gd name="connsiteX219" fmla="*/ 57502 w 291428"/>
                <a:gd name="connsiteY219" fmla="*/ 85194 h 226108"/>
                <a:gd name="connsiteX220" fmla="*/ 28562 w 291428"/>
                <a:gd name="connsiteY220" fmla="*/ 131333 h 226108"/>
                <a:gd name="connsiteX221" fmla="*/ 26243 w 291428"/>
                <a:gd name="connsiteY221" fmla="*/ 132694 h 226108"/>
                <a:gd name="connsiteX222" fmla="*/ 26243 w 291428"/>
                <a:gd name="connsiteY222" fmla="*/ 127207 h 226108"/>
                <a:gd name="connsiteX223" fmla="*/ 28562 w 291428"/>
                <a:gd name="connsiteY223" fmla="*/ 127207 h 226108"/>
                <a:gd name="connsiteX224" fmla="*/ 28562 w 291428"/>
                <a:gd name="connsiteY224" fmla="*/ 131333 h 226108"/>
                <a:gd name="connsiteX225" fmla="*/ 66174 w 291428"/>
                <a:gd name="connsiteY225" fmla="*/ 97223 h 226108"/>
                <a:gd name="connsiteX226" fmla="*/ 67334 w 291428"/>
                <a:gd name="connsiteY226" fmla="*/ 95291 h 226108"/>
                <a:gd name="connsiteX227" fmla="*/ 71971 w 291428"/>
                <a:gd name="connsiteY227" fmla="*/ 95291 h 226108"/>
                <a:gd name="connsiteX228" fmla="*/ 75171 w 291428"/>
                <a:gd name="connsiteY228" fmla="*/ 97223 h 226108"/>
                <a:gd name="connsiteX229" fmla="*/ 66174 w 291428"/>
                <a:gd name="connsiteY229" fmla="*/ 97223 h 226108"/>
                <a:gd name="connsiteX230" fmla="*/ 83890 w 291428"/>
                <a:gd name="connsiteY230" fmla="*/ 97574 h 226108"/>
                <a:gd name="connsiteX231" fmla="*/ 80412 w 291428"/>
                <a:gd name="connsiteY231" fmla="*/ 93711 h 226108"/>
                <a:gd name="connsiteX232" fmla="*/ 85328 w 291428"/>
                <a:gd name="connsiteY232" fmla="*/ 93711 h 226108"/>
                <a:gd name="connsiteX233" fmla="*/ 83890 w 291428"/>
                <a:gd name="connsiteY233" fmla="*/ 97574 h 226108"/>
                <a:gd name="connsiteX234" fmla="*/ 88853 w 291428"/>
                <a:gd name="connsiteY234" fmla="*/ 180194 h 226108"/>
                <a:gd name="connsiteX235" fmla="*/ 88853 w 291428"/>
                <a:gd name="connsiteY235" fmla="*/ 177165 h 226108"/>
                <a:gd name="connsiteX236" fmla="*/ 91172 w 291428"/>
                <a:gd name="connsiteY236" fmla="*/ 175804 h 226108"/>
                <a:gd name="connsiteX237" fmla="*/ 90893 w 291428"/>
                <a:gd name="connsiteY237" fmla="*/ 178701 h 226108"/>
                <a:gd name="connsiteX238" fmla="*/ 95253 w 291428"/>
                <a:gd name="connsiteY238" fmla="*/ 178701 h 226108"/>
                <a:gd name="connsiteX239" fmla="*/ 97015 w 291428"/>
                <a:gd name="connsiteY239" fmla="*/ 180194 h 226108"/>
                <a:gd name="connsiteX240" fmla="*/ 88899 w 291428"/>
                <a:gd name="connsiteY240" fmla="*/ 180194 h 226108"/>
                <a:gd name="connsiteX241" fmla="*/ 143021 w 291428"/>
                <a:gd name="connsiteY241" fmla="*/ 122861 h 226108"/>
                <a:gd name="connsiteX242" fmla="*/ 139265 w 291428"/>
                <a:gd name="connsiteY242" fmla="*/ 125319 h 226108"/>
                <a:gd name="connsiteX243" fmla="*/ 137502 w 291428"/>
                <a:gd name="connsiteY243" fmla="*/ 122861 h 226108"/>
                <a:gd name="connsiteX244" fmla="*/ 143021 w 291428"/>
                <a:gd name="connsiteY244" fmla="*/ 122861 h 226108"/>
                <a:gd name="connsiteX245" fmla="*/ 138662 w 291428"/>
                <a:gd name="connsiteY245" fmla="*/ 170009 h 226108"/>
                <a:gd name="connsiteX246" fmla="*/ 139821 w 291428"/>
                <a:gd name="connsiteY246" fmla="*/ 172731 h 226108"/>
                <a:gd name="connsiteX247" fmla="*/ 136343 w 291428"/>
                <a:gd name="connsiteY247" fmla="*/ 172731 h 226108"/>
                <a:gd name="connsiteX248" fmla="*/ 134581 w 291428"/>
                <a:gd name="connsiteY248" fmla="*/ 170009 h 226108"/>
                <a:gd name="connsiteX249" fmla="*/ 138662 w 291428"/>
                <a:gd name="connsiteY249" fmla="*/ 170009 h 226108"/>
                <a:gd name="connsiteX250" fmla="*/ 114035 w 291428"/>
                <a:gd name="connsiteY250" fmla="*/ 123914 h 226108"/>
                <a:gd name="connsiteX251" fmla="*/ 110279 w 291428"/>
                <a:gd name="connsiteY251" fmla="*/ 121456 h 226108"/>
                <a:gd name="connsiteX252" fmla="*/ 106522 w 291428"/>
                <a:gd name="connsiteY252" fmla="*/ 118163 h 226108"/>
                <a:gd name="connsiteX253" fmla="*/ 111438 w 291428"/>
                <a:gd name="connsiteY253" fmla="*/ 115968 h 226108"/>
                <a:gd name="connsiteX254" fmla="*/ 114035 w 291428"/>
                <a:gd name="connsiteY254" fmla="*/ 118163 h 226108"/>
                <a:gd name="connsiteX255" fmla="*/ 114035 w 291428"/>
                <a:gd name="connsiteY255" fmla="*/ 123914 h 226108"/>
                <a:gd name="connsiteX256" fmla="*/ 119276 w 291428"/>
                <a:gd name="connsiteY256" fmla="*/ 63025 h 226108"/>
                <a:gd name="connsiteX257" fmla="*/ 117838 w 291428"/>
                <a:gd name="connsiteY257" fmla="*/ 60303 h 226108"/>
                <a:gd name="connsiteX258" fmla="*/ 121595 w 291428"/>
                <a:gd name="connsiteY258" fmla="*/ 58635 h 226108"/>
                <a:gd name="connsiteX259" fmla="*/ 121595 w 291428"/>
                <a:gd name="connsiteY259" fmla="*/ 63025 h 226108"/>
                <a:gd name="connsiteX260" fmla="*/ 119276 w 291428"/>
                <a:gd name="connsiteY260" fmla="*/ 63025 h 226108"/>
                <a:gd name="connsiteX261" fmla="*/ 105363 w 291428"/>
                <a:gd name="connsiteY261" fmla="*/ 168648 h 226108"/>
                <a:gd name="connsiteX262" fmla="*/ 101003 w 291428"/>
                <a:gd name="connsiteY262" fmla="*/ 166453 h 226108"/>
                <a:gd name="connsiteX263" fmla="*/ 103044 w 291428"/>
                <a:gd name="connsiteY263" fmla="*/ 161536 h 226108"/>
                <a:gd name="connsiteX264" fmla="*/ 108238 w 291428"/>
                <a:gd name="connsiteY264" fmla="*/ 165092 h 226108"/>
                <a:gd name="connsiteX265" fmla="*/ 105363 w 291428"/>
                <a:gd name="connsiteY265" fmla="*/ 168648 h 226108"/>
                <a:gd name="connsiteX266" fmla="*/ 113479 w 291428"/>
                <a:gd name="connsiteY266" fmla="*/ 191959 h 226108"/>
                <a:gd name="connsiteX267" fmla="*/ 115241 w 291428"/>
                <a:gd name="connsiteY267" fmla="*/ 194988 h 226108"/>
                <a:gd name="connsiteX268" fmla="*/ 113479 w 291428"/>
                <a:gd name="connsiteY268" fmla="*/ 196657 h 226108"/>
                <a:gd name="connsiteX269" fmla="*/ 110882 w 291428"/>
                <a:gd name="connsiteY269" fmla="*/ 194330 h 226108"/>
                <a:gd name="connsiteX270" fmla="*/ 113479 w 291428"/>
                <a:gd name="connsiteY270" fmla="*/ 192003 h 226108"/>
                <a:gd name="connsiteX271" fmla="*/ 122754 w 291428"/>
                <a:gd name="connsiteY271" fmla="*/ 210924 h 226108"/>
                <a:gd name="connsiteX272" fmla="*/ 117978 w 291428"/>
                <a:gd name="connsiteY272" fmla="*/ 210924 h 226108"/>
                <a:gd name="connsiteX273" fmla="*/ 113201 w 291428"/>
                <a:gd name="connsiteY273" fmla="*/ 209563 h 226108"/>
                <a:gd name="connsiteX274" fmla="*/ 122754 w 291428"/>
                <a:gd name="connsiteY274" fmla="*/ 207895 h 226108"/>
                <a:gd name="connsiteX275" fmla="*/ 122754 w 291428"/>
                <a:gd name="connsiteY275" fmla="*/ 210924 h 226108"/>
                <a:gd name="connsiteX276" fmla="*/ 124192 w 291428"/>
                <a:gd name="connsiteY276" fmla="*/ 191564 h 226108"/>
                <a:gd name="connsiteX277" fmla="*/ 126789 w 291428"/>
                <a:gd name="connsiteY277" fmla="*/ 188974 h 226108"/>
                <a:gd name="connsiteX278" fmla="*/ 128830 w 291428"/>
                <a:gd name="connsiteY278" fmla="*/ 192003 h 226108"/>
                <a:gd name="connsiteX279" fmla="*/ 126789 w 291428"/>
                <a:gd name="connsiteY279" fmla="*/ 194198 h 226108"/>
                <a:gd name="connsiteX280" fmla="*/ 124192 w 291428"/>
                <a:gd name="connsiteY280" fmla="*/ 191608 h 226108"/>
                <a:gd name="connsiteX281" fmla="*/ 130592 w 291428"/>
                <a:gd name="connsiteY281" fmla="*/ 210090 h 226108"/>
                <a:gd name="connsiteX282" fmla="*/ 127995 w 291428"/>
                <a:gd name="connsiteY282" fmla="*/ 210090 h 226108"/>
                <a:gd name="connsiteX283" fmla="*/ 127995 w 291428"/>
                <a:gd name="connsiteY283" fmla="*/ 206534 h 226108"/>
                <a:gd name="connsiteX284" fmla="*/ 130592 w 291428"/>
                <a:gd name="connsiteY284" fmla="*/ 205437 h 226108"/>
                <a:gd name="connsiteX285" fmla="*/ 130592 w 291428"/>
                <a:gd name="connsiteY285" fmla="*/ 210090 h 226108"/>
                <a:gd name="connsiteX286" fmla="*/ 132911 w 291428"/>
                <a:gd name="connsiteY286" fmla="*/ 184847 h 226108"/>
                <a:gd name="connsiteX287" fmla="*/ 137271 w 291428"/>
                <a:gd name="connsiteY287" fmla="*/ 187877 h 226108"/>
                <a:gd name="connsiteX288" fmla="*/ 137271 w 291428"/>
                <a:gd name="connsiteY288" fmla="*/ 190598 h 226108"/>
                <a:gd name="connsiteX289" fmla="*/ 130592 w 291428"/>
                <a:gd name="connsiteY289" fmla="*/ 186208 h 226108"/>
                <a:gd name="connsiteX290" fmla="*/ 132911 w 291428"/>
                <a:gd name="connsiteY290" fmla="*/ 184847 h 226108"/>
                <a:gd name="connsiteX291" fmla="*/ 139868 w 291428"/>
                <a:gd name="connsiteY291" fmla="*/ 211714 h 226108"/>
                <a:gd name="connsiteX292" fmla="*/ 131752 w 291428"/>
                <a:gd name="connsiteY292" fmla="*/ 206797 h 226108"/>
                <a:gd name="connsiteX293" fmla="*/ 136111 w 291428"/>
                <a:gd name="connsiteY293" fmla="*/ 206797 h 226108"/>
                <a:gd name="connsiteX294" fmla="*/ 139868 w 291428"/>
                <a:gd name="connsiteY294" fmla="*/ 208729 h 226108"/>
                <a:gd name="connsiteX295" fmla="*/ 139868 w 291428"/>
                <a:gd name="connsiteY295" fmla="*/ 211758 h 226108"/>
                <a:gd name="connsiteX296" fmla="*/ 137827 w 291428"/>
                <a:gd name="connsiteY296" fmla="*/ 204339 h 226108"/>
                <a:gd name="connsiteX297" fmla="*/ 134070 w 291428"/>
                <a:gd name="connsiteY297" fmla="*/ 201442 h 226108"/>
                <a:gd name="connsiteX298" fmla="*/ 138708 w 291428"/>
                <a:gd name="connsiteY298" fmla="*/ 201442 h 226108"/>
                <a:gd name="connsiteX299" fmla="*/ 139868 w 291428"/>
                <a:gd name="connsiteY299" fmla="*/ 196657 h 226108"/>
                <a:gd name="connsiteX300" fmla="*/ 144505 w 291428"/>
                <a:gd name="connsiteY300" fmla="*/ 198588 h 226108"/>
                <a:gd name="connsiteX301" fmla="*/ 143068 w 291428"/>
                <a:gd name="connsiteY301" fmla="*/ 201617 h 226108"/>
                <a:gd name="connsiteX302" fmla="*/ 145665 w 291428"/>
                <a:gd name="connsiteY302" fmla="*/ 204339 h 226108"/>
                <a:gd name="connsiteX303" fmla="*/ 137827 w 291428"/>
                <a:gd name="connsiteY303" fmla="*/ 204339 h 226108"/>
                <a:gd name="connsiteX304" fmla="*/ 186245 w 291428"/>
                <a:gd name="connsiteY304" fmla="*/ 92657 h 226108"/>
                <a:gd name="connsiteX305" fmla="*/ 189723 w 291428"/>
                <a:gd name="connsiteY305" fmla="*/ 93886 h 226108"/>
                <a:gd name="connsiteX306" fmla="*/ 186245 w 291428"/>
                <a:gd name="connsiteY306" fmla="*/ 95116 h 226108"/>
                <a:gd name="connsiteX307" fmla="*/ 186245 w 291428"/>
                <a:gd name="connsiteY307" fmla="*/ 92657 h 226108"/>
                <a:gd name="connsiteX308" fmla="*/ 188842 w 291428"/>
                <a:gd name="connsiteY308" fmla="*/ 117066 h 226108"/>
                <a:gd name="connsiteX309" fmla="*/ 187404 w 291428"/>
                <a:gd name="connsiteY309" fmla="*/ 121719 h 226108"/>
                <a:gd name="connsiteX310" fmla="*/ 184204 w 291428"/>
                <a:gd name="connsiteY310" fmla="*/ 121719 h 226108"/>
                <a:gd name="connsiteX311" fmla="*/ 188842 w 291428"/>
                <a:gd name="connsiteY311" fmla="*/ 117066 h 226108"/>
                <a:gd name="connsiteX312" fmla="*/ 185642 w 291428"/>
                <a:gd name="connsiteY312" fmla="*/ 114081 h 226108"/>
                <a:gd name="connsiteX313" fmla="*/ 184204 w 291428"/>
                <a:gd name="connsiteY313" fmla="*/ 116802 h 226108"/>
                <a:gd name="connsiteX314" fmla="*/ 181004 w 291428"/>
                <a:gd name="connsiteY314" fmla="*/ 116802 h 226108"/>
                <a:gd name="connsiteX315" fmla="*/ 182767 w 291428"/>
                <a:gd name="connsiteY315" fmla="*/ 110481 h 226108"/>
                <a:gd name="connsiteX316" fmla="*/ 185642 w 291428"/>
                <a:gd name="connsiteY316" fmla="*/ 114037 h 226108"/>
                <a:gd name="connsiteX317" fmla="*/ 179706 w 291428"/>
                <a:gd name="connsiteY317" fmla="*/ 92921 h 226108"/>
                <a:gd name="connsiteX318" fmla="*/ 181607 w 291428"/>
                <a:gd name="connsiteY318" fmla="*/ 92921 h 226108"/>
                <a:gd name="connsiteX319" fmla="*/ 181607 w 291428"/>
                <a:gd name="connsiteY319" fmla="*/ 95950 h 226108"/>
                <a:gd name="connsiteX320" fmla="*/ 177851 w 291428"/>
                <a:gd name="connsiteY320" fmla="*/ 95950 h 226108"/>
                <a:gd name="connsiteX321" fmla="*/ 179752 w 291428"/>
                <a:gd name="connsiteY321" fmla="*/ 92921 h 226108"/>
                <a:gd name="connsiteX322" fmla="*/ 171126 w 291428"/>
                <a:gd name="connsiteY322" fmla="*/ 105300 h 226108"/>
                <a:gd name="connsiteX323" fmla="*/ 174001 w 291428"/>
                <a:gd name="connsiteY323" fmla="*/ 108593 h 226108"/>
                <a:gd name="connsiteX324" fmla="*/ 172564 w 291428"/>
                <a:gd name="connsiteY324" fmla="*/ 110261 h 226108"/>
                <a:gd name="connsiteX325" fmla="*/ 171126 w 291428"/>
                <a:gd name="connsiteY325" fmla="*/ 108900 h 226108"/>
                <a:gd name="connsiteX326" fmla="*/ 167648 w 291428"/>
                <a:gd name="connsiteY326" fmla="*/ 110261 h 226108"/>
                <a:gd name="connsiteX327" fmla="*/ 167648 w 291428"/>
                <a:gd name="connsiteY327" fmla="*/ 107803 h 226108"/>
                <a:gd name="connsiteX328" fmla="*/ 171126 w 291428"/>
                <a:gd name="connsiteY328" fmla="*/ 105344 h 226108"/>
                <a:gd name="connsiteX329" fmla="*/ 165050 w 291428"/>
                <a:gd name="connsiteY329" fmla="*/ 88004 h 226108"/>
                <a:gd name="connsiteX330" fmla="*/ 168807 w 291428"/>
                <a:gd name="connsiteY330" fmla="*/ 88004 h 226108"/>
                <a:gd name="connsiteX331" fmla="*/ 166488 w 291428"/>
                <a:gd name="connsiteY331" fmla="*/ 92921 h 226108"/>
                <a:gd name="connsiteX332" fmla="*/ 165050 w 291428"/>
                <a:gd name="connsiteY332" fmla="*/ 92921 h 226108"/>
                <a:gd name="connsiteX333" fmla="*/ 165050 w 291428"/>
                <a:gd name="connsiteY333" fmla="*/ 88004 h 226108"/>
                <a:gd name="connsiteX334" fmla="*/ 169132 w 291428"/>
                <a:gd name="connsiteY334" fmla="*/ 140113 h 226108"/>
                <a:gd name="connsiteX335" fmla="*/ 169132 w 291428"/>
                <a:gd name="connsiteY335" fmla="*/ 144240 h 226108"/>
                <a:gd name="connsiteX336" fmla="*/ 166813 w 291428"/>
                <a:gd name="connsiteY336" fmla="*/ 145908 h 226108"/>
                <a:gd name="connsiteX337" fmla="*/ 163937 w 291428"/>
                <a:gd name="connsiteY337" fmla="*/ 144240 h 226108"/>
                <a:gd name="connsiteX338" fmla="*/ 169132 w 291428"/>
                <a:gd name="connsiteY338" fmla="*/ 140113 h 226108"/>
                <a:gd name="connsiteX339" fmla="*/ 161850 w 291428"/>
                <a:gd name="connsiteY339" fmla="*/ 159341 h 226108"/>
                <a:gd name="connsiteX340" fmla="*/ 164169 w 291428"/>
                <a:gd name="connsiteY340" fmla="*/ 160702 h 226108"/>
                <a:gd name="connsiteX341" fmla="*/ 168251 w 291428"/>
                <a:gd name="connsiteY341" fmla="*/ 160702 h 226108"/>
                <a:gd name="connsiteX342" fmla="*/ 171451 w 291428"/>
                <a:gd name="connsiteY342" fmla="*/ 157981 h 226108"/>
                <a:gd name="connsiteX343" fmla="*/ 171451 w 291428"/>
                <a:gd name="connsiteY343" fmla="*/ 162371 h 226108"/>
                <a:gd name="connsiteX344" fmla="*/ 163335 w 291428"/>
                <a:gd name="connsiteY344" fmla="*/ 164039 h 226108"/>
                <a:gd name="connsiteX345" fmla="*/ 159856 w 291428"/>
                <a:gd name="connsiteY345" fmla="*/ 161010 h 226108"/>
                <a:gd name="connsiteX346" fmla="*/ 161897 w 291428"/>
                <a:gd name="connsiteY346" fmla="*/ 159341 h 226108"/>
                <a:gd name="connsiteX347" fmla="*/ 153178 w 291428"/>
                <a:gd name="connsiteY347" fmla="*/ 158244 h 226108"/>
                <a:gd name="connsiteX348" fmla="*/ 149421 w 291428"/>
                <a:gd name="connsiteY348" fmla="*/ 155215 h 226108"/>
                <a:gd name="connsiteX349" fmla="*/ 153178 w 291428"/>
                <a:gd name="connsiteY349" fmla="*/ 155215 h 226108"/>
                <a:gd name="connsiteX350" fmla="*/ 153178 w 291428"/>
                <a:gd name="connsiteY350" fmla="*/ 158244 h 226108"/>
                <a:gd name="connsiteX351" fmla="*/ 158697 w 291428"/>
                <a:gd name="connsiteY351" fmla="*/ 177736 h 226108"/>
                <a:gd name="connsiteX352" fmla="*/ 156378 w 291428"/>
                <a:gd name="connsiteY352" fmla="*/ 175541 h 226108"/>
                <a:gd name="connsiteX353" fmla="*/ 161294 w 291428"/>
                <a:gd name="connsiteY353" fmla="*/ 175672 h 226108"/>
                <a:gd name="connsiteX354" fmla="*/ 163891 w 291428"/>
                <a:gd name="connsiteY354" fmla="*/ 173609 h 226108"/>
                <a:gd name="connsiteX355" fmla="*/ 166210 w 291428"/>
                <a:gd name="connsiteY355" fmla="*/ 173609 h 226108"/>
                <a:gd name="connsiteX356" fmla="*/ 164169 w 291428"/>
                <a:gd name="connsiteY356" fmla="*/ 176638 h 226108"/>
                <a:gd name="connsiteX357" fmla="*/ 158650 w 291428"/>
                <a:gd name="connsiteY357" fmla="*/ 177736 h 226108"/>
                <a:gd name="connsiteX358" fmla="*/ 165050 w 291428"/>
                <a:gd name="connsiteY358" fmla="*/ 193364 h 226108"/>
                <a:gd name="connsiteX359" fmla="*/ 165050 w 291428"/>
                <a:gd name="connsiteY359" fmla="*/ 189501 h 226108"/>
                <a:gd name="connsiteX360" fmla="*/ 168807 w 291428"/>
                <a:gd name="connsiteY360" fmla="*/ 190862 h 226108"/>
                <a:gd name="connsiteX361" fmla="*/ 171126 w 291428"/>
                <a:gd name="connsiteY361" fmla="*/ 193320 h 226108"/>
                <a:gd name="connsiteX362" fmla="*/ 165050 w 291428"/>
                <a:gd name="connsiteY362" fmla="*/ 193320 h 226108"/>
                <a:gd name="connsiteX363" fmla="*/ 174929 w 291428"/>
                <a:gd name="connsiteY363" fmla="*/ 171677 h 226108"/>
                <a:gd name="connsiteX364" fmla="*/ 163335 w 291428"/>
                <a:gd name="connsiteY364" fmla="*/ 169746 h 226108"/>
                <a:gd name="connsiteX365" fmla="*/ 169132 w 291428"/>
                <a:gd name="connsiteY365" fmla="*/ 167814 h 226108"/>
                <a:gd name="connsiteX366" fmla="*/ 174929 w 291428"/>
                <a:gd name="connsiteY366" fmla="*/ 167814 h 226108"/>
                <a:gd name="connsiteX367" fmla="*/ 174929 w 291428"/>
                <a:gd name="connsiteY367" fmla="*/ 171677 h 226108"/>
                <a:gd name="connsiteX368" fmla="*/ 173769 w 291428"/>
                <a:gd name="connsiteY368" fmla="*/ 128875 h 226108"/>
                <a:gd name="connsiteX369" fmla="*/ 167972 w 291428"/>
                <a:gd name="connsiteY369" fmla="*/ 128875 h 226108"/>
                <a:gd name="connsiteX370" fmla="*/ 167972 w 291428"/>
                <a:gd name="connsiteY370" fmla="*/ 125977 h 226108"/>
                <a:gd name="connsiteX371" fmla="*/ 173769 w 291428"/>
                <a:gd name="connsiteY371" fmla="*/ 123080 h 226108"/>
                <a:gd name="connsiteX372" fmla="*/ 176969 w 291428"/>
                <a:gd name="connsiteY372" fmla="*/ 127207 h 226108"/>
                <a:gd name="connsiteX373" fmla="*/ 173769 w 291428"/>
                <a:gd name="connsiteY373" fmla="*/ 128875 h 226108"/>
                <a:gd name="connsiteX374" fmla="*/ 183323 w 291428"/>
                <a:gd name="connsiteY374" fmla="*/ 175541 h 226108"/>
                <a:gd name="connsiteX375" fmla="*/ 177526 w 291428"/>
                <a:gd name="connsiteY375" fmla="*/ 169790 h 226108"/>
                <a:gd name="connsiteX376" fmla="*/ 180123 w 291428"/>
                <a:gd name="connsiteY376" fmla="*/ 169790 h 226108"/>
                <a:gd name="connsiteX377" fmla="*/ 183323 w 291428"/>
                <a:gd name="connsiteY377" fmla="*/ 172819 h 226108"/>
                <a:gd name="connsiteX378" fmla="*/ 183323 w 291428"/>
                <a:gd name="connsiteY378" fmla="*/ 175541 h 226108"/>
                <a:gd name="connsiteX379" fmla="*/ 190558 w 291428"/>
                <a:gd name="connsiteY379" fmla="*/ 179360 h 226108"/>
                <a:gd name="connsiteX380" fmla="*/ 187961 w 291428"/>
                <a:gd name="connsiteY380" fmla="*/ 179360 h 226108"/>
                <a:gd name="connsiteX381" fmla="*/ 187961 w 291428"/>
                <a:gd name="connsiteY381" fmla="*/ 175497 h 226108"/>
                <a:gd name="connsiteX382" fmla="*/ 185364 w 291428"/>
                <a:gd name="connsiteY382" fmla="*/ 171634 h 226108"/>
                <a:gd name="connsiteX383" fmla="*/ 190558 w 291428"/>
                <a:gd name="connsiteY383" fmla="*/ 172994 h 226108"/>
                <a:gd name="connsiteX384" fmla="*/ 190558 w 291428"/>
                <a:gd name="connsiteY384" fmla="*/ 179316 h 226108"/>
                <a:gd name="connsiteX385" fmla="*/ 195196 w 291428"/>
                <a:gd name="connsiteY385" fmla="*/ 160439 h 226108"/>
                <a:gd name="connsiteX386" fmla="*/ 188796 w 291428"/>
                <a:gd name="connsiteY386" fmla="*/ 162634 h 226108"/>
                <a:gd name="connsiteX387" fmla="*/ 186198 w 291428"/>
                <a:gd name="connsiteY387" fmla="*/ 159737 h 226108"/>
                <a:gd name="connsiteX388" fmla="*/ 177201 w 291428"/>
                <a:gd name="connsiteY388" fmla="*/ 160702 h 226108"/>
                <a:gd name="connsiteX389" fmla="*/ 177201 w 291428"/>
                <a:gd name="connsiteY389" fmla="*/ 158244 h 226108"/>
                <a:gd name="connsiteX390" fmla="*/ 183880 w 291428"/>
                <a:gd name="connsiteY390" fmla="*/ 158244 h 226108"/>
                <a:gd name="connsiteX391" fmla="*/ 188517 w 291428"/>
                <a:gd name="connsiteY391" fmla="*/ 156883 h 226108"/>
                <a:gd name="connsiteX392" fmla="*/ 189677 w 291428"/>
                <a:gd name="connsiteY392" fmla="*/ 158244 h 226108"/>
                <a:gd name="connsiteX393" fmla="*/ 195196 w 291428"/>
                <a:gd name="connsiteY393" fmla="*/ 158244 h 226108"/>
                <a:gd name="connsiteX394" fmla="*/ 195196 w 291428"/>
                <a:gd name="connsiteY394" fmla="*/ 160439 h 226108"/>
                <a:gd name="connsiteX395" fmla="*/ 223347 w 291428"/>
                <a:gd name="connsiteY395" fmla="*/ 170009 h 226108"/>
                <a:gd name="connsiteX396" fmla="*/ 223347 w 291428"/>
                <a:gd name="connsiteY396" fmla="*/ 172468 h 226108"/>
                <a:gd name="connsiteX397" fmla="*/ 221028 w 291428"/>
                <a:gd name="connsiteY397" fmla="*/ 172468 h 226108"/>
                <a:gd name="connsiteX398" fmla="*/ 217828 w 291428"/>
                <a:gd name="connsiteY398" fmla="*/ 170009 h 226108"/>
                <a:gd name="connsiteX399" fmla="*/ 223347 w 291428"/>
                <a:gd name="connsiteY399" fmla="*/ 170009 h 226108"/>
                <a:gd name="connsiteX400" fmla="*/ 209434 w 291428"/>
                <a:gd name="connsiteY400" fmla="*/ 105564 h 226108"/>
                <a:gd name="connsiteX401" fmla="*/ 209434 w 291428"/>
                <a:gd name="connsiteY401" fmla="*/ 109032 h 226108"/>
                <a:gd name="connsiteX402" fmla="*/ 203358 w 291428"/>
                <a:gd name="connsiteY402" fmla="*/ 109032 h 226108"/>
                <a:gd name="connsiteX403" fmla="*/ 201318 w 291428"/>
                <a:gd name="connsiteY403" fmla="*/ 111051 h 226108"/>
                <a:gd name="connsiteX404" fmla="*/ 198999 w 291428"/>
                <a:gd name="connsiteY404" fmla="*/ 112500 h 226108"/>
                <a:gd name="connsiteX405" fmla="*/ 198999 w 291428"/>
                <a:gd name="connsiteY405" fmla="*/ 105564 h 226108"/>
                <a:gd name="connsiteX406" fmla="*/ 204193 w 291428"/>
                <a:gd name="connsiteY406" fmla="*/ 103983 h 226108"/>
                <a:gd name="connsiteX407" fmla="*/ 204193 w 291428"/>
                <a:gd name="connsiteY407" fmla="*/ 106661 h 226108"/>
                <a:gd name="connsiteX408" fmla="*/ 209387 w 291428"/>
                <a:gd name="connsiteY408" fmla="*/ 105564 h 226108"/>
                <a:gd name="connsiteX409" fmla="*/ 199277 w 291428"/>
                <a:gd name="connsiteY409" fmla="*/ 63595 h 226108"/>
                <a:gd name="connsiteX410" fmla="*/ 204796 w 291428"/>
                <a:gd name="connsiteY410" fmla="*/ 61927 h 226108"/>
                <a:gd name="connsiteX411" fmla="*/ 203358 w 291428"/>
                <a:gd name="connsiteY411" fmla="*/ 66098 h 226108"/>
                <a:gd name="connsiteX412" fmla="*/ 199277 w 291428"/>
                <a:gd name="connsiteY412" fmla="*/ 70268 h 226108"/>
                <a:gd name="connsiteX413" fmla="*/ 199277 w 291428"/>
                <a:gd name="connsiteY413" fmla="*/ 63595 h 226108"/>
                <a:gd name="connsiteX414" fmla="*/ 197236 w 291428"/>
                <a:gd name="connsiteY414" fmla="*/ 93755 h 226108"/>
                <a:gd name="connsiteX415" fmla="*/ 199694 w 291428"/>
                <a:gd name="connsiteY415" fmla="*/ 92087 h 226108"/>
                <a:gd name="connsiteX416" fmla="*/ 202152 w 291428"/>
                <a:gd name="connsiteY416" fmla="*/ 93755 h 226108"/>
                <a:gd name="connsiteX417" fmla="*/ 197236 w 291428"/>
                <a:gd name="connsiteY417" fmla="*/ 95686 h 226108"/>
                <a:gd name="connsiteX418" fmla="*/ 197236 w 291428"/>
                <a:gd name="connsiteY418" fmla="*/ 93755 h 226108"/>
                <a:gd name="connsiteX419" fmla="*/ 202013 w 291428"/>
                <a:gd name="connsiteY419" fmla="*/ 150254 h 226108"/>
                <a:gd name="connsiteX420" fmla="*/ 198117 w 291428"/>
                <a:gd name="connsiteY420" fmla="*/ 146698 h 226108"/>
                <a:gd name="connsiteX421" fmla="*/ 201596 w 291428"/>
                <a:gd name="connsiteY421" fmla="*/ 146698 h 226108"/>
                <a:gd name="connsiteX422" fmla="*/ 205955 w 291428"/>
                <a:gd name="connsiteY422" fmla="*/ 150254 h 226108"/>
                <a:gd name="connsiteX423" fmla="*/ 202060 w 291428"/>
                <a:gd name="connsiteY423" fmla="*/ 150254 h 226108"/>
                <a:gd name="connsiteX424" fmla="*/ 203173 w 291428"/>
                <a:gd name="connsiteY424" fmla="*/ 125846 h 226108"/>
                <a:gd name="connsiteX425" fmla="*/ 200436 w 291428"/>
                <a:gd name="connsiteY425" fmla="*/ 121456 h 226108"/>
                <a:gd name="connsiteX426" fmla="*/ 197839 w 291428"/>
                <a:gd name="connsiteY426" fmla="*/ 121982 h 226108"/>
                <a:gd name="connsiteX427" fmla="*/ 197839 w 291428"/>
                <a:gd name="connsiteY427" fmla="*/ 118953 h 226108"/>
                <a:gd name="connsiteX428" fmla="*/ 200436 w 291428"/>
                <a:gd name="connsiteY428" fmla="*/ 114563 h 226108"/>
                <a:gd name="connsiteX429" fmla="*/ 202755 w 291428"/>
                <a:gd name="connsiteY429" fmla="*/ 114563 h 226108"/>
                <a:gd name="connsiteX430" fmla="*/ 201596 w 291428"/>
                <a:gd name="connsiteY430" fmla="*/ 119217 h 226108"/>
                <a:gd name="connsiteX431" fmla="*/ 205955 w 291428"/>
                <a:gd name="connsiteY431" fmla="*/ 121675 h 226108"/>
                <a:gd name="connsiteX432" fmla="*/ 203219 w 291428"/>
                <a:gd name="connsiteY432" fmla="*/ 125802 h 226108"/>
                <a:gd name="connsiteX433" fmla="*/ 214071 w 291428"/>
                <a:gd name="connsiteY433" fmla="*/ 195822 h 226108"/>
                <a:gd name="connsiteX434" fmla="*/ 210593 w 291428"/>
                <a:gd name="connsiteY434" fmla="*/ 193364 h 226108"/>
                <a:gd name="connsiteX435" fmla="*/ 213932 w 291428"/>
                <a:gd name="connsiteY435" fmla="*/ 192003 h 226108"/>
                <a:gd name="connsiteX436" fmla="*/ 217271 w 291428"/>
                <a:gd name="connsiteY436" fmla="*/ 193364 h 226108"/>
                <a:gd name="connsiteX437" fmla="*/ 214071 w 291428"/>
                <a:gd name="connsiteY437" fmla="*/ 195822 h 226108"/>
                <a:gd name="connsiteX438" fmla="*/ 227103 w 291428"/>
                <a:gd name="connsiteY438" fmla="*/ 191696 h 226108"/>
                <a:gd name="connsiteX439" fmla="*/ 225063 w 291428"/>
                <a:gd name="connsiteY439" fmla="*/ 188403 h 226108"/>
                <a:gd name="connsiteX440" fmla="*/ 218384 w 291428"/>
                <a:gd name="connsiteY440" fmla="*/ 188403 h 226108"/>
                <a:gd name="connsiteX441" fmla="*/ 214025 w 291428"/>
                <a:gd name="connsiteY441" fmla="*/ 190072 h 226108"/>
                <a:gd name="connsiteX442" fmla="*/ 212773 w 291428"/>
                <a:gd name="connsiteY442" fmla="*/ 188403 h 226108"/>
                <a:gd name="connsiteX443" fmla="*/ 206465 w 291428"/>
                <a:gd name="connsiteY443" fmla="*/ 187306 h 226108"/>
                <a:gd name="connsiteX444" fmla="*/ 206465 w 291428"/>
                <a:gd name="connsiteY444" fmla="*/ 183443 h 226108"/>
                <a:gd name="connsiteX445" fmla="*/ 212773 w 291428"/>
                <a:gd name="connsiteY445" fmla="*/ 183443 h 226108"/>
                <a:gd name="connsiteX446" fmla="*/ 212773 w 291428"/>
                <a:gd name="connsiteY446" fmla="*/ 185638 h 226108"/>
                <a:gd name="connsiteX447" fmla="*/ 220657 w 291428"/>
                <a:gd name="connsiteY447" fmla="*/ 185901 h 226108"/>
                <a:gd name="connsiteX448" fmla="*/ 227335 w 291428"/>
                <a:gd name="connsiteY448" fmla="*/ 187569 h 226108"/>
                <a:gd name="connsiteX449" fmla="*/ 229932 w 291428"/>
                <a:gd name="connsiteY449" fmla="*/ 183443 h 226108"/>
                <a:gd name="connsiteX450" fmla="*/ 234848 w 291428"/>
                <a:gd name="connsiteY450" fmla="*/ 183443 h 226108"/>
                <a:gd name="connsiteX451" fmla="*/ 227010 w 291428"/>
                <a:gd name="connsiteY451" fmla="*/ 191696 h 226108"/>
                <a:gd name="connsiteX452" fmla="*/ 232761 w 291428"/>
                <a:gd name="connsiteY452" fmla="*/ 173609 h 226108"/>
                <a:gd name="connsiteX453" fmla="*/ 230582 w 291428"/>
                <a:gd name="connsiteY453" fmla="*/ 173609 h 226108"/>
                <a:gd name="connsiteX454" fmla="*/ 227382 w 291428"/>
                <a:gd name="connsiteY454" fmla="*/ 169219 h 226108"/>
                <a:gd name="connsiteX455" fmla="*/ 230582 w 291428"/>
                <a:gd name="connsiteY455" fmla="*/ 169219 h 226108"/>
                <a:gd name="connsiteX456" fmla="*/ 232761 w 291428"/>
                <a:gd name="connsiteY456" fmla="*/ 171151 h 226108"/>
                <a:gd name="connsiteX457" fmla="*/ 234060 w 291428"/>
                <a:gd name="connsiteY457" fmla="*/ 169219 h 226108"/>
                <a:gd name="connsiteX458" fmla="*/ 236935 w 291428"/>
                <a:gd name="connsiteY458" fmla="*/ 170185 h 226108"/>
                <a:gd name="connsiteX459" fmla="*/ 232715 w 291428"/>
                <a:gd name="connsiteY459" fmla="*/ 173609 h 226108"/>
                <a:gd name="connsiteX460" fmla="*/ 251730 w 291428"/>
                <a:gd name="connsiteY460" fmla="*/ 173609 h 226108"/>
                <a:gd name="connsiteX461" fmla="*/ 249967 w 291428"/>
                <a:gd name="connsiteY461" fmla="*/ 169921 h 226108"/>
                <a:gd name="connsiteX462" fmla="*/ 249967 w 291428"/>
                <a:gd name="connsiteY462" fmla="*/ 167858 h 226108"/>
                <a:gd name="connsiteX463" fmla="*/ 254048 w 291428"/>
                <a:gd name="connsiteY463" fmla="*/ 166190 h 226108"/>
                <a:gd name="connsiteX464" fmla="*/ 256089 w 291428"/>
                <a:gd name="connsiteY464" fmla="*/ 173609 h 226108"/>
                <a:gd name="connsiteX465" fmla="*/ 251730 w 291428"/>
                <a:gd name="connsiteY465" fmla="*/ 173609 h 226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</a:cxnLst>
              <a:rect l="l" t="t" r="r" b="b"/>
              <a:pathLst>
                <a:path w="291428" h="226108">
                  <a:moveTo>
                    <a:pt x="280112" y="167287"/>
                  </a:moveTo>
                  <a:lnTo>
                    <a:pt x="282710" y="170580"/>
                  </a:lnTo>
                  <a:lnTo>
                    <a:pt x="282710" y="175233"/>
                  </a:lnTo>
                  <a:lnTo>
                    <a:pt x="289388" y="175233"/>
                  </a:lnTo>
                  <a:lnTo>
                    <a:pt x="291429" y="166453"/>
                  </a:lnTo>
                  <a:lnTo>
                    <a:pt x="289991" y="161800"/>
                  </a:lnTo>
                  <a:lnTo>
                    <a:pt x="288228" y="161800"/>
                  </a:lnTo>
                  <a:lnTo>
                    <a:pt x="288228" y="153854"/>
                  </a:lnTo>
                  <a:lnTo>
                    <a:pt x="286188" y="152756"/>
                  </a:lnTo>
                  <a:lnTo>
                    <a:pt x="282710" y="154117"/>
                  </a:lnTo>
                  <a:lnTo>
                    <a:pt x="281272" y="156049"/>
                  </a:lnTo>
                  <a:lnTo>
                    <a:pt x="277515" y="154688"/>
                  </a:lnTo>
                  <a:lnTo>
                    <a:pt x="277515" y="150035"/>
                  </a:lnTo>
                  <a:lnTo>
                    <a:pt x="274315" y="148103"/>
                  </a:lnTo>
                  <a:lnTo>
                    <a:pt x="272553" y="150035"/>
                  </a:lnTo>
                  <a:cubicBezTo>
                    <a:pt x="265875" y="141518"/>
                    <a:pt x="259336" y="138533"/>
                    <a:pt x="259336" y="138533"/>
                  </a:cubicBezTo>
                  <a:lnTo>
                    <a:pt x="259336" y="134977"/>
                  </a:lnTo>
                  <a:lnTo>
                    <a:pt x="256043" y="132255"/>
                  </a:lnTo>
                  <a:lnTo>
                    <a:pt x="256043" y="138577"/>
                  </a:lnTo>
                  <a:lnTo>
                    <a:pt x="253724" y="138577"/>
                  </a:lnTo>
                  <a:lnTo>
                    <a:pt x="246767" y="134187"/>
                  </a:lnTo>
                  <a:cubicBezTo>
                    <a:pt x="246767" y="128436"/>
                    <a:pt x="239254" y="126504"/>
                    <a:pt x="239254" y="126504"/>
                  </a:cubicBezTo>
                  <a:cubicBezTo>
                    <a:pt x="241573" y="120183"/>
                    <a:pt x="232715" y="116363"/>
                    <a:pt x="232715" y="116363"/>
                  </a:cubicBezTo>
                  <a:lnTo>
                    <a:pt x="230257" y="112588"/>
                  </a:lnTo>
                  <a:cubicBezTo>
                    <a:pt x="235173" y="107144"/>
                    <a:pt x="232715" y="100164"/>
                    <a:pt x="232715" y="100164"/>
                  </a:cubicBezTo>
                  <a:cubicBezTo>
                    <a:pt x="239254" y="100164"/>
                    <a:pt x="234292" y="93843"/>
                    <a:pt x="234292" y="93843"/>
                  </a:cubicBezTo>
                  <a:cubicBezTo>
                    <a:pt x="236332" y="86160"/>
                    <a:pt x="227613" y="75448"/>
                    <a:pt x="227613" y="75448"/>
                  </a:cubicBezTo>
                  <a:cubicBezTo>
                    <a:pt x="228495" y="68337"/>
                    <a:pt x="224135" y="65308"/>
                    <a:pt x="224135" y="65308"/>
                  </a:cubicBezTo>
                  <a:cubicBezTo>
                    <a:pt x="226454" y="53235"/>
                    <a:pt x="220054" y="49416"/>
                    <a:pt x="220054" y="49416"/>
                  </a:cubicBezTo>
                  <a:cubicBezTo>
                    <a:pt x="221213" y="35982"/>
                    <a:pt x="217179" y="34577"/>
                    <a:pt x="217179" y="34577"/>
                  </a:cubicBezTo>
                  <a:cubicBezTo>
                    <a:pt x="218941" y="27729"/>
                    <a:pt x="204147" y="14252"/>
                    <a:pt x="204147" y="14252"/>
                  </a:cubicBezTo>
                  <a:cubicBezTo>
                    <a:pt x="204147" y="14252"/>
                    <a:pt x="199787" y="1652"/>
                    <a:pt x="194315" y="4111"/>
                  </a:cubicBezTo>
                  <a:cubicBezTo>
                    <a:pt x="188842" y="6569"/>
                    <a:pt x="194593" y="10696"/>
                    <a:pt x="194593" y="10696"/>
                  </a:cubicBezTo>
                  <a:lnTo>
                    <a:pt x="190233" y="9862"/>
                  </a:lnTo>
                  <a:cubicBezTo>
                    <a:pt x="184158" y="-16"/>
                    <a:pt x="176877" y="3013"/>
                    <a:pt x="176877" y="3013"/>
                  </a:cubicBezTo>
                  <a:lnTo>
                    <a:pt x="176877" y="8457"/>
                  </a:lnTo>
                  <a:cubicBezTo>
                    <a:pt x="169039" y="9467"/>
                    <a:pt x="174836" y="17852"/>
                    <a:pt x="174836" y="17852"/>
                  </a:cubicBezTo>
                  <a:lnTo>
                    <a:pt x="175717" y="28695"/>
                  </a:lnTo>
                  <a:lnTo>
                    <a:pt x="176877" y="32690"/>
                  </a:lnTo>
                  <a:lnTo>
                    <a:pt x="176877" y="39011"/>
                  </a:lnTo>
                  <a:lnTo>
                    <a:pt x="180077" y="43138"/>
                  </a:lnTo>
                  <a:cubicBezTo>
                    <a:pt x="179196" y="46430"/>
                    <a:pt x="180077" y="50250"/>
                    <a:pt x="180077" y="50250"/>
                  </a:cubicBezTo>
                  <a:lnTo>
                    <a:pt x="181514" y="54640"/>
                  </a:lnTo>
                  <a:cubicBezTo>
                    <a:pt x="176320" y="59293"/>
                    <a:pt x="183277" y="65351"/>
                    <a:pt x="183277" y="65351"/>
                  </a:cubicBezTo>
                  <a:cubicBezTo>
                    <a:pt x="182720" y="69215"/>
                    <a:pt x="187914" y="74131"/>
                    <a:pt x="187914" y="74131"/>
                  </a:cubicBezTo>
                  <a:lnTo>
                    <a:pt x="188471" y="78521"/>
                  </a:lnTo>
                  <a:lnTo>
                    <a:pt x="184993" y="80980"/>
                  </a:lnTo>
                  <a:lnTo>
                    <a:pt x="180077" y="84536"/>
                  </a:lnTo>
                  <a:lnTo>
                    <a:pt x="183277" y="88092"/>
                  </a:lnTo>
                  <a:lnTo>
                    <a:pt x="178639" y="86731"/>
                  </a:lnTo>
                  <a:cubicBezTo>
                    <a:pt x="178639" y="86731"/>
                    <a:pt x="172564" y="80673"/>
                    <a:pt x="172842" y="79882"/>
                  </a:cubicBezTo>
                  <a:cubicBezTo>
                    <a:pt x="173120" y="79092"/>
                    <a:pt x="173398" y="74131"/>
                    <a:pt x="173398" y="74131"/>
                  </a:cubicBezTo>
                  <a:lnTo>
                    <a:pt x="173398" y="70400"/>
                  </a:lnTo>
                  <a:lnTo>
                    <a:pt x="170801" y="72200"/>
                  </a:lnTo>
                  <a:lnTo>
                    <a:pt x="170245" y="61225"/>
                  </a:lnTo>
                  <a:cubicBezTo>
                    <a:pt x="167369" y="59557"/>
                    <a:pt x="167045" y="52708"/>
                    <a:pt x="167648" y="46123"/>
                  </a:cubicBezTo>
                  <a:cubicBezTo>
                    <a:pt x="168251" y="39538"/>
                    <a:pt x="161850" y="41470"/>
                    <a:pt x="161850" y="41470"/>
                  </a:cubicBezTo>
                  <a:cubicBezTo>
                    <a:pt x="161850" y="33217"/>
                    <a:pt x="156656" y="32690"/>
                    <a:pt x="156656" y="32690"/>
                  </a:cubicBezTo>
                  <a:cubicBezTo>
                    <a:pt x="156656" y="30495"/>
                    <a:pt x="152900" y="26368"/>
                    <a:pt x="152900" y="26368"/>
                  </a:cubicBezTo>
                  <a:cubicBezTo>
                    <a:pt x="152900" y="23076"/>
                    <a:pt x="145665" y="21144"/>
                    <a:pt x="145665" y="21144"/>
                  </a:cubicBezTo>
                  <a:lnTo>
                    <a:pt x="134070" y="19783"/>
                  </a:lnTo>
                  <a:lnTo>
                    <a:pt x="133514" y="23866"/>
                  </a:lnTo>
                  <a:lnTo>
                    <a:pt x="136992" y="28739"/>
                  </a:lnTo>
                  <a:lnTo>
                    <a:pt x="141630" y="28739"/>
                  </a:lnTo>
                  <a:cubicBezTo>
                    <a:pt x="141630" y="33260"/>
                    <a:pt x="145711" y="32734"/>
                    <a:pt x="145711" y="32734"/>
                  </a:cubicBezTo>
                  <a:lnTo>
                    <a:pt x="148911" y="36948"/>
                  </a:lnTo>
                  <a:lnTo>
                    <a:pt x="144273" y="34929"/>
                  </a:lnTo>
                  <a:lnTo>
                    <a:pt x="143114" y="36948"/>
                  </a:lnTo>
                  <a:lnTo>
                    <a:pt x="149189" y="43709"/>
                  </a:lnTo>
                  <a:lnTo>
                    <a:pt x="147752" y="47001"/>
                  </a:lnTo>
                  <a:lnTo>
                    <a:pt x="145711" y="42611"/>
                  </a:lnTo>
                  <a:lnTo>
                    <a:pt x="141955" y="42875"/>
                  </a:lnTo>
                  <a:lnTo>
                    <a:pt x="145711" y="47528"/>
                  </a:lnTo>
                  <a:lnTo>
                    <a:pt x="143392" y="47265"/>
                  </a:lnTo>
                  <a:lnTo>
                    <a:pt x="138476" y="43972"/>
                  </a:lnTo>
                  <a:cubicBezTo>
                    <a:pt x="132957" y="39319"/>
                    <a:pt x="132076" y="46167"/>
                    <a:pt x="132076" y="46167"/>
                  </a:cubicBezTo>
                  <a:cubicBezTo>
                    <a:pt x="128320" y="45904"/>
                    <a:pt x="129479" y="54113"/>
                    <a:pt x="129479" y="54113"/>
                  </a:cubicBezTo>
                  <a:lnTo>
                    <a:pt x="126001" y="53015"/>
                  </a:lnTo>
                  <a:lnTo>
                    <a:pt x="126882" y="46694"/>
                  </a:lnTo>
                  <a:lnTo>
                    <a:pt x="124285" y="48889"/>
                  </a:lnTo>
                  <a:lnTo>
                    <a:pt x="120482" y="55737"/>
                  </a:lnTo>
                  <a:lnTo>
                    <a:pt x="112691" y="54903"/>
                  </a:lnTo>
                  <a:lnTo>
                    <a:pt x="117607" y="50513"/>
                  </a:lnTo>
                  <a:cubicBezTo>
                    <a:pt x="121363" y="50513"/>
                    <a:pt x="121363" y="45860"/>
                    <a:pt x="125120" y="40636"/>
                  </a:cubicBezTo>
                  <a:cubicBezTo>
                    <a:pt x="128876" y="35412"/>
                    <a:pt x="123079" y="32690"/>
                    <a:pt x="123079" y="32690"/>
                  </a:cubicBezTo>
                  <a:cubicBezTo>
                    <a:pt x="123079" y="31022"/>
                    <a:pt x="118998" y="26939"/>
                    <a:pt x="115566" y="26368"/>
                  </a:cubicBezTo>
                  <a:cubicBezTo>
                    <a:pt x="112134" y="25797"/>
                    <a:pt x="101653" y="19520"/>
                    <a:pt x="96737" y="19783"/>
                  </a:cubicBezTo>
                  <a:cubicBezTo>
                    <a:pt x="91821" y="20047"/>
                    <a:pt x="88621" y="32690"/>
                    <a:pt x="88621" y="32690"/>
                  </a:cubicBezTo>
                  <a:cubicBezTo>
                    <a:pt x="92377" y="33217"/>
                    <a:pt x="90383" y="36904"/>
                    <a:pt x="90383" y="36904"/>
                  </a:cubicBezTo>
                  <a:cubicBezTo>
                    <a:pt x="80551" y="35368"/>
                    <a:pt x="77026" y="42260"/>
                    <a:pt x="77026" y="42260"/>
                  </a:cubicBezTo>
                  <a:lnTo>
                    <a:pt x="72110" y="43357"/>
                  </a:lnTo>
                  <a:lnTo>
                    <a:pt x="70348" y="42523"/>
                  </a:lnTo>
                  <a:lnTo>
                    <a:pt x="76748" y="36860"/>
                  </a:lnTo>
                  <a:cubicBezTo>
                    <a:pt x="76192" y="29836"/>
                    <a:pt x="82267" y="30451"/>
                    <a:pt x="82267" y="30451"/>
                  </a:cubicBezTo>
                  <a:cubicBezTo>
                    <a:pt x="83427" y="27992"/>
                    <a:pt x="81711" y="20310"/>
                    <a:pt x="81711" y="20310"/>
                  </a:cubicBezTo>
                  <a:cubicBezTo>
                    <a:pt x="85792" y="16754"/>
                    <a:pt x="84029" y="5779"/>
                    <a:pt x="78232" y="1389"/>
                  </a:cubicBezTo>
                  <a:cubicBezTo>
                    <a:pt x="72435" y="-3001"/>
                    <a:pt x="67519" y="4418"/>
                    <a:pt x="67519" y="4418"/>
                  </a:cubicBezTo>
                  <a:cubicBezTo>
                    <a:pt x="58800" y="3584"/>
                    <a:pt x="60006" y="8457"/>
                    <a:pt x="60006" y="8457"/>
                  </a:cubicBezTo>
                  <a:cubicBezTo>
                    <a:pt x="48412" y="11398"/>
                    <a:pt x="38255" y="20047"/>
                    <a:pt x="38255" y="20047"/>
                  </a:cubicBezTo>
                  <a:cubicBezTo>
                    <a:pt x="30742" y="21715"/>
                    <a:pt x="27217" y="26368"/>
                    <a:pt x="27217" y="26368"/>
                  </a:cubicBezTo>
                  <a:lnTo>
                    <a:pt x="18220" y="36904"/>
                  </a:lnTo>
                  <a:cubicBezTo>
                    <a:pt x="13861" y="37563"/>
                    <a:pt x="10382" y="47484"/>
                    <a:pt x="10707" y="49679"/>
                  </a:cubicBezTo>
                  <a:cubicBezTo>
                    <a:pt x="11032" y="51874"/>
                    <a:pt x="18823" y="53542"/>
                    <a:pt x="18823" y="53542"/>
                  </a:cubicBezTo>
                  <a:cubicBezTo>
                    <a:pt x="19982" y="58196"/>
                    <a:pt x="15623" y="58766"/>
                    <a:pt x="15623" y="58766"/>
                  </a:cubicBezTo>
                  <a:cubicBezTo>
                    <a:pt x="4910" y="58766"/>
                    <a:pt x="8110" y="66186"/>
                    <a:pt x="8110" y="66186"/>
                  </a:cubicBezTo>
                  <a:cubicBezTo>
                    <a:pt x="8110" y="66186"/>
                    <a:pt x="1431" y="72507"/>
                    <a:pt x="272" y="74702"/>
                  </a:cubicBezTo>
                  <a:cubicBezTo>
                    <a:pt x="-887" y="76897"/>
                    <a:pt x="2034" y="87345"/>
                    <a:pt x="2034" y="87345"/>
                  </a:cubicBezTo>
                  <a:lnTo>
                    <a:pt x="6116" y="88706"/>
                  </a:lnTo>
                  <a:lnTo>
                    <a:pt x="6116" y="85984"/>
                  </a:lnTo>
                  <a:lnTo>
                    <a:pt x="10197" y="87082"/>
                  </a:lnTo>
                  <a:cubicBezTo>
                    <a:pt x="11078" y="89804"/>
                    <a:pt x="16875" y="89540"/>
                    <a:pt x="16875" y="89540"/>
                  </a:cubicBezTo>
                  <a:lnTo>
                    <a:pt x="18916" y="85984"/>
                  </a:lnTo>
                  <a:lnTo>
                    <a:pt x="22719" y="91209"/>
                  </a:lnTo>
                  <a:cubicBezTo>
                    <a:pt x="10290" y="90682"/>
                    <a:pt x="14556" y="97794"/>
                    <a:pt x="14835" y="99462"/>
                  </a:cubicBezTo>
                  <a:cubicBezTo>
                    <a:pt x="15113" y="101130"/>
                    <a:pt x="27588" y="99462"/>
                    <a:pt x="27588" y="99462"/>
                  </a:cubicBezTo>
                  <a:lnTo>
                    <a:pt x="24713" y="95072"/>
                  </a:lnTo>
                  <a:lnTo>
                    <a:pt x="26475" y="93974"/>
                  </a:lnTo>
                  <a:lnTo>
                    <a:pt x="29351" y="98101"/>
                  </a:lnTo>
                  <a:cubicBezTo>
                    <a:pt x="32226" y="100296"/>
                    <a:pt x="42383" y="93447"/>
                    <a:pt x="42383" y="93447"/>
                  </a:cubicBezTo>
                  <a:cubicBezTo>
                    <a:pt x="46742" y="95906"/>
                    <a:pt x="56018" y="90989"/>
                    <a:pt x="56018" y="90989"/>
                  </a:cubicBezTo>
                  <a:lnTo>
                    <a:pt x="59218" y="92657"/>
                  </a:lnTo>
                  <a:lnTo>
                    <a:pt x="65015" y="92921"/>
                  </a:lnTo>
                  <a:lnTo>
                    <a:pt x="66174" y="95116"/>
                  </a:lnTo>
                  <a:lnTo>
                    <a:pt x="59496" y="95116"/>
                  </a:lnTo>
                  <a:lnTo>
                    <a:pt x="53699" y="94282"/>
                  </a:lnTo>
                  <a:cubicBezTo>
                    <a:pt x="50499" y="94282"/>
                    <a:pt x="50823" y="98145"/>
                    <a:pt x="50823" y="98145"/>
                  </a:cubicBezTo>
                  <a:lnTo>
                    <a:pt x="55183" y="98408"/>
                  </a:lnTo>
                  <a:lnTo>
                    <a:pt x="54904" y="100603"/>
                  </a:lnTo>
                  <a:lnTo>
                    <a:pt x="49988" y="100603"/>
                  </a:lnTo>
                  <a:lnTo>
                    <a:pt x="49988" y="104247"/>
                  </a:lnTo>
                  <a:lnTo>
                    <a:pt x="48226" y="105564"/>
                  </a:lnTo>
                  <a:lnTo>
                    <a:pt x="47670" y="100076"/>
                  </a:lnTo>
                  <a:cubicBezTo>
                    <a:pt x="43588" y="100076"/>
                    <a:pt x="36956" y="104247"/>
                    <a:pt x="36956" y="104247"/>
                  </a:cubicBezTo>
                  <a:cubicBezTo>
                    <a:pt x="36956" y="104247"/>
                    <a:pt x="11727" y="108022"/>
                    <a:pt x="11727" y="117066"/>
                  </a:cubicBezTo>
                  <a:cubicBezTo>
                    <a:pt x="11727" y="126109"/>
                    <a:pt x="22811" y="129402"/>
                    <a:pt x="22811" y="129402"/>
                  </a:cubicBezTo>
                  <a:lnTo>
                    <a:pt x="22811" y="131860"/>
                  </a:lnTo>
                  <a:cubicBezTo>
                    <a:pt x="22858" y="137084"/>
                    <a:pt x="48273" y="134318"/>
                    <a:pt x="48273" y="134318"/>
                  </a:cubicBezTo>
                  <a:cubicBezTo>
                    <a:pt x="50591" y="138182"/>
                    <a:pt x="53467" y="135152"/>
                    <a:pt x="53467" y="135152"/>
                  </a:cubicBezTo>
                  <a:cubicBezTo>
                    <a:pt x="64505" y="137347"/>
                    <a:pt x="85050" y="130499"/>
                    <a:pt x="85050" y="130499"/>
                  </a:cubicBezTo>
                  <a:cubicBezTo>
                    <a:pt x="87925" y="133792"/>
                    <a:pt x="92285" y="132167"/>
                    <a:pt x="92285" y="132167"/>
                  </a:cubicBezTo>
                  <a:cubicBezTo>
                    <a:pt x="101560" y="139850"/>
                    <a:pt x="112598" y="139279"/>
                    <a:pt x="112598" y="139279"/>
                  </a:cubicBezTo>
                  <a:cubicBezTo>
                    <a:pt x="110557" y="148893"/>
                    <a:pt x="121873" y="146128"/>
                    <a:pt x="121873" y="146128"/>
                  </a:cubicBezTo>
                  <a:lnTo>
                    <a:pt x="120714" y="149683"/>
                  </a:lnTo>
                  <a:cubicBezTo>
                    <a:pt x="110279" y="149157"/>
                    <a:pt x="103925" y="152405"/>
                    <a:pt x="103925" y="152405"/>
                  </a:cubicBezTo>
                  <a:lnTo>
                    <a:pt x="99009" y="152142"/>
                  </a:lnTo>
                  <a:cubicBezTo>
                    <a:pt x="90615" y="146391"/>
                    <a:pt x="83055" y="150210"/>
                    <a:pt x="83055" y="150210"/>
                  </a:cubicBezTo>
                  <a:cubicBezTo>
                    <a:pt x="68261" y="144459"/>
                    <a:pt x="32922" y="157629"/>
                    <a:pt x="32922" y="157629"/>
                  </a:cubicBezTo>
                  <a:cubicBezTo>
                    <a:pt x="25965" y="158990"/>
                    <a:pt x="29722" y="165575"/>
                    <a:pt x="29722" y="165575"/>
                  </a:cubicBezTo>
                  <a:cubicBezTo>
                    <a:pt x="27403" y="172160"/>
                    <a:pt x="35241" y="176287"/>
                    <a:pt x="35241" y="176287"/>
                  </a:cubicBezTo>
                  <a:cubicBezTo>
                    <a:pt x="36122" y="181511"/>
                    <a:pt x="41316" y="182345"/>
                    <a:pt x="41316" y="182345"/>
                  </a:cubicBezTo>
                  <a:cubicBezTo>
                    <a:pt x="50870" y="197710"/>
                    <a:pt x="66267" y="193057"/>
                    <a:pt x="66267" y="193057"/>
                  </a:cubicBezTo>
                  <a:cubicBezTo>
                    <a:pt x="70348" y="194154"/>
                    <a:pt x="72945" y="192223"/>
                    <a:pt x="79299" y="192793"/>
                  </a:cubicBezTo>
                  <a:cubicBezTo>
                    <a:pt x="85653" y="193364"/>
                    <a:pt x="86812" y="196657"/>
                    <a:pt x="86812" y="205963"/>
                  </a:cubicBezTo>
                  <a:cubicBezTo>
                    <a:pt x="86812" y="215270"/>
                    <a:pt x="94928" y="222689"/>
                    <a:pt x="94928" y="222689"/>
                  </a:cubicBezTo>
                  <a:cubicBezTo>
                    <a:pt x="100725" y="226245"/>
                    <a:pt x="106244" y="225982"/>
                    <a:pt x="106244" y="225982"/>
                  </a:cubicBezTo>
                  <a:cubicBezTo>
                    <a:pt x="107682" y="226816"/>
                    <a:pt x="125073" y="223260"/>
                    <a:pt x="125073" y="223260"/>
                  </a:cubicBezTo>
                  <a:lnTo>
                    <a:pt x="128830" y="222162"/>
                  </a:lnTo>
                  <a:lnTo>
                    <a:pt x="130268" y="226026"/>
                  </a:lnTo>
                  <a:lnTo>
                    <a:pt x="134627" y="226026"/>
                  </a:lnTo>
                  <a:lnTo>
                    <a:pt x="134627" y="221636"/>
                  </a:lnTo>
                  <a:cubicBezTo>
                    <a:pt x="167648" y="220538"/>
                    <a:pt x="168853" y="207632"/>
                    <a:pt x="168853" y="207632"/>
                  </a:cubicBezTo>
                  <a:cubicBezTo>
                    <a:pt x="186245" y="206797"/>
                    <a:pt x="190280" y="202715"/>
                    <a:pt x="190604" y="200520"/>
                  </a:cubicBezTo>
                  <a:cubicBezTo>
                    <a:pt x="190929" y="198325"/>
                    <a:pt x="196123" y="194198"/>
                    <a:pt x="196123" y="194198"/>
                  </a:cubicBezTo>
                  <a:lnTo>
                    <a:pt x="193248" y="192530"/>
                  </a:lnTo>
                  <a:lnTo>
                    <a:pt x="193248" y="189808"/>
                  </a:lnTo>
                  <a:lnTo>
                    <a:pt x="196726" y="189808"/>
                  </a:lnTo>
                  <a:cubicBezTo>
                    <a:pt x="196726" y="189808"/>
                    <a:pt x="198767" y="184891"/>
                    <a:pt x="200204" y="184321"/>
                  </a:cubicBezTo>
                  <a:cubicBezTo>
                    <a:pt x="201642" y="183750"/>
                    <a:pt x="204564" y="187613"/>
                    <a:pt x="204564" y="187613"/>
                  </a:cubicBezTo>
                  <a:lnTo>
                    <a:pt x="204564" y="198325"/>
                  </a:lnTo>
                  <a:lnTo>
                    <a:pt x="209758" y="198325"/>
                  </a:lnTo>
                  <a:lnTo>
                    <a:pt x="215555" y="198588"/>
                  </a:lnTo>
                  <a:lnTo>
                    <a:pt x="219637" y="202144"/>
                  </a:lnTo>
                  <a:lnTo>
                    <a:pt x="225712" y="201047"/>
                  </a:lnTo>
                  <a:lnTo>
                    <a:pt x="225434" y="204602"/>
                  </a:lnTo>
                  <a:lnTo>
                    <a:pt x="221677" y="207061"/>
                  </a:lnTo>
                  <a:cubicBezTo>
                    <a:pt x="226871" y="213119"/>
                    <a:pt x="233132" y="210090"/>
                    <a:pt x="233132" y="210090"/>
                  </a:cubicBezTo>
                  <a:lnTo>
                    <a:pt x="234431" y="207895"/>
                  </a:lnTo>
                  <a:lnTo>
                    <a:pt x="238512" y="210090"/>
                  </a:lnTo>
                  <a:lnTo>
                    <a:pt x="244031" y="211187"/>
                  </a:lnTo>
                  <a:lnTo>
                    <a:pt x="248251" y="212417"/>
                  </a:lnTo>
                  <a:lnTo>
                    <a:pt x="253909" y="211714"/>
                  </a:lnTo>
                  <a:cubicBezTo>
                    <a:pt x="260588" y="214436"/>
                    <a:pt x="257991" y="208158"/>
                    <a:pt x="259799" y="209519"/>
                  </a:cubicBezTo>
                  <a:cubicBezTo>
                    <a:pt x="261654" y="210880"/>
                    <a:pt x="265782" y="207324"/>
                    <a:pt x="265782" y="207324"/>
                  </a:cubicBezTo>
                  <a:lnTo>
                    <a:pt x="270141" y="205393"/>
                  </a:lnTo>
                  <a:cubicBezTo>
                    <a:pt x="270141" y="205393"/>
                    <a:pt x="274779" y="206490"/>
                    <a:pt x="275939" y="200739"/>
                  </a:cubicBezTo>
                  <a:cubicBezTo>
                    <a:pt x="277098" y="194988"/>
                    <a:pt x="273620" y="194418"/>
                    <a:pt x="272182" y="194418"/>
                  </a:cubicBezTo>
                  <a:cubicBezTo>
                    <a:pt x="270744" y="194418"/>
                    <a:pt x="271625" y="190028"/>
                    <a:pt x="271625" y="190028"/>
                  </a:cubicBezTo>
                  <a:cubicBezTo>
                    <a:pt x="273063" y="188359"/>
                    <a:pt x="273944" y="185638"/>
                    <a:pt x="271069" y="183706"/>
                  </a:cubicBezTo>
                  <a:cubicBezTo>
                    <a:pt x="268193" y="181774"/>
                    <a:pt x="262072" y="187833"/>
                    <a:pt x="262072" y="187833"/>
                  </a:cubicBezTo>
                  <a:lnTo>
                    <a:pt x="259846" y="187569"/>
                  </a:lnTo>
                  <a:lnTo>
                    <a:pt x="258593" y="192486"/>
                  </a:lnTo>
                  <a:lnTo>
                    <a:pt x="255393" y="198237"/>
                  </a:lnTo>
                  <a:lnTo>
                    <a:pt x="253353" y="198237"/>
                  </a:lnTo>
                  <a:lnTo>
                    <a:pt x="256831" y="190291"/>
                  </a:lnTo>
                  <a:lnTo>
                    <a:pt x="256831" y="183706"/>
                  </a:lnTo>
                  <a:lnTo>
                    <a:pt x="254791" y="183706"/>
                  </a:lnTo>
                  <a:lnTo>
                    <a:pt x="254791" y="181511"/>
                  </a:lnTo>
                  <a:lnTo>
                    <a:pt x="249596" y="179053"/>
                  </a:lnTo>
                  <a:lnTo>
                    <a:pt x="250477" y="174663"/>
                  </a:lnTo>
                  <a:cubicBezTo>
                    <a:pt x="251359" y="177384"/>
                    <a:pt x="258315" y="181511"/>
                    <a:pt x="258315" y="181511"/>
                  </a:cubicBezTo>
                  <a:lnTo>
                    <a:pt x="263834" y="181511"/>
                  </a:lnTo>
                  <a:lnTo>
                    <a:pt x="265272" y="177955"/>
                  </a:lnTo>
                  <a:lnTo>
                    <a:pt x="263509" y="175497"/>
                  </a:lnTo>
                  <a:lnTo>
                    <a:pt x="263509" y="172775"/>
                  </a:lnTo>
                  <a:lnTo>
                    <a:pt x="268425" y="171677"/>
                  </a:lnTo>
                  <a:lnTo>
                    <a:pt x="270188" y="168385"/>
                  </a:lnTo>
                  <a:lnTo>
                    <a:pt x="273063" y="168385"/>
                  </a:lnTo>
                  <a:lnTo>
                    <a:pt x="273944" y="173038"/>
                  </a:lnTo>
                  <a:lnTo>
                    <a:pt x="279139" y="175497"/>
                  </a:lnTo>
                  <a:lnTo>
                    <a:pt x="280576" y="167551"/>
                  </a:lnTo>
                  <a:close/>
                  <a:moveTo>
                    <a:pt x="31994" y="50952"/>
                  </a:moveTo>
                  <a:lnTo>
                    <a:pt x="28794" y="49284"/>
                  </a:lnTo>
                  <a:lnTo>
                    <a:pt x="31994" y="47616"/>
                  </a:lnTo>
                  <a:lnTo>
                    <a:pt x="34313" y="49811"/>
                  </a:lnTo>
                  <a:lnTo>
                    <a:pt x="31994" y="50908"/>
                  </a:lnTo>
                  <a:close/>
                  <a:moveTo>
                    <a:pt x="57502" y="85238"/>
                  </a:moveTo>
                  <a:lnTo>
                    <a:pt x="55183" y="85238"/>
                  </a:lnTo>
                  <a:lnTo>
                    <a:pt x="55183" y="82209"/>
                  </a:lnTo>
                  <a:lnTo>
                    <a:pt x="60099" y="83702"/>
                  </a:lnTo>
                  <a:lnTo>
                    <a:pt x="57502" y="85194"/>
                  </a:lnTo>
                  <a:close/>
                  <a:moveTo>
                    <a:pt x="28562" y="131333"/>
                  </a:moveTo>
                  <a:lnTo>
                    <a:pt x="26243" y="132694"/>
                  </a:lnTo>
                  <a:lnTo>
                    <a:pt x="26243" y="127207"/>
                  </a:lnTo>
                  <a:lnTo>
                    <a:pt x="28562" y="127207"/>
                  </a:lnTo>
                  <a:lnTo>
                    <a:pt x="28562" y="131333"/>
                  </a:lnTo>
                  <a:close/>
                  <a:moveTo>
                    <a:pt x="66174" y="97223"/>
                  </a:moveTo>
                  <a:lnTo>
                    <a:pt x="67334" y="95291"/>
                  </a:lnTo>
                  <a:lnTo>
                    <a:pt x="71971" y="95291"/>
                  </a:lnTo>
                  <a:lnTo>
                    <a:pt x="75171" y="97223"/>
                  </a:lnTo>
                  <a:lnTo>
                    <a:pt x="66174" y="97223"/>
                  </a:lnTo>
                  <a:close/>
                  <a:moveTo>
                    <a:pt x="83890" y="97574"/>
                  </a:moveTo>
                  <a:lnTo>
                    <a:pt x="80412" y="93711"/>
                  </a:lnTo>
                  <a:lnTo>
                    <a:pt x="85328" y="93711"/>
                  </a:lnTo>
                  <a:lnTo>
                    <a:pt x="83890" y="97574"/>
                  </a:lnTo>
                  <a:close/>
                  <a:moveTo>
                    <a:pt x="88853" y="180194"/>
                  </a:moveTo>
                  <a:lnTo>
                    <a:pt x="88853" y="177165"/>
                  </a:lnTo>
                  <a:lnTo>
                    <a:pt x="91172" y="175804"/>
                  </a:lnTo>
                  <a:lnTo>
                    <a:pt x="90893" y="178701"/>
                  </a:lnTo>
                  <a:lnTo>
                    <a:pt x="95253" y="178701"/>
                  </a:lnTo>
                  <a:lnTo>
                    <a:pt x="97015" y="180194"/>
                  </a:lnTo>
                  <a:lnTo>
                    <a:pt x="88899" y="180194"/>
                  </a:lnTo>
                  <a:close/>
                  <a:moveTo>
                    <a:pt x="143021" y="122861"/>
                  </a:moveTo>
                  <a:lnTo>
                    <a:pt x="139265" y="125319"/>
                  </a:lnTo>
                  <a:lnTo>
                    <a:pt x="137502" y="122861"/>
                  </a:lnTo>
                  <a:lnTo>
                    <a:pt x="143021" y="122861"/>
                  </a:lnTo>
                  <a:close/>
                  <a:moveTo>
                    <a:pt x="138662" y="170009"/>
                  </a:moveTo>
                  <a:lnTo>
                    <a:pt x="139821" y="172731"/>
                  </a:lnTo>
                  <a:lnTo>
                    <a:pt x="136343" y="172731"/>
                  </a:lnTo>
                  <a:lnTo>
                    <a:pt x="134581" y="170009"/>
                  </a:lnTo>
                  <a:lnTo>
                    <a:pt x="138662" y="170009"/>
                  </a:lnTo>
                  <a:close/>
                  <a:moveTo>
                    <a:pt x="114035" y="123914"/>
                  </a:moveTo>
                  <a:lnTo>
                    <a:pt x="110279" y="121456"/>
                  </a:lnTo>
                  <a:lnTo>
                    <a:pt x="106522" y="118163"/>
                  </a:lnTo>
                  <a:lnTo>
                    <a:pt x="111438" y="115968"/>
                  </a:lnTo>
                  <a:lnTo>
                    <a:pt x="114035" y="118163"/>
                  </a:lnTo>
                  <a:lnTo>
                    <a:pt x="114035" y="123914"/>
                  </a:lnTo>
                  <a:close/>
                  <a:moveTo>
                    <a:pt x="119276" y="63025"/>
                  </a:moveTo>
                  <a:lnTo>
                    <a:pt x="117838" y="60303"/>
                  </a:lnTo>
                  <a:lnTo>
                    <a:pt x="121595" y="58635"/>
                  </a:lnTo>
                  <a:lnTo>
                    <a:pt x="121595" y="63025"/>
                  </a:lnTo>
                  <a:lnTo>
                    <a:pt x="119276" y="63025"/>
                  </a:lnTo>
                  <a:close/>
                  <a:moveTo>
                    <a:pt x="105363" y="168648"/>
                  </a:moveTo>
                  <a:lnTo>
                    <a:pt x="101003" y="166453"/>
                  </a:lnTo>
                  <a:lnTo>
                    <a:pt x="103044" y="161536"/>
                  </a:lnTo>
                  <a:lnTo>
                    <a:pt x="108238" y="165092"/>
                  </a:lnTo>
                  <a:lnTo>
                    <a:pt x="105363" y="168648"/>
                  </a:lnTo>
                  <a:close/>
                  <a:moveTo>
                    <a:pt x="113479" y="191959"/>
                  </a:moveTo>
                  <a:lnTo>
                    <a:pt x="115241" y="194988"/>
                  </a:lnTo>
                  <a:lnTo>
                    <a:pt x="113479" y="196657"/>
                  </a:lnTo>
                  <a:lnTo>
                    <a:pt x="110882" y="194330"/>
                  </a:lnTo>
                  <a:lnTo>
                    <a:pt x="113479" y="192003"/>
                  </a:lnTo>
                  <a:close/>
                  <a:moveTo>
                    <a:pt x="122754" y="210924"/>
                  </a:moveTo>
                  <a:lnTo>
                    <a:pt x="117978" y="210924"/>
                  </a:lnTo>
                  <a:lnTo>
                    <a:pt x="113201" y="209563"/>
                  </a:lnTo>
                  <a:lnTo>
                    <a:pt x="122754" y="207895"/>
                  </a:lnTo>
                  <a:lnTo>
                    <a:pt x="122754" y="210924"/>
                  </a:lnTo>
                  <a:close/>
                  <a:moveTo>
                    <a:pt x="124192" y="191564"/>
                  </a:moveTo>
                  <a:lnTo>
                    <a:pt x="126789" y="188974"/>
                  </a:lnTo>
                  <a:lnTo>
                    <a:pt x="128830" y="192003"/>
                  </a:lnTo>
                  <a:lnTo>
                    <a:pt x="126789" y="194198"/>
                  </a:lnTo>
                  <a:lnTo>
                    <a:pt x="124192" y="191608"/>
                  </a:lnTo>
                  <a:close/>
                  <a:moveTo>
                    <a:pt x="130592" y="210090"/>
                  </a:moveTo>
                  <a:lnTo>
                    <a:pt x="127995" y="210090"/>
                  </a:lnTo>
                  <a:lnTo>
                    <a:pt x="127995" y="206534"/>
                  </a:lnTo>
                  <a:lnTo>
                    <a:pt x="130592" y="205437"/>
                  </a:lnTo>
                  <a:lnTo>
                    <a:pt x="130592" y="210090"/>
                  </a:lnTo>
                  <a:close/>
                  <a:moveTo>
                    <a:pt x="132911" y="184847"/>
                  </a:moveTo>
                  <a:lnTo>
                    <a:pt x="137271" y="187877"/>
                  </a:lnTo>
                  <a:lnTo>
                    <a:pt x="137271" y="190598"/>
                  </a:lnTo>
                  <a:lnTo>
                    <a:pt x="130592" y="186208"/>
                  </a:lnTo>
                  <a:lnTo>
                    <a:pt x="132911" y="184847"/>
                  </a:lnTo>
                  <a:close/>
                  <a:moveTo>
                    <a:pt x="139868" y="211714"/>
                  </a:moveTo>
                  <a:lnTo>
                    <a:pt x="131752" y="206797"/>
                  </a:lnTo>
                  <a:lnTo>
                    <a:pt x="136111" y="206797"/>
                  </a:lnTo>
                  <a:lnTo>
                    <a:pt x="139868" y="208729"/>
                  </a:lnTo>
                  <a:lnTo>
                    <a:pt x="139868" y="211758"/>
                  </a:lnTo>
                  <a:close/>
                  <a:moveTo>
                    <a:pt x="137827" y="204339"/>
                  </a:moveTo>
                  <a:lnTo>
                    <a:pt x="134070" y="201442"/>
                  </a:lnTo>
                  <a:lnTo>
                    <a:pt x="138708" y="201442"/>
                  </a:lnTo>
                  <a:lnTo>
                    <a:pt x="139868" y="196657"/>
                  </a:lnTo>
                  <a:lnTo>
                    <a:pt x="144505" y="198588"/>
                  </a:lnTo>
                  <a:lnTo>
                    <a:pt x="143068" y="201617"/>
                  </a:lnTo>
                  <a:lnTo>
                    <a:pt x="145665" y="204339"/>
                  </a:lnTo>
                  <a:lnTo>
                    <a:pt x="137827" y="204339"/>
                  </a:lnTo>
                  <a:close/>
                  <a:moveTo>
                    <a:pt x="186245" y="92657"/>
                  </a:moveTo>
                  <a:lnTo>
                    <a:pt x="189723" y="93886"/>
                  </a:lnTo>
                  <a:lnTo>
                    <a:pt x="186245" y="95116"/>
                  </a:lnTo>
                  <a:lnTo>
                    <a:pt x="186245" y="92657"/>
                  </a:lnTo>
                  <a:close/>
                  <a:moveTo>
                    <a:pt x="188842" y="117066"/>
                  </a:moveTo>
                  <a:lnTo>
                    <a:pt x="187404" y="121719"/>
                  </a:lnTo>
                  <a:lnTo>
                    <a:pt x="184204" y="121719"/>
                  </a:lnTo>
                  <a:lnTo>
                    <a:pt x="188842" y="117066"/>
                  </a:lnTo>
                  <a:close/>
                  <a:moveTo>
                    <a:pt x="185642" y="114081"/>
                  </a:moveTo>
                  <a:lnTo>
                    <a:pt x="184204" y="116802"/>
                  </a:lnTo>
                  <a:lnTo>
                    <a:pt x="181004" y="116802"/>
                  </a:lnTo>
                  <a:lnTo>
                    <a:pt x="182767" y="110481"/>
                  </a:lnTo>
                  <a:lnTo>
                    <a:pt x="185642" y="114037"/>
                  </a:lnTo>
                  <a:close/>
                  <a:moveTo>
                    <a:pt x="179706" y="92921"/>
                  </a:moveTo>
                  <a:lnTo>
                    <a:pt x="181607" y="92921"/>
                  </a:lnTo>
                  <a:lnTo>
                    <a:pt x="181607" y="95950"/>
                  </a:lnTo>
                  <a:lnTo>
                    <a:pt x="177851" y="95950"/>
                  </a:lnTo>
                  <a:lnTo>
                    <a:pt x="179752" y="92921"/>
                  </a:lnTo>
                  <a:close/>
                  <a:moveTo>
                    <a:pt x="171126" y="105300"/>
                  </a:moveTo>
                  <a:lnTo>
                    <a:pt x="174001" y="108593"/>
                  </a:lnTo>
                  <a:lnTo>
                    <a:pt x="172564" y="110261"/>
                  </a:lnTo>
                  <a:lnTo>
                    <a:pt x="171126" y="108900"/>
                  </a:lnTo>
                  <a:lnTo>
                    <a:pt x="167648" y="110261"/>
                  </a:lnTo>
                  <a:lnTo>
                    <a:pt x="167648" y="107803"/>
                  </a:lnTo>
                  <a:lnTo>
                    <a:pt x="171126" y="105344"/>
                  </a:lnTo>
                  <a:close/>
                  <a:moveTo>
                    <a:pt x="165050" y="88004"/>
                  </a:moveTo>
                  <a:lnTo>
                    <a:pt x="168807" y="88004"/>
                  </a:lnTo>
                  <a:lnTo>
                    <a:pt x="166488" y="92921"/>
                  </a:lnTo>
                  <a:lnTo>
                    <a:pt x="165050" y="92921"/>
                  </a:lnTo>
                  <a:lnTo>
                    <a:pt x="165050" y="88004"/>
                  </a:lnTo>
                  <a:close/>
                  <a:moveTo>
                    <a:pt x="169132" y="140113"/>
                  </a:moveTo>
                  <a:lnTo>
                    <a:pt x="169132" y="144240"/>
                  </a:lnTo>
                  <a:lnTo>
                    <a:pt x="166813" y="145908"/>
                  </a:lnTo>
                  <a:lnTo>
                    <a:pt x="163937" y="144240"/>
                  </a:lnTo>
                  <a:lnTo>
                    <a:pt x="169132" y="140113"/>
                  </a:lnTo>
                  <a:close/>
                  <a:moveTo>
                    <a:pt x="161850" y="159341"/>
                  </a:moveTo>
                  <a:lnTo>
                    <a:pt x="164169" y="160702"/>
                  </a:lnTo>
                  <a:lnTo>
                    <a:pt x="168251" y="160702"/>
                  </a:lnTo>
                  <a:lnTo>
                    <a:pt x="171451" y="157981"/>
                  </a:lnTo>
                  <a:lnTo>
                    <a:pt x="171451" y="162371"/>
                  </a:lnTo>
                  <a:lnTo>
                    <a:pt x="163335" y="164039"/>
                  </a:lnTo>
                  <a:lnTo>
                    <a:pt x="159856" y="161010"/>
                  </a:lnTo>
                  <a:lnTo>
                    <a:pt x="161897" y="159341"/>
                  </a:lnTo>
                  <a:close/>
                  <a:moveTo>
                    <a:pt x="153178" y="158244"/>
                  </a:moveTo>
                  <a:lnTo>
                    <a:pt x="149421" y="155215"/>
                  </a:lnTo>
                  <a:lnTo>
                    <a:pt x="153178" y="155215"/>
                  </a:lnTo>
                  <a:lnTo>
                    <a:pt x="153178" y="158244"/>
                  </a:lnTo>
                  <a:close/>
                  <a:moveTo>
                    <a:pt x="158697" y="177736"/>
                  </a:moveTo>
                  <a:lnTo>
                    <a:pt x="156378" y="175541"/>
                  </a:lnTo>
                  <a:lnTo>
                    <a:pt x="161294" y="175672"/>
                  </a:lnTo>
                  <a:lnTo>
                    <a:pt x="163891" y="173609"/>
                  </a:lnTo>
                  <a:lnTo>
                    <a:pt x="166210" y="173609"/>
                  </a:lnTo>
                  <a:lnTo>
                    <a:pt x="164169" y="176638"/>
                  </a:lnTo>
                  <a:lnTo>
                    <a:pt x="158650" y="177736"/>
                  </a:lnTo>
                  <a:close/>
                  <a:moveTo>
                    <a:pt x="165050" y="193364"/>
                  </a:moveTo>
                  <a:lnTo>
                    <a:pt x="165050" y="189501"/>
                  </a:lnTo>
                  <a:lnTo>
                    <a:pt x="168807" y="190862"/>
                  </a:lnTo>
                  <a:lnTo>
                    <a:pt x="171126" y="193320"/>
                  </a:lnTo>
                  <a:lnTo>
                    <a:pt x="165050" y="193320"/>
                  </a:lnTo>
                  <a:close/>
                  <a:moveTo>
                    <a:pt x="174929" y="171677"/>
                  </a:moveTo>
                  <a:lnTo>
                    <a:pt x="163335" y="169746"/>
                  </a:lnTo>
                  <a:lnTo>
                    <a:pt x="169132" y="167814"/>
                  </a:lnTo>
                  <a:lnTo>
                    <a:pt x="174929" y="167814"/>
                  </a:lnTo>
                  <a:lnTo>
                    <a:pt x="174929" y="171677"/>
                  </a:lnTo>
                  <a:close/>
                  <a:moveTo>
                    <a:pt x="173769" y="128875"/>
                  </a:moveTo>
                  <a:lnTo>
                    <a:pt x="167972" y="128875"/>
                  </a:lnTo>
                  <a:lnTo>
                    <a:pt x="167972" y="125977"/>
                  </a:lnTo>
                  <a:lnTo>
                    <a:pt x="173769" y="123080"/>
                  </a:lnTo>
                  <a:lnTo>
                    <a:pt x="176969" y="127207"/>
                  </a:lnTo>
                  <a:lnTo>
                    <a:pt x="173769" y="128875"/>
                  </a:lnTo>
                  <a:close/>
                  <a:moveTo>
                    <a:pt x="183323" y="175541"/>
                  </a:moveTo>
                  <a:lnTo>
                    <a:pt x="177526" y="169790"/>
                  </a:lnTo>
                  <a:lnTo>
                    <a:pt x="180123" y="169790"/>
                  </a:lnTo>
                  <a:lnTo>
                    <a:pt x="183323" y="172819"/>
                  </a:lnTo>
                  <a:lnTo>
                    <a:pt x="183323" y="175541"/>
                  </a:lnTo>
                  <a:close/>
                  <a:moveTo>
                    <a:pt x="190558" y="179360"/>
                  </a:moveTo>
                  <a:lnTo>
                    <a:pt x="187961" y="179360"/>
                  </a:lnTo>
                  <a:lnTo>
                    <a:pt x="187961" y="175497"/>
                  </a:lnTo>
                  <a:lnTo>
                    <a:pt x="185364" y="171634"/>
                  </a:lnTo>
                  <a:lnTo>
                    <a:pt x="190558" y="172994"/>
                  </a:lnTo>
                  <a:lnTo>
                    <a:pt x="190558" y="179316"/>
                  </a:lnTo>
                  <a:close/>
                  <a:moveTo>
                    <a:pt x="195196" y="160439"/>
                  </a:moveTo>
                  <a:lnTo>
                    <a:pt x="188796" y="162634"/>
                  </a:lnTo>
                  <a:lnTo>
                    <a:pt x="186198" y="159737"/>
                  </a:lnTo>
                  <a:lnTo>
                    <a:pt x="177201" y="160702"/>
                  </a:lnTo>
                  <a:lnTo>
                    <a:pt x="177201" y="158244"/>
                  </a:lnTo>
                  <a:lnTo>
                    <a:pt x="183880" y="158244"/>
                  </a:lnTo>
                  <a:lnTo>
                    <a:pt x="188517" y="156883"/>
                  </a:lnTo>
                  <a:lnTo>
                    <a:pt x="189677" y="158244"/>
                  </a:lnTo>
                  <a:lnTo>
                    <a:pt x="195196" y="158244"/>
                  </a:lnTo>
                  <a:lnTo>
                    <a:pt x="195196" y="160439"/>
                  </a:lnTo>
                  <a:close/>
                  <a:moveTo>
                    <a:pt x="223347" y="170009"/>
                  </a:moveTo>
                  <a:lnTo>
                    <a:pt x="223347" y="172468"/>
                  </a:lnTo>
                  <a:lnTo>
                    <a:pt x="221028" y="172468"/>
                  </a:lnTo>
                  <a:lnTo>
                    <a:pt x="217828" y="170009"/>
                  </a:lnTo>
                  <a:lnTo>
                    <a:pt x="223347" y="170009"/>
                  </a:lnTo>
                  <a:close/>
                  <a:moveTo>
                    <a:pt x="209434" y="105564"/>
                  </a:moveTo>
                  <a:lnTo>
                    <a:pt x="209434" y="109032"/>
                  </a:lnTo>
                  <a:lnTo>
                    <a:pt x="203358" y="109032"/>
                  </a:lnTo>
                  <a:lnTo>
                    <a:pt x="201318" y="111051"/>
                  </a:lnTo>
                  <a:lnTo>
                    <a:pt x="198999" y="112500"/>
                  </a:lnTo>
                  <a:lnTo>
                    <a:pt x="198999" y="105564"/>
                  </a:lnTo>
                  <a:lnTo>
                    <a:pt x="204193" y="103983"/>
                  </a:lnTo>
                  <a:lnTo>
                    <a:pt x="204193" y="106661"/>
                  </a:lnTo>
                  <a:lnTo>
                    <a:pt x="209387" y="105564"/>
                  </a:lnTo>
                  <a:close/>
                  <a:moveTo>
                    <a:pt x="199277" y="63595"/>
                  </a:moveTo>
                  <a:lnTo>
                    <a:pt x="204796" y="61927"/>
                  </a:lnTo>
                  <a:lnTo>
                    <a:pt x="203358" y="66098"/>
                  </a:lnTo>
                  <a:lnTo>
                    <a:pt x="199277" y="70268"/>
                  </a:lnTo>
                  <a:lnTo>
                    <a:pt x="199277" y="63595"/>
                  </a:lnTo>
                  <a:close/>
                  <a:moveTo>
                    <a:pt x="197236" y="93755"/>
                  </a:moveTo>
                  <a:lnTo>
                    <a:pt x="199694" y="92087"/>
                  </a:lnTo>
                  <a:lnTo>
                    <a:pt x="202152" y="93755"/>
                  </a:lnTo>
                  <a:lnTo>
                    <a:pt x="197236" y="95686"/>
                  </a:lnTo>
                  <a:lnTo>
                    <a:pt x="197236" y="93755"/>
                  </a:lnTo>
                  <a:close/>
                  <a:moveTo>
                    <a:pt x="202013" y="150254"/>
                  </a:moveTo>
                  <a:lnTo>
                    <a:pt x="198117" y="146698"/>
                  </a:lnTo>
                  <a:lnTo>
                    <a:pt x="201596" y="146698"/>
                  </a:lnTo>
                  <a:lnTo>
                    <a:pt x="205955" y="150254"/>
                  </a:lnTo>
                  <a:lnTo>
                    <a:pt x="202060" y="150254"/>
                  </a:lnTo>
                  <a:close/>
                  <a:moveTo>
                    <a:pt x="203173" y="125846"/>
                  </a:moveTo>
                  <a:lnTo>
                    <a:pt x="200436" y="121456"/>
                  </a:lnTo>
                  <a:lnTo>
                    <a:pt x="197839" y="121982"/>
                  </a:lnTo>
                  <a:lnTo>
                    <a:pt x="197839" y="118953"/>
                  </a:lnTo>
                  <a:lnTo>
                    <a:pt x="200436" y="114563"/>
                  </a:lnTo>
                  <a:lnTo>
                    <a:pt x="202755" y="114563"/>
                  </a:lnTo>
                  <a:lnTo>
                    <a:pt x="201596" y="119217"/>
                  </a:lnTo>
                  <a:lnTo>
                    <a:pt x="205955" y="121675"/>
                  </a:lnTo>
                  <a:lnTo>
                    <a:pt x="203219" y="125802"/>
                  </a:lnTo>
                  <a:close/>
                  <a:moveTo>
                    <a:pt x="214071" y="195822"/>
                  </a:moveTo>
                  <a:lnTo>
                    <a:pt x="210593" y="193364"/>
                  </a:lnTo>
                  <a:lnTo>
                    <a:pt x="213932" y="192003"/>
                  </a:lnTo>
                  <a:lnTo>
                    <a:pt x="217271" y="193364"/>
                  </a:lnTo>
                  <a:lnTo>
                    <a:pt x="214071" y="195822"/>
                  </a:lnTo>
                  <a:close/>
                  <a:moveTo>
                    <a:pt x="227103" y="191696"/>
                  </a:moveTo>
                  <a:lnTo>
                    <a:pt x="225063" y="188403"/>
                  </a:lnTo>
                  <a:lnTo>
                    <a:pt x="218384" y="188403"/>
                  </a:lnTo>
                  <a:lnTo>
                    <a:pt x="214025" y="190072"/>
                  </a:lnTo>
                  <a:lnTo>
                    <a:pt x="212773" y="188403"/>
                  </a:lnTo>
                  <a:lnTo>
                    <a:pt x="206465" y="187306"/>
                  </a:lnTo>
                  <a:lnTo>
                    <a:pt x="206465" y="183443"/>
                  </a:lnTo>
                  <a:lnTo>
                    <a:pt x="212773" y="183443"/>
                  </a:lnTo>
                  <a:lnTo>
                    <a:pt x="212773" y="185638"/>
                  </a:lnTo>
                  <a:lnTo>
                    <a:pt x="220657" y="185901"/>
                  </a:lnTo>
                  <a:lnTo>
                    <a:pt x="227335" y="187569"/>
                  </a:lnTo>
                  <a:lnTo>
                    <a:pt x="229932" y="183443"/>
                  </a:lnTo>
                  <a:lnTo>
                    <a:pt x="234848" y="183443"/>
                  </a:lnTo>
                  <a:lnTo>
                    <a:pt x="227010" y="191696"/>
                  </a:lnTo>
                  <a:close/>
                  <a:moveTo>
                    <a:pt x="232761" y="173609"/>
                  </a:moveTo>
                  <a:lnTo>
                    <a:pt x="230582" y="173609"/>
                  </a:lnTo>
                  <a:lnTo>
                    <a:pt x="227382" y="169219"/>
                  </a:lnTo>
                  <a:lnTo>
                    <a:pt x="230582" y="169219"/>
                  </a:lnTo>
                  <a:lnTo>
                    <a:pt x="232761" y="171151"/>
                  </a:lnTo>
                  <a:lnTo>
                    <a:pt x="234060" y="169219"/>
                  </a:lnTo>
                  <a:lnTo>
                    <a:pt x="236935" y="170185"/>
                  </a:lnTo>
                  <a:lnTo>
                    <a:pt x="232715" y="173609"/>
                  </a:lnTo>
                  <a:close/>
                  <a:moveTo>
                    <a:pt x="251730" y="173609"/>
                  </a:moveTo>
                  <a:lnTo>
                    <a:pt x="249967" y="169921"/>
                  </a:lnTo>
                  <a:lnTo>
                    <a:pt x="249967" y="167858"/>
                  </a:lnTo>
                  <a:lnTo>
                    <a:pt x="254048" y="166190"/>
                  </a:lnTo>
                  <a:lnTo>
                    <a:pt x="256089" y="173609"/>
                  </a:lnTo>
                  <a:lnTo>
                    <a:pt x="251730" y="1736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3FCEA6AF-A36D-B289-0CB8-B1FA03B958F7}"/>
                </a:ext>
              </a:extLst>
            </p:cNvPr>
            <p:cNvSpPr>
              <a:spLocks/>
            </p:cNvSpPr>
            <p:nvPr/>
          </p:nvSpPr>
          <p:spPr>
            <a:xfrm>
              <a:off x="3308442" y="1810891"/>
              <a:ext cx="9091" cy="11008"/>
            </a:xfrm>
            <a:custGeom>
              <a:avLst/>
              <a:gdLst>
                <a:gd name="connsiteX0" fmla="*/ 6091 w 6090"/>
                <a:gd name="connsiteY0" fmla="*/ 7375 h 7375"/>
                <a:gd name="connsiteX1" fmla="*/ 6091 w 6090"/>
                <a:gd name="connsiteY1" fmla="*/ 3688 h 7375"/>
                <a:gd name="connsiteX2" fmla="*/ 4329 w 6090"/>
                <a:gd name="connsiteY2" fmla="*/ 0 h 7375"/>
                <a:gd name="connsiteX3" fmla="*/ 247 w 6090"/>
                <a:gd name="connsiteY3" fmla="*/ 0 h 7375"/>
                <a:gd name="connsiteX4" fmla="*/ 247 w 6090"/>
                <a:gd name="connsiteY4" fmla="*/ 4917 h 7375"/>
                <a:gd name="connsiteX5" fmla="*/ 6044 w 6090"/>
                <a:gd name="connsiteY5" fmla="*/ 7375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90" h="7375">
                  <a:moveTo>
                    <a:pt x="6091" y="7375"/>
                  </a:moveTo>
                  <a:lnTo>
                    <a:pt x="6091" y="3688"/>
                  </a:lnTo>
                  <a:lnTo>
                    <a:pt x="4329" y="0"/>
                  </a:lnTo>
                  <a:lnTo>
                    <a:pt x="247" y="0"/>
                  </a:lnTo>
                  <a:cubicBezTo>
                    <a:pt x="247" y="0"/>
                    <a:pt x="-309" y="3863"/>
                    <a:pt x="247" y="4917"/>
                  </a:cubicBezTo>
                  <a:cubicBezTo>
                    <a:pt x="804" y="5970"/>
                    <a:pt x="6044" y="7375"/>
                    <a:pt x="6044" y="73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4" name="Freeform: Shape 1663">
              <a:extLst>
                <a:ext uri="{FF2B5EF4-FFF2-40B4-BE49-F238E27FC236}">
                  <a16:creationId xmlns:a16="http://schemas.microsoft.com/office/drawing/2014/main" id="{96E8F255-0BF3-D4A0-58E7-1EF88E43C859}"/>
                </a:ext>
              </a:extLst>
            </p:cNvPr>
            <p:cNvSpPr>
              <a:spLocks/>
            </p:cNvSpPr>
            <p:nvPr/>
          </p:nvSpPr>
          <p:spPr>
            <a:xfrm>
              <a:off x="3290258" y="1881128"/>
              <a:ext cx="9967" cy="14029"/>
            </a:xfrm>
            <a:custGeom>
              <a:avLst/>
              <a:gdLst>
                <a:gd name="connsiteX0" fmla="*/ 6678 w 6678"/>
                <a:gd name="connsiteY0" fmla="*/ 5580 h 9399"/>
                <a:gd name="connsiteX1" fmla="*/ 5519 w 6678"/>
                <a:gd name="connsiteY1" fmla="*/ 1717 h 9399"/>
                <a:gd name="connsiteX2" fmla="*/ 0 w 6678"/>
                <a:gd name="connsiteY2" fmla="*/ 1717 h 9399"/>
                <a:gd name="connsiteX3" fmla="*/ 0 w 6678"/>
                <a:gd name="connsiteY3" fmla="*/ 6370 h 9399"/>
                <a:gd name="connsiteX4" fmla="*/ 4081 w 6678"/>
                <a:gd name="connsiteY4" fmla="*/ 9400 h 9399"/>
                <a:gd name="connsiteX5" fmla="*/ 6678 w 6678"/>
                <a:gd name="connsiteY5" fmla="*/ 5536 h 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78" h="9399">
                  <a:moveTo>
                    <a:pt x="6678" y="5580"/>
                  </a:moveTo>
                  <a:lnTo>
                    <a:pt x="5519" y="1717"/>
                  </a:lnTo>
                  <a:cubicBezTo>
                    <a:pt x="5519" y="1717"/>
                    <a:pt x="2319" y="-2146"/>
                    <a:pt x="0" y="1717"/>
                  </a:cubicBezTo>
                  <a:lnTo>
                    <a:pt x="0" y="6370"/>
                  </a:lnTo>
                  <a:lnTo>
                    <a:pt x="4081" y="9400"/>
                  </a:lnTo>
                  <a:lnTo>
                    <a:pt x="6678" y="55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5" name="Freeform: Shape 1664">
              <a:extLst>
                <a:ext uri="{FF2B5EF4-FFF2-40B4-BE49-F238E27FC236}">
                  <a16:creationId xmlns:a16="http://schemas.microsoft.com/office/drawing/2014/main" id="{C101BB04-E5D2-FA9B-5AB3-2846DCA4360C}"/>
                </a:ext>
              </a:extLst>
            </p:cNvPr>
            <p:cNvSpPr>
              <a:spLocks/>
            </p:cNvSpPr>
            <p:nvPr/>
          </p:nvSpPr>
          <p:spPr>
            <a:xfrm>
              <a:off x="3269975" y="1929980"/>
              <a:ext cx="13631" cy="14274"/>
            </a:xfrm>
            <a:custGeom>
              <a:avLst/>
              <a:gdLst>
                <a:gd name="connsiteX0" fmla="*/ 0 w 9132"/>
                <a:gd name="connsiteY0" fmla="*/ 3889 h 9563"/>
                <a:gd name="connsiteX1" fmla="*/ 7513 w 9132"/>
                <a:gd name="connsiteY1" fmla="*/ 8543 h 9563"/>
                <a:gd name="connsiteX2" fmla="*/ 7513 w 9132"/>
                <a:gd name="connsiteY2" fmla="*/ 26 h 9563"/>
                <a:gd name="connsiteX3" fmla="*/ 0 w 9132"/>
                <a:gd name="connsiteY3" fmla="*/ 3889 h 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32" h="9563">
                  <a:moveTo>
                    <a:pt x="0" y="3889"/>
                  </a:moveTo>
                  <a:cubicBezTo>
                    <a:pt x="278" y="11001"/>
                    <a:pt x="5519" y="9947"/>
                    <a:pt x="7513" y="8543"/>
                  </a:cubicBezTo>
                  <a:cubicBezTo>
                    <a:pt x="9507" y="7138"/>
                    <a:pt x="9832" y="-501"/>
                    <a:pt x="7513" y="26"/>
                  </a:cubicBezTo>
                  <a:cubicBezTo>
                    <a:pt x="5194" y="553"/>
                    <a:pt x="0" y="3889"/>
                    <a:pt x="0" y="388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6" name="Freeform: Shape 1665">
              <a:extLst>
                <a:ext uri="{FF2B5EF4-FFF2-40B4-BE49-F238E27FC236}">
                  <a16:creationId xmlns:a16="http://schemas.microsoft.com/office/drawing/2014/main" id="{01BECF76-8C29-258F-4C94-4EF83F7431A8}"/>
                </a:ext>
              </a:extLst>
            </p:cNvPr>
            <p:cNvSpPr>
              <a:spLocks/>
            </p:cNvSpPr>
            <p:nvPr/>
          </p:nvSpPr>
          <p:spPr>
            <a:xfrm>
              <a:off x="3199437" y="1942337"/>
              <a:ext cx="21040" cy="12721"/>
            </a:xfrm>
            <a:custGeom>
              <a:avLst/>
              <a:gdLst>
                <a:gd name="connsiteX0" fmla="*/ 6215 w 14096"/>
                <a:gd name="connsiteY0" fmla="*/ 0 h 8523"/>
                <a:gd name="connsiteX1" fmla="*/ 0 w 14096"/>
                <a:gd name="connsiteY1" fmla="*/ 1273 h 8523"/>
                <a:gd name="connsiteX2" fmla="*/ 12475 w 14096"/>
                <a:gd name="connsiteY2" fmla="*/ 8517 h 8523"/>
                <a:gd name="connsiteX3" fmla="*/ 6261 w 14096"/>
                <a:gd name="connsiteY3" fmla="*/ 0 h 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96" h="8523">
                  <a:moveTo>
                    <a:pt x="6215" y="0"/>
                  </a:moveTo>
                  <a:cubicBezTo>
                    <a:pt x="6215" y="0"/>
                    <a:pt x="5194" y="2546"/>
                    <a:pt x="0" y="1273"/>
                  </a:cubicBezTo>
                  <a:cubicBezTo>
                    <a:pt x="0" y="1273"/>
                    <a:pt x="8116" y="8780"/>
                    <a:pt x="12475" y="8517"/>
                  </a:cubicBezTo>
                  <a:cubicBezTo>
                    <a:pt x="16835" y="8253"/>
                    <a:pt x="11594" y="571"/>
                    <a:pt x="6261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7" name="Freeform: Shape 1666">
              <a:extLst>
                <a:ext uri="{FF2B5EF4-FFF2-40B4-BE49-F238E27FC236}">
                  <a16:creationId xmlns:a16="http://schemas.microsoft.com/office/drawing/2014/main" id="{67084D10-1A31-CE16-3BEB-EC9D8C7517C7}"/>
                </a:ext>
              </a:extLst>
            </p:cNvPr>
            <p:cNvSpPr>
              <a:spLocks/>
            </p:cNvSpPr>
            <p:nvPr/>
          </p:nvSpPr>
          <p:spPr>
            <a:xfrm>
              <a:off x="3304434" y="1906757"/>
              <a:ext cx="24971" cy="31802"/>
            </a:xfrm>
            <a:custGeom>
              <a:avLst/>
              <a:gdLst>
                <a:gd name="connsiteX0" fmla="*/ 15732 w 16730"/>
                <a:gd name="connsiteY0" fmla="*/ 1580 h 21306"/>
                <a:gd name="connsiteX1" fmla="*/ 8776 w 16730"/>
                <a:gd name="connsiteY1" fmla="*/ 1580 h 21306"/>
                <a:gd name="connsiteX2" fmla="*/ 2700 w 16730"/>
                <a:gd name="connsiteY2" fmla="*/ 13390 h 21306"/>
                <a:gd name="connsiteX3" fmla="*/ 2700 w 16730"/>
                <a:gd name="connsiteY3" fmla="*/ 18614 h 21306"/>
                <a:gd name="connsiteX4" fmla="*/ 8776 w 16730"/>
                <a:gd name="connsiteY4" fmla="*/ 18614 h 21306"/>
                <a:gd name="connsiteX5" fmla="*/ 11976 w 16730"/>
                <a:gd name="connsiteY5" fmla="*/ 12292 h 21306"/>
                <a:gd name="connsiteX6" fmla="*/ 13413 w 16730"/>
                <a:gd name="connsiteY6" fmla="*/ 5707 h 21306"/>
                <a:gd name="connsiteX7" fmla="*/ 15732 w 16730"/>
                <a:gd name="connsiteY7" fmla="*/ 1580 h 21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30" h="21306">
                  <a:moveTo>
                    <a:pt x="15732" y="1580"/>
                  </a:moveTo>
                  <a:cubicBezTo>
                    <a:pt x="15732" y="1580"/>
                    <a:pt x="10538" y="-1975"/>
                    <a:pt x="8776" y="1580"/>
                  </a:cubicBezTo>
                  <a:cubicBezTo>
                    <a:pt x="8776" y="1580"/>
                    <a:pt x="2468" y="-1712"/>
                    <a:pt x="2700" y="13390"/>
                  </a:cubicBezTo>
                  <a:cubicBezTo>
                    <a:pt x="2700" y="13390"/>
                    <a:pt x="-3375" y="13390"/>
                    <a:pt x="2700" y="18614"/>
                  </a:cubicBezTo>
                  <a:cubicBezTo>
                    <a:pt x="2700" y="18614"/>
                    <a:pt x="4138" y="24672"/>
                    <a:pt x="8776" y="18614"/>
                  </a:cubicBezTo>
                  <a:cubicBezTo>
                    <a:pt x="8776" y="18614"/>
                    <a:pt x="11651" y="19140"/>
                    <a:pt x="11976" y="12292"/>
                  </a:cubicBezTo>
                  <a:cubicBezTo>
                    <a:pt x="11976" y="12292"/>
                    <a:pt x="16010" y="11370"/>
                    <a:pt x="13413" y="5707"/>
                  </a:cubicBezTo>
                  <a:cubicBezTo>
                    <a:pt x="13413" y="5707"/>
                    <a:pt x="18932" y="8429"/>
                    <a:pt x="15732" y="15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8" name="Freeform: Shape 1667">
              <a:extLst>
                <a:ext uri="{FF2B5EF4-FFF2-40B4-BE49-F238E27FC236}">
                  <a16:creationId xmlns:a16="http://schemas.microsoft.com/office/drawing/2014/main" id="{AB9DDF16-E20C-0286-E6A4-E478B429174E}"/>
                </a:ext>
              </a:extLst>
            </p:cNvPr>
            <p:cNvSpPr>
              <a:spLocks/>
            </p:cNvSpPr>
            <p:nvPr/>
          </p:nvSpPr>
          <p:spPr>
            <a:xfrm>
              <a:off x="3300227" y="1949873"/>
              <a:ext cx="8306" cy="7208"/>
            </a:xfrm>
            <a:custGeom>
              <a:avLst/>
              <a:gdLst>
                <a:gd name="connsiteX0" fmla="*/ 5565 w 5565"/>
                <a:gd name="connsiteY0" fmla="*/ 2063 h 4829"/>
                <a:gd name="connsiteX1" fmla="*/ 2829 w 5565"/>
                <a:gd name="connsiteY1" fmla="*/ 0 h 4829"/>
                <a:gd name="connsiteX2" fmla="*/ 0 w 5565"/>
                <a:gd name="connsiteY2" fmla="*/ 2415 h 4829"/>
                <a:gd name="connsiteX3" fmla="*/ 4220 w 5565"/>
                <a:gd name="connsiteY3" fmla="*/ 4829 h 4829"/>
                <a:gd name="connsiteX4" fmla="*/ 5565 w 5565"/>
                <a:gd name="connsiteY4" fmla="*/ 2063 h 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5" h="4829">
                  <a:moveTo>
                    <a:pt x="5565" y="2063"/>
                  </a:moveTo>
                  <a:lnTo>
                    <a:pt x="2829" y="0"/>
                  </a:lnTo>
                  <a:lnTo>
                    <a:pt x="0" y="2415"/>
                  </a:lnTo>
                  <a:lnTo>
                    <a:pt x="4220" y="4829"/>
                  </a:lnTo>
                  <a:lnTo>
                    <a:pt x="5565" y="20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9" name="Freeform: Shape 1668">
              <a:extLst>
                <a:ext uri="{FF2B5EF4-FFF2-40B4-BE49-F238E27FC236}">
                  <a16:creationId xmlns:a16="http://schemas.microsoft.com/office/drawing/2014/main" id="{C24FBCBF-4B1B-E0F8-8100-A03289F025F1}"/>
                </a:ext>
              </a:extLst>
            </p:cNvPr>
            <p:cNvSpPr>
              <a:spLocks/>
            </p:cNvSpPr>
            <p:nvPr/>
          </p:nvSpPr>
          <p:spPr>
            <a:xfrm>
              <a:off x="3317149" y="1955049"/>
              <a:ext cx="9653" cy="10193"/>
            </a:xfrm>
            <a:custGeom>
              <a:avLst/>
              <a:gdLst>
                <a:gd name="connsiteX0" fmla="*/ 2577 w 6467"/>
                <a:gd name="connsiteY0" fmla="*/ 0 h 6829"/>
                <a:gd name="connsiteX1" fmla="*/ 2577 w 6467"/>
                <a:gd name="connsiteY1" fmla="*/ 6322 h 6829"/>
                <a:gd name="connsiteX2" fmla="*/ 5777 w 6467"/>
                <a:gd name="connsiteY2" fmla="*/ 2766 h 6829"/>
                <a:gd name="connsiteX3" fmla="*/ 2577 w 6467"/>
                <a:gd name="connsiteY3" fmla="*/ 44 h 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67" h="6829">
                  <a:moveTo>
                    <a:pt x="2577" y="0"/>
                  </a:moveTo>
                  <a:cubicBezTo>
                    <a:pt x="2577" y="0"/>
                    <a:pt x="-3221" y="4653"/>
                    <a:pt x="2577" y="6322"/>
                  </a:cubicBezTo>
                  <a:cubicBezTo>
                    <a:pt x="8374" y="7990"/>
                    <a:pt x="6055" y="5224"/>
                    <a:pt x="5777" y="2766"/>
                  </a:cubicBezTo>
                  <a:cubicBezTo>
                    <a:pt x="5498" y="307"/>
                    <a:pt x="2577" y="44"/>
                    <a:pt x="2577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0" name="Freeform: Shape 1669">
              <a:extLst>
                <a:ext uri="{FF2B5EF4-FFF2-40B4-BE49-F238E27FC236}">
                  <a16:creationId xmlns:a16="http://schemas.microsoft.com/office/drawing/2014/main" id="{AAB28280-64C6-3937-76D8-895313A19CDD}"/>
                </a:ext>
              </a:extLst>
            </p:cNvPr>
            <p:cNvSpPr>
              <a:spLocks/>
            </p:cNvSpPr>
            <p:nvPr/>
          </p:nvSpPr>
          <p:spPr>
            <a:xfrm>
              <a:off x="3334932" y="1859971"/>
              <a:ext cx="102495" cy="89772"/>
            </a:xfrm>
            <a:custGeom>
              <a:avLst/>
              <a:gdLst>
                <a:gd name="connsiteX0" fmla="*/ 38802 w 68668"/>
                <a:gd name="connsiteY0" fmla="*/ 11546 h 60143"/>
                <a:gd name="connsiteX1" fmla="*/ 36761 w 68668"/>
                <a:gd name="connsiteY1" fmla="*/ 9351 h 60143"/>
                <a:gd name="connsiteX2" fmla="*/ 34164 w 68668"/>
                <a:gd name="connsiteY2" fmla="*/ 12380 h 60143"/>
                <a:gd name="connsiteX3" fmla="*/ 32402 w 68668"/>
                <a:gd name="connsiteY3" fmla="*/ 10712 h 60143"/>
                <a:gd name="connsiteX4" fmla="*/ 34164 w 68668"/>
                <a:gd name="connsiteY4" fmla="*/ 7683 h 60143"/>
                <a:gd name="connsiteX5" fmla="*/ 30408 w 68668"/>
                <a:gd name="connsiteY5" fmla="*/ 4390 h 60143"/>
                <a:gd name="connsiteX6" fmla="*/ 25213 w 68668"/>
                <a:gd name="connsiteY6" fmla="*/ 0 h 60143"/>
                <a:gd name="connsiteX7" fmla="*/ 23173 w 68668"/>
                <a:gd name="connsiteY7" fmla="*/ 3556 h 60143"/>
                <a:gd name="connsiteX8" fmla="*/ 19695 w 68668"/>
                <a:gd name="connsiteY8" fmla="*/ 14180 h 60143"/>
                <a:gd name="connsiteX9" fmla="*/ 24332 w 68668"/>
                <a:gd name="connsiteY9" fmla="*/ 18877 h 60143"/>
                <a:gd name="connsiteX10" fmla="*/ 23776 w 68668"/>
                <a:gd name="connsiteY10" fmla="*/ 21379 h 60143"/>
                <a:gd name="connsiteX11" fmla="*/ 15938 w 68668"/>
                <a:gd name="connsiteY11" fmla="*/ 14180 h 60143"/>
                <a:gd name="connsiteX12" fmla="*/ 18535 w 68668"/>
                <a:gd name="connsiteY12" fmla="*/ 24935 h 60143"/>
                <a:gd name="connsiteX13" fmla="*/ 12738 w 68668"/>
                <a:gd name="connsiteY13" fmla="*/ 26867 h 60143"/>
                <a:gd name="connsiteX14" fmla="*/ 12738 w 68668"/>
                <a:gd name="connsiteY14" fmla="*/ 31301 h 60143"/>
                <a:gd name="connsiteX15" fmla="*/ 7219 w 68668"/>
                <a:gd name="connsiteY15" fmla="*/ 32881 h 60143"/>
                <a:gd name="connsiteX16" fmla="*/ 31 w 68668"/>
                <a:gd name="connsiteY16" fmla="*/ 35603 h 60143"/>
                <a:gd name="connsiteX17" fmla="*/ 4344 w 68668"/>
                <a:gd name="connsiteY17" fmla="*/ 45217 h 60143"/>
                <a:gd name="connsiteX18" fmla="*/ 8100 w 68668"/>
                <a:gd name="connsiteY18" fmla="*/ 40827 h 60143"/>
                <a:gd name="connsiteX19" fmla="*/ 11300 w 68668"/>
                <a:gd name="connsiteY19" fmla="*/ 41925 h 60143"/>
                <a:gd name="connsiteX20" fmla="*/ 12738 w 68668"/>
                <a:gd name="connsiteY20" fmla="*/ 46841 h 60143"/>
                <a:gd name="connsiteX21" fmla="*/ 16216 w 68668"/>
                <a:gd name="connsiteY21" fmla="*/ 48246 h 60143"/>
                <a:gd name="connsiteX22" fmla="*/ 17376 w 68668"/>
                <a:gd name="connsiteY22" fmla="*/ 46841 h 60143"/>
                <a:gd name="connsiteX23" fmla="*/ 19138 w 68668"/>
                <a:gd name="connsiteY23" fmla="*/ 45480 h 60143"/>
                <a:gd name="connsiteX24" fmla="*/ 26976 w 68668"/>
                <a:gd name="connsiteY24" fmla="*/ 52548 h 60143"/>
                <a:gd name="connsiteX25" fmla="*/ 38014 w 68668"/>
                <a:gd name="connsiteY25" fmla="*/ 59353 h 60143"/>
                <a:gd name="connsiteX26" fmla="*/ 38014 w 68668"/>
                <a:gd name="connsiteY26" fmla="*/ 56368 h 60143"/>
                <a:gd name="connsiteX27" fmla="*/ 44089 w 68668"/>
                <a:gd name="connsiteY27" fmla="*/ 60143 h 60143"/>
                <a:gd name="connsiteX28" fmla="*/ 50767 w 68668"/>
                <a:gd name="connsiteY28" fmla="*/ 60143 h 60143"/>
                <a:gd name="connsiteX29" fmla="*/ 55962 w 68668"/>
                <a:gd name="connsiteY29" fmla="*/ 55095 h 60143"/>
                <a:gd name="connsiteX30" fmla="*/ 59718 w 68668"/>
                <a:gd name="connsiteY30" fmla="*/ 51627 h 60143"/>
                <a:gd name="connsiteX31" fmla="*/ 63475 w 68668"/>
                <a:gd name="connsiteY31" fmla="*/ 51627 h 60143"/>
                <a:gd name="connsiteX32" fmla="*/ 66072 w 68668"/>
                <a:gd name="connsiteY32" fmla="*/ 48246 h 60143"/>
                <a:gd name="connsiteX33" fmla="*/ 68669 w 68668"/>
                <a:gd name="connsiteY33" fmla="*/ 46841 h 60143"/>
                <a:gd name="connsiteX34" fmla="*/ 67231 w 68668"/>
                <a:gd name="connsiteY34" fmla="*/ 43285 h 60143"/>
                <a:gd name="connsiteX35" fmla="*/ 65191 w 68668"/>
                <a:gd name="connsiteY35" fmla="*/ 44646 h 60143"/>
                <a:gd name="connsiteX36" fmla="*/ 61991 w 68668"/>
                <a:gd name="connsiteY36" fmla="*/ 45480 h 60143"/>
                <a:gd name="connsiteX37" fmla="*/ 61434 w 68668"/>
                <a:gd name="connsiteY37" fmla="*/ 43285 h 60143"/>
                <a:gd name="connsiteX38" fmla="*/ 57956 w 68668"/>
                <a:gd name="connsiteY38" fmla="*/ 43285 h 60143"/>
                <a:gd name="connsiteX39" fmla="*/ 57956 w 68668"/>
                <a:gd name="connsiteY39" fmla="*/ 38895 h 60143"/>
                <a:gd name="connsiteX40" fmla="*/ 57075 w 68668"/>
                <a:gd name="connsiteY40" fmla="*/ 36700 h 60143"/>
                <a:gd name="connsiteX41" fmla="*/ 56796 w 68668"/>
                <a:gd name="connsiteY41" fmla="*/ 29589 h 60143"/>
                <a:gd name="connsiteX42" fmla="*/ 54478 w 68668"/>
                <a:gd name="connsiteY42" fmla="*/ 29589 h 60143"/>
                <a:gd name="connsiteX43" fmla="*/ 54199 w 68668"/>
                <a:gd name="connsiteY43" fmla="*/ 34505 h 60143"/>
                <a:gd name="connsiteX44" fmla="*/ 51880 w 68668"/>
                <a:gd name="connsiteY44" fmla="*/ 35340 h 60143"/>
                <a:gd name="connsiteX45" fmla="*/ 51880 w 68668"/>
                <a:gd name="connsiteY45" fmla="*/ 31301 h 60143"/>
                <a:gd name="connsiteX46" fmla="*/ 51880 w 68668"/>
                <a:gd name="connsiteY46" fmla="*/ 25462 h 60143"/>
                <a:gd name="connsiteX47" fmla="*/ 39405 w 68668"/>
                <a:gd name="connsiteY47" fmla="*/ 15848 h 60143"/>
                <a:gd name="connsiteX48" fmla="*/ 38848 w 68668"/>
                <a:gd name="connsiteY48" fmla="*/ 11458 h 60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8668" h="60143">
                  <a:moveTo>
                    <a:pt x="38802" y="11546"/>
                  </a:moveTo>
                  <a:lnTo>
                    <a:pt x="36761" y="9351"/>
                  </a:lnTo>
                  <a:lnTo>
                    <a:pt x="34164" y="12380"/>
                  </a:lnTo>
                  <a:lnTo>
                    <a:pt x="32402" y="10712"/>
                  </a:lnTo>
                  <a:lnTo>
                    <a:pt x="34164" y="7683"/>
                  </a:lnTo>
                  <a:lnTo>
                    <a:pt x="30408" y="4390"/>
                  </a:lnTo>
                  <a:cubicBezTo>
                    <a:pt x="30408" y="4390"/>
                    <a:pt x="26651" y="0"/>
                    <a:pt x="25213" y="0"/>
                  </a:cubicBezTo>
                  <a:cubicBezTo>
                    <a:pt x="23776" y="0"/>
                    <a:pt x="23173" y="3556"/>
                    <a:pt x="23173" y="3556"/>
                  </a:cubicBezTo>
                  <a:cubicBezTo>
                    <a:pt x="23173" y="3556"/>
                    <a:pt x="15938" y="9746"/>
                    <a:pt x="19695" y="14180"/>
                  </a:cubicBezTo>
                  <a:lnTo>
                    <a:pt x="24332" y="18877"/>
                  </a:lnTo>
                  <a:lnTo>
                    <a:pt x="23776" y="21379"/>
                  </a:lnTo>
                  <a:cubicBezTo>
                    <a:pt x="23776" y="21379"/>
                    <a:pt x="16541" y="13038"/>
                    <a:pt x="15938" y="14180"/>
                  </a:cubicBezTo>
                  <a:cubicBezTo>
                    <a:pt x="15335" y="15321"/>
                    <a:pt x="13619" y="19711"/>
                    <a:pt x="18535" y="24935"/>
                  </a:cubicBezTo>
                  <a:lnTo>
                    <a:pt x="12738" y="26867"/>
                  </a:lnTo>
                  <a:lnTo>
                    <a:pt x="12738" y="31301"/>
                  </a:lnTo>
                  <a:lnTo>
                    <a:pt x="7219" y="32881"/>
                  </a:lnTo>
                  <a:cubicBezTo>
                    <a:pt x="7219" y="32881"/>
                    <a:pt x="355" y="29852"/>
                    <a:pt x="31" y="35603"/>
                  </a:cubicBezTo>
                  <a:cubicBezTo>
                    <a:pt x="-294" y="41354"/>
                    <a:pt x="2025" y="44910"/>
                    <a:pt x="4344" y="45217"/>
                  </a:cubicBezTo>
                  <a:cubicBezTo>
                    <a:pt x="6663" y="45524"/>
                    <a:pt x="8100" y="40827"/>
                    <a:pt x="8100" y="40827"/>
                  </a:cubicBezTo>
                  <a:lnTo>
                    <a:pt x="11300" y="41925"/>
                  </a:lnTo>
                  <a:lnTo>
                    <a:pt x="12738" y="46841"/>
                  </a:lnTo>
                  <a:lnTo>
                    <a:pt x="16216" y="48246"/>
                  </a:lnTo>
                  <a:lnTo>
                    <a:pt x="17376" y="46841"/>
                  </a:lnTo>
                  <a:lnTo>
                    <a:pt x="19138" y="45480"/>
                  </a:lnTo>
                  <a:cubicBezTo>
                    <a:pt x="19138" y="45480"/>
                    <a:pt x="19416" y="53602"/>
                    <a:pt x="26976" y="52548"/>
                  </a:cubicBezTo>
                  <a:cubicBezTo>
                    <a:pt x="26976" y="52548"/>
                    <a:pt x="36251" y="59221"/>
                    <a:pt x="38014" y="59353"/>
                  </a:cubicBezTo>
                  <a:lnTo>
                    <a:pt x="38014" y="56368"/>
                  </a:lnTo>
                  <a:lnTo>
                    <a:pt x="44089" y="60143"/>
                  </a:lnTo>
                  <a:lnTo>
                    <a:pt x="50767" y="60143"/>
                  </a:lnTo>
                  <a:lnTo>
                    <a:pt x="55962" y="55095"/>
                  </a:lnTo>
                  <a:cubicBezTo>
                    <a:pt x="55962" y="55095"/>
                    <a:pt x="60321" y="57992"/>
                    <a:pt x="59718" y="51627"/>
                  </a:cubicBezTo>
                  <a:cubicBezTo>
                    <a:pt x="59718" y="51627"/>
                    <a:pt x="61480" y="47324"/>
                    <a:pt x="63475" y="51627"/>
                  </a:cubicBezTo>
                  <a:lnTo>
                    <a:pt x="66072" y="48246"/>
                  </a:lnTo>
                  <a:lnTo>
                    <a:pt x="68669" y="46841"/>
                  </a:lnTo>
                  <a:lnTo>
                    <a:pt x="67231" y="43285"/>
                  </a:lnTo>
                  <a:lnTo>
                    <a:pt x="65191" y="44646"/>
                  </a:lnTo>
                  <a:lnTo>
                    <a:pt x="61991" y="45480"/>
                  </a:lnTo>
                  <a:lnTo>
                    <a:pt x="61434" y="43285"/>
                  </a:lnTo>
                  <a:lnTo>
                    <a:pt x="57956" y="43285"/>
                  </a:lnTo>
                  <a:lnTo>
                    <a:pt x="57956" y="38895"/>
                  </a:lnTo>
                  <a:lnTo>
                    <a:pt x="57075" y="36700"/>
                  </a:lnTo>
                  <a:lnTo>
                    <a:pt x="56796" y="29589"/>
                  </a:lnTo>
                  <a:lnTo>
                    <a:pt x="54478" y="29589"/>
                  </a:lnTo>
                  <a:lnTo>
                    <a:pt x="54199" y="34505"/>
                  </a:lnTo>
                  <a:lnTo>
                    <a:pt x="51880" y="35340"/>
                  </a:lnTo>
                  <a:lnTo>
                    <a:pt x="51880" y="31301"/>
                  </a:lnTo>
                  <a:cubicBezTo>
                    <a:pt x="51880" y="31301"/>
                    <a:pt x="54199" y="27964"/>
                    <a:pt x="51880" y="25462"/>
                  </a:cubicBezTo>
                  <a:cubicBezTo>
                    <a:pt x="49562" y="22960"/>
                    <a:pt x="39405" y="15848"/>
                    <a:pt x="39405" y="15848"/>
                  </a:cubicBezTo>
                  <a:lnTo>
                    <a:pt x="38848" y="11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1" name="Freeform: Shape 1670">
              <a:extLst>
                <a:ext uri="{FF2B5EF4-FFF2-40B4-BE49-F238E27FC236}">
                  <a16:creationId xmlns:a16="http://schemas.microsoft.com/office/drawing/2014/main" id="{E40E2067-763C-8E62-A154-D29576EA9A5A}"/>
                </a:ext>
              </a:extLst>
            </p:cNvPr>
            <p:cNvSpPr>
              <a:spLocks/>
            </p:cNvSpPr>
            <p:nvPr/>
          </p:nvSpPr>
          <p:spPr>
            <a:xfrm>
              <a:off x="3404964" y="1881202"/>
              <a:ext cx="12114" cy="14021"/>
            </a:xfrm>
            <a:custGeom>
              <a:avLst/>
              <a:gdLst>
                <a:gd name="connsiteX0" fmla="*/ 6678 w 8116"/>
                <a:gd name="connsiteY0" fmla="*/ 9395 h 9394"/>
                <a:gd name="connsiteX1" fmla="*/ 8116 w 8116"/>
                <a:gd name="connsiteY1" fmla="*/ 3336 h 9394"/>
                <a:gd name="connsiteX2" fmla="*/ 6075 w 8116"/>
                <a:gd name="connsiteY2" fmla="*/ 0 h 9394"/>
                <a:gd name="connsiteX3" fmla="*/ 0 w 8116"/>
                <a:gd name="connsiteY3" fmla="*/ 0 h 9394"/>
                <a:gd name="connsiteX4" fmla="*/ 0 w 8116"/>
                <a:gd name="connsiteY4" fmla="*/ 4697 h 9394"/>
                <a:gd name="connsiteX5" fmla="*/ 2319 w 8116"/>
                <a:gd name="connsiteY5" fmla="*/ 4697 h 9394"/>
                <a:gd name="connsiteX6" fmla="*/ 4916 w 8116"/>
                <a:gd name="connsiteY6" fmla="*/ 9395 h 9394"/>
                <a:gd name="connsiteX7" fmla="*/ 6678 w 8116"/>
                <a:gd name="connsiteY7" fmla="*/ 9395 h 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16" h="9394">
                  <a:moveTo>
                    <a:pt x="6678" y="9395"/>
                  </a:moveTo>
                  <a:lnTo>
                    <a:pt x="8116" y="3336"/>
                  </a:lnTo>
                  <a:lnTo>
                    <a:pt x="6075" y="0"/>
                  </a:lnTo>
                  <a:lnTo>
                    <a:pt x="0" y="0"/>
                  </a:lnTo>
                  <a:lnTo>
                    <a:pt x="0" y="4697"/>
                  </a:lnTo>
                  <a:lnTo>
                    <a:pt x="2319" y="4697"/>
                  </a:lnTo>
                  <a:lnTo>
                    <a:pt x="4916" y="9395"/>
                  </a:lnTo>
                  <a:lnTo>
                    <a:pt x="6678" y="93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2" name="Freeform: Shape 1671">
              <a:extLst>
                <a:ext uri="{FF2B5EF4-FFF2-40B4-BE49-F238E27FC236}">
                  <a16:creationId xmlns:a16="http://schemas.microsoft.com/office/drawing/2014/main" id="{F38EF15F-51BA-EC2D-E122-90A20139F82C}"/>
                </a:ext>
              </a:extLst>
            </p:cNvPr>
            <p:cNvSpPr>
              <a:spLocks/>
            </p:cNvSpPr>
            <p:nvPr/>
          </p:nvSpPr>
          <p:spPr>
            <a:xfrm>
              <a:off x="3420124" y="1878626"/>
              <a:ext cx="12922" cy="18237"/>
            </a:xfrm>
            <a:custGeom>
              <a:avLst/>
              <a:gdLst>
                <a:gd name="connsiteX0" fmla="*/ 7235 w 8657"/>
                <a:gd name="connsiteY0" fmla="*/ 11121 h 12218"/>
                <a:gd name="connsiteX1" fmla="*/ 7235 w 8657"/>
                <a:gd name="connsiteY1" fmla="*/ 3175 h 12218"/>
                <a:gd name="connsiteX2" fmla="*/ 0 w 8657"/>
                <a:gd name="connsiteY2" fmla="*/ 1726 h 12218"/>
                <a:gd name="connsiteX3" fmla="*/ 0 w 8657"/>
                <a:gd name="connsiteY3" fmla="*/ 11121 h 12218"/>
                <a:gd name="connsiteX4" fmla="*/ 1438 w 8657"/>
                <a:gd name="connsiteY4" fmla="*/ 8926 h 12218"/>
                <a:gd name="connsiteX5" fmla="*/ 2875 w 8657"/>
                <a:gd name="connsiteY5" fmla="*/ 4799 h 12218"/>
                <a:gd name="connsiteX6" fmla="*/ 5194 w 8657"/>
                <a:gd name="connsiteY6" fmla="*/ 4272 h 12218"/>
                <a:gd name="connsiteX7" fmla="*/ 5194 w 8657"/>
                <a:gd name="connsiteY7" fmla="*/ 12218 h 12218"/>
                <a:gd name="connsiteX8" fmla="*/ 7235 w 8657"/>
                <a:gd name="connsiteY8" fmla="*/ 11121 h 1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57" h="12218">
                  <a:moveTo>
                    <a:pt x="7235" y="11121"/>
                  </a:moveTo>
                  <a:cubicBezTo>
                    <a:pt x="7235" y="11121"/>
                    <a:pt x="10435" y="5896"/>
                    <a:pt x="7235" y="3175"/>
                  </a:cubicBezTo>
                  <a:cubicBezTo>
                    <a:pt x="4035" y="453"/>
                    <a:pt x="2041" y="-1610"/>
                    <a:pt x="0" y="1726"/>
                  </a:cubicBezTo>
                  <a:lnTo>
                    <a:pt x="0" y="11121"/>
                  </a:lnTo>
                  <a:lnTo>
                    <a:pt x="1438" y="8926"/>
                  </a:lnTo>
                  <a:lnTo>
                    <a:pt x="2875" y="4799"/>
                  </a:lnTo>
                  <a:lnTo>
                    <a:pt x="5194" y="4272"/>
                  </a:lnTo>
                  <a:lnTo>
                    <a:pt x="5194" y="12218"/>
                  </a:lnTo>
                  <a:lnTo>
                    <a:pt x="7235" y="1112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3" name="Freeform: Shape 1672">
              <a:extLst>
                <a:ext uri="{FF2B5EF4-FFF2-40B4-BE49-F238E27FC236}">
                  <a16:creationId xmlns:a16="http://schemas.microsoft.com/office/drawing/2014/main" id="{C7EDC9E9-331D-5E82-644F-B31E7FC48868}"/>
                </a:ext>
              </a:extLst>
            </p:cNvPr>
            <p:cNvSpPr>
              <a:spLocks/>
            </p:cNvSpPr>
            <p:nvPr/>
          </p:nvSpPr>
          <p:spPr>
            <a:xfrm>
              <a:off x="3827647" y="3456396"/>
              <a:ext cx="21182" cy="7403"/>
            </a:xfrm>
            <a:custGeom>
              <a:avLst/>
              <a:gdLst>
                <a:gd name="connsiteX0" fmla="*/ 0 w 14191"/>
                <a:gd name="connsiteY0" fmla="*/ 0 h 4960"/>
                <a:gd name="connsiteX1" fmla="*/ 0 w 14191"/>
                <a:gd name="connsiteY1" fmla="*/ 4961 h 4960"/>
                <a:gd name="connsiteX2" fmla="*/ 2597 w 14191"/>
                <a:gd name="connsiteY2" fmla="*/ 4961 h 4960"/>
                <a:gd name="connsiteX3" fmla="*/ 2597 w 14191"/>
                <a:gd name="connsiteY3" fmla="*/ 2458 h 4960"/>
                <a:gd name="connsiteX4" fmla="*/ 10713 w 14191"/>
                <a:gd name="connsiteY4" fmla="*/ 2458 h 4960"/>
                <a:gd name="connsiteX5" fmla="*/ 12151 w 14191"/>
                <a:gd name="connsiteY5" fmla="*/ 4961 h 4960"/>
                <a:gd name="connsiteX6" fmla="*/ 14191 w 14191"/>
                <a:gd name="connsiteY6" fmla="*/ 2458 h 4960"/>
                <a:gd name="connsiteX7" fmla="*/ 12475 w 14191"/>
                <a:gd name="connsiteY7" fmla="*/ 0 h 4960"/>
                <a:gd name="connsiteX8" fmla="*/ 0 w 14191"/>
                <a:gd name="connsiteY8" fmla="*/ 0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91" h="4960">
                  <a:moveTo>
                    <a:pt x="0" y="0"/>
                  </a:moveTo>
                  <a:lnTo>
                    <a:pt x="0" y="4961"/>
                  </a:lnTo>
                  <a:lnTo>
                    <a:pt x="2597" y="4961"/>
                  </a:lnTo>
                  <a:lnTo>
                    <a:pt x="2597" y="2458"/>
                  </a:lnTo>
                  <a:lnTo>
                    <a:pt x="10713" y="2458"/>
                  </a:lnTo>
                  <a:lnTo>
                    <a:pt x="12151" y="4961"/>
                  </a:lnTo>
                  <a:lnTo>
                    <a:pt x="14191" y="2458"/>
                  </a:lnTo>
                  <a:lnTo>
                    <a:pt x="1247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4" name="Freeform: Shape 1673">
              <a:extLst>
                <a:ext uri="{FF2B5EF4-FFF2-40B4-BE49-F238E27FC236}">
                  <a16:creationId xmlns:a16="http://schemas.microsoft.com/office/drawing/2014/main" id="{1DEB0517-29D8-9E1A-56B2-072B4CCB81A1}"/>
                </a:ext>
              </a:extLst>
            </p:cNvPr>
            <p:cNvSpPr>
              <a:spLocks/>
            </p:cNvSpPr>
            <p:nvPr/>
          </p:nvSpPr>
          <p:spPr>
            <a:xfrm>
              <a:off x="3857967" y="3456396"/>
              <a:ext cx="7336" cy="21295"/>
            </a:xfrm>
            <a:custGeom>
              <a:avLst/>
              <a:gdLst>
                <a:gd name="connsiteX0" fmla="*/ 0 w 4915"/>
                <a:gd name="connsiteY0" fmla="*/ 11809 h 14267"/>
                <a:gd name="connsiteX1" fmla="*/ 0 w 4915"/>
                <a:gd name="connsiteY1" fmla="*/ 14268 h 14267"/>
                <a:gd name="connsiteX2" fmla="*/ 2458 w 4915"/>
                <a:gd name="connsiteY2" fmla="*/ 14268 h 14267"/>
                <a:gd name="connsiteX3" fmla="*/ 4916 w 4915"/>
                <a:gd name="connsiteY3" fmla="*/ 10404 h 14267"/>
                <a:gd name="connsiteX4" fmla="*/ 4916 w 4915"/>
                <a:gd name="connsiteY4" fmla="*/ 7683 h 14267"/>
                <a:gd name="connsiteX5" fmla="*/ 4916 w 4915"/>
                <a:gd name="connsiteY5" fmla="*/ 2458 h 14267"/>
                <a:gd name="connsiteX6" fmla="*/ 0 w 4915"/>
                <a:gd name="connsiteY6" fmla="*/ 0 h 14267"/>
                <a:gd name="connsiteX7" fmla="*/ 2458 w 4915"/>
                <a:gd name="connsiteY7" fmla="*/ 4961 h 14267"/>
                <a:gd name="connsiteX8" fmla="*/ 2458 w 4915"/>
                <a:gd name="connsiteY8" fmla="*/ 10975 h 14267"/>
                <a:gd name="connsiteX9" fmla="*/ 0 w 4915"/>
                <a:gd name="connsiteY9" fmla="*/ 11809 h 1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15" h="14267">
                  <a:moveTo>
                    <a:pt x="0" y="11809"/>
                  </a:moveTo>
                  <a:lnTo>
                    <a:pt x="0" y="14268"/>
                  </a:lnTo>
                  <a:lnTo>
                    <a:pt x="2458" y="14268"/>
                  </a:lnTo>
                  <a:lnTo>
                    <a:pt x="4916" y="10404"/>
                  </a:lnTo>
                  <a:lnTo>
                    <a:pt x="4916" y="7683"/>
                  </a:lnTo>
                  <a:lnTo>
                    <a:pt x="4916" y="2458"/>
                  </a:lnTo>
                  <a:lnTo>
                    <a:pt x="0" y="0"/>
                  </a:lnTo>
                  <a:lnTo>
                    <a:pt x="2458" y="4961"/>
                  </a:lnTo>
                  <a:lnTo>
                    <a:pt x="2458" y="10975"/>
                  </a:lnTo>
                  <a:lnTo>
                    <a:pt x="0" y="118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5" name="Freeform: Shape 1674">
              <a:extLst>
                <a:ext uri="{FF2B5EF4-FFF2-40B4-BE49-F238E27FC236}">
                  <a16:creationId xmlns:a16="http://schemas.microsoft.com/office/drawing/2014/main" id="{8F84EAE2-8AB4-C7BC-140C-6F860A78B519}"/>
                </a:ext>
              </a:extLst>
            </p:cNvPr>
            <p:cNvSpPr>
              <a:spLocks/>
            </p:cNvSpPr>
            <p:nvPr/>
          </p:nvSpPr>
          <p:spPr>
            <a:xfrm>
              <a:off x="3834153" y="3495319"/>
              <a:ext cx="21667" cy="35253"/>
            </a:xfrm>
            <a:custGeom>
              <a:avLst/>
              <a:gdLst>
                <a:gd name="connsiteX0" fmla="*/ 7513 w 14516"/>
                <a:gd name="connsiteY0" fmla="*/ 5751 h 23618"/>
                <a:gd name="connsiteX1" fmla="*/ 6075 w 14516"/>
                <a:gd name="connsiteY1" fmla="*/ 0 h 23618"/>
                <a:gd name="connsiteX2" fmla="*/ 2736 w 14516"/>
                <a:gd name="connsiteY2" fmla="*/ 0 h 23618"/>
                <a:gd name="connsiteX3" fmla="*/ 2736 w 14516"/>
                <a:gd name="connsiteY3" fmla="*/ 6058 h 23618"/>
                <a:gd name="connsiteX4" fmla="*/ 0 w 14516"/>
                <a:gd name="connsiteY4" fmla="*/ 7990 h 23618"/>
                <a:gd name="connsiteX5" fmla="*/ 0 w 14516"/>
                <a:gd name="connsiteY5" fmla="*/ 11853 h 23618"/>
                <a:gd name="connsiteX6" fmla="*/ 4081 w 14516"/>
                <a:gd name="connsiteY6" fmla="*/ 14311 h 23618"/>
                <a:gd name="connsiteX7" fmla="*/ 8626 w 14516"/>
                <a:gd name="connsiteY7" fmla="*/ 15672 h 23618"/>
                <a:gd name="connsiteX8" fmla="*/ 6400 w 14516"/>
                <a:gd name="connsiteY8" fmla="*/ 16770 h 23618"/>
                <a:gd name="connsiteX9" fmla="*/ 8626 w 14516"/>
                <a:gd name="connsiteY9" fmla="*/ 21423 h 23618"/>
                <a:gd name="connsiteX10" fmla="*/ 9878 w 14516"/>
                <a:gd name="connsiteY10" fmla="*/ 23618 h 23618"/>
                <a:gd name="connsiteX11" fmla="*/ 14516 w 14516"/>
                <a:gd name="connsiteY11" fmla="*/ 23618 h 23618"/>
                <a:gd name="connsiteX12" fmla="*/ 13078 w 14516"/>
                <a:gd name="connsiteY12" fmla="*/ 17033 h 23618"/>
                <a:gd name="connsiteX13" fmla="*/ 9878 w 14516"/>
                <a:gd name="connsiteY13" fmla="*/ 12907 h 23618"/>
                <a:gd name="connsiteX14" fmla="*/ 7560 w 14516"/>
                <a:gd name="connsiteY14" fmla="*/ 5795 h 23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6" h="23618">
                  <a:moveTo>
                    <a:pt x="7513" y="5751"/>
                  </a:moveTo>
                  <a:lnTo>
                    <a:pt x="6075" y="0"/>
                  </a:lnTo>
                  <a:lnTo>
                    <a:pt x="2736" y="0"/>
                  </a:lnTo>
                  <a:lnTo>
                    <a:pt x="2736" y="6058"/>
                  </a:lnTo>
                  <a:lnTo>
                    <a:pt x="0" y="7990"/>
                  </a:lnTo>
                  <a:lnTo>
                    <a:pt x="0" y="11853"/>
                  </a:lnTo>
                  <a:lnTo>
                    <a:pt x="4081" y="14311"/>
                  </a:lnTo>
                  <a:lnTo>
                    <a:pt x="8626" y="15672"/>
                  </a:lnTo>
                  <a:lnTo>
                    <a:pt x="6400" y="16770"/>
                  </a:lnTo>
                  <a:lnTo>
                    <a:pt x="8626" y="21423"/>
                  </a:lnTo>
                  <a:lnTo>
                    <a:pt x="9878" y="23618"/>
                  </a:lnTo>
                  <a:lnTo>
                    <a:pt x="14516" y="23618"/>
                  </a:lnTo>
                  <a:lnTo>
                    <a:pt x="13078" y="17033"/>
                  </a:lnTo>
                  <a:lnTo>
                    <a:pt x="9878" y="12907"/>
                  </a:lnTo>
                  <a:cubicBezTo>
                    <a:pt x="11641" y="6848"/>
                    <a:pt x="7560" y="5795"/>
                    <a:pt x="7560" y="57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6" name="Freeform: Shape 1675">
              <a:extLst>
                <a:ext uri="{FF2B5EF4-FFF2-40B4-BE49-F238E27FC236}">
                  <a16:creationId xmlns:a16="http://schemas.microsoft.com/office/drawing/2014/main" id="{102CB07A-35F0-8D17-2FC0-A04CE90C6BE0}"/>
                </a:ext>
              </a:extLst>
            </p:cNvPr>
            <p:cNvSpPr>
              <a:spLocks/>
            </p:cNvSpPr>
            <p:nvPr/>
          </p:nvSpPr>
          <p:spPr>
            <a:xfrm>
              <a:off x="3680544" y="3545316"/>
              <a:ext cx="255228" cy="80598"/>
            </a:xfrm>
            <a:custGeom>
              <a:avLst/>
              <a:gdLst>
                <a:gd name="connsiteX0" fmla="*/ 157961 w 170992"/>
                <a:gd name="connsiteY0" fmla="*/ 52109 h 53997"/>
                <a:gd name="connsiteX1" fmla="*/ 165799 w 170992"/>
                <a:gd name="connsiteY1" fmla="*/ 49388 h 53997"/>
                <a:gd name="connsiteX2" fmla="*/ 170993 w 170992"/>
                <a:gd name="connsiteY2" fmla="*/ 47456 h 53997"/>
                <a:gd name="connsiteX3" fmla="*/ 169555 w 170992"/>
                <a:gd name="connsiteY3" fmla="*/ 45524 h 53997"/>
                <a:gd name="connsiteX4" fmla="*/ 165196 w 170992"/>
                <a:gd name="connsiteY4" fmla="*/ 45524 h 53997"/>
                <a:gd name="connsiteX5" fmla="*/ 150123 w 170992"/>
                <a:gd name="connsiteY5" fmla="*/ 39773 h 53997"/>
                <a:gd name="connsiteX6" fmla="*/ 147804 w 170992"/>
                <a:gd name="connsiteY6" fmla="*/ 37315 h 53997"/>
                <a:gd name="connsiteX7" fmla="*/ 145764 w 170992"/>
                <a:gd name="connsiteY7" fmla="*/ 33452 h 53997"/>
                <a:gd name="connsiteX8" fmla="*/ 138807 w 170992"/>
                <a:gd name="connsiteY8" fmla="*/ 32618 h 53997"/>
                <a:gd name="connsiteX9" fmla="*/ 134448 w 170992"/>
                <a:gd name="connsiteY9" fmla="*/ 31037 h 53997"/>
                <a:gd name="connsiteX10" fmla="*/ 128929 w 170992"/>
                <a:gd name="connsiteY10" fmla="*/ 29589 h 53997"/>
                <a:gd name="connsiteX11" fmla="*/ 117334 w 170992"/>
                <a:gd name="connsiteY11" fmla="*/ 22740 h 53997"/>
                <a:gd name="connsiteX12" fmla="*/ 98505 w 170992"/>
                <a:gd name="connsiteY12" fmla="*/ 9043 h 53997"/>
                <a:gd name="connsiteX13" fmla="*/ 98505 w 170992"/>
                <a:gd name="connsiteY13" fmla="*/ 11238 h 53997"/>
                <a:gd name="connsiteX14" fmla="*/ 110100 w 170992"/>
                <a:gd name="connsiteY14" fmla="*/ 20282 h 53997"/>
                <a:gd name="connsiteX15" fmla="*/ 88349 w 170992"/>
                <a:gd name="connsiteY15" fmla="*/ 12336 h 53997"/>
                <a:gd name="connsiteX16" fmla="*/ 85473 w 170992"/>
                <a:gd name="connsiteY16" fmla="*/ 9614 h 53997"/>
                <a:gd name="connsiteX17" fmla="*/ 68963 w 170992"/>
                <a:gd name="connsiteY17" fmla="*/ 3293 h 53997"/>
                <a:gd name="connsiteX18" fmla="*/ 67525 w 170992"/>
                <a:gd name="connsiteY18" fmla="*/ 1361 h 53997"/>
                <a:gd name="connsiteX19" fmla="*/ 71282 w 170992"/>
                <a:gd name="connsiteY19" fmla="*/ 0 h 53997"/>
                <a:gd name="connsiteX20" fmla="*/ 63166 w 170992"/>
                <a:gd name="connsiteY20" fmla="*/ 0 h 53997"/>
                <a:gd name="connsiteX21" fmla="*/ 59409 w 170992"/>
                <a:gd name="connsiteY21" fmla="*/ 2195 h 53997"/>
                <a:gd name="connsiteX22" fmla="*/ 55931 w 170992"/>
                <a:gd name="connsiteY22" fmla="*/ 1668 h 53997"/>
                <a:gd name="connsiteX23" fmla="*/ 52731 w 170992"/>
                <a:gd name="connsiteY23" fmla="*/ 1405 h 53997"/>
                <a:gd name="connsiteX24" fmla="*/ 36499 w 170992"/>
                <a:gd name="connsiteY24" fmla="*/ 1932 h 53997"/>
                <a:gd name="connsiteX25" fmla="*/ 22029 w 170992"/>
                <a:gd name="connsiteY25" fmla="*/ 4961 h 53997"/>
                <a:gd name="connsiteX26" fmla="*/ 6957 w 170992"/>
                <a:gd name="connsiteY26" fmla="*/ 18131 h 53997"/>
                <a:gd name="connsiteX27" fmla="*/ 2319 w 170992"/>
                <a:gd name="connsiteY27" fmla="*/ 18131 h 53997"/>
                <a:gd name="connsiteX28" fmla="*/ 0 w 170992"/>
                <a:gd name="connsiteY28" fmla="*/ 21423 h 53997"/>
                <a:gd name="connsiteX29" fmla="*/ 6957 w 170992"/>
                <a:gd name="connsiteY29" fmla="*/ 21423 h 53997"/>
                <a:gd name="connsiteX30" fmla="*/ 6957 w 170992"/>
                <a:gd name="connsiteY30" fmla="*/ 24145 h 53997"/>
                <a:gd name="connsiteX31" fmla="*/ 8997 w 170992"/>
                <a:gd name="connsiteY31" fmla="*/ 21116 h 53997"/>
                <a:gd name="connsiteX32" fmla="*/ 13357 w 170992"/>
                <a:gd name="connsiteY32" fmla="*/ 21116 h 53997"/>
                <a:gd name="connsiteX33" fmla="*/ 16835 w 170992"/>
                <a:gd name="connsiteY33" fmla="*/ 15058 h 53997"/>
                <a:gd name="connsiteX34" fmla="*/ 28429 w 170992"/>
                <a:gd name="connsiteY34" fmla="*/ 12029 h 53997"/>
                <a:gd name="connsiteX35" fmla="*/ 35942 w 170992"/>
                <a:gd name="connsiteY35" fmla="*/ 8165 h 53997"/>
                <a:gd name="connsiteX36" fmla="*/ 48974 w 170992"/>
                <a:gd name="connsiteY36" fmla="*/ 7990 h 53997"/>
                <a:gd name="connsiteX37" fmla="*/ 51015 w 170992"/>
                <a:gd name="connsiteY37" fmla="*/ 11151 h 53997"/>
                <a:gd name="connsiteX38" fmla="*/ 41740 w 170992"/>
                <a:gd name="connsiteY38" fmla="*/ 11985 h 53997"/>
                <a:gd name="connsiteX39" fmla="*/ 48418 w 170992"/>
                <a:gd name="connsiteY39" fmla="*/ 16024 h 53997"/>
                <a:gd name="connsiteX40" fmla="*/ 54215 w 170992"/>
                <a:gd name="connsiteY40" fmla="*/ 16024 h 53997"/>
                <a:gd name="connsiteX41" fmla="*/ 58575 w 170992"/>
                <a:gd name="connsiteY41" fmla="*/ 16024 h 53997"/>
                <a:gd name="connsiteX42" fmla="*/ 69288 w 170992"/>
                <a:gd name="connsiteY42" fmla="*/ 18306 h 53997"/>
                <a:gd name="connsiteX43" fmla="*/ 80882 w 170992"/>
                <a:gd name="connsiteY43" fmla="*/ 22169 h 53997"/>
                <a:gd name="connsiteX44" fmla="*/ 101195 w 170992"/>
                <a:gd name="connsiteY44" fmla="*/ 27920 h 53997"/>
                <a:gd name="connsiteX45" fmla="*/ 108152 w 170992"/>
                <a:gd name="connsiteY45" fmla="*/ 39422 h 53997"/>
                <a:gd name="connsiteX46" fmla="*/ 118865 w 170992"/>
                <a:gd name="connsiteY46" fmla="*/ 39422 h 53997"/>
                <a:gd name="connsiteX47" fmla="*/ 123781 w 170992"/>
                <a:gd name="connsiteY47" fmla="*/ 43285 h 53997"/>
                <a:gd name="connsiteX48" fmla="*/ 114505 w 170992"/>
                <a:gd name="connsiteY48" fmla="*/ 52065 h 53997"/>
                <a:gd name="connsiteX49" fmla="*/ 117381 w 170992"/>
                <a:gd name="connsiteY49" fmla="*/ 53997 h 53997"/>
                <a:gd name="connsiteX50" fmla="*/ 149845 w 170992"/>
                <a:gd name="connsiteY50" fmla="*/ 53997 h 53997"/>
                <a:gd name="connsiteX51" fmla="*/ 157961 w 170992"/>
                <a:gd name="connsiteY51" fmla="*/ 52065 h 5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70992" h="53997">
                  <a:moveTo>
                    <a:pt x="157961" y="52109"/>
                  </a:moveTo>
                  <a:cubicBezTo>
                    <a:pt x="157961" y="52109"/>
                    <a:pt x="162320" y="49388"/>
                    <a:pt x="165799" y="49388"/>
                  </a:cubicBezTo>
                  <a:cubicBezTo>
                    <a:pt x="169277" y="49388"/>
                    <a:pt x="170993" y="47456"/>
                    <a:pt x="170993" y="47456"/>
                  </a:cubicBezTo>
                  <a:lnTo>
                    <a:pt x="169555" y="45524"/>
                  </a:lnTo>
                  <a:lnTo>
                    <a:pt x="165196" y="45524"/>
                  </a:lnTo>
                  <a:cubicBezTo>
                    <a:pt x="165196" y="45524"/>
                    <a:pt x="163758" y="38676"/>
                    <a:pt x="150123" y="39773"/>
                  </a:cubicBezTo>
                  <a:lnTo>
                    <a:pt x="147804" y="37315"/>
                  </a:lnTo>
                  <a:lnTo>
                    <a:pt x="145764" y="33452"/>
                  </a:lnTo>
                  <a:lnTo>
                    <a:pt x="138807" y="32618"/>
                  </a:lnTo>
                  <a:lnTo>
                    <a:pt x="134448" y="31037"/>
                  </a:lnTo>
                  <a:lnTo>
                    <a:pt x="128929" y="29589"/>
                  </a:lnTo>
                  <a:cubicBezTo>
                    <a:pt x="128929" y="29589"/>
                    <a:pt x="122250" y="23267"/>
                    <a:pt x="117334" y="22740"/>
                  </a:cubicBezTo>
                  <a:cubicBezTo>
                    <a:pt x="117334" y="22740"/>
                    <a:pt x="110378" y="9834"/>
                    <a:pt x="98505" y="9043"/>
                  </a:cubicBezTo>
                  <a:lnTo>
                    <a:pt x="98505" y="11238"/>
                  </a:lnTo>
                  <a:cubicBezTo>
                    <a:pt x="98505" y="11238"/>
                    <a:pt x="108337" y="13697"/>
                    <a:pt x="110100" y="20282"/>
                  </a:cubicBezTo>
                  <a:cubicBezTo>
                    <a:pt x="110100" y="20282"/>
                    <a:pt x="98227" y="10668"/>
                    <a:pt x="88349" y="12336"/>
                  </a:cubicBezTo>
                  <a:lnTo>
                    <a:pt x="85473" y="9614"/>
                  </a:lnTo>
                  <a:cubicBezTo>
                    <a:pt x="85473" y="9614"/>
                    <a:pt x="82273" y="834"/>
                    <a:pt x="68963" y="3293"/>
                  </a:cubicBezTo>
                  <a:lnTo>
                    <a:pt x="67525" y="1361"/>
                  </a:lnTo>
                  <a:lnTo>
                    <a:pt x="71282" y="0"/>
                  </a:lnTo>
                  <a:lnTo>
                    <a:pt x="63166" y="0"/>
                  </a:lnTo>
                  <a:lnTo>
                    <a:pt x="59409" y="2195"/>
                  </a:lnTo>
                  <a:lnTo>
                    <a:pt x="55931" y="1668"/>
                  </a:lnTo>
                  <a:lnTo>
                    <a:pt x="52731" y="1405"/>
                  </a:lnTo>
                  <a:cubicBezTo>
                    <a:pt x="52731" y="1405"/>
                    <a:pt x="45218" y="-1624"/>
                    <a:pt x="36499" y="1932"/>
                  </a:cubicBezTo>
                  <a:cubicBezTo>
                    <a:pt x="36499" y="1932"/>
                    <a:pt x="28661" y="1405"/>
                    <a:pt x="22029" y="4961"/>
                  </a:cubicBezTo>
                  <a:cubicBezTo>
                    <a:pt x="22029" y="4961"/>
                    <a:pt x="6354" y="7990"/>
                    <a:pt x="6957" y="18131"/>
                  </a:cubicBezTo>
                  <a:lnTo>
                    <a:pt x="2319" y="18131"/>
                  </a:lnTo>
                  <a:lnTo>
                    <a:pt x="0" y="21423"/>
                  </a:lnTo>
                  <a:lnTo>
                    <a:pt x="6957" y="21423"/>
                  </a:lnTo>
                  <a:lnTo>
                    <a:pt x="6957" y="24145"/>
                  </a:lnTo>
                  <a:lnTo>
                    <a:pt x="8997" y="21116"/>
                  </a:lnTo>
                  <a:lnTo>
                    <a:pt x="13357" y="21116"/>
                  </a:lnTo>
                  <a:cubicBezTo>
                    <a:pt x="13357" y="21116"/>
                    <a:pt x="16835" y="17823"/>
                    <a:pt x="16835" y="15058"/>
                  </a:cubicBezTo>
                  <a:cubicBezTo>
                    <a:pt x="16835" y="15058"/>
                    <a:pt x="23235" y="17253"/>
                    <a:pt x="28429" y="12029"/>
                  </a:cubicBezTo>
                  <a:cubicBezTo>
                    <a:pt x="33624" y="6804"/>
                    <a:pt x="35942" y="8165"/>
                    <a:pt x="35942" y="8165"/>
                  </a:cubicBezTo>
                  <a:cubicBezTo>
                    <a:pt x="35942" y="8165"/>
                    <a:pt x="42018" y="10317"/>
                    <a:pt x="48974" y="7990"/>
                  </a:cubicBezTo>
                  <a:lnTo>
                    <a:pt x="51015" y="11151"/>
                  </a:lnTo>
                  <a:lnTo>
                    <a:pt x="41740" y="11985"/>
                  </a:lnTo>
                  <a:lnTo>
                    <a:pt x="48418" y="16024"/>
                  </a:lnTo>
                  <a:cubicBezTo>
                    <a:pt x="48418" y="16024"/>
                    <a:pt x="49577" y="18131"/>
                    <a:pt x="54215" y="16024"/>
                  </a:cubicBezTo>
                  <a:cubicBezTo>
                    <a:pt x="54215" y="16024"/>
                    <a:pt x="57090" y="20326"/>
                    <a:pt x="58575" y="16024"/>
                  </a:cubicBezTo>
                  <a:cubicBezTo>
                    <a:pt x="58575" y="16024"/>
                    <a:pt x="60893" y="19931"/>
                    <a:pt x="69288" y="18306"/>
                  </a:cubicBezTo>
                  <a:cubicBezTo>
                    <a:pt x="69288" y="18306"/>
                    <a:pt x="71885" y="21599"/>
                    <a:pt x="80882" y="22169"/>
                  </a:cubicBezTo>
                  <a:cubicBezTo>
                    <a:pt x="80882" y="22169"/>
                    <a:pt x="99711" y="27086"/>
                    <a:pt x="101195" y="27920"/>
                  </a:cubicBezTo>
                  <a:cubicBezTo>
                    <a:pt x="101195" y="27920"/>
                    <a:pt x="98876" y="34769"/>
                    <a:pt x="108152" y="39422"/>
                  </a:cubicBezTo>
                  <a:cubicBezTo>
                    <a:pt x="108152" y="39422"/>
                    <a:pt x="113949" y="41617"/>
                    <a:pt x="118865" y="39422"/>
                  </a:cubicBezTo>
                  <a:lnTo>
                    <a:pt x="123781" y="43285"/>
                  </a:lnTo>
                  <a:cubicBezTo>
                    <a:pt x="123781" y="43285"/>
                    <a:pt x="115387" y="48773"/>
                    <a:pt x="114505" y="52065"/>
                  </a:cubicBezTo>
                  <a:lnTo>
                    <a:pt x="117381" y="53997"/>
                  </a:lnTo>
                  <a:cubicBezTo>
                    <a:pt x="117381" y="53997"/>
                    <a:pt x="138529" y="50705"/>
                    <a:pt x="149845" y="53997"/>
                  </a:cubicBezTo>
                  <a:lnTo>
                    <a:pt x="157961" y="5206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7" name="Freeform: Shape 1676">
              <a:extLst>
                <a:ext uri="{FF2B5EF4-FFF2-40B4-BE49-F238E27FC236}">
                  <a16:creationId xmlns:a16="http://schemas.microsoft.com/office/drawing/2014/main" id="{3D6D7581-DDD9-8F75-90F0-6D8314AF208A}"/>
                </a:ext>
              </a:extLst>
            </p:cNvPr>
            <p:cNvSpPr>
              <a:spLocks/>
            </p:cNvSpPr>
            <p:nvPr/>
          </p:nvSpPr>
          <p:spPr>
            <a:xfrm>
              <a:off x="3722496" y="3574265"/>
              <a:ext cx="14744" cy="14036"/>
            </a:xfrm>
            <a:custGeom>
              <a:avLst/>
              <a:gdLst>
                <a:gd name="connsiteX0" fmla="*/ 1762 w 9878"/>
                <a:gd name="connsiteY0" fmla="*/ 7604 h 9404"/>
                <a:gd name="connsiteX1" fmla="*/ 5844 w 9878"/>
                <a:gd name="connsiteY1" fmla="*/ 9404 h 9404"/>
                <a:gd name="connsiteX2" fmla="*/ 8441 w 9878"/>
                <a:gd name="connsiteY2" fmla="*/ 7604 h 9404"/>
                <a:gd name="connsiteX3" fmla="*/ 9878 w 9878"/>
                <a:gd name="connsiteY3" fmla="*/ 4883 h 9404"/>
                <a:gd name="connsiteX4" fmla="*/ 3478 w 9878"/>
                <a:gd name="connsiteY4" fmla="*/ 361 h 9404"/>
                <a:gd name="connsiteX5" fmla="*/ 0 w 9878"/>
                <a:gd name="connsiteY5" fmla="*/ 2292 h 9404"/>
                <a:gd name="connsiteX6" fmla="*/ 1762 w 9878"/>
                <a:gd name="connsiteY6" fmla="*/ 5014 h 9404"/>
                <a:gd name="connsiteX7" fmla="*/ 0 w 9878"/>
                <a:gd name="connsiteY7" fmla="*/ 7604 h 9404"/>
                <a:gd name="connsiteX8" fmla="*/ 1762 w 9878"/>
                <a:gd name="connsiteY8" fmla="*/ 7604 h 9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78" h="9404">
                  <a:moveTo>
                    <a:pt x="1762" y="7604"/>
                  </a:moveTo>
                  <a:lnTo>
                    <a:pt x="5844" y="9404"/>
                  </a:lnTo>
                  <a:lnTo>
                    <a:pt x="8441" y="7604"/>
                  </a:lnTo>
                  <a:lnTo>
                    <a:pt x="9878" y="4883"/>
                  </a:lnTo>
                  <a:cubicBezTo>
                    <a:pt x="9878" y="4883"/>
                    <a:pt x="7003" y="-1571"/>
                    <a:pt x="3478" y="361"/>
                  </a:cubicBezTo>
                  <a:lnTo>
                    <a:pt x="0" y="2292"/>
                  </a:lnTo>
                  <a:lnTo>
                    <a:pt x="1762" y="5014"/>
                  </a:lnTo>
                  <a:lnTo>
                    <a:pt x="0" y="7604"/>
                  </a:lnTo>
                  <a:lnTo>
                    <a:pt x="1762" y="760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8" name="Freeform: Shape 1677">
              <a:extLst>
                <a:ext uri="{FF2B5EF4-FFF2-40B4-BE49-F238E27FC236}">
                  <a16:creationId xmlns:a16="http://schemas.microsoft.com/office/drawing/2014/main" id="{D4F0F0D4-6381-07DA-39A4-67B71E485F57}"/>
                </a:ext>
              </a:extLst>
            </p:cNvPr>
            <p:cNvSpPr>
              <a:spLocks/>
            </p:cNvSpPr>
            <p:nvPr/>
          </p:nvSpPr>
          <p:spPr>
            <a:xfrm>
              <a:off x="3834139" y="3655658"/>
              <a:ext cx="52151" cy="18877"/>
            </a:xfrm>
            <a:custGeom>
              <a:avLst/>
              <a:gdLst>
                <a:gd name="connsiteX0" fmla="*/ 26677 w 34939"/>
                <a:gd name="connsiteY0" fmla="*/ 3955 h 12647"/>
                <a:gd name="connsiteX1" fmla="*/ 2746 w 34939"/>
                <a:gd name="connsiteY1" fmla="*/ 1233 h 12647"/>
                <a:gd name="connsiteX2" fmla="*/ 10 w 34939"/>
                <a:gd name="connsiteY2" fmla="*/ 3955 h 12647"/>
                <a:gd name="connsiteX3" fmla="*/ 7245 w 34939"/>
                <a:gd name="connsiteY3" fmla="*/ 7511 h 12647"/>
                <a:gd name="connsiteX4" fmla="*/ 15964 w 34939"/>
                <a:gd name="connsiteY4" fmla="*/ 11593 h 12647"/>
                <a:gd name="connsiteX5" fmla="*/ 20880 w 34939"/>
                <a:gd name="connsiteY5" fmla="*/ 10276 h 12647"/>
                <a:gd name="connsiteX6" fmla="*/ 26677 w 34939"/>
                <a:gd name="connsiteY6" fmla="*/ 9442 h 12647"/>
                <a:gd name="connsiteX7" fmla="*/ 34793 w 34939"/>
                <a:gd name="connsiteY7" fmla="*/ 9442 h 12647"/>
                <a:gd name="connsiteX8" fmla="*/ 29877 w 34939"/>
                <a:gd name="connsiteY8" fmla="*/ 5579 h 12647"/>
                <a:gd name="connsiteX9" fmla="*/ 26677 w 34939"/>
                <a:gd name="connsiteY9" fmla="*/ 3911 h 12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939" h="12647">
                  <a:moveTo>
                    <a:pt x="26677" y="3955"/>
                  </a:moveTo>
                  <a:cubicBezTo>
                    <a:pt x="18283" y="-2630"/>
                    <a:pt x="5807" y="926"/>
                    <a:pt x="2746" y="1233"/>
                  </a:cubicBezTo>
                  <a:cubicBezTo>
                    <a:pt x="-315" y="1496"/>
                    <a:pt x="10" y="3955"/>
                    <a:pt x="10" y="3955"/>
                  </a:cubicBezTo>
                  <a:cubicBezTo>
                    <a:pt x="1772" y="6676"/>
                    <a:pt x="7245" y="7511"/>
                    <a:pt x="7245" y="7511"/>
                  </a:cubicBezTo>
                  <a:cubicBezTo>
                    <a:pt x="11743" y="13832"/>
                    <a:pt x="15964" y="11593"/>
                    <a:pt x="15964" y="11593"/>
                  </a:cubicBezTo>
                  <a:cubicBezTo>
                    <a:pt x="19720" y="14579"/>
                    <a:pt x="20880" y="10276"/>
                    <a:pt x="20880" y="10276"/>
                  </a:cubicBezTo>
                  <a:cubicBezTo>
                    <a:pt x="24636" y="12208"/>
                    <a:pt x="26677" y="9442"/>
                    <a:pt x="26677" y="9442"/>
                  </a:cubicBezTo>
                  <a:cubicBezTo>
                    <a:pt x="28115" y="12471"/>
                    <a:pt x="33633" y="12164"/>
                    <a:pt x="34793" y="9442"/>
                  </a:cubicBezTo>
                  <a:cubicBezTo>
                    <a:pt x="35952" y="6720"/>
                    <a:pt x="29877" y="5579"/>
                    <a:pt x="29877" y="5579"/>
                  </a:cubicBezTo>
                  <a:lnTo>
                    <a:pt x="26677" y="391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9" name="Freeform: Shape 1678">
              <a:extLst>
                <a:ext uri="{FF2B5EF4-FFF2-40B4-BE49-F238E27FC236}">
                  <a16:creationId xmlns:a16="http://schemas.microsoft.com/office/drawing/2014/main" id="{34C50F49-1932-0E65-AC3A-8A249E0E888E}"/>
                </a:ext>
              </a:extLst>
            </p:cNvPr>
            <p:cNvSpPr>
              <a:spLocks/>
            </p:cNvSpPr>
            <p:nvPr/>
          </p:nvSpPr>
          <p:spPr>
            <a:xfrm>
              <a:off x="3943687" y="3588301"/>
              <a:ext cx="16159" cy="13133"/>
            </a:xfrm>
            <a:custGeom>
              <a:avLst/>
              <a:gdLst>
                <a:gd name="connsiteX0" fmla="*/ 218 w 10826"/>
                <a:gd name="connsiteY0" fmla="*/ 6848 h 8799"/>
                <a:gd name="connsiteX1" fmla="*/ 8937 w 10826"/>
                <a:gd name="connsiteY1" fmla="*/ 6848 h 8799"/>
                <a:gd name="connsiteX2" fmla="*/ 10699 w 10826"/>
                <a:gd name="connsiteY2" fmla="*/ 3424 h 8799"/>
                <a:gd name="connsiteX3" fmla="*/ 10699 w 10826"/>
                <a:gd name="connsiteY3" fmla="*/ 0 h 8799"/>
                <a:gd name="connsiteX4" fmla="*/ 8658 w 10826"/>
                <a:gd name="connsiteY4" fmla="*/ 2722 h 8799"/>
                <a:gd name="connsiteX5" fmla="*/ 264 w 10826"/>
                <a:gd name="connsiteY5" fmla="*/ 6848 h 8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826" h="8799">
                  <a:moveTo>
                    <a:pt x="218" y="6848"/>
                  </a:moveTo>
                  <a:cubicBezTo>
                    <a:pt x="8334" y="11238"/>
                    <a:pt x="8937" y="6848"/>
                    <a:pt x="8937" y="6848"/>
                  </a:cubicBezTo>
                  <a:cubicBezTo>
                    <a:pt x="11534" y="5180"/>
                    <a:pt x="10699" y="3424"/>
                    <a:pt x="10699" y="3424"/>
                  </a:cubicBezTo>
                  <a:lnTo>
                    <a:pt x="10699" y="0"/>
                  </a:lnTo>
                  <a:lnTo>
                    <a:pt x="8658" y="2722"/>
                  </a:lnTo>
                  <a:cubicBezTo>
                    <a:pt x="2861" y="2722"/>
                    <a:pt x="-1081" y="6102"/>
                    <a:pt x="264" y="68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0" name="Freeform: Shape 1679">
              <a:extLst>
                <a:ext uri="{FF2B5EF4-FFF2-40B4-BE49-F238E27FC236}">
                  <a16:creationId xmlns:a16="http://schemas.microsoft.com/office/drawing/2014/main" id="{BE09A9A6-91B1-E5AE-D7BD-3402AD88C8F4}"/>
                </a:ext>
              </a:extLst>
            </p:cNvPr>
            <p:cNvSpPr>
              <a:spLocks/>
            </p:cNvSpPr>
            <p:nvPr/>
          </p:nvSpPr>
          <p:spPr>
            <a:xfrm>
              <a:off x="3926913" y="3620959"/>
              <a:ext cx="144267" cy="55543"/>
            </a:xfrm>
            <a:custGeom>
              <a:avLst/>
              <a:gdLst>
                <a:gd name="connsiteX0" fmla="*/ 70308 w 96653"/>
                <a:gd name="connsiteY0" fmla="*/ 25270 h 37211"/>
                <a:gd name="connsiteX1" fmla="*/ 78146 w 96653"/>
                <a:gd name="connsiteY1" fmla="*/ 25007 h 37211"/>
                <a:gd name="connsiteX2" fmla="*/ 84546 w 96653"/>
                <a:gd name="connsiteY2" fmla="*/ 27465 h 37211"/>
                <a:gd name="connsiteX3" fmla="*/ 86865 w 96653"/>
                <a:gd name="connsiteY3" fmla="*/ 25797 h 37211"/>
                <a:gd name="connsiteX4" fmla="*/ 92059 w 96653"/>
                <a:gd name="connsiteY4" fmla="*/ 29529 h 37211"/>
                <a:gd name="connsiteX5" fmla="*/ 96419 w 96653"/>
                <a:gd name="connsiteY5" fmla="*/ 27158 h 37211"/>
                <a:gd name="connsiteX6" fmla="*/ 89462 w 96653"/>
                <a:gd name="connsiteY6" fmla="*/ 13988 h 37211"/>
                <a:gd name="connsiteX7" fmla="*/ 78146 w 96653"/>
                <a:gd name="connsiteY7" fmla="*/ 10696 h 37211"/>
                <a:gd name="connsiteX8" fmla="*/ 73508 w 96653"/>
                <a:gd name="connsiteY8" fmla="*/ 8501 h 37211"/>
                <a:gd name="connsiteX9" fmla="*/ 72071 w 96653"/>
                <a:gd name="connsiteY9" fmla="*/ 3276 h 37211"/>
                <a:gd name="connsiteX10" fmla="*/ 65995 w 96653"/>
                <a:gd name="connsiteY10" fmla="*/ 5471 h 37211"/>
                <a:gd name="connsiteX11" fmla="*/ 54401 w 96653"/>
                <a:gd name="connsiteY11" fmla="*/ 335 h 37211"/>
                <a:gd name="connsiteX12" fmla="*/ 36407 w 96653"/>
                <a:gd name="connsiteY12" fmla="*/ 3276 h 37211"/>
                <a:gd name="connsiteX13" fmla="*/ 33207 w 96653"/>
                <a:gd name="connsiteY13" fmla="*/ 3276 h 37211"/>
                <a:gd name="connsiteX14" fmla="*/ 16604 w 96653"/>
                <a:gd name="connsiteY14" fmla="*/ 3276 h 37211"/>
                <a:gd name="connsiteX15" fmla="*/ 22030 w 96653"/>
                <a:gd name="connsiteY15" fmla="*/ 6569 h 37211"/>
                <a:gd name="connsiteX16" fmla="*/ 26250 w 96653"/>
                <a:gd name="connsiteY16" fmla="*/ 9291 h 37211"/>
                <a:gd name="connsiteX17" fmla="*/ 26807 w 96653"/>
                <a:gd name="connsiteY17" fmla="*/ 16139 h 37211"/>
                <a:gd name="connsiteX18" fmla="*/ 33207 w 96653"/>
                <a:gd name="connsiteY18" fmla="*/ 23163 h 37211"/>
                <a:gd name="connsiteX19" fmla="*/ 28012 w 96653"/>
                <a:gd name="connsiteY19" fmla="*/ 24919 h 37211"/>
                <a:gd name="connsiteX20" fmla="*/ 25137 w 96653"/>
                <a:gd name="connsiteY20" fmla="*/ 24919 h 37211"/>
                <a:gd name="connsiteX21" fmla="*/ 11270 w 96653"/>
                <a:gd name="connsiteY21" fmla="*/ 23163 h 37211"/>
                <a:gd name="connsiteX22" fmla="*/ 3108 w 96653"/>
                <a:gd name="connsiteY22" fmla="*/ 20968 h 37211"/>
                <a:gd name="connsiteX23" fmla="*/ 5983 w 96653"/>
                <a:gd name="connsiteY23" fmla="*/ 27904 h 37211"/>
                <a:gd name="connsiteX24" fmla="*/ 8580 w 96653"/>
                <a:gd name="connsiteY24" fmla="*/ 31768 h 37211"/>
                <a:gd name="connsiteX25" fmla="*/ 19618 w 96653"/>
                <a:gd name="connsiteY25" fmla="*/ 28739 h 37211"/>
                <a:gd name="connsiteX26" fmla="*/ 32650 w 96653"/>
                <a:gd name="connsiteY26" fmla="*/ 27904 h 37211"/>
                <a:gd name="connsiteX27" fmla="*/ 40163 w 96653"/>
                <a:gd name="connsiteY27" fmla="*/ 29441 h 37211"/>
                <a:gd name="connsiteX28" fmla="*/ 52036 w 96653"/>
                <a:gd name="connsiteY28" fmla="*/ 37211 h 37211"/>
                <a:gd name="connsiteX29" fmla="*/ 54355 w 96653"/>
                <a:gd name="connsiteY29" fmla="*/ 29441 h 37211"/>
                <a:gd name="connsiteX30" fmla="*/ 61311 w 96653"/>
                <a:gd name="connsiteY30" fmla="*/ 25709 h 37211"/>
                <a:gd name="connsiteX31" fmla="*/ 70308 w 96653"/>
                <a:gd name="connsiteY31" fmla="*/ 25183 h 3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6653" h="37211">
                  <a:moveTo>
                    <a:pt x="70308" y="25270"/>
                  </a:moveTo>
                  <a:lnTo>
                    <a:pt x="78146" y="25007"/>
                  </a:lnTo>
                  <a:lnTo>
                    <a:pt x="84546" y="27465"/>
                  </a:lnTo>
                  <a:lnTo>
                    <a:pt x="86865" y="25797"/>
                  </a:lnTo>
                  <a:lnTo>
                    <a:pt x="92059" y="29529"/>
                  </a:lnTo>
                  <a:lnTo>
                    <a:pt x="96419" y="27158"/>
                  </a:lnTo>
                  <a:cubicBezTo>
                    <a:pt x="97857" y="20046"/>
                    <a:pt x="92338" y="16710"/>
                    <a:pt x="89462" y="13988"/>
                  </a:cubicBezTo>
                  <a:cubicBezTo>
                    <a:pt x="86587" y="11266"/>
                    <a:pt x="78146" y="10696"/>
                    <a:pt x="78146" y="10696"/>
                  </a:cubicBezTo>
                  <a:lnTo>
                    <a:pt x="73508" y="8501"/>
                  </a:lnTo>
                  <a:lnTo>
                    <a:pt x="72071" y="3276"/>
                  </a:lnTo>
                  <a:lnTo>
                    <a:pt x="65995" y="5471"/>
                  </a:lnTo>
                  <a:cubicBezTo>
                    <a:pt x="65995" y="5471"/>
                    <a:pt x="63120" y="1916"/>
                    <a:pt x="54401" y="335"/>
                  </a:cubicBezTo>
                  <a:cubicBezTo>
                    <a:pt x="45682" y="-1245"/>
                    <a:pt x="36407" y="3276"/>
                    <a:pt x="36407" y="3276"/>
                  </a:cubicBezTo>
                  <a:lnTo>
                    <a:pt x="33207" y="3276"/>
                  </a:lnTo>
                  <a:cubicBezTo>
                    <a:pt x="25972" y="-1640"/>
                    <a:pt x="18134" y="555"/>
                    <a:pt x="16604" y="3276"/>
                  </a:cubicBezTo>
                  <a:cubicBezTo>
                    <a:pt x="15073" y="5998"/>
                    <a:pt x="19572" y="7140"/>
                    <a:pt x="22030" y="6569"/>
                  </a:cubicBezTo>
                  <a:cubicBezTo>
                    <a:pt x="24488" y="5998"/>
                    <a:pt x="26250" y="9291"/>
                    <a:pt x="26250" y="9291"/>
                  </a:cubicBezTo>
                  <a:cubicBezTo>
                    <a:pt x="26250" y="9291"/>
                    <a:pt x="26807" y="15042"/>
                    <a:pt x="26807" y="16139"/>
                  </a:cubicBezTo>
                  <a:cubicBezTo>
                    <a:pt x="26807" y="17237"/>
                    <a:pt x="33207" y="23163"/>
                    <a:pt x="33207" y="23163"/>
                  </a:cubicBezTo>
                  <a:cubicBezTo>
                    <a:pt x="28569" y="22768"/>
                    <a:pt x="28012" y="24919"/>
                    <a:pt x="28012" y="24919"/>
                  </a:cubicBezTo>
                  <a:lnTo>
                    <a:pt x="25137" y="24919"/>
                  </a:lnTo>
                  <a:cubicBezTo>
                    <a:pt x="23375" y="23251"/>
                    <a:pt x="11270" y="23163"/>
                    <a:pt x="11270" y="23163"/>
                  </a:cubicBezTo>
                  <a:cubicBezTo>
                    <a:pt x="6354" y="20046"/>
                    <a:pt x="3108" y="20968"/>
                    <a:pt x="3108" y="20968"/>
                  </a:cubicBezTo>
                  <a:cubicBezTo>
                    <a:pt x="-5286" y="26631"/>
                    <a:pt x="5983" y="27904"/>
                    <a:pt x="5983" y="27904"/>
                  </a:cubicBezTo>
                  <a:lnTo>
                    <a:pt x="8580" y="31768"/>
                  </a:lnTo>
                  <a:cubicBezTo>
                    <a:pt x="9137" y="27378"/>
                    <a:pt x="19618" y="28739"/>
                    <a:pt x="19618" y="28739"/>
                  </a:cubicBezTo>
                  <a:cubicBezTo>
                    <a:pt x="23375" y="31768"/>
                    <a:pt x="32650" y="27904"/>
                    <a:pt x="32650" y="27904"/>
                  </a:cubicBezTo>
                  <a:cubicBezTo>
                    <a:pt x="35850" y="30099"/>
                    <a:pt x="40163" y="29441"/>
                    <a:pt x="40163" y="29441"/>
                  </a:cubicBezTo>
                  <a:cubicBezTo>
                    <a:pt x="40163" y="29441"/>
                    <a:pt x="47676" y="37211"/>
                    <a:pt x="52036" y="37211"/>
                  </a:cubicBezTo>
                  <a:cubicBezTo>
                    <a:pt x="56395" y="37211"/>
                    <a:pt x="54355" y="29441"/>
                    <a:pt x="54355" y="29441"/>
                  </a:cubicBezTo>
                  <a:lnTo>
                    <a:pt x="61311" y="25709"/>
                  </a:lnTo>
                  <a:cubicBezTo>
                    <a:pt x="63908" y="30099"/>
                    <a:pt x="70308" y="25183"/>
                    <a:pt x="70308" y="2518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1" name="Freeform: Shape 1680">
              <a:extLst>
                <a:ext uri="{FF2B5EF4-FFF2-40B4-BE49-F238E27FC236}">
                  <a16:creationId xmlns:a16="http://schemas.microsoft.com/office/drawing/2014/main" id="{3C48D42F-7EED-D2BE-14C4-7B12360032E7}"/>
                </a:ext>
              </a:extLst>
            </p:cNvPr>
            <p:cNvSpPr>
              <a:spLocks/>
            </p:cNvSpPr>
            <p:nvPr/>
          </p:nvSpPr>
          <p:spPr>
            <a:xfrm>
              <a:off x="3957856" y="3646425"/>
              <a:ext cx="6922" cy="6027"/>
            </a:xfrm>
            <a:custGeom>
              <a:avLst/>
              <a:gdLst>
                <a:gd name="connsiteX0" fmla="*/ 4638 w 4637"/>
                <a:gd name="connsiteY0" fmla="*/ 0 h 4038"/>
                <a:gd name="connsiteX1" fmla="*/ 0 w 4637"/>
                <a:gd name="connsiteY1" fmla="*/ 0 h 4038"/>
                <a:gd name="connsiteX2" fmla="*/ 1299 w 4637"/>
                <a:gd name="connsiteY2" fmla="*/ 4039 h 4038"/>
                <a:gd name="connsiteX3" fmla="*/ 4638 w 4637"/>
                <a:gd name="connsiteY3" fmla="*/ 4039 h 4038"/>
                <a:gd name="connsiteX4" fmla="*/ 4638 w 4637"/>
                <a:gd name="connsiteY4" fmla="*/ 0 h 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4038">
                  <a:moveTo>
                    <a:pt x="4638" y="0"/>
                  </a:moveTo>
                  <a:lnTo>
                    <a:pt x="0" y="0"/>
                  </a:lnTo>
                  <a:lnTo>
                    <a:pt x="1299" y="4039"/>
                  </a:lnTo>
                  <a:lnTo>
                    <a:pt x="4638" y="4039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2" name="Freeform: Shape 1681">
              <a:extLst>
                <a:ext uri="{FF2B5EF4-FFF2-40B4-BE49-F238E27FC236}">
                  <a16:creationId xmlns:a16="http://schemas.microsoft.com/office/drawing/2014/main" id="{13B2D328-45CC-28AD-1B10-39D86CE8C003}"/>
                </a:ext>
              </a:extLst>
            </p:cNvPr>
            <p:cNvSpPr>
              <a:spLocks/>
            </p:cNvSpPr>
            <p:nvPr/>
          </p:nvSpPr>
          <p:spPr>
            <a:xfrm>
              <a:off x="4096581" y="3655664"/>
              <a:ext cx="49079" cy="15070"/>
            </a:xfrm>
            <a:custGeom>
              <a:avLst/>
              <a:gdLst>
                <a:gd name="connsiteX0" fmla="*/ 16464 w 32881"/>
                <a:gd name="connsiteY0" fmla="*/ 1493 h 10096"/>
                <a:gd name="connsiteX1" fmla="*/ 9693 w 32881"/>
                <a:gd name="connsiteY1" fmla="*/ 0 h 10096"/>
                <a:gd name="connsiteX2" fmla="*/ 696 w 32881"/>
                <a:gd name="connsiteY2" fmla="*/ 3117 h 10096"/>
                <a:gd name="connsiteX3" fmla="*/ 7374 w 32881"/>
                <a:gd name="connsiteY3" fmla="*/ 9965 h 10096"/>
                <a:gd name="connsiteX4" fmla="*/ 23607 w 32881"/>
                <a:gd name="connsiteY4" fmla="*/ 9965 h 10096"/>
                <a:gd name="connsiteX5" fmla="*/ 32882 w 32881"/>
                <a:gd name="connsiteY5" fmla="*/ 10097 h 10096"/>
                <a:gd name="connsiteX6" fmla="*/ 28801 w 32881"/>
                <a:gd name="connsiteY6" fmla="*/ 6322 h 10096"/>
                <a:gd name="connsiteX7" fmla="*/ 16418 w 32881"/>
                <a:gd name="connsiteY7" fmla="*/ 1493 h 10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881" h="10096">
                  <a:moveTo>
                    <a:pt x="16464" y="1493"/>
                  </a:moveTo>
                  <a:cubicBezTo>
                    <a:pt x="12893" y="3688"/>
                    <a:pt x="9693" y="0"/>
                    <a:pt x="9693" y="0"/>
                  </a:cubicBezTo>
                  <a:cubicBezTo>
                    <a:pt x="9693" y="0"/>
                    <a:pt x="2180" y="1229"/>
                    <a:pt x="696" y="3117"/>
                  </a:cubicBezTo>
                  <a:cubicBezTo>
                    <a:pt x="-788" y="5005"/>
                    <a:pt x="-463" y="9702"/>
                    <a:pt x="7374" y="9965"/>
                  </a:cubicBezTo>
                  <a:cubicBezTo>
                    <a:pt x="15212" y="10229"/>
                    <a:pt x="23607" y="9965"/>
                    <a:pt x="23607" y="9965"/>
                  </a:cubicBezTo>
                  <a:lnTo>
                    <a:pt x="32882" y="10097"/>
                  </a:lnTo>
                  <a:cubicBezTo>
                    <a:pt x="32882" y="10097"/>
                    <a:pt x="32882" y="9219"/>
                    <a:pt x="28801" y="6322"/>
                  </a:cubicBezTo>
                  <a:cubicBezTo>
                    <a:pt x="24720" y="3380"/>
                    <a:pt x="19989" y="-702"/>
                    <a:pt x="16418" y="149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3" name="Freeform: Shape 1682">
              <a:extLst>
                <a:ext uri="{FF2B5EF4-FFF2-40B4-BE49-F238E27FC236}">
                  <a16:creationId xmlns:a16="http://schemas.microsoft.com/office/drawing/2014/main" id="{183D1AA3-F26E-C5E4-0624-64D08D6E0584}"/>
                </a:ext>
              </a:extLst>
            </p:cNvPr>
            <p:cNvSpPr>
              <a:spLocks/>
            </p:cNvSpPr>
            <p:nvPr/>
          </p:nvSpPr>
          <p:spPr>
            <a:xfrm>
              <a:off x="3917223" y="5160090"/>
              <a:ext cx="6922" cy="5306"/>
            </a:xfrm>
            <a:custGeom>
              <a:avLst/>
              <a:gdLst>
                <a:gd name="connsiteX0" fmla="*/ 1159 w 4637"/>
                <a:gd name="connsiteY0" fmla="*/ 3556 h 3555"/>
                <a:gd name="connsiteX1" fmla="*/ 4638 w 4637"/>
                <a:gd name="connsiteY1" fmla="*/ 3556 h 3555"/>
                <a:gd name="connsiteX2" fmla="*/ 4638 w 4637"/>
                <a:gd name="connsiteY2" fmla="*/ 0 h 3555"/>
                <a:gd name="connsiteX3" fmla="*/ 0 w 4637"/>
                <a:gd name="connsiteY3" fmla="*/ 0 h 3555"/>
                <a:gd name="connsiteX4" fmla="*/ 1159 w 4637"/>
                <a:gd name="connsiteY4" fmla="*/ 3556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3555">
                  <a:moveTo>
                    <a:pt x="1159" y="3556"/>
                  </a:moveTo>
                  <a:lnTo>
                    <a:pt x="4638" y="3556"/>
                  </a:lnTo>
                  <a:lnTo>
                    <a:pt x="4638" y="0"/>
                  </a:lnTo>
                  <a:lnTo>
                    <a:pt x="0" y="0"/>
                  </a:lnTo>
                  <a:lnTo>
                    <a:pt x="1159" y="35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4" name="Freeform: Shape 1683">
              <a:extLst>
                <a:ext uri="{FF2B5EF4-FFF2-40B4-BE49-F238E27FC236}">
                  <a16:creationId xmlns:a16="http://schemas.microsoft.com/office/drawing/2014/main" id="{B37B0599-ED6C-38E9-83D9-E391A7059D3E}"/>
                </a:ext>
              </a:extLst>
            </p:cNvPr>
            <p:cNvSpPr>
              <a:spLocks/>
            </p:cNvSpPr>
            <p:nvPr/>
          </p:nvSpPr>
          <p:spPr>
            <a:xfrm>
              <a:off x="3907670" y="5201044"/>
              <a:ext cx="5191" cy="5306"/>
            </a:xfrm>
            <a:custGeom>
              <a:avLst/>
              <a:gdLst>
                <a:gd name="connsiteX0" fmla="*/ 3478 w 3478"/>
                <a:gd name="connsiteY0" fmla="*/ 0 h 3555"/>
                <a:gd name="connsiteX1" fmla="*/ 0 w 3478"/>
                <a:gd name="connsiteY1" fmla="*/ 0 h 3555"/>
                <a:gd name="connsiteX2" fmla="*/ 1762 w 3478"/>
                <a:gd name="connsiteY2" fmla="*/ 1800 h 3555"/>
                <a:gd name="connsiteX3" fmla="*/ 3478 w 3478"/>
                <a:gd name="connsiteY3" fmla="*/ 3556 h 3555"/>
                <a:gd name="connsiteX4" fmla="*/ 3478 w 3478"/>
                <a:gd name="connsiteY4" fmla="*/ 0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8" h="3555">
                  <a:moveTo>
                    <a:pt x="3478" y="0"/>
                  </a:moveTo>
                  <a:lnTo>
                    <a:pt x="0" y="0"/>
                  </a:lnTo>
                  <a:lnTo>
                    <a:pt x="1762" y="1800"/>
                  </a:lnTo>
                  <a:lnTo>
                    <a:pt x="3478" y="3556"/>
                  </a:lnTo>
                  <a:lnTo>
                    <a:pt x="347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5" name="Freeform: Shape 1684">
              <a:extLst>
                <a:ext uri="{FF2B5EF4-FFF2-40B4-BE49-F238E27FC236}">
                  <a16:creationId xmlns:a16="http://schemas.microsoft.com/office/drawing/2014/main" id="{FB1167C5-D1BB-8F4D-18B6-381B103DDB0D}"/>
                </a:ext>
              </a:extLst>
            </p:cNvPr>
            <p:cNvSpPr>
              <a:spLocks/>
            </p:cNvSpPr>
            <p:nvPr/>
          </p:nvSpPr>
          <p:spPr>
            <a:xfrm>
              <a:off x="3931898" y="5170771"/>
              <a:ext cx="10797" cy="5700"/>
            </a:xfrm>
            <a:custGeom>
              <a:avLst/>
              <a:gdLst>
                <a:gd name="connsiteX0" fmla="*/ 7235 w 7234"/>
                <a:gd name="connsiteY0" fmla="*/ 1624 h 3819"/>
                <a:gd name="connsiteX1" fmla="*/ 7235 w 7234"/>
                <a:gd name="connsiteY1" fmla="*/ 0 h 3819"/>
                <a:gd name="connsiteX2" fmla="*/ 0 w 7234"/>
                <a:gd name="connsiteY2" fmla="*/ 0 h 3819"/>
                <a:gd name="connsiteX3" fmla="*/ 4081 w 7234"/>
                <a:gd name="connsiteY3" fmla="*/ 3819 h 3819"/>
                <a:gd name="connsiteX4" fmla="*/ 7235 w 7234"/>
                <a:gd name="connsiteY4" fmla="*/ 1624 h 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3819">
                  <a:moveTo>
                    <a:pt x="7235" y="1624"/>
                  </a:moveTo>
                  <a:lnTo>
                    <a:pt x="7235" y="0"/>
                  </a:lnTo>
                  <a:lnTo>
                    <a:pt x="0" y="0"/>
                  </a:lnTo>
                  <a:lnTo>
                    <a:pt x="4081" y="3819"/>
                  </a:lnTo>
                  <a:lnTo>
                    <a:pt x="7235" y="16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6" name="Freeform: Shape 1685">
              <a:extLst>
                <a:ext uri="{FF2B5EF4-FFF2-40B4-BE49-F238E27FC236}">
                  <a16:creationId xmlns:a16="http://schemas.microsoft.com/office/drawing/2014/main" id="{E2B3C264-F2C2-D799-05B7-7A82BD2A50F0}"/>
                </a:ext>
              </a:extLst>
            </p:cNvPr>
            <p:cNvSpPr>
              <a:spLocks/>
            </p:cNvSpPr>
            <p:nvPr/>
          </p:nvSpPr>
          <p:spPr>
            <a:xfrm>
              <a:off x="3920684" y="5181386"/>
              <a:ext cx="24229" cy="19658"/>
            </a:xfrm>
            <a:custGeom>
              <a:avLst/>
              <a:gdLst>
                <a:gd name="connsiteX0" fmla="*/ 3757 w 16232"/>
                <a:gd name="connsiteY0" fmla="*/ 13170 h 13170"/>
                <a:gd name="connsiteX1" fmla="*/ 7513 w 16232"/>
                <a:gd name="connsiteY1" fmla="*/ 13170 h 13170"/>
                <a:gd name="connsiteX2" fmla="*/ 12429 w 16232"/>
                <a:gd name="connsiteY2" fmla="*/ 13170 h 13170"/>
                <a:gd name="connsiteX3" fmla="*/ 14331 w 16232"/>
                <a:gd name="connsiteY3" fmla="*/ 10448 h 13170"/>
                <a:gd name="connsiteX4" fmla="*/ 16232 w 16232"/>
                <a:gd name="connsiteY4" fmla="*/ 13170 h 13170"/>
                <a:gd name="connsiteX5" fmla="*/ 16232 w 16232"/>
                <a:gd name="connsiteY5" fmla="*/ 9614 h 13170"/>
                <a:gd name="connsiteX6" fmla="*/ 16232 w 16232"/>
                <a:gd name="connsiteY6" fmla="*/ 7946 h 13170"/>
                <a:gd name="connsiteX7" fmla="*/ 13635 w 16232"/>
                <a:gd name="connsiteY7" fmla="*/ 7946 h 13170"/>
                <a:gd name="connsiteX8" fmla="*/ 12429 w 16232"/>
                <a:gd name="connsiteY8" fmla="*/ 6058 h 13170"/>
                <a:gd name="connsiteX9" fmla="*/ 14748 w 16232"/>
                <a:gd name="connsiteY9" fmla="*/ 3863 h 13170"/>
                <a:gd name="connsiteX10" fmla="*/ 14748 w 16232"/>
                <a:gd name="connsiteY10" fmla="*/ 0 h 13170"/>
                <a:gd name="connsiteX11" fmla="*/ 11131 w 16232"/>
                <a:gd name="connsiteY11" fmla="*/ 0 h 13170"/>
                <a:gd name="connsiteX12" fmla="*/ 8116 w 16232"/>
                <a:gd name="connsiteY12" fmla="*/ 3029 h 13170"/>
                <a:gd name="connsiteX13" fmla="*/ 7513 w 16232"/>
                <a:gd name="connsiteY13" fmla="*/ 6585 h 13170"/>
                <a:gd name="connsiteX14" fmla="*/ 3478 w 16232"/>
                <a:gd name="connsiteY14" fmla="*/ 6585 h 13170"/>
                <a:gd name="connsiteX15" fmla="*/ 5472 w 16232"/>
                <a:gd name="connsiteY15" fmla="*/ 9878 h 13170"/>
                <a:gd name="connsiteX16" fmla="*/ 0 w 16232"/>
                <a:gd name="connsiteY16" fmla="*/ 9878 h 13170"/>
                <a:gd name="connsiteX17" fmla="*/ 3757 w 16232"/>
                <a:gd name="connsiteY17" fmla="*/ 13170 h 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232" h="13170">
                  <a:moveTo>
                    <a:pt x="3757" y="13170"/>
                  </a:moveTo>
                  <a:lnTo>
                    <a:pt x="7513" y="13170"/>
                  </a:lnTo>
                  <a:lnTo>
                    <a:pt x="12429" y="13170"/>
                  </a:lnTo>
                  <a:lnTo>
                    <a:pt x="14331" y="10448"/>
                  </a:lnTo>
                  <a:lnTo>
                    <a:pt x="16232" y="13170"/>
                  </a:lnTo>
                  <a:lnTo>
                    <a:pt x="16232" y="9614"/>
                  </a:lnTo>
                  <a:lnTo>
                    <a:pt x="16232" y="7946"/>
                  </a:lnTo>
                  <a:lnTo>
                    <a:pt x="13635" y="7946"/>
                  </a:lnTo>
                  <a:lnTo>
                    <a:pt x="12429" y="6058"/>
                  </a:lnTo>
                  <a:lnTo>
                    <a:pt x="14748" y="3863"/>
                  </a:lnTo>
                  <a:lnTo>
                    <a:pt x="14748" y="0"/>
                  </a:lnTo>
                  <a:lnTo>
                    <a:pt x="11131" y="0"/>
                  </a:lnTo>
                  <a:lnTo>
                    <a:pt x="8116" y="3029"/>
                  </a:lnTo>
                  <a:lnTo>
                    <a:pt x="7513" y="6585"/>
                  </a:lnTo>
                  <a:lnTo>
                    <a:pt x="3478" y="6585"/>
                  </a:lnTo>
                  <a:lnTo>
                    <a:pt x="5472" y="9878"/>
                  </a:lnTo>
                  <a:lnTo>
                    <a:pt x="0" y="9878"/>
                  </a:lnTo>
                  <a:lnTo>
                    <a:pt x="3757" y="131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7" name="Freeform: Shape 1686">
              <a:extLst>
                <a:ext uri="{FF2B5EF4-FFF2-40B4-BE49-F238E27FC236}">
                  <a16:creationId xmlns:a16="http://schemas.microsoft.com/office/drawing/2014/main" id="{B8EE761C-0356-2379-25B8-17396FFEBD28}"/>
                </a:ext>
              </a:extLst>
            </p:cNvPr>
            <p:cNvSpPr>
              <a:spLocks/>
            </p:cNvSpPr>
            <p:nvPr/>
          </p:nvSpPr>
          <p:spPr>
            <a:xfrm>
              <a:off x="4277258" y="5419314"/>
              <a:ext cx="45756" cy="35253"/>
            </a:xfrm>
            <a:custGeom>
              <a:avLst/>
              <a:gdLst>
                <a:gd name="connsiteX0" fmla="*/ 30655 w 30655"/>
                <a:gd name="connsiteY0" fmla="*/ 5224 h 23618"/>
                <a:gd name="connsiteX1" fmla="*/ 27780 w 30655"/>
                <a:gd name="connsiteY1" fmla="*/ 1361 h 23618"/>
                <a:gd name="connsiteX2" fmla="*/ 23142 w 30655"/>
                <a:gd name="connsiteY2" fmla="*/ 2458 h 23618"/>
                <a:gd name="connsiteX3" fmla="*/ 19942 w 30655"/>
                <a:gd name="connsiteY3" fmla="*/ 5488 h 23618"/>
                <a:gd name="connsiteX4" fmla="*/ 17067 w 30655"/>
                <a:gd name="connsiteY4" fmla="*/ 4653 h 23618"/>
                <a:gd name="connsiteX5" fmla="*/ 18829 w 30655"/>
                <a:gd name="connsiteY5" fmla="*/ 2722 h 23618"/>
                <a:gd name="connsiteX6" fmla="*/ 19989 w 30655"/>
                <a:gd name="connsiteY6" fmla="*/ 0 h 23618"/>
                <a:gd name="connsiteX7" fmla="*/ 12475 w 30655"/>
                <a:gd name="connsiteY7" fmla="*/ 0 h 23618"/>
                <a:gd name="connsiteX8" fmla="*/ 10713 w 30655"/>
                <a:gd name="connsiteY8" fmla="*/ 4653 h 23618"/>
                <a:gd name="connsiteX9" fmla="*/ 8394 w 30655"/>
                <a:gd name="connsiteY9" fmla="*/ 9878 h 23618"/>
                <a:gd name="connsiteX10" fmla="*/ 0 w 30655"/>
                <a:gd name="connsiteY10" fmla="*/ 19755 h 23618"/>
                <a:gd name="connsiteX11" fmla="*/ 0 w 30655"/>
                <a:gd name="connsiteY11" fmla="*/ 23618 h 23618"/>
                <a:gd name="connsiteX12" fmla="*/ 4638 w 30655"/>
                <a:gd name="connsiteY12" fmla="*/ 23618 h 23618"/>
                <a:gd name="connsiteX13" fmla="*/ 4638 w 30655"/>
                <a:gd name="connsiteY13" fmla="*/ 21423 h 23618"/>
                <a:gd name="connsiteX14" fmla="*/ 8997 w 30655"/>
                <a:gd name="connsiteY14" fmla="*/ 21423 h 23618"/>
                <a:gd name="connsiteX15" fmla="*/ 8997 w 30655"/>
                <a:gd name="connsiteY15" fmla="*/ 16770 h 23618"/>
                <a:gd name="connsiteX16" fmla="*/ 11873 w 30655"/>
                <a:gd name="connsiteY16" fmla="*/ 18833 h 23618"/>
                <a:gd name="connsiteX17" fmla="*/ 15629 w 30655"/>
                <a:gd name="connsiteY17" fmla="*/ 18833 h 23618"/>
                <a:gd name="connsiteX18" fmla="*/ 16186 w 30655"/>
                <a:gd name="connsiteY18" fmla="*/ 16770 h 23618"/>
                <a:gd name="connsiteX19" fmla="*/ 11826 w 30655"/>
                <a:gd name="connsiteY19" fmla="*/ 14575 h 23618"/>
                <a:gd name="connsiteX20" fmla="*/ 20220 w 30655"/>
                <a:gd name="connsiteY20" fmla="*/ 14575 h 23618"/>
                <a:gd name="connsiteX21" fmla="*/ 23096 w 30655"/>
                <a:gd name="connsiteY21" fmla="*/ 11853 h 23618"/>
                <a:gd name="connsiteX22" fmla="*/ 29496 w 30655"/>
                <a:gd name="connsiteY22" fmla="*/ 9921 h 23618"/>
                <a:gd name="connsiteX23" fmla="*/ 30655 w 30655"/>
                <a:gd name="connsiteY23" fmla="*/ 7990 h 23618"/>
                <a:gd name="connsiteX24" fmla="*/ 25461 w 30655"/>
                <a:gd name="connsiteY24" fmla="*/ 6629 h 23618"/>
                <a:gd name="connsiteX25" fmla="*/ 25461 w 30655"/>
                <a:gd name="connsiteY25" fmla="*/ 5268 h 23618"/>
                <a:gd name="connsiteX26" fmla="*/ 30655 w 30655"/>
                <a:gd name="connsiteY26" fmla="*/ 5268 h 23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655" h="23618">
                  <a:moveTo>
                    <a:pt x="30655" y="5224"/>
                  </a:moveTo>
                  <a:lnTo>
                    <a:pt x="27780" y="1361"/>
                  </a:lnTo>
                  <a:lnTo>
                    <a:pt x="23142" y="2458"/>
                  </a:lnTo>
                  <a:lnTo>
                    <a:pt x="19942" y="5488"/>
                  </a:lnTo>
                  <a:lnTo>
                    <a:pt x="17067" y="4653"/>
                  </a:lnTo>
                  <a:lnTo>
                    <a:pt x="18829" y="2722"/>
                  </a:lnTo>
                  <a:lnTo>
                    <a:pt x="19989" y="0"/>
                  </a:lnTo>
                  <a:lnTo>
                    <a:pt x="12475" y="0"/>
                  </a:lnTo>
                  <a:cubicBezTo>
                    <a:pt x="8116" y="2458"/>
                    <a:pt x="10713" y="4653"/>
                    <a:pt x="10713" y="4653"/>
                  </a:cubicBezTo>
                  <a:cubicBezTo>
                    <a:pt x="7513" y="5488"/>
                    <a:pt x="8394" y="9878"/>
                    <a:pt x="8394" y="9878"/>
                  </a:cubicBezTo>
                  <a:cubicBezTo>
                    <a:pt x="881" y="9614"/>
                    <a:pt x="0" y="19755"/>
                    <a:pt x="0" y="19755"/>
                  </a:cubicBezTo>
                  <a:lnTo>
                    <a:pt x="0" y="23618"/>
                  </a:lnTo>
                  <a:lnTo>
                    <a:pt x="4638" y="23618"/>
                  </a:lnTo>
                  <a:lnTo>
                    <a:pt x="4638" y="21423"/>
                  </a:lnTo>
                  <a:lnTo>
                    <a:pt x="8997" y="21423"/>
                  </a:lnTo>
                  <a:lnTo>
                    <a:pt x="8997" y="16770"/>
                  </a:lnTo>
                  <a:lnTo>
                    <a:pt x="11873" y="18833"/>
                  </a:lnTo>
                  <a:lnTo>
                    <a:pt x="15629" y="18833"/>
                  </a:lnTo>
                  <a:lnTo>
                    <a:pt x="16186" y="16770"/>
                  </a:lnTo>
                  <a:lnTo>
                    <a:pt x="11826" y="14575"/>
                  </a:lnTo>
                  <a:lnTo>
                    <a:pt x="20220" y="14575"/>
                  </a:lnTo>
                  <a:lnTo>
                    <a:pt x="23096" y="11853"/>
                  </a:lnTo>
                  <a:lnTo>
                    <a:pt x="29496" y="9921"/>
                  </a:lnTo>
                  <a:lnTo>
                    <a:pt x="30655" y="7990"/>
                  </a:lnTo>
                  <a:lnTo>
                    <a:pt x="25461" y="6629"/>
                  </a:lnTo>
                  <a:lnTo>
                    <a:pt x="25461" y="5268"/>
                  </a:lnTo>
                  <a:lnTo>
                    <a:pt x="30655" y="52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8" name="Freeform: Shape 1687">
              <a:extLst>
                <a:ext uri="{FF2B5EF4-FFF2-40B4-BE49-F238E27FC236}">
                  <a16:creationId xmlns:a16="http://schemas.microsoft.com/office/drawing/2014/main" id="{EC8E9EDB-CC0F-B609-6E91-D174B79467F7}"/>
                </a:ext>
              </a:extLst>
            </p:cNvPr>
            <p:cNvSpPr>
              <a:spLocks/>
            </p:cNvSpPr>
            <p:nvPr/>
          </p:nvSpPr>
          <p:spPr>
            <a:xfrm>
              <a:off x="4244169" y="5419314"/>
              <a:ext cx="41949" cy="35253"/>
            </a:xfrm>
            <a:custGeom>
              <a:avLst/>
              <a:gdLst>
                <a:gd name="connsiteX0" fmla="*/ 25878 w 28104"/>
                <a:gd name="connsiteY0" fmla="*/ 1932 h 23618"/>
                <a:gd name="connsiteX1" fmla="*/ 24997 w 28104"/>
                <a:gd name="connsiteY1" fmla="*/ 0 h 23618"/>
                <a:gd name="connsiteX2" fmla="*/ 20916 w 28104"/>
                <a:gd name="connsiteY2" fmla="*/ 0 h 23618"/>
                <a:gd name="connsiteX3" fmla="*/ 22075 w 28104"/>
                <a:gd name="connsiteY3" fmla="*/ 1668 h 23618"/>
                <a:gd name="connsiteX4" fmla="*/ 24116 w 28104"/>
                <a:gd name="connsiteY4" fmla="*/ 3029 h 23618"/>
                <a:gd name="connsiteX5" fmla="*/ 20035 w 28104"/>
                <a:gd name="connsiteY5" fmla="*/ 3863 h 23618"/>
                <a:gd name="connsiteX6" fmla="*/ 17994 w 28104"/>
                <a:gd name="connsiteY6" fmla="*/ 1668 h 23618"/>
                <a:gd name="connsiteX7" fmla="*/ 14099 w 28104"/>
                <a:gd name="connsiteY7" fmla="*/ 2766 h 23618"/>
                <a:gd name="connsiteX8" fmla="*/ 12197 w 28104"/>
                <a:gd name="connsiteY8" fmla="*/ 4697 h 23618"/>
                <a:gd name="connsiteX9" fmla="*/ 6400 w 28104"/>
                <a:gd name="connsiteY9" fmla="*/ 3336 h 23618"/>
                <a:gd name="connsiteX10" fmla="*/ 11316 w 28104"/>
                <a:gd name="connsiteY10" fmla="*/ 6366 h 23618"/>
                <a:gd name="connsiteX11" fmla="*/ 12475 w 28104"/>
                <a:gd name="connsiteY11" fmla="*/ 9921 h 23618"/>
                <a:gd name="connsiteX12" fmla="*/ 9600 w 28104"/>
                <a:gd name="connsiteY12" fmla="*/ 8253 h 23618"/>
                <a:gd name="connsiteX13" fmla="*/ 5843 w 28104"/>
                <a:gd name="connsiteY13" fmla="*/ 9921 h 23618"/>
                <a:gd name="connsiteX14" fmla="*/ 8719 w 28104"/>
                <a:gd name="connsiteY14" fmla="*/ 12643 h 23618"/>
                <a:gd name="connsiteX15" fmla="*/ 6957 w 28104"/>
                <a:gd name="connsiteY15" fmla="*/ 16506 h 23618"/>
                <a:gd name="connsiteX16" fmla="*/ 0 w 28104"/>
                <a:gd name="connsiteY16" fmla="*/ 18833 h 23618"/>
                <a:gd name="connsiteX17" fmla="*/ 8116 w 28104"/>
                <a:gd name="connsiteY17" fmla="*/ 23618 h 23618"/>
                <a:gd name="connsiteX18" fmla="*/ 13032 w 28104"/>
                <a:gd name="connsiteY18" fmla="*/ 16199 h 23618"/>
                <a:gd name="connsiteX19" fmla="*/ 17948 w 28104"/>
                <a:gd name="connsiteY19" fmla="*/ 16199 h 23618"/>
                <a:gd name="connsiteX20" fmla="*/ 19386 w 28104"/>
                <a:gd name="connsiteY20" fmla="*/ 13741 h 23618"/>
                <a:gd name="connsiteX21" fmla="*/ 28105 w 28104"/>
                <a:gd name="connsiteY21" fmla="*/ 1668 h 23618"/>
                <a:gd name="connsiteX22" fmla="*/ 25786 w 28104"/>
                <a:gd name="connsiteY22" fmla="*/ 1932 h 23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104" h="23618">
                  <a:moveTo>
                    <a:pt x="25878" y="1932"/>
                  </a:moveTo>
                  <a:lnTo>
                    <a:pt x="24997" y="0"/>
                  </a:lnTo>
                  <a:lnTo>
                    <a:pt x="20916" y="0"/>
                  </a:lnTo>
                  <a:lnTo>
                    <a:pt x="22075" y="1668"/>
                  </a:lnTo>
                  <a:lnTo>
                    <a:pt x="24116" y="3029"/>
                  </a:lnTo>
                  <a:lnTo>
                    <a:pt x="20035" y="3863"/>
                  </a:lnTo>
                  <a:lnTo>
                    <a:pt x="17994" y="1668"/>
                  </a:lnTo>
                  <a:lnTo>
                    <a:pt x="14099" y="2766"/>
                  </a:lnTo>
                  <a:lnTo>
                    <a:pt x="12197" y="4697"/>
                  </a:lnTo>
                  <a:lnTo>
                    <a:pt x="6400" y="3336"/>
                  </a:lnTo>
                  <a:lnTo>
                    <a:pt x="11316" y="6366"/>
                  </a:lnTo>
                  <a:lnTo>
                    <a:pt x="12475" y="9921"/>
                  </a:lnTo>
                  <a:lnTo>
                    <a:pt x="9600" y="8253"/>
                  </a:lnTo>
                  <a:lnTo>
                    <a:pt x="5843" y="9921"/>
                  </a:lnTo>
                  <a:lnTo>
                    <a:pt x="8719" y="12643"/>
                  </a:lnTo>
                  <a:lnTo>
                    <a:pt x="6957" y="16506"/>
                  </a:lnTo>
                  <a:lnTo>
                    <a:pt x="0" y="18833"/>
                  </a:lnTo>
                  <a:cubicBezTo>
                    <a:pt x="0" y="18833"/>
                    <a:pt x="4359" y="23618"/>
                    <a:pt x="8116" y="23618"/>
                  </a:cubicBezTo>
                  <a:cubicBezTo>
                    <a:pt x="11873" y="23618"/>
                    <a:pt x="13032" y="16199"/>
                    <a:pt x="13032" y="16199"/>
                  </a:cubicBezTo>
                  <a:lnTo>
                    <a:pt x="17948" y="16199"/>
                  </a:lnTo>
                  <a:lnTo>
                    <a:pt x="19386" y="13741"/>
                  </a:lnTo>
                  <a:lnTo>
                    <a:pt x="28105" y="1668"/>
                  </a:lnTo>
                  <a:lnTo>
                    <a:pt x="25786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9" name="Freeform: Shape 1688">
              <a:extLst>
                <a:ext uri="{FF2B5EF4-FFF2-40B4-BE49-F238E27FC236}">
                  <a16:creationId xmlns:a16="http://schemas.microsoft.com/office/drawing/2014/main" id="{ACE300C1-0DBB-78BC-3BCE-000712F051A0}"/>
                </a:ext>
              </a:extLst>
            </p:cNvPr>
            <p:cNvSpPr>
              <a:spLocks/>
            </p:cNvSpPr>
            <p:nvPr/>
          </p:nvSpPr>
          <p:spPr>
            <a:xfrm>
              <a:off x="4240846" y="5436940"/>
              <a:ext cx="7336" cy="5306"/>
            </a:xfrm>
            <a:custGeom>
              <a:avLst/>
              <a:gdLst>
                <a:gd name="connsiteX0" fmla="*/ 4916 w 4915"/>
                <a:gd name="connsiteY0" fmla="*/ 3556 h 3555"/>
                <a:gd name="connsiteX1" fmla="*/ 4916 w 4915"/>
                <a:gd name="connsiteY1" fmla="*/ 0 h 3555"/>
                <a:gd name="connsiteX2" fmla="*/ 0 w 4915"/>
                <a:gd name="connsiteY2" fmla="*/ 1361 h 3555"/>
                <a:gd name="connsiteX3" fmla="*/ 2319 w 4915"/>
                <a:gd name="connsiteY3" fmla="*/ 3556 h 3555"/>
                <a:gd name="connsiteX4" fmla="*/ 4916 w 4915"/>
                <a:gd name="connsiteY4" fmla="*/ 3556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3555">
                  <a:moveTo>
                    <a:pt x="4916" y="3556"/>
                  </a:moveTo>
                  <a:lnTo>
                    <a:pt x="4916" y="0"/>
                  </a:lnTo>
                  <a:lnTo>
                    <a:pt x="0" y="1361"/>
                  </a:lnTo>
                  <a:lnTo>
                    <a:pt x="2319" y="3556"/>
                  </a:lnTo>
                  <a:lnTo>
                    <a:pt x="4916" y="35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0" name="Freeform: Shape 1689">
              <a:extLst>
                <a:ext uri="{FF2B5EF4-FFF2-40B4-BE49-F238E27FC236}">
                  <a16:creationId xmlns:a16="http://schemas.microsoft.com/office/drawing/2014/main" id="{A94F4BA7-E9D5-9C23-46D1-93D22C921456}"/>
                </a:ext>
              </a:extLst>
            </p:cNvPr>
            <p:cNvSpPr>
              <a:spLocks/>
            </p:cNvSpPr>
            <p:nvPr/>
          </p:nvSpPr>
          <p:spPr>
            <a:xfrm>
              <a:off x="2658587" y="2724529"/>
              <a:ext cx="4360" cy="7403"/>
            </a:xfrm>
            <a:custGeom>
              <a:avLst/>
              <a:gdLst>
                <a:gd name="connsiteX0" fmla="*/ 2922 w 2921"/>
                <a:gd name="connsiteY0" fmla="*/ 2458 h 4960"/>
                <a:gd name="connsiteX1" fmla="*/ 1484 w 2921"/>
                <a:gd name="connsiteY1" fmla="*/ 0 h 4960"/>
                <a:gd name="connsiteX2" fmla="*/ 0 w 2921"/>
                <a:gd name="connsiteY2" fmla="*/ 0 h 4960"/>
                <a:gd name="connsiteX3" fmla="*/ 0 w 2921"/>
                <a:gd name="connsiteY3" fmla="*/ 4961 h 4960"/>
                <a:gd name="connsiteX4" fmla="*/ 2922 w 2921"/>
                <a:gd name="connsiteY4" fmla="*/ 4961 h 4960"/>
                <a:gd name="connsiteX5" fmla="*/ 2922 w 2921"/>
                <a:gd name="connsiteY5" fmla="*/ 2458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21" h="4960">
                  <a:moveTo>
                    <a:pt x="2922" y="2458"/>
                  </a:moveTo>
                  <a:lnTo>
                    <a:pt x="1484" y="0"/>
                  </a:lnTo>
                  <a:lnTo>
                    <a:pt x="0" y="0"/>
                  </a:lnTo>
                  <a:lnTo>
                    <a:pt x="0" y="4961"/>
                  </a:lnTo>
                  <a:lnTo>
                    <a:pt x="2922" y="4961"/>
                  </a:lnTo>
                  <a:lnTo>
                    <a:pt x="2922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1" name="Freeform: Shape 1690">
              <a:extLst>
                <a:ext uri="{FF2B5EF4-FFF2-40B4-BE49-F238E27FC236}">
                  <a16:creationId xmlns:a16="http://schemas.microsoft.com/office/drawing/2014/main" id="{13A951F8-89DF-551C-7BEE-0FE004104B72}"/>
                </a:ext>
              </a:extLst>
            </p:cNvPr>
            <p:cNvSpPr>
              <a:spLocks/>
            </p:cNvSpPr>
            <p:nvPr/>
          </p:nvSpPr>
          <p:spPr>
            <a:xfrm>
              <a:off x="2541321" y="2632398"/>
              <a:ext cx="49287" cy="74569"/>
            </a:xfrm>
            <a:custGeom>
              <a:avLst/>
              <a:gdLst>
                <a:gd name="connsiteX0" fmla="*/ 27548 w 33020"/>
                <a:gd name="connsiteY0" fmla="*/ 42803 h 49958"/>
                <a:gd name="connsiteX1" fmla="*/ 25229 w 33020"/>
                <a:gd name="connsiteY1" fmla="*/ 40081 h 49958"/>
                <a:gd name="connsiteX2" fmla="*/ 25786 w 33020"/>
                <a:gd name="connsiteY2" fmla="*/ 37622 h 49958"/>
                <a:gd name="connsiteX3" fmla="*/ 24626 w 33020"/>
                <a:gd name="connsiteY3" fmla="*/ 35427 h 49958"/>
                <a:gd name="connsiteX4" fmla="*/ 21426 w 33020"/>
                <a:gd name="connsiteY4" fmla="*/ 35427 h 49958"/>
                <a:gd name="connsiteX5" fmla="*/ 19664 w 33020"/>
                <a:gd name="connsiteY5" fmla="*/ 32135 h 49958"/>
                <a:gd name="connsiteX6" fmla="*/ 22539 w 33020"/>
                <a:gd name="connsiteY6" fmla="*/ 30467 h 49958"/>
                <a:gd name="connsiteX7" fmla="*/ 22261 w 33020"/>
                <a:gd name="connsiteY7" fmla="*/ 24979 h 49958"/>
                <a:gd name="connsiteX8" fmla="*/ 21102 w 33020"/>
                <a:gd name="connsiteY8" fmla="*/ 22784 h 49958"/>
                <a:gd name="connsiteX9" fmla="*/ 18226 w 33020"/>
                <a:gd name="connsiteY9" fmla="*/ 23311 h 49958"/>
                <a:gd name="connsiteX10" fmla="*/ 14145 w 33020"/>
                <a:gd name="connsiteY10" fmla="*/ 24979 h 49958"/>
                <a:gd name="connsiteX11" fmla="*/ 14145 w 33020"/>
                <a:gd name="connsiteY11" fmla="*/ 23048 h 49958"/>
                <a:gd name="connsiteX12" fmla="*/ 18505 w 33020"/>
                <a:gd name="connsiteY12" fmla="*/ 18921 h 49958"/>
                <a:gd name="connsiteX13" fmla="*/ 19664 w 33020"/>
                <a:gd name="connsiteY13" fmla="*/ 14268 h 49958"/>
                <a:gd name="connsiteX14" fmla="*/ 19664 w 33020"/>
                <a:gd name="connsiteY14" fmla="*/ 7156 h 49958"/>
                <a:gd name="connsiteX15" fmla="*/ 22539 w 33020"/>
                <a:gd name="connsiteY15" fmla="*/ 3863 h 49958"/>
                <a:gd name="connsiteX16" fmla="*/ 22261 w 33020"/>
                <a:gd name="connsiteY16" fmla="*/ 0 h 49958"/>
                <a:gd name="connsiteX17" fmla="*/ 19664 w 33020"/>
                <a:gd name="connsiteY17" fmla="*/ 1668 h 49958"/>
                <a:gd name="connsiteX18" fmla="*/ 16464 w 33020"/>
                <a:gd name="connsiteY18" fmla="*/ 2195 h 49958"/>
                <a:gd name="connsiteX19" fmla="*/ 13867 w 33020"/>
                <a:gd name="connsiteY19" fmla="*/ 1668 h 49958"/>
                <a:gd name="connsiteX20" fmla="*/ 10389 w 33020"/>
                <a:gd name="connsiteY20" fmla="*/ 1668 h 49958"/>
                <a:gd name="connsiteX21" fmla="*/ 5194 w 33020"/>
                <a:gd name="connsiteY21" fmla="*/ 0 h 49958"/>
                <a:gd name="connsiteX22" fmla="*/ 0 w 33020"/>
                <a:gd name="connsiteY22" fmla="*/ 0 h 49958"/>
                <a:gd name="connsiteX23" fmla="*/ 0 w 33020"/>
                <a:gd name="connsiteY23" fmla="*/ 8253 h 49958"/>
                <a:gd name="connsiteX24" fmla="*/ 2319 w 33020"/>
                <a:gd name="connsiteY24" fmla="*/ 10712 h 49958"/>
                <a:gd name="connsiteX25" fmla="*/ 2319 w 33020"/>
                <a:gd name="connsiteY25" fmla="*/ 16463 h 49958"/>
                <a:gd name="connsiteX26" fmla="*/ 5194 w 33020"/>
                <a:gd name="connsiteY26" fmla="*/ 16463 h 49958"/>
                <a:gd name="connsiteX27" fmla="*/ 5194 w 33020"/>
                <a:gd name="connsiteY27" fmla="*/ 20326 h 49958"/>
                <a:gd name="connsiteX28" fmla="*/ 7235 w 33020"/>
                <a:gd name="connsiteY28" fmla="*/ 22521 h 49958"/>
                <a:gd name="connsiteX29" fmla="*/ 10435 w 33020"/>
                <a:gd name="connsiteY29" fmla="*/ 28579 h 49958"/>
                <a:gd name="connsiteX30" fmla="*/ 12475 w 33020"/>
                <a:gd name="connsiteY30" fmla="*/ 28579 h 49958"/>
                <a:gd name="connsiteX31" fmla="*/ 12475 w 33020"/>
                <a:gd name="connsiteY31" fmla="*/ 31037 h 49958"/>
                <a:gd name="connsiteX32" fmla="*/ 19989 w 33020"/>
                <a:gd name="connsiteY32" fmla="*/ 40081 h 49958"/>
                <a:gd name="connsiteX33" fmla="*/ 22864 w 33020"/>
                <a:gd name="connsiteY33" fmla="*/ 41442 h 49958"/>
                <a:gd name="connsiteX34" fmla="*/ 25183 w 33020"/>
                <a:gd name="connsiteY34" fmla="*/ 44998 h 49958"/>
                <a:gd name="connsiteX35" fmla="*/ 25183 w 33020"/>
                <a:gd name="connsiteY35" fmla="*/ 48027 h 49958"/>
                <a:gd name="connsiteX36" fmla="*/ 30980 w 33020"/>
                <a:gd name="connsiteY36" fmla="*/ 49958 h 49958"/>
                <a:gd name="connsiteX37" fmla="*/ 33021 w 33020"/>
                <a:gd name="connsiteY37" fmla="*/ 47763 h 49958"/>
                <a:gd name="connsiteX38" fmla="*/ 27502 w 33020"/>
                <a:gd name="connsiteY38" fmla="*/ 46402 h 49958"/>
                <a:gd name="connsiteX39" fmla="*/ 27502 w 33020"/>
                <a:gd name="connsiteY39" fmla="*/ 42847 h 49958"/>
                <a:gd name="connsiteX40" fmla="*/ 11038 w 33020"/>
                <a:gd name="connsiteY40" fmla="*/ 14268 h 49958"/>
                <a:gd name="connsiteX41" fmla="*/ 9275 w 33020"/>
                <a:gd name="connsiteY41" fmla="*/ 10975 h 49958"/>
                <a:gd name="connsiteX42" fmla="*/ 11734 w 33020"/>
                <a:gd name="connsiteY42" fmla="*/ 9307 h 49958"/>
                <a:gd name="connsiteX43" fmla="*/ 14192 w 33020"/>
                <a:gd name="connsiteY43" fmla="*/ 10975 h 49958"/>
                <a:gd name="connsiteX44" fmla="*/ 12429 w 33020"/>
                <a:gd name="connsiteY44" fmla="*/ 12643 h 49958"/>
                <a:gd name="connsiteX45" fmla="*/ 10991 w 33020"/>
                <a:gd name="connsiteY45" fmla="*/ 14311 h 4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020" h="49958">
                  <a:moveTo>
                    <a:pt x="27548" y="42803"/>
                  </a:moveTo>
                  <a:lnTo>
                    <a:pt x="25229" y="40081"/>
                  </a:lnTo>
                  <a:lnTo>
                    <a:pt x="25786" y="37622"/>
                  </a:lnTo>
                  <a:lnTo>
                    <a:pt x="24626" y="35427"/>
                  </a:lnTo>
                  <a:lnTo>
                    <a:pt x="21426" y="35427"/>
                  </a:lnTo>
                  <a:lnTo>
                    <a:pt x="19664" y="32135"/>
                  </a:lnTo>
                  <a:lnTo>
                    <a:pt x="22539" y="30467"/>
                  </a:lnTo>
                  <a:lnTo>
                    <a:pt x="22261" y="24979"/>
                  </a:lnTo>
                  <a:lnTo>
                    <a:pt x="21102" y="22784"/>
                  </a:lnTo>
                  <a:lnTo>
                    <a:pt x="18226" y="23311"/>
                  </a:lnTo>
                  <a:lnTo>
                    <a:pt x="14145" y="24979"/>
                  </a:lnTo>
                  <a:lnTo>
                    <a:pt x="14145" y="23048"/>
                  </a:lnTo>
                  <a:lnTo>
                    <a:pt x="18505" y="18921"/>
                  </a:lnTo>
                  <a:lnTo>
                    <a:pt x="19664" y="14268"/>
                  </a:lnTo>
                  <a:lnTo>
                    <a:pt x="19664" y="7156"/>
                  </a:lnTo>
                  <a:lnTo>
                    <a:pt x="22539" y="3863"/>
                  </a:lnTo>
                  <a:lnTo>
                    <a:pt x="22261" y="0"/>
                  </a:lnTo>
                  <a:lnTo>
                    <a:pt x="19664" y="1668"/>
                  </a:lnTo>
                  <a:lnTo>
                    <a:pt x="16464" y="2195"/>
                  </a:lnTo>
                  <a:lnTo>
                    <a:pt x="13867" y="1668"/>
                  </a:lnTo>
                  <a:lnTo>
                    <a:pt x="10389" y="1668"/>
                  </a:lnTo>
                  <a:lnTo>
                    <a:pt x="5194" y="0"/>
                  </a:lnTo>
                  <a:lnTo>
                    <a:pt x="0" y="0"/>
                  </a:lnTo>
                  <a:lnTo>
                    <a:pt x="0" y="8253"/>
                  </a:lnTo>
                  <a:lnTo>
                    <a:pt x="2319" y="10712"/>
                  </a:lnTo>
                  <a:lnTo>
                    <a:pt x="2319" y="16463"/>
                  </a:lnTo>
                  <a:lnTo>
                    <a:pt x="5194" y="16463"/>
                  </a:lnTo>
                  <a:lnTo>
                    <a:pt x="5194" y="20326"/>
                  </a:lnTo>
                  <a:lnTo>
                    <a:pt x="7235" y="22521"/>
                  </a:lnTo>
                  <a:lnTo>
                    <a:pt x="10435" y="28579"/>
                  </a:lnTo>
                  <a:lnTo>
                    <a:pt x="12475" y="28579"/>
                  </a:lnTo>
                  <a:lnTo>
                    <a:pt x="12475" y="31037"/>
                  </a:lnTo>
                  <a:lnTo>
                    <a:pt x="19989" y="40081"/>
                  </a:lnTo>
                  <a:lnTo>
                    <a:pt x="22864" y="41442"/>
                  </a:lnTo>
                  <a:lnTo>
                    <a:pt x="25183" y="44998"/>
                  </a:lnTo>
                  <a:lnTo>
                    <a:pt x="25183" y="48027"/>
                  </a:lnTo>
                  <a:lnTo>
                    <a:pt x="30980" y="49958"/>
                  </a:lnTo>
                  <a:lnTo>
                    <a:pt x="33021" y="47763"/>
                  </a:lnTo>
                  <a:lnTo>
                    <a:pt x="27502" y="46402"/>
                  </a:lnTo>
                  <a:lnTo>
                    <a:pt x="27502" y="42847"/>
                  </a:lnTo>
                  <a:close/>
                  <a:moveTo>
                    <a:pt x="11038" y="14268"/>
                  </a:moveTo>
                  <a:lnTo>
                    <a:pt x="9275" y="10975"/>
                  </a:lnTo>
                  <a:lnTo>
                    <a:pt x="11734" y="9307"/>
                  </a:lnTo>
                  <a:lnTo>
                    <a:pt x="14192" y="10975"/>
                  </a:lnTo>
                  <a:lnTo>
                    <a:pt x="12429" y="12643"/>
                  </a:lnTo>
                  <a:lnTo>
                    <a:pt x="10991" y="1431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2" name="Freeform: Shape 1691">
              <a:extLst>
                <a:ext uri="{FF2B5EF4-FFF2-40B4-BE49-F238E27FC236}">
                  <a16:creationId xmlns:a16="http://schemas.microsoft.com/office/drawing/2014/main" id="{7B03EFA4-3330-5DB5-8EF3-C8EBF49096B4}"/>
                </a:ext>
              </a:extLst>
            </p:cNvPr>
            <p:cNvSpPr>
              <a:spLocks/>
            </p:cNvSpPr>
            <p:nvPr/>
          </p:nvSpPr>
          <p:spPr>
            <a:xfrm>
              <a:off x="2590678" y="2613528"/>
              <a:ext cx="6922" cy="4127"/>
            </a:xfrm>
            <a:custGeom>
              <a:avLst/>
              <a:gdLst>
                <a:gd name="connsiteX0" fmla="*/ 4638 w 4637"/>
                <a:gd name="connsiteY0" fmla="*/ 0 h 2765"/>
                <a:gd name="connsiteX1" fmla="*/ 0 w 4637"/>
                <a:gd name="connsiteY1" fmla="*/ 0 h 2765"/>
                <a:gd name="connsiteX2" fmla="*/ 0 w 4637"/>
                <a:gd name="connsiteY2" fmla="*/ 2766 h 2765"/>
                <a:gd name="connsiteX3" fmla="*/ 2319 w 4637"/>
                <a:gd name="connsiteY3" fmla="*/ 2766 h 2765"/>
                <a:gd name="connsiteX4" fmla="*/ 4638 w 4637"/>
                <a:gd name="connsiteY4" fmla="*/ 0 h 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2765">
                  <a:moveTo>
                    <a:pt x="4638" y="0"/>
                  </a:moveTo>
                  <a:lnTo>
                    <a:pt x="0" y="0"/>
                  </a:lnTo>
                  <a:lnTo>
                    <a:pt x="0" y="2766"/>
                  </a:lnTo>
                  <a:lnTo>
                    <a:pt x="2319" y="2766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3" name="Freeform: Shape 1692">
              <a:extLst>
                <a:ext uri="{FF2B5EF4-FFF2-40B4-BE49-F238E27FC236}">
                  <a16:creationId xmlns:a16="http://schemas.microsoft.com/office/drawing/2014/main" id="{A2572025-A559-4FAC-D35B-4630A600435B}"/>
                </a:ext>
              </a:extLst>
            </p:cNvPr>
            <p:cNvSpPr>
              <a:spLocks/>
            </p:cNvSpPr>
            <p:nvPr/>
          </p:nvSpPr>
          <p:spPr>
            <a:xfrm>
              <a:off x="2580779" y="2598391"/>
              <a:ext cx="3876" cy="5306"/>
            </a:xfrm>
            <a:custGeom>
              <a:avLst/>
              <a:gdLst>
                <a:gd name="connsiteX0" fmla="*/ 2597 w 2597"/>
                <a:gd name="connsiteY0" fmla="*/ 3556 h 3555"/>
                <a:gd name="connsiteX1" fmla="*/ 2597 w 2597"/>
                <a:gd name="connsiteY1" fmla="*/ 0 h 3555"/>
                <a:gd name="connsiteX2" fmla="*/ 0 w 2597"/>
                <a:gd name="connsiteY2" fmla="*/ 1800 h 3555"/>
                <a:gd name="connsiteX3" fmla="*/ 0 w 2597"/>
                <a:gd name="connsiteY3" fmla="*/ 3556 h 3555"/>
                <a:gd name="connsiteX4" fmla="*/ 2597 w 2597"/>
                <a:gd name="connsiteY4" fmla="*/ 3556 h 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7" h="3555">
                  <a:moveTo>
                    <a:pt x="2597" y="3556"/>
                  </a:moveTo>
                  <a:lnTo>
                    <a:pt x="2597" y="0"/>
                  </a:lnTo>
                  <a:lnTo>
                    <a:pt x="0" y="1800"/>
                  </a:lnTo>
                  <a:lnTo>
                    <a:pt x="0" y="3556"/>
                  </a:lnTo>
                  <a:lnTo>
                    <a:pt x="2597" y="35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4" name="Freeform: Shape 1693">
              <a:extLst>
                <a:ext uri="{FF2B5EF4-FFF2-40B4-BE49-F238E27FC236}">
                  <a16:creationId xmlns:a16="http://schemas.microsoft.com/office/drawing/2014/main" id="{3B29FEAA-D099-62CE-8AE4-81484A0317AA}"/>
                </a:ext>
              </a:extLst>
            </p:cNvPr>
            <p:cNvSpPr>
              <a:spLocks/>
            </p:cNvSpPr>
            <p:nvPr/>
          </p:nvSpPr>
          <p:spPr>
            <a:xfrm>
              <a:off x="2575103" y="2591051"/>
              <a:ext cx="9553" cy="7337"/>
            </a:xfrm>
            <a:custGeom>
              <a:avLst/>
              <a:gdLst>
                <a:gd name="connsiteX0" fmla="*/ 2319 w 6400"/>
                <a:gd name="connsiteY0" fmla="*/ 0 h 4916"/>
                <a:gd name="connsiteX1" fmla="*/ 0 w 6400"/>
                <a:gd name="connsiteY1" fmla="*/ 3293 h 4916"/>
                <a:gd name="connsiteX2" fmla="*/ 0 w 6400"/>
                <a:gd name="connsiteY2" fmla="*/ 4917 h 4916"/>
                <a:gd name="connsiteX3" fmla="*/ 2319 w 6400"/>
                <a:gd name="connsiteY3" fmla="*/ 4917 h 4916"/>
                <a:gd name="connsiteX4" fmla="*/ 6400 w 6400"/>
                <a:gd name="connsiteY4" fmla="*/ 2458 h 4916"/>
                <a:gd name="connsiteX5" fmla="*/ 2319 w 6400"/>
                <a:gd name="connsiteY5" fmla="*/ 0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00" h="4916">
                  <a:moveTo>
                    <a:pt x="2319" y="0"/>
                  </a:moveTo>
                  <a:lnTo>
                    <a:pt x="0" y="3293"/>
                  </a:lnTo>
                  <a:lnTo>
                    <a:pt x="0" y="4917"/>
                  </a:lnTo>
                  <a:lnTo>
                    <a:pt x="2319" y="4917"/>
                  </a:lnTo>
                  <a:lnTo>
                    <a:pt x="6400" y="2458"/>
                  </a:lnTo>
                  <a:lnTo>
                    <a:pt x="231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5" name="Freeform: Shape 1694">
              <a:extLst>
                <a:ext uri="{FF2B5EF4-FFF2-40B4-BE49-F238E27FC236}">
                  <a16:creationId xmlns:a16="http://schemas.microsoft.com/office/drawing/2014/main" id="{CC2D33AD-AFE7-9E7C-BE06-C0AB33DFBB29}"/>
                </a:ext>
              </a:extLst>
            </p:cNvPr>
            <p:cNvSpPr>
              <a:spLocks/>
            </p:cNvSpPr>
            <p:nvPr/>
          </p:nvSpPr>
          <p:spPr>
            <a:xfrm>
              <a:off x="2522215" y="2545209"/>
              <a:ext cx="46379" cy="68383"/>
            </a:xfrm>
            <a:custGeom>
              <a:avLst/>
              <a:gdLst>
                <a:gd name="connsiteX0" fmla="*/ 12847 w 31072"/>
                <a:gd name="connsiteY0" fmla="*/ 38263 h 45814"/>
                <a:gd name="connsiteX1" fmla="*/ 15722 w 31072"/>
                <a:gd name="connsiteY1" fmla="*/ 42522 h 45814"/>
                <a:gd name="connsiteX2" fmla="*/ 18041 w 31072"/>
                <a:gd name="connsiteY2" fmla="*/ 45814 h 45814"/>
                <a:gd name="connsiteX3" fmla="*/ 19200 w 31072"/>
                <a:gd name="connsiteY3" fmla="*/ 39229 h 45814"/>
                <a:gd name="connsiteX4" fmla="*/ 16325 w 31072"/>
                <a:gd name="connsiteY4" fmla="*/ 37429 h 45814"/>
                <a:gd name="connsiteX5" fmla="*/ 12847 w 31072"/>
                <a:gd name="connsiteY5" fmla="*/ 33171 h 45814"/>
                <a:gd name="connsiteX6" fmla="*/ 16325 w 31072"/>
                <a:gd name="connsiteY6" fmla="*/ 30712 h 45814"/>
                <a:gd name="connsiteX7" fmla="*/ 16325 w 31072"/>
                <a:gd name="connsiteY7" fmla="*/ 35629 h 45814"/>
                <a:gd name="connsiteX8" fmla="*/ 18644 w 31072"/>
                <a:gd name="connsiteY8" fmla="*/ 37429 h 45814"/>
                <a:gd name="connsiteX9" fmla="*/ 19803 w 31072"/>
                <a:gd name="connsiteY9" fmla="*/ 30712 h 45814"/>
                <a:gd name="connsiteX10" fmla="*/ 22678 w 31072"/>
                <a:gd name="connsiteY10" fmla="*/ 32073 h 45814"/>
                <a:gd name="connsiteX11" fmla="*/ 22678 w 31072"/>
                <a:gd name="connsiteY11" fmla="*/ 39185 h 45814"/>
                <a:gd name="connsiteX12" fmla="*/ 24116 w 31072"/>
                <a:gd name="connsiteY12" fmla="*/ 37385 h 45814"/>
                <a:gd name="connsiteX13" fmla="*/ 24116 w 31072"/>
                <a:gd name="connsiteY13" fmla="*/ 44365 h 45814"/>
                <a:gd name="connsiteX14" fmla="*/ 26992 w 31072"/>
                <a:gd name="connsiteY14" fmla="*/ 45726 h 45814"/>
                <a:gd name="connsiteX15" fmla="*/ 29310 w 31072"/>
                <a:gd name="connsiteY15" fmla="*/ 42697 h 45814"/>
                <a:gd name="connsiteX16" fmla="*/ 31073 w 31072"/>
                <a:gd name="connsiteY16" fmla="*/ 39141 h 45814"/>
                <a:gd name="connsiteX17" fmla="*/ 29310 w 31072"/>
                <a:gd name="connsiteY17" fmla="*/ 37341 h 45814"/>
                <a:gd name="connsiteX18" fmla="*/ 28151 w 31072"/>
                <a:gd name="connsiteY18" fmla="*/ 35541 h 45814"/>
                <a:gd name="connsiteX19" fmla="*/ 29310 w 31072"/>
                <a:gd name="connsiteY19" fmla="*/ 33083 h 45814"/>
                <a:gd name="connsiteX20" fmla="*/ 29310 w 31072"/>
                <a:gd name="connsiteY20" fmla="*/ 30625 h 45814"/>
                <a:gd name="connsiteX21" fmla="*/ 27270 w 31072"/>
                <a:gd name="connsiteY21" fmla="*/ 30625 h 45814"/>
                <a:gd name="connsiteX22" fmla="*/ 20870 w 31072"/>
                <a:gd name="connsiteY22" fmla="*/ 20747 h 45814"/>
                <a:gd name="connsiteX23" fmla="*/ 25786 w 31072"/>
                <a:gd name="connsiteY23" fmla="*/ 22854 h 45814"/>
                <a:gd name="connsiteX24" fmla="*/ 26064 w 31072"/>
                <a:gd name="connsiteY24" fmla="*/ 21581 h 45814"/>
                <a:gd name="connsiteX25" fmla="*/ 22586 w 31072"/>
                <a:gd name="connsiteY25" fmla="*/ 18025 h 45814"/>
                <a:gd name="connsiteX26" fmla="*/ 12754 w 31072"/>
                <a:gd name="connsiteY26" fmla="*/ 8148 h 45814"/>
                <a:gd name="connsiteX27" fmla="*/ 12754 w 31072"/>
                <a:gd name="connsiteY27" fmla="*/ 2397 h 45814"/>
                <a:gd name="connsiteX28" fmla="*/ 4035 w 31072"/>
                <a:gd name="connsiteY28" fmla="*/ 1299 h 45814"/>
                <a:gd name="connsiteX29" fmla="*/ 5194 w 31072"/>
                <a:gd name="connsiteY29" fmla="*/ 5953 h 45814"/>
                <a:gd name="connsiteX30" fmla="*/ 5194 w 31072"/>
                <a:gd name="connsiteY30" fmla="*/ 8675 h 45814"/>
                <a:gd name="connsiteX31" fmla="*/ 0 w 31072"/>
                <a:gd name="connsiteY31" fmla="*/ 10606 h 45814"/>
                <a:gd name="connsiteX32" fmla="*/ 0 w 31072"/>
                <a:gd name="connsiteY32" fmla="*/ 13065 h 45814"/>
                <a:gd name="connsiteX33" fmla="*/ 2875 w 31072"/>
                <a:gd name="connsiteY33" fmla="*/ 11396 h 45814"/>
                <a:gd name="connsiteX34" fmla="*/ 9275 w 31072"/>
                <a:gd name="connsiteY34" fmla="*/ 8675 h 45814"/>
                <a:gd name="connsiteX35" fmla="*/ 11038 w 31072"/>
                <a:gd name="connsiteY35" fmla="*/ 10343 h 45814"/>
                <a:gd name="connsiteX36" fmla="*/ 9878 w 31072"/>
                <a:gd name="connsiteY36" fmla="*/ 13065 h 45814"/>
                <a:gd name="connsiteX37" fmla="*/ 7560 w 31072"/>
                <a:gd name="connsiteY37" fmla="*/ 14733 h 45814"/>
                <a:gd name="connsiteX38" fmla="*/ 4962 w 31072"/>
                <a:gd name="connsiteY38" fmla="*/ 14733 h 45814"/>
                <a:gd name="connsiteX39" fmla="*/ 5241 w 31072"/>
                <a:gd name="connsiteY39" fmla="*/ 17455 h 45814"/>
                <a:gd name="connsiteX40" fmla="*/ 8116 w 31072"/>
                <a:gd name="connsiteY40" fmla="*/ 17455 h 45814"/>
                <a:gd name="connsiteX41" fmla="*/ 8673 w 31072"/>
                <a:gd name="connsiteY41" fmla="*/ 22942 h 45814"/>
                <a:gd name="connsiteX42" fmla="*/ 12754 w 31072"/>
                <a:gd name="connsiteY42" fmla="*/ 20220 h 45814"/>
                <a:gd name="connsiteX43" fmla="*/ 12754 w 31072"/>
                <a:gd name="connsiteY43" fmla="*/ 25708 h 45814"/>
                <a:gd name="connsiteX44" fmla="*/ 10713 w 31072"/>
                <a:gd name="connsiteY44" fmla="*/ 28430 h 45814"/>
                <a:gd name="connsiteX45" fmla="*/ 8394 w 31072"/>
                <a:gd name="connsiteY45" fmla="*/ 27332 h 45814"/>
                <a:gd name="connsiteX46" fmla="*/ 5519 w 31072"/>
                <a:gd name="connsiteY46" fmla="*/ 23776 h 45814"/>
                <a:gd name="connsiteX47" fmla="*/ 2922 w 31072"/>
                <a:gd name="connsiteY47" fmla="*/ 23776 h 45814"/>
                <a:gd name="connsiteX48" fmla="*/ 5797 w 31072"/>
                <a:gd name="connsiteY48" fmla="*/ 26498 h 45814"/>
                <a:gd name="connsiteX49" fmla="*/ 5797 w 31072"/>
                <a:gd name="connsiteY49" fmla="*/ 30625 h 45814"/>
                <a:gd name="connsiteX50" fmla="*/ 12754 w 31072"/>
                <a:gd name="connsiteY50" fmla="*/ 30625 h 45814"/>
                <a:gd name="connsiteX51" fmla="*/ 10713 w 31072"/>
                <a:gd name="connsiteY51" fmla="*/ 33083 h 45814"/>
                <a:gd name="connsiteX52" fmla="*/ 12754 w 31072"/>
                <a:gd name="connsiteY52" fmla="*/ 38175 h 4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1072" h="45814">
                  <a:moveTo>
                    <a:pt x="12847" y="38263"/>
                  </a:moveTo>
                  <a:lnTo>
                    <a:pt x="15722" y="42522"/>
                  </a:lnTo>
                  <a:lnTo>
                    <a:pt x="18041" y="45814"/>
                  </a:lnTo>
                  <a:lnTo>
                    <a:pt x="19200" y="39229"/>
                  </a:lnTo>
                  <a:lnTo>
                    <a:pt x="16325" y="37429"/>
                  </a:lnTo>
                  <a:lnTo>
                    <a:pt x="12847" y="33171"/>
                  </a:lnTo>
                  <a:lnTo>
                    <a:pt x="16325" y="30712"/>
                  </a:lnTo>
                  <a:lnTo>
                    <a:pt x="16325" y="35629"/>
                  </a:lnTo>
                  <a:lnTo>
                    <a:pt x="18644" y="37429"/>
                  </a:lnTo>
                  <a:lnTo>
                    <a:pt x="19803" y="30712"/>
                  </a:lnTo>
                  <a:lnTo>
                    <a:pt x="22678" y="32073"/>
                  </a:lnTo>
                  <a:lnTo>
                    <a:pt x="22678" y="39185"/>
                  </a:lnTo>
                  <a:lnTo>
                    <a:pt x="24116" y="37385"/>
                  </a:lnTo>
                  <a:lnTo>
                    <a:pt x="24116" y="44365"/>
                  </a:lnTo>
                  <a:lnTo>
                    <a:pt x="26992" y="45726"/>
                  </a:lnTo>
                  <a:lnTo>
                    <a:pt x="29310" y="42697"/>
                  </a:lnTo>
                  <a:lnTo>
                    <a:pt x="31073" y="39141"/>
                  </a:lnTo>
                  <a:lnTo>
                    <a:pt x="29310" y="37341"/>
                  </a:lnTo>
                  <a:lnTo>
                    <a:pt x="28151" y="35541"/>
                  </a:lnTo>
                  <a:lnTo>
                    <a:pt x="29310" y="33083"/>
                  </a:lnTo>
                  <a:lnTo>
                    <a:pt x="29310" y="30625"/>
                  </a:lnTo>
                  <a:lnTo>
                    <a:pt x="27270" y="30625"/>
                  </a:lnTo>
                  <a:cubicBezTo>
                    <a:pt x="28151" y="26761"/>
                    <a:pt x="20870" y="20747"/>
                    <a:pt x="20870" y="20747"/>
                  </a:cubicBezTo>
                  <a:lnTo>
                    <a:pt x="25786" y="22854"/>
                  </a:lnTo>
                  <a:lnTo>
                    <a:pt x="26064" y="21581"/>
                  </a:lnTo>
                  <a:lnTo>
                    <a:pt x="22586" y="18025"/>
                  </a:lnTo>
                  <a:cubicBezTo>
                    <a:pt x="22307" y="9245"/>
                    <a:pt x="12754" y="8148"/>
                    <a:pt x="12754" y="8148"/>
                  </a:cubicBezTo>
                  <a:cubicBezTo>
                    <a:pt x="12754" y="8148"/>
                    <a:pt x="15629" y="7050"/>
                    <a:pt x="12754" y="2397"/>
                  </a:cubicBezTo>
                  <a:cubicBezTo>
                    <a:pt x="9878" y="-2257"/>
                    <a:pt x="4035" y="1299"/>
                    <a:pt x="4035" y="1299"/>
                  </a:cubicBezTo>
                  <a:lnTo>
                    <a:pt x="5194" y="5953"/>
                  </a:lnTo>
                  <a:lnTo>
                    <a:pt x="5194" y="8675"/>
                  </a:lnTo>
                  <a:lnTo>
                    <a:pt x="0" y="10606"/>
                  </a:lnTo>
                  <a:lnTo>
                    <a:pt x="0" y="13065"/>
                  </a:lnTo>
                  <a:lnTo>
                    <a:pt x="2875" y="11396"/>
                  </a:lnTo>
                  <a:lnTo>
                    <a:pt x="9275" y="8675"/>
                  </a:lnTo>
                  <a:lnTo>
                    <a:pt x="11038" y="10343"/>
                  </a:lnTo>
                  <a:lnTo>
                    <a:pt x="9878" y="13065"/>
                  </a:lnTo>
                  <a:lnTo>
                    <a:pt x="7560" y="14733"/>
                  </a:lnTo>
                  <a:lnTo>
                    <a:pt x="4962" y="14733"/>
                  </a:lnTo>
                  <a:lnTo>
                    <a:pt x="5241" y="17455"/>
                  </a:lnTo>
                  <a:lnTo>
                    <a:pt x="8116" y="17455"/>
                  </a:lnTo>
                  <a:lnTo>
                    <a:pt x="8673" y="22942"/>
                  </a:lnTo>
                  <a:lnTo>
                    <a:pt x="12754" y="20220"/>
                  </a:lnTo>
                  <a:lnTo>
                    <a:pt x="12754" y="25708"/>
                  </a:lnTo>
                  <a:lnTo>
                    <a:pt x="10713" y="28430"/>
                  </a:lnTo>
                  <a:lnTo>
                    <a:pt x="8394" y="27332"/>
                  </a:lnTo>
                  <a:lnTo>
                    <a:pt x="5519" y="23776"/>
                  </a:lnTo>
                  <a:lnTo>
                    <a:pt x="2922" y="23776"/>
                  </a:lnTo>
                  <a:lnTo>
                    <a:pt x="5797" y="26498"/>
                  </a:lnTo>
                  <a:lnTo>
                    <a:pt x="5797" y="30625"/>
                  </a:lnTo>
                  <a:lnTo>
                    <a:pt x="12754" y="30625"/>
                  </a:lnTo>
                  <a:lnTo>
                    <a:pt x="10713" y="33083"/>
                  </a:lnTo>
                  <a:lnTo>
                    <a:pt x="12754" y="3817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6" name="Freeform: Shape 1695">
              <a:extLst>
                <a:ext uri="{FF2B5EF4-FFF2-40B4-BE49-F238E27FC236}">
                  <a16:creationId xmlns:a16="http://schemas.microsoft.com/office/drawing/2014/main" id="{A9F33BC2-6435-A2E8-819E-34E8479C3D41}"/>
                </a:ext>
              </a:extLst>
            </p:cNvPr>
            <p:cNvSpPr>
              <a:spLocks/>
            </p:cNvSpPr>
            <p:nvPr/>
          </p:nvSpPr>
          <p:spPr>
            <a:xfrm>
              <a:off x="2509895" y="2515441"/>
              <a:ext cx="44087" cy="44420"/>
            </a:xfrm>
            <a:custGeom>
              <a:avLst/>
              <a:gdLst>
                <a:gd name="connsiteX0" fmla="*/ 8348 w 29537"/>
                <a:gd name="connsiteY0" fmla="*/ 14702 h 29759"/>
                <a:gd name="connsiteX1" fmla="*/ 11548 w 29537"/>
                <a:gd name="connsiteY1" fmla="*/ 13868 h 29759"/>
                <a:gd name="connsiteX2" fmla="*/ 11548 w 29537"/>
                <a:gd name="connsiteY2" fmla="*/ 17423 h 29759"/>
                <a:gd name="connsiteX3" fmla="*/ 16186 w 29537"/>
                <a:gd name="connsiteY3" fmla="*/ 17423 h 29759"/>
                <a:gd name="connsiteX4" fmla="*/ 17345 w 29537"/>
                <a:gd name="connsiteY4" fmla="*/ 16063 h 29759"/>
                <a:gd name="connsiteX5" fmla="*/ 18783 w 29537"/>
                <a:gd name="connsiteY5" fmla="*/ 17423 h 29759"/>
                <a:gd name="connsiteX6" fmla="*/ 22307 w 29537"/>
                <a:gd name="connsiteY6" fmla="*/ 14877 h 29759"/>
                <a:gd name="connsiteX7" fmla="*/ 18783 w 29537"/>
                <a:gd name="connsiteY7" fmla="*/ 10838 h 29759"/>
                <a:gd name="connsiteX8" fmla="*/ 18783 w 29537"/>
                <a:gd name="connsiteY8" fmla="*/ 8643 h 29759"/>
                <a:gd name="connsiteX9" fmla="*/ 21148 w 29537"/>
                <a:gd name="connsiteY9" fmla="*/ 11936 h 29759"/>
                <a:gd name="connsiteX10" fmla="*/ 28383 w 29537"/>
                <a:gd name="connsiteY10" fmla="*/ 14658 h 29759"/>
                <a:gd name="connsiteX11" fmla="*/ 28383 w 29537"/>
                <a:gd name="connsiteY11" fmla="*/ 11936 h 29759"/>
                <a:gd name="connsiteX12" fmla="*/ 23884 w 29537"/>
                <a:gd name="connsiteY12" fmla="*/ 6185 h 29759"/>
                <a:gd name="connsiteX13" fmla="*/ 16510 w 29537"/>
                <a:gd name="connsiteY13" fmla="*/ 2322 h 29759"/>
                <a:gd name="connsiteX14" fmla="*/ 8394 w 29537"/>
                <a:gd name="connsiteY14" fmla="*/ 2322 h 29759"/>
                <a:gd name="connsiteX15" fmla="*/ 11594 w 29537"/>
                <a:gd name="connsiteY15" fmla="*/ 6975 h 29759"/>
                <a:gd name="connsiteX16" fmla="*/ 11594 w 29537"/>
                <a:gd name="connsiteY16" fmla="*/ 10004 h 29759"/>
                <a:gd name="connsiteX17" fmla="*/ 0 w 29537"/>
                <a:gd name="connsiteY17" fmla="*/ 5088 h 29759"/>
                <a:gd name="connsiteX18" fmla="*/ 1762 w 29537"/>
                <a:gd name="connsiteY18" fmla="*/ 10004 h 29759"/>
                <a:gd name="connsiteX19" fmla="*/ 1762 w 29537"/>
                <a:gd name="connsiteY19" fmla="*/ 13868 h 29759"/>
                <a:gd name="connsiteX20" fmla="*/ 5519 w 29537"/>
                <a:gd name="connsiteY20" fmla="*/ 14921 h 29759"/>
                <a:gd name="connsiteX21" fmla="*/ 3200 w 29537"/>
                <a:gd name="connsiteY21" fmla="*/ 19970 h 29759"/>
                <a:gd name="connsiteX22" fmla="*/ 1762 w 29537"/>
                <a:gd name="connsiteY22" fmla="*/ 28398 h 29759"/>
                <a:gd name="connsiteX23" fmla="*/ 4081 w 29537"/>
                <a:gd name="connsiteY23" fmla="*/ 29759 h 29759"/>
                <a:gd name="connsiteX24" fmla="*/ 5844 w 29537"/>
                <a:gd name="connsiteY24" fmla="*/ 24272 h 29759"/>
                <a:gd name="connsiteX25" fmla="*/ 8116 w 29537"/>
                <a:gd name="connsiteY25" fmla="*/ 27301 h 29759"/>
                <a:gd name="connsiteX26" fmla="*/ 8441 w 29537"/>
                <a:gd name="connsiteY26" fmla="*/ 19970 h 29759"/>
                <a:gd name="connsiteX27" fmla="*/ 8441 w 29537"/>
                <a:gd name="connsiteY27" fmla="*/ 14702 h 2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9537" h="29759">
                  <a:moveTo>
                    <a:pt x="8348" y="14702"/>
                  </a:moveTo>
                  <a:lnTo>
                    <a:pt x="11548" y="13868"/>
                  </a:lnTo>
                  <a:lnTo>
                    <a:pt x="11548" y="17423"/>
                  </a:lnTo>
                  <a:lnTo>
                    <a:pt x="16186" y="17423"/>
                  </a:lnTo>
                  <a:lnTo>
                    <a:pt x="17345" y="16063"/>
                  </a:lnTo>
                  <a:lnTo>
                    <a:pt x="18783" y="17423"/>
                  </a:lnTo>
                  <a:lnTo>
                    <a:pt x="22307" y="14877"/>
                  </a:lnTo>
                  <a:lnTo>
                    <a:pt x="18783" y="10838"/>
                  </a:lnTo>
                  <a:lnTo>
                    <a:pt x="18783" y="8643"/>
                  </a:lnTo>
                  <a:lnTo>
                    <a:pt x="21148" y="11936"/>
                  </a:lnTo>
                  <a:cubicBezTo>
                    <a:pt x="21148" y="11936"/>
                    <a:pt x="25786" y="15799"/>
                    <a:pt x="28383" y="14658"/>
                  </a:cubicBezTo>
                  <a:cubicBezTo>
                    <a:pt x="30980" y="13516"/>
                    <a:pt x="28383" y="11936"/>
                    <a:pt x="28383" y="11936"/>
                  </a:cubicBezTo>
                  <a:lnTo>
                    <a:pt x="23884" y="6185"/>
                  </a:lnTo>
                  <a:cubicBezTo>
                    <a:pt x="21983" y="-137"/>
                    <a:pt x="16510" y="2322"/>
                    <a:pt x="16510" y="2322"/>
                  </a:cubicBezTo>
                  <a:cubicBezTo>
                    <a:pt x="5473" y="-2902"/>
                    <a:pt x="8394" y="2322"/>
                    <a:pt x="8394" y="2322"/>
                  </a:cubicBezTo>
                  <a:lnTo>
                    <a:pt x="11594" y="6975"/>
                  </a:lnTo>
                  <a:lnTo>
                    <a:pt x="11594" y="10004"/>
                  </a:lnTo>
                  <a:cubicBezTo>
                    <a:pt x="4359" y="2585"/>
                    <a:pt x="0" y="5088"/>
                    <a:pt x="0" y="5088"/>
                  </a:cubicBezTo>
                  <a:lnTo>
                    <a:pt x="1762" y="10004"/>
                  </a:lnTo>
                  <a:lnTo>
                    <a:pt x="1762" y="13868"/>
                  </a:lnTo>
                  <a:lnTo>
                    <a:pt x="5519" y="14921"/>
                  </a:lnTo>
                  <a:lnTo>
                    <a:pt x="3200" y="19970"/>
                  </a:lnTo>
                  <a:lnTo>
                    <a:pt x="1762" y="28398"/>
                  </a:lnTo>
                  <a:lnTo>
                    <a:pt x="4081" y="29759"/>
                  </a:lnTo>
                  <a:lnTo>
                    <a:pt x="5844" y="24272"/>
                  </a:lnTo>
                  <a:lnTo>
                    <a:pt x="8116" y="27301"/>
                  </a:lnTo>
                  <a:lnTo>
                    <a:pt x="8441" y="19970"/>
                  </a:lnTo>
                  <a:lnTo>
                    <a:pt x="8441" y="147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7" name="Freeform: Shape 1696">
              <a:extLst>
                <a:ext uri="{FF2B5EF4-FFF2-40B4-BE49-F238E27FC236}">
                  <a16:creationId xmlns:a16="http://schemas.microsoft.com/office/drawing/2014/main" id="{BEA4ECCC-3659-2EE9-04A3-08A3CEEF1DEE}"/>
                </a:ext>
              </a:extLst>
            </p:cNvPr>
            <p:cNvSpPr>
              <a:spLocks/>
            </p:cNvSpPr>
            <p:nvPr/>
          </p:nvSpPr>
          <p:spPr>
            <a:xfrm>
              <a:off x="2543122" y="2541054"/>
              <a:ext cx="10797" cy="8648"/>
            </a:xfrm>
            <a:custGeom>
              <a:avLst/>
              <a:gdLst>
                <a:gd name="connsiteX0" fmla="*/ 2875 w 7234"/>
                <a:gd name="connsiteY0" fmla="*/ 0 h 5794"/>
                <a:gd name="connsiteX1" fmla="*/ 0 w 7234"/>
                <a:gd name="connsiteY1" fmla="*/ 2810 h 5794"/>
                <a:gd name="connsiteX2" fmla="*/ 1438 w 7234"/>
                <a:gd name="connsiteY2" fmla="*/ 5795 h 5794"/>
                <a:gd name="connsiteX3" fmla="*/ 2875 w 7234"/>
                <a:gd name="connsiteY3" fmla="*/ 4127 h 5794"/>
                <a:gd name="connsiteX4" fmla="*/ 7235 w 7234"/>
                <a:gd name="connsiteY4" fmla="*/ 1668 h 5794"/>
                <a:gd name="connsiteX5" fmla="*/ 5194 w 7234"/>
                <a:gd name="connsiteY5" fmla="*/ 0 h 5794"/>
                <a:gd name="connsiteX6" fmla="*/ 2875 w 7234"/>
                <a:gd name="connsiteY6" fmla="*/ 0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34" h="5794">
                  <a:moveTo>
                    <a:pt x="2875" y="0"/>
                  </a:moveTo>
                  <a:lnTo>
                    <a:pt x="0" y="2810"/>
                  </a:lnTo>
                  <a:lnTo>
                    <a:pt x="1438" y="5795"/>
                  </a:lnTo>
                  <a:lnTo>
                    <a:pt x="2875" y="4127"/>
                  </a:lnTo>
                  <a:lnTo>
                    <a:pt x="7235" y="1668"/>
                  </a:lnTo>
                  <a:lnTo>
                    <a:pt x="5194" y="0"/>
                  </a:lnTo>
                  <a:lnTo>
                    <a:pt x="287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8" name="Freeform: Shape 1697">
              <a:extLst>
                <a:ext uri="{FF2B5EF4-FFF2-40B4-BE49-F238E27FC236}">
                  <a16:creationId xmlns:a16="http://schemas.microsoft.com/office/drawing/2014/main" id="{1F574BFC-F08A-7FB9-6B08-B17FA3A6E071}"/>
                </a:ext>
              </a:extLst>
            </p:cNvPr>
            <p:cNvSpPr>
              <a:spLocks/>
            </p:cNvSpPr>
            <p:nvPr/>
          </p:nvSpPr>
          <p:spPr>
            <a:xfrm>
              <a:off x="2496811" y="2463668"/>
              <a:ext cx="27273" cy="54451"/>
            </a:xfrm>
            <a:custGeom>
              <a:avLst/>
              <a:gdLst>
                <a:gd name="connsiteX0" fmla="*/ 6678 w 18272"/>
                <a:gd name="connsiteY0" fmla="*/ 4127 h 36480"/>
                <a:gd name="connsiteX1" fmla="*/ 2319 w 18272"/>
                <a:gd name="connsiteY1" fmla="*/ 0 h 36480"/>
                <a:gd name="connsiteX2" fmla="*/ 0 w 18272"/>
                <a:gd name="connsiteY2" fmla="*/ 0 h 36480"/>
                <a:gd name="connsiteX3" fmla="*/ 3757 w 18272"/>
                <a:gd name="connsiteY3" fmla="*/ 9878 h 36480"/>
                <a:gd name="connsiteX4" fmla="*/ 3757 w 18272"/>
                <a:gd name="connsiteY4" fmla="*/ 20589 h 36480"/>
                <a:gd name="connsiteX5" fmla="*/ 8673 w 18272"/>
                <a:gd name="connsiteY5" fmla="*/ 26603 h 36480"/>
                <a:gd name="connsiteX6" fmla="*/ 5797 w 18272"/>
                <a:gd name="connsiteY6" fmla="*/ 31301 h 36480"/>
                <a:gd name="connsiteX7" fmla="*/ 4359 w 18272"/>
                <a:gd name="connsiteY7" fmla="*/ 36481 h 36480"/>
                <a:gd name="connsiteX8" fmla="*/ 8673 w 18272"/>
                <a:gd name="connsiteY8" fmla="*/ 34725 h 36480"/>
                <a:gd name="connsiteX9" fmla="*/ 12475 w 18272"/>
                <a:gd name="connsiteY9" fmla="*/ 30159 h 36480"/>
                <a:gd name="connsiteX10" fmla="*/ 15629 w 18272"/>
                <a:gd name="connsiteY10" fmla="*/ 28798 h 36480"/>
                <a:gd name="connsiteX11" fmla="*/ 17113 w 18272"/>
                <a:gd name="connsiteY11" fmla="*/ 25506 h 36480"/>
                <a:gd name="connsiteX12" fmla="*/ 17113 w 18272"/>
                <a:gd name="connsiteY12" fmla="*/ 20018 h 36480"/>
                <a:gd name="connsiteX13" fmla="*/ 13913 w 18272"/>
                <a:gd name="connsiteY13" fmla="*/ 18262 h 36480"/>
                <a:gd name="connsiteX14" fmla="*/ 10157 w 18272"/>
                <a:gd name="connsiteY14" fmla="*/ 13170 h 36480"/>
                <a:gd name="connsiteX15" fmla="*/ 10435 w 18272"/>
                <a:gd name="connsiteY15" fmla="*/ 8780 h 36480"/>
                <a:gd name="connsiteX16" fmla="*/ 15954 w 18272"/>
                <a:gd name="connsiteY16" fmla="*/ 18262 h 36480"/>
                <a:gd name="connsiteX17" fmla="*/ 18273 w 18272"/>
                <a:gd name="connsiteY17" fmla="*/ 18262 h 36480"/>
                <a:gd name="connsiteX18" fmla="*/ 17113 w 18272"/>
                <a:gd name="connsiteY18" fmla="*/ 15102 h 36480"/>
                <a:gd name="connsiteX19" fmla="*/ 16510 w 18272"/>
                <a:gd name="connsiteY19" fmla="*/ 9614 h 36480"/>
                <a:gd name="connsiteX20" fmla="*/ 11316 w 18272"/>
                <a:gd name="connsiteY20" fmla="*/ 5488 h 36480"/>
                <a:gd name="connsiteX21" fmla="*/ 6678 w 18272"/>
                <a:gd name="connsiteY21" fmla="*/ 4127 h 36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72" h="36480">
                  <a:moveTo>
                    <a:pt x="6678" y="4127"/>
                  </a:moveTo>
                  <a:lnTo>
                    <a:pt x="2319" y="0"/>
                  </a:lnTo>
                  <a:lnTo>
                    <a:pt x="0" y="0"/>
                  </a:lnTo>
                  <a:lnTo>
                    <a:pt x="3757" y="9878"/>
                  </a:lnTo>
                  <a:lnTo>
                    <a:pt x="3757" y="20589"/>
                  </a:lnTo>
                  <a:lnTo>
                    <a:pt x="8673" y="26603"/>
                  </a:lnTo>
                  <a:lnTo>
                    <a:pt x="5797" y="31301"/>
                  </a:lnTo>
                  <a:lnTo>
                    <a:pt x="4359" y="36481"/>
                  </a:lnTo>
                  <a:lnTo>
                    <a:pt x="8673" y="34725"/>
                  </a:lnTo>
                  <a:lnTo>
                    <a:pt x="12475" y="30159"/>
                  </a:lnTo>
                  <a:lnTo>
                    <a:pt x="15629" y="28798"/>
                  </a:lnTo>
                  <a:lnTo>
                    <a:pt x="17113" y="25506"/>
                  </a:lnTo>
                  <a:lnTo>
                    <a:pt x="17113" y="20018"/>
                  </a:lnTo>
                  <a:lnTo>
                    <a:pt x="13913" y="18262"/>
                  </a:lnTo>
                  <a:lnTo>
                    <a:pt x="10157" y="13170"/>
                  </a:lnTo>
                  <a:lnTo>
                    <a:pt x="10435" y="8780"/>
                  </a:lnTo>
                  <a:lnTo>
                    <a:pt x="15954" y="18262"/>
                  </a:lnTo>
                  <a:lnTo>
                    <a:pt x="18273" y="18262"/>
                  </a:lnTo>
                  <a:lnTo>
                    <a:pt x="17113" y="15102"/>
                  </a:lnTo>
                  <a:lnTo>
                    <a:pt x="16510" y="9614"/>
                  </a:lnTo>
                  <a:lnTo>
                    <a:pt x="11316" y="5488"/>
                  </a:lnTo>
                  <a:lnTo>
                    <a:pt x="6678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9" name="Freeform: Shape 1698">
              <a:extLst>
                <a:ext uri="{FF2B5EF4-FFF2-40B4-BE49-F238E27FC236}">
                  <a16:creationId xmlns:a16="http://schemas.microsoft.com/office/drawing/2014/main" id="{E8FEDCC6-490B-8C9A-03D1-AC9CA0803524}"/>
                </a:ext>
              </a:extLst>
            </p:cNvPr>
            <p:cNvSpPr>
              <a:spLocks/>
            </p:cNvSpPr>
            <p:nvPr/>
          </p:nvSpPr>
          <p:spPr>
            <a:xfrm>
              <a:off x="2459191" y="2466427"/>
              <a:ext cx="44542" cy="87077"/>
            </a:xfrm>
            <a:custGeom>
              <a:avLst/>
              <a:gdLst>
                <a:gd name="connsiteX0" fmla="*/ 27244 w 29841"/>
                <a:gd name="connsiteY0" fmla="*/ 28618 h 58338"/>
                <a:gd name="connsiteX1" fmla="*/ 27244 w 29841"/>
                <a:gd name="connsiteY1" fmla="*/ 24491 h 58338"/>
                <a:gd name="connsiteX2" fmla="*/ 25203 w 29841"/>
                <a:gd name="connsiteY2" fmla="*/ 23130 h 58338"/>
                <a:gd name="connsiteX3" fmla="*/ 20705 w 29841"/>
                <a:gd name="connsiteY3" fmla="*/ 21199 h 58338"/>
                <a:gd name="connsiteX4" fmla="*/ 17087 w 29841"/>
                <a:gd name="connsiteY4" fmla="*/ 21199 h 58338"/>
                <a:gd name="connsiteX5" fmla="*/ 14212 w 29841"/>
                <a:gd name="connsiteY5" fmla="*/ 17643 h 58338"/>
                <a:gd name="connsiteX6" fmla="*/ 14212 w 29841"/>
                <a:gd name="connsiteY6" fmla="*/ 16414 h 58338"/>
                <a:gd name="connsiteX7" fmla="*/ 19406 w 29841"/>
                <a:gd name="connsiteY7" fmla="*/ 18740 h 58338"/>
                <a:gd name="connsiteX8" fmla="*/ 25203 w 29841"/>
                <a:gd name="connsiteY8" fmla="*/ 21199 h 58338"/>
                <a:gd name="connsiteX9" fmla="*/ 27244 w 29841"/>
                <a:gd name="connsiteY9" fmla="*/ 21199 h 58338"/>
                <a:gd name="connsiteX10" fmla="*/ 27244 w 29841"/>
                <a:gd name="connsiteY10" fmla="*/ 18740 h 58338"/>
                <a:gd name="connsiteX11" fmla="*/ 25203 w 29841"/>
                <a:gd name="connsiteY11" fmla="*/ 15448 h 58338"/>
                <a:gd name="connsiteX12" fmla="*/ 21447 w 29841"/>
                <a:gd name="connsiteY12" fmla="*/ 16414 h 58338"/>
                <a:gd name="connsiteX13" fmla="*/ 16809 w 29841"/>
                <a:gd name="connsiteY13" fmla="*/ 13253 h 58338"/>
                <a:gd name="connsiteX14" fmla="*/ 17690 w 29841"/>
                <a:gd name="connsiteY14" fmla="*/ 10795 h 58338"/>
                <a:gd name="connsiteX15" fmla="*/ 23488 w 29841"/>
                <a:gd name="connsiteY15" fmla="*/ 13253 h 58338"/>
                <a:gd name="connsiteX16" fmla="*/ 25250 w 29841"/>
                <a:gd name="connsiteY16" fmla="*/ 13253 h 58338"/>
                <a:gd name="connsiteX17" fmla="*/ 23812 w 29841"/>
                <a:gd name="connsiteY17" fmla="*/ 11892 h 58338"/>
                <a:gd name="connsiteX18" fmla="*/ 25250 w 29841"/>
                <a:gd name="connsiteY18" fmla="*/ 9697 h 58338"/>
                <a:gd name="connsiteX19" fmla="*/ 25250 w 29841"/>
                <a:gd name="connsiteY19" fmla="*/ 7239 h 58338"/>
                <a:gd name="connsiteX20" fmla="*/ 18015 w 29841"/>
                <a:gd name="connsiteY20" fmla="*/ 3683 h 58338"/>
                <a:gd name="connsiteX21" fmla="*/ 18015 w 29841"/>
                <a:gd name="connsiteY21" fmla="*/ 5483 h 58338"/>
                <a:gd name="connsiteX22" fmla="*/ 16577 w 29841"/>
                <a:gd name="connsiteY22" fmla="*/ 8643 h 58338"/>
                <a:gd name="connsiteX23" fmla="*/ 14258 w 29841"/>
                <a:gd name="connsiteY23" fmla="*/ 8643 h 58338"/>
                <a:gd name="connsiteX24" fmla="*/ 14258 w 29841"/>
                <a:gd name="connsiteY24" fmla="*/ 6712 h 58338"/>
                <a:gd name="connsiteX25" fmla="*/ 16577 w 29841"/>
                <a:gd name="connsiteY25" fmla="*/ 2322 h 58338"/>
                <a:gd name="connsiteX26" fmla="*/ 8461 w 29841"/>
                <a:gd name="connsiteY26" fmla="*/ 2322 h 58338"/>
                <a:gd name="connsiteX27" fmla="*/ 2061 w 29841"/>
                <a:gd name="connsiteY27" fmla="*/ 4253 h 58338"/>
                <a:gd name="connsiteX28" fmla="*/ 2061 w 29841"/>
                <a:gd name="connsiteY28" fmla="*/ 12507 h 58338"/>
                <a:gd name="connsiteX29" fmla="*/ 11893 w 29841"/>
                <a:gd name="connsiteY29" fmla="*/ 24316 h 58338"/>
                <a:gd name="connsiteX30" fmla="*/ 10131 w 29841"/>
                <a:gd name="connsiteY30" fmla="*/ 26511 h 58338"/>
                <a:gd name="connsiteX31" fmla="*/ 12171 w 29841"/>
                <a:gd name="connsiteY31" fmla="*/ 31735 h 58338"/>
                <a:gd name="connsiteX32" fmla="*/ 10131 w 29841"/>
                <a:gd name="connsiteY32" fmla="*/ 34764 h 58338"/>
                <a:gd name="connsiteX33" fmla="*/ 14212 w 29841"/>
                <a:gd name="connsiteY33" fmla="*/ 34764 h 58338"/>
                <a:gd name="connsiteX34" fmla="*/ 15372 w 29841"/>
                <a:gd name="connsiteY34" fmla="*/ 30374 h 58338"/>
                <a:gd name="connsiteX35" fmla="*/ 17969 w 29841"/>
                <a:gd name="connsiteY35" fmla="*/ 29013 h 58338"/>
                <a:gd name="connsiteX36" fmla="*/ 19731 w 29841"/>
                <a:gd name="connsiteY36" fmla="*/ 33008 h 58338"/>
                <a:gd name="connsiteX37" fmla="*/ 20009 w 29841"/>
                <a:gd name="connsiteY37" fmla="*/ 36696 h 58338"/>
                <a:gd name="connsiteX38" fmla="*/ 25203 w 29841"/>
                <a:gd name="connsiteY38" fmla="*/ 45476 h 58338"/>
                <a:gd name="connsiteX39" fmla="*/ 25203 w 29841"/>
                <a:gd name="connsiteY39" fmla="*/ 48768 h 58338"/>
                <a:gd name="connsiteX40" fmla="*/ 27522 w 29841"/>
                <a:gd name="connsiteY40" fmla="*/ 55880 h 58338"/>
                <a:gd name="connsiteX41" fmla="*/ 29841 w 29841"/>
                <a:gd name="connsiteY41" fmla="*/ 58338 h 58338"/>
                <a:gd name="connsiteX42" fmla="*/ 29841 w 29841"/>
                <a:gd name="connsiteY42" fmla="*/ 38583 h 58338"/>
                <a:gd name="connsiteX43" fmla="*/ 27244 w 29841"/>
                <a:gd name="connsiteY43" fmla="*/ 32964 h 58338"/>
                <a:gd name="connsiteX44" fmla="*/ 27244 w 29841"/>
                <a:gd name="connsiteY44" fmla="*/ 28706 h 58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9841" h="58338">
                  <a:moveTo>
                    <a:pt x="27244" y="28618"/>
                  </a:moveTo>
                  <a:lnTo>
                    <a:pt x="27244" y="24491"/>
                  </a:lnTo>
                  <a:lnTo>
                    <a:pt x="25203" y="23130"/>
                  </a:lnTo>
                  <a:lnTo>
                    <a:pt x="20705" y="21199"/>
                  </a:lnTo>
                  <a:lnTo>
                    <a:pt x="17087" y="21199"/>
                  </a:lnTo>
                  <a:lnTo>
                    <a:pt x="14212" y="17643"/>
                  </a:lnTo>
                  <a:lnTo>
                    <a:pt x="14212" y="16414"/>
                  </a:lnTo>
                  <a:lnTo>
                    <a:pt x="19406" y="18740"/>
                  </a:lnTo>
                  <a:lnTo>
                    <a:pt x="25203" y="21199"/>
                  </a:lnTo>
                  <a:lnTo>
                    <a:pt x="27244" y="21199"/>
                  </a:lnTo>
                  <a:lnTo>
                    <a:pt x="27244" y="18740"/>
                  </a:lnTo>
                  <a:lnTo>
                    <a:pt x="25203" y="15448"/>
                  </a:lnTo>
                  <a:lnTo>
                    <a:pt x="21447" y="16414"/>
                  </a:lnTo>
                  <a:lnTo>
                    <a:pt x="16809" y="13253"/>
                  </a:lnTo>
                  <a:lnTo>
                    <a:pt x="17690" y="10795"/>
                  </a:lnTo>
                  <a:lnTo>
                    <a:pt x="23488" y="13253"/>
                  </a:lnTo>
                  <a:lnTo>
                    <a:pt x="25250" y="13253"/>
                  </a:lnTo>
                  <a:lnTo>
                    <a:pt x="23812" y="11892"/>
                  </a:lnTo>
                  <a:lnTo>
                    <a:pt x="25250" y="9697"/>
                  </a:lnTo>
                  <a:lnTo>
                    <a:pt x="25250" y="7239"/>
                  </a:lnTo>
                  <a:cubicBezTo>
                    <a:pt x="23488" y="2585"/>
                    <a:pt x="18015" y="3683"/>
                    <a:pt x="18015" y="3683"/>
                  </a:cubicBezTo>
                  <a:lnTo>
                    <a:pt x="18015" y="5483"/>
                  </a:lnTo>
                  <a:lnTo>
                    <a:pt x="16577" y="8643"/>
                  </a:lnTo>
                  <a:lnTo>
                    <a:pt x="14258" y="8643"/>
                  </a:lnTo>
                  <a:lnTo>
                    <a:pt x="14258" y="6712"/>
                  </a:lnTo>
                  <a:lnTo>
                    <a:pt x="16577" y="2322"/>
                  </a:lnTo>
                  <a:cubicBezTo>
                    <a:pt x="13099" y="-2902"/>
                    <a:pt x="8461" y="2322"/>
                    <a:pt x="8461" y="2322"/>
                  </a:cubicBezTo>
                  <a:cubicBezTo>
                    <a:pt x="2664" y="-2068"/>
                    <a:pt x="2061" y="4253"/>
                    <a:pt x="2061" y="4253"/>
                  </a:cubicBezTo>
                  <a:cubicBezTo>
                    <a:pt x="-2577" y="7809"/>
                    <a:pt x="2061" y="12507"/>
                    <a:pt x="2061" y="12507"/>
                  </a:cubicBezTo>
                  <a:cubicBezTo>
                    <a:pt x="2618" y="16062"/>
                    <a:pt x="11893" y="24316"/>
                    <a:pt x="11893" y="24316"/>
                  </a:cubicBezTo>
                  <a:lnTo>
                    <a:pt x="10131" y="26511"/>
                  </a:lnTo>
                  <a:lnTo>
                    <a:pt x="12171" y="31735"/>
                  </a:lnTo>
                  <a:lnTo>
                    <a:pt x="10131" y="34764"/>
                  </a:lnTo>
                  <a:lnTo>
                    <a:pt x="14212" y="34764"/>
                  </a:lnTo>
                  <a:lnTo>
                    <a:pt x="15372" y="30374"/>
                  </a:lnTo>
                  <a:lnTo>
                    <a:pt x="17969" y="29013"/>
                  </a:lnTo>
                  <a:lnTo>
                    <a:pt x="19731" y="33008"/>
                  </a:lnTo>
                  <a:lnTo>
                    <a:pt x="20009" y="36696"/>
                  </a:lnTo>
                  <a:cubicBezTo>
                    <a:pt x="18247" y="42754"/>
                    <a:pt x="25203" y="45476"/>
                    <a:pt x="25203" y="45476"/>
                  </a:cubicBezTo>
                  <a:lnTo>
                    <a:pt x="25203" y="48768"/>
                  </a:lnTo>
                  <a:lnTo>
                    <a:pt x="27522" y="55880"/>
                  </a:lnTo>
                  <a:lnTo>
                    <a:pt x="29841" y="58338"/>
                  </a:lnTo>
                  <a:lnTo>
                    <a:pt x="29841" y="38583"/>
                  </a:lnTo>
                  <a:lnTo>
                    <a:pt x="27244" y="32964"/>
                  </a:lnTo>
                  <a:lnTo>
                    <a:pt x="27244" y="2870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0" name="Freeform: Shape 1699">
              <a:extLst>
                <a:ext uri="{FF2B5EF4-FFF2-40B4-BE49-F238E27FC236}">
                  <a16:creationId xmlns:a16="http://schemas.microsoft.com/office/drawing/2014/main" id="{84595ADE-F79B-E484-9465-0CB118E7EAAF}"/>
                </a:ext>
              </a:extLst>
            </p:cNvPr>
            <p:cNvSpPr>
              <a:spLocks/>
            </p:cNvSpPr>
            <p:nvPr/>
          </p:nvSpPr>
          <p:spPr>
            <a:xfrm>
              <a:off x="2192225" y="2372782"/>
              <a:ext cx="22082" cy="28241"/>
            </a:xfrm>
            <a:custGeom>
              <a:avLst/>
              <a:gdLst>
                <a:gd name="connsiteX0" fmla="*/ 10435 w 14794"/>
                <a:gd name="connsiteY0" fmla="*/ 4390 h 18920"/>
                <a:gd name="connsiteX1" fmla="*/ 3478 w 14794"/>
                <a:gd name="connsiteY1" fmla="*/ 11765 h 18920"/>
                <a:gd name="connsiteX2" fmla="*/ 0 w 14794"/>
                <a:gd name="connsiteY2" fmla="*/ 16726 h 18920"/>
                <a:gd name="connsiteX3" fmla="*/ 0 w 14794"/>
                <a:gd name="connsiteY3" fmla="*/ 18921 h 18920"/>
                <a:gd name="connsiteX4" fmla="*/ 5797 w 14794"/>
                <a:gd name="connsiteY4" fmla="*/ 17560 h 18920"/>
                <a:gd name="connsiteX5" fmla="*/ 5797 w 14794"/>
                <a:gd name="connsiteY5" fmla="*/ 14224 h 18920"/>
                <a:gd name="connsiteX6" fmla="*/ 12197 w 14794"/>
                <a:gd name="connsiteY6" fmla="*/ 6585 h 18920"/>
                <a:gd name="connsiteX7" fmla="*/ 14794 w 14794"/>
                <a:gd name="connsiteY7" fmla="*/ 3819 h 18920"/>
                <a:gd name="connsiteX8" fmla="*/ 9554 w 14794"/>
                <a:gd name="connsiteY8" fmla="*/ 0 h 18920"/>
                <a:gd name="connsiteX9" fmla="*/ 10435 w 14794"/>
                <a:gd name="connsiteY9" fmla="*/ 4390 h 1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94" h="18920">
                  <a:moveTo>
                    <a:pt x="10435" y="4390"/>
                  </a:moveTo>
                  <a:lnTo>
                    <a:pt x="3478" y="11765"/>
                  </a:lnTo>
                  <a:lnTo>
                    <a:pt x="0" y="16726"/>
                  </a:lnTo>
                  <a:lnTo>
                    <a:pt x="0" y="18921"/>
                  </a:lnTo>
                  <a:lnTo>
                    <a:pt x="5797" y="17560"/>
                  </a:lnTo>
                  <a:lnTo>
                    <a:pt x="5797" y="14224"/>
                  </a:lnTo>
                  <a:lnTo>
                    <a:pt x="12197" y="6585"/>
                  </a:lnTo>
                  <a:lnTo>
                    <a:pt x="14794" y="3819"/>
                  </a:lnTo>
                  <a:lnTo>
                    <a:pt x="9554" y="0"/>
                  </a:lnTo>
                  <a:lnTo>
                    <a:pt x="10435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1" name="Freeform: Shape 1700">
              <a:extLst>
                <a:ext uri="{FF2B5EF4-FFF2-40B4-BE49-F238E27FC236}">
                  <a16:creationId xmlns:a16="http://schemas.microsoft.com/office/drawing/2014/main" id="{B2707730-CCB8-96B3-9B47-8BB76A4BFD4D}"/>
                </a:ext>
              </a:extLst>
            </p:cNvPr>
            <p:cNvSpPr>
              <a:spLocks/>
            </p:cNvSpPr>
            <p:nvPr/>
          </p:nvSpPr>
          <p:spPr>
            <a:xfrm>
              <a:off x="2192225" y="2369899"/>
              <a:ext cx="5606" cy="13498"/>
            </a:xfrm>
            <a:custGeom>
              <a:avLst/>
              <a:gdLst>
                <a:gd name="connsiteX0" fmla="*/ 2041 w 3756"/>
                <a:gd name="connsiteY0" fmla="*/ 0 h 9043"/>
                <a:gd name="connsiteX1" fmla="*/ 0 w 3756"/>
                <a:gd name="connsiteY1" fmla="*/ 6848 h 9043"/>
                <a:gd name="connsiteX2" fmla="*/ 2041 w 3756"/>
                <a:gd name="connsiteY2" fmla="*/ 9043 h 9043"/>
                <a:gd name="connsiteX3" fmla="*/ 3757 w 3756"/>
                <a:gd name="connsiteY3" fmla="*/ 3819 h 9043"/>
                <a:gd name="connsiteX4" fmla="*/ 2041 w 3756"/>
                <a:gd name="connsiteY4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6" h="9043">
                  <a:moveTo>
                    <a:pt x="2041" y="0"/>
                  </a:moveTo>
                  <a:lnTo>
                    <a:pt x="0" y="6848"/>
                  </a:lnTo>
                  <a:lnTo>
                    <a:pt x="2041" y="9043"/>
                  </a:lnTo>
                  <a:lnTo>
                    <a:pt x="3757" y="3819"/>
                  </a:lnTo>
                  <a:lnTo>
                    <a:pt x="204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2" name="Freeform: Shape 1701">
              <a:extLst>
                <a:ext uri="{FF2B5EF4-FFF2-40B4-BE49-F238E27FC236}">
                  <a16:creationId xmlns:a16="http://schemas.microsoft.com/office/drawing/2014/main" id="{AEBBE3AD-A62D-09BD-AEF2-B5F32D17BD3F}"/>
                </a:ext>
              </a:extLst>
            </p:cNvPr>
            <p:cNvSpPr>
              <a:spLocks/>
            </p:cNvSpPr>
            <p:nvPr/>
          </p:nvSpPr>
          <p:spPr>
            <a:xfrm>
              <a:off x="2062498" y="2448465"/>
              <a:ext cx="33643" cy="29945"/>
            </a:xfrm>
            <a:custGeom>
              <a:avLst/>
              <a:gdLst>
                <a:gd name="connsiteX0" fmla="*/ 14609 w 22539"/>
                <a:gd name="connsiteY0" fmla="*/ 8824 h 20062"/>
                <a:gd name="connsiteX1" fmla="*/ 13310 w 22539"/>
                <a:gd name="connsiteY1" fmla="*/ 7156 h 20062"/>
                <a:gd name="connsiteX2" fmla="*/ 15907 w 22539"/>
                <a:gd name="connsiteY2" fmla="*/ 3029 h 20062"/>
                <a:gd name="connsiteX3" fmla="*/ 15907 w 22539"/>
                <a:gd name="connsiteY3" fmla="*/ 0 h 20062"/>
                <a:gd name="connsiteX4" fmla="*/ 9832 w 22539"/>
                <a:gd name="connsiteY4" fmla="*/ 6322 h 20062"/>
                <a:gd name="connsiteX5" fmla="*/ 0 w 22539"/>
                <a:gd name="connsiteY5" fmla="*/ 16199 h 20062"/>
                <a:gd name="connsiteX6" fmla="*/ 2875 w 22539"/>
                <a:gd name="connsiteY6" fmla="*/ 18394 h 20062"/>
                <a:gd name="connsiteX7" fmla="*/ 8951 w 22539"/>
                <a:gd name="connsiteY7" fmla="*/ 20062 h 20062"/>
                <a:gd name="connsiteX8" fmla="*/ 11826 w 22539"/>
                <a:gd name="connsiteY8" fmla="*/ 15146 h 20062"/>
                <a:gd name="connsiteX9" fmla="*/ 15583 w 22539"/>
                <a:gd name="connsiteY9" fmla="*/ 15146 h 20062"/>
                <a:gd name="connsiteX10" fmla="*/ 17902 w 22539"/>
                <a:gd name="connsiteY10" fmla="*/ 13214 h 20062"/>
                <a:gd name="connsiteX11" fmla="*/ 20499 w 22539"/>
                <a:gd name="connsiteY11" fmla="*/ 15146 h 20062"/>
                <a:gd name="connsiteX12" fmla="*/ 22539 w 22539"/>
                <a:gd name="connsiteY12" fmla="*/ 11985 h 20062"/>
                <a:gd name="connsiteX13" fmla="*/ 17345 w 22539"/>
                <a:gd name="connsiteY13" fmla="*/ 7463 h 20062"/>
                <a:gd name="connsiteX14" fmla="*/ 14609 w 22539"/>
                <a:gd name="connsiteY14" fmla="*/ 8824 h 20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39" h="20062">
                  <a:moveTo>
                    <a:pt x="14609" y="8824"/>
                  </a:moveTo>
                  <a:lnTo>
                    <a:pt x="13310" y="7156"/>
                  </a:lnTo>
                  <a:lnTo>
                    <a:pt x="15907" y="3029"/>
                  </a:lnTo>
                  <a:lnTo>
                    <a:pt x="15907" y="0"/>
                  </a:lnTo>
                  <a:lnTo>
                    <a:pt x="9832" y="6322"/>
                  </a:lnTo>
                  <a:cubicBezTo>
                    <a:pt x="4916" y="7814"/>
                    <a:pt x="0" y="16199"/>
                    <a:pt x="0" y="16199"/>
                  </a:cubicBezTo>
                  <a:lnTo>
                    <a:pt x="2875" y="18394"/>
                  </a:lnTo>
                  <a:lnTo>
                    <a:pt x="8951" y="20062"/>
                  </a:lnTo>
                  <a:lnTo>
                    <a:pt x="11826" y="15146"/>
                  </a:lnTo>
                  <a:lnTo>
                    <a:pt x="15583" y="15146"/>
                  </a:lnTo>
                  <a:lnTo>
                    <a:pt x="17902" y="13214"/>
                  </a:lnTo>
                  <a:lnTo>
                    <a:pt x="20499" y="15146"/>
                  </a:lnTo>
                  <a:lnTo>
                    <a:pt x="22539" y="11985"/>
                  </a:lnTo>
                  <a:lnTo>
                    <a:pt x="17345" y="7463"/>
                  </a:lnTo>
                  <a:lnTo>
                    <a:pt x="14609" y="88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3" name="Freeform: Shape 1702">
              <a:extLst>
                <a:ext uri="{FF2B5EF4-FFF2-40B4-BE49-F238E27FC236}">
                  <a16:creationId xmlns:a16="http://schemas.microsoft.com/office/drawing/2014/main" id="{A6DDF7E8-E4C3-FC25-E798-CB186ECEAB29}"/>
                </a:ext>
              </a:extLst>
            </p:cNvPr>
            <p:cNvSpPr>
              <a:spLocks/>
            </p:cNvSpPr>
            <p:nvPr/>
          </p:nvSpPr>
          <p:spPr>
            <a:xfrm>
              <a:off x="2026571" y="2478411"/>
              <a:ext cx="63227" cy="51174"/>
            </a:xfrm>
            <a:custGeom>
              <a:avLst/>
              <a:gdLst>
                <a:gd name="connsiteX0" fmla="*/ 40534 w 42360"/>
                <a:gd name="connsiteY0" fmla="*/ 8385 h 34285"/>
                <a:gd name="connsiteX1" fmla="*/ 39096 w 42360"/>
                <a:gd name="connsiteY1" fmla="*/ 3600 h 34285"/>
                <a:gd name="connsiteX2" fmla="*/ 35339 w 42360"/>
                <a:gd name="connsiteY2" fmla="*/ 1668 h 34285"/>
                <a:gd name="connsiteX3" fmla="*/ 33021 w 42360"/>
                <a:gd name="connsiteY3" fmla="*/ 3863 h 34285"/>
                <a:gd name="connsiteX4" fmla="*/ 30145 w 42360"/>
                <a:gd name="connsiteY4" fmla="*/ 2195 h 34285"/>
                <a:gd name="connsiteX5" fmla="*/ 25507 w 42360"/>
                <a:gd name="connsiteY5" fmla="*/ 0 h 34285"/>
                <a:gd name="connsiteX6" fmla="*/ 25786 w 42360"/>
                <a:gd name="connsiteY6" fmla="*/ 3556 h 34285"/>
                <a:gd name="connsiteX7" fmla="*/ 21148 w 42360"/>
                <a:gd name="connsiteY7" fmla="*/ 2195 h 34285"/>
                <a:gd name="connsiteX8" fmla="*/ 24023 w 42360"/>
                <a:gd name="connsiteY8" fmla="*/ 5751 h 34285"/>
                <a:gd name="connsiteX9" fmla="*/ 21148 w 42360"/>
                <a:gd name="connsiteY9" fmla="*/ 6848 h 34285"/>
                <a:gd name="connsiteX10" fmla="*/ 17067 w 42360"/>
                <a:gd name="connsiteY10" fmla="*/ 3556 h 34285"/>
                <a:gd name="connsiteX11" fmla="*/ 14748 w 42360"/>
                <a:gd name="connsiteY11" fmla="*/ 6848 h 34285"/>
                <a:gd name="connsiteX12" fmla="*/ 19664 w 42360"/>
                <a:gd name="connsiteY12" fmla="*/ 8341 h 34285"/>
                <a:gd name="connsiteX13" fmla="*/ 16464 w 42360"/>
                <a:gd name="connsiteY13" fmla="*/ 10404 h 34285"/>
                <a:gd name="connsiteX14" fmla="*/ 18226 w 42360"/>
                <a:gd name="connsiteY14" fmla="*/ 14794 h 34285"/>
                <a:gd name="connsiteX15" fmla="*/ 17948 w 42360"/>
                <a:gd name="connsiteY15" fmla="*/ 18921 h 34285"/>
                <a:gd name="connsiteX16" fmla="*/ 15629 w 42360"/>
                <a:gd name="connsiteY16" fmla="*/ 16463 h 34285"/>
                <a:gd name="connsiteX17" fmla="*/ 15351 w 42360"/>
                <a:gd name="connsiteY17" fmla="*/ 12599 h 34285"/>
                <a:gd name="connsiteX18" fmla="*/ 12151 w 42360"/>
                <a:gd name="connsiteY18" fmla="*/ 8341 h 34285"/>
                <a:gd name="connsiteX19" fmla="*/ 0 w 42360"/>
                <a:gd name="connsiteY19" fmla="*/ 18921 h 34285"/>
                <a:gd name="connsiteX20" fmla="*/ 3757 w 42360"/>
                <a:gd name="connsiteY20" fmla="*/ 21072 h 34285"/>
                <a:gd name="connsiteX21" fmla="*/ 4916 w 42360"/>
                <a:gd name="connsiteY21" fmla="*/ 23311 h 34285"/>
                <a:gd name="connsiteX22" fmla="*/ 11873 w 42360"/>
                <a:gd name="connsiteY22" fmla="*/ 24847 h 34285"/>
                <a:gd name="connsiteX23" fmla="*/ 4916 w 42360"/>
                <a:gd name="connsiteY23" fmla="*/ 26603 h 34285"/>
                <a:gd name="connsiteX24" fmla="*/ 8673 w 42360"/>
                <a:gd name="connsiteY24" fmla="*/ 30730 h 34285"/>
                <a:gd name="connsiteX25" fmla="*/ 15907 w 42360"/>
                <a:gd name="connsiteY25" fmla="*/ 23618 h 34285"/>
                <a:gd name="connsiteX26" fmla="*/ 15351 w 42360"/>
                <a:gd name="connsiteY26" fmla="*/ 29369 h 34285"/>
                <a:gd name="connsiteX27" fmla="*/ 12754 w 42360"/>
                <a:gd name="connsiteY27" fmla="*/ 34286 h 34285"/>
                <a:gd name="connsiteX28" fmla="*/ 18273 w 42360"/>
                <a:gd name="connsiteY28" fmla="*/ 31257 h 34285"/>
                <a:gd name="connsiteX29" fmla="*/ 20870 w 42360"/>
                <a:gd name="connsiteY29" fmla="*/ 23311 h 34285"/>
                <a:gd name="connsiteX30" fmla="*/ 24070 w 42360"/>
                <a:gd name="connsiteY30" fmla="*/ 21072 h 34285"/>
                <a:gd name="connsiteX31" fmla="*/ 24070 w 42360"/>
                <a:gd name="connsiteY31" fmla="*/ 26603 h 34285"/>
                <a:gd name="connsiteX32" fmla="*/ 29867 w 42360"/>
                <a:gd name="connsiteY32" fmla="*/ 24847 h 34285"/>
                <a:gd name="connsiteX33" fmla="*/ 27270 w 42360"/>
                <a:gd name="connsiteY33" fmla="*/ 18131 h 34285"/>
                <a:gd name="connsiteX34" fmla="*/ 30470 w 42360"/>
                <a:gd name="connsiteY34" fmla="*/ 21072 h 34285"/>
                <a:gd name="connsiteX35" fmla="*/ 36453 w 42360"/>
                <a:gd name="connsiteY35" fmla="*/ 16463 h 34285"/>
                <a:gd name="connsiteX36" fmla="*/ 30470 w 42360"/>
                <a:gd name="connsiteY36" fmla="*/ 13433 h 34285"/>
                <a:gd name="connsiteX37" fmla="*/ 35386 w 42360"/>
                <a:gd name="connsiteY37" fmla="*/ 13697 h 34285"/>
                <a:gd name="connsiteX38" fmla="*/ 39328 w 42360"/>
                <a:gd name="connsiteY38" fmla="*/ 16419 h 34285"/>
                <a:gd name="connsiteX39" fmla="*/ 40580 w 42360"/>
                <a:gd name="connsiteY39" fmla="*/ 8341 h 3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2360" h="34285">
                  <a:moveTo>
                    <a:pt x="40534" y="8385"/>
                  </a:moveTo>
                  <a:cubicBezTo>
                    <a:pt x="35896" y="7156"/>
                    <a:pt x="39096" y="3600"/>
                    <a:pt x="39096" y="3600"/>
                  </a:cubicBezTo>
                  <a:cubicBezTo>
                    <a:pt x="40163" y="1098"/>
                    <a:pt x="35339" y="1668"/>
                    <a:pt x="35339" y="1668"/>
                  </a:cubicBezTo>
                  <a:lnTo>
                    <a:pt x="33021" y="3863"/>
                  </a:lnTo>
                  <a:lnTo>
                    <a:pt x="30145" y="2195"/>
                  </a:lnTo>
                  <a:lnTo>
                    <a:pt x="25507" y="0"/>
                  </a:lnTo>
                  <a:lnTo>
                    <a:pt x="25786" y="3556"/>
                  </a:lnTo>
                  <a:lnTo>
                    <a:pt x="21148" y="2195"/>
                  </a:lnTo>
                  <a:lnTo>
                    <a:pt x="24023" y="5751"/>
                  </a:lnTo>
                  <a:lnTo>
                    <a:pt x="21148" y="6848"/>
                  </a:lnTo>
                  <a:cubicBezTo>
                    <a:pt x="20870" y="3819"/>
                    <a:pt x="19989" y="2458"/>
                    <a:pt x="17067" y="3556"/>
                  </a:cubicBezTo>
                  <a:cubicBezTo>
                    <a:pt x="14145" y="4653"/>
                    <a:pt x="14748" y="6848"/>
                    <a:pt x="14748" y="6848"/>
                  </a:cubicBezTo>
                  <a:lnTo>
                    <a:pt x="19664" y="8341"/>
                  </a:lnTo>
                  <a:lnTo>
                    <a:pt x="16464" y="10404"/>
                  </a:lnTo>
                  <a:lnTo>
                    <a:pt x="18226" y="14794"/>
                  </a:lnTo>
                  <a:lnTo>
                    <a:pt x="17948" y="18921"/>
                  </a:lnTo>
                  <a:lnTo>
                    <a:pt x="15629" y="16463"/>
                  </a:lnTo>
                  <a:lnTo>
                    <a:pt x="15351" y="12599"/>
                  </a:lnTo>
                  <a:lnTo>
                    <a:pt x="12151" y="8341"/>
                  </a:lnTo>
                  <a:cubicBezTo>
                    <a:pt x="557" y="9307"/>
                    <a:pt x="0" y="18921"/>
                    <a:pt x="0" y="18921"/>
                  </a:cubicBezTo>
                  <a:lnTo>
                    <a:pt x="3757" y="21072"/>
                  </a:lnTo>
                  <a:lnTo>
                    <a:pt x="4916" y="23311"/>
                  </a:lnTo>
                  <a:lnTo>
                    <a:pt x="11873" y="24847"/>
                  </a:lnTo>
                  <a:lnTo>
                    <a:pt x="4916" y="26603"/>
                  </a:lnTo>
                  <a:lnTo>
                    <a:pt x="8673" y="30730"/>
                  </a:lnTo>
                  <a:lnTo>
                    <a:pt x="15907" y="23618"/>
                  </a:lnTo>
                  <a:lnTo>
                    <a:pt x="15351" y="29369"/>
                  </a:lnTo>
                  <a:cubicBezTo>
                    <a:pt x="9878" y="32881"/>
                    <a:pt x="10991" y="34286"/>
                    <a:pt x="12754" y="34286"/>
                  </a:cubicBezTo>
                  <a:cubicBezTo>
                    <a:pt x="14516" y="34286"/>
                    <a:pt x="15073" y="33452"/>
                    <a:pt x="18273" y="31257"/>
                  </a:cubicBezTo>
                  <a:cubicBezTo>
                    <a:pt x="21473" y="29062"/>
                    <a:pt x="20870" y="23311"/>
                    <a:pt x="20870" y="23311"/>
                  </a:cubicBezTo>
                  <a:lnTo>
                    <a:pt x="24070" y="21072"/>
                  </a:lnTo>
                  <a:lnTo>
                    <a:pt x="24070" y="26603"/>
                  </a:lnTo>
                  <a:lnTo>
                    <a:pt x="29867" y="24847"/>
                  </a:lnTo>
                  <a:lnTo>
                    <a:pt x="27270" y="18131"/>
                  </a:lnTo>
                  <a:lnTo>
                    <a:pt x="30470" y="21072"/>
                  </a:lnTo>
                  <a:lnTo>
                    <a:pt x="36453" y="16463"/>
                  </a:lnTo>
                  <a:lnTo>
                    <a:pt x="30470" y="13433"/>
                  </a:lnTo>
                  <a:lnTo>
                    <a:pt x="35386" y="13697"/>
                  </a:lnTo>
                  <a:lnTo>
                    <a:pt x="39328" y="16419"/>
                  </a:lnTo>
                  <a:cubicBezTo>
                    <a:pt x="39328" y="16419"/>
                    <a:pt x="45218" y="9570"/>
                    <a:pt x="40580" y="834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4" name="Freeform: Shape 1703">
              <a:extLst>
                <a:ext uri="{FF2B5EF4-FFF2-40B4-BE49-F238E27FC236}">
                  <a16:creationId xmlns:a16="http://schemas.microsoft.com/office/drawing/2014/main" id="{D9E5FA83-9BCF-3722-BC7D-D1C1CC85E7E6}"/>
                </a:ext>
              </a:extLst>
            </p:cNvPr>
            <p:cNvSpPr>
              <a:spLocks/>
            </p:cNvSpPr>
            <p:nvPr/>
          </p:nvSpPr>
          <p:spPr>
            <a:xfrm>
              <a:off x="2039031" y="2535746"/>
              <a:ext cx="11282" cy="4521"/>
            </a:xfrm>
            <a:custGeom>
              <a:avLst/>
              <a:gdLst>
                <a:gd name="connsiteX0" fmla="*/ 0 w 7559"/>
                <a:gd name="connsiteY0" fmla="*/ 0 h 3029"/>
                <a:gd name="connsiteX1" fmla="*/ 0 w 7559"/>
                <a:gd name="connsiteY1" fmla="*/ 3029 h 3029"/>
                <a:gd name="connsiteX2" fmla="*/ 6122 w 7559"/>
                <a:gd name="connsiteY2" fmla="*/ 3029 h 3029"/>
                <a:gd name="connsiteX3" fmla="*/ 7559 w 7559"/>
                <a:gd name="connsiteY3" fmla="*/ 1317 h 3029"/>
                <a:gd name="connsiteX4" fmla="*/ 3803 w 7559"/>
                <a:gd name="connsiteY4" fmla="*/ 0 h 3029"/>
                <a:gd name="connsiteX5" fmla="*/ 0 w 7559"/>
                <a:gd name="connsiteY5" fmla="*/ 0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59" h="3029">
                  <a:moveTo>
                    <a:pt x="0" y="0"/>
                  </a:moveTo>
                  <a:lnTo>
                    <a:pt x="0" y="3029"/>
                  </a:lnTo>
                  <a:lnTo>
                    <a:pt x="6122" y="3029"/>
                  </a:lnTo>
                  <a:lnTo>
                    <a:pt x="7559" y="1317"/>
                  </a:lnTo>
                  <a:lnTo>
                    <a:pt x="38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5" name="Freeform: Shape 1704">
              <a:extLst>
                <a:ext uri="{FF2B5EF4-FFF2-40B4-BE49-F238E27FC236}">
                  <a16:creationId xmlns:a16="http://schemas.microsoft.com/office/drawing/2014/main" id="{E0E17571-64BD-D25F-8B29-99B4F81B5F2B}"/>
                </a:ext>
              </a:extLst>
            </p:cNvPr>
            <p:cNvSpPr>
              <a:spLocks/>
            </p:cNvSpPr>
            <p:nvPr/>
          </p:nvSpPr>
          <p:spPr>
            <a:xfrm>
              <a:off x="2029962" y="2535746"/>
              <a:ext cx="5606" cy="9501"/>
            </a:xfrm>
            <a:custGeom>
              <a:avLst/>
              <a:gdLst>
                <a:gd name="connsiteX0" fmla="*/ 0 w 3756"/>
                <a:gd name="connsiteY0" fmla="*/ 6366 h 6365"/>
                <a:gd name="connsiteX1" fmla="*/ 3757 w 3756"/>
                <a:gd name="connsiteY1" fmla="*/ 3029 h 6365"/>
                <a:gd name="connsiteX2" fmla="*/ 3757 w 3756"/>
                <a:gd name="connsiteY2" fmla="*/ 0 h 6365"/>
                <a:gd name="connsiteX3" fmla="*/ 0 w 3756"/>
                <a:gd name="connsiteY3" fmla="*/ 3205 h 6365"/>
                <a:gd name="connsiteX4" fmla="*/ 0 w 3756"/>
                <a:gd name="connsiteY4" fmla="*/ 6366 h 6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6" h="6365">
                  <a:moveTo>
                    <a:pt x="0" y="6366"/>
                  </a:moveTo>
                  <a:lnTo>
                    <a:pt x="3757" y="3029"/>
                  </a:lnTo>
                  <a:lnTo>
                    <a:pt x="3757" y="0"/>
                  </a:lnTo>
                  <a:lnTo>
                    <a:pt x="0" y="3205"/>
                  </a:lnTo>
                  <a:lnTo>
                    <a:pt x="0" y="63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6" name="Freeform: Shape 1705">
              <a:extLst>
                <a:ext uri="{FF2B5EF4-FFF2-40B4-BE49-F238E27FC236}">
                  <a16:creationId xmlns:a16="http://schemas.microsoft.com/office/drawing/2014/main" id="{513AB707-3106-7AAC-1C7A-93BD07EA5CE2}"/>
                </a:ext>
              </a:extLst>
            </p:cNvPr>
            <p:cNvSpPr>
              <a:spLocks/>
            </p:cNvSpPr>
            <p:nvPr/>
          </p:nvSpPr>
          <p:spPr>
            <a:xfrm>
              <a:off x="1912282" y="2590198"/>
              <a:ext cx="5606" cy="5766"/>
            </a:xfrm>
            <a:custGeom>
              <a:avLst/>
              <a:gdLst>
                <a:gd name="connsiteX0" fmla="*/ 3757 w 3756"/>
                <a:gd name="connsiteY0" fmla="*/ 3863 h 3863"/>
                <a:gd name="connsiteX1" fmla="*/ 3757 w 3756"/>
                <a:gd name="connsiteY1" fmla="*/ 0 h 3863"/>
                <a:gd name="connsiteX2" fmla="*/ 0 w 3756"/>
                <a:gd name="connsiteY2" fmla="*/ 3863 h 3863"/>
                <a:gd name="connsiteX3" fmla="*/ 3757 w 3756"/>
                <a:gd name="connsiteY3" fmla="*/ 3863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6" h="3863">
                  <a:moveTo>
                    <a:pt x="3757" y="3863"/>
                  </a:moveTo>
                  <a:lnTo>
                    <a:pt x="3757" y="0"/>
                  </a:lnTo>
                  <a:lnTo>
                    <a:pt x="0" y="3863"/>
                  </a:lnTo>
                  <a:lnTo>
                    <a:pt x="3757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7" name="Freeform: Shape 1706">
              <a:extLst>
                <a:ext uri="{FF2B5EF4-FFF2-40B4-BE49-F238E27FC236}">
                  <a16:creationId xmlns:a16="http://schemas.microsoft.com/office/drawing/2014/main" id="{3CFAD0A0-70CF-D729-BD68-8BE6E69D8EF7}"/>
                </a:ext>
              </a:extLst>
            </p:cNvPr>
            <p:cNvSpPr>
              <a:spLocks/>
            </p:cNvSpPr>
            <p:nvPr/>
          </p:nvSpPr>
          <p:spPr>
            <a:xfrm>
              <a:off x="1900582" y="2590198"/>
              <a:ext cx="6506" cy="11467"/>
            </a:xfrm>
            <a:custGeom>
              <a:avLst/>
              <a:gdLst>
                <a:gd name="connsiteX0" fmla="*/ 2041 w 4359"/>
                <a:gd name="connsiteY0" fmla="*/ 7683 h 7682"/>
                <a:gd name="connsiteX1" fmla="*/ 4359 w 4359"/>
                <a:gd name="connsiteY1" fmla="*/ 3863 h 7682"/>
                <a:gd name="connsiteX2" fmla="*/ 4359 w 4359"/>
                <a:gd name="connsiteY2" fmla="*/ 0 h 7682"/>
                <a:gd name="connsiteX3" fmla="*/ 0 w 4359"/>
                <a:gd name="connsiteY3" fmla="*/ 3863 h 7682"/>
                <a:gd name="connsiteX4" fmla="*/ 2041 w 4359"/>
                <a:gd name="connsiteY4" fmla="*/ 7683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9" h="7682">
                  <a:moveTo>
                    <a:pt x="2041" y="7683"/>
                  </a:moveTo>
                  <a:lnTo>
                    <a:pt x="4359" y="3863"/>
                  </a:lnTo>
                  <a:lnTo>
                    <a:pt x="4359" y="0"/>
                  </a:lnTo>
                  <a:lnTo>
                    <a:pt x="0" y="3863"/>
                  </a:lnTo>
                  <a:lnTo>
                    <a:pt x="2041" y="768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8" name="Freeform: Shape 1707">
              <a:extLst>
                <a:ext uri="{FF2B5EF4-FFF2-40B4-BE49-F238E27FC236}">
                  <a16:creationId xmlns:a16="http://schemas.microsoft.com/office/drawing/2014/main" id="{66E1E52F-D15B-951E-DBE5-A9AF321CB982}"/>
                </a:ext>
              </a:extLst>
            </p:cNvPr>
            <p:cNvSpPr>
              <a:spLocks/>
            </p:cNvSpPr>
            <p:nvPr/>
          </p:nvSpPr>
          <p:spPr>
            <a:xfrm>
              <a:off x="1885907" y="2581223"/>
              <a:ext cx="14674" cy="14743"/>
            </a:xfrm>
            <a:custGeom>
              <a:avLst/>
              <a:gdLst>
                <a:gd name="connsiteX0" fmla="*/ 4916 w 9831"/>
                <a:gd name="connsiteY0" fmla="*/ 4917 h 9877"/>
                <a:gd name="connsiteX1" fmla="*/ 0 w 9831"/>
                <a:gd name="connsiteY1" fmla="*/ 4917 h 9877"/>
                <a:gd name="connsiteX2" fmla="*/ 0 w 9831"/>
                <a:gd name="connsiteY2" fmla="*/ 7946 h 9877"/>
                <a:gd name="connsiteX3" fmla="*/ 2319 w 9831"/>
                <a:gd name="connsiteY3" fmla="*/ 7946 h 9877"/>
                <a:gd name="connsiteX4" fmla="*/ 4916 w 9831"/>
                <a:gd name="connsiteY4" fmla="*/ 9878 h 9877"/>
                <a:gd name="connsiteX5" fmla="*/ 7791 w 9831"/>
                <a:gd name="connsiteY5" fmla="*/ 4653 h 9877"/>
                <a:gd name="connsiteX6" fmla="*/ 9832 w 9831"/>
                <a:gd name="connsiteY6" fmla="*/ 0 h 9877"/>
                <a:gd name="connsiteX7" fmla="*/ 4916 w 9831"/>
                <a:gd name="connsiteY7" fmla="*/ 4917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31" h="9877">
                  <a:moveTo>
                    <a:pt x="4916" y="4917"/>
                  </a:moveTo>
                  <a:cubicBezTo>
                    <a:pt x="2597" y="-1668"/>
                    <a:pt x="0" y="4917"/>
                    <a:pt x="0" y="4917"/>
                  </a:cubicBezTo>
                  <a:lnTo>
                    <a:pt x="0" y="7946"/>
                  </a:lnTo>
                  <a:lnTo>
                    <a:pt x="2319" y="7946"/>
                  </a:lnTo>
                  <a:lnTo>
                    <a:pt x="4916" y="9878"/>
                  </a:lnTo>
                  <a:lnTo>
                    <a:pt x="7791" y="4653"/>
                  </a:lnTo>
                  <a:lnTo>
                    <a:pt x="9832" y="0"/>
                  </a:lnTo>
                  <a:cubicBezTo>
                    <a:pt x="7235" y="263"/>
                    <a:pt x="4916" y="4917"/>
                    <a:pt x="4916" y="491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9" name="Freeform: Shape 1708">
              <a:extLst>
                <a:ext uri="{FF2B5EF4-FFF2-40B4-BE49-F238E27FC236}">
                  <a16:creationId xmlns:a16="http://schemas.microsoft.com/office/drawing/2014/main" id="{6AB041E6-DB17-A84B-C5FD-26D2E3BE626B}"/>
                </a:ext>
              </a:extLst>
            </p:cNvPr>
            <p:cNvSpPr>
              <a:spLocks/>
            </p:cNvSpPr>
            <p:nvPr/>
          </p:nvSpPr>
          <p:spPr>
            <a:xfrm>
              <a:off x="1846102" y="2600422"/>
              <a:ext cx="7821" cy="4521"/>
            </a:xfrm>
            <a:custGeom>
              <a:avLst/>
              <a:gdLst>
                <a:gd name="connsiteX0" fmla="*/ 0 w 5240"/>
                <a:gd name="connsiteY0" fmla="*/ 3029 h 3029"/>
                <a:gd name="connsiteX1" fmla="*/ 5241 w 5240"/>
                <a:gd name="connsiteY1" fmla="*/ 3029 h 3029"/>
                <a:gd name="connsiteX2" fmla="*/ 5241 w 5240"/>
                <a:gd name="connsiteY2" fmla="*/ 834 h 3029"/>
                <a:gd name="connsiteX3" fmla="*/ 2597 w 5240"/>
                <a:gd name="connsiteY3" fmla="*/ 0 h 3029"/>
                <a:gd name="connsiteX4" fmla="*/ 0 w 5240"/>
                <a:gd name="connsiteY4" fmla="*/ 3029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0" h="3029">
                  <a:moveTo>
                    <a:pt x="0" y="3029"/>
                  </a:moveTo>
                  <a:lnTo>
                    <a:pt x="5241" y="3029"/>
                  </a:lnTo>
                  <a:lnTo>
                    <a:pt x="5241" y="834"/>
                  </a:lnTo>
                  <a:lnTo>
                    <a:pt x="2597" y="0"/>
                  </a:lnTo>
                  <a:lnTo>
                    <a:pt x="0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0" name="Freeform: Shape 1709">
              <a:extLst>
                <a:ext uri="{FF2B5EF4-FFF2-40B4-BE49-F238E27FC236}">
                  <a16:creationId xmlns:a16="http://schemas.microsoft.com/office/drawing/2014/main" id="{5CD57800-5CCB-95DB-CC03-F614A4D1ABF2}"/>
                </a:ext>
              </a:extLst>
            </p:cNvPr>
            <p:cNvSpPr>
              <a:spLocks/>
            </p:cNvSpPr>
            <p:nvPr/>
          </p:nvSpPr>
          <p:spPr>
            <a:xfrm>
              <a:off x="1760888" y="2628336"/>
              <a:ext cx="16890" cy="8583"/>
            </a:xfrm>
            <a:custGeom>
              <a:avLst/>
              <a:gdLst>
                <a:gd name="connsiteX0" fmla="*/ 5658 w 11316"/>
                <a:gd name="connsiteY0" fmla="*/ 2853 h 5750"/>
                <a:gd name="connsiteX1" fmla="*/ 2597 w 11316"/>
                <a:gd name="connsiteY1" fmla="*/ 0 h 5750"/>
                <a:gd name="connsiteX2" fmla="*/ 0 w 11316"/>
                <a:gd name="connsiteY2" fmla="*/ 2853 h 5750"/>
                <a:gd name="connsiteX3" fmla="*/ 4916 w 11316"/>
                <a:gd name="connsiteY3" fmla="*/ 5751 h 5750"/>
                <a:gd name="connsiteX4" fmla="*/ 11316 w 11316"/>
                <a:gd name="connsiteY4" fmla="*/ 0 h 5750"/>
                <a:gd name="connsiteX5" fmla="*/ 7513 w 11316"/>
                <a:gd name="connsiteY5" fmla="*/ 0 h 5750"/>
                <a:gd name="connsiteX6" fmla="*/ 5658 w 11316"/>
                <a:gd name="connsiteY6" fmla="*/ 2853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6" h="5750">
                  <a:moveTo>
                    <a:pt x="5658" y="2853"/>
                  </a:moveTo>
                  <a:lnTo>
                    <a:pt x="2597" y="0"/>
                  </a:lnTo>
                  <a:lnTo>
                    <a:pt x="0" y="2853"/>
                  </a:lnTo>
                  <a:lnTo>
                    <a:pt x="4916" y="5751"/>
                  </a:lnTo>
                  <a:lnTo>
                    <a:pt x="11316" y="0"/>
                  </a:lnTo>
                  <a:lnTo>
                    <a:pt x="7513" y="0"/>
                  </a:lnTo>
                  <a:lnTo>
                    <a:pt x="5658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1" name="Freeform: Shape 1710">
              <a:extLst>
                <a:ext uri="{FF2B5EF4-FFF2-40B4-BE49-F238E27FC236}">
                  <a16:creationId xmlns:a16="http://schemas.microsoft.com/office/drawing/2014/main" id="{84AF62EA-02E1-E9ED-3523-FB1A86385B51}"/>
                </a:ext>
              </a:extLst>
            </p:cNvPr>
            <p:cNvSpPr>
              <a:spLocks/>
            </p:cNvSpPr>
            <p:nvPr/>
          </p:nvSpPr>
          <p:spPr>
            <a:xfrm>
              <a:off x="1723131" y="2635865"/>
              <a:ext cx="37827" cy="30935"/>
            </a:xfrm>
            <a:custGeom>
              <a:avLst/>
              <a:gdLst>
                <a:gd name="connsiteX0" fmla="*/ 18339 w 25342"/>
                <a:gd name="connsiteY0" fmla="*/ 7819 h 20725"/>
                <a:gd name="connsiteX1" fmla="*/ 23858 w 25342"/>
                <a:gd name="connsiteY1" fmla="*/ 2068 h 20725"/>
                <a:gd name="connsiteX2" fmla="*/ 22421 w 25342"/>
                <a:gd name="connsiteY2" fmla="*/ 4 h 20725"/>
                <a:gd name="connsiteX3" fmla="*/ 19545 w 25342"/>
                <a:gd name="connsiteY3" fmla="*/ 3429 h 20725"/>
                <a:gd name="connsiteX4" fmla="*/ 9389 w 25342"/>
                <a:gd name="connsiteY4" fmla="*/ 4790 h 20725"/>
                <a:gd name="connsiteX5" fmla="*/ 14908 w 25342"/>
                <a:gd name="connsiteY5" fmla="*/ 7819 h 20725"/>
                <a:gd name="connsiteX6" fmla="*/ 12681 w 25342"/>
                <a:gd name="connsiteY6" fmla="*/ 9180 h 20725"/>
                <a:gd name="connsiteX7" fmla="*/ 7951 w 25342"/>
                <a:gd name="connsiteY7" fmla="*/ 14667 h 20725"/>
                <a:gd name="connsiteX8" fmla="*/ 1273 w 25342"/>
                <a:gd name="connsiteY8" fmla="*/ 20725 h 20725"/>
                <a:gd name="connsiteX9" fmla="*/ 9667 w 25342"/>
                <a:gd name="connsiteY9" fmla="*/ 16335 h 20725"/>
                <a:gd name="connsiteX10" fmla="*/ 18386 w 25342"/>
                <a:gd name="connsiteY10" fmla="*/ 11111 h 20725"/>
                <a:gd name="connsiteX11" fmla="*/ 23905 w 25342"/>
                <a:gd name="connsiteY11" fmla="*/ 7819 h 20725"/>
                <a:gd name="connsiteX12" fmla="*/ 25342 w 25342"/>
                <a:gd name="connsiteY12" fmla="*/ 6721 h 20725"/>
                <a:gd name="connsiteX13" fmla="*/ 25342 w 25342"/>
                <a:gd name="connsiteY13" fmla="*/ 4921 h 20725"/>
                <a:gd name="connsiteX14" fmla="*/ 21122 w 25342"/>
                <a:gd name="connsiteY14" fmla="*/ 7819 h 20725"/>
                <a:gd name="connsiteX15" fmla="*/ 18386 w 25342"/>
                <a:gd name="connsiteY15" fmla="*/ 7819 h 2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342" h="20725">
                  <a:moveTo>
                    <a:pt x="18339" y="7819"/>
                  </a:moveTo>
                  <a:lnTo>
                    <a:pt x="23858" y="2068"/>
                  </a:lnTo>
                  <a:lnTo>
                    <a:pt x="22421" y="4"/>
                  </a:lnTo>
                  <a:lnTo>
                    <a:pt x="19545" y="3429"/>
                  </a:lnTo>
                  <a:cubicBezTo>
                    <a:pt x="19221" y="-3376"/>
                    <a:pt x="9992" y="1497"/>
                    <a:pt x="9389" y="4790"/>
                  </a:cubicBezTo>
                  <a:cubicBezTo>
                    <a:pt x="8786" y="8082"/>
                    <a:pt x="14908" y="7819"/>
                    <a:pt x="14908" y="7819"/>
                  </a:cubicBezTo>
                  <a:lnTo>
                    <a:pt x="12681" y="9180"/>
                  </a:lnTo>
                  <a:cubicBezTo>
                    <a:pt x="7858" y="8916"/>
                    <a:pt x="7951" y="14667"/>
                    <a:pt x="7951" y="14667"/>
                  </a:cubicBezTo>
                  <a:cubicBezTo>
                    <a:pt x="-1464" y="16950"/>
                    <a:pt x="-768" y="20725"/>
                    <a:pt x="1273" y="20725"/>
                  </a:cubicBezTo>
                  <a:cubicBezTo>
                    <a:pt x="3313" y="20725"/>
                    <a:pt x="9667" y="16335"/>
                    <a:pt x="9667" y="16335"/>
                  </a:cubicBezTo>
                  <a:cubicBezTo>
                    <a:pt x="15742" y="15501"/>
                    <a:pt x="18386" y="11111"/>
                    <a:pt x="18386" y="11111"/>
                  </a:cubicBezTo>
                  <a:lnTo>
                    <a:pt x="23905" y="7819"/>
                  </a:lnTo>
                  <a:lnTo>
                    <a:pt x="25342" y="6721"/>
                  </a:lnTo>
                  <a:lnTo>
                    <a:pt x="25342" y="4921"/>
                  </a:lnTo>
                  <a:lnTo>
                    <a:pt x="21122" y="7819"/>
                  </a:lnTo>
                  <a:lnTo>
                    <a:pt x="18386" y="78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2" name="Freeform: Shape 1711">
              <a:extLst>
                <a:ext uri="{FF2B5EF4-FFF2-40B4-BE49-F238E27FC236}">
                  <a16:creationId xmlns:a16="http://schemas.microsoft.com/office/drawing/2014/main" id="{899DF7CF-374E-A4FB-E1B4-C9E2A6B5CA35}"/>
                </a:ext>
              </a:extLst>
            </p:cNvPr>
            <p:cNvSpPr>
              <a:spLocks/>
            </p:cNvSpPr>
            <p:nvPr/>
          </p:nvSpPr>
          <p:spPr>
            <a:xfrm>
              <a:off x="1692911" y="2652432"/>
              <a:ext cx="29710" cy="28260"/>
            </a:xfrm>
            <a:custGeom>
              <a:avLst/>
              <a:gdLst>
                <a:gd name="connsiteX0" fmla="*/ 17113 w 19904"/>
                <a:gd name="connsiteY0" fmla="*/ 583 h 18933"/>
                <a:gd name="connsiteX1" fmla="*/ 8116 w 19904"/>
                <a:gd name="connsiteY1" fmla="*/ 9626 h 18933"/>
                <a:gd name="connsiteX2" fmla="*/ 0 w 19904"/>
                <a:gd name="connsiteY2" fmla="*/ 18933 h 18933"/>
                <a:gd name="connsiteX3" fmla="*/ 10435 w 19904"/>
                <a:gd name="connsiteY3" fmla="*/ 9626 h 18933"/>
                <a:gd name="connsiteX4" fmla="*/ 18829 w 19904"/>
                <a:gd name="connsiteY4" fmla="*/ 5763 h 18933"/>
                <a:gd name="connsiteX5" fmla="*/ 17067 w 19904"/>
                <a:gd name="connsiteY5" fmla="*/ 539 h 18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04" h="18933">
                  <a:moveTo>
                    <a:pt x="17113" y="583"/>
                  </a:moveTo>
                  <a:cubicBezTo>
                    <a:pt x="7420" y="-2797"/>
                    <a:pt x="8116" y="9626"/>
                    <a:pt x="8116" y="9626"/>
                  </a:cubicBezTo>
                  <a:cubicBezTo>
                    <a:pt x="278" y="8792"/>
                    <a:pt x="0" y="18933"/>
                    <a:pt x="0" y="18933"/>
                  </a:cubicBezTo>
                  <a:cubicBezTo>
                    <a:pt x="9275" y="18099"/>
                    <a:pt x="10435" y="9626"/>
                    <a:pt x="10435" y="9626"/>
                  </a:cubicBezTo>
                  <a:cubicBezTo>
                    <a:pt x="10435" y="9626"/>
                    <a:pt x="15629" y="9890"/>
                    <a:pt x="18829" y="5763"/>
                  </a:cubicBezTo>
                  <a:cubicBezTo>
                    <a:pt x="22029" y="1637"/>
                    <a:pt x="17067" y="539"/>
                    <a:pt x="17067" y="5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3" name="Freeform: Shape 1712">
              <a:extLst>
                <a:ext uri="{FF2B5EF4-FFF2-40B4-BE49-F238E27FC236}">
                  <a16:creationId xmlns:a16="http://schemas.microsoft.com/office/drawing/2014/main" id="{0F61D142-F6AE-FD10-11DB-93513235B9C6}"/>
                </a:ext>
              </a:extLst>
            </p:cNvPr>
            <p:cNvSpPr>
              <a:spLocks/>
            </p:cNvSpPr>
            <p:nvPr/>
          </p:nvSpPr>
          <p:spPr>
            <a:xfrm>
              <a:off x="1667020" y="2675383"/>
              <a:ext cx="8583" cy="9043"/>
            </a:xfrm>
            <a:custGeom>
              <a:avLst/>
              <a:gdLst>
                <a:gd name="connsiteX0" fmla="*/ 0 w 5750"/>
                <a:gd name="connsiteY0" fmla="*/ 6058 h 6058"/>
                <a:gd name="connsiteX1" fmla="*/ 4035 w 5750"/>
                <a:gd name="connsiteY1" fmla="*/ 3600 h 6058"/>
                <a:gd name="connsiteX2" fmla="*/ 5751 w 5750"/>
                <a:gd name="connsiteY2" fmla="*/ 3600 h 6058"/>
                <a:gd name="connsiteX3" fmla="*/ 5751 w 5750"/>
                <a:gd name="connsiteY3" fmla="*/ 0 h 6058"/>
                <a:gd name="connsiteX4" fmla="*/ 2875 w 5750"/>
                <a:gd name="connsiteY4" fmla="*/ 2195 h 6058"/>
                <a:gd name="connsiteX5" fmla="*/ 0 w 5750"/>
                <a:gd name="connsiteY5" fmla="*/ 6058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50" h="6058">
                  <a:moveTo>
                    <a:pt x="0" y="6058"/>
                  </a:moveTo>
                  <a:lnTo>
                    <a:pt x="4035" y="3600"/>
                  </a:lnTo>
                  <a:lnTo>
                    <a:pt x="5751" y="3600"/>
                  </a:lnTo>
                  <a:lnTo>
                    <a:pt x="5751" y="0"/>
                  </a:lnTo>
                  <a:lnTo>
                    <a:pt x="2875" y="2195"/>
                  </a:lnTo>
                  <a:lnTo>
                    <a:pt x="0" y="60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4" name="Freeform: Shape 1713">
              <a:extLst>
                <a:ext uri="{FF2B5EF4-FFF2-40B4-BE49-F238E27FC236}">
                  <a16:creationId xmlns:a16="http://schemas.microsoft.com/office/drawing/2014/main" id="{9627A693-987E-248D-4FF7-F98E9C6F542C}"/>
                </a:ext>
              </a:extLst>
            </p:cNvPr>
            <p:cNvSpPr>
              <a:spLocks/>
            </p:cNvSpPr>
            <p:nvPr/>
          </p:nvSpPr>
          <p:spPr>
            <a:xfrm>
              <a:off x="1646669" y="2684427"/>
              <a:ext cx="8652" cy="9828"/>
            </a:xfrm>
            <a:custGeom>
              <a:avLst/>
              <a:gdLst>
                <a:gd name="connsiteX0" fmla="*/ 3478 w 5797"/>
                <a:gd name="connsiteY0" fmla="*/ 6585 h 6585"/>
                <a:gd name="connsiteX1" fmla="*/ 5797 w 5797"/>
                <a:gd name="connsiteY1" fmla="*/ 3819 h 6585"/>
                <a:gd name="connsiteX2" fmla="*/ 5797 w 5797"/>
                <a:gd name="connsiteY2" fmla="*/ 0 h 6585"/>
                <a:gd name="connsiteX3" fmla="*/ 0 w 5797"/>
                <a:gd name="connsiteY3" fmla="*/ 3293 h 6585"/>
                <a:gd name="connsiteX4" fmla="*/ 3478 w 5797"/>
                <a:gd name="connsiteY4" fmla="*/ 6585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6585">
                  <a:moveTo>
                    <a:pt x="3478" y="6585"/>
                  </a:moveTo>
                  <a:lnTo>
                    <a:pt x="5797" y="3819"/>
                  </a:lnTo>
                  <a:lnTo>
                    <a:pt x="5797" y="0"/>
                  </a:lnTo>
                  <a:lnTo>
                    <a:pt x="0" y="3293"/>
                  </a:lnTo>
                  <a:lnTo>
                    <a:pt x="3478" y="65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5" name="Freeform: Shape 1714">
              <a:extLst>
                <a:ext uri="{FF2B5EF4-FFF2-40B4-BE49-F238E27FC236}">
                  <a16:creationId xmlns:a16="http://schemas.microsoft.com/office/drawing/2014/main" id="{ECA35596-E65A-6F5A-56D3-6AF7E639002B}"/>
                </a:ext>
              </a:extLst>
            </p:cNvPr>
            <p:cNvSpPr>
              <a:spLocks/>
            </p:cNvSpPr>
            <p:nvPr/>
          </p:nvSpPr>
          <p:spPr>
            <a:xfrm>
              <a:off x="1609426" y="2696288"/>
              <a:ext cx="6506" cy="5766"/>
            </a:xfrm>
            <a:custGeom>
              <a:avLst/>
              <a:gdLst>
                <a:gd name="connsiteX0" fmla="*/ 0 w 4359"/>
                <a:gd name="connsiteY0" fmla="*/ 0 h 3863"/>
                <a:gd name="connsiteX1" fmla="*/ 4359 w 4359"/>
                <a:gd name="connsiteY1" fmla="*/ 0 h 3863"/>
                <a:gd name="connsiteX2" fmla="*/ 4359 w 4359"/>
                <a:gd name="connsiteY2" fmla="*/ 3863 h 3863"/>
                <a:gd name="connsiteX3" fmla="*/ 0 w 4359"/>
                <a:gd name="connsiteY3" fmla="*/ 3863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59" h="3863">
                  <a:moveTo>
                    <a:pt x="0" y="0"/>
                  </a:moveTo>
                  <a:lnTo>
                    <a:pt x="4359" y="0"/>
                  </a:lnTo>
                  <a:lnTo>
                    <a:pt x="4359" y="3863"/>
                  </a:lnTo>
                  <a:lnTo>
                    <a:pt x="0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6" name="Freeform: Shape 1715">
              <a:extLst>
                <a:ext uri="{FF2B5EF4-FFF2-40B4-BE49-F238E27FC236}">
                  <a16:creationId xmlns:a16="http://schemas.microsoft.com/office/drawing/2014/main" id="{9520C3AB-51C3-6957-9920-6015116E0877}"/>
                </a:ext>
              </a:extLst>
            </p:cNvPr>
            <p:cNvSpPr>
              <a:spLocks/>
            </p:cNvSpPr>
            <p:nvPr/>
          </p:nvSpPr>
          <p:spPr>
            <a:xfrm>
              <a:off x="1574398" y="2707755"/>
              <a:ext cx="23812" cy="4061"/>
            </a:xfrm>
            <a:custGeom>
              <a:avLst/>
              <a:gdLst>
                <a:gd name="connsiteX0" fmla="*/ 0 w 15953"/>
                <a:gd name="connsiteY0" fmla="*/ 0 h 2721"/>
                <a:gd name="connsiteX1" fmla="*/ 0 w 15953"/>
                <a:gd name="connsiteY1" fmla="*/ 2722 h 2721"/>
                <a:gd name="connsiteX2" fmla="*/ 11873 w 15953"/>
                <a:gd name="connsiteY2" fmla="*/ 2722 h 2721"/>
                <a:gd name="connsiteX3" fmla="*/ 15954 w 15953"/>
                <a:gd name="connsiteY3" fmla="*/ 0 h 2721"/>
                <a:gd name="connsiteX4" fmla="*/ 10157 w 15953"/>
                <a:gd name="connsiteY4" fmla="*/ 0 h 2721"/>
                <a:gd name="connsiteX5" fmla="*/ 0 w 15953"/>
                <a:gd name="connsiteY5" fmla="*/ 0 h 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53" h="2721">
                  <a:moveTo>
                    <a:pt x="0" y="0"/>
                  </a:moveTo>
                  <a:lnTo>
                    <a:pt x="0" y="2722"/>
                  </a:lnTo>
                  <a:lnTo>
                    <a:pt x="11873" y="2722"/>
                  </a:lnTo>
                  <a:lnTo>
                    <a:pt x="15954" y="0"/>
                  </a:lnTo>
                  <a:lnTo>
                    <a:pt x="1015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7" name="Freeform: Shape 1716">
              <a:extLst>
                <a:ext uri="{FF2B5EF4-FFF2-40B4-BE49-F238E27FC236}">
                  <a16:creationId xmlns:a16="http://schemas.microsoft.com/office/drawing/2014/main" id="{9E350376-DC1B-4A98-8146-64DFBA6FB176}"/>
                </a:ext>
              </a:extLst>
            </p:cNvPr>
            <p:cNvSpPr>
              <a:spLocks/>
            </p:cNvSpPr>
            <p:nvPr/>
          </p:nvSpPr>
          <p:spPr>
            <a:xfrm>
              <a:off x="1546292" y="2696288"/>
              <a:ext cx="28104" cy="15530"/>
            </a:xfrm>
            <a:custGeom>
              <a:avLst/>
              <a:gdLst>
                <a:gd name="connsiteX0" fmla="*/ 18829 w 18829"/>
                <a:gd name="connsiteY0" fmla="*/ 0 h 10404"/>
                <a:gd name="connsiteX1" fmla="*/ 14470 w 18829"/>
                <a:gd name="connsiteY1" fmla="*/ 1932 h 10404"/>
                <a:gd name="connsiteX2" fmla="*/ 12754 w 18829"/>
                <a:gd name="connsiteY2" fmla="*/ 3819 h 10404"/>
                <a:gd name="connsiteX3" fmla="*/ 9415 w 18829"/>
                <a:gd name="connsiteY3" fmla="*/ 6585 h 10404"/>
                <a:gd name="connsiteX4" fmla="*/ 5194 w 18829"/>
                <a:gd name="connsiteY4" fmla="*/ 7683 h 10404"/>
                <a:gd name="connsiteX5" fmla="*/ 0 w 18829"/>
                <a:gd name="connsiteY5" fmla="*/ 10404 h 10404"/>
                <a:gd name="connsiteX6" fmla="*/ 9554 w 18829"/>
                <a:gd name="connsiteY6" fmla="*/ 10404 h 10404"/>
                <a:gd name="connsiteX7" fmla="*/ 13032 w 18829"/>
                <a:gd name="connsiteY7" fmla="*/ 9043 h 10404"/>
                <a:gd name="connsiteX8" fmla="*/ 16510 w 18829"/>
                <a:gd name="connsiteY8" fmla="*/ 7683 h 10404"/>
                <a:gd name="connsiteX9" fmla="*/ 16510 w 18829"/>
                <a:gd name="connsiteY9" fmla="*/ 6014 h 10404"/>
                <a:gd name="connsiteX10" fmla="*/ 18829 w 18829"/>
                <a:gd name="connsiteY10" fmla="*/ 3819 h 10404"/>
                <a:gd name="connsiteX11" fmla="*/ 18829 w 18829"/>
                <a:gd name="connsiteY11" fmla="*/ 0 h 1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829" h="10404">
                  <a:moveTo>
                    <a:pt x="18829" y="0"/>
                  </a:moveTo>
                  <a:lnTo>
                    <a:pt x="14470" y="1932"/>
                  </a:lnTo>
                  <a:lnTo>
                    <a:pt x="12754" y="3819"/>
                  </a:lnTo>
                  <a:lnTo>
                    <a:pt x="9415" y="6585"/>
                  </a:lnTo>
                  <a:lnTo>
                    <a:pt x="5194" y="7683"/>
                  </a:lnTo>
                  <a:lnTo>
                    <a:pt x="0" y="10404"/>
                  </a:lnTo>
                  <a:lnTo>
                    <a:pt x="9554" y="10404"/>
                  </a:lnTo>
                  <a:lnTo>
                    <a:pt x="13032" y="9043"/>
                  </a:lnTo>
                  <a:lnTo>
                    <a:pt x="16510" y="7683"/>
                  </a:lnTo>
                  <a:lnTo>
                    <a:pt x="16510" y="6014"/>
                  </a:lnTo>
                  <a:lnTo>
                    <a:pt x="18829" y="3819"/>
                  </a:lnTo>
                  <a:lnTo>
                    <a:pt x="1882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8" name="Freeform: Shape 1717">
              <a:extLst>
                <a:ext uri="{FF2B5EF4-FFF2-40B4-BE49-F238E27FC236}">
                  <a16:creationId xmlns:a16="http://schemas.microsoft.com/office/drawing/2014/main" id="{B5BE55E5-D1B5-D858-627D-E318593EDADF}"/>
                </a:ext>
              </a:extLst>
            </p:cNvPr>
            <p:cNvSpPr>
              <a:spLocks/>
            </p:cNvSpPr>
            <p:nvPr/>
          </p:nvSpPr>
          <p:spPr>
            <a:xfrm>
              <a:off x="1521650" y="2704085"/>
              <a:ext cx="7336" cy="7731"/>
            </a:xfrm>
            <a:custGeom>
              <a:avLst/>
              <a:gdLst>
                <a:gd name="connsiteX0" fmla="*/ 4916 w 4915"/>
                <a:gd name="connsiteY0" fmla="*/ 2458 h 5180"/>
                <a:gd name="connsiteX1" fmla="*/ 2458 w 4915"/>
                <a:gd name="connsiteY1" fmla="*/ 0 h 5180"/>
                <a:gd name="connsiteX2" fmla="*/ 0 w 4915"/>
                <a:gd name="connsiteY2" fmla="*/ 5180 h 5180"/>
                <a:gd name="connsiteX3" fmla="*/ 4916 w 4915"/>
                <a:gd name="connsiteY3" fmla="*/ 3819 h 5180"/>
                <a:gd name="connsiteX4" fmla="*/ 4916 w 4915"/>
                <a:gd name="connsiteY4" fmla="*/ 2458 h 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5180">
                  <a:moveTo>
                    <a:pt x="4916" y="2458"/>
                  </a:moveTo>
                  <a:lnTo>
                    <a:pt x="2458" y="0"/>
                  </a:lnTo>
                  <a:lnTo>
                    <a:pt x="0" y="5180"/>
                  </a:lnTo>
                  <a:lnTo>
                    <a:pt x="4916" y="3819"/>
                  </a:lnTo>
                  <a:lnTo>
                    <a:pt x="4916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9" name="Freeform: Shape 1718">
              <a:extLst>
                <a:ext uri="{FF2B5EF4-FFF2-40B4-BE49-F238E27FC236}">
                  <a16:creationId xmlns:a16="http://schemas.microsoft.com/office/drawing/2014/main" id="{A1C0B545-88E2-2B24-BC42-34860FF4A807}"/>
                </a:ext>
              </a:extLst>
            </p:cNvPr>
            <p:cNvSpPr>
              <a:spLocks/>
            </p:cNvSpPr>
            <p:nvPr/>
          </p:nvSpPr>
          <p:spPr>
            <a:xfrm>
              <a:off x="1525318" y="2714699"/>
              <a:ext cx="6229" cy="3669"/>
            </a:xfrm>
            <a:custGeom>
              <a:avLst/>
              <a:gdLst>
                <a:gd name="connsiteX0" fmla="*/ 2458 w 4173"/>
                <a:gd name="connsiteY0" fmla="*/ 2458 h 2458"/>
                <a:gd name="connsiteX1" fmla="*/ 4174 w 4173"/>
                <a:gd name="connsiteY1" fmla="*/ 0 h 2458"/>
                <a:gd name="connsiteX2" fmla="*/ 0 w 4173"/>
                <a:gd name="connsiteY2" fmla="*/ 0 h 2458"/>
                <a:gd name="connsiteX3" fmla="*/ 2458 w 4173"/>
                <a:gd name="connsiteY3" fmla="*/ 2458 h 2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73" h="2458">
                  <a:moveTo>
                    <a:pt x="2458" y="2458"/>
                  </a:moveTo>
                  <a:lnTo>
                    <a:pt x="4174" y="0"/>
                  </a:lnTo>
                  <a:lnTo>
                    <a:pt x="0" y="0"/>
                  </a:lnTo>
                  <a:lnTo>
                    <a:pt x="2458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89C6F09C-59A6-A270-EB11-42AE0CE5169D}"/>
                </a:ext>
              </a:extLst>
            </p:cNvPr>
            <p:cNvSpPr>
              <a:spLocks/>
            </p:cNvSpPr>
            <p:nvPr/>
          </p:nvSpPr>
          <p:spPr>
            <a:xfrm>
              <a:off x="1502128" y="2711818"/>
              <a:ext cx="19520" cy="12318"/>
            </a:xfrm>
            <a:custGeom>
              <a:avLst/>
              <a:gdLst>
                <a:gd name="connsiteX0" fmla="*/ 8116 w 13078"/>
                <a:gd name="connsiteY0" fmla="*/ 0 h 8253"/>
                <a:gd name="connsiteX1" fmla="*/ 5241 w 13078"/>
                <a:gd name="connsiteY1" fmla="*/ 0 h 8253"/>
                <a:gd name="connsiteX2" fmla="*/ 4359 w 13078"/>
                <a:gd name="connsiteY2" fmla="*/ 6322 h 8253"/>
                <a:gd name="connsiteX3" fmla="*/ 0 w 13078"/>
                <a:gd name="connsiteY3" fmla="*/ 8253 h 8253"/>
                <a:gd name="connsiteX4" fmla="*/ 5797 w 13078"/>
                <a:gd name="connsiteY4" fmla="*/ 8253 h 8253"/>
                <a:gd name="connsiteX5" fmla="*/ 13078 w 13078"/>
                <a:gd name="connsiteY5" fmla="*/ 4390 h 8253"/>
                <a:gd name="connsiteX6" fmla="*/ 9878 w 13078"/>
                <a:gd name="connsiteY6" fmla="*/ 3161 h 8253"/>
                <a:gd name="connsiteX7" fmla="*/ 8116 w 13078"/>
                <a:gd name="connsiteY7" fmla="*/ 0 h 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78" h="8253">
                  <a:moveTo>
                    <a:pt x="8116" y="0"/>
                  </a:moveTo>
                  <a:lnTo>
                    <a:pt x="5241" y="0"/>
                  </a:lnTo>
                  <a:lnTo>
                    <a:pt x="4359" y="6322"/>
                  </a:lnTo>
                  <a:lnTo>
                    <a:pt x="0" y="8253"/>
                  </a:lnTo>
                  <a:lnTo>
                    <a:pt x="5797" y="8253"/>
                  </a:lnTo>
                  <a:lnTo>
                    <a:pt x="13078" y="4390"/>
                  </a:lnTo>
                  <a:lnTo>
                    <a:pt x="9878" y="3161"/>
                  </a:lnTo>
                  <a:lnTo>
                    <a:pt x="81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F59B1471-7BC0-CC13-5E45-3080DDA3833D}"/>
                </a:ext>
              </a:extLst>
            </p:cNvPr>
            <p:cNvSpPr>
              <a:spLocks/>
            </p:cNvSpPr>
            <p:nvPr/>
          </p:nvSpPr>
          <p:spPr>
            <a:xfrm>
              <a:off x="1492644" y="2713520"/>
              <a:ext cx="9482" cy="10614"/>
            </a:xfrm>
            <a:custGeom>
              <a:avLst/>
              <a:gdLst>
                <a:gd name="connsiteX0" fmla="*/ 3200 w 6353"/>
                <a:gd name="connsiteY0" fmla="*/ 3249 h 7111"/>
                <a:gd name="connsiteX1" fmla="*/ 0 w 6353"/>
                <a:gd name="connsiteY1" fmla="*/ 7112 h 7111"/>
                <a:gd name="connsiteX2" fmla="*/ 4035 w 6353"/>
                <a:gd name="connsiteY2" fmla="*/ 7112 h 7111"/>
                <a:gd name="connsiteX3" fmla="*/ 6354 w 6353"/>
                <a:gd name="connsiteY3" fmla="*/ 0 h 7111"/>
                <a:gd name="connsiteX4" fmla="*/ 3200 w 6353"/>
                <a:gd name="connsiteY4" fmla="*/ 3249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" h="7111">
                  <a:moveTo>
                    <a:pt x="3200" y="3249"/>
                  </a:moveTo>
                  <a:lnTo>
                    <a:pt x="0" y="7112"/>
                  </a:lnTo>
                  <a:lnTo>
                    <a:pt x="4035" y="7112"/>
                  </a:lnTo>
                  <a:lnTo>
                    <a:pt x="6354" y="0"/>
                  </a:lnTo>
                  <a:lnTo>
                    <a:pt x="3200" y="324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6560F9A7-769B-EC05-86EB-1E138169567A}"/>
                </a:ext>
              </a:extLst>
            </p:cNvPr>
            <p:cNvSpPr>
              <a:spLocks/>
            </p:cNvSpPr>
            <p:nvPr/>
          </p:nvSpPr>
          <p:spPr>
            <a:xfrm>
              <a:off x="1477485" y="2714699"/>
              <a:ext cx="11214" cy="9435"/>
            </a:xfrm>
            <a:custGeom>
              <a:avLst/>
              <a:gdLst>
                <a:gd name="connsiteX0" fmla="*/ 3757 w 7513"/>
                <a:gd name="connsiteY0" fmla="*/ 0 h 6321"/>
                <a:gd name="connsiteX1" fmla="*/ 0 w 7513"/>
                <a:gd name="connsiteY1" fmla="*/ 0 h 6321"/>
                <a:gd name="connsiteX2" fmla="*/ 0 w 7513"/>
                <a:gd name="connsiteY2" fmla="*/ 4258 h 6321"/>
                <a:gd name="connsiteX3" fmla="*/ 2875 w 7513"/>
                <a:gd name="connsiteY3" fmla="*/ 6322 h 6321"/>
                <a:gd name="connsiteX4" fmla="*/ 7513 w 7513"/>
                <a:gd name="connsiteY4" fmla="*/ 2195 h 6321"/>
                <a:gd name="connsiteX5" fmla="*/ 3757 w 7513"/>
                <a:gd name="connsiteY5" fmla="*/ 2195 h 6321"/>
                <a:gd name="connsiteX6" fmla="*/ 3757 w 7513"/>
                <a:gd name="connsiteY6" fmla="*/ 0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3" h="6321">
                  <a:moveTo>
                    <a:pt x="3757" y="0"/>
                  </a:moveTo>
                  <a:lnTo>
                    <a:pt x="0" y="0"/>
                  </a:lnTo>
                  <a:lnTo>
                    <a:pt x="0" y="4258"/>
                  </a:lnTo>
                  <a:lnTo>
                    <a:pt x="2875" y="6322"/>
                  </a:lnTo>
                  <a:lnTo>
                    <a:pt x="7513" y="2195"/>
                  </a:lnTo>
                  <a:lnTo>
                    <a:pt x="3757" y="2195"/>
                  </a:lnTo>
                  <a:lnTo>
                    <a:pt x="375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B3BDF2DD-311D-55D9-CD4E-EA864370BF38}"/>
                </a:ext>
              </a:extLst>
            </p:cNvPr>
            <p:cNvSpPr>
              <a:spLocks/>
            </p:cNvSpPr>
            <p:nvPr/>
          </p:nvSpPr>
          <p:spPr>
            <a:xfrm>
              <a:off x="1879400" y="2443617"/>
              <a:ext cx="11698" cy="11074"/>
            </a:xfrm>
            <a:custGeom>
              <a:avLst/>
              <a:gdLst>
                <a:gd name="connsiteX0" fmla="*/ 7838 w 7837"/>
                <a:gd name="connsiteY0" fmla="*/ 0 h 7419"/>
                <a:gd name="connsiteX1" fmla="*/ 3942 w 7837"/>
                <a:gd name="connsiteY1" fmla="*/ 0 h 7419"/>
                <a:gd name="connsiteX2" fmla="*/ 0 w 7837"/>
                <a:gd name="connsiteY2" fmla="*/ 3688 h 7419"/>
                <a:gd name="connsiteX3" fmla="*/ 1762 w 7837"/>
                <a:gd name="connsiteY3" fmla="*/ 7419 h 7419"/>
                <a:gd name="connsiteX4" fmla="*/ 5519 w 7837"/>
                <a:gd name="connsiteY4" fmla="*/ 4917 h 7419"/>
                <a:gd name="connsiteX5" fmla="*/ 7838 w 7837"/>
                <a:gd name="connsiteY5" fmla="*/ 0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37" h="7419">
                  <a:moveTo>
                    <a:pt x="7838" y="0"/>
                  </a:moveTo>
                  <a:lnTo>
                    <a:pt x="3942" y="0"/>
                  </a:lnTo>
                  <a:lnTo>
                    <a:pt x="0" y="3688"/>
                  </a:lnTo>
                  <a:lnTo>
                    <a:pt x="1762" y="7419"/>
                  </a:lnTo>
                  <a:lnTo>
                    <a:pt x="5519" y="4917"/>
                  </a:lnTo>
                  <a:lnTo>
                    <a:pt x="78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A5B11778-5E6A-46D0-C4C2-76F3C2F01607}"/>
                </a:ext>
              </a:extLst>
            </p:cNvPr>
            <p:cNvSpPr>
              <a:spLocks/>
            </p:cNvSpPr>
            <p:nvPr/>
          </p:nvSpPr>
          <p:spPr>
            <a:xfrm>
              <a:off x="1938657" y="2454691"/>
              <a:ext cx="6506" cy="10221"/>
            </a:xfrm>
            <a:custGeom>
              <a:avLst/>
              <a:gdLst>
                <a:gd name="connsiteX0" fmla="*/ 4359 w 4359"/>
                <a:gd name="connsiteY0" fmla="*/ 0 h 6848"/>
                <a:gd name="connsiteX1" fmla="*/ 0 w 4359"/>
                <a:gd name="connsiteY1" fmla="*/ 3424 h 6848"/>
                <a:gd name="connsiteX2" fmla="*/ 0 w 4359"/>
                <a:gd name="connsiteY2" fmla="*/ 6848 h 6848"/>
                <a:gd name="connsiteX3" fmla="*/ 4359 w 4359"/>
                <a:gd name="connsiteY3" fmla="*/ 3249 h 6848"/>
                <a:gd name="connsiteX4" fmla="*/ 4359 w 4359"/>
                <a:gd name="connsiteY4" fmla="*/ 0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9" h="6848">
                  <a:moveTo>
                    <a:pt x="4359" y="0"/>
                  </a:moveTo>
                  <a:lnTo>
                    <a:pt x="0" y="3424"/>
                  </a:lnTo>
                  <a:lnTo>
                    <a:pt x="0" y="6848"/>
                  </a:lnTo>
                  <a:lnTo>
                    <a:pt x="4359" y="3249"/>
                  </a:lnTo>
                  <a:lnTo>
                    <a:pt x="435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5C0DE96-58FE-79E3-A464-95E35E425AF9}"/>
                </a:ext>
              </a:extLst>
            </p:cNvPr>
            <p:cNvSpPr>
              <a:spLocks/>
            </p:cNvSpPr>
            <p:nvPr/>
          </p:nvSpPr>
          <p:spPr>
            <a:xfrm>
              <a:off x="1729607" y="2372909"/>
              <a:ext cx="43322" cy="27373"/>
            </a:xfrm>
            <a:custGeom>
              <a:avLst/>
              <a:gdLst>
                <a:gd name="connsiteX0" fmla="*/ 19195 w 29024"/>
                <a:gd name="connsiteY0" fmla="*/ 18265 h 18339"/>
                <a:gd name="connsiteX1" fmla="*/ 25131 w 29024"/>
                <a:gd name="connsiteY1" fmla="*/ 16334 h 18339"/>
                <a:gd name="connsiteX2" fmla="*/ 28749 w 29024"/>
                <a:gd name="connsiteY2" fmla="*/ 7027 h 18339"/>
                <a:gd name="connsiteX3" fmla="*/ 21514 w 29024"/>
                <a:gd name="connsiteY3" fmla="*/ 1276 h 18339"/>
                <a:gd name="connsiteX4" fmla="*/ 10476 w 29024"/>
                <a:gd name="connsiteY4" fmla="*/ 5930 h 18339"/>
                <a:gd name="connsiteX5" fmla="*/ 41 w 29024"/>
                <a:gd name="connsiteY5" fmla="*/ 5095 h 18339"/>
                <a:gd name="connsiteX6" fmla="*/ 9873 w 29024"/>
                <a:gd name="connsiteY6" fmla="*/ 14710 h 18339"/>
                <a:gd name="connsiteX7" fmla="*/ 19149 w 29024"/>
                <a:gd name="connsiteY7" fmla="*/ 18265 h 1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024" h="18339">
                  <a:moveTo>
                    <a:pt x="19195" y="18265"/>
                  </a:moveTo>
                  <a:cubicBezTo>
                    <a:pt x="21792" y="18792"/>
                    <a:pt x="25131" y="16334"/>
                    <a:pt x="25131" y="16334"/>
                  </a:cubicBezTo>
                  <a:cubicBezTo>
                    <a:pt x="30511" y="15807"/>
                    <a:pt x="28749" y="13305"/>
                    <a:pt x="28749" y="7027"/>
                  </a:cubicBezTo>
                  <a:cubicBezTo>
                    <a:pt x="28749" y="749"/>
                    <a:pt x="21514" y="1276"/>
                    <a:pt x="21514" y="1276"/>
                  </a:cubicBezTo>
                  <a:cubicBezTo>
                    <a:pt x="9641" y="-3641"/>
                    <a:pt x="11682" y="7334"/>
                    <a:pt x="10476" y="5930"/>
                  </a:cubicBezTo>
                  <a:cubicBezTo>
                    <a:pt x="9270" y="4525"/>
                    <a:pt x="644" y="2374"/>
                    <a:pt x="41" y="5095"/>
                  </a:cubicBezTo>
                  <a:cubicBezTo>
                    <a:pt x="-562" y="7817"/>
                    <a:pt x="5560" y="14139"/>
                    <a:pt x="9873" y="14710"/>
                  </a:cubicBezTo>
                  <a:cubicBezTo>
                    <a:pt x="14186" y="15280"/>
                    <a:pt x="16552" y="17739"/>
                    <a:pt x="19149" y="1826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B6D491B3-7E01-AA05-C73A-38DD87C426CE}"/>
                </a:ext>
              </a:extLst>
            </p:cNvPr>
            <p:cNvSpPr>
              <a:spLocks/>
            </p:cNvSpPr>
            <p:nvPr/>
          </p:nvSpPr>
          <p:spPr>
            <a:xfrm>
              <a:off x="1598211" y="2363740"/>
              <a:ext cx="19035" cy="15595"/>
            </a:xfrm>
            <a:custGeom>
              <a:avLst/>
              <a:gdLst>
                <a:gd name="connsiteX0" fmla="*/ 7513 w 12753"/>
                <a:gd name="connsiteY0" fmla="*/ 6102 h 10448"/>
                <a:gd name="connsiteX1" fmla="*/ 2875 w 12753"/>
                <a:gd name="connsiteY1" fmla="*/ 0 h 10448"/>
                <a:gd name="connsiteX2" fmla="*/ 0 w 12753"/>
                <a:gd name="connsiteY2" fmla="*/ 1932 h 10448"/>
                <a:gd name="connsiteX3" fmla="*/ 4359 w 12753"/>
                <a:gd name="connsiteY3" fmla="*/ 7946 h 10448"/>
                <a:gd name="connsiteX4" fmla="*/ 12754 w 12753"/>
                <a:gd name="connsiteY4" fmla="*/ 10448 h 10448"/>
                <a:gd name="connsiteX5" fmla="*/ 11316 w 12753"/>
                <a:gd name="connsiteY5" fmla="*/ 7683 h 10448"/>
                <a:gd name="connsiteX6" fmla="*/ 7513 w 12753"/>
                <a:gd name="connsiteY6" fmla="*/ 6102 h 10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53" h="10448">
                  <a:moveTo>
                    <a:pt x="7513" y="6102"/>
                  </a:moveTo>
                  <a:lnTo>
                    <a:pt x="2875" y="0"/>
                  </a:lnTo>
                  <a:lnTo>
                    <a:pt x="0" y="1932"/>
                  </a:lnTo>
                  <a:lnTo>
                    <a:pt x="4359" y="7946"/>
                  </a:lnTo>
                  <a:lnTo>
                    <a:pt x="12754" y="10448"/>
                  </a:lnTo>
                  <a:lnTo>
                    <a:pt x="11316" y="7683"/>
                  </a:lnTo>
                  <a:lnTo>
                    <a:pt x="7513" y="61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665D629D-0AB7-EC7C-EE6C-079CBEA4E222}"/>
                </a:ext>
              </a:extLst>
            </p:cNvPr>
            <p:cNvSpPr>
              <a:spLocks/>
            </p:cNvSpPr>
            <p:nvPr/>
          </p:nvSpPr>
          <p:spPr>
            <a:xfrm>
              <a:off x="3747523" y="2667235"/>
              <a:ext cx="33511" cy="20752"/>
            </a:xfrm>
            <a:custGeom>
              <a:avLst/>
              <a:gdLst>
                <a:gd name="connsiteX0" fmla="*/ 10178 w 22451"/>
                <a:gd name="connsiteY0" fmla="*/ 8752 h 13903"/>
                <a:gd name="connsiteX1" fmla="*/ 21772 w 22451"/>
                <a:gd name="connsiteY1" fmla="*/ 12879 h 13903"/>
                <a:gd name="connsiteX2" fmla="*/ 19731 w 22451"/>
                <a:gd name="connsiteY2" fmla="*/ 5767 h 13903"/>
                <a:gd name="connsiteX3" fmla="*/ 8415 w 22451"/>
                <a:gd name="connsiteY3" fmla="*/ 543 h 13903"/>
                <a:gd name="connsiteX4" fmla="*/ 21 w 22451"/>
                <a:gd name="connsiteY4" fmla="*/ 4099 h 13903"/>
                <a:gd name="connsiteX5" fmla="*/ 10178 w 22451"/>
                <a:gd name="connsiteY5" fmla="*/ 8752 h 1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451" h="13903">
                  <a:moveTo>
                    <a:pt x="10178" y="8752"/>
                  </a:moveTo>
                  <a:cubicBezTo>
                    <a:pt x="10456" y="13142"/>
                    <a:pt x="19453" y="15337"/>
                    <a:pt x="21772" y="12879"/>
                  </a:cubicBezTo>
                  <a:cubicBezTo>
                    <a:pt x="24091" y="10420"/>
                    <a:pt x="19731" y="5767"/>
                    <a:pt x="19731" y="5767"/>
                  </a:cubicBezTo>
                  <a:cubicBezTo>
                    <a:pt x="19453" y="-2486"/>
                    <a:pt x="8415" y="543"/>
                    <a:pt x="8415" y="543"/>
                  </a:cubicBezTo>
                  <a:cubicBezTo>
                    <a:pt x="8415" y="543"/>
                    <a:pt x="577" y="-555"/>
                    <a:pt x="21" y="4099"/>
                  </a:cubicBezTo>
                  <a:cubicBezTo>
                    <a:pt x="-536" y="8752"/>
                    <a:pt x="10178" y="8752"/>
                    <a:pt x="10178" y="875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F49DCF96-2FFE-6CD7-1B52-3146F956BB0B}"/>
                </a:ext>
              </a:extLst>
            </p:cNvPr>
            <p:cNvSpPr>
              <a:spLocks/>
            </p:cNvSpPr>
            <p:nvPr/>
          </p:nvSpPr>
          <p:spPr>
            <a:xfrm>
              <a:off x="3801511" y="2708999"/>
              <a:ext cx="13190" cy="7777"/>
            </a:xfrm>
            <a:custGeom>
              <a:avLst/>
              <a:gdLst>
                <a:gd name="connsiteX0" fmla="*/ 2159 w 8837"/>
                <a:gd name="connsiteY0" fmla="*/ 4390 h 5210"/>
                <a:gd name="connsiteX1" fmla="*/ 8837 w 8837"/>
                <a:gd name="connsiteY1" fmla="*/ 0 h 5210"/>
                <a:gd name="connsiteX2" fmla="*/ 5498 w 8837"/>
                <a:gd name="connsiteY2" fmla="*/ 0 h 5210"/>
                <a:gd name="connsiteX3" fmla="*/ 2159 w 8837"/>
                <a:gd name="connsiteY3" fmla="*/ 4390 h 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7" h="5210">
                  <a:moveTo>
                    <a:pt x="2159" y="4390"/>
                  </a:moveTo>
                  <a:cubicBezTo>
                    <a:pt x="8559" y="7683"/>
                    <a:pt x="8837" y="0"/>
                    <a:pt x="8837" y="0"/>
                  </a:cubicBezTo>
                  <a:lnTo>
                    <a:pt x="5498" y="0"/>
                  </a:lnTo>
                  <a:cubicBezTo>
                    <a:pt x="5498" y="0"/>
                    <a:pt x="-4195" y="1098"/>
                    <a:pt x="2159" y="43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80C901AC-0F62-A03B-0B9E-1D4C14FCADC8}"/>
                </a:ext>
              </a:extLst>
            </p:cNvPr>
            <p:cNvSpPr>
              <a:spLocks/>
            </p:cNvSpPr>
            <p:nvPr/>
          </p:nvSpPr>
          <p:spPr>
            <a:xfrm>
              <a:off x="3797810" y="2667193"/>
              <a:ext cx="3667" cy="4521"/>
            </a:xfrm>
            <a:custGeom>
              <a:avLst/>
              <a:gdLst>
                <a:gd name="connsiteX0" fmla="*/ 2458 w 2457"/>
                <a:gd name="connsiteY0" fmla="*/ 0 h 3029"/>
                <a:gd name="connsiteX1" fmla="*/ 1206 w 2457"/>
                <a:gd name="connsiteY1" fmla="*/ 0 h 3029"/>
                <a:gd name="connsiteX2" fmla="*/ 0 w 2457"/>
                <a:gd name="connsiteY2" fmla="*/ 3029 h 3029"/>
                <a:gd name="connsiteX3" fmla="*/ 2458 w 2457"/>
                <a:gd name="connsiteY3" fmla="*/ 3029 h 3029"/>
                <a:gd name="connsiteX4" fmla="*/ 2458 w 2457"/>
                <a:gd name="connsiteY4" fmla="*/ 0 h 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7" h="3029">
                  <a:moveTo>
                    <a:pt x="2458" y="0"/>
                  </a:moveTo>
                  <a:lnTo>
                    <a:pt x="1206" y="0"/>
                  </a:lnTo>
                  <a:lnTo>
                    <a:pt x="0" y="3029"/>
                  </a:lnTo>
                  <a:lnTo>
                    <a:pt x="2458" y="3029"/>
                  </a:lnTo>
                  <a:lnTo>
                    <a:pt x="245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D20773D2-C48B-BFC3-206C-B9834D2D5219}"/>
                </a:ext>
              </a:extLst>
            </p:cNvPr>
            <p:cNvSpPr>
              <a:spLocks/>
            </p:cNvSpPr>
            <p:nvPr/>
          </p:nvSpPr>
          <p:spPr>
            <a:xfrm>
              <a:off x="3785281" y="2659396"/>
              <a:ext cx="12529" cy="7797"/>
            </a:xfrm>
            <a:custGeom>
              <a:avLst/>
              <a:gdLst>
                <a:gd name="connsiteX0" fmla="*/ 8394 w 8394"/>
                <a:gd name="connsiteY0" fmla="*/ 0 h 5224"/>
                <a:gd name="connsiteX1" fmla="*/ 4174 w 8394"/>
                <a:gd name="connsiteY1" fmla="*/ 1405 h 5224"/>
                <a:gd name="connsiteX2" fmla="*/ 0 w 8394"/>
                <a:gd name="connsiteY2" fmla="*/ 2634 h 5224"/>
                <a:gd name="connsiteX3" fmla="*/ 6632 w 8394"/>
                <a:gd name="connsiteY3" fmla="*/ 5224 h 5224"/>
                <a:gd name="connsiteX4" fmla="*/ 8394 w 8394"/>
                <a:gd name="connsiteY4" fmla="*/ 0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4" h="5224">
                  <a:moveTo>
                    <a:pt x="8394" y="0"/>
                  </a:moveTo>
                  <a:lnTo>
                    <a:pt x="4174" y="1405"/>
                  </a:lnTo>
                  <a:lnTo>
                    <a:pt x="0" y="2634"/>
                  </a:lnTo>
                  <a:lnTo>
                    <a:pt x="6632" y="5224"/>
                  </a:lnTo>
                  <a:lnTo>
                    <a:pt x="839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1" name="Freeform: Shape 1730">
              <a:extLst>
                <a:ext uri="{FF2B5EF4-FFF2-40B4-BE49-F238E27FC236}">
                  <a16:creationId xmlns:a16="http://schemas.microsoft.com/office/drawing/2014/main" id="{92DD1F58-9DB3-F358-AE44-2D875F1ADE0F}"/>
                </a:ext>
              </a:extLst>
            </p:cNvPr>
            <p:cNvSpPr>
              <a:spLocks/>
            </p:cNvSpPr>
            <p:nvPr/>
          </p:nvSpPr>
          <p:spPr>
            <a:xfrm>
              <a:off x="3822870" y="2542298"/>
              <a:ext cx="6092" cy="13105"/>
            </a:xfrm>
            <a:custGeom>
              <a:avLst/>
              <a:gdLst>
                <a:gd name="connsiteX0" fmla="*/ 4081 w 4081"/>
                <a:gd name="connsiteY0" fmla="*/ 1932 h 8780"/>
                <a:gd name="connsiteX1" fmla="*/ 2041 w 4081"/>
                <a:gd name="connsiteY1" fmla="*/ 0 h 8780"/>
                <a:gd name="connsiteX2" fmla="*/ 0 w 4081"/>
                <a:gd name="connsiteY2" fmla="*/ 5356 h 8780"/>
                <a:gd name="connsiteX3" fmla="*/ 0 w 4081"/>
                <a:gd name="connsiteY3" fmla="*/ 8780 h 8780"/>
                <a:gd name="connsiteX4" fmla="*/ 4081 w 4081"/>
                <a:gd name="connsiteY4" fmla="*/ 6585 h 8780"/>
                <a:gd name="connsiteX5" fmla="*/ 4081 w 4081"/>
                <a:gd name="connsiteY5" fmla="*/ 1932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1" h="8780">
                  <a:moveTo>
                    <a:pt x="4081" y="1932"/>
                  </a:moveTo>
                  <a:lnTo>
                    <a:pt x="2041" y="0"/>
                  </a:lnTo>
                  <a:lnTo>
                    <a:pt x="0" y="5356"/>
                  </a:lnTo>
                  <a:lnTo>
                    <a:pt x="0" y="8780"/>
                  </a:lnTo>
                  <a:lnTo>
                    <a:pt x="4081" y="6585"/>
                  </a:lnTo>
                  <a:lnTo>
                    <a:pt x="4081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2" name="Freeform: Shape 1731">
              <a:extLst>
                <a:ext uri="{FF2B5EF4-FFF2-40B4-BE49-F238E27FC236}">
                  <a16:creationId xmlns:a16="http://schemas.microsoft.com/office/drawing/2014/main" id="{50CD347C-6A66-240C-88CA-5BAF9A5AAA46}"/>
                </a:ext>
              </a:extLst>
            </p:cNvPr>
            <p:cNvSpPr>
              <a:spLocks/>
            </p:cNvSpPr>
            <p:nvPr/>
          </p:nvSpPr>
          <p:spPr>
            <a:xfrm>
              <a:off x="3794349" y="2537778"/>
              <a:ext cx="28520" cy="28306"/>
            </a:xfrm>
            <a:custGeom>
              <a:avLst/>
              <a:gdLst>
                <a:gd name="connsiteX0" fmla="*/ 12475 w 19107"/>
                <a:gd name="connsiteY0" fmla="*/ 11809 h 18964"/>
                <a:gd name="connsiteX1" fmla="*/ 13589 w 19107"/>
                <a:gd name="connsiteY1" fmla="*/ 8517 h 18964"/>
                <a:gd name="connsiteX2" fmla="*/ 15073 w 19107"/>
                <a:gd name="connsiteY2" fmla="*/ 6058 h 18964"/>
                <a:gd name="connsiteX3" fmla="*/ 19107 w 19107"/>
                <a:gd name="connsiteY3" fmla="*/ 4390 h 18964"/>
                <a:gd name="connsiteX4" fmla="*/ 13589 w 19107"/>
                <a:gd name="connsiteY4" fmla="*/ 0 h 18964"/>
                <a:gd name="connsiteX5" fmla="*/ 11873 w 19107"/>
                <a:gd name="connsiteY5" fmla="*/ 0 h 18964"/>
                <a:gd name="connsiteX6" fmla="*/ 10713 w 19107"/>
                <a:gd name="connsiteY6" fmla="*/ 3029 h 18964"/>
                <a:gd name="connsiteX7" fmla="*/ 7513 w 19107"/>
                <a:gd name="connsiteY7" fmla="*/ 5224 h 18964"/>
                <a:gd name="connsiteX8" fmla="*/ 6957 w 19107"/>
                <a:gd name="connsiteY8" fmla="*/ 9482 h 18964"/>
                <a:gd name="connsiteX9" fmla="*/ 0 w 19107"/>
                <a:gd name="connsiteY9" fmla="*/ 16199 h 18964"/>
                <a:gd name="connsiteX10" fmla="*/ 2319 w 19107"/>
                <a:gd name="connsiteY10" fmla="*/ 18965 h 18964"/>
                <a:gd name="connsiteX11" fmla="*/ 9183 w 19107"/>
                <a:gd name="connsiteY11" fmla="*/ 11809 h 18964"/>
                <a:gd name="connsiteX12" fmla="*/ 12475 w 19107"/>
                <a:gd name="connsiteY12" fmla="*/ 14838 h 18964"/>
                <a:gd name="connsiteX13" fmla="*/ 12475 w 19107"/>
                <a:gd name="connsiteY13" fmla="*/ 11809 h 18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07" h="18964">
                  <a:moveTo>
                    <a:pt x="12475" y="11809"/>
                  </a:moveTo>
                  <a:lnTo>
                    <a:pt x="13589" y="8517"/>
                  </a:lnTo>
                  <a:lnTo>
                    <a:pt x="15073" y="6058"/>
                  </a:lnTo>
                  <a:lnTo>
                    <a:pt x="19107" y="4390"/>
                  </a:lnTo>
                  <a:lnTo>
                    <a:pt x="13589" y="0"/>
                  </a:lnTo>
                  <a:lnTo>
                    <a:pt x="11873" y="0"/>
                  </a:lnTo>
                  <a:lnTo>
                    <a:pt x="10713" y="3029"/>
                  </a:lnTo>
                  <a:lnTo>
                    <a:pt x="7513" y="5224"/>
                  </a:lnTo>
                  <a:lnTo>
                    <a:pt x="6957" y="9482"/>
                  </a:lnTo>
                  <a:lnTo>
                    <a:pt x="0" y="16199"/>
                  </a:lnTo>
                  <a:lnTo>
                    <a:pt x="2319" y="18965"/>
                  </a:lnTo>
                  <a:lnTo>
                    <a:pt x="9183" y="11809"/>
                  </a:lnTo>
                  <a:lnTo>
                    <a:pt x="12475" y="14838"/>
                  </a:lnTo>
                  <a:lnTo>
                    <a:pt x="12475" y="118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3" name="Freeform: Shape 1732">
              <a:extLst>
                <a:ext uri="{FF2B5EF4-FFF2-40B4-BE49-F238E27FC236}">
                  <a16:creationId xmlns:a16="http://schemas.microsoft.com/office/drawing/2014/main" id="{AE1C1A9C-9F33-3BF6-B5B3-45AC569649F4}"/>
                </a:ext>
              </a:extLst>
            </p:cNvPr>
            <p:cNvSpPr>
              <a:spLocks/>
            </p:cNvSpPr>
            <p:nvPr/>
          </p:nvSpPr>
          <p:spPr>
            <a:xfrm>
              <a:off x="3794349" y="2544724"/>
              <a:ext cx="7129" cy="7208"/>
            </a:xfrm>
            <a:custGeom>
              <a:avLst/>
              <a:gdLst>
                <a:gd name="connsiteX0" fmla="*/ 2319 w 4776"/>
                <a:gd name="connsiteY0" fmla="*/ 4829 h 4829"/>
                <a:gd name="connsiteX1" fmla="*/ 4777 w 4776"/>
                <a:gd name="connsiteY1" fmla="*/ 2766 h 4829"/>
                <a:gd name="connsiteX2" fmla="*/ 4777 w 4776"/>
                <a:gd name="connsiteY2" fmla="*/ 0 h 4829"/>
                <a:gd name="connsiteX3" fmla="*/ 0 w 4776"/>
                <a:gd name="connsiteY3" fmla="*/ 2766 h 4829"/>
                <a:gd name="connsiteX4" fmla="*/ 2319 w 4776"/>
                <a:gd name="connsiteY4" fmla="*/ 4829 h 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6" h="4829">
                  <a:moveTo>
                    <a:pt x="2319" y="4829"/>
                  </a:moveTo>
                  <a:lnTo>
                    <a:pt x="4777" y="2766"/>
                  </a:lnTo>
                  <a:lnTo>
                    <a:pt x="4777" y="0"/>
                  </a:lnTo>
                  <a:lnTo>
                    <a:pt x="0" y="2766"/>
                  </a:lnTo>
                  <a:lnTo>
                    <a:pt x="2319" y="48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E6FC3F7-AB53-13B8-BF5A-4A5C4209BE2C}"/>
                </a:ext>
              </a:extLst>
            </p:cNvPr>
            <p:cNvSpPr>
              <a:spLocks/>
            </p:cNvSpPr>
            <p:nvPr/>
          </p:nvSpPr>
          <p:spPr>
            <a:xfrm>
              <a:off x="3803834" y="2528343"/>
              <a:ext cx="4223" cy="9435"/>
            </a:xfrm>
            <a:custGeom>
              <a:avLst/>
              <a:gdLst>
                <a:gd name="connsiteX0" fmla="*/ 2829 w 2829"/>
                <a:gd name="connsiteY0" fmla="*/ 0 h 6321"/>
                <a:gd name="connsiteX1" fmla="*/ 0 w 2829"/>
                <a:gd name="connsiteY1" fmla="*/ 0 h 6321"/>
                <a:gd name="connsiteX2" fmla="*/ 0 w 2829"/>
                <a:gd name="connsiteY2" fmla="*/ 6322 h 6321"/>
                <a:gd name="connsiteX3" fmla="*/ 2829 w 2829"/>
                <a:gd name="connsiteY3" fmla="*/ 3600 h 6321"/>
                <a:gd name="connsiteX4" fmla="*/ 2829 w 2829"/>
                <a:gd name="connsiteY4" fmla="*/ 0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" h="6321">
                  <a:moveTo>
                    <a:pt x="2829" y="0"/>
                  </a:moveTo>
                  <a:lnTo>
                    <a:pt x="0" y="0"/>
                  </a:lnTo>
                  <a:lnTo>
                    <a:pt x="0" y="6322"/>
                  </a:lnTo>
                  <a:lnTo>
                    <a:pt x="2829" y="3600"/>
                  </a:lnTo>
                  <a:lnTo>
                    <a:pt x="282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D82BCB6C-DE7E-4136-EBAF-B058957C3526}"/>
                </a:ext>
              </a:extLst>
            </p:cNvPr>
            <p:cNvSpPr>
              <a:spLocks/>
            </p:cNvSpPr>
            <p:nvPr/>
          </p:nvSpPr>
          <p:spPr>
            <a:xfrm>
              <a:off x="3794349" y="2519759"/>
              <a:ext cx="9482" cy="13301"/>
            </a:xfrm>
            <a:custGeom>
              <a:avLst/>
              <a:gdLst>
                <a:gd name="connsiteX0" fmla="*/ 4777 w 6353"/>
                <a:gd name="connsiteY0" fmla="*/ 0 h 8911"/>
                <a:gd name="connsiteX1" fmla="*/ 0 w 6353"/>
                <a:gd name="connsiteY1" fmla="*/ 2766 h 8911"/>
                <a:gd name="connsiteX2" fmla="*/ 0 w 6353"/>
                <a:gd name="connsiteY2" fmla="*/ 8912 h 8911"/>
                <a:gd name="connsiteX3" fmla="*/ 6354 w 6353"/>
                <a:gd name="connsiteY3" fmla="*/ 3293 h 8911"/>
                <a:gd name="connsiteX4" fmla="*/ 4777 w 6353"/>
                <a:gd name="connsiteY4" fmla="*/ 0 h 8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" h="8911">
                  <a:moveTo>
                    <a:pt x="4777" y="0"/>
                  </a:moveTo>
                  <a:lnTo>
                    <a:pt x="0" y="2766"/>
                  </a:lnTo>
                  <a:lnTo>
                    <a:pt x="0" y="8912"/>
                  </a:lnTo>
                  <a:lnTo>
                    <a:pt x="6354" y="3293"/>
                  </a:lnTo>
                  <a:lnTo>
                    <a:pt x="477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1B777262-7C98-072A-6B4D-1AFAEA200AD4}"/>
                </a:ext>
              </a:extLst>
            </p:cNvPr>
            <p:cNvSpPr>
              <a:spLocks/>
            </p:cNvSpPr>
            <p:nvPr/>
          </p:nvSpPr>
          <p:spPr>
            <a:xfrm>
              <a:off x="3801479" y="2560319"/>
              <a:ext cx="9275" cy="7337"/>
            </a:xfrm>
            <a:custGeom>
              <a:avLst/>
              <a:gdLst>
                <a:gd name="connsiteX0" fmla="*/ 6215 w 6214"/>
                <a:gd name="connsiteY0" fmla="*/ 3863 h 4916"/>
                <a:gd name="connsiteX1" fmla="*/ 4406 w 6214"/>
                <a:gd name="connsiteY1" fmla="*/ 0 h 4916"/>
                <a:gd name="connsiteX2" fmla="*/ 3014 w 6214"/>
                <a:gd name="connsiteY2" fmla="*/ 0 h 4916"/>
                <a:gd name="connsiteX3" fmla="*/ 0 w 6214"/>
                <a:gd name="connsiteY3" fmla="*/ 4917 h 4916"/>
                <a:gd name="connsiteX4" fmla="*/ 4406 w 6214"/>
                <a:gd name="connsiteY4" fmla="*/ 3863 h 4916"/>
                <a:gd name="connsiteX5" fmla="*/ 6215 w 6214"/>
                <a:gd name="connsiteY5" fmla="*/ 3863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14" h="4916">
                  <a:moveTo>
                    <a:pt x="6215" y="3863"/>
                  </a:moveTo>
                  <a:lnTo>
                    <a:pt x="4406" y="0"/>
                  </a:lnTo>
                  <a:lnTo>
                    <a:pt x="3014" y="0"/>
                  </a:lnTo>
                  <a:lnTo>
                    <a:pt x="0" y="4917"/>
                  </a:lnTo>
                  <a:lnTo>
                    <a:pt x="4406" y="3863"/>
                  </a:lnTo>
                  <a:lnTo>
                    <a:pt x="6215" y="38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7" name="Freeform: Shape 1736">
              <a:extLst>
                <a:ext uri="{FF2B5EF4-FFF2-40B4-BE49-F238E27FC236}">
                  <a16:creationId xmlns:a16="http://schemas.microsoft.com/office/drawing/2014/main" id="{C24DEC0A-AB4E-DE33-4BCB-F8F675169E36}"/>
                </a:ext>
              </a:extLst>
            </p:cNvPr>
            <p:cNvSpPr>
              <a:spLocks/>
            </p:cNvSpPr>
            <p:nvPr/>
          </p:nvSpPr>
          <p:spPr>
            <a:xfrm>
              <a:off x="3513091" y="1859971"/>
              <a:ext cx="11698" cy="13564"/>
            </a:xfrm>
            <a:custGeom>
              <a:avLst/>
              <a:gdLst>
                <a:gd name="connsiteX0" fmla="*/ 0 w 7837"/>
                <a:gd name="connsiteY0" fmla="*/ 4566 h 9087"/>
                <a:gd name="connsiteX1" fmla="*/ 3200 w 7837"/>
                <a:gd name="connsiteY1" fmla="*/ 4566 h 9087"/>
                <a:gd name="connsiteX2" fmla="*/ 7838 w 7837"/>
                <a:gd name="connsiteY2" fmla="*/ 9087 h 9087"/>
                <a:gd name="connsiteX3" fmla="*/ 7838 w 7837"/>
                <a:gd name="connsiteY3" fmla="*/ 3029 h 9087"/>
                <a:gd name="connsiteX4" fmla="*/ 4916 w 7837"/>
                <a:gd name="connsiteY4" fmla="*/ 0 h 9087"/>
                <a:gd name="connsiteX5" fmla="*/ 0 w 7837"/>
                <a:gd name="connsiteY5" fmla="*/ 4566 h 9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37" h="9087">
                  <a:moveTo>
                    <a:pt x="0" y="4566"/>
                  </a:moveTo>
                  <a:lnTo>
                    <a:pt x="3200" y="4566"/>
                  </a:lnTo>
                  <a:lnTo>
                    <a:pt x="7838" y="9087"/>
                  </a:lnTo>
                  <a:lnTo>
                    <a:pt x="7838" y="3029"/>
                  </a:lnTo>
                  <a:lnTo>
                    <a:pt x="4916" y="0"/>
                  </a:lnTo>
                  <a:lnTo>
                    <a:pt x="0" y="45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80413A6C-DB6E-3FEE-726A-3345DBF45360}"/>
                </a:ext>
              </a:extLst>
            </p:cNvPr>
            <p:cNvSpPr>
              <a:spLocks/>
            </p:cNvSpPr>
            <p:nvPr/>
          </p:nvSpPr>
          <p:spPr>
            <a:xfrm>
              <a:off x="3630595" y="1960392"/>
              <a:ext cx="14806" cy="36413"/>
            </a:xfrm>
            <a:custGeom>
              <a:avLst/>
              <a:gdLst>
                <a:gd name="connsiteX0" fmla="*/ 5034 w 9919"/>
                <a:gd name="connsiteY0" fmla="*/ 24122 h 24395"/>
                <a:gd name="connsiteX1" fmla="*/ 9672 w 9919"/>
                <a:gd name="connsiteY1" fmla="*/ 15605 h 24395"/>
                <a:gd name="connsiteX2" fmla="*/ 9672 w 9919"/>
                <a:gd name="connsiteY2" fmla="*/ 3225 h 24395"/>
                <a:gd name="connsiteX3" fmla="*/ 3272 w 9919"/>
                <a:gd name="connsiteY3" fmla="*/ 1908 h 24395"/>
                <a:gd name="connsiteX4" fmla="*/ 1834 w 9919"/>
                <a:gd name="connsiteY4" fmla="*/ 13674 h 24395"/>
                <a:gd name="connsiteX5" fmla="*/ 5034 w 9919"/>
                <a:gd name="connsiteY5" fmla="*/ 24122 h 2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19" h="24395">
                  <a:moveTo>
                    <a:pt x="5034" y="24122"/>
                  </a:moveTo>
                  <a:cubicBezTo>
                    <a:pt x="7910" y="22190"/>
                    <a:pt x="9115" y="18898"/>
                    <a:pt x="9672" y="15605"/>
                  </a:cubicBezTo>
                  <a:cubicBezTo>
                    <a:pt x="10228" y="12313"/>
                    <a:pt x="9672" y="3225"/>
                    <a:pt x="9672" y="3225"/>
                  </a:cubicBezTo>
                  <a:cubicBezTo>
                    <a:pt x="9672" y="3225"/>
                    <a:pt x="9672" y="-3052"/>
                    <a:pt x="3272" y="1908"/>
                  </a:cubicBezTo>
                  <a:cubicBezTo>
                    <a:pt x="-3128" y="6869"/>
                    <a:pt x="1834" y="13674"/>
                    <a:pt x="1834" y="13674"/>
                  </a:cubicBezTo>
                  <a:cubicBezTo>
                    <a:pt x="72" y="17230"/>
                    <a:pt x="2112" y="26053"/>
                    <a:pt x="5034" y="2412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FCDDD64C-338A-4512-175F-7457E0D2922D}"/>
                </a:ext>
              </a:extLst>
            </p:cNvPr>
            <p:cNvSpPr>
              <a:spLocks/>
            </p:cNvSpPr>
            <p:nvPr/>
          </p:nvSpPr>
          <p:spPr>
            <a:xfrm>
              <a:off x="4164283" y="2881466"/>
              <a:ext cx="51071" cy="36148"/>
            </a:xfrm>
            <a:custGeom>
              <a:avLst/>
              <a:gdLst>
                <a:gd name="connsiteX0" fmla="*/ 21705 w 34215"/>
                <a:gd name="connsiteY0" fmla="*/ 21379 h 24217"/>
                <a:gd name="connsiteX1" fmla="*/ 24580 w 34215"/>
                <a:gd name="connsiteY1" fmla="*/ 23574 h 24217"/>
                <a:gd name="connsiteX2" fmla="*/ 33855 w 34215"/>
                <a:gd name="connsiteY2" fmla="*/ 20545 h 24217"/>
                <a:gd name="connsiteX3" fmla="*/ 30099 w 34215"/>
                <a:gd name="connsiteY3" fmla="*/ 12073 h 24217"/>
                <a:gd name="connsiteX4" fmla="*/ 24905 w 34215"/>
                <a:gd name="connsiteY4" fmla="*/ 14487 h 24217"/>
                <a:gd name="connsiteX5" fmla="*/ 17113 w 34215"/>
                <a:gd name="connsiteY5" fmla="*/ 13960 h 24217"/>
                <a:gd name="connsiteX6" fmla="*/ 11548 w 34215"/>
                <a:gd name="connsiteY6" fmla="*/ 13433 h 24217"/>
                <a:gd name="connsiteX7" fmla="*/ 8070 w 34215"/>
                <a:gd name="connsiteY7" fmla="*/ 12116 h 24217"/>
                <a:gd name="connsiteX8" fmla="*/ 8951 w 34215"/>
                <a:gd name="connsiteY8" fmla="*/ 9878 h 24217"/>
                <a:gd name="connsiteX9" fmla="*/ 5194 w 34215"/>
                <a:gd name="connsiteY9" fmla="*/ 7156 h 24217"/>
                <a:gd name="connsiteX10" fmla="*/ 6957 w 34215"/>
                <a:gd name="connsiteY10" fmla="*/ 5224 h 24217"/>
                <a:gd name="connsiteX11" fmla="*/ 5797 w 34215"/>
                <a:gd name="connsiteY11" fmla="*/ 0 h 24217"/>
                <a:gd name="connsiteX12" fmla="*/ 0 w 34215"/>
                <a:gd name="connsiteY12" fmla="*/ 9307 h 24217"/>
                <a:gd name="connsiteX13" fmla="*/ 2875 w 34215"/>
                <a:gd name="connsiteY13" fmla="*/ 10668 h 24217"/>
                <a:gd name="connsiteX14" fmla="*/ 2875 w 34215"/>
                <a:gd name="connsiteY14" fmla="*/ 14794 h 24217"/>
                <a:gd name="connsiteX15" fmla="*/ 9554 w 34215"/>
                <a:gd name="connsiteY15" fmla="*/ 16463 h 24217"/>
                <a:gd name="connsiteX16" fmla="*/ 9554 w 34215"/>
                <a:gd name="connsiteY16" fmla="*/ 18658 h 24217"/>
                <a:gd name="connsiteX17" fmla="*/ 21705 w 34215"/>
                <a:gd name="connsiteY17" fmla="*/ 21379 h 2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4215" h="24217">
                  <a:moveTo>
                    <a:pt x="21705" y="21379"/>
                  </a:moveTo>
                  <a:lnTo>
                    <a:pt x="24580" y="23574"/>
                  </a:lnTo>
                  <a:cubicBezTo>
                    <a:pt x="24580" y="23574"/>
                    <a:pt x="32418" y="26296"/>
                    <a:pt x="33855" y="20545"/>
                  </a:cubicBezTo>
                  <a:cubicBezTo>
                    <a:pt x="35293" y="14794"/>
                    <a:pt x="32093" y="10755"/>
                    <a:pt x="30099" y="12073"/>
                  </a:cubicBezTo>
                  <a:cubicBezTo>
                    <a:pt x="28058" y="13389"/>
                    <a:pt x="24905" y="14487"/>
                    <a:pt x="24905" y="14487"/>
                  </a:cubicBezTo>
                  <a:cubicBezTo>
                    <a:pt x="24905" y="14487"/>
                    <a:pt x="20638" y="11458"/>
                    <a:pt x="17113" y="13960"/>
                  </a:cubicBezTo>
                  <a:cubicBezTo>
                    <a:pt x="17113" y="13960"/>
                    <a:pt x="18087" y="11502"/>
                    <a:pt x="11548" y="13433"/>
                  </a:cubicBezTo>
                  <a:lnTo>
                    <a:pt x="8070" y="12116"/>
                  </a:lnTo>
                  <a:lnTo>
                    <a:pt x="8951" y="9878"/>
                  </a:lnTo>
                  <a:lnTo>
                    <a:pt x="5194" y="7156"/>
                  </a:lnTo>
                  <a:lnTo>
                    <a:pt x="6957" y="5224"/>
                  </a:lnTo>
                  <a:lnTo>
                    <a:pt x="5797" y="0"/>
                  </a:lnTo>
                  <a:lnTo>
                    <a:pt x="0" y="9307"/>
                  </a:lnTo>
                  <a:lnTo>
                    <a:pt x="2875" y="10668"/>
                  </a:lnTo>
                  <a:lnTo>
                    <a:pt x="2875" y="14794"/>
                  </a:lnTo>
                  <a:lnTo>
                    <a:pt x="9554" y="16463"/>
                  </a:lnTo>
                  <a:lnTo>
                    <a:pt x="9554" y="18658"/>
                  </a:lnTo>
                  <a:lnTo>
                    <a:pt x="21705" y="2137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0" name="Freeform: Shape 1739">
              <a:extLst>
                <a:ext uri="{FF2B5EF4-FFF2-40B4-BE49-F238E27FC236}">
                  <a16:creationId xmlns:a16="http://schemas.microsoft.com/office/drawing/2014/main" id="{3BAEA29B-5F93-2F69-43BE-4535506BB562}"/>
                </a:ext>
              </a:extLst>
            </p:cNvPr>
            <p:cNvSpPr>
              <a:spLocks/>
            </p:cNvSpPr>
            <p:nvPr/>
          </p:nvSpPr>
          <p:spPr>
            <a:xfrm>
              <a:off x="4162068" y="2785919"/>
              <a:ext cx="65428" cy="30085"/>
            </a:xfrm>
            <a:custGeom>
              <a:avLst/>
              <a:gdLst>
                <a:gd name="connsiteX0" fmla="*/ 43780 w 43834"/>
                <a:gd name="connsiteY0" fmla="*/ 18707 h 20156"/>
                <a:gd name="connsiteX1" fmla="*/ 34505 w 43834"/>
                <a:gd name="connsiteY1" fmla="*/ 10191 h 20156"/>
                <a:gd name="connsiteX2" fmla="*/ 0 w 43834"/>
                <a:gd name="connsiteY2" fmla="*/ 50 h 20156"/>
                <a:gd name="connsiteX3" fmla="*/ 11038 w 43834"/>
                <a:gd name="connsiteY3" fmla="*/ 6635 h 20156"/>
                <a:gd name="connsiteX4" fmla="*/ 28429 w 43834"/>
                <a:gd name="connsiteY4" fmla="*/ 17083 h 20156"/>
                <a:gd name="connsiteX5" fmla="*/ 43780 w 43834"/>
                <a:gd name="connsiteY5" fmla="*/ 18751 h 2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834" h="20156">
                  <a:moveTo>
                    <a:pt x="43780" y="18707"/>
                  </a:moveTo>
                  <a:cubicBezTo>
                    <a:pt x="44661" y="15151"/>
                    <a:pt x="34505" y="10191"/>
                    <a:pt x="34505" y="10191"/>
                  </a:cubicBezTo>
                  <a:cubicBezTo>
                    <a:pt x="22354" y="-1311"/>
                    <a:pt x="0" y="50"/>
                    <a:pt x="0" y="50"/>
                  </a:cubicBezTo>
                  <a:cubicBezTo>
                    <a:pt x="1762" y="8918"/>
                    <a:pt x="11038" y="6635"/>
                    <a:pt x="11038" y="6635"/>
                  </a:cubicBezTo>
                  <a:cubicBezTo>
                    <a:pt x="10481" y="14054"/>
                    <a:pt x="28429" y="17083"/>
                    <a:pt x="28429" y="17083"/>
                  </a:cubicBezTo>
                  <a:cubicBezTo>
                    <a:pt x="37983" y="22834"/>
                    <a:pt x="43780" y="18751"/>
                    <a:pt x="43780" y="187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1" name="Freeform: Shape 1740">
              <a:extLst>
                <a:ext uri="{FF2B5EF4-FFF2-40B4-BE49-F238E27FC236}">
                  <a16:creationId xmlns:a16="http://schemas.microsoft.com/office/drawing/2014/main" id="{7C0C8BF3-A948-AECC-DBB9-46DB04832BE1}"/>
                </a:ext>
              </a:extLst>
            </p:cNvPr>
            <p:cNvSpPr>
              <a:spLocks/>
            </p:cNvSpPr>
            <p:nvPr/>
          </p:nvSpPr>
          <p:spPr>
            <a:xfrm>
              <a:off x="4284331" y="2726431"/>
              <a:ext cx="156227" cy="173053"/>
            </a:xfrm>
            <a:custGeom>
              <a:avLst/>
              <a:gdLst>
                <a:gd name="connsiteX0" fmla="*/ 62462 w 104665"/>
                <a:gd name="connsiteY0" fmla="*/ 920 h 115938"/>
                <a:gd name="connsiteX1" fmla="*/ 57268 w 104665"/>
                <a:gd name="connsiteY1" fmla="*/ 86 h 115938"/>
                <a:gd name="connsiteX2" fmla="*/ 57268 w 104665"/>
                <a:gd name="connsiteY2" fmla="*/ 1755 h 115938"/>
                <a:gd name="connsiteX3" fmla="*/ 54392 w 104665"/>
                <a:gd name="connsiteY3" fmla="*/ 3115 h 115938"/>
                <a:gd name="connsiteX4" fmla="*/ 53836 w 104665"/>
                <a:gd name="connsiteY4" fmla="*/ 86 h 115938"/>
                <a:gd name="connsiteX5" fmla="*/ 46601 w 104665"/>
                <a:gd name="connsiteY5" fmla="*/ 4740 h 115938"/>
                <a:gd name="connsiteX6" fmla="*/ 36166 w 104665"/>
                <a:gd name="connsiteY6" fmla="*/ 19007 h 115938"/>
                <a:gd name="connsiteX7" fmla="*/ 22809 w 104665"/>
                <a:gd name="connsiteY7" fmla="*/ 41791 h 115938"/>
                <a:gd name="connsiteX8" fmla="*/ 22531 w 104665"/>
                <a:gd name="connsiteY8" fmla="*/ 48376 h 115938"/>
                <a:gd name="connsiteX9" fmla="*/ 19331 w 104665"/>
                <a:gd name="connsiteY9" fmla="*/ 49869 h 115938"/>
                <a:gd name="connsiteX10" fmla="*/ 16456 w 104665"/>
                <a:gd name="connsiteY10" fmla="*/ 55488 h 115938"/>
                <a:gd name="connsiteX11" fmla="*/ 19934 w 104665"/>
                <a:gd name="connsiteY11" fmla="*/ 56015 h 115938"/>
                <a:gd name="connsiteX12" fmla="*/ 19934 w 104665"/>
                <a:gd name="connsiteY12" fmla="*/ 59922 h 115938"/>
                <a:gd name="connsiteX13" fmla="*/ 11215 w 104665"/>
                <a:gd name="connsiteY13" fmla="*/ 65102 h 115938"/>
                <a:gd name="connsiteX14" fmla="*/ 11215 w 104665"/>
                <a:gd name="connsiteY14" fmla="*/ 69756 h 115938"/>
                <a:gd name="connsiteX15" fmla="*/ 5140 w 104665"/>
                <a:gd name="connsiteY15" fmla="*/ 68658 h 115938"/>
                <a:gd name="connsiteX16" fmla="*/ 2542 w 104665"/>
                <a:gd name="connsiteY16" fmla="*/ 69756 h 115938"/>
                <a:gd name="connsiteX17" fmla="*/ 38 w 104665"/>
                <a:gd name="connsiteY17" fmla="*/ 72785 h 115938"/>
                <a:gd name="connsiteX18" fmla="*/ 5140 w 104665"/>
                <a:gd name="connsiteY18" fmla="*/ 73048 h 115938"/>
                <a:gd name="connsiteX19" fmla="*/ 7458 w 104665"/>
                <a:gd name="connsiteY19" fmla="*/ 71117 h 115938"/>
                <a:gd name="connsiteX20" fmla="*/ 12653 w 104665"/>
                <a:gd name="connsiteY20" fmla="*/ 73312 h 115938"/>
                <a:gd name="connsiteX21" fmla="*/ 3656 w 104665"/>
                <a:gd name="connsiteY21" fmla="*/ 82092 h 115938"/>
                <a:gd name="connsiteX22" fmla="*/ 177 w 104665"/>
                <a:gd name="connsiteY22" fmla="*/ 89774 h 115938"/>
                <a:gd name="connsiteX23" fmla="*/ 11772 w 104665"/>
                <a:gd name="connsiteY23" fmla="*/ 91442 h 115938"/>
                <a:gd name="connsiteX24" fmla="*/ 29766 w 104665"/>
                <a:gd name="connsiteY24" fmla="*/ 90608 h 115938"/>
                <a:gd name="connsiteX25" fmla="*/ 49476 w 104665"/>
                <a:gd name="connsiteY25" fmla="*/ 91706 h 115938"/>
                <a:gd name="connsiteX26" fmla="*/ 53233 w 104665"/>
                <a:gd name="connsiteY26" fmla="*/ 89511 h 115938"/>
                <a:gd name="connsiteX27" fmla="*/ 53789 w 104665"/>
                <a:gd name="connsiteY27" fmla="*/ 93374 h 115938"/>
                <a:gd name="connsiteX28" fmla="*/ 61905 w 104665"/>
                <a:gd name="connsiteY28" fmla="*/ 94735 h 115938"/>
                <a:gd name="connsiteX29" fmla="*/ 61905 w 104665"/>
                <a:gd name="connsiteY29" fmla="*/ 90608 h 115938"/>
                <a:gd name="connsiteX30" fmla="*/ 66265 w 104665"/>
                <a:gd name="connsiteY30" fmla="*/ 92276 h 115938"/>
                <a:gd name="connsiteX31" fmla="*/ 70021 w 104665"/>
                <a:gd name="connsiteY31" fmla="*/ 92013 h 115938"/>
                <a:gd name="connsiteX32" fmla="*/ 69140 w 104665"/>
                <a:gd name="connsiteY32" fmla="*/ 94208 h 115938"/>
                <a:gd name="connsiteX33" fmla="*/ 62462 w 104665"/>
                <a:gd name="connsiteY33" fmla="*/ 101320 h 115938"/>
                <a:gd name="connsiteX34" fmla="*/ 53186 w 104665"/>
                <a:gd name="connsiteY34" fmla="*/ 103778 h 115938"/>
                <a:gd name="connsiteX35" fmla="*/ 55227 w 104665"/>
                <a:gd name="connsiteY35" fmla="*/ 109836 h 115938"/>
                <a:gd name="connsiteX36" fmla="*/ 63343 w 104665"/>
                <a:gd name="connsiteY36" fmla="*/ 109002 h 115938"/>
                <a:gd name="connsiteX37" fmla="*/ 66543 w 104665"/>
                <a:gd name="connsiteY37" fmla="*/ 105710 h 115938"/>
                <a:gd name="connsiteX38" fmla="*/ 67703 w 104665"/>
                <a:gd name="connsiteY38" fmla="*/ 100793 h 115938"/>
                <a:gd name="connsiteX39" fmla="*/ 72340 w 104665"/>
                <a:gd name="connsiteY39" fmla="*/ 97764 h 115938"/>
                <a:gd name="connsiteX40" fmla="*/ 76700 w 104665"/>
                <a:gd name="connsiteY40" fmla="*/ 96930 h 115938"/>
                <a:gd name="connsiteX41" fmla="*/ 81059 w 104665"/>
                <a:gd name="connsiteY41" fmla="*/ 96930 h 115938"/>
                <a:gd name="connsiteX42" fmla="*/ 81616 w 104665"/>
                <a:gd name="connsiteY42" fmla="*/ 94208 h 115938"/>
                <a:gd name="connsiteX43" fmla="*/ 77534 w 104665"/>
                <a:gd name="connsiteY43" fmla="*/ 94208 h 115938"/>
                <a:gd name="connsiteX44" fmla="*/ 78972 w 104665"/>
                <a:gd name="connsiteY44" fmla="*/ 90652 h 115938"/>
                <a:gd name="connsiteX45" fmla="*/ 81569 w 104665"/>
                <a:gd name="connsiteY45" fmla="*/ 87360 h 115938"/>
                <a:gd name="connsiteX46" fmla="*/ 84769 w 104665"/>
                <a:gd name="connsiteY46" fmla="*/ 90652 h 115938"/>
                <a:gd name="connsiteX47" fmla="*/ 85326 w 104665"/>
                <a:gd name="connsiteY47" fmla="*/ 95876 h 115938"/>
                <a:gd name="connsiteX48" fmla="*/ 84445 w 104665"/>
                <a:gd name="connsiteY48" fmla="*/ 101364 h 115938"/>
                <a:gd name="connsiteX49" fmla="*/ 79807 w 104665"/>
                <a:gd name="connsiteY49" fmla="*/ 106017 h 115938"/>
                <a:gd name="connsiteX50" fmla="*/ 79250 w 104665"/>
                <a:gd name="connsiteY50" fmla="*/ 110144 h 115938"/>
                <a:gd name="connsiteX51" fmla="*/ 84769 w 104665"/>
                <a:gd name="connsiteY51" fmla="*/ 109310 h 115938"/>
                <a:gd name="connsiteX52" fmla="*/ 88851 w 104665"/>
                <a:gd name="connsiteY52" fmla="*/ 103822 h 115938"/>
                <a:gd name="connsiteX53" fmla="*/ 91448 w 104665"/>
                <a:gd name="connsiteY53" fmla="*/ 103822 h 115938"/>
                <a:gd name="connsiteX54" fmla="*/ 89685 w 104665"/>
                <a:gd name="connsiteY54" fmla="*/ 111768 h 115938"/>
                <a:gd name="connsiteX55" fmla="*/ 90845 w 104665"/>
                <a:gd name="connsiteY55" fmla="*/ 115939 h 115938"/>
                <a:gd name="connsiteX56" fmla="*/ 93164 w 104665"/>
                <a:gd name="connsiteY56" fmla="*/ 113700 h 115938"/>
                <a:gd name="connsiteX57" fmla="*/ 96039 w 104665"/>
                <a:gd name="connsiteY57" fmla="*/ 111768 h 115938"/>
                <a:gd name="connsiteX58" fmla="*/ 96595 w 104665"/>
                <a:gd name="connsiteY58" fmla="*/ 113700 h 115938"/>
                <a:gd name="connsiteX59" fmla="*/ 99471 w 104665"/>
                <a:gd name="connsiteY59" fmla="*/ 113700 h 115938"/>
                <a:gd name="connsiteX60" fmla="*/ 100909 w 104665"/>
                <a:gd name="connsiteY60" fmla="*/ 109310 h 115938"/>
                <a:gd name="connsiteX61" fmla="*/ 101465 w 104665"/>
                <a:gd name="connsiteY61" fmla="*/ 102198 h 115938"/>
                <a:gd name="connsiteX62" fmla="*/ 104665 w 104665"/>
                <a:gd name="connsiteY62" fmla="*/ 91486 h 115938"/>
                <a:gd name="connsiteX63" fmla="*/ 103228 w 104665"/>
                <a:gd name="connsiteY63" fmla="*/ 88457 h 115938"/>
                <a:gd name="connsiteX64" fmla="*/ 101465 w 104665"/>
                <a:gd name="connsiteY64" fmla="*/ 93681 h 115938"/>
                <a:gd name="connsiteX65" fmla="*/ 98265 w 104665"/>
                <a:gd name="connsiteY65" fmla="*/ 95042 h 115938"/>
                <a:gd name="connsiteX66" fmla="*/ 96225 w 104665"/>
                <a:gd name="connsiteY66" fmla="*/ 93111 h 115938"/>
                <a:gd name="connsiteX67" fmla="*/ 101419 w 104665"/>
                <a:gd name="connsiteY67" fmla="*/ 82662 h 115938"/>
                <a:gd name="connsiteX68" fmla="*/ 100074 w 104665"/>
                <a:gd name="connsiteY68" fmla="*/ 79941 h 115938"/>
                <a:gd name="connsiteX69" fmla="*/ 92143 w 104665"/>
                <a:gd name="connsiteY69" fmla="*/ 86789 h 115938"/>
                <a:gd name="connsiteX70" fmla="*/ 91587 w 104665"/>
                <a:gd name="connsiteY70" fmla="*/ 93111 h 115938"/>
                <a:gd name="connsiteX71" fmla="*/ 89268 w 104665"/>
                <a:gd name="connsiteY71" fmla="*/ 93111 h 115938"/>
                <a:gd name="connsiteX72" fmla="*/ 86949 w 104665"/>
                <a:gd name="connsiteY72" fmla="*/ 89555 h 115938"/>
                <a:gd name="connsiteX73" fmla="*/ 88990 w 104665"/>
                <a:gd name="connsiteY73" fmla="*/ 82970 h 115938"/>
                <a:gd name="connsiteX74" fmla="*/ 93627 w 104665"/>
                <a:gd name="connsiteY74" fmla="*/ 75858 h 115938"/>
                <a:gd name="connsiteX75" fmla="*/ 100027 w 104665"/>
                <a:gd name="connsiteY75" fmla="*/ 70941 h 115938"/>
                <a:gd name="connsiteX76" fmla="*/ 98265 w 104665"/>
                <a:gd name="connsiteY76" fmla="*/ 69009 h 115938"/>
                <a:gd name="connsiteX77" fmla="*/ 94509 w 104665"/>
                <a:gd name="connsiteY77" fmla="*/ 71204 h 115938"/>
                <a:gd name="connsiteX78" fmla="*/ 94509 w 104665"/>
                <a:gd name="connsiteY78" fmla="*/ 69273 h 115938"/>
                <a:gd name="connsiteX79" fmla="*/ 91401 w 104665"/>
                <a:gd name="connsiteY79" fmla="*/ 69536 h 115938"/>
                <a:gd name="connsiteX80" fmla="*/ 91401 w 104665"/>
                <a:gd name="connsiteY80" fmla="*/ 73663 h 115938"/>
                <a:gd name="connsiteX81" fmla="*/ 84677 w 104665"/>
                <a:gd name="connsiteY81" fmla="*/ 73663 h 115938"/>
                <a:gd name="connsiteX82" fmla="*/ 88433 w 104665"/>
                <a:gd name="connsiteY82" fmla="*/ 68439 h 115938"/>
                <a:gd name="connsiteX83" fmla="*/ 85233 w 104665"/>
                <a:gd name="connsiteY83" fmla="*/ 64883 h 115938"/>
                <a:gd name="connsiteX84" fmla="*/ 90752 w 104665"/>
                <a:gd name="connsiteY84" fmla="*/ 60010 h 115938"/>
                <a:gd name="connsiteX85" fmla="*/ 86114 w 104665"/>
                <a:gd name="connsiteY85" fmla="*/ 49957 h 115938"/>
                <a:gd name="connsiteX86" fmla="*/ 77395 w 104665"/>
                <a:gd name="connsiteY86" fmla="*/ 53381 h 115938"/>
                <a:gd name="connsiteX87" fmla="*/ 73917 w 104665"/>
                <a:gd name="connsiteY87" fmla="*/ 47059 h 115938"/>
                <a:gd name="connsiteX88" fmla="*/ 71598 w 104665"/>
                <a:gd name="connsiteY88" fmla="*/ 53381 h 115938"/>
                <a:gd name="connsiteX89" fmla="*/ 66079 w 104665"/>
                <a:gd name="connsiteY89" fmla="*/ 55049 h 115938"/>
                <a:gd name="connsiteX90" fmla="*/ 63760 w 104665"/>
                <a:gd name="connsiteY90" fmla="*/ 60054 h 115938"/>
                <a:gd name="connsiteX91" fmla="*/ 61442 w 104665"/>
                <a:gd name="connsiteY91" fmla="*/ 58342 h 115938"/>
                <a:gd name="connsiteX92" fmla="*/ 63760 w 104665"/>
                <a:gd name="connsiteY92" fmla="*/ 53952 h 115938"/>
                <a:gd name="connsiteX93" fmla="*/ 62323 w 104665"/>
                <a:gd name="connsiteY93" fmla="*/ 49957 h 115938"/>
                <a:gd name="connsiteX94" fmla="*/ 51007 w 104665"/>
                <a:gd name="connsiteY94" fmla="*/ 49957 h 115938"/>
                <a:gd name="connsiteX95" fmla="*/ 55088 w 104665"/>
                <a:gd name="connsiteY95" fmla="*/ 46269 h 115938"/>
                <a:gd name="connsiteX96" fmla="*/ 51007 w 104665"/>
                <a:gd name="connsiteY96" fmla="*/ 46269 h 115938"/>
                <a:gd name="connsiteX97" fmla="*/ 60560 w 104665"/>
                <a:gd name="connsiteY97" fmla="*/ 39904 h 115938"/>
                <a:gd name="connsiteX98" fmla="*/ 53882 w 104665"/>
                <a:gd name="connsiteY98" fmla="*/ 39904 h 115938"/>
                <a:gd name="connsiteX99" fmla="*/ 48363 w 104665"/>
                <a:gd name="connsiteY99" fmla="*/ 35294 h 115938"/>
                <a:gd name="connsiteX100" fmla="*/ 43169 w 104665"/>
                <a:gd name="connsiteY100" fmla="*/ 42977 h 115938"/>
                <a:gd name="connsiteX101" fmla="*/ 39691 w 104665"/>
                <a:gd name="connsiteY101" fmla="*/ 46269 h 115938"/>
                <a:gd name="connsiteX102" fmla="*/ 39691 w 104665"/>
                <a:gd name="connsiteY102" fmla="*/ 37489 h 115938"/>
                <a:gd name="connsiteX103" fmla="*/ 50404 w 104665"/>
                <a:gd name="connsiteY103" fmla="*/ 24319 h 115938"/>
                <a:gd name="connsiteX104" fmla="*/ 50404 w 104665"/>
                <a:gd name="connsiteY104" fmla="*/ 21027 h 115938"/>
                <a:gd name="connsiteX105" fmla="*/ 57221 w 104665"/>
                <a:gd name="connsiteY105" fmla="*/ 10578 h 115938"/>
                <a:gd name="connsiteX106" fmla="*/ 52166 w 104665"/>
                <a:gd name="connsiteY106" fmla="*/ 8910 h 115938"/>
                <a:gd name="connsiteX107" fmla="*/ 52166 w 104665"/>
                <a:gd name="connsiteY107" fmla="*/ 6715 h 115938"/>
                <a:gd name="connsiteX108" fmla="*/ 62323 w 104665"/>
                <a:gd name="connsiteY108" fmla="*/ 964 h 115938"/>
                <a:gd name="connsiteX109" fmla="*/ 21882 w 104665"/>
                <a:gd name="connsiteY109" fmla="*/ 68439 h 115938"/>
                <a:gd name="connsiteX110" fmla="*/ 25406 w 104665"/>
                <a:gd name="connsiteY110" fmla="*/ 65410 h 115938"/>
                <a:gd name="connsiteX111" fmla="*/ 34079 w 104665"/>
                <a:gd name="connsiteY111" fmla="*/ 57991 h 115938"/>
                <a:gd name="connsiteX112" fmla="*/ 34079 w 104665"/>
                <a:gd name="connsiteY112" fmla="*/ 59966 h 115938"/>
                <a:gd name="connsiteX113" fmla="*/ 25963 w 104665"/>
                <a:gd name="connsiteY113" fmla="*/ 68439 h 115938"/>
                <a:gd name="connsiteX114" fmla="*/ 21882 w 104665"/>
                <a:gd name="connsiteY114" fmla="*/ 68439 h 115938"/>
                <a:gd name="connsiteX115" fmla="*/ 29117 w 104665"/>
                <a:gd name="connsiteY115" fmla="*/ 76385 h 115938"/>
                <a:gd name="connsiteX116" fmla="*/ 33198 w 104665"/>
                <a:gd name="connsiteY116" fmla="*/ 74453 h 115938"/>
                <a:gd name="connsiteX117" fmla="*/ 35238 w 104665"/>
                <a:gd name="connsiteY117" fmla="*/ 76385 h 115938"/>
                <a:gd name="connsiteX118" fmla="*/ 29163 w 104665"/>
                <a:gd name="connsiteY118" fmla="*/ 76385 h 115938"/>
                <a:gd name="connsiteX119" fmla="*/ 36351 w 104665"/>
                <a:gd name="connsiteY119" fmla="*/ 49913 h 115938"/>
                <a:gd name="connsiteX120" fmla="*/ 30554 w 104665"/>
                <a:gd name="connsiteY120" fmla="*/ 57991 h 115938"/>
                <a:gd name="connsiteX121" fmla="*/ 30554 w 104665"/>
                <a:gd name="connsiteY121" fmla="*/ 53908 h 115938"/>
                <a:gd name="connsiteX122" fmla="*/ 36351 w 104665"/>
                <a:gd name="connsiteY122" fmla="*/ 46225 h 115938"/>
                <a:gd name="connsiteX123" fmla="*/ 36351 w 104665"/>
                <a:gd name="connsiteY123" fmla="*/ 49913 h 115938"/>
                <a:gd name="connsiteX124" fmla="*/ 70856 w 104665"/>
                <a:gd name="connsiteY124" fmla="*/ 61590 h 115938"/>
                <a:gd name="connsiteX125" fmla="*/ 80132 w 104665"/>
                <a:gd name="connsiteY125" fmla="*/ 62820 h 115938"/>
                <a:gd name="connsiteX126" fmla="*/ 78369 w 104665"/>
                <a:gd name="connsiteY126" fmla="*/ 64049 h 115938"/>
                <a:gd name="connsiteX127" fmla="*/ 67934 w 104665"/>
                <a:gd name="connsiteY127" fmla="*/ 64049 h 115938"/>
                <a:gd name="connsiteX128" fmla="*/ 70810 w 104665"/>
                <a:gd name="connsiteY128" fmla="*/ 61590 h 115938"/>
                <a:gd name="connsiteX129" fmla="*/ 53465 w 104665"/>
                <a:gd name="connsiteY129" fmla="*/ 59966 h 115938"/>
                <a:gd name="connsiteX130" fmla="*/ 54624 w 104665"/>
                <a:gd name="connsiteY130" fmla="*/ 61854 h 115938"/>
                <a:gd name="connsiteX131" fmla="*/ 52352 w 104665"/>
                <a:gd name="connsiteY131" fmla="*/ 63741 h 115938"/>
                <a:gd name="connsiteX132" fmla="*/ 49662 w 104665"/>
                <a:gd name="connsiteY132" fmla="*/ 59966 h 115938"/>
                <a:gd name="connsiteX133" fmla="*/ 53418 w 104665"/>
                <a:gd name="connsiteY133" fmla="*/ 59966 h 115938"/>
                <a:gd name="connsiteX134" fmla="*/ 42149 w 104665"/>
                <a:gd name="connsiteY134" fmla="*/ 76385 h 115938"/>
                <a:gd name="connsiteX135" fmla="*/ 46786 w 104665"/>
                <a:gd name="connsiteY135" fmla="*/ 76385 h 115938"/>
                <a:gd name="connsiteX136" fmla="*/ 40711 w 104665"/>
                <a:gd name="connsiteY136" fmla="*/ 81038 h 115938"/>
                <a:gd name="connsiteX137" fmla="*/ 42149 w 104665"/>
                <a:gd name="connsiteY137" fmla="*/ 76385 h 115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</a:cxnLst>
              <a:rect l="l" t="t" r="r" b="b"/>
              <a:pathLst>
                <a:path w="104665" h="115938">
                  <a:moveTo>
                    <a:pt x="62462" y="920"/>
                  </a:moveTo>
                  <a:lnTo>
                    <a:pt x="57268" y="86"/>
                  </a:lnTo>
                  <a:lnTo>
                    <a:pt x="57268" y="1755"/>
                  </a:lnTo>
                  <a:lnTo>
                    <a:pt x="54392" y="3115"/>
                  </a:lnTo>
                  <a:lnTo>
                    <a:pt x="53836" y="86"/>
                  </a:lnTo>
                  <a:cubicBezTo>
                    <a:pt x="52398" y="-748"/>
                    <a:pt x="46601" y="4740"/>
                    <a:pt x="46601" y="4740"/>
                  </a:cubicBezTo>
                  <a:cubicBezTo>
                    <a:pt x="39366" y="4213"/>
                    <a:pt x="36166" y="19007"/>
                    <a:pt x="36166" y="19007"/>
                  </a:cubicBezTo>
                  <a:cubicBezTo>
                    <a:pt x="28328" y="19007"/>
                    <a:pt x="22809" y="41791"/>
                    <a:pt x="22809" y="41791"/>
                  </a:cubicBezTo>
                  <a:lnTo>
                    <a:pt x="22531" y="48376"/>
                  </a:lnTo>
                  <a:lnTo>
                    <a:pt x="19331" y="49869"/>
                  </a:lnTo>
                  <a:lnTo>
                    <a:pt x="16456" y="55488"/>
                  </a:lnTo>
                  <a:lnTo>
                    <a:pt x="19934" y="56015"/>
                  </a:lnTo>
                  <a:lnTo>
                    <a:pt x="19934" y="59922"/>
                  </a:lnTo>
                  <a:cubicBezTo>
                    <a:pt x="13858" y="53952"/>
                    <a:pt x="11215" y="65102"/>
                    <a:pt x="11215" y="65102"/>
                  </a:cubicBezTo>
                  <a:lnTo>
                    <a:pt x="11215" y="69756"/>
                  </a:lnTo>
                  <a:lnTo>
                    <a:pt x="5140" y="68658"/>
                  </a:lnTo>
                  <a:lnTo>
                    <a:pt x="2542" y="69756"/>
                  </a:lnTo>
                  <a:lnTo>
                    <a:pt x="38" y="72785"/>
                  </a:lnTo>
                  <a:lnTo>
                    <a:pt x="5140" y="73048"/>
                  </a:lnTo>
                  <a:lnTo>
                    <a:pt x="7458" y="71117"/>
                  </a:lnTo>
                  <a:lnTo>
                    <a:pt x="12653" y="73312"/>
                  </a:lnTo>
                  <a:lnTo>
                    <a:pt x="3656" y="82092"/>
                  </a:lnTo>
                  <a:cubicBezTo>
                    <a:pt x="456" y="84023"/>
                    <a:pt x="-426" y="85955"/>
                    <a:pt x="177" y="89774"/>
                  </a:cubicBezTo>
                  <a:cubicBezTo>
                    <a:pt x="780" y="93594"/>
                    <a:pt x="8572" y="93901"/>
                    <a:pt x="11772" y="91442"/>
                  </a:cubicBezTo>
                  <a:cubicBezTo>
                    <a:pt x="14972" y="88984"/>
                    <a:pt x="29766" y="90608"/>
                    <a:pt x="29766" y="90608"/>
                  </a:cubicBezTo>
                  <a:cubicBezTo>
                    <a:pt x="38485" y="95525"/>
                    <a:pt x="49476" y="91706"/>
                    <a:pt x="49476" y="91706"/>
                  </a:cubicBezTo>
                  <a:lnTo>
                    <a:pt x="53233" y="89511"/>
                  </a:lnTo>
                  <a:lnTo>
                    <a:pt x="53789" y="93374"/>
                  </a:lnTo>
                  <a:cubicBezTo>
                    <a:pt x="55552" y="96403"/>
                    <a:pt x="61905" y="94735"/>
                    <a:pt x="61905" y="94735"/>
                  </a:cubicBezTo>
                  <a:lnTo>
                    <a:pt x="61905" y="90608"/>
                  </a:lnTo>
                  <a:lnTo>
                    <a:pt x="66265" y="92276"/>
                  </a:lnTo>
                  <a:lnTo>
                    <a:pt x="70021" y="92013"/>
                  </a:lnTo>
                  <a:lnTo>
                    <a:pt x="69140" y="94208"/>
                  </a:lnTo>
                  <a:cubicBezTo>
                    <a:pt x="60746" y="94208"/>
                    <a:pt x="62462" y="101320"/>
                    <a:pt x="62462" y="101320"/>
                  </a:cubicBezTo>
                  <a:cubicBezTo>
                    <a:pt x="62462" y="101320"/>
                    <a:pt x="57546" y="101583"/>
                    <a:pt x="53186" y="103778"/>
                  </a:cubicBezTo>
                  <a:cubicBezTo>
                    <a:pt x="48827" y="105973"/>
                    <a:pt x="55227" y="109836"/>
                    <a:pt x="55227" y="109836"/>
                  </a:cubicBezTo>
                  <a:lnTo>
                    <a:pt x="63343" y="109002"/>
                  </a:lnTo>
                  <a:lnTo>
                    <a:pt x="66543" y="105710"/>
                  </a:lnTo>
                  <a:lnTo>
                    <a:pt x="67703" y="100793"/>
                  </a:lnTo>
                  <a:lnTo>
                    <a:pt x="72340" y="97764"/>
                  </a:lnTo>
                  <a:lnTo>
                    <a:pt x="76700" y="96930"/>
                  </a:lnTo>
                  <a:lnTo>
                    <a:pt x="81059" y="96930"/>
                  </a:lnTo>
                  <a:lnTo>
                    <a:pt x="81616" y="94208"/>
                  </a:lnTo>
                  <a:lnTo>
                    <a:pt x="77534" y="94208"/>
                  </a:lnTo>
                  <a:lnTo>
                    <a:pt x="78972" y="90652"/>
                  </a:lnTo>
                  <a:lnTo>
                    <a:pt x="81569" y="87360"/>
                  </a:lnTo>
                  <a:lnTo>
                    <a:pt x="84769" y="90652"/>
                  </a:lnTo>
                  <a:lnTo>
                    <a:pt x="85326" y="95876"/>
                  </a:lnTo>
                  <a:lnTo>
                    <a:pt x="84445" y="101364"/>
                  </a:lnTo>
                  <a:lnTo>
                    <a:pt x="79807" y="106017"/>
                  </a:lnTo>
                  <a:lnTo>
                    <a:pt x="79250" y="110144"/>
                  </a:lnTo>
                  <a:lnTo>
                    <a:pt x="84769" y="109310"/>
                  </a:lnTo>
                  <a:lnTo>
                    <a:pt x="88851" y="103822"/>
                  </a:lnTo>
                  <a:lnTo>
                    <a:pt x="91448" y="103822"/>
                  </a:lnTo>
                  <a:lnTo>
                    <a:pt x="89685" y="111768"/>
                  </a:lnTo>
                  <a:lnTo>
                    <a:pt x="90845" y="115939"/>
                  </a:lnTo>
                  <a:lnTo>
                    <a:pt x="93164" y="113700"/>
                  </a:lnTo>
                  <a:lnTo>
                    <a:pt x="96039" y="111768"/>
                  </a:lnTo>
                  <a:lnTo>
                    <a:pt x="96595" y="113700"/>
                  </a:lnTo>
                  <a:lnTo>
                    <a:pt x="99471" y="113700"/>
                  </a:lnTo>
                  <a:lnTo>
                    <a:pt x="100909" y="109310"/>
                  </a:lnTo>
                  <a:lnTo>
                    <a:pt x="101465" y="102198"/>
                  </a:lnTo>
                  <a:lnTo>
                    <a:pt x="104665" y="91486"/>
                  </a:lnTo>
                  <a:lnTo>
                    <a:pt x="103228" y="88457"/>
                  </a:lnTo>
                  <a:lnTo>
                    <a:pt x="101465" y="93681"/>
                  </a:lnTo>
                  <a:lnTo>
                    <a:pt x="98265" y="95042"/>
                  </a:lnTo>
                  <a:lnTo>
                    <a:pt x="96225" y="93111"/>
                  </a:lnTo>
                  <a:lnTo>
                    <a:pt x="101419" y="82662"/>
                  </a:lnTo>
                  <a:lnTo>
                    <a:pt x="100074" y="79941"/>
                  </a:lnTo>
                  <a:cubicBezTo>
                    <a:pt x="98451" y="80775"/>
                    <a:pt x="92143" y="86789"/>
                    <a:pt x="92143" y="86789"/>
                  </a:cubicBezTo>
                  <a:lnTo>
                    <a:pt x="91587" y="93111"/>
                  </a:lnTo>
                  <a:lnTo>
                    <a:pt x="89268" y="93111"/>
                  </a:lnTo>
                  <a:lnTo>
                    <a:pt x="86949" y="89555"/>
                  </a:lnTo>
                  <a:cubicBezTo>
                    <a:pt x="88109" y="88721"/>
                    <a:pt x="88990" y="82970"/>
                    <a:pt x="88990" y="82970"/>
                  </a:cubicBezTo>
                  <a:lnTo>
                    <a:pt x="93627" y="75858"/>
                  </a:lnTo>
                  <a:cubicBezTo>
                    <a:pt x="101465" y="75858"/>
                    <a:pt x="100027" y="70941"/>
                    <a:pt x="100027" y="70941"/>
                  </a:cubicBezTo>
                  <a:lnTo>
                    <a:pt x="98265" y="69009"/>
                  </a:lnTo>
                  <a:lnTo>
                    <a:pt x="94509" y="71204"/>
                  </a:lnTo>
                  <a:lnTo>
                    <a:pt x="94509" y="69273"/>
                  </a:lnTo>
                  <a:lnTo>
                    <a:pt x="91401" y="69536"/>
                  </a:lnTo>
                  <a:lnTo>
                    <a:pt x="91401" y="73663"/>
                  </a:lnTo>
                  <a:lnTo>
                    <a:pt x="84677" y="73663"/>
                  </a:lnTo>
                  <a:lnTo>
                    <a:pt x="88433" y="68439"/>
                  </a:lnTo>
                  <a:lnTo>
                    <a:pt x="85233" y="64883"/>
                  </a:lnTo>
                  <a:cubicBezTo>
                    <a:pt x="83471" y="61590"/>
                    <a:pt x="90752" y="60010"/>
                    <a:pt x="90752" y="60010"/>
                  </a:cubicBezTo>
                  <a:cubicBezTo>
                    <a:pt x="93071" y="55927"/>
                    <a:pt x="88711" y="51713"/>
                    <a:pt x="86114" y="49957"/>
                  </a:cubicBezTo>
                  <a:cubicBezTo>
                    <a:pt x="83517" y="48201"/>
                    <a:pt x="77395" y="53381"/>
                    <a:pt x="77395" y="53381"/>
                  </a:cubicBezTo>
                  <a:cubicBezTo>
                    <a:pt x="77395" y="53381"/>
                    <a:pt x="75077" y="46796"/>
                    <a:pt x="73917" y="47059"/>
                  </a:cubicBezTo>
                  <a:cubicBezTo>
                    <a:pt x="72758" y="47323"/>
                    <a:pt x="71598" y="53381"/>
                    <a:pt x="71598" y="53381"/>
                  </a:cubicBezTo>
                  <a:cubicBezTo>
                    <a:pt x="69279" y="53118"/>
                    <a:pt x="66079" y="55049"/>
                    <a:pt x="66079" y="55049"/>
                  </a:cubicBezTo>
                  <a:lnTo>
                    <a:pt x="63760" y="60054"/>
                  </a:lnTo>
                  <a:lnTo>
                    <a:pt x="61442" y="58342"/>
                  </a:lnTo>
                  <a:lnTo>
                    <a:pt x="63760" y="53952"/>
                  </a:lnTo>
                  <a:lnTo>
                    <a:pt x="62323" y="49957"/>
                  </a:lnTo>
                  <a:lnTo>
                    <a:pt x="51007" y="49957"/>
                  </a:lnTo>
                  <a:lnTo>
                    <a:pt x="55088" y="46269"/>
                  </a:lnTo>
                  <a:lnTo>
                    <a:pt x="51007" y="46269"/>
                  </a:lnTo>
                  <a:lnTo>
                    <a:pt x="60560" y="39904"/>
                  </a:lnTo>
                  <a:lnTo>
                    <a:pt x="53882" y="39904"/>
                  </a:lnTo>
                  <a:lnTo>
                    <a:pt x="48363" y="35294"/>
                  </a:lnTo>
                  <a:lnTo>
                    <a:pt x="43169" y="42977"/>
                  </a:lnTo>
                  <a:lnTo>
                    <a:pt x="39691" y="46269"/>
                  </a:lnTo>
                  <a:lnTo>
                    <a:pt x="39691" y="37489"/>
                  </a:lnTo>
                  <a:lnTo>
                    <a:pt x="50404" y="24319"/>
                  </a:lnTo>
                  <a:lnTo>
                    <a:pt x="50404" y="21027"/>
                  </a:lnTo>
                  <a:lnTo>
                    <a:pt x="57221" y="10578"/>
                  </a:lnTo>
                  <a:lnTo>
                    <a:pt x="52166" y="8910"/>
                  </a:lnTo>
                  <a:lnTo>
                    <a:pt x="52166" y="6715"/>
                  </a:lnTo>
                  <a:cubicBezTo>
                    <a:pt x="56804" y="10271"/>
                    <a:pt x="62323" y="964"/>
                    <a:pt x="62323" y="964"/>
                  </a:cubicBezTo>
                  <a:close/>
                  <a:moveTo>
                    <a:pt x="21882" y="68439"/>
                  </a:moveTo>
                  <a:lnTo>
                    <a:pt x="25406" y="65410"/>
                  </a:lnTo>
                  <a:lnTo>
                    <a:pt x="34079" y="57991"/>
                  </a:lnTo>
                  <a:lnTo>
                    <a:pt x="34079" y="59966"/>
                  </a:lnTo>
                  <a:lnTo>
                    <a:pt x="25963" y="68439"/>
                  </a:lnTo>
                  <a:lnTo>
                    <a:pt x="21882" y="68439"/>
                  </a:lnTo>
                  <a:close/>
                  <a:moveTo>
                    <a:pt x="29117" y="76385"/>
                  </a:moveTo>
                  <a:lnTo>
                    <a:pt x="33198" y="74453"/>
                  </a:lnTo>
                  <a:lnTo>
                    <a:pt x="35238" y="76385"/>
                  </a:lnTo>
                  <a:lnTo>
                    <a:pt x="29163" y="76385"/>
                  </a:lnTo>
                  <a:close/>
                  <a:moveTo>
                    <a:pt x="36351" y="49913"/>
                  </a:moveTo>
                  <a:lnTo>
                    <a:pt x="30554" y="57991"/>
                  </a:lnTo>
                  <a:lnTo>
                    <a:pt x="30554" y="53908"/>
                  </a:lnTo>
                  <a:lnTo>
                    <a:pt x="36351" y="46225"/>
                  </a:lnTo>
                  <a:lnTo>
                    <a:pt x="36351" y="49913"/>
                  </a:lnTo>
                  <a:close/>
                  <a:moveTo>
                    <a:pt x="70856" y="61590"/>
                  </a:moveTo>
                  <a:lnTo>
                    <a:pt x="80132" y="62820"/>
                  </a:lnTo>
                  <a:lnTo>
                    <a:pt x="78369" y="64049"/>
                  </a:lnTo>
                  <a:lnTo>
                    <a:pt x="67934" y="64049"/>
                  </a:lnTo>
                  <a:lnTo>
                    <a:pt x="70810" y="61590"/>
                  </a:lnTo>
                  <a:close/>
                  <a:moveTo>
                    <a:pt x="53465" y="59966"/>
                  </a:moveTo>
                  <a:lnTo>
                    <a:pt x="54624" y="61854"/>
                  </a:lnTo>
                  <a:lnTo>
                    <a:pt x="52352" y="63741"/>
                  </a:lnTo>
                  <a:lnTo>
                    <a:pt x="49662" y="59966"/>
                  </a:lnTo>
                  <a:lnTo>
                    <a:pt x="53418" y="59966"/>
                  </a:lnTo>
                  <a:close/>
                  <a:moveTo>
                    <a:pt x="42149" y="76385"/>
                  </a:moveTo>
                  <a:lnTo>
                    <a:pt x="46786" y="76385"/>
                  </a:lnTo>
                  <a:lnTo>
                    <a:pt x="40711" y="81038"/>
                  </a:lnTo>
                  <a:lnTo>
                    <a:pt x="42149" y="763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2" name="Freeform: Shape 1741">
              <a:extLst>
                <a:ext uri="{FF2B5EF4-FFF2-40B4-BE49-F238E27FC236}">
                  <a16:creationId xmlns:a16="http://schemas.microsoft.com/office/drawing/2014/main" id="{27C59687-B8A1-4ECE-BED0-E9DD7A8E6702}"/>
                </a:ext>
              </a:extLst>
            </p:cNvPr>
            <p:cNvSpPr>
              <a:spLocks/>
            </p:cNvSpPr>
            <p:nvPr/>
          </p:nvSpPr>
          <p:spPr>
            <a:xfrm>
              <a:off x="4401793" y="2790907"/>
              <a:ext cx="9482" cy="7337"/>
            </a:xfrm>
            <a:custGeom>
              <a:avLst/>
              <a:gdLst>
                <a:gd name="connsiteX0" fmla="*/ 0 w 6353"/>
                <a:gd name="connsiteY0" fmla="*/ 4917 h 4916"/>
                <a:gd name="connsiteX1" fmla="*/ 4638 w 6353"/>
                <a:gd name="connsiteY1" fmla="*/ 2458 h 4916"/>
                <a:gd name="connsiteX2" fmla="*/ 6354 w 6353"/>
                <a:gd name="connsiteY2" fmla="*/ 0 h 4916"/>
                <a:gd name="connsiteX3" fmla="*/ 0 w 6353"/>
                <a:gd name="connsiteY3" fmla="*/ 0 h 4916"/>
                <a:gd name="connsiteX4" fmla="*/ 0 w 6353"/>
                <a:gd name="connsiteY4" fmla="*/ 4917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" h="4916">
                  <a:moveTo>
                    <a:pt x="0" y="4917"/>
                  </a:moveTo>
                  <a:lnTo>
                    <a:pt x="4638" y="2458"/>
                  </a:lnTo>
                  <a:lnTo>
                    <a:pt x="6354" y="0"/>
                  </a:lnTo>
                  <a:lnTo>
                    <a:pt x="0" y="0"/>
                  </a:lnTo>
                  <a:lnTo>
                    <a:pt x="0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58107D7A-BE0F-B0F9-F6DA-D6D6D8F71F8D}"/>
                </a:ext>
              </a:extLst>
            </p:cNvPr>
            <p:cNvSpPr>
              <a:spLocks/>
            </p:cNvSpPr>
            <p:nvPr/>
          </p:nvSpPr>
          <p:spPr>
            <a:xfrm>
              <a:off x="3558127" y="1575138"/>
              <a:ext cx="682440" cy="730734"/>
            </a:xfrm>
            <a:custGeom>
              <a:avLst/>
              <a:gdLst>
                <a:gd name="connsiteX0" fmla="*/ 268637 w 457206"/>
                <a:gd name="connsiteY0" fmla="*/ 120586 h 489561"/>
                <a:gd name="connsiteX1" fmla="*/ 268637 w 457206"/>
                <a:gd name="connsiteY1" fmla="*/ 116459 h 489561"/>
                <a:gd name="connsiteX2" fmla="*/ 266365 w 457206"/>
                <a:gd name="connsiteY2" fmla="*/ 115933 h 489561"/>
                <a:gd name="connsiteX3" fmla="*/ 264602 w 457206"/>
                <a:gd name="connsiteY3" fmla="*/ 111543 h 489561"/>
                <a:gd name="connsiteX4" fmla="*/ 263443 w 457206"/>
                <a:gd name="connsiteY4" fmla="*/ 114572 h 489561"/>
                <a:gd name="connsiteX5" fmla="*/ 263721 w 457206"/>
                <a:gd name="connsiteY5" fmla="*/ 117030 h 489561"/>
                <a:gd name="connsiteX6" fmla="*/ 265762 w 457206"/>
                <a:gd name="connsiteY6" fmla="*/ 123088 h 489561"/>
                <a:gd name="connsiteX7" fmla="*/ 268637 w 457206"/>
                <a:gd name="connsiteY7" fmla="*/ 125810 h 489561"/>
                <a:gd name="connsiteX8" fmla="*/ 271002 w 457206"/>
                <a:gd name="connsiteY8" fmla="*/ 125283 h 489561"/>
                <a:gd name="connsiteX9" fmla="*/ 271002 w 457206"/>
                <a:gd name="connsiteY9" fmla="*/ 130771 h 489561"/>
                <a:gd name="connsiteX10" fmla="*/ 268637 w 457206"/>
                <a:gd name="connsiteY10" fmla="*/ 133800 h 489561"/>
                <a:gd name="connsiteX11" fmla="*/ 265483 w 457206"/>
                <a:gd name="connsiteY11" fmla="*/ 137927 h 489561"/>
                <a:gd name="connsiteX12" fmla="*/ 263721 w 457206"/>
                <a:gd name="connsiteY12" fmla="*/ 137927 h 489561"/>
                <a:gd name="connsiteX13" fmla="*/ 264602 w 457206"/>
                <a:gd name="connsiteY13" fmla="*/ 134634 h 489561"/>
                <a:gd name="connsiteX14" fmla="*/ 268637 w 457206"/>
                <a:gd name="connsiteY14" fmla="*/ 129191 h 489561"/>
                <a:gd name="connsiteX15" fmla="*/ 266365 w 457206"/>
                <a:gd name="connsiteY15" fmla="*/ 129191 h 489561"/>
                <a:gd name="connsiteX16" fmla="*/ 266365 w 457206"/>
                <a:gd name="connsiteY16" fmla="*/ 127215 h 489561"/>
                <a:gd name="connsiteX17" fmla="*/ 263767 w 457206"/>
                <a:gd name="connsiteY17" fmla="*/ 126688 h 489561"/>
                <a:gd name="connsiteX18" fmla="*/ 262330 w 457206"/>
                <a:gd name="connsiteY18" fmla="*/ 130551 h 489561"/>
                <a:gd name="connsiteX19" fmla="*/ 258573 w 457206"/>
                <a:gd name="connsiteY19" fmla="*/ 136039 h 489561"/>
                <a:gd name="connsiteX20" fmla="*/ 262330 w 457206"/>
                <a:gd name="connsiteY20" fmla="*/ 124230 h 489561"/>
                <a:gd name="connsiteX21" fmla="*/ 260243 w 457206"/>
                <a:gd name="connsiteY21" fmla="*/ 125064 h 489561"/>
                <a:gd name="connsiteX22" fmla="*/ 260243 w 457206"/>
                <a:gd name="connsiteY22" fmla="*/ 116284 h 489561"/>
                <a:gd name="connsiteX23" fmla="*/ 258573 w 457206"/>
                <a:gd name="connsiteY23" fmla="*/ 115757 h 489561"/>
                <a:gd name="connsiteX24" fmla="*/ 255976 w 457206"/>
                <a:gd name="connsiteY24" fmla="*/ 118215 h 489561"/>
                <a:gd name="connsiteX25" fmla="*/ 255095 w 457206"/>
                <a:gd name="connsiteY25" fmla="*/ 122342 h 489561"/>
                <a:gd name="connsiteX26" fmla="*/ 254538 w 457206"/>
                <a:gd name="connsiteY26" fmla="*/ 129278 h 489561"/>
                <a:gd name="connsiteX27" fmla="*/ 248138 w 457206"/>
                <a:gd name="connsiteY27" fmla="*/ 136083 h 489561"/>
                <a:gd name="connsiteX28" fmla="*/ 252219 w 457206"/>
                <a:gd name="connsiteY28" fmla="*/ 129278 h 489561"/>
                <a:gd name="connsiteX29" fmla="*/ 252498 w 457206"/>
                <a:gd name="connsiteY29" fmla="*/ 123176 h 489561"/>
                <a:gd name="connsiteX30" fmla="*/ 249298 w 457206"/>
                <a:gd name="connsiteY30" fmla="*/ 122649 h 489561"/>
                <a:gd name="connsiteX31" fmla="*/ 252776 w 457206"/>
                <a:gd name="connsiteY31" fmla="*/ 119928 h 489561"/>
                <a:gd name="connsiteX32" fmla="*/ 255373 w 457206"/>
                <a:gd name="connsiteY32" fmla="*/ 115011 h 489561"/>
                <a:gd name="connsiteX33" fmla="*/ 259454 w 457206"/>
                <a:gd name="connsiteY33" fmla="*/ 106231 h 489561"/>
                <a:gd name="connsiteX34" fmla="*/ 253657 w 457206"/>
                <a:gd name="connsiteY34" fmla="*/ 108689 h 489561"/>
                <a:gd name="connsiteX35" fmla="*/ 250179 w 457206"/>
                <a:gd name="connsiteY35" fmla="*/ 115801 h 489561"/>
                <a:gd name="connsiteX36" fmla="*/ 252080 w 457206"/>
                <a:gd name="connsiteY36" fmla="*/ 108118 h 489561"/>
                <a:gd name="connsiteX37" fmla="*/ 246422 w 457206"/>
                <a:gd name="connsiteY37" fmla="*/ 111982 h 489561"/>
                <a:gd name="connsiteX38" fmla="*/ 244103 w 457206"/>
                <a:gd name="connsiteY38" fmla="*/ 116108 h 489561"/>
                <a:gd name="connsiteX39" fmla="*/ 243222 w 457206"/>
                <a:gd name="connsiteY39" fmla="*/ 119137 h 489561"/>
                <a:gd name="connsiteX40" fmla="*/ 244660 w 457206"/>
                <a:gd name="connsiteY40" fmla="*/ 124361 h 489561"/>
                <a:gd name="connsiteX41" fmla="*/ 240579 w 457206"/>
                <a:gd name="connsiteY41" fmla="*/ 132878 h 489561"/>
                <a:gd name="connsiteX42" fmla="*/ 237982 w 457206"/>
                <a:gd name="connsiteY42" fmla="*/ 132878 h 489561"/>
                <a:gd name="connsiteX43" fmla="*/ 242898 w 457206"/>
                <a:gd name="connsiteY43" fmla="*/ 124361 h 489561"/>
                <a:gd name="connsiteX44" fmla="*/ 240579 w 457206"/>
                <a:gd name="connsiteY44" fmla="*/ 119971 h 489561"/>
                <a:gd name="connsiteX45" fmla="*/ 236822 w 457206"/>
                <a:gd name="connsiteY45" fmla="*/ 119708 h 489561"/>
                <a:gd name="connsiteX46" fmla="*/ 244938 w 457206"/>
                <a:gd name="connsiteY46" fmla="*/ 110928 h 489561"/>
                <a:gd name="connsiteX47" fmla="*/ 242898 w 457206"/>
                <a:gd name="connsiteY47" fmla="*/ 110665 h 489561"/>
                <a:gd name="connsiteX48" fmla="*/ 233900 w 457206"/>
                <a:gd name="connsiteY48" fmla="*/ 118084 h 489561"/>
                <a:gd name="connsiteX49" fmla="*/ 232741 w 457206"/>
                <a:gd name="connsiteY49" fmla="*/ 116723 h 489561"/>
                <a:gd name="connsiteX50" fmla="*/ 243779 w 457206"/>
                <a:gd name="connsiteY50" fmla="*/ 104650 h 489561"/>
                <a:gd name="connsiteX51" fmla="*/ 251014 w 457206"/>
                <a:gd name="connsiteY51" fmla="*/ 98592 h 489561"/>
                <a:gd name="connsiteX52" fmla="*/ 244938 w 457206"/>
                <a:gd name="connsiteY52" fmla="*/ 90076 h 489561"/>
                <a:gd name="connsiteX53" fmla="*/ 236822 w 457206"/>
                <a:gd name="connsiteY53" fmla="*/ 90910 h 489561"/>
                <a:gd name="connsiteX54" fmla="*/ 235060 w 457206"/>
                <a:gd name="connsiteY54" fmla="*/ 95695 h 489561"/>
                <a:gd name="connsiteX55" fmla="*/ 229263 w 457206"/>
                <a:gd name="connsiteY55" fmla="*/ 99163 h 489561"/>
                <a:gd name="connsiteX56" fmla="*/ 229263 w 457206"/>
                <a:gd name="connsiteY56" fmla="*/ 104650 h 489561"/>
                <a:gd name="connsiteX57" fmla="*/ 226063 w 457206"/>
                <a:gd name="connsiteY57" fmla="*/ 107372 h 489561"/>
                <a:gd name="connsiteX58" fmla="*/ 226341 w 457206"/>
                <a:gd name="connsiteY58" fmla="*/ 96748 h 489561"/>
                <a:gd name="connsiteX59" fmla="*/ 230097 w 457206"/>
                <a:gd name="connsiteY59" fmla="*/ 95651 h 489561"/>
                <a:gd name="connsiteX60" fmla="*/ 234457 w 457206"/>
                <a:gd name="connsiteY60" fmla="*/ 90602 h 489561"/>
                <a:gd name="connsiteX61" fmla="*/ 228382 w 457206"/>
                <a:gd name="connsiteY61" fmla="*/ 90602 h 489561"/>
                <a:gd name="connsiteX62" fmla="*/ 224903 w 457206"/>
                <a:gd name="connsiteY62" fmla="*/ 92271 h 489561"/>
                <a:gd name="connsiteX63" fmla="*/ 218503 w 457206"/>
                <a:gd name="connsiteY63" fmla="*/ 101885 h 489561"/>
                <a:gd name="connsiteX64" fmla="*/ 216463 w 457206"/>
                <a:gd name="connsiteY64" fmla="*/ 101885 h 489561"/>
                <a:gd name="connsiteX65" fmla="*/ 221518 w 457206"/>
                <a:gd name="connsiteY65" fmla="*/ 92841 h 489561"/>
                <a:gd name="connsiteX66" fmla="*/ 227454 w 457206"/>
                <a:gd name="connsiteY66" fmla="*/ 87617 h 489561"/>
                <a:gd name="connsiteX67" fmla="*/ 236451 w 457206"/>
                <a:gd name="connsiteY67" fmla="*/ 86783 h 489561"/>
                <a:gd name="connsiteX68" fmla="*/ 236451 w 457206"/>
                <a:gd name="connsiteY68" fmla="*/ 73876 h 489561"/>
                <a:gd name="connsiteX69" fmla="*/ 223976 w 457206"/>
                <a:gd name="connsiteY69" fmla="*/ 66194 h 489561"/>
                <a:gd name="connsiteX70" fmla="*/ 221518 w 457206"/>
                <a:gd name="connsiteY70" fmla="*/ 74711 h 489561"/>
                <a:gd name="connsiteX71" fmla="*/ 220312 w 457206"/>
                <a:gd name="connsiteY71" fmla="*/ 73042 h 489561"/>
                <a:gd name="connsiteX72" fmla="*/ 218178 w 457206"/>
                <a:gd name="connsiteY72" fmla="*/ 73042 h 489561"/>
                <a:gd name="connsiteX73" fmla="*/ 220219 w 457206"/>
                <a:gd name="connsiteY73" fmla="*/ 67555 h 489561"/>
                <a:gd name="connsiteX74" fmla="*/ 212706 w 457206"/>
                <a:gd name="connsiteY74" fmla="*/ 64394 h 489561"/>
                <a:gd name="connsiteX75" fmla="*/ 201668 w 457206"/>
                <a:gd name="connsiteY75" fmla="*/ 57985 h 489561"/>
                <a:gd name="connsiteX76" fmla="*/ 182885 w 457206"/>
                <a:gd name="connsiteY76" fmla="*/ 69486 h 489561"/>
                <a:gd name="connsiteX77" fmla="*/ 190955 w 457206"/>
                <a:gd name="connsiteY77" fmla="*/ 78793 h 489561"/>
                <a:gd name="connsiteX78" fmla="*/ 194155 w 457206"/>
                <a:gd name="connsiteY78" fmla="*/ 81515 h 489561"/>
                <a:gd name="connsiteX79" fmla="*/ 197912 w 457206"/>
                <a:gd name="connsiteY79" fmla="*/ 84237 h 489561"/>
                <a:gd name="connsiteX80" fmla="*/ 208347 w 457206"/>
                <a:gd name="connsiteY80" fmla="*/ 86168 h 489561"/>
                <a:gd name="connsiteX81" fmla="*/ 200230 w 457206"/>
                <a:gd name="connsiteY81" fmla="*/ 87837 h 489561"/>
                <a:gd name="connsiteX82" fmla="*/ 196474 w 457206"/>
                <a:gd name="connsiteY82" fmla="*/ 90032 h 489561"/>
                <a:gd name="connsiteX83" fmla="*/ 194433 w 457206"/>
                <a:gd name="connsiteY83" fmla="*/ 83447 h 489561"/>
                <a:gd name="connsiteX84" fmla="*/ 190955 w 457206"/>
                <a:gd name="connsiteY84" fmla="*/ 82920 h 489561"/>
                <a:gd name="connsiteX85" fmla="*/ 189517 w 457206"/>
                <a:gd name="connsiteY85" fmla="*/ 80198 h 489561"/>
                <a:gd name="connsiteX86" fmla="*/ 185158 w 457206"/>
                <a:gd name="connsiteY86" fmla="*/ 79935 h 489561"/>
                <a:gd name="connsiteX87" fmla="*/ 184277 w 457206"/>
                <a:gd name="connsiteY87" fmla="*/ 85686 h 489561"/>
                <a:gd name="connsiteX88" fmla="*/ 182885 w 457206"/>
                <a:gd name="connsiteY88" fmla="*/ 79627 h 489561"/>
                <a:gd name="connsiteX89" fmla="*/ 180798 w 457206"/>
                <a:gd name="connsiteY89" fmla="*/ 78266 h 489561"/>
                <a:gd name="connsiteX90" fmla="*/ 178480 w 457206"/>
                <a:gd name="connsiteY90" fmla="*/ 73350 h 489561"/>
                <a:gd name="connsiteX91" fmla="*/ 174723 w 457206"/>
                <a:gd name="connsiteY91" fmla="*/ 73350 h 489561"/>
                <a:gd name="connsiteX92" fmla="*/ 174723 w 457206"/>
                <a:gd name="connsiteY92" fmla="*/ 76906 h 489561"/>
                <a:gd name="connsiteX93" fmla="*/ 179082 w 457206"/>
                <a:gd name="connsiteY93" fmla="*/ 79101 h 489561"/>
                <a:gd name="connsiteX94" fmla="*/ 176485 w 457206"/>
                <a:gd name="connsiteY94" fmla="*/ 84017 h 489561"/>
                <a:gd name="connsiteX95" fmla="*/ 182932 w 457206"/>
                <a:gd name="connsiteY95" fmla="*/ 88407 h 489561"/>
                <a:gd name="connsiteX96" fmla="*/ 186642 w 457206"/>
                <a:gd name="connsiteY96" fmla="*/ 94466 h 489561"/>
                <a:gd name="connsiteX97" fmla="*/ 190399 w 457206"/>
                <a:gd name="connsiteY97" fmla="*/ 95651 h 489561"/>
                <a:gd name="connsiteX98" fmla="*/ 192996 w 457206"/>
                <a:gd name="connsiteY98" fmla="*/ 99646 h 489561"/>
                <a:gd name="connsiteX99" fmla="*/ 194433 w 457206"/>
                <a:gd name="connsiteY99" fmla="*/ 105704 h 489561"/>
                <a:gd name="connsiteX100" fmla="*/ 187755 w 457206"/>
                <a:gd name="connsiteY100" fmla="*/ 98285 h 489561"/>
                <a:gd name="connsiteX101" fmla="*/ 189796 w 457206"/>
                <a:gd name="connsiteY101" fmla="*/ 104036 h 489561"/>
                <a:gd name="connsiteX102" fmla="*/ 185158 w 457206"/>
                <a:gd name="connsiteY102" fmla="*/ 98285 h 489561"/>
                <a:gd name="connsiteX103" fmla="*/ 182885 w 457206"/>
                <a:gd name="connsiteY103" fmla="*/ 91436 h 489561"/>
                <a:gd name="connsiteX104" fmla="*/ 177877 w 457206"/>
                <a:gd name="connsiteY104" fmla="*/ 87310 h 489561"/>
                <a:gd name="connsiteX105" fmla="*/ 175836 w 457206"/>
                <a:gd name="connsiteY105" fmla="*/ 94158 h 489561"/>
                <a:gd name="connsiteX106" fmla="*/ 182839 w 457206"/>
                <a:gd name="connsiteY106" fmla="*/ 98812 h 489561"/>
                <a:gd name="connsiteX107" fmla="*/ 181309 w 457206"/>
                <a:gd name="connsiteY107" fmla="*/ 101270 h 489561"/>
                <a:gd name="connsiteX108" fmla="*/ 173796 w 457206"/>
                <a:gd name="connsiteY108" fmla="*/ 96704 h 489561"/>
                <a:gd name="connsiteX109" fmla="*/ 172033 w 457206"/>
                <a:gd name="connsiteY109" fmla="*/ 95607 h 489561"/>
                <a:gd name="connsiteX110" fmla="*/ 173796 w 457206"/>
                <a:gd name="connsiteY110" fmla="*/ 91393 h 489561"/>
                <a:gd name="connsiteX111" fmla="*/ 173796 w 457206"/>
                <a:gd name="connsiteY111" fmla="*/ 80681 h 489561"/>
                <a:gd name="connsiteX112" fmla="*/ 170039 w 457206"/>
                <a:gd name="connsiteY112" fmla="*/ 74930 h 489561"/>
                <a:gd name="connsiteX113" fmla="*/ 166561 w 457206"/>
                <a:gd name="connsiteY113" fmla="*/ 80154 h 489561"/>
                <a:gd name="connsiteX114" fmla="*/ 168323 w 457206"/>
                <a:gd name="connsiteY114" fmla="*/ 85071 h 489561"/>
                <a:gd name="connsiteX115" fmla="*/ 163964 w 457206"/>
                <a:gd name="connsiteY115" fmla="*/ 82876 h 489561"/>
                <a:gd name="connsiteX116" fmla="*/ 164520 w 457206"/>
                <a:gd name="connsiteY116" fmla="*/ 80154 h 489561"/>
                <a:gd name="connsiteX117" fmla="*/ 168277 w 457206"/>
                <a:gd name="connsiteY117" fmla="*/ 73569 h 489561"/>
                <a:gd name="connsiteX118" fmla="*/ 166514 w 457206"/>
                <a:gd name="connsiteY118" fmla="*/ 72472 h 489561"/>
                <a:gd name="connsiteX119" fmla="*/ 164474 w 457206"/>
                <a:gd name="connsiteY119" fmla="*/ 76862 h 489561"/>
                <a:gd name="connsiteX120" fmla="*/ 162433 w 457206"/>
                <a:gd name="connsiteY120" fmla="*/ 75501 h 489561"/>
                <a:gd name="connsiteX121" fmla="*/ 164474 w 457206"/>
                <a:gd name="connsiteY121" fmla="*/ 70847 h 489561"/>
                <a:gd name="connsiteX122" fmla="*/ 161598 w 457206"/>
                <a:gd name="connsiteY122" fmla="*/ 70847 h 489561"/>
                <a:gd name="connsiteX123" fmla="*/ 159001 w 457206"/>
                <a:gd name="connsiteY123" fmla="*/ 74711 h 489561"/>
                <a:gd name="connsiteX124" fmla="*/ 156404 w 457206"/>
                <a:gd name="connsiteY124" fmla="*/ 78837 h 489561"/>
                <a:gd name="connsiteX125" fmla="*/ 159604 w 457206"/>
                <a:gd name="connsiteY125" fmla="*/ 83754 h 489561"/>
                <a:gd name="connsiteX126" fmla="*/ 164520 w 457206"/>
                <a:gd name="connsiteY126" fmla="*/ 87881 h 489561"/>
                <a:gd name="connsiteX127" fmla="*/ 160439 w 457206"/>
                <a:gd name="connsiteY127" fmla="*/ 87617 h 489561"/>
                <a:gd name="connsiteX128" fmla="*/ 157239 w 457206"/>
                <a:gd name="connsiteY128" fmla="*/ 83491 h 489561"/>
                <a:gd name="connsiteX129" fmla="*/ 154549 w 457206"/>
                <a:gd name="connsiteY129" fmla="*/ 80198 h 489561"/>
                <a:gd name="connsiteX130" fmla="*/ 154549 w 457206"/>
                <a:gd name="connsiteY130" fmla="*/ 85422 h 489561"/>
                <a:gd name="connsiteX131" fmla="*/ 150839 w 457206"/>
                <a:gd name="connsiteY131" fmla="*/ 85422 h 489561"/>
                <a:gd name="connsiteX132" fmla="*/ 152601 w 457206"/>
                <a:gd name="connsiteY132" fmla="*/ 88715 h 489561"/>
                <a:gd name="connsiteX133" fmla="*/ 154549 w 457206"/>
                <a:gd name="connsiteY133" fmla="*/ 91744 h 489561"/>
                <a:gd name="connsiteX134" fmla="*/ 149123 w 457206"/>
                <a:gd name="connsiteY134" fmla="*/ 95695 h 489561"/>
                <a:gd name="connsiteX135" fmla="*/ 144160 w 457206"/>
                <a:gd name="connsiteY135" fmla="*/ 99997 h 489561"/>
                <a:gd name="connsiteX136" fmla="*/ 145923 w 457206"/>
                <a:gd name="connsiteY136" fmla="*/ 94509 h 489561"/>
                <a:gd name="connsiteX137" fmla="*/ 142166 w 457206"/>
                <a:gd name="connsiteY137" fmla="*/ 92578 h 489561"/>
                <a:gd name="connsiteX138" fmla="*/ 142166 w 457206"/>
                <a:gd name="connsiteY138" fmla="*/ 90646 h 489561"/>
                <a:gd name="connsiteX139" fmla="*/ 150560 w 457206"/>
                <a:gd name="connsiteY139" fmla="*/ 90910 h 489561"/>
                <a:gd name="connsiteX140" fmla="*/ 144160 w 457206"/>
                <a:gd name="connsiteY140" fmla="*/ 85422 h 489561"/>
                <a:gd name="connsiteX141" fmla="*/ 146201 w 457206"/>
                <a:gd name="connsiteY141" fmla="*/ 79935 h 489561"/>
                <a:gd name="connsiteX142" fmla="*/ 151117 w 457206"/>
                <a:gd name="connsiteY142" fmla="*/ 74184 h 489561"/>
                <a:gd name="connsiteX143" fmla="*/ 150236 w 457206"/>
                <a:gd name="connsiteY143" fmla="*/ 69794 h 489561"/>
                <a:gd name="connsiteX144" fmla="*/ 147639 w 457206"/>
                <a:gd name="connsiteY144" fmla="*/ 71155 h 489561"/>
                <a:gd name="connsiteX145" fmla="*/ 144160 w 457206"/>
                <a:gd name="connsiteY145" fmla="*/ 77213 h 489561"/>
                <a:gd name="connsiteX146" fmla="*/ 140404 w 457206"/>
                <a:gd name="connsiteY146" fmla="*/ 83271 h 489561"/>
                <a:gd name="connsiteX147" fmla="*/ 138363 w 457206"/>
                <a:gd name="connsiteY147" fmla="*/ 83271 h 489561"/>
                <a:gd name="connsiteX148" fmla="*/ 141563 w 457206"/>
                <a:gd name="connsiteY148" fmla="*/ 75325 h 489561"/>
                <a:gd name="connsiteX149" fmla="*/ 148798 w 457206"/>
                <a:gd name="connsiteY149" fmla="*/ 66808 h 489561"/>
                <a:gd name="connsiteX150" fmla="*/ 151673 w 457206"/>
                <a:gd name="connsiteY150" fmla="*/ 62243 h 489561"/>
                <a:gd name="connsiteX151" fmla="*/ 151673 w 457206"/>
                <a:gd name="connsiteY151" fmla="*/ 54034 h 489561"/>
                <a:gd name="connsiteX152" fmla="*/ 147592 w 457206"/>
                <a:gd name="connsiteY152" fmla="*/ 47317 h 489561"/>
                <a:gd name="connsiteX153" fmla="*/ 150468 w 457206"/>
                <a:gd name="connsiteY153" fmla="*/ 39634 h 489561"/>
                <a:gd name="connsiteX154" fmla="*/ 138873 w 457206"/>
                <a:gd name="connsiteY154" fmla="*/ 31425 h 489561"/>
                <a:gd name="connsiteX155" fmla="*/ 130757 w 457206"/>
                <a:gd name="connsiteY155" fmla="*/ 7280 h 489561"/>
                <a:gd name="connsiteX156" fmla="*/ 111928 w 457206"/>
                <a:gd name="connsiteY156" fmla="*/ 9475 h 489561"/>
                <a:gd name="connsiteX157" fmla="*/ 96856 w 457206"/>
                <a:gd name="connsiteY157" fmla="*/ 19089 h 489561"/>
                <a:gd name="connsiteX158" fmla="*/ 102653 w 457206"/>
                <a:gd name="connsiteY158" fmla="*/ 24006 h 489561"/>
                <a:gd name="connsiteX159" fmla="*/ 100890 w 457206"/>
                <a:gd name="connsiteY159" fmla="*/ 30591 h 489561"/>
                <a:gd name="connsiteX160" fmla="*/ 92172 w 457206"/>
                <a:gd name="connsiteY160" fmla="*/ 20977 h 489561"/>
                <a:gd name="connsiteX161" fmla="*/ 86374 w 457206"/>
                <a:gd name="connsiteY161" fmla="*/ 25367 h 489561"/>
                <a:gd name="connsiteX162" fmla="*/ 92450 w 457206"/>
                <a:gd name="connsiteY162" fmla="*/ 31425 h 489561"/>
                <a:gd name="connsiteX163" fmla="*/ 91569 w 457206"/>
                <a:gd name="connsiteY163" fmla="*/ 33796 h 489561"/>
                <a:gd name="connsiteX164" fmla="*/ 88090 w 457206"/>
                <a:gd name="connsiteY164" fmla="*/ 31425 h 489561"/>
                <a:gd name="connsiteX165" fmla="*/ 84334 w 457206"/>
                <a:gd name="connsiteY165" fmla="*/ 25367 h 489561"/>
                <a:gd name="connsiteX166" fmla="*/ 79418 w 457206"/>
                <a:gd name="connsiteY166" fmla="*/ 28396 h 489561"/>
                <a:gd name="connsiteX167" fmla="*/ 77655 w 457206"/>
                <a:gd name="connsiteY167" fmla="*/ 31425 h 489561"/>
                <a:gd name="connsiteX168" fmla="*/ 80531 w 457206"/>
                <a:gd name="connsiteY168" fmla="*/ 36078 h 489561"/>
                <a:gd name="connsiteX169" fmla="*/ 91569 w 457206"/>
                <a:gd name="connsiteY169" fmla="*/ 41522 h 489561"/>
                <a:gd name="connsiteX170" fmla="*/ 100844 w 457206"/>
                <a:gd name="connsiteY170" fmla="*/ 41522 h 489561"/>
                <a:gd name="connsiteX171" fmla="*/ 100844 w 457206"/>
                <a:gd name="connsiteY171" fmla="*/ 43234 h 489561"/>
                <a:gd name="connsiteX172" fmla="*/ 94166 w 457206"/>
                <a:gd name="connsiteY172" fmla="*/ 43761 h 489561"/>
                <a:gd name="connsiteX173" fmla="*/ 86931 w 457206"/>
                <a:gd name="connsiteY173" fmla="*/ 41522 h 489561"/>
                <a:gd name="connsiteX174" fmla="*/ 78537 w 457206"/>
                <a:gd name="connsiteY174" fmla="*/ 39634 h 489561"/>
                <a:gd name="connsiteX175" fmla="*/ 77099 w 457206"/>
                <a:gd name="connsiteY175" fmla="*/ 41522 h 489561"/>
                <a:gd name="connsiteX176" fmla="*/ 73389 w 457206"/>
                <a:gd name="connsiteY176" fmla="*/ 39634 h 489561"/>
                <a:gd name="connsiteX177" fmla="*/ 71580 w 457206"/>
                <a:gd name="connsiteY177" fmla="*/ 44288 h 489561"/>
                <a:gd name="connsiteX178" fmla="*/ 79974 w 457206"/>
                <a:gd name="connsiteY178" fmla="*/ 46219 h 489561"/>
                <a:gd name="connsiteX179" fmla="*/ 94166 w 457206"/>
                <a:gd name="connsiteY179" fmla="*/ 56097 h 489561"/>
                <a:gd name="connsiteX180" fmla="*/ 92125 w 457206"/>
                <a:gd name="connsiteY180" fmla="*/ 58028 h 489561"/>
                <a:gd name="connsiteX181" fmla="*/ 81690 w 457206"/>
                <a:gd name="connsiteY181" fmla="*/ 50083 h 489561"/>
                <a:gd name="connsiteX182" fmla="*/ 69215 w 457206"/>
                <a:gd name="connsiteY182" fmla="*/ 50083 h 489561"/>
                <a:gd name="connsiteX183" fmla="*/ 70374 w 457206"/>
                <a:gd name="connsiteY183" fmla="*/ 67116 h 489561"/>
                <a:gd name="connsiteX184" fmla="*/ 73342 w 457206"/>
                <a:gd name="connsiteY184" fmla="*/ 74798 h 489561"/>
                <a:gd name="connsiteX185" fmla="*/ 79093 w 457206"/>
                <a:gd name="connsiteY185" fmla="*/ 75632 h 489561"/>
                <a:gd name="connsiteX186" fmla="*/ 83453 w 457206"/>
                <a:gd name="connsiteY186" fmla="*/ 71769 h 489561"/>
                <a:gd name="connsiteX187" fmla="*/ 82293 w 457206"/>
                <a:gd name="connsiteY187" fmla="*/ 75896 h 489561"/>
                <a:gd name="connsiteX188" fmla="*/ 88693 w 457206"/>
                <a:gd name="connsiteY188" fmla="*/ 75896 h 489561"/>
                <a:gd name="connsiteX189" fmla="*/ 88693 w 457206"/>
                <a:gd name="connsiteY189" fmla="*/ 78354 h 489561"/>
                <a:gd name="connsiteX190" fmla="*/ 82618 w 457206"/>
                <a:gd name="connsiteY190" fmla="*/ 78881 h 489561"/>
                <a:gd name="connsiteX191" fmla="*/ 81737 w 457206"/>
                <a:gd name="connsiteY191" fmla="*/ 80549 h 489561"/>
                <a:gd name="connsiteX192" fmla="*/ 85493 w 457206"/>
                <a:gd name="connsiteY192" fmla="*/ 85203 h 489561"/>
                <a:gd name="connsiteX193" fmla="*/ 94212 w 457206"/>
                <a:gd name="connsiteY193" fmla="*/ 94246 h 489561"/>
                <a:gd name="connsiteX194" fmla="*/ 91893 w 457206"/>
                <a:gd name="connsiteY194" fmla="*/ 95739 h 489561"/>
                <a:gd name="connsiteX195" fmla="*/ 84380 w 457206"/>
                <a:gd name="connsiteY195" fmla="*/ 87661 h 489561"/>
                <a:gd name="connsiteX196" fmla="*/ 81505 w 457206"/>
                <a:gd name="connsiteY196" fmla="*/ 83271 h 489561"/>
                <a:gd name="connsiteX197" fmla="*/ 73110 w 457206"/>
                <a:gd name="connsiteY197" fmla="*/ 82174 h 489561"/>
                <a:gd name="connsiteX198" fmla="*/ 73389 w 457206"/>
                <a:gd name="connsiteY198" fmla="*/ 86037 h 489561"/>
                <a:gd name="connsiteX199" fmla="*/ 73110 w 457206"/>
                <a:gd name="connsiteY199" fmla="*/ 88759 h 489561"/>
                <a:gd name="connsiteX200" fmla="*/ 65273 w 457206"/>
                <a:gd name="connsiteY200" fmla="*/ 95739 h 489561"/>
                <a:gd name="connsiteX201" fmla="*/ 71673 w 457206"/>
                <a:gd name="connsiteY201" fmla="*/ 100831 h 489561"/>
                <a:gd name="connsiteX202" fmla="*/ 72554 w 457206"/>
                <a:gd name="connsiteY202" fmla="*/ 106055 h 489561"/>
                <a:gd name="connsiteX203" fmla="*/ 82386 w 457206"/>
                <a:gd name="connsiteY203" fmla="*/ 111806 h 489561"/>
                <a:gd name="connsiteX204" fmla="*/ 84983 w 457206"/>
                <a:gd name="connsiteY204" fmla="*/ 110709 h 489561"/>
                <a:gd name="connsiteX205" fmla="*/ 87858 w 457206"/>
                <a:gd name="connsiteY205" fmla="*/ 111806 h 489561"/>
                <a:gd name="connsiteX206" fmla="*/ 84983 w 457206"/>
                <a:gd name="connsiteY206" fmla="*/ 115362 h 489561"/>
                <a:gd name="connsiteX207" fmla="*/ 87858 w 457206"/>
                <a:gd name="connsiteY207" fmla="*/ 117294 h 489561"/>
                <a:gd name="connsiteX208" fmla="*/ 87858 w 457206"/>
                <a:gd name="connsiteY208" fmla="*/ 121684 h 489561"/>
                <a:gd name="connsiteX209" fmla="*/ 84380 w 457206"/>
                <a:gd name="connsiteY209" fmla="*/ 122210 h 489561"/>
                <a:gd name="connsiteX210" fmla="*/ 84380 w 457206"/>
                <a:gd name="connsiteY210" fmla="*/ 127434 h 489561"/>
                <a:gd name="connsiteX211" fmla="*/ 82525 w 457206"/>
                <a:gd name="connsiteY211" fmla="*/ 124976 h 489561"/>
                <a:gd name="connsiteX212" fmla="*/ 56554 w 457206"/>
                <a:gd name="connsiteY212" fmla="*/ 89329 h 489561"/>
                <a:gd name="connsiteX213" fmla="*/ 60635 w 457206"/>
                <a:gd name="connsiteY213" fmla="*/ 75896 h 489561"/>
                <a:gd name="connsiteX214" fmla="*/ 53678 w 457206"/>
                <a:gd name="connsiteY214" fmla="*/ 63823 h 489561"/>
                <a:gd name="connsiteX215" fmla="*/ 53678 w 457206"/>
                <a:gd name="connsiteY215" fmla="*/ 50127 h 489561"/>
                <a:gd name="connsiteX216" fmla="*/ 60078 w 457206"/>
                <a:gd name="connsiteY216" fmla="*/ 35025 h 489561"/>
                <a:gd name="connsiteX217" fmla="*/ 73435 w 457206"/>
                <a:gd name="connsiteY217" fmla="*/ 16938 h 489561"/>
                <a:gd name="connsiteX218" fmla="*/ 82154 w 457206"/>
                <a:gd name="connsiteY218" fmla="*/ 4822 h 489561"/>
                <a:gd name="connsiteX219" fmla="*/ 67684 w 457206"/>
                <a:gd name="connsiteY219" fmla="*/ 1573 h 489561"/>
                <a:gd name="connsiteX220" fmla="*/ 23348 w 457206"/>
                <a:gd name="connsiteY220" fmla="*/ 21899 h 489561"/>
                <a:gd name="connsiteX221" fmla="*/ 22188 w 457206"/>
                <a:gd name="connsiteY221" fmla="*/ 28484 h 489561"/>
                <a:gd name="connsiteX222" fmla="*/ 17551 w 457206"/>
                <a:gd name="connsiteY222" fmla="*/ 33927 h 489561"/>
                <a:gd name="connsiteX223" fmla="*/ 13794 w 457206"/>
                <a:gd name="connsiteY223" fmla="*/ 38098 h 489561"/>
                <a:gd name="connsiteX224" fmla="*/ 13516 w 457206"/>
                <a:gd name="connsiteY224" fmla="*/ 45210 h 489561"/>
                <a:gd name="connsiteX225" fmla="*/ 12356 w 457206"/>
                <a:gd name="connsiteY225" fmla="*/ 56185 h 489561"/>
                <a:gd name="connsiteX226" fmla="*/ 7162 w 457206"/>
                <a:gd name="connsiteY226" fmla="*/ 62331 h 489561"/>
                <a:gd name="connsiteX227" fmla="*/ 2246 w 457206"/>
                <a:gd name="connsiteY227" fmla="*/ 76774 h 489561"/>
                <a:gd name="connsiteX228" fmla="*/ 2246 w 457206"/>
                <a:gd name="connsiteY228" fmla="*/ 86081 h 489561"/>
                <a:gd name="connsiteX229" fmla="*/ 7440 w 457206"/>
                <a:gd name="connsiteY229" fmla="*/ 85817 h 489561"/>
                <a:gd name="connsiteX230" fmla="*/ 7440 w 457206"/>
                <a:gd name="connsiteY230" fmla="*/ 88846 h 489561"/>
                <a:gd name="connsiteX231" fmla="*/ 391 w 457206"/>
                <a:gd name="connsiteY231" fmla="*/ 95826 h 489561"/>
                <a:gd name="connsiteX232" fmla="*/ 3637 w 457206"/>
                <a:gd name="connsiteY232" fmla="*/ 107504 h 489561"/>
                <a:gd name="connsiteX233" fmla="*/ 3637 w 457206"/>
                <a:gd name="connsiteY233" fmla="*/ 125591 h 489561"/>
                <a:gd name="connsiteX234" fmla="*/ 31185 w 457206"/>
                <a:gd name="connsiteY234" fmla="*/ 131342 h 489561"/>
                <a:gd name="connsiteX235" fmla="*/ 34942 w 457206"/>
                <a:gd name="connsiteY235" fmla="*/ 129498 h 489561"/>
                <a:gd name="connsiteX236" fmla="*/ 47417 w 457206"/>
                <a:gd name="connsiteY236" fmla="*/ 141219 h 489561"/>
                <a:gd name="connsiteX237" fmla="*/ 45377 w 457206"/>
                <a:gd name="connsiteY237" fmla="*/ 142580 h 489561"/>
                <a:gd name="connsiteX238" fmla="*/ 42177 w 457206"/>
                <a:gd name="connsiteY238" fmla="*/ 145038 h 489561"/>
                <a:gd name="connsiteX239" fmla="*/ 27382 w 457206"/>
                <a:gd name="connsiteY239" fmla="*/ 144512 h 489561"/>
                <a:gd name="connsiteX240" fmla="*/ 20148 w 457206"/>
                <a:gd name="connsiteY240" fmla="*/ 140956 h 489561"/>
                <a:gd name="connsiteX241" fmla="*/ 14629 w 457206"/>
                <a:gd name="connsiteY241" fmla="*/ 140692 h 489561"/>
                <a:gd name="connsiteX242" fmla="*/ 14072 w 457206"/>
                <a:gd name="connsiteY242" fmla="*/ 138409 h 489561"/>
                <a:gd name="connsiteX243" fmla="*/ 9156 w 457206"/>
                <a:gd name="connsiteY243" fmla="*/ 137136 h 489561"/>
                <a:gd name="connsiteX244" fmla="*/ 13516 w 457206"/>
                <a:gd name="connsiteY244" fmla="*/ 143458 h 489561"/>
                <a:gd name="connsiteX245" fmla="*/ 16994 w 457206"/>
                <a:gd name="connsiteY245" fmla="*/ 158296 h 489561"/>
                <a:gd name="connsiteX246" fmla="*/ 26269 w 457206"/>
                <a:gd name="connsiteY246" fmla="*/ 167076 h 489561"/>
                <a:gd name="connsiteX247" fmla="*/ 33226 w 457206"/>
                <a:gd name="connsiteY247" fmla="*/ 171993 h 489561"/>
                <a:gd name="connsiteX248" fmla="*/ 29748 w 457206"/>
                <a:gd name="connsiteY248" fmla="*/ 172520 h 489561"/>
                <a:gd name="connsiteX249" fmla="*/ 33504 w 457206"/>
                <a:gd name="connsiteY249" fmla="*/ 177437 h 489561"/>
                <a:gd name="connsiteX250" fmla="*/ 36983 w 457206"/>
                <a:gd name="connsiteY250" fmla="*/ 175768 h 489561"/>
                <a:gd name="connsiteX251" fmla="*/ 36983 w 457206"/>
                <a:gd name="connsiteY251" fmla="*/ 172739 h 489561"/>
                <a:gd name="connsiteX252" fmla="*/ 41342 w 457206"/>
                <a:gd name="connsiteY252" fmla="*/ 172739 h 489561"/>
                <a:gd name="connsiteX253" fmla="*/ 43104 w 457206"/>
                <a:gd name="connsiteY253" fmla="*/ 171378 h 489561"/>
                <a:gd name="connsiteX254" fmla="*/ 43104 w 457206"/>
                <a:gd name="connsiteY254" fmla="*/ 173573 h 489561"/>
                <a:gd name="connsiteX255" fmla="*/ 48530 w 457206"/>
                <a:gd name="connsiteY255" fmla="*/ 174408 h 489561"/>
                <a:gd name="connsiteX256" fmla="*/ 48530 w 457206"/>
                <a:gd name="connsiteY256" fmla="*/ 171686 h 489561"/>
                <a:gd name="connsiteX257" fmla="*/ 46304 w 457206"/>
                <a:gd name="connsiteY257" fmla="*/ 169754 h 489561"/>
                <a:gd name="connsiteX258" fmla="*/ 50664 w 457206"/>
                <a:gd name="connsiteY258" fmla="*/ 165628 h 489561"/>
                <a:gd name="connsiteX259" fmla="*/ 52844 w 457206"/>
                <a:gd name="connsiteY259" fmla="*/ 172739 h 489561"/>
                <a:gd name="connsiteX260" fmla="*/ 57342 w 457206"/>
                <a:gd name="connsiteY260" fmla="*/ 165628 h 489561"/>
                <a:gd name="connsiteX261" fmla="*/ 66061 w 457206"/>
                <a:gd name="connsiteY261" fmla="*/ 187051 h 489561"/>
                <a:gd name="connsiteX262" fmla="*/ 74455 w 457206"/>
                <a:gd name="connsiteY262" fmla="*/ 187314 h 489561"/>
                <a:gd name="connsiteX263" fmla="*/ 74455 w 457206"/>
                <a:gd name="connsiteY263" fmla="*/ 185383 h 489561"/>
                <a:gd name="connsiteX264" fmla="*/ 68380 w 457206"/>
                <a:gd name="connsiteY264" fmla="*/ 183188 h 489561"/>
                <a:gd name="connsiteX265" fmla="*/ 82293 w 457206"/>
                <a:gd name="connsiteY265" fmla="*/ 184022 h 489561"/>
                <a:gd name="connsiteX266" fmla="*/ 108682 w 457206"/>
                <a:gd name="connsiteY266" fmla="*/ 186480 h 489561"/>
                <a:gd name="connsiteX267" fmla="*/ 117957 w 457206"/>
                <a:gd name="connsiteY267" fmla="*/ 191134 h 489561"/>
                <a:gd name="connsiteX268" fmla="*/ 118514 w 457206"/>
                <a:gd name="connsiteY268" fmla="*/ 194163 h 489561"/>
                <a:gd name="connsiteX269" fmla="*/ 115035 w 457206"/>
                <a:gd name="connsiteY269" fmla="*/ 195655 h 489561"/>
                <a:gd name="connsiteX270" fmla="*/ 117354 w 457206"/>
                <a:gd name="connsiteY270" fmla="*/ 197148 h 489561"/>
                <a:gd name="connsiteX271" fmla="*/ 119951 w 457206"/>
                <a:gd name="connsiteY271" fmla="*/ 197675 h 489561"/>
                <a:gd name="connsiteX272" fmla="*/ 120833 w 457206"/>
                <a:gd name="connsiteY272" fmla="*/ 191090 h 489561"/>
                <a:gd name="connsiteX273" fmla="*/ 124311 w 457206"/>
                <a:gd name="connsiteY273" fmla="*/ 195611 h 489561"/>
                <a:gd name="connsiteX274" fmla="*/ 127789 w 457206"/>
                <a:gd name="connsiteY274" fmla="*/ 193548 h 489561"/>
                <a:gd name="connsiteX275" fmla="*/ 130665 w 457206"/>
                <a:gd name="connsiteY275" fmla="*/ 193548 h 489561"/>
                <a:gd name="connsiteX276" fmla="*/ 130665 w 457206"/>
                <a:gd name="connsiteY276" fmla="*/ 191090 h 489561"/>
                <a:gd name="connsiteX277" fmla="*/ 122827 w 457206"/>
                <a:gd name="connsiteY277" fmla="*/ 182046 h 489561"/>
                <a:gd name="connsiteX278" fmla="*/ 111511 w 457206"/>
                <a:gd name="connsiteY278" fmla="*/ 173003 h 489561"/>
                <a:gd name="connsiteX279" fmla="*/ 124543 w 457206"/>
                <a:gd name="connsiteY279" fmla="*/ 180422 h 489561"/>
                <a:gd name="connsiteX280" fmla="*/ 129737 w 457206"/>
                <a:gd name="connsiteY280" fmla="*/ 186480 h 489561"/>
                <a:gd name="connsiteX281" fmla="*/ 134097 w 457206"/>
                <a:gd name="connsiteY281" fmla="*/ 189202 h 489561"/>
                <a:gd name="connsiteX282" fmla="*/ 146572 w 457206"/>
                <a:gd name="connsiteY282" fmla="*/ 201845 h 489561"/>
                <a:gd name="connsiteX283" fmla="*/ 151766 w 457206"/>
                <a:gd name="connsiteY283" fmla="*/ 202372 h 489561"/>
                <a:gd name="connsiteX284" fmla="*/ 158723 w 457206"/>
                <a:gd name="connsiteY284" fmla="*/ 208430 h 489561"/>
                <a:gd name="connsiteX285" fmla="*/ 159001 w 457206"/>
                <a:gd name="connsiteY285" fmla="*/ 203601 h 489561"/>
                <a:gd name="connsiteX286" fmla="*/ 167720 w 457206"/>
                <a:gd name="connsiteY286" fmla="*/ 195655 h 489561"/>
                <a:gd name="connsiteX287" fmla="*/ 158166 w 457206"/>
                <a:gd name="connsiteY287" fmla="*/ 200177 h 489561"/>
                <a:gd name="connsiteX288" fmla="*/ 151488 w 457206"/>
                <a:gd name="connsiteY288" fmla="*/ 197719 h 489561"/>
                <a:gd name="connsiteX289" fmla="*/ 148010 w 457206"/>
                <a:gd name="connsiteY289" fmla="*/ 197455 h 489561"/>
                <a:gd name="connsiteX290" fmla="*/ 141610 w 457206"/>
                <a:gd name="connsiteY290" fmla="*/ 187314 h 489561"/>
                <a:gd name="connsiteX291" fmla="*/ 131453 w 457206"/>
                <a:gd name="connsiteY291" fmla="*/ 182661 h 489561"/>
                <a:gd name="connsiteX292" fmla="*/ 144207 w 457206"/>
                <a:gd name="connsiteY292" fmla="*/ 183495 h 489561"/>
                <a:gd name="connsiteX293" fmla="*/ 150607 w 457206"/>
                <a:gd name="connsiteY293" fmla="*/ 185163 h 489561"/>
                <a:gd name="connsiteX294" fmla="*/ 156682 w 457206"/>
                <a:gd name="connsiteY294" fmla="*/ 187095 h 489561"/>
                <a:gd name="connsiteX295" fmla="*/ 159882 w 457206"/>
                <a:gd name="connsiteY295" fmla="*/ 185997 h 489561"/>
                <a:gd name="connsiteX296" fmla="*/ 162479 w 457206"/>
                <a:gd name="connsiteY296" fmla="*/ 193109 h 489561"/>
                <a:gd name="connsiteX297" fmla="*/ 166839 w 457206"/>
                <a:gd name="connsiteY297" fmla="*/ 194470 h 489561"/>
                <a:gd name="connsiteX298" fmla="*/ 168880 w 457206"/>
                <a:gd name="connsiteY298" fmla="*/ 191177 h 489561"/>
                <a:gd name="connsiteX299" fmla="*/ 179917 w 457206"/>
                <a:gd name="connsiteY299" fmla="*/ 191177 h 489561"/>
                <a:gd name="connsiteX300" fmla="*/ 181680 w 457206"/>
                <a:gd name="connsiteY300" fmla="*/ 186787 h 489561"/>
                <a:gd name="connsiteX301" fmla="*/ 179361 w 457206"/>
                <a:gd name="connsiteY301" fmla="*/ 184592 h 489561"/>
                <a:gd name="connsiteX302" fmla="*/ 176485 w 457206"/>
                <a:gd name="connsiteY302" fmla="*/ 173354 h 489561"/>
                <a:gd name="connsiteX303" fmla="*/ 172729 w 457206"/>
                <a:gd name="connsiteY303" fmla="*/ 173091 h 489561"/>
                <a:gd name="connsiteX304" fmla="*/ 164891 w 457206"/>
                <a:gd name="connsiteY304" fmla="*/ 170632 h 489561"/>
                <a:gd name="connsiteX305" fmla="*/ 168648 w 457206"/>
                <a:gd name="connsiteY305" fmla="*/ 165715 h 489561"/>
                <a:gd name="connsiteX306" fmla="*/ 173285 w 457206"/>
                <a:gd name="connsiteY306" fmla="*/ 167910 h 489561"/>
                <a:gd name="connsiteX307" fmla="*/ 177367 w 457206"/>
                <a:gd name="connsiteY307" fmla="*/ 167076 h 489561"/>
                <a:gd name="connsiteX308" fmla="*/ 185204 w 457206"/>
                <a:gd name="connsiteY308" fmla="*/ 172564 h 489561"/>
                <a:gd name="connsiteX309" fmla="*/ 182932 w 457206"/>
                <a:gd name="connsiteY309" fmla="*/ 173925 h 489561"/>
                <a:gd name="connsiteX310" fmla="*/ 185204 w 457206"/>
                <a:gd name="connsiteY310" fmla="*/ 176954 h 489561"/>
                <a:gd name="connsiteX311" fmla="*/ 193320 w 457206"/>
                <a:gd name="connsiteY311" fmla="*/ 175856 h 489561"/>
                <a:gd name="connsiteX312" fmla="*/ 197680 w 457206"/>
                <a:gd name="connsiteY312" fmla="*/ 178885 h 489561"/>
                <a:gd name="connsiteX313" fmla="*/ 195917 w 457206"/>
                <a:gd name="connsiteY313" fmla="*/ 181080 h 489561"/>
                <a:gd name="connsiteX314" fmla="*/ 195917 w 457206"/>
                <a:gd name="connsiteY314" fmla="*/ 197806 h 489561"/>
                <a:gd name="connsiteX315" fmla="*/ 198236 w 457206"/>
                <a:gd name="connsiteY315" fmla="*/ 198904 h 489561"/>
                <a:gd name="connsiteX316" fmla="*/ 198793 w 457206"/>
                <a:gd name="connsiteY316" fmla="*/ 195743 h 489561"/>
                <a:gd name="connsiteX317" fmla="*/ 200833 w 457206"/>
                <a:gd name="connsiteY317" fmla="*/ 192582 h 489561"/>
                <a:gd name="connsiteX318" fmla="*/ 206028 w 457206"/>
                <a:gd name="connsiteY318" fmla="*/ 195743 h 489561"/>
                <a:gd name="connsiteX319" fmla="*/ 210109 w 457206"/>
                <a:gd name="connsiteY319" fmla="*/ 198640 h 489561"/>
                <a:gd name="connsiteX320" fmla="*/ 204590 w 457206"/>
                <a:gd name="connsiteY320" fmla="*/ 202196 h 489561"/>
                <a:gd name="connsiteX321" fmla="*/ 210109 w 457206"/>
                <a:gd name="connsiteY321" fmla="*/ 205445 h 489561"/>
                <a:gd name="connsiteX322" fmla="*/ 215303 w 457206"/>
                <a:gd name="connsiteY322" fmla="*/ 200309 h 489561"/>
                <a:gd name="connsiteX323" fmla="*/ 219941 w 457206"/>
                <a:gd name="connsiteY323" fmla="*/ 201670 h 489561"/>
                <a:gd name="connsiteX324" fmla="*/ 221518 w 457206"/>
                <a:gd name="connsiteY324" fmla="*/ 203689 h 489561"/>
                <a:gd name="connsiteX325" fmla="*/ 215303 w 457206"/>
                <a:gd name="connsiteY325" fmla="*/ 203689 h 489561"/>
                <a:gd name="connsiteX326" fmla="*/ 213262 w 457206"/>
                <a:gd name="connsiteY326" fmla="*/ 207157 h 489561"/>
                <a:gd name="connsiteX327" fmla="*/ 215860 w 457206"/>
                <a:gd name="connsiteY327" fmla="*/ 211810 h 489561"/>
                <a:gd name="connsiteX328" fmla="*/ 219338 w 457206"/>
                <a:gd name="connsiteY328" fmla="*/ 212074 h 489561"/>
                <a:gd name="connsiteX329" fmla="*/ 230376 w 457206"/>
                <a:gd name="connsiteY329" fmla="*/ 221337 h 489561"/>
                <a:gd name="connsiteX330" fmla="*/ 228938 w 457206"/>
                <a:gd name="connsiteY330" fmla="*/ 226341 h 489561"/>
                <a:gd name="connsiteX331" fmla="*/ 226897 w 457206"/>
                <a:gd name="connsiteY331" fmla="*/ 227702 h 489561"/>
                <a:gd name="connsiteX332" fmla="*/ 221981 w 457206"/>
                <a:gd name="connsiteY332" fmla="*/ 230424 h 489561"/>
                <a:gd name="connsiteX333" fmla="*/ 219384 w 457206"/>
                <a:gd name="connsiteY333" fmla="*/ 228756 h 489561"/>
                <a:gd name="connsiteX334" fmla="*/ 212149 w 457206"/>
                <a:gd name="connsiteY334" fmla="*/ 229853 h 489561"/>
                <a:gd name="connsiteX335" fmla="*/ 213309 w 457206"/>
                <a:gd name="connsiteY335" fmla="*/ 235077 h 489561"/>
                <a:gd name="connsiteX336" fmla="*/ 212752 w 457206"/>
                <a:gd name="connsiteY336" fmla="*/ 241662 h 489561"/>
                <a:gd name="connsiteX337" fmla="*/ 217390 w 457206"/>
                <a:gd name="connsiteY337" fmla="*/ 242497 h 489561"/>
                <a:gd name="connsiteX338" fmla="*/ 219987 w 457206"/>
                <a:gd name="connsiteY338" fmla="*/ 238941 h 489561"/>
                <a:gd name="connsiteX339" fmla="*/ 229541 w 457206"/>
                <a:gd name="connsiteY339" fmla="*/ 235077 h 489561"/>
                <a:gd name="connsiteX340" fmla="*/ 230097 w 457206"/>
                <a:gd name="connsiteY340" fmla="*/ 229019 h 489561"/>
                <a:gd name="connsiteX341" fmla="*/ 235616 w 457206"/>
                <a:gd name="connsiteY341" fmla="*/ 234770 h 489561"/>
                <a:gd name="connsiteX342" fmla="*/ 237379 w 457206"/>
                <a:gd name="connsiteY342" fmla="*/ 232575 h 489561"/>
                <a:gd name="connsiteX343" fmla="*/ 243454 w 457206"/>
                <a:gd name="connsiteY343" fmla="*/ 234243 h 489561"/>
                <a:gd name="connsiteX344" fmla="*/ 240857 w 457206"/>
                <a:gd name="connsiteY344" fmla="*/ 238370 h 489561"/>
                <a:gd name="connsiteX345" fmla="*/ 244614 w 457206"/>
                <a:gd name="connsiteY345" fmla="*/ 243287 h 489561"/>
                <a:gd name="connsiteX346" fmla="*/ 248092 w 457206"/>
                <a:gd name="connsiteY346" fmla="*/ 248511 h 489561"/>
                <a:gd name="connsiteX347" fmla="*/ 254956 w 457206"/>
                <a:gd name="connsiteY347" fmla="*/ 251364 h 489561"/>
                <a:gd name="connsiteX348" fmla="*/ 254956 w 457206"/>
                <a:gd name="connsiteY348" fmla="*/ 247940 h 489561"/>
                <a:gd name="connsiteX349" fmla="*/ 251848 w 457206"/>
                <a:gd name="connsiteY349" fmla="*/ 241619 h 489561"/>
                <a:gd name="connsiteX350" fmla="*/ 259083 w 457206"/>
                <a:gd name="connsiteY350" fmla="*/ 243814 h 489561"/>
                <a:gd name="connsiteX351" fmla="*/ 258202 w 457206"/>
                <a:gd name="connsiteY351" fmla="*/ 251364 h 489561"/>
                <a:gd name="connsiteX352" fmla="*/ 268591 w 457206"/>
                <a:gd name="connsiteY352" fmla="*/ 260276 h 489561"/>
                <a:gd name="connsiteX353" fmla="*/ 269796 w 457206"/>
                <a:gd name="connsiteY353" fmla="*/ 264139 h 489561"/>
                <a:gd name="connsiteX354" fmla="*/ 277031 w 457206"/>
                <a:gd name="connsiteY354" fmla="*/ 279241 h 489561"/>
                <a:gd name="connsiteX355" fmla="*/ 282828 w 457206"/>
                <a:gd name="connsiteY355" fmla="*/ 300928 h 489561"/>
                <a:gd name="connsiteX356" fmla="*/ 279628 w 457206"/>
                <a:gd name="connsiteY356" fmla="*/ 306415 h 489561"/>
                <a:gd name="connsiteX357" fmla="*/ 269796 w 457206"/>
                <a:gd name="connsiteY357" fmla="*/ 319058 h 489561"/>
                <a:gd name="connsiteX358" fmla="*/ 272996 w 457206"/>
                <a:gd name="connsiteY358" fmla="*/ 319892 h 489561"/>
                <a:gd name="connsiteX359" fmla="*/ 277356 w 457206"/>
                <a:gd name="connsiteY359" fmla="*/ 321561 h 489561"/>
                <a:gd name="connsiteX360" fmla="*/ 286353 w 457206"/>
                <a:gd name="connsiteY360" fmla="*/ 322087 h 489561"/>
                <a:gd name="connsiteX361" fmla="*/ 295907 w 457206"/>
                <a:gd name="connsiteY361" fmla="*/ 325117 h 489561"/>
                <a:gd name="connsiteX362" fmla="*/ 298504 w 457206"/>
                <a:gd name="connsiteY362" fmla="*/ 318532 h 489561"/>
                <a:gd name="connsiteX363" fmla="*/ 299663 w 457206"/>
                <a:gd name="connsiteY363" fmla="*/ 313044 h 489561"/>
                <a:gd name="connsiteX364" fmla="*/ 297066 w 457206"/>
                <a:gd name="connsiteY364" fmla="*/ 311112 h 489561"/>
                <a:gd name="connsiteX365" fmla="*/ 299942 w 457206"/>
                <a:gd name="connsiteY365" fmla="*/ 308654 h 489561"/>
                <a:gd name="connsiteX366" fmla="*/ 304858 w 457206"/>
                <a:gd name="connsiteY366" fmla="*/ 310849 h 489561"/>
                <a:gd name="connsiteX367" fmla="*/ 307455 w 457206"/>
                <a:gd name="connsiteY367" fmla="*/ 315502 h 489561"/>
                <a:gd name="connsiteX368" fmla="*/ 315571 w 457206"/>
                <a:gd name="connsiteY368" fmla="*/ 322087 h 489561"/>
                <a:gd name="connsiteX369" fmla="*/ 319049 w 457206"/>
                <a:gd name="connsiteY369" fmla="*/ 323185 h 489561"/>
                <a:gd name="connsiteX370" fmla="*/ 321090 w 457206"/>
                <a:gd name="connsiteY370" fmla="*/ 327838 h 489561"/>
                <a:gd name="connsiteX371" fmla="*/ 326609 w 457206"/>
                <a:gd name="connsiteY371" fmla="*/ 325117 h 489561"/>
                <a:gd name="connsiteX372" fmla="*/ 326887 w 457206"/>
                <a:gd name="connsiteY372" fmla="*/ 328409 h 489561"/>
                <a:gd name="connsiteX373" fmla="*/ 321368 w 457206"/>
                <a:gd name="connsiteY373" fmla="*/ 330867 h 489561"/>
                <a:gd name="connsiteX374" fmla="*/ 324568 w 457206"/>
                <a:gd name="connsiteY374" fmla="*/ 332799 h 489561"/>
                <a:gd name="connsiteX375" fmla="*/ 330087 w 457206"/>
                <a:gd name="connsiteY375" fmla="*/ 331131 h 489561"/>
                <a:gd name="connsiteX376" fmla="*/ 329530 w 457206"/>
                <a:gd name="connsiteY376" fmla="*/ 335784 h 489561"/>
                <a:gd name="connsiteX377" fmla="*/ 325774 w 457206"/>
                <a:gd name="connsiteY377" fmla="*/ 335784 h 489561"/>
                <a:gd name="connsiteX378" fmla="*/ 324614 w 457206"/>
                <a:gd name="connsiteY378" fmla="*/ 338682 h 489561"/>
                <a:gd name="connsiteX379" fmla="*/ 317658 w 457206"/>
                <a:gd name="connsiteY379" fmla="*/ 338682 h 489561"/>
                <a:gd name="connsiteX380" fmla="*/ 314782 w 457206"/>
                <a:gd name="connsiteY380" fmla="*/ 340174 h 489561"/>
                <a:gd name="connsiteX381" fmla="*/ 311304 w 457206"/>
                <a:gd name="connsiteY381" fmla="*/ 341535 h 489561"/>
                <a:gd name="connsiteX382" fmla="*/ 311582 w 457206"/>
                <a:gd name="connsiteY382" fmla="*/ 338638 h 489561"/>
                <a:gd name="connsiteX383" fmla="*/ 307826 w 457206"/>
                <a:gd name="connsiteY383" fmla="*/ 337145 h 489561"/>
                <a:gd name="connsiteX384" fmla="*/ 307269 w 457206"/>
                <a:gd name="connsiteY384" fmla="*/ 341535 h 489561"/>
                <a:gd name="connsiteX385" fmla="*/ 301750 w 457206"/>
                <a:gd name="connsiteY385" fmla="*/ 348120 h 489561"/>
                <a:gd name="connsiteX386" fmla="*/ 297669 w 457206"/>
                <a:gd name="connsiteY386" fmla="*/ 348647 h 489561"/>
                <a:gd name="connsiteX387" fmla="*/ 297947 w 457206"/>
                <a:gd name="connsiteY387" fmla="*/ 343994 h 489561"/>
                <a:gd name="connsiteX388" fmla="*/ 298504 w 457206"/>
                <a:gd name="connsiteY388" fmla="*/ 334116 h 489561"/>
                <a:gd name="connsiteX389" fmla="*/ 296742 w 457206"/>
                <a:gd name="connsiteY389" fmla="*/ 327794 h 489561"/>
                <a:gd name="connsiteX390" fmla="*/ 292382 w 457206"/>
                <a:gd name="connsiteY390" fmla="*/ 327268 h 489561"/>
                <a:gd name="connsiteX391" fmla="*/ 278191 w 457206"/>
                <a:gd name="connsiteY391" fmla="*/ 323404 h 489561"/>
                <a:gd name="connsiteX392" fmla="*/ 266318 w 457206"/>
                <a:gd name="connsiteY392" fmla="*/ 322878 h 489561"/>
                <a:gd name="connsiteX393" fmla="*/ 251848 w 457206"/>
                <a:gd name="connsiteY393" fmla="*/ 335784 h 489561"/>
                <a:gd name="connsiteX394" fmla="*/ 254956 w 457206"/>
                <a:gd name="connsiteY394" fmla="*/ 353827 h 489561"/>
                <a:gd name="connsiteX395" fmla="*/ 262283 w 457206"/>
                <a:gd name="connsiteY395" fmla="*/ 367875 h 489561"/>
                <a:gd name="connsiteX396" fmla="*/ 259964 w 457206"/>
                <a:gd name="connsiteY396" fmla="*/ 368402 h 489561"/>
                <a:gd name="connsiteX397" fmla="*/ 244614 w 457206"/>
                <a:gd name="connsiteY397" fmla="*/ 372529 h 489561"/>
                <a:gd name="connsiteX398" fmla="*/ 242295 w 457206"/>
                <a:gd name="connsiteY398" fmla="*/ 370597 h 489561"/>
                <a:gd name="connsiteX399" fmla="*/ 237100 w 457206"/>
                <a:gd name="connsiteY399" fmla="*/ 371431 h 489561"/>
                <a:gd name="connsiteX400" fmla="*/ 237100 w 457206"/>
                <a:gd name="connsiteY400" fmla="*/ 374460 h 489561"/>
                <a:gd name="connsiteX401" fmla="*/ 231025 w 457206"/>
                <a:gd name="connsiteY401" fmla="*/ 375558 h 489561"/>
                <a:gd name="connsiteX402" fmla="*/ 229587 w 457206"/>
                <a:gd name="connsiteY402" fmla="*/ 373363 h 489561"/>
                <a:gd name="connsiteX403" fmla="*/ 224068 w 457206"/>
                <a:gd name="connsiteY403" fmla="*/ 372265 h 489561"/>
                <a:gd name="connsiteX404" fmla="*/ 223790 w 457206"/>
                <a:gd name="connsiteY404" fmla="*/ 374724 h 489561"/>
                <a:gd name="connsiteX405" fmla="*/ 220590 w 457206"/>
                <a:gd name="connsiteY405" fmla="*/ 374460 h 489561"/>
                <a:gd name="connsiteX406" fmla="*/ 202039 w 457206"/>
                <a:gd name="connsiteY406" fmla="*/ 367875 h 489561"/>
                <a:gd name="connsiteX407" fmla="*/ 199720 w 457206"/>
                <a:gd name="connsiteY407" fmla="*/ 370597 h 489561"/>
                <a:gd name="connsiteX408" fmla="*/ 199952 w 457206"/>
                <a:gd name="connsiteY408" fmla="*/ 375250 h 489561"/>
                <a:gd name="connsiteX409" fmla="*/ 199952 w 457206"/>
                <a:gd name="connsiteY409" fmla="*/ 378543 h 489561"/>
                <a:gd name="connsiteX410" fmla="*/ 187570 w 457206"/>
                <a:gd name="connsiteY410" fmla="*/ 389518 h 489561"/>
                <a:gd name="connsiteX411" fmla="*/ 191048 w 457206"/>
                <a:gd name="connsiteY411" fmla="*/ 403215 h 489561"/>
                <a:gd name="connsiteX412" fmla="*/ 193088 w 457206"/>
                <a:gd name="connsiteY412" fmla="*/ 406507 h 489561"/>
                <a:gd name="connsiteX413" fmla="*/ 198283 w 457206"/>
                <a:gd name="connsiteY413" fmla="*/ 407034 h 489561"/>
                <a:gd name="connsiteX414" fmla="*/ 202039 w 457206"/>
                <a:gd name="connsiteY414" fmla="*/ 410897 h 489561"/>
                <a:gd name="connsiteX415" fmla="*/ 204358 w 457206"/>
                <a:gd name="connsiteY415" fmla="*/ 408175 h 489561"/>
                <a:gd name="connsiteX416" fmla="*/ 208439 w 457206"/>
                <a:gd name="connsiteY416" fmla="*/ 410897 h 489561"/>
                <a:gd name="connsiteX417" fmla="*/ 212984 w 457206"/>
                <a:gd name="connsiteY417" fmla="*/ 413092 h 489561"/>
                <a:gd name="connsiteX418" fmla="*/ 212984 w 457206"/>
                <a:gd name="connsiteY418" fmla="*/ 409536 h 489561"/>
                <a:gd name="connsiteX419" fmla="*/ 215118 w 457206"/>
                <a:gd name="connsiteY419" fmla="*/ 410063 h 489561"/>
                <a:gd name="connsiteX420" fmla="*/ 219199 w 457206"/>
                <a:gd name="connsiteY420" fmla="*/ 407605 h 489561"/>
                <a:gd name="connsiteX421" fmla="*/ 218921 w 457206"/>
                <a:gd name="connsiteY421" fmla="*/ 405937 h 489561"/>
                <a:gd name="connsiteX422" fmla="*/ 226434 w 457206"/>
                <a:gd name="connsiteY422" fmla="*/ 405937 h 489561"/>
                <a:gd name="connsiteX423" fmla="*/ 227315 w 457206"/>
                <a:gd name="connsiteY423" fmla="*/ 403215 h 489561"/>
                <a:gd name="connsiteX424" fmla="*/ 226758 w 457206"/>
                <a:gd name="connsiteY424" fmla="*/ 400186 h 489561"/>
                <a:gd name="connsiteX425" fmla="*/ 229958 w 457206"/>
                <a:gd name="connsiteY425" fmla="*/ 397727 h 489561"/>
                <a:gd name="connsiteX426" fmla="*/ 235153 w 457206"/>
                <a:gd name="connsiteY426" fmla="*/ 402644 h 489561"/>
                <a:gd name="connsiteX427" fmla="*/ 239790 w 457206"/>
                <a:gd name="connsiteY427" fmla="*/ 404312 h 489561"/>
                <a:gd name="connsiteX428" fmla="*/ 245587 w 457206"/>
                <a:gd name="connsiteY428" fmla="*/ 404576 h 489561"/>
                <a:gd name="connsiteX429" fmla="*/ 246469 w 457206"/>
                <a:gd name="connsiteY429" fmla="*/ 399088 h 489561"/>
                <a:gd name="connsiteX430" fmla="*/ 248787 w 457206"/>
                <a:gd name="connsiteY430" fmla="*/ 395532 h 489561"/>
                <a:gd name="connsiteX431" fmla="*/ 253703 w 457206"/>
                <a:gd name="connsiteY431" fmla="*/ 394171 h 489561"/>
                <a:gd name="connsiteX432" fmla="*/ 255095 w 457206"/>
                <a:gd name="connsiteY432" fmla="*/ 397727 h 489561"/>
                <a:gd name="connsiteX433" fmla="*/ 252266 w 457206"/>
                <a:gd name="connsiteY433" fmla="*/ 401283 h 489561"/>
                <a:gd name="connsiteX434" fmla="*/ 256625 w 457206"/>
                <a:gd name="connsiteY434" fmla="*/ 402644 h 489561"/>
                <a:gd name="connsiteX435" fmla="*/ 260104 w 457206"/>
                <a:gd name="connsiteY435" fmla="*/ 402117 h 489561"/>
                <a:gd name="connsiteX436" fmla="*/ 260382 w 457206"/>
                <a:gd name="connsiteY436" fmla="*/ 407034 h 489561"/>
                <a:gd name="connsiteX437" fmla="*/ 256625 w 457206"/>
                <a:gd name="connsiteY437" fmla="*/ 405366 h 489561"/>
                <a:gd name="connsiteX438" fmla="*/ 252544 w 457206"/>
                <a:gd name="connsiteY438" fmla="*/ 411424 h 489561"/>
                <a:gd name="connsiteX439" fmla="*/ 260938 w 457206"/>
                <a:gd name="connsiteY439" fmla="*/ 419107 h 489561"/>
                <a:gd name="connsiteX440" fmla="*/ 269936 w 457206"/>
                <a:gd name="connsiteY440" fmla="*/ 415814 h 489561"/>
                <a:gd name="connsiteX441" fmla="*/ 268730 w 457206"/>
                <a:gd name="connsiteY441" fmla="*/ 412258 h 489561"/>
                <a:gd name="connsiteX442" fmla="*/ 272533 w 457206"/>
                <a:gd name="connsiteY442" fmla="*/ 411424 h 489561"/>
                <a:gd name="connsiteX443" fmla="*/ 272811 w 457206"/>
                <a:gd name="connsiteY443" fmla="*/ 417746 h 489561"/>
                <a:gd name="connsiteX444" fmla="*/ 274249 w 457206"/>
                <a:gd name="connsiteY444" fmla="*/ 420467 h 489561"/>
                <a:gd name="connsiteX445" fmla="*/ 275130 w 457206"/>
                <a:gd name="connsiteY445" fmla="*/ 417438 h 489561"/>
                <a:gd name="connsiteX446" fmla="*/ 277727 w 457206"/>
                <a:gd name="connsiteY446" fmla="*/ 419107 h 489561"/>
                <a:gd name="connsiteX447" fmla="*/ 276846 w 457206"/>
                <a:gd name="connsiteY447" fmla="*/ 422399 h 489561"/>
                <a:gd name="connsiteX448" fmla="*/ 286121 w 457206"/>
                <a:gd name="connsiteY448" fmla="*/ 429511 h 489561"/>
                <a:gd name="connsiteX449" fmla="*/ 287281 w 457206"/>
                <a:gd name="connsiteY449" fmla="*/ 425121 h 489561"/>
                <a:gd name="connsiteX450" fmla="*/ 295118 w 457206"/>
                <a:gd name="connsiteY450" fmla="*/ 432233 h 489561"/>
                <a:gd name="connsiteX451" fmla="*/ 290759 w 457206"/>
                <a:gd name="connsiteY451" fmla="*/ 434077 h 489561"/>
                <a:gd name="connsiteX452" fmla="*/ 291037 w 457206"/>
                <a:gd name="connsiteY452" fmla="*/ 435920 h 489561"/>
                <a:gd name="connsiteX453" fmla="*/ 293356 w 457206"/>
                <a:gd name="connsiteY453" fmla="*/ 435920 h 489561"/>
                <a:gd name="connsiteX454" fmla="*/ 291918 w 457206"/>
                <a:gd name="connsiteY454" fmla="*/ 439827 h 489561"/>
                <a:gd name="connsiteX455" fmla="*/ 287281 w 457206"/>
                <a:gd name="connsiteY455" fmla="*/ 437720 h 489561"/>
                <a:gd name="connsiteX456" fmla="*/ 285240 w 457206"/>
                <a:gd name="connsiteY456" fmla="*/ 434077 h 489561"/>
                <a:gd name="connsiteX457" fmla="*/ 277402 w 457206"/>
                <a:gd name="connsiteY457" fmla="*/ 428326 h 489561"/>
                <a:gd name="connsiteX458" fmla="*/ 268683 w 457206"/>
                <a:gd name="connsiteY458" fmla="*/ 427009 h 489561"/>
                <a:gd name="connsiteX459" fmla="*/ 268683 w 457206"/>
                <a:gd name="connsiteY459" fmla="*/ 430301 h 489561"/>
                <a:gd name="connsiteX460" fmla="*/ 275083 w 457206"/>
                <a:gd name="connsiteY460" fmla="*/ 431399 h 489561"/>
                <a:gd name="connsiteX461" fmla="*/ 281484 w 457206"/>
                <a:gd name="connsiteY461" fmla="*/ 435920 h 489561"/>
                <a:gd name="connsiteX462" fmla="*/ 290759 w 457206"/>
                <a:gd name="connsiteY462" fmla="*/ 442418 h 489561"/>
                <a:gd name="connsiteX463" fmla="*/ 290759 w 457206"/>
                <a:gd name="connsiteY463" fmla="*/ 446193 h 489561"/>
                <a:gd name="connsiteX464" fmla="*/ 294237 w 457206"/>
                <a:gd name="connsiteY464" fmla="*/ 448915 h 489561"/>
                <a:gd name="connsiteX465" fmla="*/ 297716 w 457206"/>
                <a:gd name="connsiteY465" fmla="*/ 452558 h 489561"/>
                <a:gd name="connsiteX466" fmla="*/ 301797 w 457206"/>
                <a:gd name="connsiteY466" fmla="*/ 448959 h 489561"/>
                <a:gd name="connsiteX467" fmla="*/ 300637 w 457206"/>
                <a:gd name="connsiteY467" fmla="*/ 452558 h 489561"/>
                <a:gd name="connsiteX468" fmla="*/ 314272 w 457206"/>
                <a:gd name="connsiteY468" fmla="*/ 460461 h 489561"/>
                <a:gd name="connsiteX469" fmla="*/ 324104 w 457206"/>
                <a:gd name="connsiteY469" fmla="*/ 460461 h 489561"/>
                <a:gd name="connsiteX470" fmla="*/ 357728 w 457206"/>
                <a:gd name="connsiteY470" fmla="*/ 480216 h 489561"/>
                <a:gd name="connsiteX471" fmla="*/ 368441 w 457206"/>
                <a:gd name="connsiteY471" fmla="*/ 484869 h 489561"/>
                <a:gd name="connsiteX472" fmla="*/ 382354 w 457206"/>
                <a:gd name="connsiteY472" fmla="*/ 488688 h 489561"/>
                <a:gd name="connsiteX473" fmla="*/ 378598 w 457206"/>
                <a:gd name="connsiteY473" fmla="*/ 483464 h 489561"/>
                <a:gd name="connsiteX474" fmla="*/ 380916 w 457206"/>
                <a:gd name="connsiteY474" fmla="*/ 481796 h 489561"/>
                <a:gd name="connsiteX475" fmla="*/ 381798 w 457206"/>
                <a:gd name="connsiteY475" fmla="*/ 477406 h 489561"/>
                <a:gd name="connsiteX476" fmla="*/ 379757 w 457206"/>
                <a:gd name="connsiteY476" fmla="*/ 477406 h 489561"/>
                <a:gd name="connsiteX477" fmla="*/ 378598 w 457206"/>
                <a:gd name="connsiteY477" fmla="*/ 474947 h 489561"/>
                <a:gd name="connsiteX478" fmla="*/ 374841 w 457206"/>
                <a:gd name="connsiteY478" fmla="*/ 474947 h 489561"/>
                <a:gd name="connsiteX479" fmla="*/ 366447 w 457206"/>
                <a:gd name="connsiteY479" fmla="*/ 463007 h 489561"/>
                <a:gd name="connsiteX480" fmla="*/ 353693 w 457206"/>
                <a:gd name="connsiteY480" fmla="*/ 452515 h 489561"/>
                <a:gd name="connsiteX481" fmla="*/ 346736 w 457206"/>
                <a:gd name="connsiteY481" fmla="*/ 446676 h 489561"/>
                <a:gd name="connsiteX482" fmla="*/ 339780 w 457206"/>
                <a:gd name="connsiteY482" fmla="*/ 435832 h 489561"/>
                <a:gd name="connsiteX483" fmla="*/ 337739 w 457206"/>
                <a:gd name="connsiteY483" fmla="*/ 426350 h 489561"/>
                <a:gd name="connsiteX484" fmla="*/ 342099 w 457206"/>
                <a:gd name="connsiteY484" fmla="*/ 428194 h 489561"/>
                <a:gd name="connsiteX485" fmla="*/ 354852 w 457206"/>
                <a:gd name="connsiteY485" fmla="*/ 438423 h 489561"/>
                <a:gd name="connsiteX486" fmla="*/ 351652 w 457206"/>
                <a:gd name="connsiteY486" fmla="*/ 428194 h 489561"/>
                <a:gd name="connsiteX487" fmla="*/ 361484 w 457206"/>
                <a:gd name="connsiteY487" fmla="*/ 439696 h 489561"/>
                <a:gd name="connsiteX488" fmla="*/ 365241 w 457206"/>
                <a:gd name="connsiteY488" fmla="*/ 439696 h 489561"/>
                <a:gd name="connsiteX489" fmla="*/ 365241 w 457206"/>
                <a:gd name="connsiteY489" fmla="*/ 444700 h 489561"/>
                <a:gd name="connsiteX490" fmla="*/ 367560 w 457206"/>
                <a:gd name="connsiteY490" fmla="*/ 447159 h 489561"/>
                <a:gd name="connsiteX491" fmla="*/ 371038 w 457206"/>
                <a:gd name="connsiteY491" fmla="*/ 450715 h 489561"/>
                <a:gd name="connsiteX492" fmla="*/ 373357 w 457206"/>
                <a:gd name="connsiteY492" fmla="*/ 448783 h 489561"/>
                <a:gd name="connsiteX493" fmla="*/ 375398 w 457206"/>
                <a:gd name="connsiteY493" fmla="*/ 452427 h 489561"/>
                <a:gd name="connsiteX494" fmla="*/ 379154 w 457206"/>
                <a:gd name="connsiteY494" fmla="*/ 452427 h 489561"/>
                <a:gd name="connsiteX495" fmla="*/ 377392 w 457206"/>
                <a:gd name="connsiteY495" fmla="*/ 446588 h 489561"/>
                <a:gd name="connsiteX496" fmla="*/ 382308 w 457206"/>
                <a:gd name="connsiteY496" fmla="*/ 450978 h 489561"/>
                <a:gd name="connsiteX497" fmla="*/ 381426 w 457206"/>
                <a:gd name="connsiteY497" fmla="*/ 454007 h 489561"/>
                <a:gd name="connsiteX498" fmla="*/ 384905 w 457206"/>
                <a:gd name="connsiteY498" fmla="*/ 455105 h 489561"/>
                <a:gd name="connsiteX499" fmla="*/ 386064 w 457206"/>
                <a:gd name="connsiteY499" fmla="*/ 452427 h 489561"/>
                <a:gd name="connsiteX500" fmla="*/ 386945 w 457206"/>
                <a:gd name="connsiteY500" fmla="*/ 455368 h 489561"/>
                <a:gd name="connsiteX501" fmla="*/ 388105 w 457206"/>
                <a:gd name="connsiteY501" fmla="*/ 458397 h 489561"/>
                <a:gd name="connsiteX502" fmla="*/ 390702 w 457206"/>
                <a:gd name="connsiteY502" fmla="*/ 455368 h 489561"/>
                <a:gd name="connsiteX503" fmla="*/ 392464 w 457206"/>
                <a:gd name="connsiteY503" fmla="*/ 458090 h 489561"/>
                <a:gd name="connsiteX504" fmla="*/ 391583 w 457206"/>
                <a:gd name="connsiteY504" fmla="*/ 460285 h 489561"/>
                <a:gd name="connsiteX505" fmla="*/ 393021 w 457206"/>
                <a:gd name="connsiteY505" fmla="*/ 465509 h 489561"/>
                <a:gd name="connsiteX506" fmla="*/ 396221 w 457206"/>
                <a:gd name="connsiteY506" fmla="*/ 467046 h 489561"/>
                <a:gd name="connsiteX507" fmla="*/ 399421 w 457206"/>
                <a:gd name="connsiteY507" fmla="*/ 468801 h 489561"/>
                <a:gd name="connsiteX508" fmla="*/ 397659 w 457206"/>
                <a:gd name="connsiteY508" fmla="*/ 470996 h 489561"/>
                <a:gd name="connsiteX509" fmla="*/ 399096 w 457206"/>
                <a:gd name="connsiteY509" fmla="*/ 473191 h 489561"/>
                <a:gd name="connsiteX510" fmla="*/ 404012 w 457206"/>
                <a:gd name="connsiteY510" fmla="*/ 473191 h 489561"/>
                <a:gd name="connsiteX511" fmla="*/ 406609 w 457206"/>
                <a:gd name="connsiteY511" fmla="*/ 469899 h 489561"/>
                <a:gd name="connsiteX512" fmla="*/ 406331 w 457206"/>
                <a:gd name="connsiteY512" fmla="*/ 467046 h 489561"/>
                <a:gd name="connsiteX513" fmla="*/ 398818 w 457206"/>
                <a:gd name="connsiteY513" fmla="*/ 467046 h 489561"/>
                <a:gd name="connsiteX514" fmla="*/ 398540 w 457206"/>
                <a:gd name="connsiteY514" fmla="*/ 462919 h 489561"/>
                <a:gd name="connsiteX515" fmla="*/ 395340 w 457206"/>
                <a:gd name="connsiteY515" fmla="*/ 460329 h 489561"/>
                <a:gd name="connsiteX516" fmla="*/ 393021 w 457206"/>
                <a:gd name="connsiteY516" fmla="*/ 452427 h 489561"/>
                <a:gd name="connsiteX517" fmla="*/ 397937 w 457206"/>
                <a:gd name="connsiteY517" fmla="*/ 456773 h 489561"/>
                <a:gd name="connsiteX518" fmla="*/ 401693 w 457206"/>
                <a:gd name="connsiteY518" fmla="*/ 456773 h 489561"/>
                <a:gd name="connsiteX519" fmla="*/ 400534 w 457206"/>
                <a:gd name="connsiteY519" fmla="*/ 452427 h 489561"/>
                <a:gd name="connsiteX520" fmla="*/ 399653 w 457206"/>
                <a:gd name="connsiteY520" fmla="*/ 448783 h 489561"/>
                <a:gd name="connsiteX521" fmla="*/ 394737 w 457206"/>
                <a:gd name="connsiteY521" fmla="*/ 444217 h 489561"/>
                <a:gd name="connsiteX522" fmla="*/ 399653 w 457206"/>
                <a:gd name="connsiteY522" fmla="*/ 444217 h 489561"/>
                <a:gd name="connsiteX523" fmla="*/ 394737 w 457206"/>
                <a:gd name="connsiteY523" fmla="*/ 435745 h 489561"/>
                <a:gd name="connsiteX524" fmla="*/ 398215 w 457206"/>
                <a:gd name="connsiteY524" fmla="*/ 439652 h 489561"/>
                <a:gd name="connsiteX525" fmla="*/ 399653 w 457206"/>
                <a:gd name="connsiteY525" fmla="*/ 437281 h 489561"/>
                <a:gd name="connsiteX526" fmla="*/ 401415 w 457206"/>
                <a:gd name="connsiteY526" fmla="*/ 443866 h 489561"/>
                <a:gd name="connsiteX527" fmla="*/ 404290 w 457206"/>
                <a:gd name="connsiteY527" fmla="*/ 443866 h 489561"/>
                <a:gd name="connsiteX528" fmla="*/ 404569 w 457206"/>
                <a:gd name="connsiteY528" fmla="*/ 433901 h 489561"/>
                <a:gd name="connsiteX529" fmla="*/ 411525 w 457206"/>
                <a:gd name="connsiteY529" fmla="*/ 442286 h 489561"/>
                <a:gd name="connsiteX530" fmla="*/ 406609 w 457206"/>
                <a:gd name="connsiteY530" fmla="*/ 430126 h 489561"/>
                <a:gd name="connsiteX531" fmla="*/ 411804 w 457206"/>
                <a:gd name="connsiteY531" fmla="*/ 430126 h 489561"/>
                <a:gd name="connsiteX532" fmla="*/ 411804 w 457206"/>
                <a:gd name="connsiteY532" fmla="*/ 428150 h 489561"/>
                <a:gd name="connsiteX533" fmla="*/ 408047 w 457206"/>
                <a:gd name="connsiteY533" fmla="*/ 428150 h 489561"/>
                <a:gd name="connsiteX534" fmla="*/ 410366 w 457206"/>
                <a:gd name="connsiteY534" fmla="*/ 423541 h 489561"/>
                <a:gd name="connsiteX535" fmla="*/ 408047 w 457206"/>
                <a:gd name="connsiteY535" fmla="*/ 422180 h 489561"/>
                <a:gd name="connsiteX536" fmla="*/ 406006 w 457206"/>
                <a:gd name="connsiteY536" fmla="*/ 425736 h 489561"/>
                <a:gd name="connsiteX537" fmla="*/ 403966 w 457206"/>
                <a:gd name="connsiteY537" fmla="*/ 425736 h 489561"/>
                <a:gd name="connsiteX538" fmla="*/ 403085 w 457206"/>
                <a:gd name="connsiteY538" fmla="*/ 422180 h 489561"/>
                <a:gd name="connsiteX539" fmla="*/ 399328 w 457206"/>
                <a:gd name="connsiteY539" fmla="*/ 425736 h 489561"/>
                <a:gd name="connsiteX540" fmla="*/ 397288 w 457206"/>
                <a:gd name="connsiteY540" fmla="*/ 424067 h 489561"/>
                <a:gd name="connsiteX541" fmla="*/ 399050 w 457206"/>
                <a:gd name="connsiteY541" fmla="*/ 420511 h 489561"/>
                <a:gd name="connsiteX542" fmla="*/ 401090 w 457206"/>
                <a:gd name="connsiteY542" fmla="*/ 418887 h 489561"/>
                <a:gd name="connsiteX543" fmla="*/ 395293 w 457206"/>
                <a:gd name="connsiteY543" fmla="*/ 417219 h 489561"/>
                <a:gd name="connsiteX544" fmla="*/ 392696 w 457206"/>
                <a:gd name="connsiteY544" fmla="*/ 412302 h 489561"/>
                <a:gd name="connsiteX545" fmla="*/ 388337 w 457206"/>
                <a:gd name="connsiteY545" fmla="*/ 410634 h 489561"/>
                <a:gd name="connsiteX546" fmla="*/ 387177 w 457206"/>
                <a:gd name="connsiteY546" fmla="*/ 406771 h 489561"/>
                <a:gd name="connsiteX547" fmla="*/ 388615 w 457206"/>
                <a:gd name="connsiteY547" fmla="*/ 408132 h 489561"/>
                <a:gd name="connsiteX548" fmla="*/ 393809 w 457206"/>
                <a:gd name="connsiteY548" fmla="*/ 408132 h 489561"/>
                <a:gd name="connsiteX549" fmla="*/ 394366 w 457206"/>
                <a:gd name="connsiteY549" fmla="*/ 405410 h 489561"/>
                <a:gd name="connsiteX550" fmla="*/ 396685 w 457206"/>
                <a:gd name="connsiteY550" fmla="*/ 403742 h 489561"/>
                <a:gd name="connsiteX551" fmla="*/ 395247 w 457206"/>
                <a:gd name="connsiteY551" fmla="*/ 401020 h 489561"/>
                <a:gd name="connsiteX552" fmla="*/ 386853 w 457206"/>
                <a:gd name="connsiteY552" fmla="*/ 401020 h 489561"/>
                <a:gd name="connsiteX553" fmla="*/ 384534 w 457206"/>
                <a:gd name="connsiteY553" fmla="*/ 399352 h 489561"/>
                <a:gd name="connsiteX554" fmla="*/ 387131 w 457206"/>
                <a:gd name="connsiteY554" fmla="*/ 397420 h 489561"/>
                <a:gd name="connsiteX555" fmla="*/ 387409 w 457206"/>
                <a:gd name="connsiteY555" fmla="*/ 394391 h 489561"/>
                <a:gd name="connsiteX556" fmla="*/ 384812 w 457206"/>
                <a:gd name="connsiteY556" fmla="*/ 394391 h 489561"/>
                <a:gd name="connsiteX557" fmla="*/ 385972 w 457206"/>
                <a:gd name="connsiteY557" fmla="*/ 388903 h 489561"/>
                <a:gd name="connsiteX558" fmla="*/ 383096 w 457206"/>
                <a:gd name="connsiteY558" fmla="*/ 388069 h 489561"/>
                <a:gd name="connsiteX559" fmla="*/ 381334 w 457206"/>
                <a:gd name="connsiteY559" fmla="*/ 391625 h 489561"/>
                <a:gd name="connsiteX560" fmla="*/ 378737 w 457206"/>
                <a:gd name="connsiteY560" fmla="*/ 394347 h 489561"/>
                <a:gd name="connsiteX561" fmla="*/ 374980 w 457206"/>
                <a:gd name="connsiteY561" fmla="*/ 392986 h 489561"/>
                <a:gd name="connsiteX562" fmla="*/ 378180 w 457206"/>
                <a:gd name="connsiteY562" fmla="*/ 389430 h 489561"/>
                <a:gd name="connsiteX563" fmla="*/ 378180 w 457206"/>
                <a:gd name="connsiteY563" fmla="*/ 387762 h 489561"/>
                <a:gd name="connsiteX564" fmla="*/ 374423 w 457206"/>
                <a:gd name="connsiteY564" fmla="*/ 387235 h 489561"/>
                <a:gd name="connsiteX565" fmla="*/ 372661 w 457206"/>
                <a:gd name="connsiteY565" fmla="*/ 383943 h 489561"/>
                <a:gd name="connsiteX566" fmla="*/ 371223 w 457206"/>
                <a:gd name="connsiteY566" fmla="*/ 389430 h 489561"/>
                <a:gd name="connsiteX567" fmla="*/ 368348 w 457206"/>
                <a:gd name="connsiteY567" fmla="*/ 389430 h 489561"/>
                <a:gd name="connsiteX568" fmla="*/ 367792 w 457206"/>
                <a:gd name="connsiteY568" fmla="*/ 383109 h 489561"/>
                <a:gd name="connsiteX569" fmla="*/ 365751 w 457206"/>
                <a:gd name="connsiteY569" fmla="*/ 382011 h 489561"/>
                <a:gd name="connsiteX570" fmla="*/ 367792 w 457206"/>
                <a:gd name="connsiteY570" fmla="*/ 375689 h 489561"/>
                <a:gd name="connsiteX571" fmla="*/ 366354 w 457206"/>
                <a:gd name="connsiteY571" fmla="*/ 371826 h 489561"/>
                <a:gd name="connsiteX572" fmla="*/ 363479 w 457206"/>
                <a:gd name="connsiteY572" fmla="*/ 373494 h 489561"/>
                <a:gd name="connsiteX573" fmla="*/ 363757 w 457206"/>
                <a:gd name="connsiteY573" fmla="*/ 368270 h 489561"/>
                <a:gd name="connsiteX574" fmla="*/ 360000 w 457206"/>
                <a:gd name="connsiteY574" fmla="*/ 365812 h 489561"/>
                <a:gd name="connsiteX575" fmla="*/ 360278 w 457206"/>
                <a:gd name="connsiteY575" fmla="*/ 361422 h 489561"/>
                <a:gd name="connsiteX576" fmla="*/ 357078 w 457206"/>
                <a:gd name="connsiteY576" fmla="*/ 358700 h 489561"/>
                <a:gd name="connsiteX577" fmla="*/ 348962 w 457206"/>
                <a:gd name="connsiteY577" fmla="*/ 365549 h 489561"/>
                <a:gd name="connsiteX578" fmla="*/ 352162 w 457206"/>
                <a:gd name="connsiteY578" fmla="*/ 357032 h 489561"/>
                <a:gd name="connsiteX579" fmla="*/ 348962 w 457206"/>
                <a:gd name="connsiteY579" fmla="*/ 354310 h 489561"/>
                <a:gd name="connsiteX580" fmla="*/ 346365 w 457206"/>
                <a:gd name="connsiteY580" fmla="*/ 349657 h 489561"/>
                <a:gd name="connsiteX581" fmla="*/ 349241 w 457206"/>
                <a:gd name="connsiteY581" fmla="*/ 346101 h 489561"/>
                <a:gd name="connsiteX582" fmla="*/ 350122 w 457206"/>
                <a:gd name="connsiteY582" fmla="*/ 349393 h 489561"/>
                <a:gd name="connsiteX583" fmla="*/ 357357 w 457206"/>
                <a:gd name="connsiteY583" fmla="*/ 351325 h 489561"/>
                <a:gd name="connsiteX584" fmla="*/ 361994 w 457206"/>
                <a:gd name="connsiteY584" fmla="*/ 351061 h 489561"/>
                <a:gd name="connsiteX585" fmla="*/ 362551 w 457206"/>
                <a:gd name="connsiteY585" fmla="*/ 346145 h 489561"/>
                <a:gd name="connsiteX586" fmla="*/ 353275 w 457206"/>
                <a:gd name="connsiteY586" fmla="*/ 338330 h 489561"/>
                <a:gd name="connsiteX587" fmla="*/ 353275 w 457206"/>
                <a:gd name="connsiteY587" fmla="*/ 333545 h 489561"/>
                <a:gd name="connsiteX588" fmla="*/ 347757 w 457206"/>
                <a:gd name="connsiteY588" fmla="*/ 329155 h 489561"/>
                <a:gd name="connsiteX589" fmla="*/ 350632 w 457206"/>
                <a:gd name="connsiteY589" fmla="*/ 328321 h 489561"/>
                <a:gd name="connsiteX590" fmla="*/ 361067 w 457206"/>
                <a:gd name="connsiteY590" fmla="*/ 338330 h 489561"/>
                <a:gd name="connsiteX591" fmla="*/ 362829 w 457206"/>
                <a:gd name="connsiteY591" fmla="*/ 335433 h 489561"/>
                <a:gd name="connsiteX592" fmla="*/ 365426 w 457206"/>
                <a:gd name="connsiteY592" fmla="*/ 334072 h 489561"/>
                <a:gd name="connsiteX593" fmla="*/ 359351 w 457206"/>
                <a:gd name="connsiteY593" fmla="*/ 328585 h 489561"/>
                <a:gd name="connsiteX594" fmla="*/ 352116 w 457206"/>
                <a:gd name="connsiteY594" fmla="*/ 324458 h 489561"/>
                <a:gd name="connsiteX595" fmla="*/ 357913 w 457206"/>
                <a:gd name="connsiteY595" fmla="*/ 324458 h 489561"/>
                <a:gd name="connsiteX596" fmla="*/ 364592 w 457206"/>
                <a:gd name="connsiteY596" fmla="*/ 329682 h 489561"/>
                <a:gd name="connsiteX597" fmla="*/ 365751 w 457206"/>
                <a:gd name="connsiteY597" fmla="*/ 324458 h 489561"/>
                <a:gd name="connsiteX598" fmla="*/ 369229 w 457206"/>
                <a:gd name="connsiteY598" fmla="*/ 328848 h 489561"/>
                <a:gd name="connsiteX599" fmla="*/ 370110 w 457206"/>
                <a:gd name="connsiteY599" fmla="*/ 330209 h 489561"/>
                <a:gd name="connsiteX600" fmla="*/ 368673 w 457206"/>
                <a:gd name="connsiteY600" fmla="*/ 333501 h 489561"/>
                <a:gd name="connsiteX601" fmla="*/ 370110 w 457206"/>
                <a:gd name="connsiteY601" fmla="*/ 335433 h 489561"/>
                <a:gd name="connsiteX602" fmla="*/ 373589 w 457206"/>
                <a:gd name="connsiteY602" fmla="*/ 333501 h 489561"/>
                <a:gd name="connsiteX603" fmla="*/ 374748 w 457206"/>
                <a:gd name="connsiteY603" fmla="*/ 338287 h 489561"/>
                <a:gd name="connsiteX604" fmla="*/ 377948 w 457206"/>
                <a:gd name="connsiteY604" fmla="*/ 339516 h 489561"/>
                <a:gd name="connsiteX605" fmla="*/ 380824 w 457206"/>
                <a:gd name="connsiteY605" fmla="*/ 341184 h 489561"/>
                <a:gd name="connsiteX606" fmla="*/ 384905 w 457206"/>
                <a:gd name="connsiteY606" fmla="*/ 338287 h 489561"/>
                <a:gd name="connsiteX607" fmla="*/ 386342 w 457206"/>
                <a:gd name="connsiteY607" fmla="*/ 333501 h 489561"/>
                <a:gd name="connsiteX608" fmla="*/ 389543 w 457206"/>
                <a:gd name="connsiteY608" fmla="*/ 333501 h 489561"/>
                <a:gd name="connsiteX609" fmla="*/ 386342 w 457206"/>
                <a:gd name="connsiteY609" fmla="*/ 341184 h 489561"/>
                <a:gd name="connsiteX610" fmla="*/ 381705 w 457206"/>
                <a:gd name="connsiteY610" fmla="*/ 343642 h 489561"/>
                <a:gd name="connsiteX611" fmla="*/ 380267 w 457206"/>
                <a:gd name="connsiteY611" fmla="*/ 348866 h 489561"/>
                <a:gd name="connsiteX612" fmla="*/ 388661 w 457206"/>
                <a:gd name="connsiteY612" fmla="*/ 349393 h 489561"/>
                <a:gd name="connsiteX613" fmla="*/ 392140 w 457206"/>
                <a:gd name="connsiteY613" fmla="*/ 346101 h 489561"/>
                <a:gd name="connsiteX614" fmla="*/ 397659 w 457206"/>
                <a:gd name="connsiteY614" fmla="*/ 343642 h 489561"/>
                <a:gd name="connsiteX615" fmla="*/ 406053 w 457206"/>
                <a:gd name="connsiteY615" fmla="*/ 335389 h 489561"/>
                <a:gd name="connsiteX616" fmla="*/ 400859 w 457206"/>
                <a:gd name="connsiteY616" fmla="*/ 343642 h 489561"/>
                <a:gd name="connsiteX617" fmla="*/ 398540 w 457206"/>
                <a:gd name="connsiteY617" fmla="*/ 347769 h 489561"/>
                <a:gd name="connsiteX618" fmla="*/ 389821 w 457206"/>
                <a:gd name="connsiteY618" fmla="*/ 353476 h 489561"/>
                <a:gd name="connsiteX619" fmla="*/ 390377 w 457206"/>
                <a:gd name="connsiteY619" fmla="*/ 359315 h 489561"/>
                <a:gd name="connsiteX620" fmla="*/ 396777 w 457206"/>
                <a:gd name="connsiteY620" fmla="*/ 356593 h 489561"/>
                <a:gd name="connsiteX621" fmla="*/ 391583 w 457206"/>
                <a:gd name="connsiteY621" fmla="*/ 361510 h 489561"/>
                <a:gd name="connsiteX622" fmla="*/ 392140 w 457206"/>
                <a:gd name="connsiteY622" fmla="*/ 364539 h 489561"/>
                <a:gd name="connsiteX623" fmla="*/ 400859 w 457206"/>
                <a:gd name="connsiteY623" fmla="*/ 358788 h 489561"/>
                <a:gd name="connsiteX624" fmla="*/ 400859 w 457206"/>
                <a:gd name="connsiteY624" fmla="*/ 361510 h 489561"/>
                <a:gd name="connsiteX625" fmla="*/ 395943 w 457206"/>
                <a:gd name="connsiteY625" fmla="*/ 364802 h 489561"/>
                <a:gd name="connsiteX626" fmla="*/ 393624 w 457206"/>
                <a:gd name="connsiteY626" fmla="*/ 366997 h 489561"/>
                <a:gd name="connsiteX627" fmla="*/ 397380 w 457206"/>
                <a:gd name="connsiteY627" fmla="*/ 369456 h 489561"/>
                <a:gd name="connsiteX628" fmla="*/ 401462 w 457206"/>
                <a:gd name="connsiteY628" fmla="*/ 367524 h 489561"/>
                <a:gd name="connsiteX629" fmla="*/ 404662 w 457206"/>
                <a:gd name="connsiteY629" fmla="*/ 367524 h 489561"/>
                <a:gd name="connsiteX630" fmla="*/ 399746 w 457206"/>
                <a:gd name="connsiteY630" fmla="*/ 371387 h 489561"/>
                <a:gd name="connsiteX631" fmla="*/ 398308 w 457206"/>
                <a:gd name="connsiteY631" fmla="*/ 374109 h 489561"/>
                <a:gd name="connsiteX632" fmla="*/ 401183 w 457206"/>
                <a:gd name="connsiteY632" fmla="*/ 377972 h 489561"/>
                <a:gd name="connsiteX633" fmla="*/ 404940 w 457206"/>
                <a:gd name="connsiteY633" fmla="*/ 380431 h 489561"/>
                <a:gd name="connsiteX634" fmla="*/ 405218 w 457206"/>
                <a:gd name="connsiteY634" fmla="*/ 377402 h 489561"/>
                <a:gd name="connsiteX635" fmla="*/ 407815 w 457206"/>
                <a:gd name="connsiteY635" fmla="*/ 377138 h 489561"/>
                <a:gd name="connsiteX636" fmla="*/ 409856 w 457206"/>
                <a:gd name="connsiteY636" fmla="*/ 376875 h 489561"/>
                <a:gd name="connsiteX637" fmla="*/ 408696 w 457206"/>
                <a:gd name="connsiteY637" fmla="*/ 381528 h 489561"/>
                <a:gd name="connsiteX638" fmla="*/ 410459 w 457206"/>
                <a:gd name="connsiteY638" fmla="*/ 382626 h 489561"/>
                <a:gd name="connsiteX639" fmla="*/ 413659 w 457206"/>
                <a:gd name="connsiteY639" fmla="*/ 377402 h 489561"/>
                <a:gd name="connsiteX640" fmla="*/ 414540 w 457206"/>
                <a:gd name="connsiteY640" fmla="*/ 382055 h 489561"/>
                <a:gd name="connsiteX641" fmla="*/ 416859 w 457206"/>
                <a:gd name="connsiteY641" fmla="*/ 387279 h 489561"/>
                <a:gd name="connsiteX642" fmla="*/ 419734 w 457206"/>
                <a:gd name="connsiteY642" fmla="*/ 387279 h 489561"/>
                <a:gd name="connsiteX643" fmla="*/ 420291 w 457206"/>
                <a:gd name="connsiteY643" fmla="*/ 383723 h 489561"/>
                <a:gd name="connsiteX644" fmla="*/ 422331 w 457206"/>
                <a:gd name="connsiteY644" fmla="*/ 382055 h 489561"/>
                <a:gd name="connsiteX645" fmla="*/ 420569 w 457206"/>
                <a:gd name="connsiteY645" fmla="*/ 378499 h 489561"/>
                <a:gd name="connsiteX646" fmla="*/ 422888 w 457206"/>
                <a:gd name="connsiteY646" fmla="*/ 374943 h 489561"/>
                <a:gd name="connsiteX647" fmla="*/ 423166 w 457206"/>
                <a:gd name="connsiteY647" fmla="*/ 371387 h 489561"/>
                <a:gd name="connsiteX648" fmla="*/ 420847 w 457206"/>
                <a:gd name="connsiteY648" fmla="*/ 368358 h 489561"/>
                <a:gd name="connsiteX649" fmla="*/ 419409 w 457206"/>
                <a:gd name="connsiteY649" fmla="*/ 364495 h 489561"/>
                <a:gd name="connsiteX650" fmla="*/ 422285 w 457206"/>
                <a:gd name="connsiteY650" fmla="*/ 364495 h 489561"/>
                <a:gd name="connsiteX651" fmla="*/ 422285 w 457206"/>
                <a:gd name="connsiteY651" fmla="*/ 361466 h 489561"/>
                <a:gd name="connsiteX652" fmla="*/ 417647 w 457206"/>
                <a:gd name="connsiteY652" fmla="*/ 361466 h 489561"/>
                <a:gd name="connsiteX653" fmla="*/ 417647 w 457206"/>
                <a:gd name="connsiteY653" fmla="*/ 358173 h 489561"/>
                <a:gd name="connsiteX654" fmla="*/ 421404 w 457206"/>
                <a:gd name="connsiteY654" fmla="*/ 357646 h 489561"/>
                <a:gd name="connsiteX655" fmla="*/ 416488 w 457206"/>
                <a:gd name="connsiteY655" fmla="*/ 352554 h 489561"/>
                <a:gd name="connsiteX656" fmla="*/ 420569 w 457206"/>
                <a:gd name="connsiteY656" fmla="*/ 352554 h 489561"/>
                <a:gd name="connsiteX657" fmla="*/ 424047 w 457206"/>
                <a:gd name="connsiteY657" fmla="*/ 357646 h 489561"/>
                <a:gd name="connsiteX658" fmla="*/ 426088 w 457206"/>
                <a:gd name="connsiteY658" fmla="*/ 361510 h 489561"/>
                <a:gd name="connsiteX659" fmla="*/ 433044 w 457206"/>
                <a:gd name="connsiteY659" fmla="*/ 361510 h 489561"/>
                <a:gd name="connsiteX660" fmla="*/ 435085 w 457206"/>
                <a:gd name="connsiteY660" fmla="*/ 359315 h 489561"/>
                <a:gd name="connsiteX661" fmla="*/ 434807 w 457206"/>
                <a:gd name="connsiteY661" fmla="*/ 356022 h 489561"/>
                <a:gd name="connsiteX662" fmla="*/ 440326 w 457206"/>
                <a:gd name="connsiteY662" fmla="*/ 356022 h 489561"/>
                <a:gd name="connsiteX663" fmla="*/ 438563 w 457206"/>
                <a:gd name="connsiteY663" fmla="*/ 352598 h 489561"/>
                <a:gd name="connsiteX664" fmla="*/ 435688 w 457206"/>
                <a:gd name="connsiteY664" fmla="*/ 347506 h 489561"/>
                <a:gd name="connsiteX665" fmla="*/ 429613 w 457206"/>
                <a:gd name="connsiteY665" fmla="*/ 347506 h 489561"/>
                <a:gd name="connsiteX666" fmla="*/ 429613 w 457206"/>
                <a:gd name="connsiteY666" fmla="*/ 346145 h 489561"/>
                <a:gd name="connsiteX667" fmla="*/ 433694 w 457206"/>
                <a:gd name="connsiteY667" fmla="*/ 346145 h 489561"/>
                <a:gd name="connsiteX668" fmla="*/ 439491 w 457206"/>
                <a:gd name="connsiteY668" fmla="*/ 347506 h 489561"/>
                <a:gd name="connsiteX669" fmla="*/ 443247 w 457206"/>
                <a:gd name="connsiteY669" fmla="*/ 347506 h 489561"/>
                <a:gd name="connsiteX670" fmla="*/ 442691 w 457206"/>
                <a:gd name="connsiteY670" fmla="*/ 343642 h 489561"/>
                <a:gd name="connsiteX671" fmla="*/ 436894 w 457206"/>
                <a:gd name="connsiteY671" fmla="*/ 341184 h 489561"/>
                <a:gd name="connsiteX672" fmla="*/ 431097 w 457206"/>
                <a:gd name="connsiteY672" fmla="*/ 338287 h 489561"/>
                <a:gd name="connsiteX673" fmla="*/ 431375 w 457206"/>
                <a:gd name="connsiteY673" fmla="*/ 335389 h 489561"/>
                <a:gd name="connsiteX674" fmla="*/ 438888 w 457206"/>
                <a:gd name="connsiteY674" fmla="*/ 341140 h 489561"/>
                <a:gd name="connsiteX675" fmla="*/ 442366 w 457206"/>
                <a:gd name="connsiteY675" fmla="*/ 338243 h 489561"/>
                <a:gd name="connsiteX676" fmla="*/ 435131 w 457206"/>
                <a:gd name="connsiteY676" fmla="*/ 333150 h 489561"/>
                <a:gd name="connsiteX677" fmla="*/ 439213 w 457206"/>
                <a:gd name="connsiteY677" fmla="*/ 332053 h 489561"/>
                <a:gd name="connsiteX678" fmla="*/ 445891 w 457206"/>
                <a:gd name="connsiteY678" fmla="*/ 336970 h 489561"/>
                <a:gd name="connsiteX679" fmla="*/ 452291 w 457206"/>
                <a:gd name="connsiteY679" fmla="*/ 335301 h 489561"/>
                <a:gd name="connsiteX680" fmla="*/ 452291 w 457206"/>
                <a:gd name="connsiteY680" fmla="*/ 333106 h 489561"/>
                <a:gd name="connsiteX681" fmla="*/ 447097 w 457206"/>
                <a:gd name="connsiteY681" fmla="*/ 333106 h 489561"/>
                <a:gd name="connsiteX682" fmla="*/ 445334 w 457206"/>
                <a:gd name="connsiteY682" fmla="*/ 329243 h 489561"/>
                <a:gd name="connsiteX683" fmla="*/ 450529 w 457206"/>
                <a:gd name="connsiteY683" fmla="*/ 329243 h 489561"/>
                <a:gd name="connsiteX684" fmla="*/ 447329 w 457206"/>
                <a:gd name="connsiteY684" fmla="*/ 325380 h 489561"/>
                <a:gd name="connsiteX685" fmla="*/ 442969 w 457206"/>
                <a:gd name="connsiteY685" fmla="*/ 324546 h 489561"/>
                <a:gd name="connsiteX686" fmla="*/ 442413 w 457206"/>
                <a:gd name="connsiteY686" fmla="*/ 323185 h 489561"/>
                <a:gd name="connsiteX687" fmla="*/ 446494 w 457206"/>
                <a:gd name="connsiteY687" fmla="*/ 322351 h 489561"/>
                <a:gd name="connsiteX688" fmla="*/ 452569 w 457206"/>
                <a:gd name="connsiteY688" fmla="*/ 327838 h 489561"/>
                <a:gd name="connsiteX689" fmla="*/ 457207 w 457206"/>
                <a:gd name="connsiteY689" fmla="*/ 322351 h 489561"/>
                <a:gd name="connsiteX690" fmla="*/ 452569 w 457206"/>
                <a:gd name="connsiteY690" fmla="*/ 317697 h 489561"/>
                <a:gd name="connsiteX691" fmla="*/ 446169 w 457206"/>
                <a:gd name="connsiteY691" fmla="*/ 316600 h 489561"/>
                <a:gd name="connsiteX692" fmla="*/ 448488 w 457206"/>
                <a:gd name="connsiteY692" fmla="*/ 314668 h 489561"/>
                <a:gd name="connsiteX693" fmla="*/ 442969 w 457206"/>
                <a:gd name="connsiteY693" fmla="*/ 311376 h 489561"/>
                <a:gd name="connsiteX694" fmla="*/ 444407 w 457206"/>
                <a:gd name="connsiteY694" fmla="*/ 308347 h 489561"/>
                <a:gd name="connsiteX695" fmla="*/ 439769 w 457206"/>
                <a:gd name="connsiteY695" fmla="*/ 308873 h 489561"/>
                <a:gd name="connsiteX696" fmla="*/ 439769 w 457206"/>
                <a:gd name="connsiteY696" fmla="*/ 312429 h 489561"/>
                <a:gd name="connsiteX697" fmla="*/ 435688 w 457206"/>
                <a:gd name="connsiteY697" fmla="*/ 315985 h 489561"/>
                <a:gd name="connsiteX698" fmla="*/ 435688 w 457206"/>
                <a:gd name="connsiteY698" fmla="*/ 311068 h 489561"/>
                <a:gd name="connsiteX699" fmla="*/ 433091 w 457206"/>
                <a:gd name="connsiteY699" fmla="*/ 311595 h 489561"/>
                <a:gd name="connsiteX700" fmla="*/ 433091 w 457206"/>
                <a:gd name="connsiteY700" fmla="*/ 318444 h 489561"/>
                <a:gd name="connsiteX701" fmla="*/ 430772 w 457206"/>
                <a:gd name="connsiteY701" fmla="*/ 320902 h 489561"/>
                <a:gd name="connsiteX702" fmla="*/ 430772 w 457206"/>
                <a:gd name="connsiteY702" fmla="*/ 311025 h 489561"/>
                <a:gd name="connsiteX703" fmla="*/ 428453 w 457206"/>
                <a:gd name="connsiteY703" fmla="*/ 307469 h 489561"/>
                <a:gd name="connsiteX704" fmla="*/ 426412 w 457206"/>
                <a:gd name="connsiteY704" fmla="*/ 308566 h 489561"/>
                <a:gd name="connsiteX705" fmla="*/ 427850 w 457206"/>
                <a:gd name="connsiteY705" fmla="*/ 311595 h 489561"/>
                <a:gd name="connsiteX706" fmla="*/ 425253 w 457206"/>
                <a:gd name="connsiteY706" fmla="*/ 312429 h 489561"/>
                <a:gd name="connsiteX707" fmla="*/ 424094 w 457206"/>
                <a:gd name="connsiteY707" fmla="*/ 316819 h 489561"/>
                <a:gd name="connsiteX708" fmla="*/ 421218 w 457206"/>
                <a:gd name="connsiteY708" fmla="*/ 322307 h 489561"/>
                <a:gd name="connsiteX709" fmla="*/ 421218 w 457206"/>
                <a:gd name="connsiteY709" fmla="*/ 315195 h 489561"/>
                <a:gd name="connsiteX710" fmla="*/ 419178 w 457206"/>
                <a:gd name="connsiteY710" fmla="*/ 315195 h 489561"/>
                <a:gd name="connsiteX711" fmla="*/ 423259 w 457206"/>
                <a:gd name="connsiteY711" fmla="*/ 311068 h 489561"/>
                <a:gd name="connsiteX712" fmla="*/ 423537 w 457206"/>
                <a:gd name="connsiteY712" fmla="*/ 306152 h 489561"/>
                <a:gd name="connsiteX713" fmla="*/ 427896 w 457206"/>
                <a:gd name="connsiteY713" fmla="*/ 303693 h 489561"/>
                <a:gd name="connsiteX714" fmla="*/ 430772 w 457206"/>
                <a:gd name="connsiteY714" fmla="*/ 296845 h 489561"/>
                <a:gd name="connsiteX715" fmla="*/ 426134 w 457206"/>
                <a:gd name="connsiteY715" fmla="*/ 296582 h 489561"/>
                <a:gd name="connsiteX716" fmla="*/ 422934 w 457206"/>
                <a:gd name="connsiteY716" fmla="*/ 298513 h 489561"/>
                <a:gd name="connsiteX717" fmla="*/ 421497 w 457206"/>
                <a:gd name="connsiteY717" fmla="*/ 295221 h 489561"/>
                <a:gd name="connsiteX718" fmla="*/ 418018 w 457206"/>
                <a:gd name="connsiteY718" fmla="*/ 294694 h 489561"/>
                <a:gd name="connsiteX719" fmla="*/ 417740 w 457206"/>
                <a:gd name="connsiteY719" fmla="*/ 297723 h 489561"/>
                <a:gd name="connsiteX720" fmla="*/ 421497 w 457206"/>
                <a:gd name="connsiteY720" fmla="*/ 300445 h 489561"/>
                <a:gd name="connsiteX721" fmla="*/ 421497 w 457206"/>
                <a:gd name="connsiteY721" fmla="*/ 304001 h 489561"/>
                <a:gd name="connsiteX722" fmla="*/ 418621 w 457206"/>
                <a:gd name="connsiteY722" fmla="*/ 305669 h 489561"/>
                <a:gd name="connsiteX723" fmla="*/ 418621 w 457206"/>
                <a:gd name="connsiteY723" fmla="*/ 302113 h 489561"/>
                <a:gd name="connsiteX724" fmla="*/ 412221 w 457206"/>
                <a:gd name="connsiteY724" fmla="*/ 302113 h 489561"/>
                <a:gd name="connsiteX725" fmla="*/ 412221 w 457206"/>
                <a:gd name="connsiteY725" fmla="*/ 299391 h 489561"/>
                <a:gd name="connsiteX726" fmla="*/ 406702 w 457206"/>
                <a:gd name="connsiteY726" fmla="*/ 300752 h 489561"/>
                <a:gd name="connsiteX727" fmla="*/ 406702 w 457206"/>
                <a:gd name="connsiteY727" fmla="*/ 302947 h 489561"/>
                <a:gd name="connsiteX728" fmla="*/ 409902 w 457206"/>
                <a:gd name="connsiteY728" fmla="*/ 304308 h 489561"/>
                <a:gd name="connsiteX729" fmla="*/ 404383 w 457206"/>
                <a:gd name="connsiteY729" fmla="*/ 307030 h 489561"/>
                <a:gd name="connsiteX730" fmla="*/ 399746 w 457206"/>
                <a:gd name="connsiteY730" fmla="*/ 309488 h 489561"/>
                <a:gd name="connsiteX731" fmla="*/ 404940 w 457206"/>
                <a:gd name="connsiteY731" fmla="*/ 301806 h 489561"/>
                <a:gd name="connsiteX732" fmla="*/ 401462 w 457206"/>
                <a:gd name="connsiteY732" fmla="*/ 301806 h 489561"/>
                <a:gd name="connsiteX733" fmla="*/ 400302 w 457206"/>
                <a:gd name="connsiteY733" fmla="*/ 300445 h 489561"/>
                <a:gd name="connsiteX734" fmla="*/ 404662 w 457206"/>
                <a:gd name="connsiteY734" fmla="*/ 298513 h 489561"/>
                <a:gd name="connsiteX735" fmla="*/ 401183 w 457206"/>
                <a:gd name="connsiteY735" fmla="*/ 296845 h 489561"/>
                <a:gd name="connsiteX736" fmla="*/ 413937 w 457206"/>
                <a:gd name="connsiteY736" fmla="*/ 296845 h 489561"/>
                <a:gd name="connsiteX737" fmla="*/ 411340 w 457206"/>
                <a:gd name="connsiteY737" fmla="*/ 293289 h 489561"/>
                <a:gd name="connsiteX738" fmla="*/ 409902 w 457206"/>
                <a:gd name="connsiteY738" fmla="*/ 289997 h 489561"/>
                <a:gd name="connsiteX739" fmla="*/ 416302 w 457206"/>
                <a:gd name="connsiteY739" fmla="*/ 289997 h 489561"/>
                <a:gd name="connsiteX740" fmla="*/ 414540 w 457206"/>
                <a:gd name="connsiteY740" fmla="*/ 286967 h 489561"/>
                <a:gd name="connsiteX741" fmla="*/ 409346 w 457206"/>
                <a:gd name="connsiteY741" fmla="*/ 286967 h 489561"/>
                <a:gd name="connsiteX742" fmla="*/ 409346 w 457206"/>
                <a:gd name="connsiteY742" fmla="*/ 283412 h 489561"/>
                <a:gd name="connsiteX743" fmla="*/ 406470 w 457206"/>
                <a:gd name="connsiteY743" fmla="*/ 282314 h 489561"/>
                <a:gd name="connsiteX744" fmla="*/ 405311 w 457206"/>
                <a:gd name="connsiteY744" fmla="*/ 278758 h 489561"/>
                <a:gd name="connsiteX745" fmla="*/ 400812 w 457206"/>
                <a:gd name="connsiteY745" fmla="*/ 277661 h 489561"/>
                <a:gd name="connsiteX746" fmla="*/ 399235 w 457206"/>
                <a:gd name="connsiteY746" fmla="*/ 280953 h 489561"/>
                <a:gd name="connsiteX747" fmla="*/ 396360 w 457206"/>
                <a:gd name="connsiteY747" fmla="*/ 280953 h 489561"/>
                <a:gd name="connsiteX748" fmla="*/ 394598 w 457206"/>
                <a:gd name="connsiteY748" fmla="*/ 277397 h 489561"/>
                <a:gd name="connsiteX749" fmla="*/ 400395 w 457206"/>
                <a:gd name="connsiteY749" fmla="*/ 268617 h 489561"/>
                <a:gd name="connsiteX750" fmla="*/ 391676 w 457206"/>
                <a:gd name="connsiteY750" fmla="*/ 273534 h 489561"/>
                <a:gd name="connsiteX751" fmla="*/ 389635 w 457206"/>
                <a:gd name="connsiteY751" fmla="*/ 279856 h 489561"/>
                <a:gd name="connsiteX752" fmla="*/ 389635 w 457206"/>
                <a:gd name="connsiteY752" fmla="*/ 282314 h 489561"/>
                <a:gd name="connsiteX753" fmla="*/ 386435 w 457206"/>
                <a:gd name="connsiteY753" fmla="*/ 279592 h 489561"/>
                <a:gd name="connsiteX754" fmla="*/ 389635 w 457206"/>
                <a:gd name="connsiteY754" fmla="*/ 275729 h 489561"/>
                <a:gd name="connsiteX755" fmla="*/ 389635 w 457206"/>
                <a:gd name="connsiteY755" fmla="*/ 270110 h 489561"/>
                <a:gd name="connsiteX756" fmla="*/ 385554 w 457206"/>
                <a:gd name="connsiteY756" fmla="*/ 270110 h 489561"/>
                <a:gd name="connsiteX757" fmla="*/ 383514 w 457206"/>
                <a:gd name="connsiteY757" fmla="*/ 275729 h 489561"/>
                <a:gd name="connsiteX758" fmla="*/ 382076 w 457206"/>
                <a:gd name="connsiteY758" fmla="*/ 283675 h 489561"/>
                <a:gd name="connsiteX759" fmla="*/ 380313 w 457206"/>
                <a:gd name="connsiteY759" fmla="*/ 286967 h 489561"/>
                <a:gd name="connsiteX760" fmla="*/ 380313 w 457206"/>
                <a:gd name="connsiteY760" fmla="*/ 282314 h 489561"/>
                <a:gd name="connsiteX761" fmla="*/ 382076 w 457206"/>
                <a:gd name="connsiteY761" fmla="*/ 273271 h 489561"/>
                <a:gd name="connsiteX762" fmla="*/ 379479 w 457206"/>
                <a:gd name="connsiteY762" fmla="*/ 271602 h 489561"/>
                <a:gd name="connsiteX763" fmla="*/ 377438 w 457206"/>
                <a:gd name="connsiteY763" fmla="*/ 277353 h 489561"/>
                <a:gd name="connsiteX764" fmla="*/ 370760 w 457206"/>
                <a:gd name="connsiteY764" fmla="*/ 278451 h 489561"/>
                <a:gd name="connsiteX765" fmla="*/ 370760 w 457206"/>
                <a:gd name="connsiteY765" fmla="*/ 274324 h 489561"/>
                <a:gd name="connsiteX766" fmla="*/ 373635 w 457206"/>
                <a:gd name="connsiteY766" fmla="*/ 274324 h 489561"/>
                <a:gd name="connsiteX767" fmla="*/ 374192 w 457206"/>
                <a:gd name="connsiteY767" fmla="*/ 272173 h 489561"/>
                <a:gd name="connsiteX768" fmla="*/ 377392 w 457206"/>
                <a:gd name="connsiteY768" fmla="*/ 268837 h 489561"/>
                <a:gd name="connsiteX769" fmla="*/ 373635 w 457206"/>
                <a:gd name="connsiteY769" fmla="*/ 267168 h 489561"/>
                <a:gd name="connsiteX770" fmla="*/ 375954 w 457206"/>
                <a:gd name="connsiteY770" fmla="*/ 264139 h 489561"/>
                <a:gd name="connsiteX771" fmla="*/ 377392 w 457206"/>
                <a:gd name="connsiteY771" fmla="*/ 260583 h 489561"/>
                <a:gd name="connsiteX772" fmla="*/ 371595 w 457206"/>
                <a:gd name="connsiteY772" fmla="*/ 264447 h 489561"/>
                <a:gd name="connsiteX773" fmla="*/ 368951 w 457206"/>
                <a:gd name="connsiteY773" fmla="*/ 270461 h 489561"/>
                <a:gd name="connsiteX774" fmla="*/ 368719 w 457206"/>
                <a:gd name="connsiteY774" fmla="*/ 265281 h 489561"/>
                <a:gd name="connsiteX775" fmla="*/ 364638 w 457206"/>
                <a:gd name="connsiteY775" fmla="*/ 270110 h 489561"/>
                <a:gd name="connsiteX776" fmla="*/ 364081 w 457206"/>
                <a:gd name="connsiteY776" fmla="*/ 267783 h 489561"/>
                <a:gd name="connsiteX777" fmla="*/ 368719 w 457206"/>
                <a:gd name="connsiteY777" fmla="*/ 262296 h 489561"/>
                <a:gd name="connsiteX778" fmla="*/ 365519 w 457206"/>
                <a:gd name="connsiteY778" fmla="*/ 259266 h 489561"/>
                <a:gd name="connsiteX779" fmla="*/ 358841 w 457206"/>
                <a:gd name="connsiteY779" fmla="*/ 262296 h 489561"/>
                <a:gd name="connsiteX780" fmla="*/ 364360 w 457206"/>
                <a:gd name="connsiteY780" fmla="*/ 256808 h 489561"/>
                <a:gd name="connsiteX781" fmla="*/ 356847 w 457206"/>
                <a:gd name="connsiteY781" fmla="*/ 259266 h 489561"/>
                <a:gd name="connsiteX782" fmla="*/ 351049 w 457206"/>
                <a:gd name="connsiteY782" fmla="*/ 257905 h 489561"/>
                <a:gd name="connsiteX783" fmla="*/ 358563 w 457206"/>
                <a:gd name="connsiteY783" fmla="*/ 254306 h 489561"/>
                <a:gd name="connsiteX784" fmla="*/ 368719 w 457206"/>
                <a:gd name="connsiteY784" fmla="*/ 251847 h 489561"/>
                <a:gd name="connsiteX785" fmla="*/ 356847 w 457206"/>
                <a:gd name="connsiteY785" fmla="*/ 250486 h 489561"/>
                <a:gd name="connsiteX786" fmla="*/ 358284 w 457206"/>
                <a:gd name="connsiteY786" fmla="*/ 250486 h 489561"/>
                <a:gd name="connsiteX787" fmla="*/ 354528 w 457206"/>
                <a:gd name="connsiteY787" fmla="*/ 248028 h 489561"/>
                <a:gd name="connsiteX788" fmla="*/ 349612 w 457206"/>
                <a:gd name="connsiteY788" fmla="*/ 250486 h 489561"/>
                <a:gd name="connsiteX789" fmla="*/ 347015 w 457206"/>
                <a:gd name="connsiteY789" fmla="*/ 248818 h 489561"/>
                <a:gd name="connsiteX790" fmla="*/ 341496 w 457206"/>
                <a:gd name="connsiteY790" fmla="*/ 246360 h 489561"/>
                <a:gd name="connsiteX791" fmla="*/ 338017 w 457206"/>
                <a:gd name="connsiteY791" fmla="*/ 244428 h 489561"/>
                <a:gd name="connsiteX792" fmla="*/ 346412 w 457206"/>
                <a:gd name="connsiteY792" fmla="*/ 244428 h 489561"/>
                <a:gd name="connsiteX793" fmla="*/ 346690 w 457206"/>
                <a:gd name="connsiteY793" fmla="*/ 241706 h 489561"/>
                <a:gd name="connsiteX794" fmla="*/ 333658 w 457206"/>
                <a:gd name="connsiteY794" fmla="*/ 239248 h 489561"/>
                <a:gd name="connsiteX795" fmla="*/ 329020 w 457206"/>
                <a:gd name="connsiteY795" fmla="*/ 236790 h 489561"/>
                <a:gd name="connsiteX796" fmla="*/ 328742 w 457206"/>
                <a:gd name="connsiteY796" fmla="*/ 234595 h 489561"/>
                <a:gd name="connsiteX797" fmla="*/ 341217 w 457206"/>
                <a:gd name="connsiteY797" fmla="*/ 238150 h 489561"/>
                <a:gd name="connsiteX798" fmla="*/ 340661 w 457206"/>
                <a:gd name="connsiteY798" fmla="*/ 235955 h 489561"/>
                <a:gd name="connsiteX799" fmla="*/ 350493 w 457206"/>
                <a:gd name="connsiteY799" fmla="*/ 241706 h 489561"/>
                <a:gd name="connsiteX800" fmla="*/ 352812 w 457206"/>
                <a:gd name="connsiteY800" fmla="*/ 241706 h 489561"/>
                <a:gd name="connsiteX801" fmla="*/ 343815 w 457206"/>
                <a:gd name="connsiteY801" fmla="*/ 235385 h 489561"/>
                <a:gd name="connsiteX802" fmla="*/ 349009 w 457206"/>
                <a:gd name="connsiteY802" fmla="*/ 235385 h 489561"/>
                <a:gd name="connsiteX803" fmla="*/ 349009 w 457206"/>
                <a:gd name="connsiteY803" fmla="*/ 232926 h 489561"/>
                <a:gd name="connsiteX804" fmla="*/ 343490 w 457206"/>
                <a:gd name="connsiteY804" fmla="*/ 229063 h 489561"/>
                <a:gd name="connsiteX805" fmla="*/ 353647 w 457206"/>
                <a:gd name="connsiteY805" fmla="*/ 227702 h 489561"/>
                <a:gd name="connsiteX806" fmla="*/ 333658 w 457206"/>
                <a:gd name="connsiteY806" fmla="*/ 229063 h 489561"/>
                <a:gd name="connsiteX807" fmla="*/ 333658 w 457206"/>
                <a:gd name="connsiteY807" fmla="*/ 225200 h 489561"/>
                <a:gd name="connsiteX808" fmla="*/ 337739 w 457206"/>
                <a:gd name="connsiteY808" fmla="*/ 222171 h 489561"/>
                <a:gd name="connsiteX809" fmla="*/ 333982 w 457206"/>
                <a:gd name="connsiteY809" fmla="*/ 219712 h 489561"/>
                <a:gd name="connsiteX810" fmla="*/ 347015 w 457206"/>
                <a:gd name="connsiteY810" fmla="*/ 222171 h 489561"/>
                <a:gd name="connsiteX811" fmla="*/ 346133 w 457206"/>
                <a:gd name="connsiteY811" fmla="*/ 218308 h 489561"/>
                <a:gd name="connsiteX812" fmla="*/ 334539 w 457206"/>
                <a:gd name="connsiteY812" fmla="*/ 216947 h 489561"/>
                <a:gd name="connsiteX813" fmla="*/ 327304 w 457206"/>
                <a:gd name="connsiteY813" fmla="*/ 218878 h 489561"/>
                <a:gd name="connsiteX814" fmla="*/ 334261 w 457206"/>
                <a:gd name="connsiteY814" fmla="*/ 214225 h 489561"/>
                <a:gd name="connsiteX815" fmla="*/ 347015 w 457206"/>
                <a:gd name="connsiteY815" fmla="*/ 216683 h 489561"/>
                <a:gd name="connsiteX816" fmla="*/ 355409 w 457206"/>
                <a:gd name="connsiteY816" fmla="*/ 222171 h 489561"/>
                <a:gd name="connsiteX817" fmla="*/ 368765 w 457206"/>
                <a:gd name="connsiteY817" fmla="*/ 222171 h 489561"/>
                <a:gd name="connsiteX818" fmla="*/ 368765 w 457206"/>
                <a:gd name="connsiteY818" fmla="*/ 216113 h 489561"/>
                <a:gd name="connsiteX819" fmla="*/ 351374 w 457206"/>
                <a:gd name="connsiteY819" fmla="*/ 209001 h 489561"/>
                <a:gd name="connsiteX820" fmla="*/ 339501 w 457206"/>
                <a:gd name="connsiteY820" fmla="*/ 204347 h 489561"/>
                <a:gd name="connsiteX821" fmla="*/ 333704 w 457206"/>
                <a:gd name="connsiteY821" fmla="*/ 207377 h 489561"/>
                <a:gd name="connsiteX822" fmla="*/ 320348 w 457206"/>
                <a:gd name="connsiteY822" fmla="*/ 209045 h 489561"/>
                <a:gd name="connsiteX823" fmla="*/ 317472 w 457206"/>
                <a:gd name="connsiteY823" fmla="*/ 207684 h 489561"/>
                <a:gd name="connsiteX824" fmla="*/ 321553 w 457206"/>
                <a:gd name="connsiteY824" fmla="*/ 205752 h 489561"/>
                <a:gd name="connsiteX825" fmla="*/ 330551 w 457206"/>
                <a:gd name="connsiteY825" fmla="*/ 205752 h 489561"/>
                <a:gd name="connsiteX826" fmla="*/ 338064 w 457206"/>
                <a:gd name="connsiteY826" fmla="*/ 201889 h 489561"/>
                <a:gd name="connsiteX827" fmla="*/ 343583 w 457206"/>
                <a:gd name="connsiteY827" fmla="*/ 201362 h 489561"/>
                <a:gd name="connsiteX828" fmla="*/ 356336 w 457206"/>
                <a:gd name="connsiteY828" fmla="*/ 197806 h 489561"/>
                <a:gd name="connsiteX829" fmla="*/ 363849 w 457206"/>
                <a:gd name="connsiteY829" fmla="*/ 199738 h 489561"/>
                <a:gd name="connsiteX830" fmla="*/ 347617 w 457206"/>
                <a:gd name="connsiteY830" fmla="*/ 172300 h 489561"/>
                <a:gd name="connsiteX831" fmla="*/ 343258 w 457206"/>
                <a:gd name="connsiteY831" fmla="*/ 178885 h 489561"/>
                <a:gd name="connsiteX832" fmla="*/ 346133 w 457206"/>
                <a:gd name="connsiteY832" fmla="*/ 180817 h 489561"/>
                <a:gd name="connsiteX833" fmla="*/ 340939 w 457206"/>
                <a:gd name="connsiteY833" fmla="*/ 183846 h 489561"/>
                <a:gd name="connsiteX834" fmla="*/ 338899 w 457206"/>
                <a:gd name="connsiteY834" fmla="*/ 188499 h 489561"/>
                <a:gd name="connsiteX835" fmla="*/ 333380 w 457206"/>
                <a:gd name="connsiteY835" fmla="*/ 190694 h 489561"/>
                <a:gd name="connsiteX836" fmla="*/ 329298 w 457206"/>
                <a:gd name="connsiteY836" fmla="*/ 196753 h 489561"/>
                <a:gd name="connsiteX837" fmla="*/ 321785 w 457206"/>
                <a:gd name="connsiteY837" fmla="*/ 197587 h 489561"/>
                <a:gd name="connsiteX838" fmla="*/ 316869 w 457206"/>
                <a:gd name="connsiteY838" fmla="*/ 203338 h 489561"/>
                <a:gd name="connsiteX839" fmla="*/ 320626 w 457206"/>
                <a:gd name="connsiteY839" fmla="*/ 194031 h 489561"/>
                <a:gd name="connsiteX840" fmla="*/ 326145 w 457206"/>
                <a:gd name="connsiteY840" fmla="*/ 194031 h 489561"/>
                <a:gd name="connsiteX841" fmla="*/ 331664 w 457206"/>
                <a:gd name="connsiteY841" fmla="*/ 187973 h 489561"/>
                <a:gd name="connsiteX842" fmla="*/ 336023 w 457206"/>
                <a:gd name="connsiteY842" fmla="*/ 184109 h 489561"/>
                <a:gd name="connsiteX843" fmla="*/ 339223 w 457206"/>
                <a:gd name="connsiteY843" fmla="*/ 177261 h 489561"/>
                <a:gd name="connsiteX844" fmla="*/ 320672 w 457206"/>
                <a:gd name="connsiteY844" fmla="*/ 184109 h 489561"/>
                <a:gd name="connsiteX845" fmla="*/ 322110 w 457206"/>
                <a:gd name="connsiteY845" fmla="*/ 187973 h 489561"/>
                <a:gd name="connsiteX846" fmla="*/ 315432 w 457206"/>
                <a:gd name="connsiteY846" fmla="*/ 190694 h 489561"/>
                <a:gd name="connsiteX847" fmla="*/ 312232 w 457206"/>
                <a:gd name="connsiteY847" fmla="*/ 192055 h 489561"/>
                <a:gd name="connsiteX848" fmla="*/ 318910 w 457206"/>
                <a:gd name="connsiteY848" fmla="*/ 185207 h 489561"/>
                <a:gd name="connsiteX849" fmla="*/ 315153 w 457206"/>
                <a:gd name="connsiteY849" fmla="*/ 185207 h 489561"/>
                <a:gd name="connsiteX850" fmla="*/ 319791 w 457206"/>
                <a:gd name="connsiteY850" fmla="*/ 181914 h 489561"/>
                <a:gd name="connsiteX851" fmla="*/ 327304 w 457206"/>
                <a:gd name="connsiteY851" fmla="*/ 174232 h 489561"/>
                <a:gd name="connsiteX852" fmla="*/ 337461 w 457206"/>
                <a:gd name="connsiteY852" fmla="*/ 172037 h 489561"/>
                <a:gd name="connsiteX853" fmla="*/ 339223 w 457206"/>
                <a:gd name="connsiteY853" fmla="*/ 167384 h 489561"/>
                <a:gd name="connsiteX854" fmla="*/ 341820 w 457206"/>
                <a:gd name="connsiteY854" fmla="*/ 169842 h 489561"/>
                <a:gd name="connsiteX855" fmla="*/ 344696 w 457206"/>
                <a:gd name="connsiteY855" fmla="*/ 163784 h 489561"/>
                <a:gd name="connsiteX856" fmla="*/ 335977 w 457206"/>
                <a:gd name="connsiteY856" fmla="*/ 156101 h 489561"/>
                <a:gd name="connsiteX857" fmla="*/ 331061 w 457206"/>
                <a:gd name="connsiteY857" fmla="*/ 160228 h 489561"/>
                <a:gd name="connsiteX858" fmla="*/ 325542 w 457206"/>
                <a:gd name="connsiteY858" fmla="*/ 165145 h 489561"/>
                <a:gd name="connsiteX859" fmla="*/ 318585 w 457206"/>
                <a:gd name="connsiteY859" fmla="*/ 168174 h 489561"/>
                <a:gd name="connsiteX860" fmla="*/ 310748 w 457206"/>
                <a:gd name="connsiteY860" fmla="*/ 171730 h 489561"/>
                <a:gd name="connsiteX861" fmla="*/ 308150 w 457206"/>
                <a:gd name="connsiteY861" fmla="*/ 174759 h 489561"/>
                <a:gd name="connsiteX862" fmla="*/ 307594 w 457206"/>
                <a:gd name="connsiteY862" fmla="*/ 172300 h 489561"/>
                <a:gd name="connsiteX863" fmla="*/ 316916 w 457206"/>
                <a:gd name="connsiteY863" fmla="*/ 166286 h 489561"/>
                <a:gd name="connsiteX864" fmla="*/ 319467 w 457206"/>
                <a:gd name="connsiteY864" fmla="*/ 164618 h 489561"/>
                <a:gd name="connsiteX865" fmla="*/ 325866 w 457206"/>
                <a:gd name="connsiteY865" fmla="*/ 161896 h 489561"/>
                <a:gd name="connsiteX866" fmla="*/ 332823 w 457206"/>
                <a:gd name="connsiteY866" fmla="*/ 155574 h 489561"/>
                <a:gd name="connsiteX867" fmla="*/ 331061 w 457206"/>
                <a:gd name="connsiteY867" fmla="*/ 153906 h 489561"/>
                <a:gd name="connsiteX868" fmla="*/ 325542 w 457206"/>
                <a:gd name="connsiteY868" fmla="*/ 150877 h 489561"/>
                <a:gd name="connsiteX869" fmla="*/ 323501 w 457206"/>
                <a:gd name="connsiteY869" fmla="*/ 154170 h 489561"/>
                <a:gd name="connsiteX870" fmla="*/ 317101 w 457206"/>
                <a:gd name="connsiteY870" fmla="*/ 158823 h 489561"/>
                <a:gd name="connsiteX871" fmla="*/ 312742 w 457206"/>
                <a:gd name="connsiteY871" fmla="*/ 160184 h 489561"/>
                <a:gd name="connsiteX872" fmla="*/ 312742 w 457206"/>
                <a:gd name="connsiteY872" fmla="*/ 162906 h 489561"/>
                <a:gd name="connsiteX873" fmla="*/ 308985 w 457206"/>
                <a:gd name="connsiteY873" fmla="*/ 163433 h 489561"/>
                <a:gd name="connsiteX874" fmla="*/ 308707 w 457206"/>
                <a:gd name="connsiteY874" fmla="*/ 160140 h 489561"/>
                <a:gd name="connsiteX875" fmla="*/ 315385 w 457206"/>
                <a:gd name="connsiteY875" fmla="*/ 156277 h 489561"/>
                <a:gd name="connsiteX876" fmla="*/ 320580 w 457206"/>
                <a:gd name="connsiteY876" fmla="*/ 148594 h 489561"/>
                <a:gd name="connsiteX877" fmla="*/ 317982 w 457206"/>
                <a:gd name="connsiteY877" fmla="*/ 147760 h 489561"/>
                <a:gd name="connsiteX878" fmla="*/ 301472 w 457206"/>
                <a:gd name="connsiteY878" fmla="*/ 158999 h 489561"/>
                <a:gd name="connsiteX879" fmla="*/ 300313 w 457206"/>
                <a:gd name="connsiteY879" fmla="*/ 165847 h 489561"/>
                <a:gd name="connsiteX880" fmla="*/ 298550 w 457206"/>
                <a:gd name="connsiteY880" fmla="*/ 173530 h 489561"/>
                <a:gd name="connsiteX881" fmla="*/ 295953 w 457206"/>
                <a:gd name="connsiteY881" fmla="*/ 183144 h 489561"/>
                <a:gd name="connsiteX882" fmla="*/ 292753 w 457206"/>
                <a:gd name="connsiteY882" fmla="*/ 185075 h 489561"/>
                <a:gd name="connsiteX883" fmla="*/ 296510 w 457206"/>
                <a:gd name="connsiteY883" fmla="*/ 174364 h 489561"/>
                <a:gd name="connsiteX884" fmla="*/ 297066 w 457206"/>
                <a:gd name="connsiteY884" fmla="*/ 167252 h 489561"/>
                <a:gd name="connsiteX885" fmla="*/ 297947 w 457206"/>
                <a:gd name="connsiteY885" fmla="*/ 162028 h 489561"/>
                <a:gd name="connsiteX886" fmla="*/ 293031 w 457206"/>
                <a:gd name="connsiteY886" fmla="*/ 162555 h 489561"/>
                <a:gd name="connsiteX887" fmla="*/ 290713 w 457206"/>
                <a:gd name="connsiteY887" fmla="*/ 168613 h 489561"/>
                <a:gd name="connsiteX888" fmla="*/ 288950 w 457206"/>
                <a:gd name="connsiteY888" fmla="*/ 174364 h 489561"/>
                <a:gd name="connsiteX889" fmla="*/ 288394 w 457206"/>
                <a:gd name="connsiteY889" fmla="*/ 169447 h 489561"/>
                <a:gd name="connsiteX890" fmla="*/ 286075 w 457206"/>
                <a:gd name="connsiteY890" fmla="*/ 166725 h 489561"/>
                <a:gd name="connsiteX891" fmla="*/ 292475 w 457206"/>
                <a:gd name="connsiteY891" fmla="*/ 159043 h 489561"/>
                <a:gd name="connsiteX892" fmla="*/ 306110 w 457206"/>
                <a:gd name="connsiteY892" fmla="*/ 151623 h 489561"/>
                <a:gd name="connsiteX893" fmla="*/ 306110 w 457206"/>
                <a:gd name="connsiteY893" fmla="*/ 137093 h 489561"/>
                <a:gd name="connsiteX894" fmla="*/ 296834 w 457206"/>
                <a:gd name="connsiteY894" fmla="*/ 143678 h 489561"/>
                <a:gd name="connsiteX895" fmla="*/ 299014 w 457206"/>
                <a:gd name="connsiteY895" fmla="*/ 148068 h 489561"/>
                <a:gd name="connsiteX896" fmla="*/ 291362 w 457206"/>
                <a:gd name="connsiteY896" fmla="*/ 149165 h 489561"/>
                <a:gd name="connsiteX897" fmla="*/ 287002 w 457206"/>
                <a:gd name="connsiteY897" fmla="*/ 152721 h 489561"/>
                <a:gd name="connsiteX898" fmla="*/ 278608 w 457206"/>
                <a:gd name="connsiteY898" fmla="*/ 159043 h 489561"/>
                <a:gd name="connsiteX899" fmla="*/ 281808 w 457206"/>
                <a:gd name="connsiteY899" fmla="*/ 151097 h 489561"/>
                <a:gd name="connsiteX900" fmla="*/ 281252 w 457206"/>
                <a:gd name="connsiteY900" fmla="*/ 148375 h 489561"/>
                <a:gd name="connsiteX901" fmla="*/ 276614 w 457206"/>
                <a:gd name="connsiteY901" fmla="*/ 151097 h 489561"/>
                <a:gd name="connsiteX902" fmla="*/ 274295 w 457206"/>
                <a:gd name="connsiteY902" fmla="*/ 149428 h 489561"/>
                <a:gd name="connsiteX903" fmla="*/ 280370 w 457206"/>
                <a:gd name="connsiteY903" fmla="*/ 144204 h 489561"/>
                <a:gd name="connsiteX904" fmla="*/ 281808 w 457206"/>
                <a:gd name="connsiteY904" fmla="*/ 137619 h 489561"/>
                <a:gd name="connsiteX905" fmla="*/ 295443 w 457206"/>
                <a:gd name="connsiteY905" fmla="*/ 137619 h 489561"/>
                <a:gd name="connsiteX906" fmla="*/ 297205 w 457206"/>
                <a:gd name="connsiteY906" fmla="*/ 126118 h 489561"/>
                <a:gd name="connsiteX907" fmla="*/ 277217 w 457206"/>
                <a:gd name="connsiteY907" fmla="*/ 111850 h 489561"/>
                <a:gd name="connsiteX908" fmla="*/ 275454 w 457206"/>
                <a:gd name="connsiteY908" fmla="*/ 115713 h 489561"/>
                <a:gd name="connsiteX909" fmla="*/ 274017 w 457206"/>
                <a:gd name="connsiteY909" fmla="*/ 114352 h 489561"/>
                <a:gd name="connsiteX910" fmla="*/ 275454 w 457206"/>
                <a:gd name="connsiteY910" fmla="*/ 110489 h 489561"/>
                <a:gd name="connsiteX911" fmla="*/ 271698 w 457206"/>
                <a:gd name="connsiteY911" fmla="*/ 110489 h 489561"/>
                <a:gd name="connsiteX912" fmla="*/ 269936 w 457206"/>
                <a:gd name="connsiteY912" fmla="*/ 112684 h 489561"/>
                <a:gd name="connsiteX913" fmla="*/ 270817 w 457206"/>
                <a:gd name="connsiteY913" fmla="*/ 116240 h 489561"/>
                <a:gd name="connsiteX914" fmla="*/ 275454 w 457206"/>
                <a:gd name="connsiteY914" fmla="*/ 117338 h 489561"/>
                <a:gd name="connsiteX915" fmla="*/ 273692 w 457206"/>
                <a:gd name="connsiteY915" fmla="*/ 118435 h 489561"/>
                <a:gd name="connsiteX916" fmla="*/ 273692 w 457206"/>
                <a:gd name="connsiteY916" fmla="*/ 122298 h 489561"/>
                <a:gd name="connsiteX917" fmla="*/ 271095 w 457206"/>
                <a:gd name="connsiteY917" fmla="*/ 122825 h 489561"/>
                <a:gd name="connsiteX918" fmla="*/ 271095 w 457206"/>
                <a:gd name="connsiteY918" fmla="*/ 118698 h 489561"/>
                <a:gd name="connsiteX919" fmla="*/ 268730 w 457206"/>
                <a:gd name="connsiteY919" fmla="*/ 120367 h 489561"/>
                <a:gd name="connsiteX920" fmla="*/ 28681 w 457206"/>
                <a:gd name="connsiteY920" fmla="*/ 127742 h 489561"/>
                <a:gd name="connsiteX921" fmla="*/ 23487 w 457206"/>
                <a:gd name="connsiteY921" fmla="*/ 126074 h 489561"/>
                <a:gd name="connsiteX922" fmla="*/ 26687 w 457206"/>
                <a:gd name="connsiteY922" fmla="*/ 124405 h 489561"/>
                <a:gd name="connsiteX923" fmla="*/ 28727 w 457206"/>
                <a:gd name="connsiteY923" fmla="*/ 125239 h 489561"/>
                <a:gd name="connsiteX924" fmla="*/ 28727 w 457206"/>
                <a:gd name="connsiteY924" fmla="*/ 127698 h 489561"/>
                <a:gd name="connsiteX925" fmla="*/ 44913 w 457206"/>
                <a:gd name="connsiteY925" fmla="*/ 29801 h 489561"/>
                <a:gd name="connsiteX926" fmla="*/ 39719 w 457206"/>
                <a:gd name="connsiteY926" fmla="*/ 24884 h 489561"/>
                <a:gd name="connsiteX927" fmla="*/ 39719 w 457206"/>
                <a:gd name="connsiteY927" fmla="*/ 19967 h 489561"/>
                <a:gd name="connsiteX928" fmla="*/ 44913 w 457206"/>
                <a:gd name="connsiteY928" fmla="*/ 26289 h 489561"/>
                <a:gd name="connsiteX929" fmla="*/ 44913 w 457206"/>
                <a:gd name="connsiteY929" fmla="*/ 29845 h 489561"/>
                <a:gd name="connsiteX930" fmla="*/ 37075 w 457206"/>
                <a:gd name="connsiteY930" fmla="*/ 151623 h 489561"/>
                <a:gd name="connsiteX931" fmla="*/ 35035 w 457206"/>
                <a:gd name="connsiteY931" fmla="*/ 151623 h 489561"/>
                <a:gd name="connsiteX932" fmla="*/ 35035 w 457206"/>
                <a:gd name="connsiteY932" fmla="*/ 148594 h 489561"/>
                <a:gd name="connsiteX933" fmla="*/ 40229 w 457206"/>
                <a:gd name="connsiteY933" fmla="*/ 148594 h 489561"/>
                <a:gd name="connsiteX934" fmla="*/ 37029 w 457206"/>
                <a:gd name="connsiteY934" fmla="*/ 151623 h 489561"/>
                <a:gd name="connsiteX935" fmla="*/ 83453 w 457206"/>
                <a:gd name="connsiteY935" fmla="*/ 143678 h 489561"/>
                <a:gd name="connsiteX936" fmla="*/ 79650 w 457206"/>
                <a:gd name="connsiteY936" fmla="*/ 145873 h 489561"/>
                <a:gd name="connsiteX937" fmla="*/ 79650 w 457206"/>
                <a:gd name="connsiteY937" fmla="*/ 138102 h 489561"/>
                <a:gd name="connsiteX938" fmla="*/ 82293 w 457206"/>
                <a:gd name="connsiteY938" fmla="*/ 138102 h 489561"/>
                <a:gd name="connsiteX939" fmla="*/ 81412 w 457206"/>
                <a:gd name="connsiteY939" fmla="*/ 132966 h 489561"/>
                <a:gd name="connsiteX940" fmla="*/ 79650 w 457206"/>
                <a:gd name="connsiteY940" fmla="*/ 133800 h 489561"/>
                <a:gd name="connsiteX941" fmla="*/ 71858 w 457206"/>
                <a:gd name="connsiteY941" fmla="*/ 135468 h 489561"/>
                <a:gd name="connsiteX942" fmla="*/ 64252 w 457206"/>
                <a:gd name="connsiteY942" fmla="*/ 138146 h 489561"/>
                <a:gd name="connsiteX943" fmla="*/ 58502 w 457206"/>
                <a:gd name="connsiteY943" fmla="*/ 141526 h 489561"/>
                <a:gd name="connsiteX944" fmla="*/ 52148 w 457206"/>
                <a:gd name="connsiteY944" fmla="*/ 143721 h 489561"/>
                <a:gd name="connsiteX945" fmla="*/ 52148 w 457206"/>
                <a:gd name="connsiteY945" fmla="*/ 141000 h 489561"/>
                <a:gd name="connsiteX946" fmla="*/ 59661 w 457206"/>
                <a:gd name="connsiteY946" fmla="*/ 138190 h 489561"/>
                <a:gd name="connsiteX947" fmla="*/ 64206 w 457206"/>
                <a:gd name="connsiteY947" fmla="*/ 134722 h 489561"/>
                <a:gd name="connsiteX948" fmla="*/ 70096 w 457206"/>
                <a:gd name="connsiteY948" fmla="*/ 132527 h 489561"/>
                <a:gd name="connsiteX949" fmla="*/ 72693 w 457206"/>
                <a:gd name="connsiteY949" fmla="*/ 132527 h 489561"/>
                <a:gd name="connsiteX950" fmla="*/ 73852 w 457206"/>
                <a:gd name="connsiteY950" fmla="*/ 131166 h 489561"/>
                <a:gd name="connsiteX951" fmla="*/ 83684 w 457206"/>
                <a:gd name="connsiteY951" fmla="*/ 129322 h 489561"/>
                <a:gd name="connsiteX952" fmla="*/ 83684 w 457206"/>
                <a:gd name="connsiteY952" fmla="*/ 133668 h 489561"/>
                <a:gd name="connsiteX953" fmla="*/ 85354 w 457206"/>
                <a:gd name="connsiteY953" fmla="*/ 138234 h 489561"/>
                <a:gd name="connsiteX954" fmla="*/ 83406 w 457206"/>
                <a:gd name="connsiteY954" fmla="*/ 143809 h 489561"/>
                <a:gd name="connsiteX955" fmla="*/ 147963 w 457206"/>
                <a:gd name="connsiteY955" fmla="*/ 144599 h 489561"/>
                <a:gd name="connsiteX956" fmla="*/ 149587 w 457206"/>
                <a:gd name="connsiteY956" fmla="*/ 140078 h 489561"/>
                <a:gd name="connsiteX957" fmla="*/ 151627 w 457206"/>
                <a:gd name="connsiteY957" fmla="*/ 140078 h 489561"/>
                <a:gd name="connsiteX958" fmla="*/ 151627 w 457206"/>
                <a:gd name="connsiteY958" fmla="*/ 142536 h 489561"/>
                <a:gd name="connsiteX959" fmla="*/ 148427 w 457206"/>
                <a:gd name="connsiteY959" fmla="*/ 149121 h 489561"/>
                <a:gd name="connsiteX960" fmla="*/ 144346 w 457206"/>
                <a:gd name="connsiteY960" fmla="*/ 146663 h 489561"/>
                <a:gd name="connsiteX961" fmla="*/ 147963 w 457206"/>
                <a:gd name="connsiteY961" fmla="*/ 144599 h 489561"/>
                <a:gd name="connsiteX962" fmla="*/ 139384 w 457206"/>
                <a:gd name="connsiteY962" fmla="*/ 97846 h 489561"/>
                <a:gd name="connsiteX963" fmla="*/ 136786 w 457206"/>
                <a:gd name="connsiteY963" fmla="*/ 96573 h 489561"/>
                <a:gd name="connsiteX964" fmla="*/ 136786 w 457206"/>
                <a:gd name="connsiteY964" fmla="*/ 99777 h 489561"/>
                <a:gd name="connsiteX965" fmla="*/ 132891 w 457206"/>
                <a:gd name="connsiteY965" fmla="*/ 98153 h 489561"/>
                <a:gd name="connsiteX966" fmla="*/ 132891 w 457206"/>
                <a:gd name="connsiteY966" fmla="*/ 93456 h 489561"/>
                <a:gd name="connsiteX967" fmla="*/ 136786 w 457206"/>
                <a:gd name="connsiteY967" fmla="*/ 93456 h 489561"/>
                <a:gd name="connsiteX968" fmla="*/ 140868 w 457206"/>
                <a:gd name="connsiteY968" fmla="*/ 95475 h 489561"/>
                <a:gd name="connsiteX969" fmla="*/ 139430 w 457206"/>
                <a:gd name="connsiteY969" fmla="*/ 97846 h 489561"/>
                <a:gd name="connsiteX970" fmla="*/ 162294 w 457206"/>
                <a:gd name="connsiteY970" fmla="*/ 181256 h 489561"/>
                <a:gd name="connsiteX971" fmla="*/ 157656 w 457206"/>
                <a:gd name="connsiteY971" fmla="*/ 177129 h 489561"/>
                <a:gd name="connsiteX972" fmla="*/ 157656 w 457206"/>
                <a:gd name="connsiteY972" fmla="*/ 173003 h 489561"/>
                <a:gd name="connsiteX973" fmla="*/ 162294 w 457206"/>
                <a:gd name="connsiteY973" fmla="*/ 176032 h 489561"/>
                <a:gd name="connsiteX974" fmla="*/ 162294 w 457206"/>
                <a:gd name="connsiteY974" fmla="*/ 181256 h 489561"/>
                <a:gd name="connsiteX975" fmla="*/ 159697 w 457206"/>
                <a:gd name="connsiteY975" fmla="*/ 161501 h 489561"/>
                <a:gd name="connsiteX976" fmla="*/ 155940 w 457206"/>
                <a:gd name="connsiteY976" fmla="*/ 158604 h 489561"/>
                <a:gd name="connsiteX977" fmla="*/ 154781 w 457206"/>
                <a:gd name="connsiteY977" fmla="*/ 161501 h 489561"/>
                <a:gd name="connsiteX978" fmla="*/ 152740 w 457206"/>
                <a:gd name="connsiteY978" fmla="*/ 161501 h 489561"/>
                <a:gd name="connsiteX979" fmla="*/ 151303 w 457206"/>
                <a:gd name="connsiteY979" fmla="*/ 157945 h 489561"/>
                <a:gd name="connsiteX980" fmla="*/ 144346 w 457206"/>
                <a:gd name="connsiteY980" fmla="*/ 157945 h 489561"/>
                <a:gd name="connsiteX981" fmla="*/ 141749 w 457206"/>
                <a:gd name="connsiteY981" fmla="*/ 155750 h 489561"/>
                <a:gd name="connsiteX982" fmla="*/ 147824 w 457206"/>
                <a:gd name="connsiteY982" fmla="*/ 157550 h 489561"/>
                <a:gd name="connsiteX983" fmla="*/ 149865 w 457206"/>
                <a:gd name="connsiteY983" fmla="*/ 153555 h 489561"/>
                <a:gd name="connsiteX984" fmla="*/ 153204 w 457206"/>
                <a:gd name="connsiteY984" fmla="*/ 156848 h 489561"/>
                <a:gd name="connsiteX985" fmla="*/ 157981 w 457206"/>
                <a:gd name="connsiteY985" fmla="*/ 155750 h 489561"/>
                <a:gd name="connsiteX986" fmla="*/ 163175 w 457206"/>
                <a:gd name="connsiteY986" fmla="*/ 158647 h 489561"/>
                <a:gd name="connsiteX987" fmla="*/ 164613 w 457206"/>
                <a:gd name="connsiteY987" fmla="*/ 161545 h 489561"/>
                <a:gd name="connsiteX988" fmla="*/ 159697 w 457206"/>
                <a:gd name="connsiteY988" fmla="*/ 161545 h 489561"/>
                <a:gd name="connsiteX989" fmla="*/ 168972 w 457206"/>
                <a:gd name="connsiteY989" fmla="*/ 151623 h 489561"/>
                <a:gd name="connsiteX990" fmla="*/ 166097 w 457206"/>
                <a:gd name="connsiteY990" fmla="*/ 149955 h 489561"/>
                <a:gd name="connsiteX991" fmla="*/ 166097 w 457206"/>
                <a:gd name="connsiteY991" fmla="*/ 147497 h 489561"/>
                <a:gd name="connsiteX992" fmla="*/ 169158 w 457206"/>
                <a:gd name="connsiteY992" fmla="*/ 146399 h 489561"/>
                <a:gd name="connsiteX993" fmla="*/ 172219 w 457206"/>
                <a:gd name="connsiteY993" fmla="*/ 149560 h 489561"/>
                <a:gd name="connsiteX994" fmla="*/ 169019 w 457206"/>
                <a:gd name="connsiteY994" fmla="*/ 151623 h 489561"/>
                <a:gd name="connsiteX995" fmla="*/ 175651 w 457206"/>
                <a:gd name="connsiteY995" fmla="*/ 161501 h 489561"/>
                <a:gd name="connsiteX996" fmla="*/ 173332 w 457206"/>
                <a:gd name="connsiteY996" fmla="*/ 158208 h 489561"/>
                <a:gd name="connsiteX997" fmla="*/ 175790 w 457206"/>
                <a:gd name="connsiteY997" fmla="*/ 154345 h 489561"/>
                <a:gd name="connsiteX998" fmla="*/ 178248 w 457206"/>
                <a:gd name="connsiteY998" fmla="*/ 159833 h 489561"/>
                <a:gd name="connsiteX999" fmla="*/ 175651 w 457206"/>
                <a:gd name="connsiteY999" fmla="*/ 161501 h 489561"/>
                <a:gd name="connsiteX1000" fmla="*/ 178248 w 457206"/>
                <a:gd name="connsiteY1000" fmla="*/ 137619 h 489561"/>
                <a:gd name="connsiteX1001" fmla="*/ 170410 w 457206"/>
                <a:gd name="connsiteY1001" fmla="*/ 137619 h 489561"/>
                <a:gd name="connsiteX1002" fmla="*/ 167535 w 457206"/>
                <a:gd name="connsiteY1002" fmla="*/ 134590 h 489561"/>
                <a:gd name="connsiteX1003" fmla="*/ 170735 w 457206"/>
                <a:gd name="connsiteY1003" fmla="*/ 131561 h 489561"/>
                <a:gd name="connsiteX1004" fmla="*/ 175790 w 457206"/>
                <a:gd name="connsiteY1004" fmla="*/ 133229 h 489561"/>
                <a:gd name="connsiteX1005" fmla="*/ 184045 w 457206"/>
                <a:gd name="connsiteY1005" fmla="*/ 136127 h 489561"/>
                <a:gd name="connsiteX1006" fmla="*/ 178248 w 457206"/>
                <a:gd name="connsiteY1006" fmla="*/ 137619 h 489561"/>
                <a:gd name="connsiteX1007" fmla="*/ 231582 w 457206"/>
                <a:gd name="connsiteY1007" fmla="*/ 208123 h 489561"/>
                <a:gd name="connsiteX1008" fmla="*/ 228613 w 457206"/>
                <a:gd name="connsiteY1008" fmla="*/ 212645 h 489561"/>
                <a:gd name="connsiteX1009" fmla="*/ 228613 w 457206"/>
                <a:gd name="connsiteY1009" fmla="*/ 205928 h 489561"/>
                <a:gd name="connsiteX1010" fmla="*/ 231582 w 457206"/>
                <a:gd name="connsiteY1010" fmla="*/ 201801 h 489561"/>
                <a:gd name="connsiteX1011" fmla="*/ 231582 w 457206"/>
                <a:gd name="connsiteY1011" fmla="*/ 208123 h 489561"/>
                <a:gd name="connsiteX1012" fmla="*/ 231582 w 457206"/>
                <a:gd name="connsiteY1012" fmla="*/ 392240 h 489561"/>
                <a:gd name="connsiteX1013" fmla="*/ 228613 w 457206"/>
                <a:gd name="connsiteY1013" fmla="*/ 388113 h 489561"/>
                <a:gd name="connsiteX1014" fmla="*/ 226666 w 457206"/>
                <a:gd name="connsiteY1014" fmla="*/ 383987 h 489561"/>
                <a:gd name="connsiteX1015" fmla="*/ 230144 w 457206"/>
                <a:gd name="connsiteY1015" fmla="*/ 383987 h 489561"/>
                <a:gd name="connsiteX1016" fmla="*/ 233019 w 457206"/>
                <a:gd name="connsiteY1016" fmla="*/ 387279 h 489561"/>
                <a:gd name="connsiteX1017" fmla="*/ 231582 w 457206"/>
                <a:gd name="connsiteY1017" fmla="*/ 392196 h 489561"/>
                <a:gd name="connsiteX1018" fmla="*/ 244938 w 457206"/>
                <a:gd name="connsiteY1018" fmla="*/ 396103 h 489561"/>
                <a:gd name="connsiteX1019" fmla="*/ 238863 w 457206"/>
                <a:gd name="connsiteY1019" fmla="*/ 392108 h 489561"/>
                <a:gd name="connsiteX1020" fmla="*/ 242341 w 457206"/>
                <a:gd name="connsiteY1020" fmla="*/ 392108 h 489561"/>
                <a:gd name="connsiteX1021" fmla="*/ 244938 w 457206"/>
                <a:gd name="connsiteY1021" fmla="*/ 388113 h 489561"/>
                <a:gd name="connsiteX1022" fmla="*/ 244938 w 457206"/>
                <a:gd name="connsiteY1022" fmla="*/ 396059 h 489561"/>
                <a:gd name="connsiteX1023" fmla="*/ 288115 w 457206"/>
                <a:gd name="connsiteY1023" fmla="*/ 354398 h 489561"/>
                <a:gd name="connsiteX1024" fmla="*/ 288115 w 457206"/>
                <a:gd name="connsiteY1024" fmla="*/ 361510 h 489561"/>
                <a:gd name="connsiteX1025" fmla="*/ 283756 w 457206"/>
                <a:gd name="connsiteY1025" fmla="*/ 361510 h 489561"/>
                <a:gd name="connsiteX1026" fmla="*/ 288115 w 457206"/>
                <a:gd name="connsiteY1026" fmla="*/ 354398 h 489561"/>
                <a:gd name="connsiteX1027" fmla="*/ 287791 w 457206"/>
                <a:gd name="connsiteY1027" fmla="*/ 364539 h 489561"/>
                <a:gd name="connsiteX1028" fmla="*/ 287791 w 457206"/>
                <a:gd name="connsiteY1028" fmla="*/ 368665 h 489561"/>
                <a:gd name="connsiteX1029" fmla="*/ 284312 w 457206"/>
                <a:gd name="connsiteY1029" fmla="*/ 368665 h 489561"/>
                <a:gd name="connsiteX1030" fmla="*/ 287791 w 457206"/>
                <a:gd name="connsiteY1030" fmla="*/ 364539 h 489561"/>
                <a:gd name="connsiteX1031" fmla="*/ 284915 w 457206"/>
                <a:gd name="connsiteY1031" fmla="*/ 402117 h 489561"/>
                <a:gd name="connsiteX1032" fmla="*/ 279999 w 457206"/>
                <a:gd name="connsiteY1032" fmla="*/ 402117 h 489561"/>
                <a:gd name="connsiteX1033" fmla="*/ 282040 w 457206"/>
                <a:gd name="connsiteY1033" fmla="*/ 397464 h 489561"/>
                <a:gd name="connsiteX1034" fmla="*/ 284915 w 457206"/>
                <a:gd name="connsiteY1034" fmla="*/ 395269 h 489561"/>
                <a:gd name="connsiteX1035" fmla="*/ 286678 w 457206"/>
                <a:gd name="connsiteY1035" fmla="*/ 397464 h 489561"/>
                <a:gd name="connsiteX1036" fmla="*/ 284915 w 457206"/>
                <a:gd name="connsiteY1036" fmla="*/ 402117 h 489561"/>
                <a:gd name="connsiteX1037" fmla="*/ 311582 w 457206"/>
                <a:gd name="connsiteY1037" fmla="*/ 397464 h 489561"/>
                <a:gd name="connsiteX1038" fmla="*/ 306388 w 457206"/>
                <a:gd name="connsiteY1038" fmla="*/ 397464 h 489561"/>
                <a:gd name="connsiteX1039" fmla="*/ 306388 w 457206"/>
                <a:gd name="connsiteY1039" fmla="*/ 392767 h 489561"/>
                <a:gd name="connsiteX1040" fmla="*/ 303513 w 457206"/>
                <a:gd name="connsiteY1040" fmla="*/ 390045 h 489561"/>
                <a:gd name="connsiteX1041" fmla="*/ 301194 w 457206"/>
                <a:gd name="connsiteY1041" fmla="*/ 394698 h 489561"/>
                <a:gd name="connsiteX1042" fmla="*/ 294516 w 457206"/>
                <a:gd name="connsiteY1042" fmla="*/ 397464 h 489561"/>
                <a:gd name="connsiteX1043" fmla="*/ 289460 w 457206"/>
                <a:gd name="connsiteY1043" fmla="*/ 393601 h 489561"/>
                <a:gd name="connsiteX1044" fmla="*/ 284405 w 457206"/>
                <a:gd name="connsiteY1044" fmla="*/ 387850 h 489561"/>
                <a:gd name="connsiteX1045" fmla="*/ 294562 w 457206"/>
                <a:gd name="connsiteY1045" fmla="*/ 387850 h 489561"/>
                <a:gd name="connsiteX1046" fmla="*/ 293124 w 457206"/>
                <a:gd name="connsiteY1046" fmla="*/ 383196 h 489561"/>
                <a:gd name="connsiteX1047" fmla="*/ 291362 w 457206"/>
                <a:gd name="connsiteY1047" fmla="*/ 370026 h 489561"/>
                <a:gd name="connsiteX1048" fmla="*/ 298226 w 457206"/>
                <a:gd name="connsiteY1048" fmla="*/ 377972 h 489561"/>
                <a:gd name="connsiteX1049" fmla="*/ 305553 w 457206"/>
                <a:gd name="connsiteY1049" fmla="*/ 381265 h 489561"/>
                <a:gd name="connsiteX1050" fmla="*/ 311629 w 457206"/>
                <a:gd name="connsiteY1050" fmla="*/ 392240 h 489561"/>
                <a:gd name="connsiteX1051" fmla="*/ 311629 w 457206"/>
                <a:gd name="connsiteY1051" fmla="*/ 397464 h 489561"/>
                <a:gd name="connsiteX1052" fmla="*/ 348081 w 457206"/>
                <a:gd name="connsiteY1052" fmla="*/ 335433 h 489561"/>
                <a:gd name="connsiteX1053" fmla="*/ 350122 w 457206"/>
                <a:gd name="connsiteY1053" fmla="*/ 335433 h 489561"/>
                <a:gd name="connsiteX1054" fmla="*/ 350122 w 457206"/>
                <a:gd name="connsiteY1054" fmla="*/ 339560 h 489561"/>
                <a:gd name="connsiteX1055" fmla="*/ 346644 w 457206"/>
                <a:gd name="connsiteY1055" fmla="*/ 337496 h 489561"/>
                <a:gd name="connsiteX1056" fmla="*/ 348081 w 457206"/>
                <a:gd name="connsiteY1056" fmla="*/ 335433 h 489561"/>
                <a:gd name="connsiteX1057" fmla="*/ 344325 w 457206"/>
                <a:gd name="connsiteY1057" fmla="*/ 343686 h 489561"/>
                <a:gd name="connsiteX1058" fmla="*/ 341449 w 457206"/>
                <a:gd name="connsiteY1058" fmla="*/ 341228 h 489561"/>
                <a:gd name="connsiteX1059" fmla="*/ 342609 w 457206"/>
                <a:gd name="connsiteY1059" fmla="*/ 338330 h 489561"/>
                <a:gd name="connsiteX1060" fmla="*/ 346690 w 457206"/>
                <a:gd name="connsiteY1060" fmla="*/ 341228 h 489561"/>
                <a:gd name="connsiteX1061" fmla="*/ 344371 w 457206"/>
                <a:gd name="connsiteY1061" fmla="*/ 343686 h 489561"/>
                <a:gd name="connsiteX1062" fmla="*/ 336487 w 457206"/>
                <a:gd name="connsiteY1062" fmla="*/ 320331 h 489561"/>
                <a:gd name="connsiteX1063" fmla="*/ 342887 w 457206"/>
                <a:gd name="connsiteY1063" fmla="*/ 323887 h 489561"/>
                <a:gd name="connsiteX1064" fmla="*/ 342887 w 457206"/>
                <a:gd name="connsiteY1064" fmla="*/ 326609 h 489561"/>
                <a:gd name="connsiteX1065" fmla="*/ 334168 w 457206"/>
                <a:gd name="connsiteY1065" fmla="*/ 322219 h 489561"/>
                <a:gd name="connsiteX1066" fmla="*/ 336487 w 457206"/>
                <a:gd name="connsiteY1066" fmla="*/ 320288 h 489561"/>
                <a:gd name="connsiteX1067" fmla="*/ 290713 w 457206"/>
                <a:gd name="connsiteY1067" fmla="*/ 252462 h 489561"/>
                <a:gd name="connsiteX1068" fmla="*/ 293913 w 457206"/>
                <a:gd name="connsiteY1068" fmla="*/ 249828 h 489561"/>
                <a:gd name="connsiteX1069" fmla="*/ 297113 w 457206"/>
                <a:gd name="connsiteY1069" fmla="*/ 246799 h 489561"/>
                <a:gd name="connsiteX1070" fmla="*/ 297113 w 457206"/>
                <a:gd name="connsiteY1070" fmla="*/ 250925 h 489561"/>
                <a:gd name="connsiteX1071" fmla="*/ 293913 w 457206"/>
                <a:gd name="connsiteY1071" fmla="*/ 254481 h 489561"/>
                <a:gd name="connsiteX1072" fmla="*/ 293913 w 457206"/>
                <a:gd name="connsiteY1072" fmla="*/ 258081 h 489561"/>
                <a:gd name="connsiteX1073" fmla="*/ 290713 w 457206"/>
                <a:gd name="connsiteY1073" fmla="*/ 256676 h 489561"/>
                <a:gd name="connsiteX1074" fmla="*/ 290713 w 457206"/>
                <a:gd name="connsiteY1074" fmla="*/ 252418 h 489561"/>
                <a:gd name="connsiteX1075" fmla="*/ 284915 w 457206"/>
                <a:gd name="connsiteY1075" fmla="*/ 287714 h 489561"/>
                <a:gd name="connsiteX1076" fmla="*/ 288997 w 457206"/>
                <a:gd name="connsiteY1076" fmla="*/ 287714 h 489561"/>
                <a:gd name="connsiteX1077" fmla="*/ 292197 w 457206"/>
                <a:gd name="connsiteY1077" fmla="*/ 289645 h 489561"/>
                <a:gd name="connsiteX1078" fmla="*/ 296556 w 457206"/>
                <a:gd name="connsiteY1078" fmla="*/ 289645 h 489561"/>
                <a:gd name="connsiteX1079" fmla="*/ 296556 w 457206"/>
                <a:gd name="connsiteY1079" fmla="*/ 291577 h 489561"/>
                <a:gd name="connsiteX1080" fmla="*/ 290759 w 457206"/>
                <a:gd name="connsiteY1080" fmla="*/ 292674 h 489561"/>
                <a:gd name="connsiteX1081" fmla="*/ 287281 w 457206"/>
                <a:gd name="connsiteY1081" fmla="*/ 290216 h 489561"/>
                <a:gd name="connsiteX1082" fmla="*/ 284962 w 457206"/>
                <a:gd name="connsiteY1082" fmla="*/ 290216 h 489561"/>
                <a:gd name="connsiteX1083" fmla="*/ 284962 w 457206"/>
                <a:gd name="connsiteY1083" fmla="*/ 287758 h 489561"/>
                <a:gd name="connsiteX1084" fmla="*/ 242898 w 457206"/>
                <a:gd name="connsiteY1084" fmla="*/ 230907 h 489561"/>
                <a:gd name="connsiteX1085" fmla="*/ 240022 w 457206"/>
                <a:gd name="connsiteY1085" fmla="*/ 228580 h 489561"/>
                <a:gd name="connsiteX1086" fmla="*/ 236544 w 457206"/>
                <a:gd name="connsiteY1086" fmla="*/ 230907 h 489561"/>
                <a:gd name="connsiteX1087" fmla="*/ 237703 w 457206"/>
                <a:gd name="connsiteY1087" fmla="*/ 226254 h 489561"/>
                <a:gd name="connsiteX1088" fmla="*/ 242898 w 457206"/>
                <a:gd name="connsiteY1088" fmla="*/ 226254 h 489561"/>
                <a:gd name="connsiteX1089" fmla="*/ 242898 w 457206"/>
                <a:gd name="connsiteY1089" fmla="*/ 227922 h 489561"/>
                <a:gd name="connsiteX1090" fmla="*/ 250411 w 457206"/>
                <a:gd name="connsiteY1090" fmla="*/ 229590 h 489561"/>
                <a:gd name="connsiteX1091" fmla="*/ 242898 w 457206"/>
                <a:gd name="connsiteY1091" fmla="*/ 230951 h 489561"/>
                <a:gd name="connsiteX1092" fmla="*/ 257646 w 457206"/>
                <a:gd name="connsiteY1092" fmla="*/ 215542 h 489561"/>
                <a:gd name="connsiteX1093" fmla="*/ 251245 w 457206"/>
                <a:gd name="connsiteY1093" fmla="*/ 219932 h 489561"/>
                <a:gd name="connsiteX1094" fmla="*/ 246329 w 457206"/>
                <a:gd name="connsiteY1094" fmla="*/ 223224 h 489561"/>
                <a:gd name="connsiteX1095" fmla="*/ 241692 w 457206"/>
                <a:gd name="connsiteY1095" fmla="*/ 223224 h 489561"/>
                <a:gd name="connsiteX1096" fmla="*/ 241692 w 457206"/>
                <a:gd name="connsiteY1096" fmla="*/ 219932 h 489561"/>
                <a:gd name="connsiteX1097" fmla="*/ 245448 w 457206"/>
                <a:gd name="connsiteY1097" fmla="*/ 219932 h 489561"/>
                <a:gd name="connsiteX1098" fmla="*/ 257599 w 457206"/>
                <a:gd name="connsiteY1098" fmla="*/ 212645 h 489561"/>
                <a:gd name="connsiteX1099" fmla="*/ 257599 w 457206"/>
                <a:gd name="connsiteY1099" fmla="*/ 215542 h 489561"/>
                <a:gd name="connsiteX1100" fmla="*/ 256811 w 457206"/>
                <a:gd name="connsiteY1100" fmla="*/ 166988 h 489561"/>
                <a:gd name="connsiteX1101" fmla="*/ 253333 w 457206"/>
                <a:gd name="connsiteY1101" fmla="*/ 168349 h 489561"/>
                <a:gd name="connsiteX1102" fmla="*/ 253333 w 457206"/>
                <a:gd name="connsiteY1102" fmla="*/ 164223 h 489561"/>
                <a:gd name="connsiteX1103" fmla="*/ 256533 w 457206"/>
                <a:gd name="connsiteY1103" fmla="*/ 158999 h 489561"/>
                <a:gd name="connsiteX1104" fmla="*/ 263767 w 457206"/>
                <a:gd name="connsiteY1104" fmla="*/ 158999 h 489561"/>
                <a:gd name="connsiteX1105" fmla="*/ 266967 w 457206"/>
                <a:gd name="connsiteY1105" fmla="*/ 157067 h 489561"/>
                <a:gd name="connsiteX1106" fmla="*/ 266967 w 457206"/>
                <a:gd name="connsiteY1106" fmla="*/ 160360 h 489561"/>
                <a:gd name="connsiteX1107" fmla="*/ 262330 w 457206"/>
                <a:gd name="connsiteY1107" fmla="*/ 162686 h 489561"/>
                <a:gd name="connsiteX1108" fmla="*/ 263489 w 457206"/>
                <a:gd name="connsiteY1108" fmla="*/ 165276 h 489561"/>
                <a:gd name="connsiteX1109" fmla="*/ 260150 w 457206"/>
                <a:gd name="connsiteY1109" fmla="*/ 164179 h 489561"/>
                <a:gd name="connsiteX1110" fmla="*/ 256811 w 457206"/>
                <a:gd name="connsiteY1110" fmla="*/ 166901 h 489561"/>
                <a:gd name="connsiteX1111" fmla="*/ 268637 w 457206"/>
                <a:gd name="connsiteY1111" fmla="*/ 203469 h 489561"/>
                <a:gd name="connsiteX1112" fmla="*/ 266643 w 457206"/>
                <a:gd name="connsiteY1112" fmla="*/ 203469 h 489561"/>
                <a:gd name="connsiteX1113" fmla="*/ 266643 w 457206"/>
                <a:gd name="connsiteY1113" fmla="*/ 199914 h 489561"/>
                <a:gd name="connsiteX1114" fmla="*/ 271837 w 457206"/>
                <a:gd name="connsiteY1114" fmla="*/ 198553 h 489561"/>
                <a:gd name="connsiteX1115" fmla="*/ 268591 w 457206"/>
                <a:gd name="connsiteY1115" fmla="*/ 203469 h 489561"/>
                <a:gd name="connsiteX1116" fmla="*/ 271280 w 457206"/>
                <a:gd name="connsiteY1116" fmla="*/ 168349 h 489561"/>
                <a:gd name="connsiteX1117" fmla="*/ 275037 w 457206"/>
                <a:gd name="connsiteY1117" fmla="*/ 168613 h 489561"/>
                <a:gd name="connsiteX1118" fmla="*/ 272162 w 457206"/>
                <a:gd name="connsiteY1118" fmla="*/ 173266 h 489561"/>
                <a:gd name="connsiteX1119" fmla="*/ 268637 w 457206"/>
                <a:gd name="connsiteY1119" fmla="*/ 173530 h 489561"/>
                <a:gd name="connsiteX1120" fmla="*/ 263164 w 457206"/>
                <a:gd name="connsiteY1120" fmla="*/ 175198 h 489561"/>
                <a:gd name="connsiteX1121" fmla="*/ 261402 w 457206"/>
                <a:gd name="connsiteY1121" fmla="*/ 172476 h 489561"/>
                <a:gd name="connsiteX1122" fmla="*/ 264602 w 457206"/>
                <a:gd name="connsiteY1122" fmla="*/ 168613 h 489561"/>
                <a:gd name="connsiteX1123" fmla="*/ 268637 w 457206"/>
                <a:gd name="connsiteY1123" fmla="*/ 168613 h 489561"/>
                <a:gd name="connsiteX1124" fmla="*/ 268637 w 457206"/>
                <a:gd name="connsiteY1124" fmla="*/ 165320 h 489561"/>
                <a:gd name="connsiteX1125" fmla="*/ 271280 w 457206"/>
                <a:gd name="connsiteY1125" fmla="*/ 168349 h 48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</a:cxnLst>
              <a:rect l="l" t="t" r="r" b="b"/>
              <a:pathLst>
                <a:path w="457206" h="489561">
                  <a:moveTo>
                    <a:pt x="268637" y="120586"/>
                  </a:moveTo>
                  <a:lnTo>
                    <a:pt x="268637" y="116459"/>
                  </a:lnTo>
                  <a:lnTo>
                    <a:pt x="266365" y="115933"/>
                  </a:lnTo>
                  <a:lnTo>
                    <a:pt x="264602" y="111543"/>
                  </a:lnTo>
                  <a:lnTo>
                    <a:pt x="263443" y="114572"/>
                  </a:lnTo>
                  <a:lnTo>
                    <a:pt x="263721" y="117030"/>
                  </a:lnTo>
                  <a:lnTo>
                    <a:pt x="265762" y="123088"/>
                  </a:lnTo>
                  <a:lnTo>
                    <a:pt x="268637" y="125810"/>
                  </a:lnTo>
                  <a:lnTo>
                    <a:pt x="271002" y="125283"/>
                  </a:lnTo>
                  <a:lnTo>
                    <a:pt x="271002" y="130771"/>
                  </a:lnTo>
                  <a:cubicBezTo>
                    <a:pt x="271002" y="130771"/>
                    <a:pt x="268127" y="132966"/>
                    <a:pt x="268637" y="133800"/>
                  </a:cubicBezTo>
                  <a:cubicBezTo>
                    <a:pt x="269147" y="134634"/>
                    <a:pt x="265483" y="137927"/>
                    <a:pt x="265483" y="137927"/>
                  </a:cubicBezTo>
                  <a:lnTo>
                    <a:pt x="263721" y="137927"/>
                  </a:lnTo>
                  <a:lnTo>
                    <a:pt x="264602" y="134634"/>
                  </a:lnTo>
                  <a:lnTo>
                    <a:pt x="268637" y="129191"/>
                  </a:lnTo>
                  <a:lnTo>
                    <a:pt x="266365" y="129191"/>
                  </a:lnTo>
                  <a:lnTo>
                    <a:pt x="266365" y="127215"/>
                  </a:lnTo>
                  <a:lnTo>
                    <a:pt x="263767" y="126688"/>
                  </a:lnTo>
                  <a:lnTo>
                    <a:pt x="262330" y="130551"/>
                  </a:lnTo>
                  <a:lnTo>
                    <a:pt x="258573" y="136039"/>
                  </a:lnTo>
                  <a:lnTo>
                    <a:pt x="262330" y="124230"/>
                  </a:lnTo>
                  <a:lnTo>
                    <a:pt x="260243" y="125064"/>
                  </a:lnTo>
                  <a:lnTo>
                    <a:pt x="260243" y="116284"/>
                  </a:lnTo>
                  <a:lnTo>
                    <a:pt x="258573" y="115757"/>
                  </a:lnTo>
                  <a:lnTo>
                    <a:pt x="255976" y="118215"/>
                  </a:lnTo>
                  <a:lnTo>
                    <a:pt x="255095" y="122342"/>
                  </a:lnTo>
                  <a:lnTo>
                    <a:pt x="254538" y="129278"/>
                  </a:lnTo>
                  <a:lnTo>
                    <a:pt x="248138" y="136083"/>
                  </a:lnTo>
                  <a:lnTo>
                    <a:pt x="252219" y="129278"/>
                  </a:lnTo>
                  <a:lnTo>
                    <a:pt x="252498" y="123176"/>
                  </a:lnTo>
                  <a:lnTo>
                    <a:pt x="249298" y="122649"/>
                  </a:lnTo>
                  <a:lnTo>
                    <a:pt x="252776" y="119928"/>
                  </a:lnTo>
                  <a:lnTo>
                    <a:pt x="255373" y="115011"/>
                  </a:lnTo>
                  <a:cubicBezTo>
                    <a:pt x="255373" y="115011"/>
                    <a:pt x="262608" y="107592"/>
                    <a:pt x="259454" y="106231"/>
                  </a:cubicBezTo>
                  <a:cubicBezTo>
                    <a:pt x="256301" y="104870"/>
                    <a:pt x="253657" y="108689"/>
                    <a:pt x="253657" y="108689"/>
                  </a:cubicBezTo>
                  <a:lnTo>
                    <a:pt x="250179" y="115801"/>
                  </a:lnTo>
                  <a:lnTo>
                    <a:pt x="252080" y="108118"/>
                  </a:lnTo>
                  <a:lnTo>
                    <a:pt x="246422" y="111982"/>
                  </a:lnTo>
                  <a:lnTo>
                    <a:pt x="244103" y="116108"/>
                  </a:lnTo>
                  <a:lnTo>
                    <a:pt x="243222" y="119137"/>
                  </a:lnTo>
                  <a:lnTo>
                    <a:pt x="244660" y="124361"/>
                  </a:lnTo>
                  <a:lnTo>
                    <a:pt x="240579" y="132878"/>
                  </a:lnTo>
                  <a:lnTo>
                    <a:pt x="237982" y="132878"/>
                  </a:lnTo>
                  <a:lnTo>
                    <a:pt x="242898" y="124361"/>
                  </a:lnTo>
                  <a:lnTo>
                    <a:pt x="240579" y="119971"/>
                  </a:lnTo>
                  <a:lnTo>
                    <a:pt x="236822" y="119708"/>
                  </a:lnTo>
                  <a:lnTo>
                    <a:pt x="244938" y="110928"/>
                  </a:lnTo>
                  <a:lnTo>
                    <a:pt x="242898" y="110665"/>
                  </a:lnTo>
                  <a:lnTo>
                    <a:pt x="233900" y="118084"/>
                  </a:lnTo>
                  <a:lnTo>
                    <a:pt x="232741" y="116723"/>
                  </a:lnTo>
                  <a:lnTo>
                    <a:pt x="243779" y="104650"/>
                  </a:lnTo>
                  <a:cubicBezTo>
                    <a:pt x="254214" y="105484"/>
                    <a:pt x="251014" y="98592"/>
                    <a:pt x="251014" y="98592"/>
                  </a:cubicBezTo>
                  <a:cubicBezTo>
                    <a:pt x="254492" y="92534"/>
                    <a:pt x="248417" y="90339"/>
                    <a:pt x="244938" y="90076"/>
                  </a:cubicBezTo>
                  <a:cubicBezTo>
                    <a:pt x="241460" y="89812"/>
                    <a:pt x="236822" y="90910"/>
                    <a:pt x="236822" y="90910"/>
                  </a:cubicBezTo>
                  <a:lnTo>
                    <a:pt x="235060" y="95695"/>
                  </a:lnTo>
                  <a:cubicBezTo>
                    <a:pt x="235060" y="95695"/>
                    <a:pt x="229866" y="98329"/>
                    <a:pt x="229263" y="99163"/>
                  </a:cubicBezTo>
                  <a:cubicBezTo>
                    <a:pt x="228660" y="99997"/>
                    <a:pt x="229263" y="104650"/>
                    <a:pt x="229263" y="104650"/>
                  </a:cubicBezTo>
                  <a:lnTo>
                    <a:pt x="226063" y="107372"/>
                  </a:lnTo>
                  <a:lnTo>
                    <a:pt x="226341" y="96748"/>
                  </a:lnTo>
                  <a:lnTo>
                    <a:pt x="230097" y="95651"/>
                  </a:lnTo>
                  <a:lnTo>
                    <a:pt x="234457" y="90602"/>
                  </a:lnTo>
                  <a:lnTo>
                    <a:pt x="228382" y="90602"/>
                  </a:lnTo>
                  <a:lnTo>
                    <a:pt x="224903" y="92271"/>
                  </a:lnTo>
                  <a:lnTo>
                    <a:pt x="218503" y="101885"/>
                  </a:lnTo>
                  <a:lnTo>
                    <a:pt x="216463" y="101885"/>
                  </a:lnTo>
                  <a:lnTo>
                    <a:pt x="221518" y="92841"/>
                  </a:lnTo>
                  <a:lnTo>
                    <a:pt x="227454" y="87617"/>
                  </a:lnTo>
                  <a:cubicBezTo>
                    <a:pt x="227454" y="87617"/>
                    <a:pt x="231813" y="90076"/>
                    <a:pt x="236451" y="86783"/>
                  </a:cubicBezTo>
                  <a:cubicBezTo>
                    <a:pt x="241089" y="83491"/>
                    <a:pt x="237611" y="78837"/>
                    <a:pt x="236451" y="73876"/>
                  </a:cubicBezTo>
                  <a:cubicBezTo>
                    <a:pt x="235292" y="68916"/>
                    <a:pt x="223976" y="66194"/>
                    <a:pt x="223976" y="66194"/>
                  </a:cubicBezTo>
                  <a:lnTo>
                    <a:pt x="221518" y="74711"/>
                  </a:lnTo>
                  <a:lnTo>
                    <a:pt x="220312" y="73042"/>
                  </a:lnTo>
                  <a:lnTo>
                    <a:pt x="218178" y="73042"/>
                  </a:lnTo>
                  <a:cubicBezTo>
                    <a:pt x="218178" y="73042"/>
                    <a:pt x="220776" y="70013"/>
                    <a:pt x="220219" y="67555"/>
                  </a:cubicBezTo>
                  <a:cubicBezTo>
                    <a:pt x="219663" y="65096"/>
                    <a:pt x="212706" y="64394"/>
                    <a:pt x="212706" y="64394"/>
                  </a:cubicBezTo>
                  <a:cubicBezTo>
                    <a:pt x="212706" y="64394"/>
                    <a:pt x="211547" y="57677"/>
                    <a:pt x="201668" y="57985"/>
                  </a:cubicBezTo>
                  <a:cubicBezTo>
                    <a:pt x="191790" y="58292"/>
                    <a:pt x="184277" y="61277"/>
                    <a:pt x="182885" y="69486"/>
                  </a:cubicBezTo>
                  <a:cubicBezTo>
                    <a:pt x="181494" y="77696"/>
                    <a:pt x="190955" y="78793"/>
                    <a:pt x="190955" y="78793"/>
                  </a:cubicBezTo>
                  <a:lnTo>
                    <a:pt x="194155" y="81515"/>
                  </a:lnTo>
                  <a:lnTo>
                    <a:pt x="197912" y="84237"/>
                  </a:lnTo>
                  <a:lnTo>
                    <a:pt x="208347" y="86168"/>
                  </a:lnTo>
                  <a:lnTo>
                    <a:pt x="200230" y="87837"/>
                  </a:lnTo>
                  <a:lnTo>
                    <a:pt x="196474" y="90032"/>
                  </a:lnTo>
                  <a:lnTo>
                    <a:pt x="194433" y="83447"/>
                  </a:lnTo>
                  <a:lnTo>
                    <a:pt x="190955" y="82920"/>
                  </a:lnTo>
                  <a:lnTo>
                    <a:pt x="189517" y="80198"/>
                  </a:lnTo>
                  <a:lnTo>
                    <a:pt x="185158" y="79935"/>
                  </a:lnTo>
                  <a:lnTo>
                    <a:pt x="184277" y="85686"/>
                  </a:lnTo>
                  <a:lnTo>
                    <a:pt x="182885" y="79627"/>
                  </a:lnTo>
                  <a:lnTo>
                    <a:pt x="180798" y="78266"/>
                  </a:lnTo>
                  <a:lnTo>
                    <a:pt x="178480" y="73350"/>
                  </a:lnTo>
                  <a:lnTo>
                    <a:pt x="174723" y="73350"/>
                  </a:lnTo>
                  <a:lnTo>
                    <a:pt x="174723" y="76906"/>
                  </a:lnTo>
                  <a:lnTo>
                    <a:pt x="179082" y="79101"/>
                  </a:lnTo>
                  <a:lnTo>
                    <a:pt x="176485" y="84017"/>
                  </a:lnTo>
                  <a:lnTo>
                    <a:pt x="182932" y="88407"/>
                  </a:lnTo>
                  <a:lnTo>
                    <a:pt x="186642" y="94466"/>
                  </a:lnTo>
                  <a:lnTo>
                    <a:pt x="190399" y="95651"/>
                  </a:lnTo>
                  <a:lnTo>
                    <a:pt x="192996" y="99646"/>
                  </a:lnTo>
                  <a:lnTo>
                    <a:pt x="194433" y="105704"/>
                  </a:lnTo>
                  <a:lnTo>
                    <a:pt x="187755" y="98285"/>
                  </a:lnTo>
                  <a:lnTo>
                    <a:pt x="189796" y="104036"/>
                  </a:lnTo>
                  <a:lnTo>
                    <a:pt x="185158" y="98285"/>
                  </a:lnTo>
                  <a:lnTo>
                    <a:pt x="182885" y="91436"/>
                  </a:lnTo>
                  <a:lnTo>
                    <a:pt x="177877" y="87310"/>
                  </a:lnTo>
                  <a:lnTo>
                    <a:pt x="175836" y="94158"/>
                  </a:lnTo>
                  <a:lnTo>
                    <a:pt x="182839" y="98812"/>
                  </a:lnTo>
                  <a:lnTo>
                    <a:pt x="181309" y="101270"/>
                  </a:lnTo>
                  <a:lnTo>
                    <a:pt x="173796" y="96704"/>
                  </a:lnTo>
                  <a:lnTo>
                    <a:pt x="172033" y="95607"/>
                  </a:lnTo>
                  <a:lnTo>
                    <a:pt x="173796" y="91393"/>
                  </a:lnTo>
                  <a:lnTo>
                    <a:pt x="173796" y="80681"/>
                  </a:lnTo>
                  <a:lnTo>
                    <a:pt x="170039" y="74930"/>
                  </a:lnTo>
                  <a:lnTo>
                    <a:pt x="166561" y="80154"/>
                  </a:lnTo>
                  <a:lnTo>
                    <a:pt x="168323" y="85071"/>
                  </a:lnTo>
                  <a:lnTo>
                    <a:pt x="163964" y="82876"/>
                  </a:lnTo>
                  <a:lnTo>
                    <a:pt x="164520" y="80154"/>
                  </a:lnTo>
                  <a:lnTo>
                    <a:pt x="168277" y="73569"/>
                  </a:lnTo>
                  <a:lnTo>
                    <a:pt x="166514" y="72472"/>
                  </a:lnTo>
                  <a:lnTo>
                    <a:pt x="164474" y="76862"/>
                  </a:lnTo>
                  <a:lnTo>
                    <a:pt x="162433" y="75501"/>
                  </a:lnTo>
                  <a:lnTo>
                    <a:pt x="164474" y="70847"/>
                  </a:lnTo>
                  <a:lnTo>
                    <a:pt x="161598" y="70847"/>
                  </a:lnTo>
                  <a:lnTo>
                    <a:pt x="159001" y="74711"/>
                  </a:lnTo>
                  <a:lnTo>
                    <a:pt x="156404" y="78837"/>
                  </a:lnTo>
                  <a:lnTo>
                    <a:pt x="159604" y="83754"/>
                  </a:lnTo>
                  <a:lnTo>
                    <a:pt x="164520" y="87881"/>
                  </a:lnTo>
                  <a:lnTo>
                    <a:pt x="160439" y="87617"/>
                  </a:lnTo>
                  <a:lnTo>
                    <a:pt x="157239" y="83491"/>
                  </a:lnTo>
                  <a:lnTo>
                    <a:pt x="154549" y="80198"/>
                  </a:lnTo>
                  <a:lnTo>
                    <a:pt x="154549" y="85422"/>
                  </a:lnTo>
                  <a:lnTo>
                    <a:pt x="150839" y="85422"/>
                  </a:lnTo>
                  <a:lnTo>
                    <a:pt x="152601" y="88715"/>
                  </a:lnTo>
                  <a:lnTo>
                    <a:pt x="154549" y="91744"/>
                  </a:lnTo>
                  <a:lnTo>
                    <a:pt x="149123" y="95695"/>
                  </a:lnTo>
                  <a:lnTo>
                    <a:pt x="144160" y="99997"/>
                  </a:lnTo>
                  <a:lnTo>
                    <a:pt x="145923" y="94509"/>
                  </a:lnTo>
                  <a:lnTo>
                    <a:pt x="142166" y="92578"/>
                  </a:lnTo>
                  <a:lnTo>
                    <a:pt x="142166" y="90646"/>
                  </a:lnTo>
                  <a:lnTo>
                    <a:pt x="150560" y="90910"/>
                  </a:lnTo>
                  <a:lnTo>
                    <a:pt x="144160" y="85422"/>
                  </a:lnTo>
                  <a:lnTo>
                    <a:pt x="146201" y="79935"/>
                  </a:lnTo>
                  <a:lnTo>
                    <a:pt x="151117" y="74184"/>
                  </a:lnTo>
                  <a:lnTo>
                    <a:pt x="150236" y="69794"/>
                  </a:lnTo>
                  <a:lnTo>
                    <a:pt x="147639" y="71155"/>
                  </a:lnTo>
                  <a:lnTo>
                    <a:pt x="144160" y="77213"/>
                  </a:lnTo>
                  <a:lnTo>
                    <a:pt x="140404" y="83271"/>
                  </a:lnTo>
                  <a:lnTo>
                    <a:pt x="138363" y="83271"/>
                  </a:lnTo>
                  <a:lnTo>
                    <a:pt x="141563" y="75325"/>
                  </a:lnTo>
                  <a:lnTo>
                    <a:pt x="148798" y="66808"/>
                  </a:lnTo>
                  <a:lnTo>
                    <a:pt x="151673" y="62243"/>
                  </a:lnTo>
                  <a:cubicBezTo>
                    <a:pt x="158074" y="56316"/>
                    <a:pt x="151673" y="54034"/>
                    <a:pt x="151673" y="54034"/>
                  </a:cubicBezTo>
                  <a:cubicBezTo>
                    <a:pt x="151395" y="51443"/>
                    <a:pt x="147592" y="47317"/>
                    <a:pt x="147592" y="47317"/>
                  </a:cubicBezTo>
                  <a:cubicBezTo>
                    <a:pt x="147592" y="47317"/>
                    <a:pt x="150792" y="43190"/>
                    <a:pt x="150468" y="39634"/>
                  </a:cubicBezTo>
                  <a:cubicBezTo>
                    <a:pt x="150143" y="36078"/>
                    <a:pt x="138873" y="31425"/>
                    <a:pt x="138873" y="31425"/>
                  </a:cubicBezTo>
                  <a:cubicBezTo>
                    <a:pt x="138873" y="31425"/>
                    <a:pt x="145505" y="10748"/>
                    <a:pt x="130757" y="7280"/>
                  </a:cubicBezTo>
                  <a:cubicBezTo>
                    <a:pt x="116009" y="3768"/>
                    <a:pt x="111928" y="9475"/>
                    <a:pt x="111928" y="9475"/>
                  </a:cubicBezTo>
                  <a:cubicBezTo>
                    <a:pt x="101215" y="11143"/>
                    <a:pt x="96856" y="19089"/>
                    <a:pt x="96856" y="19089"/>
                  </a:cubicBezTo>
                  <a:cubicBezTo>
                    <a:pt x="96856" y="19089"/>
                    <a:pt x="102653" y="21548"/>
                    <a:pt x="102653" y="24006"/>
                  </a:cubicBezTo>
                  <a:cubicBezTo>
                    <a:pt x="102653" y="26464"/>
                    <a:pt x="100890" y="30591"/>
                    <a:pt x="100890" y="30591"/>
                  </a:cubicBezTo>
                  <a:cubicBezTo>
                    <a:pt x="100890" y="24006"/>
                    <a:pt x="95974" y="20143"/>
                    <a:pt x="92172" y="20977"/>
                  </a:cubicBezTo>
                  <a:cubicBezTo>
                    <a:pt x="88369" y="21811"/>
                    <a:pt x="86374" y="25367"/>
                    <a:pt x="86374" y="25367"/>
                  </a:cubicBezTo>
                  <a:lnTo>
                    <a:pt x="92450" y="31425"/>
                  </a:lnTo>
                  <a:lnTo>
                    <a:pt x="91569" y="33796"/>
                  </a:lnTo>
                  <a:lnTo>
                    <a:pt x="88090" y="31425"/>
                  </a:lnTo>
                  <a:lnTo>
                    <a:pt x="84334" y="25367"/>
                  </a:lnTo>
                  <a:lnTo>
                    <a:pt x="79418" y="28396"/>
                  </a:lnTo>
                  <a:lnTo>
                    <a:pt x="77655" y="31425"/>
                  </a:lnTo>
                  <a:lnTo>
                    <a:pt x="80531" y="36078"/>
                  </a:lnTo>
                  <a:lnTo>
                    <a:pt x="91569" y="41522"/>
                  </a:lnTo>
                  <a:lnTo>
                    <a:pt x="100844" y="41522"/>
                  </a:lnTo>
                  <a:lnTo>
                    <a:pt x="100844" y="43234"/>
                  </a:lnTo>
                  <a:lnTo>
                    <a:pt x="94166" y="43761"/>
                  </a:lnTo>
                  <a:lnTo>
                    <a:pt x="86931" y="41522"/>
                  </a:lnTo>
                  <a:lnTo>
                    <a:pt x="78537" y="39634"/>
                  </a:lnTo>
                  <a:lnTo>
                    <a:pt x="77099" y="41522"/>
                  </a:lnTo>
                  <a:lnTo>
                    <a:pt x="73389" y="39634"/>
                  </a:lnTo>
                  <a:lnTo>
                    <a:pt x="71580" y="44288"/>
                  </a:lnTo>
                  <a:lnTo>
                    <a:pt x="79974" y="46219"/>
                  </a:lnTo>
                  <a:lnTo>
                    <a:pt x="94166" y="56097"/>
                  </a:lnTo>
                  <a:lnTo>
                    <a:pt x="92125" y="58028"/>
                  </a:lnTo>
                  <a:lnTo>
                    <a:pt x="81690" y="50083"/>
                  </a:lnTo>
                  <a:cubicBezTo>
                    <a:pt x="81690" y="50083"/>
                    <a:pt x="72971" y="42971"/>
                    <a:pt x="69215" y="50083"/>
                  </a:cubicBezTo>
                  <a:cubicBezTo>
                    <a:pt x="65458" y="57194"/>
                    <a:pt x="70374" y="67116"/>
                    <a:pt x="70374" y="67116"/>
                  </a:cubicBezTo>
                  <a:cubicBezTo>
                    <a:pt x="68334" y="73174"/>
                    <a:pt x="73342" y="74798"/>
                    <a:pt x="73342" y="74798"/>
                  </a:cubicBezTo>
                  <a:lnTo>
                    <a:pt x="79093" y="75632"/>
                  </a:lnTo>
                  <a:lnTo>
                    <a:pt x="83453" y="71769"/>
                  </a:lnTo>
                  <a:lnTo>
                    <a:pt x="82293" y="75896"/>
                  </a:lnTo>
                  <a:lnTo>
                    <a:pt x="88693" y="75896"/>
                  </a:lnTo>
                  <a:lnTo>
                    <a:pt x="88693" y="78354"/>
                  </a:lnTo>
                  <a:lnTo>
                    <a:pt x="82618" y="78881"/>
                  </a:lnTo>
                  <a:lnTo>
                    <a:pt x="81737" y="80549"/>
                  </a:lnTo>
                  <a:lnTo>
                    <a:pt x="85493" y="85203"/>
                  </a:lnTo>
                  <a:lnTo>
                    <a:pt x="94212" y="94246"/>
                  </a:lnTo>
                  <a:lnTo>
                    <a:pt x="91893" y="95739"/>
                  </a:lnTo>
                  <a:lnTo>
                    <a:pt x="84380" y="87661"/>
                  </a:lnTo>
                  <a:lnTo>
                    <a:pt x="81505" y="83271"/>
                  </a:lnTo>
                  <a:lnTo>
                    <a:pt x="73110" y="82174"/>
                  </a:lnTo>
                  <a:lnTo>
                    <a:pt x="73389" y="86037"/>
                  </a:lnTo>
                  <a:lnTo>
                    <a:pt x="73110" y="88759"/>
                  </a:lnTo>
                  <a:lnTo>
                    <a:pt x="65273" y="95739"/>
                  </a:lnTo>
                  <a:lnTo>
                    <a:pt x="71673" y="100831"/>
                  </a:lnTo>
                  <a:lnTo>
                    <a:pt x="72554" y="106055"/>
                  </a:lnTo>
                  <a:cubicBezTo>
                    <a:pt x="75754" y="112640"/>
                    <a:pt x="82386" y="111806"/>
                    <a:pt x="82386" y="111806"/>
                  </a:cubicBezTo>
                  <a:lnTo>
                    <a:pt x="84983" y="110709"/>
                  </a:lnTo>
                  <a:lnTo>
                    <a:pt x="87858" y="111806"/>
                  </a:lnTo>
                  <a:lnTo>
                    <a:pt x="84983" y="115362"/>
                  </a:lnTo>
                  <a:lnTo>
                    <a:pt x="87858" y="117294"/>
                  </a:lnTo>
                  <a:lnTo>
                    <a:pt x="87858" y="121684"/>
                  </a:lnTo>
                  <a:lnTo>
                    <a:pt x="84380" y="122210"/>
                  </a:lnTo>
                  <a:lnTo>
                    <a:pt x="84380" y="127434"/>
                  </a:lnTo>
                  <a:lnTo>
                    <a:pt x="82525" y="124976"/>
                  </a:lnTo>
                  <a:cubicBezTo>
                    <a:pt x="66478" y="115669"/>
                    <a:pt x="57713" y="95607"/>
                    <a:pt x="56554" y="89329"/>
                  </a:cubicBezTo>
                  <a:cubicBezTo>
                    <a:pt x="55394" y="83052"/>
                    <a:pt x="59429" y="80549"/>
                    <a:pt x="60635" y="75896"/>
                  </a:cubicBezTo>
                  <a:cubicBezTo>
                    <a:pt x="61841" y="71242"/>
                    <a:pt x="55997" y="65184"/>
                    <a:pt x="53678" y="63823"/>
                  </a:cubicBezTo>
                  <a:cubicBezTo>
                    <a:pt x="51360" y="62462"/>
                    <a:pt x="53678" y="50127"/>
                    <a:pt x="53678" y="50127"/>
                  </a:cubicBezTo>
                  <a:cubicBezTo>
                    <a:pt x="59476" y="47668"/>
                    <a:pt x="59754" y="39151"/>
                    <a:pt x="60078" y="35025"/>
                  </a:cubicBezTo>
                  <a:cubicBezTo>
                    <a:pt x="60403" y="30898"/>
                    <a:pt x="73435" y="16938"/>
                    <a:pt x="73435" y="16938"/>
                  </a:cubicBezTo>
                  <a:cubicBezTo>
                    <a:pt x="81829" y="13075"/>
                    <a:pt x="83592" y="8421"/>
                    <a:pt x="82154" y="4822"/>
                  </a:cubicBezTo>
                  <a:cubicBezTo>
                    <a:pt x="80716" y="1222"/>
                    <a:pt x="67684" y="1573"/>
                    <a:pt x="67684" y="1573"/>
                  </a:cubicBezTo>
                  <a:cubicBezTo>
                    <a:pt x="39580" y="-6944"/>
                    <a:pt x="23348" y="21899"/>
                    <a:pt x="23348" y="21899"/>
                  </a:cubicBezTo>
                  <a:cubicBezTo>
                    <a:pt x="18153" y="25455"/>
                    <a:pt x="22188" y="28484"/>
                    <a:pt x="22188" y="28484"/>
                  </a:cubicBezTo>
                  <a:cubicBezTo>
                    <a:pt x="15788" y="27650"/>
                    <a:pt x="17551" y="33927"/>
                    <a:pt x="17551" y="33927"/>
                  </a:cubicBezTo>
                  <a:cubicBezTo>
                    <a:pt x="13191" y="34147"/>
                    <a:pt x="13794" y="38098"/>
                    <a:pt x="13794" y="38098"/>
                  </a:cubicBezTo>
                  <a:cubicBezTo>
                    <a:pt x="10594" y="37834"/>
                    <a:pt x="13516" y="45210"/>
                    <a:pt x="13516" y="45210"/>
                  </a:cubicBezTo>
                  <a:cubicBezTo>
                    <a:pt x="9156" y="46307"/>
                    <a:pt x="12356" y="56185"/>
                    <a:pt x="12356" y="56185"/>
                  </a:cubicBezTo>
                  <a:cubicBezTo>
                    <a:pt x="8275" y="56185"/>
                    <a:pt x="7162" y="62331"/>
                    <a:pt x="7162" y="62331"/>
                  </a:cubicBezTo>
                  <a:cubicBezTo>
                    <a:pt x="1968" y="63560"/>
                    <a:pt x="2246" y="76774"/>
                    <a:pt x="2246" y="76774"/>
                  </a:cubicBezTo>
                  <a:cubicBezTo>
                    <a:pt x="-73" y="80330"/>
                    <a:pt x="2246" y="86081"/>
                    <a:pt x="2246" y="86081"/>
                  </a:cubicBezTo>
                  <a:lnTo>
                    <a:pt x="7440" y="85817"/>
                  </a:lnTo>
                  <a:lnTo>
                    <a:pt x="7440" y="88846"/>
                  </a:lnTo>
                  <a:cubicBezTo>
                    <a:pt x="-397" y="89680"/>
                    <a:pt x="391" y="95826"/>
                    <a:pt x="391" y="95826"/>
                  </a:cubicBezTo>
                  <a:cubicBezTo>
                    <a:pt x="-1418" y="100041"/>
                    <a:pt x="3637" y="107504"/>
                    <a:pt x="3637" y="107504"/>
                  </a:cubicBezTo>
                  <a:cubicBezTo>
                    <a:pt x="-722" y="112421"/>
                    <a:pt x="-722" y="119576"/>
                    <a:pt x="3637" y="125591"/>
                  </a:cubicBezTo>
                  <a:cubicBezTo>
                    <a:pt x="7997" y="131605"/>
                    <a:pt x="31185" y="131342"/>
                    <a:pt x="31185" y="131342"/>
                  </a:cubicBezTo>
                  <a:lnTo>
                    <a:pt x="34942" y="129498"/>
                  </a:lnTo>
                  <a:cubicBezTo>
                    <a:pt x="32345" y="138629"/>
                    <a:pt x="47417" y="141219"/>
                    <a:pt x="47417" y="141219"/>
                  </a:cubicBezTo>
                  <a:lnTo>
                    <a:pt x="45377" y="142580"/>
                  </a:lnTo>
                  <a:cubicBezTo>
                    <a:pt x="45377" y="142580"/>
                    <a:pt x="43939" y="144512"/>
                    <a:pt x="42177" y="145038"/>
                  </a:cubicBezTo>
                  <a:cubicBezTo>
                    <a:pt x="40414" y="145565"/>
                    <a:pt x="27382" y="144512"/>
                    <a:pt x="27382" y="144512"/>
                  </a:cubicBezTo>
                  <a:cubicBezTo>
                    <a:pt x="25620" y="137663"/>
                    <a:pt x="20148" y="140956"/>
                    <a:pt x="20148" y="140956"/>
                  </a:cubicBezTo>
                  <a:lnTo>
                    <a:pt x="14629" y="140692"/>
                  </a:lnTo>
                  <a:lnTo>
                    <a:pt x="14072" y="138409"/>
                  </a:lnTo>
                  <a:lnTo>
                    <a:pt x="9156" y="137136"/>
                  </a:lnTo>
                  <a:lnTo>
                    <a:pt x="13516" y="143458"/>
                  </a:lnTo>
                  <a:cubicBezTo>
                    <a:pt x="5121" y="149516"/>
                    <a:pt x="16994" y="158296"/>
                    <a:pt x="16994" y="158296"/>
                  </a:cubicBezTo>
                  <a:cubicBezTo>
                    <a:pt x="16994" y="167340"/>
                    <a:pt x="26269" y="167076"/>
                    <a:pt x="26269" y="167076"/>
                  </a:cubicBezTo>
                  <a:lnTo>
                    <a:pt x="33226" y="171993"/>
                  </a:lnTo>
                  <a:cubicBezTo>
                    <a:pt x="33226" y="171993"/>
                    <a:pt x="31464" y="172520"/>
                    <a:pt x="29748" y="172520"/>
                  </a:cubicBezTo>
                  <a:cubicBezTo>
                    <a:pt x="28032" y="172520"/>
                    <a:pt x="33504" y="177437"/>
                    <a:pt x="33504" y="177437"/>
                  </a:cubicBezTo>
                  <a:lnTo>
                    <a:pt x="36983" y="175768"/>
                  </a:lnTo>
                  <a:lnTo>
                    <a:pt x="36983" y="172739"/>
                  </a:lnTo>
                  <a:lnTo>
                    <a:pt x="41342" y="172739"/>
                  </a:lnTo>
                  <a:lnTo>
                    <a:pt x="43104" y="171378"/>
                  </a:lnTo>
                  <a:lnTo>
                    <a:pt x="43104" y="173573"/>
                  </a:lnTo>
                  <a:lnTo>
                    <a:pt x="48530" y="174408"/>
                  </a:lnTo>
                  <a:lnTo>
                    <a:pt x="48530" y="171686"/>
                  </a:lnTo>
                  <a:lnTo>
                    <a:pt x="46304" y="169754"/>
                  </a:lnTo>
                  <a:lnTo>
                    <a:pt x="50664" y="165628"/>
                  </a:lnTo>
                  <a:lnTo>
                    <a:pt x="52844" y="172739"/>
                  </a:lnTo>
                  <a:lnTo>
                    <a:pt x="57342" y="165628"/>
                  </a:lnTo>
                  <a:cubicBezTo>
                    <a:pt x="50942" y="178534"/>
                    <a:pt x="66061" y="187051"/>
                    <a:pt x="66061" y="187051"/>
                  </a:cubicBezTo>
                  <a:lnTo>
                    <a:pt x="74455" y="187314"/>
                  </a:lnTo>
                  <a:lnTo>
                    <a:pt x="74455" y="185383"/>
                  </a:lnTo>
                  <a:lnTo>
                    <a:pt x="68380" y="183188"/>
                  </a:lnTo>
                  <a:lnTo>
                    <a:pt x="82293" y="184022"/>
                  </a:lnTo>
                  <a:cubicBezTo>
                    <a:pt x="94769" y="193899"/>
                    <a:pt x="108682" y="186480"/>
                    <a:pt x="108682" y="186480"/>
                  </a:cubicBezTo>
                  <a:lnTo>
                    <a:pt x="117957" y="191134"/>
                  </a:lnTo>
                  <a:lnTo>
                    <a:pt x="118514" y="194163"/>
                  </a:lnTo>
                  <a:lnTo>
                    <a:pt x="115035" y="195655"/>
                  </a:lnTo>
                  <a:lnTo>
                    <a:pt x="117354" y="197148"/>
                  </a:lnTo>
                  <a:lnTo>
                    <a:pt x="119951" y="197675"/>
                  </a:lnTo>
                  <a:lnTo>
                    <a:pt x="120833" y="191090"/>
                  </a:lnTo>
                  <a:lnTo>
                    <a:pt x="124311" y="195611"/>
                  </a:lnTo>
                  <a:lnTo>
                    <a:pt x="127789" y="193548"/>
                  </a:lnTo>
                  <a:lnTo>
                    <a:pt x="130665" y="193548"/>
                  </a:lnTo>
                  <a:lnTo>
                    <a:pt x="130665" y="191090"/>
                  </a:lnTo>
                  <a:lnTo>
                    <a:pt x="122827" y="182046"/>
                  </a:lnTo>
                  <a:lnTo>
                    <a:pt x="111511" y="173003"/>
                  </a:lnTo>
                  <a:lnTo>
                    <a:pt x="124543" y="180422"/>
                  </a:lnTo>
                  <a:lnTo>
                    <a:pt x="129737" y="186480"/>
                  </a:lnTo>
                  <a:lnTo>
                    <a:pt x="134097" y="189202"/>
                  </a:lnTo>
                  <a:lnTo>
                    <a:pt x="146572" y="201845"/>
                  </a:lnTo>
                  <a:lnTo>
                    <a:pt x="151766" y="202372"/>
                  </a:lnTo>
                  <a:cubicBezTo>
                    <a:pt x="151766" y="202372"/>
                    <a:pt x="157285" y="208694"/>
                    <a:pt x="158723" y="208430"/>
                  </a:cubicBezTo>
                  <a:cubicBezTo>
                    <a:pt x="160161" y="208167"/>
                    <a:pt x="159001" y="203601"/>
                    <a:pt x="159001" y="203601"/>
                  </a:cubicBezTo>
                  <a:cubicBezTo>
                    <a:pt x="170317" y="205357"/>
                    <a:pt x="169714" y="197982"/>
                    <a:pt x="167720" y="195655"/>
                  </a:cubicBezTo>
                  <a:cubicBezTo>
                    <a:pt x="165680" y="193329"/>
                    <a:pt x="158166" y="200177"/>
                    <a:pt x="158166" y="200177"/>
                  </a:cubicBezTo>
                  <a:cubicBezTo>
                    <a:pt x="154085" y="193855"/>
                    <a:pt x="151488" y="197719"/>
                    <a:pt x="151488" y="197719"/>
                  </a:cubicBezTo>
                  <a:lnTo>
                    <a:pt x="148010" y="197455"/>
                  </a:lnTo>
                  <a:lnTo>
                    <a:pt x="141610" y="187314"/>
                  </a:lnTo>
                  <a:lnTo>
                    <a:pt x="131453" y="182661"/>
                  </a:lnTo>
                  <a:lnTo>
                    <a:pt x="144207" y="183495"/>
                  </a:lnTo>
                  <a:lnTo>
                    <a:pt x="150607" y="185163"/>
                  </a:lnTo>
                  <a:lnTo>
                    <a:pt x="156682" y="187095"/>
                  </a:lnTo>
                  <a:lnTo>
                    <a:pt x="159882" y="185997"/>
                  </a:lnTo>
                  <a:lnTo>
                    <a:pt x="162479" y="193109"/>
                  </a:lnTo>
                  <a:lnTo>
                    <a:pt x="166839" y="194470"/>
                  </a:lnTo>
                  <a:lnTo>
                    <a:pt x="168880" y="191177"/>
                  </a:lnTo>
                  <a:lnTo>
                    <a:pt x="179917" y="191177"/>
                  </a:lnTo>
                  <a:lnTo>
                    <a:pt x="181680" y="186787"/>
                  </a:lnTo>
                  <a:lnTo>
                    <a:pt x="179361" y="184592"/>
                  </a:lnTo>
                  <a:lnTo>
                    <a:pt x="176485" y="173354"/>
                  </a:lnTo>
                  <a:lnTo>
                    <a:pt x="172729" y="173091"/>
                  </a:lnTo>
                  <a:lnTo>
                    <a:pt x="164891" y="170632"/>
                  </a:lnTo>
                  <a:lnTo>
                    <a:pt x="168648" y="165715"/>
                  </a:lnTo>
                  <a:lnTo>
                    <a:pt x="173285" y="167910"/>
                  </a:lnTo>
                  <a:lnTo>
                    <a:pt x="177367" y="167076"/>
                  </a:lnTo>
                  <a:lnTo>
                    <a:pt x="185204" y="172564"/>
                  </a:lnTo>
                  <a:lnTo>
                    <a:pt x="182932" y="173925"/>
                  </a:lnTo>
                  <a:lnTo>
                    <a:pt x="185204" y="176954"/>
                  </a:lnTo>
                  <a:lnTo>
                    <a:pt x="193320" y="175856"/>
                  </a:lnTo>
                  <a:lnTo>
                    <a:pt x="197680" y="178885"/>
                  </a:lnTo>
                  <a:lnTo>
                    <a:pt x="195917" y="181080"/>
                  </a:lnTo>
                  <a:lnTo>
                    <a:pt x="195917" y="197806"/>
                  </a:lnTo>
                  <a:lnTo>
                    <a:pt x="198236" y="198904"/>
                  </a:lnTo>
                  <a:lnTo>
                    <a:pt x="198793" y="195743"/>
                  </a:lnTo>
                  <a:lnTo>
                    <a:pt x="200833" y="192582"/>
                  </a:lnTo>
                  <a:lnTo>
                    <a:pt x="206028" y="195743"/>
                  </a:lnTo>
                  <a:lnTo>
                    <a:pt x="210109" y="198640"/>
                  </a:lnTo>
                  <a:lnTo>
                    <a:pt x="204590" y="202196"/>
                  </a:lnTo>
                  <a:lnTo>
                    <a:pt x="210109" y="205445"/>
                  </a:lnTo>
                  <a:lnTo>
                    <a:pt x="215303" y="200309"/>
                  </a:lnTo>
                  <a:lnTo>
                    <a:pt x="219941" y="201670"/>
                  </a:lnTo>
                  <a:lnTo>
                    <a:pt x="221518" y="203689"/>
                  </a:lnTo>
                  <a:lnTo>
                    <a:pt x="215303" y="203689"/>
                  </a:lnTo>
                  <a:lnTo>
                    <a:pt x="213262" y="207157"/>
                  </a:lnTo>
                  <a:lnTo>
                    <a:pt x="215860" y="211810"/>
                  </a:lnTo>
                  <a:lnTo>
                    <a:pt x="219338" y="212074"/>
                  </a:lnTo>
                  <a:lnTo>
                    <a:pt x="230376" y="221337"/>
                  </a:lnTo>
                  <a:lnTo>
                    <a:pt x="228938" y="226341"/>
                  </a:lnTo>
                  <a:lnTo>
                    <a:pt x="226897" y="227702"/>
                  </a:lnTo>
                  <a:lnTo>
                    <a:pt x="221981" y="230424"/>
                  </a:lnTo>
                  <a:lnTo>
                    <a:pt x="219384" y="228756"/>
                  </a:lnTo>
                  <a:lnTo>
                    <a:pt x="212149" y="229853"/>
                  </a:lnTo>
                  <a:lnTo>
                    <a:pt x="213309" y="235077"/>
                  </a:lnTo>
                  <a:lnTo>
                    <a:pt x="212752" y="241662"/>
                  </a:lnTo>
                  <a:lnTo>
                    <a:pt x="217390" y="242497"/>
                  </a:lnTo>
                  <a:lnTo>
                    <a:pt x="219987" y="238941"/>
                  </a:lnTo>
                  <a:lnTo>
                    <a:pt x="229541" y="235077"/>
                  </a:lnTo>
                  <a:lnTo>
                    <a:pt x="230097" y="229019"/>
                  </a:lnTo>
                  <a:lnTo>
                    <a:pt x="235616" y="234770"/>
                  </a:lnTo>
                  <a:lnTo>
                    <a:pt x="237379" y="232575"/>
                  </a:lnTo>
                  <a:lnTo>
                    <a:pt x="243454" y="234243"/>
                  </a:lnTo>
                  <a:lnTo>
                    <a:pt x="240857" y="238370"/>
                  </a:lnTo>
                  <a:lnTo>
                    <a:pt x="244614" y="243287"/>
                  </a:lnTo>
                  <a:lnTo>
                    <a:pt x="248092" y="248511"/>
                  </a:lnTo>
                  <a:lnTo>
                    <a:pt x="254956" y="251364"/>
                  </a:lnTo>
                  <a:lnTo>
                    <a:pt x="254956" y="247940"/>
                  </a:lnTo>
                  <a:lnTo>
                    <a:pt x="251848" y="241619"/>
                  </a:lnTo>
                  <a:lnTo>
                    <a:pt x="259083" y="243814"/>
                  </a:lnTo>
                  <a:cubicBezTo>
                    <a:pt x="259083" y="243814"/>
                    <a:pt x="258202" y="249301"/>
                    <a:pt x="258202" y="251364"/>
                  </a:cubicBezTo>
                  <a:cubicBezTo>
                    <a:pt x="249483" y="259442"/>
                    <a:pt x="268591" y="260276"/>
                    <a:pt x="268591" y="260276"/>
                  </a:cubicBezTo>
                  <a:lnTo>
                    <a:pt x="269796" y="264139"/>
                  </a:lnTo>
                  <a:cubicBezTo>
                    <a:pt x="269518" y="274280"/>
                    <a:pt x="277031" y="279241"/>
                    <a:pt x="277031" y="279241"/>
                  </a:cubicBezTo>
                  <a:cubicBezTo>
                    <a:pt x="275269" y="290743"/>
                    <a:pt x="282828" y="300928"/>
                    <a:pt x="282828" y="300928"/>
                  </a:cubicBezTo>
                  <a:lnTo>
                    <a:pt x="279628" y="306415"/>
                  </a:lnTo>
                  <a:cubicBezTo>
                    <a:pt x="268591" y="307249"/>
                    <a:pt x="269796" y="319058"/>
                    <a:pt x="269796" y="319058"/>
                  </a:cubicBezTo>
                  <a:lnTo>
                    <a:pt x="272996" y="319892"/>
                  </a:lnTo>
                  <a:lnTo>
                    <a:pt x="277356" y="321561"/>
                  </a:lnTo>
                  <a:lnTo>
                    <a:pt x="286353" y="322087"/>
                  </a:lnTo>
                  <a:lnTo>
                    <a:pt x="295907" y="325117"/>
                  </a:lnTo>
                  <a:lnTo>
                    <a:pt x="298504" y="318532"/>
                  </a:lnTo>
                  <a:lnTo>
                    <a:pt x="299663" y="313044"/>
                  </a:lnTo>
                  <a:lnTo>
                    <a:pt x="297066" y="311112"/>
                  </a:lnTo>
                  <a:lnTo>
                    <a:pt x="299942" y="308654"/>
                  </a:lnTo>
                  <a:lnTo>
                    <a:pt x="304858" y="310849"/>
                  </a:lnTo>
                  <a:lnTo>
                    <a:pt x="307455" y="315502"/>
                  </a:lnTo>
                  <a:cubicBezTo>
                    <a:pt x="309495" y="322087"/>
                    <a:pt x="315571" y="322087"/>
                    <a:pt x="315571" y="322087"/>
                  </a:cubicBezTo>
                  <a:lnTo>
                    <a:pt x="319049" y="323185"/>
                  </a:lnTo>
                  <a:lnTo>
                    <a:pt x="321090" y="327838"/>
                  </a:lnTo>
                  <a:lnTo>
                    <a:pt x="326609" y="325117"/>
                  </a:lnTo>
                  <a:lnTo>
                    <a:pt x="326887" y="328409"/>
                  </a:lnTo>
                  <a:lnTo>
                    <a:pt x="321368" y="330867"/>
                  </a:lnTo>
                  <a:lnTo>
                    <a:pt x="324568" y="332799"/>
                  </a:lnTo>
                  <a:lnTo>
                    <a:pt x="330087" y="331131"/>
                  </a:lnTo>
                  <a:lnTo>
                    <a:pt x="329530" y="335784"/>
                  </a:lnTo>
                  <a:lnTo>
                    <a:pt x="325774" y="335784"/>
                  </a:lnTo>
                  <a:lnTo>
                    <a:pt x="324614" y="338682"/>
                  </a:lnTo>
                  <a:lnTo>
                    <a:pt x="317658" y="338682"/>
                  </a:lnTo>
                  <a:lnTo>
                    <a:pt x="314782" y="340174"/>
                  </a:lnTo>
                  <a:lnTo>
                    <a:pt x="311304" y="341535"/>
                  </a:lnTo>
                  <a:lnTo>
                    <a:pt x="311582" y="338638"/>
                  </a:lnTo>
                  <a:lnTo>
                    <a:pt x="307826" y="337145"/>
                  </a:lnTo>
                  <a:lnTo>
                    <a:pt x="307269" y="341535"/>
                  </a:lnTo>
                  <a:cubicBezTo>
                    <a:pt x="302910" y="341535"/>
                    <a:pt x="301750" y="348120"/>
                    <a:pt x="301750" y="348120"/>
                  </a:cubicBezTo>
                  <a:lnTo>
                    <a:pt x="297669" y="348647"/>
                  </a:lnTo>
                  <a:cubicBezTo>
                    <a:pt x="299432" y="345355"/>
                    <a:pt x="297947" y="343994"/>
                    <a:pt x="297947" y="343994"/>
                  </a:cubicBezTo>
                  <a:cubicBezTo>
                    <a:pt x="299988" y="340438"/>
                    <a:pt x="298504" y="334116"/>
                    <a:pt x="298504" y="334116"/>
                  </a:cubicBezTo>
                  <a:lnTo>
                    <a:pt x="296742" y="327794"/>
                  </a:lnTo>
                  <a:lnTo>
                    <a:pt x="292382" y="327268"/>
                  </a:lnTo>
                  <a:cubicBezTo>
                    <a:pt x="287744" y="321209"/>
                    <a:pt x="278191" y="323404"/>
                    <a:pt x="278191" y="323404"/>
                  </a:cubicBezTo>
                  <a:cubicBezTo>
                    <a:pt x="270956" y="321209"/>
                    <a:pt x="267478" y="322878"/>
                    <a:pt x="266318" y="322878"/>
                  </a:cubicBezTo>
                  <a:cubicBezTo>
                    <a:pt x="265159" y="322878"/>
                    <a:pt x="261124" y="329726"/>
                    <a:pt x="251848" y="335784"/>
                  </a:cubicBezTo>
                  <a:cubicBezTo>
                    <a:pt x="242573" y="341842"/>
                    <a:pt x="250411" y="348954"/>
                    <a:pt x="254956" y="353827"/>
                  </a:cubicBezTo>
                  <a:cubicBezTo>
                    <a:pt x="259501" y="358700"/>
                    <a:pt x="262283" y="367875"/>
                    <a:pt x="262283" y="367875"/>
                  </a:cubicBezTo>
                  <a:lnTo>
                    <a:pt x="259964" y="368402"/>
                  </a:lnTo>
                  <a:cubicBezTo>
                    <a:pt x="251570" y="359359"/>
                    <a:pt x="244614" y="372529"/>
                    <a:pt x="244614" y="372529"/>
                  </a:cubicBezTo>
                  <a:lnTo>
                    <a:pt x="242295" y="370597"/>
                  </a:lnTo>
                  <a:lnTo>
                    <a:pt x="237100" y="371431"/>
                  </a:lnTo>
                  <a:lnTo>
                    <a:pt x="237100" y="374460"/>
                  </a:lnTo>
                  <a:lnTo>
                    <a:pt x="231025" y="375558"/>
                  </a:lnTo>
                  <a:lnTo>
                    <a:pt x="229587" y="373363"/>
                  </a:lnTo>
                  <a:lnTo>
                    <a:pt x="224068" y="372265"/>
                  </a:lnTo>
                  <a:lnTo>
                    <a:pt x="223790" y="374724"/>
                  </a:lnTo>
                  <a:lnTo>
                    <a:pt x="220590" y="374460"/>
                  </a:lnTo>
                  <a:cubicBezTo>
                    <a:pt x="213355" y="366207"/>
                    <a:pt x="202039" y="367875"/>
                    <a:pt x="202039" y="367875"/>
                  </a:cubicBezTo>
                  <a:lnTo>
                    <a:pt x="199720" y="370597"/>
                  </a:lnTo>
                  <a:lnTo>
                    <a:pt x="199952" y="375250"/>
                  </a:lnTo>
                  <a:lnTo>
                    <a:pt x="199952" y="378543"/>
                  </a:lnTo>
                  <a:cubicBezTo>
                    <a:pt x="199952" y="378543"/>
                    <a:pt x="190723" y="380738"/>
                    <a:pt x="187570" y="389518"/>
                  </a:cubicBezTo>
                  <a:cubicBezTo>
                    <a:pt x="184416" y="398298"/>
                    <a:pt x="191048" y="403215"/>
                    <a:pt x="191048" y="403215"/>
                  </a:cubicBezTo>
                  <a:lnTo>
                    <a:pt x="193088" y="406507"/>
                  </a:lnTo>
                  <a:lnTo>
                    <a:pt x="198283" y="407034"/>
                  </a:lnTo>
                  <a:lnTo>
                    <a:pt x="202039" y="410897"/>
                  </a:lnTo>
                  <a:lnTo>
                    <a:pt x="204358" y="408175"/>
                  </a:lnTo>
                  <a:lnTo>
                    <a:pt x="208439" y="410897"/>
                  </a:lnTo>
                  <a:lnTo>
                    <a:pt x="212984" y="413092"/>
                  </a:lnTo>
                  <a:lnTo>
                    <a:pt x="212984" y="409536"/>
                  </a:lnTo>
                  <a:lnTo>
                    <a:pt x="215118" y="410063"/>
                  </a:lnTo>
                  <a:lnTo>
                    <a:pt x="219199" y="407605"/>
                  </a:lnTo>
                  <a:lnTo>
                    <a:pt x="218921" y="405937"/>
                  </a:lnTo>
                  <a:lnTo>
                    <a:pt x="226434" y="405937"/>
                  </a:lnTo>
                  <a:lnTo>
                    <a:pt x="227315" y="403215"/>
                  </a:lnTo>
                  <a:lnTo>
                    <a:pt x="226758" y="400186"/>
                  </a:lnTo>
                  <a:lnTo>
                    <a:pt x="229958" y="397727"/>
                  </a:lnTo>
                  <a:lnTo>
                    <a:pt x="235153" y="402644"/>
                  </a:lnTo>
                  <a:lnTo>
                    <a:pt x="239790" y="404312"/>
                  </a:lnTo>
                  <a:lnTo>
                    <a:pt x="245587" y="404576"/>
                  </a:lnTo>
                  <a:lnTo>
                    <a:pt x="246469" y="399088"/>
                  </a:lnTo>
                  <a:lnTo>
                    <a:pt x="248787" y="395532"/>
                  </a:lnTo>
                  <a:lnTo>
                    <a:pt x="253703" y="394171"/>
                  </a:lnTo>
                  <a:lnTo>
                    <a:pt x="255095" y="397727"/>
                  </a:lnTo>
                  <a:lnTo>
                    <a:pt x="252266" y="401283"/>
                  </a:lnTo>
                  <a:lnTo>
                    <a:pt x="256625" y="402644"/>
                  </a:lnTo>
                  <a:lnTo>
                    <a:pt x="260104" y="402117"/>
                  </a:lnTo>
                  <a:lnTo>
                    <a:pt x="260382" y="407034"/>
                  </a:lnTo>
                  <a:lnTo>
                    <a:pt x="256625" y="405366"/>
                  </a:lnTo>
                  <a:lnTo>
                    <a:pt x="252544" y="411424"/>
                  </a:lnTo>
                  <a:lnTo>
                    <a:pt x="260938" y="419107"/>
                  </a:lnTo>
                  <a:lnTo>
                    <a:pt x="269936" y="415814"/>
                  </a:lnTo>
                  <a:lnTo>
                    <a:pt x="268730" y="412258"/>
                  </a:lnTo>
                  <a:lnTo>
                    <a:pt x="272533" y="411424"/>
                  </a:lnTo>
                  <a:lnTo>
                    <a:pt x="272811" y="417746"/>
                  </a:lnTo>
                  <a:lnTo>
                    <a:pt x="274249" y="420467"/>
                  </a:lnTo>
                  <a:lnTo>
                    <a:pt x="275130" y="417438"/>
                  </a:lnTo>
                  <a:lnTo>
                    <a:pt x="277727" y="419107"/>
                  </a:lnTo>
                  <a:lnTo>
                    <a:pt x="276846" y="422399"/>
                  </a:lnTo>
                  <a:lnTo>
                    <a:pt x="286121" y="429511"/>
                  </a:lnTo>
                  <a:lnTo>
                    <a:pt x="287281" y="425121"/>
                  </a:lnTo>
                  <a:lnTo>
                    <a:pt x="295118" y="432233"/>
                  </a:lnTo>
                  <a:lnTo>
                    <a:pt x="290759" y="434077"/>
                  </a:lnTo>
                  <a:lnTo>
                    <a:pt x="291037" y="435920"/>
                  </a:lnTo>
                  <a:lnTo>
                    <a:pt x="293356" y="435920"/>
                  </a:lnTo>
                  <a:lnTo>
                    <a:pt x="291918" y="439827"/>
                  </a:lnTo>
                  <a:lnTo>
                    <a:pt x="287281" y="437720"/>
                  </a:lnTo>
                  <a:lnTo>
                    <a:pt x="285240" y="434077"/>
                  </a:lnTo>
                  <a:lnTo>
                    <a:pt x="277402" y="428326"/>
                  </a:lnTo>
                  <a:lnTo>
                    <a:pt x="268683" y="427009"/>
                  </a:lnTo>
                  <a:lnTo>
                    <a:pt x="268683" y="430301"/>
                  </a:lnTo>
                  <a:lnTo>
                    <a:pt x="275083" y="431399"/>
                  </a:lnTo>
                  <a:lnTo>
                    <a:pt x="281484" y="435920"/>
                  </a:lnTo>
                  <a:lnTo>
                    <a:pt x="290759" y="442418"/>
                  </a:lnTo>
                  <a:lnTo>
                    <a:pt x="290759" y="446193"/>
                  </a:lnTo>
                  <a:lnTo>
                    <a:pt x="294237" y="448915"/>
                  </a:lnTo>
                  <a:lnTo>
                    <a:pt x="297716" y="452558"/>
                  </a:lnTo>
                  <a:lnTo>
                    <a:pt x="301797" y="448959"/>
                  </a:lnTo>
                  <a:lnTo>
                    <a:pt x="300637" y="452558"/>
                  </a:lnTo>
                  <a:lnTo>
                    <a:pt x="314272" y="460461"/>
                  </a:lnTo>
                  <a:lnTo>
                    <a:pt x="324104" y="460461"/>
                  </a:lnTo>
                  <a:cubicBezTo>
                    <a:pt x="325866" y="476923"/>
                    <a:pt x="357728" y="480216"/>
                    <a:pt x="357728" y="480216"/>
                  </a:cubicBezTo>
                  <a:cubicBezTo>
                    <a:pt x="358006" y="482411"/>
                    <a:pt x="368441" y="484869"/>
                    <a:pt x="368441" y="484869"/>
                  </a:cubicBezTo>
                  <a:cubicBezTo>
                    <a:pt x="371316" y="492288"/>
                    <a:pt x="382354" y="488688"/>
                    <a:pt x="382354" y="488688"/>
                  </a:cubicBezTo>
                  <a:lnTo>
                    <a:pt x="378598" y="483464"/>
                  </a:lnTo>
                  <a:lnTo>
                    <a:pt x="380916" y="481796"/>
                  </a:lnTo>
                  <a:lnTo>
                    <a:pt x="381798" y="477406"/>
                  </a:lnTo>
                  <a:lnTo>
                    <a:pt x="379757" y="477406"/>
                  </a:lnTo>
                  <a:lnTo>
                    <a:pt x="378598" y="474947"/>
                  </a:lnTo>
                  <a:lnTo>
                    <a:pt x="374841" y="474947"/>
                  </a:lnTo>
                  <a:cubicBezTo>
                    <a:pt x="374841" y="465904"/>
                    <a:pt x="366447" y="463007"/>
                    <a:pt x="366447" y="463007"/>
                  </a:cubicBezTo>
                  <a:cubicBezTo>
                    <a:pt x="365009" y="456290"/>
                    <a:pt x="353693" y="452515"/>
                    <a:pt x="353693" y="452515"/>
                  </a:cubicBezTo>
                  <a:cubicBezTo>
                    <a:pt x="353136" y="448168"/>
                    <a:pt x="346736" y="446676"/>
                    <a:pt x="346736" y="446676"/>
                  </a:cubicBezTo>
                  <a:cubicBezTo>
                    <a:pt x="345577" y="442286"/>
                    <a:pt x="339780" y="435832"/>
                    <a:pt x="339780" y="435832"/>
                  </a:cubicBezTo>
                  <a:cubicBezTo>
                    <a:pt x="332545" y="428545"/>
                    <a:pt x="337739" y="426350"/>
                    <a:pt x="337739" y="426350"/>
                  </a:cubicBezTo>
                  <a:lnTo>
                    <a:pt x="342099" y="428194"/>
                  </a:lnTo>
                  <a:lnTo>
                    <a:pt x="354852" y="438423"/>
                  </a:lnTo>
                  <a:lnTo>
                    <a:pt x="351652" y="428194"/>
                  </a:lnTo>
                  <a:lnTo>
                    <a:pt x="361484" y="439696"/>
                  </a:lnTo>
                  <a:lnTo>
                    <a:pt x="365241" y="439696"/>
                  </a:lnTo>
                  <a:lnTo>
                    <a:pt x="365241" y="444700"/>
                  </a:lnTo>
                  <a:lnTo>
                    <a:pt x="367560" y="447159"/>
                  </a:lnTo>
                  <a:lnTo>
                    <a:pt x="371038" y="450715"/>
                  </a:lnTo>
                  <a:lnTo>
                    <a:pt x="373357" y="448783"/>
                  </a:lnTo>
                  <a:lnTo>
                    <a:pt x="375398" y="452427"/>
                  </a:lnTo>
                  <a:lnTo>
                    <a:pt x="379154" y="452427"/>
                  </a:lnTo>
                  <a:lnTo>
                    <a:pt x="377392" y="446588"/>
                  </a:lnTo>
                  <a:lnTo>
                    <a:pt x="382308" y="450978"/>
                  </a:lnTo>
                  <a:lnTo>
                    <a:pt x="381426" y="454007"/>
                  </a:lnTo>
                  <a:lnTo>
                    <a:pt x="384905" y="455105"/>
                  </a:lnTo>
                  <a:lnTo>
                    <a:pt x="386064" y="452427"/>
                  </a:lnTo>
                  <a:lnTo>
                    <a:pt x="386945" y="455368"/>
                  </a:lnTo>
                  <a:lnTo>
                    <a:pt x="388105" y="458397"/>
                  </a:lnTo>
                  <a:lnTo>
                    <a:pt x="390702" y="455368"/>
                  </a:lnTo>
                  <a:lnTo>
                    <a:pt x="392464" y="458090"/>
                  </a:lnTo>
                  <a:lnTo>
                    <a:pt x="391583" y="460285"/>
                  </a:lnTo>
                  <a:lnTo>
                    <a:pt x="393021" y="465509"/>
                  </a:lnTo>
                  <a:lnTo>
                    <a:pt x="396221" y="467046"/>
                  </a:lnTo>
                  <a:lnTo>
                    <a:pt x="399421" y="468801"/>
                  </a:lnTo>
                  <a:lnTo>
                    <a:pt x="397659" y="470996"/>
                  </a:lnTo>
                  <a:lnTo>
                    <a:pt x="399096" y="473191"/>
                  </a:lnTo>
                  <a:lnTo>
                    <a:pt x="404012" y="473191"/>
                  </a:lnTo>
                  <a:lnTo>
                    <a:pt x="406609" y="469899"/>
                  </a:lnTo>
                  <a:lnTo>
                    <a:pt x="406331" y="467046"/>
                  </a:lnTo>
                  <a:lnTo>
                    <a:pt x="398818" y="467046"/>
                  </a:lnTo>
                  <a:lnTo>
                    <a:pt x="398540" y="462919"/>
                  </a:lnTo>
                  <a:lnTo>
                    <a:pt x="395340" y="460329"/>
                  </a:lnTo>
                  <a:lnTo>
                    <a:pt x="393021" y="452427"/>
                  </a:lnTo>
                  <a:lnTo>
                    <a:pt x="397937" y="456773"/>
                  </a:lnTo>
                  <a:lnTo>
                    <a:pt x="401693" y="456773"/>
                  </a:lnTo>
                  <a:lnTo>
                    <a:pt x="400534" y="452427"/>
                  </a:lnTo>
                  <a:lnTo>
                    <a:pt x="399653" y="448783"/>
                  </a:lnTo>
                  <a:lnTo>
                    <a:pt x="394737" y="444217"/>
                  </a:lnTo>
                  <a:lnTo>
                    <a:pt x="399653" y="444217"/>
                  </a:lnTo>
                  <a:lnTo>
                    <a:pt x="394737" y="435745"/>
                  </a:lnTo>
                  <a:lnTo>
                    <a:pt x="398215" y="439652"/>
                  </a:lnTo>
                  <a:lnTo>
                    <a:pt x="399653" y="437281"/>
                  </a:lnTo>
                  <a:cubicBezTo>
                    <a:pt x="399653" y="437281"/>
                    <a:pt x="401090" y="443032"/>
                    <a:pt x="401415" y="443866"/>
                  </a:cubicBezTo>
                  <a:cubicBezTo>
                    <a:pt x="401740" y="444700"/>
                    <a:pt x="404290" y="443866"/>
                    <a:pt x="404290" y="443866"/>
                  </a:cubicBezTo>
                  <a:lnTo>
                    <a:pt x="404569" y="433901"/>
                  </a:lnTo>
                  <a:cubicBezTo>
                    <a:pt x="405589" y="443910"/>
                    <a:pt x="411525" y="442286"/>
                    <a:pt x="411525" y="442286"/>
                  </a:cubicBezTo>
                  <a:cubicBezTo>
                    <a:pt x="409206" y="440969"/>
                    <a:pt x="406609" y="430126"/>
                    <a:pt x="406609" y="430126"/>
                  </a:cubicBezTo>
                  <a:lnTo>
                    <a:pt x="411804" y="430126"/>
                  </a:lnTo>
                  <a:lnTo>
                    <a:pt x="411804" y="428150"/>
                  </a:lnTo>
                  <a:lnTo>
                    <a:pt x="408047" y="428150"/>
                  </a:lnTo>
                  <a:lnTo>
                    <a:pt x="410366" y="423541"/>
                  </a:lnTo>
                  <a:lnTo>
                    <a:pt x="408047" y="422180"/>
                  </a:lnTo>
                  <a:lnTo>
                    <a:pt x="406006" y="425736"/>
                  </a:lnTo>
                  <a:lnTo>
                    <a:pt x="403966" y="425736"/>
                  </a:lnTo>
                  <a:lnTo>
                    <a:pt x="403085" y="422180"/>
                  </a:lnTo>
                  <a:lnTo>
                    <a:pt x="399328" y="425736"/>
                  </a:lnTo>
                  <a:lnTo>
                    <a:pt x="397288" y="424067"/>
                  </a:lnTo>
                  <a:lnTo>
                    <a:pt x="399050" y="420511"/>
                  </a:lnTo>
                  <a:lnTo>
                    <a:pt x="401090" y="418887"/>
                  </a:lnTo>
                  <a:lnTo>
                    <a:pt x="395293" y="417219"/>
                  </a:lnTo>
                  <a:cubicBezTo>
                    <a:pt x="395293" y="414190"/>
                    <a:pt x="392696" y="412302"/>
                    <a:pt x="392696" y="412302"/>
                  </a:cubicBezTo>
                  <a:lnTo>
                    <a:pt x="388337" y="410634"/>
                  </a:lnTo>
                  <a:lnTo>
                    <a:pt x="387177" y="406771"/>
                  </a:lnTo>
                  <a:lnTo>
                    <a:pt x="388615" y="408132"/>
                  </a:lnTo>
                  <a:lnTo>
                    <a:pt x="393809" y="408132"/>
                  </a:lnTo>
                  <a:lnTo>
                    <a:pt x="394366" y="405410"/>
                  </a:lnTo>
                  <a:lnTo>
                    <a:pt x="396685" y="403742"/>
                  </a:lnTo>
                  <a:lnTo>
                    <a:pt x="395247" y="401020"/>
                  </a:lnTo>
                  <a:lnTo>
                    <a:pt x="386853" y="401020"/>
                  </a:lnTo>
                  <a:lnTo>
                    <a:pt x="384534" y="399352"/>
                  </a:lnTo>
                  <a:lnTo>
                    <a:pt x="387131" y="397420"/>
                  </a:lnTo>
                  <a:lnTo>
                    <a:pt x="387409" y="394391"/>
                  </a:lnTo>
                  <a:lnTo>
                    <a:pt x="384812" y="394391"/>
                  </a:lnTo>
                  <a:lnTo>
                    <a:pt x="385972" y="388903"/>
                  </a:lnTo>
                  <a:lnTo>
                    <a:pt x="383096" y="388069"/>
                  </a:lnTo>
                  <a:lnTo>
                    <a:pt x="381334" y="391625"/>
                  </a:lnTo>
                  <a:lnTo>
                    <a:pt x="378737" y="394347"/>
                  </a:lnTo>
                  <a:lnTo>
                    <a:pt x="374980" y="392986"/>
                  </a:lnTo>
                  <a:lnTo>
                    <a:pt x="378180" y="389430"/>
                  </a:lnTo>
                  <a:lnTo>
                    <a:pt x="378180" y="387762"/>
                  </a:lnTo>
                  <a:lnTo>
                    <a:pt x="374423" y="387235"/>
                  </a:lnTo>
                  <a:lnTo>
                    <a:pt x="372661" y="383943"/>
                  </a:lnTo>
                  <a:lnTo>
                    <a:pt x="371223" y="389430"/>
                  </a:lnTo>
                  <a:lnTo>
                    <a:pt x="368348" y="389430"/>
                  </a:lnTo>
                  <a:lnTo>
                    <a:pt x="367792" y="383109"/>
                  </a:lnTo>
                  <a:lnTo>
                    <a:pt x="365751" y="382011"/>
                  </a:lnTo>
                  <a:lnTo>
                    <a:pt x="367792" y="375689"/>
                  </a:lnTo>
                  <a:lnTo>
                    <a:pt x="366354" y="371826"/>
                  </a:lnTo>
                  <a:lnTo>
                    <a:pt x="363479" y="373494"/>
                  </a:lnTo>
                  <a:lnTo>
                    <a:pt x="363757" y="368270"/>
                  </a:lnTo>
                  <a:lnTo>
                    <a:pt x="360000" y="365812"/>
                  </a:lnTo>
                  <a:lnTo>
                    <a:pt x="360278" y="361422"/>
                  </a:lnTo>
                  <a:lnTo>
                    <a:pt x="357078" y="358700"/>
                  </a:lnTo>
                  <a:lnTo>
                    <a:pt x="348962" y="365549"/>
                  </a:lnTo>
                  <a:lnTo>
                    <a:pt x="352162" y="357032"/>
                  </a:lnTo>
                  <a:lnTo>
                    <a:pt x="348962" y="354310"/>
                  </a:lnTo>
                  <a:lnTo>
                    <a:pt x="346365" y="349657"/>
                  </a:lnTo>
                  <a:lnTo>
                    <a:pt x="349241" y="346101"/>
                  </a:lnTo>
                  <a:lnTo>
                    <a:pt x="350122" y="349393"/>
                  </a:lnTo>
                  <a:lnTo>
                    <a:pt x="357357" y="351325"/>
                  </a:lnTo>
                  <a:lnTo>
                    <a:pt x="361994" y="351061"/>
                  </a:lnTo>
                  <a:lnTo>
                    <a:pt x="362551" y="346145"/>
                  </a:lnTo>
                  <a:lnTo>
                    <a:pt x="353275" y="338330"/>
                  </a:lnTo>
                  <a:lnTo>
                    <a:pt x="353275" y="333545"/>
                  </a:lnTo>
                  <a:lnTo>
                    <a:pt x="347757" y="329155"/>
                  </a:lnTo>
                  <a:lnTo>
                    <a:pt x="350632" y="328321"/>
                  </a:lnTo>
                  <a:lnTo>
                    <a:pt x="361067" y="338330"/>
                  </a:lnTo>
                  <a:lnTo>
                    <a:pt x="362829" y="335433"/>
                  </a:lnTo>
                  <a:lnTo>
                    <a:pt x="365426" y="334072"/>
                  </a:lnTo>
                  <a:lnTo>
                    <a:pt x="359351" y="328585"/>
                  </a:lnTo>
                  <a:lnTo>
                    <a:pt x="352116" y="324458"/>
                  </a:lnTo>
                  <a:lnTo>
                    <a:pt x="357913" y="324458"/>
                  </a:lnTo>
                  <a:lnTo>
                    <a:pt x="364592" y="329682"/>
                  </a:lnTo>
                  <a:lnTo>
                    <a:pt x="365751" y="324458"/>
                  </a:lnTo>
                  <a:lnTo>
                    <a:pt x="369229" y="328848"/>
                  </a:lnTo>
                  <a:lnTo>
                    <a:pt x="370110" y="330209"/>
                  </a:lnTo>
                  <a:lnTo>
                    <a:pt x="368673" y="333501"/>
                  </a:lnTo>
                  <a:lnTo>
                    <a:pt x="370110" y="335433"/>
                  </a:lnTo>
                  <a:lnTo>
                    <a:pt x="373589" y="333501"/>
                  </a:lnTo>
                  <a:lnTo>
                    <a:pt x="374748" y="338287"/>
                  </a:lnTo>
                  <a:lnTo>
                    <a:pt x="377948" y="339516"/>
                  </a:lnTo>
                  <a:lnTo>
                    <a:pt x="380824" y="341184"/>
                  </a:lnTo>
                  <a:lnTo>
                    <a:pt x="384905" y="338287"/>
                  </a:lnTo>
                  <a:lnTo>
                    <a:pt x="386342" y="333501"/>
                  </a:lnTo>
                  <a:lnTo>
                    <a:pt x="389543" y="333501"/>
                  </a:lnTo>
                  <a:lnTo>
                    <a:pt x="386342" y="341184"/>
                  </a:lnTo>
                  <a:lnTo>
                    <a:pt x="381705" y="343642"/>
                  </a:lnTo>
                  <a:lnTo>
                    <a:pt x="380267" y="348866"/>
                  </a:lnTo>
                  <a:lnTo>
                    <a:pt x="388661" y="349393"/>
                  </a:lnTo>
                  <a:lnTo>
                    <a:pt x="392140" y="346101"/>
                  </a:lnTo>
                  <a:lnTo>
                    <a:pt x="397659" y="343642"/>
                  </a:lnTo>
                  <a:cubicBezTo>
                    <a:pt x="398261" y="339472"/>
                    <a:pt x="406053" y="335389"/>
                    <a:pt x="406053" y="335389"/>
                  </a:cubicBezTo>
                  <a:cubicBezTo>
                    <a:pt x="401693" y="337584"/>
                    <a:pt x="400859" y="343642"/>
                    <a:pt x="400859" y="343642"/>
                  </a:cubicBezTo>
                  <a:lnTo>
                    <a:pt x="398540" y="347769"/>
                  </a:lnTo>
                  <a:cubicBezTo>
                    <a:pt x="393902" y="347242"/>
                    <a:pt x="389821" y="353476"/>
                    <a:pt x="389821" y="353476"/>
                  </a:cubicBezTo>
                  <a:lnTo>
                    <a:pt x="390377" y="359315"/>
                  </a:lnTo>
                  <a:lnTo>
                    <a:pt x="396777" y="356593"/>
                  </a:lnTo>
                  <a:lnTo>
                    <a:pt x="391583" y="361510"/>
                  </a:lnTo>
                  <a:lnTo>
                    <a:pt x="392140" y="364539"/>
                  </a:lnTo>
                  <a:lnTo>
                    <a:pt x="400859" y="358788"/>
                  </a:lnTo>
                  <a:lnTo>
                    <a:pt x="400859" y="361510"/>
                  </a:lnTo>
                  <a:lnTo>
                    <a:pt x="395943" y="364802"/>
                  </a:lnTo>
                  <a:lnTo>
                    <a:pt x="393624" y="366997"/>
                  </a:lnTo>
                  <a:lnTo>
                    <a:pt x="397380" y="369456"/>
                  </a:lnTo>
                  <a:lnTo>
                    <a:pt x="401462" y="367524"/>
                  </a:lnTo>
                  <a:lnTo>
                    <a:pt x="404662" y="367524"/>
                  </a:lnTo>
                  <a:lnTo>
                    <a:pt x="399746" y="371387"/>
                  </a:lnTo>
                  <a:lnTo>
                    <a:pt x="398308" y="374109"/>
                  </a:lnTo>
                  <a:lnTo>
                    <a:pt x="401183" y="377972"/>
                  </a:lnTo>
                  <a:lnTo>
                    <a:pt x="404940" y="380431"/>
                  </a:lnTo>
                  <a:lnTo>
                    <a:pt x="405218" y="377402"/>
                  </a:lnTo>
                  <a:lnTo>
                    <a:pt x="407815" y="377138"/>
                  </a:lnTo>
                  <a:lnTo>
                    <a:pt x="409856" y="376875"/>
                  </a:lnTo>
                  <a:lnTo>
                    <a:pt x="408696" y="381528"/>
                  </a:lnTo>
                  <a:lnTo>
                    <a:pt x="410459" y="382626"/>
                  </a:lnTo>
                  <a:lnTo>
                    <a:pt x="413659" y="377402"/>
                  </a:lnTo>
                  <a:lnTo>
                    <a:pt x="414540" y="382055"/>
                  </a:lnTo>
                  <a:lnTo>
                    <a:pt x="416859" y="387279"/>
                  </a:lnTo>
                  <a:lnTo>
                    <a:pt x="419734" y="387279"/>
                  </a:lnTo>
                  <a:lnTo>
                    <a:pt x="420291" y="383723"/>
                  </a:lnTo>
                  <a:lnTo>
                    <a:pt x="422331" y="382055"/>
                  </a:lnTo>
                  <a:lnTo>
                    <a:pt x="420569" y="378499"/>
                  </a:lnTo>
                  <a:lnTo>
                    <a:pt x="422888" y="374943"/>
                  </a:lnTo>
                  <a:lnTo>
                    <a:pt x="423166" y="371387"/>
                  </a:lnTo>
                  <a:lnTo>
                    <a:pt x="420847" y="368358"/>
                  </a:lnTo>
                  <a:lnTo>
                    <a:pt x="419409" y="364495"/>
                  </a:lnTo>
                  <a:lnTo>
                    <a:pt x="422285" y="364495"/>
                  </a:lnTo>
                  <a:lnTo>
                    <a:pt x="422285" y="361466"/>
                  </a:lnTo>
                  <a:lnTo>
                    <a:pt x="417647" y="361466"/>
                  </a:lnTo>
                  <a:lnTo>
                    <a:pt x="417647" y="358173"/>
                  </a:lnTo>
                  <a:lnTo>
                    <a:pt x="421404" y="357646"/>
                  </a:lnTo>
                  <a:lnTo>
                    <a:pt x="416488" y="352554"/>
                  </a:lnTo>
                  <a:lnTo>
                    <a:pt x="420569" y="352554"/>
                  </a:lnTo>
                  <a:lnTo>
                    <a:pt x="424047" y="357646"/>
                  </a:lnTo>
                  <a:lnTo>
                    <a:pt x="426088" y="361510"/>
                  </a:lnTo>
                  <a:lnTo>
                    <a:pt x="433044" y="361510"/>
                  </a:lnTo>
                  <a:lnTo>
                    <a:pt x="435085" y="359315"/>
                  </a:lnTo>
                  <a:lnTo>
                    <a:pt x="434807" y="356022"/>
                  </a:lnTo>
                  <a:lnTo>
                    <a:pt x="440326" y="356022"/>
                  </a:lnTo>
                  <a:lnTo>
                    <a:pt x="438563" y="352598"/>
                  </a:lnTo>
                  <a:lnTo>
                    <a:pt x="435688" y="347506"/>
                  </a:lnTo>
                  <a:lnTo>
                    <a:pt x="429613" y="347506"/>
                  </a:lnTo>
                  <a:lnTo>
                    <a:pt x="429613" y="346145"/>
                  </a:lnTo>
                  <a:lnTo>
                    <a:pt x="433694" y="346145"/>
                  </a:lnTo>
                  <a:lnTo>
                    <a:pt x="439491" y="347506"/>
                  </a:lnTo>
                  <a:lnTo>
                    <a:pt x="443247" y="347506"/>
                  </a:lnTo>
                  <a:lnTo>
                    <a:pt x="442691" y="343642"/>
                  </a:lnTo>
                  <a:lnTo>
                    <a:pt x="436894" y="341184"/>
                  </a:lnTo>
                  <a:lnTo>
                    <a:pt x="431097" y="338287"/>
                  </a:lnTo>
                  <a:lnTo>
                    <a:pt x="431375" y="335389"/>
                  </a:lnTo>
                  <a:lnTo>
                    <a:pt x="438888" y="341140"/>
                  </a:lnTo>
                  <a:lnTo>
                    <a:pt x="442366" y="338243"/>
                  </a:lnTo>
                  <a:lnTo>
                    <a:pt x="435131" y="333150"/>
                  </a:lnTo>
                  <a:lnTo>
                    <a:pt x="439213" y="332053"/>
                  </a:lnTo>
                  <a:lnTo>
                    <a:pt x="445891" y="336970"/>
                  </a:lnTo>
                  <a:lnTo>
                    <a:pt x="452291" y="335301"/>
                  </a:lnTo>
                  <a:lnTo>
                    <a:pt x="452291" y="333106"/>
                  </a:lnTo>
                  <a:lnTo>
                    <a:pt x="447097" y="333106"/>
                  </a:lnTo>
                  <a:lnTo>
                    <a:pt x="445334" y="329243"/>
                  </a:lnTo>
                  <a:lnTo>
                    <a:pt x="450529" y="329243"/>
                  </a:lnTo>
                  <a:lnTo>
                    <a:pt x="447329" y="325380"/>
                  </a:lnTo>
                  <a:lnTo>
                    <a:pt x="442969" y="324546"/>
                  </a:lnTo>
                  <a:lnTo>
                    <a:pt x="442413" y="323185"/>
                  </a:lnTo>
                  <a:lnTo>
                    <a:pt x="446494" y="322351"/>
                  </a:lnTo>
                  <a:lnTo>
                    <a:pt x="452569" y="327838"/>
                  </a:lnTo>
                  <a:lnTo>
                    <a:pt x="457207" y="322351"/>
                  </a:lnTo>
                  <a:lnTo>
                    <a:pt x="452569" y="317697"/>
                  </a:lnTo>
                  <a:lnTo>
                    <a:pt x="446169" y="316600"/>
                  </a:lnTo>
                  <a:lnTo>
                    <a:pt x="448488" y="314668"/>
                  </a:lnTo>
                  <a:lnTo>
                    <a:pt x="442969" y="311376"/>
                  </a:lnTo>
                  <a:lnTo>
                    <a:pt x="444407" y="308347"/>
                  </a:lnTo>
                  <a:lnTo>
                    <a:pt x="439769" y="308873"/>
                  </a:lnTo>
                  <a:lnTo>
                    <a:pt x="439769" y="312429"/>
                  </a:lnTo>
                  <a:lnTo>
                    <a:pt x="435688" y="315985"/>
                  </a:lnTo>
                  <a:lnTo>
                    <a:pt x="435688" y="311068"/>
                  </a:lnTo>
                  <a:lnTo>
                    <a:pt x="433091" y="311595"/>
                  </a:lnTo>
                  <a:lnTo>
                    <a:pt x="433091" y="318444"/>
                  </a:lnTo>
                  <a:lnTo>
                    <a:pt x="430772" y="320902"/>
                  </a:lnTo>
                  <a:lnTo>
                    <a:pt x="430772" y="311025"/>
                  </a:lnTo>
                  <a:lnTo>
                    <a:pt x="428453" y="307469"/>
                  </a:lnTo>
                  <a:lnTo>
                    <a:pt x="426412" y="308566"/>
                  </a:lnTo>
                  <a:lnTo>
                    <a:pt x="427850" y="311595"/>
                  </a:lnTo>
                  <a:lnTo>
                    <a:pt x="425253" y="312429"/>
                  </a:lnTo>
                  <a:lnTo>
                    <a:pt x="424094" y="316819"/>
                  </a:lnTo>
                  <a:lnTo>
                    <a:pt x="421218" y="322307"/>
                  </a:lnTo>
                  <a:lnTo>
                    <a:pt x="421218" y="315195"/>
                  </a:lnTo>
                  <a:lnTo>
                    <a:pt x="419178" y="315195"/>
                  </a:lnTo>
                  <a:lnTo>
                    <a:pt x="423259" y="311068"/>
                  </a:lnTo>
                  <a:lnTo>
                    <a:pt x="423537" y="306152"/>
                  </a:lnTo>
                  <a:lnTo>
                    <a:pt x="427896" y="303693"/>
                  </a:lnTo>
                  <a:lnTo>
                    <a:pt x="430772" y="296845"/>
                  </a:lnTo>
                  <a:lnTo>
                    <a:pt x="426134" y="296582"/>
                  </a:lnTo>
                  <a:lnTo>
                    <a:pt x="422934" y="298513"/>
                  </a:lnTo>
                  <a:lnTo>
                    <a:pt x="421497" y="295221"/>
                  </a:lnTo>
                  <a:lnTo>
                    <a:pt x="418018" y="294694"/>
                  </a:lnTo>
                  <a:lnTo>
                    <a:pt x="417740" y="297723"/>
                  </a:lnTo>
                  <a:lnTo>
                    <a:pt x="421497" y="300445"/>
                  </a:lnTo>
                  <a:lnTo>
                    <a:pt x="421497" y="304001"/>
                  </a:lnTo>
                  <a:lnTo>
                    <a:pt x="418621" y="305669"/>
                  </a:lnTo>
                  <a:lnTo>
                    <a:pt x="418621" y="302113"/>
                  </a:lnTo>
                  <a:lnTo>
                    <a:pt x="412221" y="302113"/>
                  </a:lnTo>
                  <a:lnTo>
                    <a:pt x="412221" y="299391"/>
                  </a:lnTo>
                  <a:lnTo>
                    <a:pt x="406702" y="300752"/>
                  </a:lnTo>
                  <a:lnTo>
                    <a:pt x="406702" y="302947"/>
                  </a:lnTo>
                  <a:lnTo>
                    <a:pt x="409902" y="304308"/>
                  </a:lnTo>
                  <a:lnTo>
                    <a:pt x="404383" y="307030"/>
                  </a:lnTo>
                  <a:lnTo>
                    <a:pt x="399746" y="309488"/>
                  </a:lnTo>
                  <a:lnTo>
                    <a:pt x="404940" y="301806"/>
                  </a:lnTo>
                  <a:lnTo>
                    <a:pt x="401462" y="301806"/>
                  </a:lnTo>
                  <a:lnTo>
                    <a:pt x="400302" y="300445"/>
                  </a:lnTo>
                  <a:lnTo>
                    <a:pt x="404662" y="298513"/>
                  </a:lnTo>
                  <a:lnTo>
                    <a:pt x="401183" y="296845"/>
                  </a:lnTo>
                  <a:lnTo>
                    <a:pt x="413937" y="296845"/>
                  </a:lnTo>
                  <a:cubicBezTo>
                    <a:pt x="413937" y="296845"/>
                    <a:pt x="412499" y="293289"/>
                    <a:pt x="411340" y="293289"/>
                  </a:cubicBezTo>
                  <a:cubicBezTo>
                    <a:pt x="410180" y="293289"/>
                    <a:pt x="409902" y="289997"/>
                    <a:pt x="409902" y="289997"/>
                  </a:cubicBezTo>
                  <a:lnTo>
                    <a:pt x="416302" y="289997"/>
                  </a:lnTo>
                  <a:lnTo>
                    <a:pt x="414540" y="286967"/>
                  </a:lnTo>
                  <a:lnTo>
                    <a:pt x="409346" y="286967"/>
                  </a:lnTo>
                  <a:lnTo>
                    <a:pt x="409346" y="283412"/>
                  </a:lnTo>
                  <a:lnTo>
                    <a:pt x="406470" y="282314"/>
                  </a:lnTo>
                  <a:lnTo>
                    <a:pt x="405311" y="278758"/>
                  </a:lnTo>
                  <a:lnTo>
                    <a:pt x="400812" y="277661"/>
                  </a:lnTo>
                  <a:lnTo>
                    <a:pt x="399235" y="280953"/>
                  </a:lnTo>
                  <a:lnTo>
                    <a:pt x="396360" y="280953"/>
                  </a:lnTo>
                  <a:lnTo>
                    <a:pt x="394598" y="277397"/>
                  </a:lnTo>
                  <a:cubicBezTo>
                    <a:pt x="394598" y="277397"/>
                    <a:pt x="402714" y="270812"/>
                    <a:pt x="400395" y="268617"/>
                  </a:cubicBezTo>
                  <a:cubicBezTo>
                    <a:pt x="398076" y="266422"/>
                    <a:pt x="391676" y="273534"/>
                    <a:pt x="391676" y="273534"/>
                  </a:cubicBezTo>
                  <a:lnTo>
                    <a:pt x="389635" y="279856"/>
                  </a:lnTo>
                  <a:lnTo>
                    <a:pt x="389635" y="282314"/>
                  </a:lnTo>
                  <a:lnTo>
                    <a:pt x="386435" y="279592"/>
                  </a:lnTo>
                  <a:lnTo>
                    <a:pt x="389635" y="275729"/>
                  </a:lnTo>
                  <a:lnTo>
                    <a:pt x="389635" y="270110"/>
                  </a:lnTo>
                  <a:lnTo>
                    <a:pt x="385554" y="270110"/>
                  </a:lnTo>
                  <a:lnTo>
                    <a:pt x="383514" y="275729"/>
                  </a:lnTo>
                  <a:lnTo>
                    <a:pt x="382076" y="283675"/>
                  </a:lnTo>
                  <a:lnTo>
                    <a:pt x="380313" y="286967"/>
                  </a:lnTo>
                  <a:lnTo>
                    <a:pt x="380313" y="282314"/>
                  </a:lnTo>
                  <a:lnTo>
                    <a:pt x="382076" y="273271"/>
                  </a:lnTo>
                  <a:lnTo>
                    <a:pt x="379479" y="271602"/>
                  </a:lnTo>
                  <a:lnTo>
                    <a:pt x="377438" y="277353"/>
                  </a:lnTo>
                  <a:lnTo>
                    <a:pt x="370760" y="278451"/>
                  </a:lnTo>
                  <a:lnTo>
                    <a:pt x="370760" y="274324"/>
                  </a:lnTo>
                  <a:lnTo>
                    <a:pt x="373635" y="274324"/>
                  </a:lnTo>
                  <a:lnTo>
                    <a:pt x="374192" y="272173"/>
                  </a:lnTo>
                  <a:lnTo>
                    <a:pt x="377392" y="268837"/>
                  </a:lnTo>
                  <a:lnTo>
                    <a:pt x="373635" y="267168"/>
                  </a:lnTo>
                  <a:lnTo>
                    <a:pt x="375954" y="264139"/>
                  </a:lnTo>
                  <a:lnTo>
                    <a:pt x="377392" y="260583"/>
                  </a:lnTo>
                  <a:lnTo>
                    <a:pt x="371595" y="264447"/>
                  </a:lnTo>
                  <a:cubicBezTo>
                    <a:pt x="371595" y="264447"/>
                    <a:pt x="369693" y="268178"/>
                    <a:pt x="368951" y="270461"/>
                  </a:cubicBezTo>
                  <a:cubicBezTo>
                    <a:pt x="368951" y="268398"/>
                    <a:pt x="368719" y="265281"/>
                    <a:pt x="368719" y="265281"/>
                  </a:cubicBezTo>
                  <a:lnTo>
                    <a:pt x="364638" y="270110"/>
                  </a:lnTo>
                  <a:lnTo>
                    <a:pt x="364081" y="267783"/>
                  </a:lnTo>
                  <a:lnTo>
                    <a:pt x="368719" y="262296"/>
                  </a:lnTo>
                  <a:lnTo>
                    <a:pt x="365519" y="259266"/>
                  </a:lnTo>
                  <a:lnTo>
                    <a:pt x="358841" y="262296"/>
                  </a:lnTo>
                  <a:lnTo>
                    <a:pt x="364360" y="256808"/>
                  </a:lnTo>
                  <a:cubicBezTo>
                    <a:pt x="359444" y="255974"/>
                    <a:pt x="356847" y="259266"/>
                    <a:pt x="356847" y="259266"/>
                  </a:cubicBezTo>
                  <a:cubicBezTo>
                    <a:pt x="356847" y="259266"/>
                    <a:pt x="351931" y="257905"/>
                    <a:pt x="351049" y="257905"/>
                  </a:cubicBezTo>
                  <a:cubicBezTo>
                    <a:pt x="350168" y="257905"/>
                    <a:pt x="358563" y="254306"/>
                    <a:pt x="358563" y="254306"/>
                  </a:cubicBezTo>
                  <a:cubicBezTo>
                    <a:pt x="365797" y="256764"/>
                    <a:pt x="368719" y="251847"/>
                    <a:pt x="368719" y="251847"/>
                  </a:cubicBezTo>
                  <a:lnTo>
                    <a:pt x="356847" y="250486"/>
                  </a:lnTo>
                  <a:lnTo>
                    <a:pt x="358284" y="250486"/>
                  </a:lnTo>
                  <a:lnTo>
                    <a:pt x="354528" y="248028"/>
                  </a:lnTo>
                  <a:lnTo>
                    <a:pt x="349612" y="250486"/>
                  </a:lnTo>
                  <a:lnTo>
                    <a:pt x="347015" y="248818"/>
                  </a:lnTo>
                  <a:lnTo>
                    <a:pt x="341496" y="246360"/>
                  </a:lnTo>
                  <a:lnTo>
                    <a:pt x="338017" y="244428"/>
                  </a:lnTo>
                  <a:lnTo>
                    <a:pt x="346412" y="244428"/>
                  </a:lnTo>
                  <a:lnTo>
                    <a:pt x="346690" y="241706"/>
                  </a:lnTo>
                  <a:lnTo>
                    <a:pt x="333658" y="239248"/>
                  </a:lnTo>
                  <a:lnTo>
                    <a:pt x="329020" y="236790"/>
                  </a:lnTo>
                  <a:lnTo>
                    <a:pt x="328742" y="234595"/>
                  </a:lnTo>
                  <a:lnTo>
                    <a:pt x="341217" y="238150"/>
                  </a:lnTo>
                  <a:lnTo>
                    <a:pt x="340661" y="235955"/>
                  </a:lnTo>
                  <a:lnTo>
                    <a:pt x="350493" y="241706"/>
                  </a:lnTo>
                  <a:lnTo>
                    <a:pt x="352812" y="241706"/>
                  </a:lnTo>
                  <a:lnTo>
                    <a:pt x="343815" y="235385"/>
                  </a:lnTo>
                  <a:lnTo>
                    <a:pt x="349009" y="235385"/>
                  </a:lnTo>
                  <a:lnTo>
                    <a:pt x="349009" y="232926"/>
                  </a:lnTo>
                  <a:lnTo>
                    <a:pt x="343490" y="229063"/>
                  </a:lnTo>
                  <a:cubicBezTo>
                    <a:pt x="353322" y="232926"/>
                    <a:pt x="353647" y="227702"/>
                    <a:pt x="353647" y="227702"/>
                  </a:cubicBezTo>
                  <a:cubicBezTo>
                    <a:pt x="342609" y="218088"/>
                    <a:pt x="333658" y="229063"/>
                    <a:pt x="333658" y="229063"/>
                  </a:cubicBezTo>
                  <a:lnTo>
                    <a:pt x="333658" y="225200"/>
                  </a:lnTo>
                  <a:lnTo>
                    <a:pt x="337739" y="222171"/>
                  </a:lnTo>
                  <a:lnTo>
                    <a:pt x="333982" y="219712"/>
                  </a:lnTo>
                  <a:lnTo>
                    <a:pt x="347015" y="222171"/>
                  </a:lnTo>
                  <a:lnTo>
                    <a:pt x="346133" y="218308"/>
                  </a:lnTo>
                  <a:lnTo>
                    <a:pt x="334539" y="216947"/>
                  </a:lnTo>
                  <a:lnTo>
                    <a:pt x="327304" y="218878"/>
                  </a:lnTo>
                  <a:lnTo>
                    <a:pt x="334261" y="214225"/>
                  </a:lnTo>
                  <a:lnTo>
                    <a:pt x="347015" y="216683"/>
                  </a:lnTo>
                  <a:lnTo>
                    <a:pt x="355409" y="222171"/>
                  </a:lnTo>
                  <a:lnTo>
                    <a:pt x="368765" y="222171"/>
                  </a:lnTo>
                  <a:lnTo>
                    <a:pt x="368765" y="216113"/>
                  </a:lnTo>
                  <a:cubicBezTo>
                    <a:pt x="362087" y="207069"/>
                    <a:pt x="351374" y="209001"/>
                    <a:pt x="351374" y="209001"/>
                  </a:cubicBezTo>
                  <a:lnTo>
                    <a:pt x="339501" y="204347"/>
                  </a:lnTo>
                  <a:lnTo>
                    <a:pt x="333704" y="207377"/>
                  </a:lnTo>
                  <a:lnTo>
                    <a:pt x="320348" y="209045"/>
                  </a:lnTo>
                  <a:lnTo>
                    <a:pt x="317472" y="207684"/>
                  </a:lnTo>
                  <a:lnTo>
                    <a:pt x="321553" y="205752"/>
                  </a:lnTo>
                  <a:lnTo>
                    <a:pt x="330551" y="205752"/>
                  </a:lnTo>
                  <a:lnTo>
                    <a:pt x="338064" y="201889"/>
                  </a:lnTo>
                  <a:lnTo>
                    <a:pt x="343583" y="201362"/>
                  </a:lnTo>
                  <a:cubicBezTo>
                    <a:pt x="345623" y="193680"/>
                    <a:pt x="356336" y="197806"/>
                    <a:pt x="356336" y="197806"/>
                  </a:cubicBezTo>
                  <a:lnTo>
                    <a:pt x="363849" y="199738"/>
                  </a:lnTo>
                  <a:cubicBezTo>
                    <a:pt x="364406" y="184636"/>
                    <a:pt x="347617" y="172300"/>
                    <a:pt x="347617" y="172300"/>
                  </a:cubicBezTo>
                  <a:lnTo>
                    <a:pt x="343258" y="178885"/>
                  </a:lnTo>
                  <a:lnTo>
                    <a:pt x="346133" y="180817"/>
                  </a:lnTo>
                  <a:lnTo>
                    <a:pt x="340939" y="183846"/>
                  </a:lnTo>
                  <a:lnTo>
                    <a:pt x="338899" y="188499"/>
                  </a:lnTo>
                  <a:lnTo>
                    <a:pt x="333380" y="190694"/>
                  </a:lnTo>
                  <a:lnTo>
                    <a:pt x="329298" y="196753"/>
                  </a:lnTo>
                  <a:lnTo>
                    <a:pt x="321785" y="197587"/>
                  </a:lnTo>
                  <a:lnTo>
                    <a:pt x="316869" y="203338"/>
                  </a:lnTo>
                  <a:lnTo>
                    <a:pt x="320626" y="194031"/>
                  </a:lnTo>
                  <a:lnTo>
                    <a:pt x="326145" y="194031"/>
                  </a:lnTo>
                  <a:lnTo>
                    <a:pt x="331664" y="187973"/>
                  </a:lnTo>
                  <a:lnTo>
                    <a:pt x="336023" y="184109"/>
                  </a:lnTo>
                  <a:lnTo>
                    <a:pt x="339223" y="177261"/>
                  </a:lnTo>
                  <a:cubicBezTo>
                    <a:pt x="321553" y="176427"/>
                    <a:pt x="320672" y="184109"/>
                    <a:pt x="320672" y="184109"/>
                  </a:cubicBezTo>
                  <a:lnTo>
                    <a:pt x="322110" y="187973"/>
                  </a:lnTo>
                  <a:lnTo>
                    <a:pt x="315432" y="190694"/>
                  </a:lnTo>
                  <a:lnTo>
                    <a:pt x="312232" y="192055"/>
                  </a:lnTo>
                  <a:lnTo>
                    <a:pt x="318910" y="185207"/>
                  </a:lnTo>
                  <a:lnTo>
                    <a:pt x="315153" y="185207"/>
                  </a:lnTo>
                  <a:lnTo>
                    <a:pt x="319791" y="181914"/>
                  </a:lnTo>
                  <a:lnTo>
                    <a:pt x="327304" y="174232"/>
                  </a:lnTo>
                  <a:lnTo>
                    <a:pt x="337461" y="172037"/>
                  </a:lnTo>
                  <a:lnTo>
                    <a:pt x="339223" y="167384"/>
                  </a:lnTo>
                  <a:lnTo>
                    <a:pt x="341820" y="169842"/>
                  </a:lnTo>
                  <a:lnTo>
                    <a:pt x="344696" y="163784"/>
                  </a:lnTo>
                  <a:lnTo>
                    <a:pt x="335977" y="156101"/>
                  </a:lnTo>
                  <a:lnTo>
                    <a:pt x="331061" y="160228"/>
                  </a:lnTo>
                  <a:lnTo>
                    <a:pt x="325542" y="165145"/>
                  </a:lnTo>
                  <a:lnTo>
                    <a:pt x="318585" y="168174"/>
                  </a:lnTo>
                  <a:lnTo>
                    <a:pt x="310748" y="171730"/>
                  </a:lnTo>
                  <a:lnTo>
                    <a:pt x="308150" y="174759"/>
                  </a:lnTo>
                  <a:lnTo>
                    <a:pt x="307594" y="172300"/>
                  </a:lnTo>
                  <a:lnTo>
                    <a:pt x="316916" y="166286"/>
                  </a:lnTo>
                  <a:lnTo>
                    <a:pt x="319467" y="164618"/>
                  </a:lnTo>
                  <a:lnTo>
                    <a:pt x="325866" y="161896"/>
                  </a:lnTo>
                  <a:lnTo>
                    <a:pt x="332823" y="155574"/>
                  </a:lnTo>
                  <a:lnTo>
                    <a:pt x="331061" y="153906"/>
                  </a:lnTo>
                  <a:lnTo>
                    <a:pt x="325542" y="150877"/>
                  </a:lnTo>
                  <a:lnTo>
                    <a:pt x="323501" y="154170"/>
                  </a:lnTo>
                  <a:lnTo>
                    <a:pt x="317101" y="158823"/>
                  </a:lnTo>
                  <a:lnTo>
                    <a:pt x="312742" y="160184"/>
                  </a:lnTo>
                  <a:lnTo>
                    <a:pt x="312742" y="162906"/>
                  </a:lnTo>
                  <a:lnTo>
                    <a:pt x="308985" y="163433"/>
                  </a:lnTo>
                  <a:lnTo>
                    <a:pt x="308707" y="160140"/>
                  </a:lnTo>
                  <a:lnTo>
                    <a:pt x="315385" y="156277"/>
                  </a:lnTo>
                  <a:lnTo>
                    <a:pt x="320580" y="148594"/>
                  </a:lnTo>
                  <a:lnTo>
                    <a:pt x="317982" y="147760"/>
                  </a:lnTo>
                  <a:lnTo>
                    <a:pt x="301472" y="158999"/>
                  </a:lnTo>
                  <a:lnTo>
                    <a:pt x="300313" y="165847"/>
                  </a:lnTo>
                  <a:lnTo>
                    <a:pt x="298550" y="173530"/>
                  </a:lnTo>
                  <a:lnTo>
                    <a:pt x="295953" y="183144"/>
                  </a:lnTo>
                  <a:lnTo>
                    <a:pt x="292753" y="185075"/>
                  </a:lnTo>
                  <a:lnTo>
                    <a:pt x="296510" y="174364"/>
                  </a:lnTo>
                  <a:lnTo>
                    <a:pt x="297066" y="167252"/>
                  </a:lnTo>
                  <a:lnTo>
                    <a:pt x="297947" y="162028"/>
                  </a:lnTo>
                  <a:lnTo>
                    <a:pt x="293031" y="162555"/>
                  </a:lnTo>
                  <a:lnTo>
                    <a:pt x="290713" y="168613"/>
                  </a:lnTo>
                  <a:lnTo>
                    <a:pt x="288950" y="174364"/>
                  </a:lnTo>
                  <a:lnTo>
                    <a:pt x="288394" y="169447"/>
                  </a:lnTo>
                  <a:lnTo>
                    <a:pt x="286075" y="166725"/>
                  </a:lnTo>
                  <a:cubicBezTo>
                    <a:pt x="290713" y="167252"/>
                    <a:pt x="292475" y="159043"/>
                    <a:pt x="292475" y="159043"/>
                  </a:cubicBezTo>
                  <a:cubicBezTo>
                    <a:pt x="295953" y="160403"/>
                    <a:pt x="302307" y="155487"/>
                    <a:pt x="306110" y="151623"/>
                  </a:cubicBezTo>
                  <a:cubicBezTo>
                    <a:pt x="309913" y="147760"/>
                    <a:pt x="310469" y="138453"/>
                    <a:pt x="306110" y="137093"/>
                  </a:cubicBezTo>
                  <a:cubicBezTo>
                    <a:pt x="301750" y="135732"/>
                    <a:pt x="296834" y="143678"/>
                    <a:pt x="296834" y="143678"/>
                  </a:cubicBezTo>
                  <a:lnTo>
                    <a:pt x="299014" y="148068"/>
                  </a:lnTo>
                  <a:lnTo>
                    <a:pt x="291362" y="149165"/>
                  </a:lnTo>
                  <a:lnTo>
                    <a:pt x="287002" y="152721"/>
                  </a:lnTo>
                  <a:lnTo>
                    <a:pt x="278608" y="159043"/>
                  </a:lnTo>
                  <a:lnTo>
                    <a:pt x="281808" y="151097"/>
                  </a:lnTo>
                  <a:lnTo>
                    <a:pt x="281252" y="148375"/>
                  </a:lnTo>
                  <a:lnTo>
                    <a:pt x="276614" y="151097"/>
                  </a:lnTo>
                  <a:lnTo>
                    <a:pt x="274295" y="149428"/>
                  </a:lnTo>
                  <a:lnTo>
                    <a:pt x="280370" y="144204"/>
                  </a:lnTo>
                  <a:lnTo>
                    <a:pt x="281808" y="137619"/>
                  </a:lnTo>
                  <a:lnTo>
                    <a:pt x="295443" y="137619"/>
                  </a:lnTo>
                  <a:cubicBezTo>
                    <a:pt x="302400" y="131868"/>
                    <a:pt x="297205" y="126118"/>
                    <a:pt x="297205" y="126118"/>
                  </a:cubicBezTo>
                  <a:cubicBezTo>
                    <a:pt x="288811" y="112684"/>
                    <a:pt x="277217" y="111850"/>
                    <a:pt x="277217" y="111850"/>
                  </a:cubicBezTo>
                  <a:lnTo>
                    <a:pt x="275454" y="115713"/>
                  </a:lnTo>
                  <a:lnTo>
                    <a:pt x="274017" y="114352"/>
                  </a:lnTo>
                  <a:lnTo>
                    <a:pt x="275454" y="110489"/>
                  </a:lnTo>
                  <a:lnTo>
                    <a:pt x="271698" y="110489"/>
                  </a:lnTo>
                  <a:lnTo>
                    <a:pt x="269936" y="112684"/>
                  </a:lnTo>
                  <a:lnTo>
                    <a:pt x="270817" y="116240"/>
                  </a:lnTo>
                  <a:lnTo>
                    <a:pt x="275454" y="117338"/>
                  </a:lnTo>
                  <a:lnTo>
                    <a:pt x="273692" y="118435"/>
                  </a:lnTo>
                  <a:lnTo>
                    <a:pt x="273692" y="122298"/>
                  </a:lnTo>
                  <a:lnTo>
                    <a:pt x="271095" y="122825"/>
                  </a:lnTo>
                  <a:lnTo>
                    <a:pt x="271095" y="118698"/>
                  </a:lnTo>
                  <a:lnTo>
                    <a:pt x="268730" y="120367"/>
                  </a:lnTo>
                  <a:close/>
                  <a:moveTo>
                    <a:pt x="28681" y="127742"/>
                  </a:moveTo>
                  <a:lnTo>
                    <a:pt x="23487" y="126074"/>
                  </a:lnTo>
                  <a:lnTo>
                    <a:pt x="26687" y="124405"/>
                  </a:lnTo>
                  <a:lnTo>
                    <a:pt x="28727" y="125239"/>
                  </a:lnTo>
                  <a:lnTo>
                    <a:pt x="28727" y="127698"/>
                  </a:lnTo>
                  <a:close/>
                  <a:moveTo>
                    <a:pt x="44913" y="29801"/>
                  </a:moveTo>
                  <a:lnTo>
                    <a:pt x="39719" y="24884"/>
                  </a:lnTo>
                  <a:lnTo>
                    <a:pt x="39719" y="19967"/>
                  </a:lnTo>
                  <a:lnTo>
                    <a:pt x="44913" y="26289"/>
                  </a:lnTo>
                  <a:lnTo>
                    <a:pt x="44913" y="29845"/>
                  </a:lnTo>
                  <a:close/>
                  <a:moveTo>
                    <a:pt x="37075" y="151623"/>
                  </a:moveTo>
                  <a:lnTo>
                    <a:pt x="35035" y="151623"/>
                  </a:lnTo>
                  <a:lnTo>
                    <a:pt x="35035" y="148594"/>
                  </a:lnTo>
                  <a:lnTo>
                    <a:pt x="40229" y="148594"/>
                  </a:lnTo>
                  <a:lnTo>
                    <a:pt x="37029" y="151623"/>
                  </a:lnTo>
                  <a:close/>
                  <a:moveTo>
                    <a:pt x="83453" y="143678"/>
                  </a:moveTo>
                  <a:lnTo>
                    <a:pt x="79650" y="145873"/>
                  </a:lnTo>
                  <a:lnTo>
                    <a:pt x="79650" y="138102"/>
                  </a:lnTo>
                  <a:lnTo>
                    <a:pt x="82293" y="138102"/>
                  </a:lnTo>
                  <a:lnTo>
                    <a:pt x="81412" y="132966"/>
                  </a:lnTo>
                  <a:lnTo>
                    <a:pt x="79650" y="133800"/>
                  </a:lnTo>
                  <a:cubicBezTo>
                    <a:pt x="79650" y="133800"/>
                    <a:pt x="76496" y="135732"/>
                    <a:pt x="71858" y="135468"/>
                  </a:cubicBezTo>
                  <a:lnTo>
                    <a:pt x="64252" y="138146"/>
                  </a:lnTo>
                  <a:lnTo>
                    <a:pt x="58502" y="141526"/>
                  </a:lnTo>
                  <a:lnTo>
                    <a:pt x="52148" y="143721"/>
                  </a:lnTo>
                  <a:lnTo>
                    <a:pt x="52148" y="141000"/>
                  </a:lnTo>
                  <a:lnTo>
                    <a:pt x="59661" y="138190"/>
                  </a:lnTo>
                  <a:lnTo>
                    <a:pt x="64206" y="134722"/>
                  </a:lnTo>
                  <a:lnTo>
                    <a:pt x="70096" y="132527"/>
                  </a:lnTo>
                  <a:lnTo>
                    <a:pt x="72693" y="132527"/>
                  </a:lnTo>
                  <a:lnTo>
                    <a:pt x="73852" y="131166"/>
                  </a:lnTo>
                  <a:cubicBezTo>
                    <a:pt x="73852" y="131166"/>
                    <a:pt x="79928" y="128005"/>
                    <a:pt x="83684" y="129322"/>
                  </a:cubicBezTo>
                  <a:cubicBezTo>
                    <a:pt x="87441" y="130639"/>
                    <a:pt x="83684" y="133668"/>
                    <a:pt x="83684" y="133668"/>
                  </a:cubicBezTo>
                  <a:lnTo>
                    <a:pt x="85354" y="138234"/>
                  </a:lnTo>
                  <a:lnTo>
                    <a:pt x="83406" y="143809"/>
                  </a:lnTo>
                  <a:close/>
                  <a:moveTo>
                    <a:pt x="147963" y="144599"/>
                  </a:moveTo>
                  <a:lnTo>
                    <a:pt x="149587" y="140078"/>
                  </a:lnTo>
                  <a:lnTo>
                    <a:pt x="151627" y="140078"/>
                  </a:lnTo>
                  <a:lnTo>
                    <a:pt x="151627" y="142536"/>
                  </a:lnTo>
                  <a:lnTo>
                    <a:pt x="148427" y="149121"/>
                  </a:lnTo>
                  <a:lnTo>
                    <a:pt x="144346" y="146663"/>
                  </a:lnTo>
                  <a:lnTo>
                    <a:pt x="147963" y="144599"/>
                  </a:lnTo>
                  <a:close/>
                  <a:moveTo>
                    <a:pt x="139384" y="97846"/>
                  </a:moveTo>
                  <a:lnTo>
                    <a:pt x="136786" y="96573"/>
                  </a:lnTo>
                  <a:lnTo>
                    <a:pt x="136786" y="99777"/>
                  </a:lnTo>
                  <a:lnTo>
                    <a:pt x="132891" y="98153"/>
                  </a:lnTo>
                  <a:lnTo>
                    <a:pt x="132891" y="93456"/>
                  </a:lnTo>
                  <a:lnTo>
                    <a:pt x="136786" y="93456"/>
                  </a:lnTo>
                  <a:lnTo>
                    <a:pt x="140868" y="95475"/>
                  </a:lnTo>
                  <a:lnTo>
                    <a:pt x="139430" y="97846"/>
                  </a:lnTo>
                  <a:close/>
                  <a:moveTo>
                    <a:pt x="162294" y="181256"/>
                  </a:moveTo>
                  <a:lnTo>
                    <a:pt x="157656" y="177129"/>
                  </a:lnTo>
                  <a:lnTo>
                    <a:pt x="157656" y="173003"/>
                  </a:lnTo>
                  <a:lnTo>
                    <a:pt x="162294" y="176032"/>
                  </a:lnTo>
                  <a:lnTo>
                    <a:pt x="162294" y="181256"/>
                  </a:lnTo>
                  <a:close/>
                  <a:moveTo>
                    <a:pt x="159697" y="161501"/>
                  </a:moveTo>
                  <a:lnTo>
                    <a:pt x="155940" y="158604"/>
                  </a:lnTo>
                  <a:lnTo>
                    <a:pt x="154781" y="161501"/>
                  </a:lnTo>
                  <a:lnTo>
                    <a:pt x="152740" y="161501"/>
                  </a:lnTo>
                  <a:lnTo>
                    <a:pt x="151303" y="157945"/>
                  </a:lnTo>
                  <a:lnTo>
                    <a:pt x="144346" y="157945"/>
                  </a:lnTo>
                  <a:lnTo>
                    <a:pt x="141749" y="155750"/>
                  </a:lnTo>
                  <a:lnTo>
                    <a:pt x="147824" y="157550"/>
                  </a:lnTo>
                  <a:lnTo>
                    <a:pt x="149865" y="153555"/>
                  </a:lnTo>
                  <a:lnTo>
                    <a:pt x="153204" y="156848"/>
                  </a:lnTo>
                  <a:lnTo>
                    <a:pt x="157981" y="155750"/>
                  </a:lnTo>
                  <a:lnTo>
                    <a:pt x="163175" y="158647"/>
                  </a:lnTo>
                  <a:lnTo>
                    <a:pt x="164613" y="161545"/>
                  </a:lnTo>
                  <a:lnTo>
                    <a:pt x="159697" y="161545"/>
                  </a:lnTo>
                  <a:close/>
                  <a:moveTo>
                    <a:pt x="168972" y="151623"/>
                  </a:moveTo>
                  <a:lnTo>
                    <a:pt x="166097" y="149955"/>
                  </a:lnTo>
                  <a:lnTo>
                    <a:pt x="166097" y="147497"/>
                  </a:lnTo>
                  <a:lnTo>
                    <a:pt x="169158" y="146399"/>
                  </a:lnTo>
                  <a:lnTo>
                    <a:pt x="172219" y="149560"/>
                  </a:lnTo>
                  <a:lnTo>
                    <a:pt x="169019" y="151623"/>
                  </a:lnTo>
                  <a:close/>
                  <a:moveTo>
                    <a:pt x="175651" y="161501"/>
                  </a:moveTo>
                  <a:lnTo>
                    <a:pt x="173332" y="158208"/>
                  </a:lnTo>
                  <a:lnTo>
                    <a:pt x="175790" y="154345"/>
                  </a:lnTo>
                  <a:lnTo>
                    <a:pt x="178248" y="159833"/>
                  </a:lnTo>
                  <a:lnTo>
                    <a:pt x="175651" y="161501"/>
                  </a:lnTo>
                  <a:close/>
                  <a:moveTo>
                    <a:pt x="178248" y="137619"/>
                  </a:moveTo>
                  <a:cubicBezTo>
                    <a:pt x="177088" y="136522"/>
                    <a:pt x="170410" y="137619"/>
                    <a:pt x="170410" y="137619"/>
                  </a:cubicBezTo>
                  <a:lnTo>
                    <a:pt x="167535" y="134590"/>
                  </a:lnTo>
                  <a:lnTo>
                    <a:pt x="170735" y="131561"/>
                  </a:lnTo>
                  <a:lnTo>
                    <a:pt x="175790" y="133229"/>
                  </a:lnTo>
                  <a:lnTo>
                    <a:pt x="184045" y="136127"/>
                  </a:lnTo>
                  <a:cubicBezTo>
                    <a:pt x="184045" y="136127"/>
                    <a:pt x="179407" y="138717"/>
                    <a:pt x="178248" y="137619"/>
                  </a:cubicBezTo>
                  <a:close/>
                  <a:moveTo>
                    <a:pt x="231582" y="208123"/>
                  </a:moveTo>
                  <a:lnTo>
                    <a:pt x="228613" y="212645"/>
                  </a:lnTo>
                  <a:lnTo>
                    <a:pt x="228613" y="205928"/>
                  </a:lnTo>
                  <a:lnTo>
                    <a:pt x="231582" y="201801"/>
                  </a:lnTo>
                  <a:lnTo>
                    <a:pt x="231582" y="208123"/>
                  </a:lnTo>
                  <a:close/>
                  <a:moveTo>
                    <a:pt x="231582" y="392240"/>
                  </a:moveTo>
                  <a:lnTo>
                    <a:pt x="228613" y="388113"/>
                  </a:lnTo>
                  <a:lnTo>
                    <a:pt x="226666" y="383987"/>
                  </a:lnTo>
                  <a:lnTo>
                    <a:pt x="230144" y="383987"/>
                  </a:lnTo>
                  <a:lnTo>
                    <a:pt x="233019" y="387279"/>
                  </a:lnTo>
                  <a:lnTo>
                    <a:pt x="231582" y="392196"/>
                  </a:lnTo>
                  <a:close/>
                  <a:moveTo>
                    <a:pt x="244938" y="396103"/>
                  </a:moveTo>
                  <a:lnTo>
                    <a:pt x="238863" y="392108"/>
                  </a:lnTo>
                  <a:lnTo>
                    <a:pt x="242341" y="392108"/>
                  </a:lnTo>
                  <a:lnTo>
                    <a:pt x="244938" y="388113"/>
                  </a:lnTo>
                  <a:lnTo>
                    <a:pt x="244938" y="396059"/>
                  </a:lnTo>
                  <a:close/>
                  <a:moveTo>
                    <a:pt x="288115" y="354398"/>
                  </a:moveTo>
                  <a:lnTo>
                    <a:pt x="288115" y="361510"/>
                  </a:lnTo>
                  <a:lnTo>
                    <a:pt x="283756" y="361510"/>
                  </a:lnTo>
                  <a:lnTo>
                    <a:pt x="288115" y="354398"/>
                  </a:lnTo>
                  <a:close/>
                  <a:moveTo>
                    <a:pt x="287791" y="364539"/>
                  </a:moveTo>
                  <a:lnTo>
                    <a:pt x="287791" y="368665"/>
                  </a:lnTo>
                  <a:lnTo>
                    <a:pt x="284312" y="368665"/>
                  </a:lnTo>
                  <a:lnTo>
                    <a:pt x="287791" y="364539"/>
                  </a:lnTo>
                  <a:close/>
                  <a:moveTo>
                    <a:pt x="284915" y="402117"/>
                  </a:moveTo>
                  <a:lnTo>
                    <a:pt x="279999" y="402117"/>
                  </a:lnTo>
                  <a:lnTo>
                    <a:pt x="282040" y="397464"/>
                  </a:lnTo>
                  <a:lnTo>
                    <a:pt x="284915" y="395269"/>
                  </a:lnTo>
                  <a:lnTo>
                    <a:pt x="286678" y="397464"/>
                  </a:lnTo>
                  <a:lnTo>
                    <a:pt x="284915" y="402117"/>
                  </a:lnTo>
                  <a:close/>
                  <a:moveTo>
                    <a:pt x="311582" y="397464"/>
                  </a:moveTo>
                  <a:lnTo>
                    <a:pt x="306388" y="397464"/>
                  </a:lnTo>
                  <a:lnTo>
                    <a:pt x="306388" y="392767"/>
                  </a:lnTo>
                  <a:lnTo>
                    <a:pt x="303513" y="390045"/>
                  </a:lnTo>
                  <a:lnTo>
                    <a:pt x="301194" y="394698"/>
                  </a:lnTo>
                  <a:cubicBezTo>
                    <a:pt x="301194" y="394698"/>
                    <a:pt x="298319" y="397157"/>
                    <a:pt x="294516" y="397464"/>
                  </a:cubicBezTo>
                  <a:cubicBezTo>
                    <a:pt x="290713" y="397771"/>
                    <a:pt x="289460" y="393601"/>
                    <a:pt x="289460" y="393601"/>
                  </a:cubicBezTo>
                  <a:lnTo>
                    <a:pt x="284405" y="387850"/>
                  </a:lnTo>
                  <a:lnTo>
                    <a:pt x="294562" y="387850"/>
                  </a:lnTo>
                  <a:lnTo>
                    <a:pt x="293124" y="383196"/>
                  </a:lnTo>
                  <a:lnTo>
                    <a:pt x="291362" y="370026"/>
                  </a:lnTo>
                  <a:lnTo>
                    <a:pt x="298226" y="377972"/>
                  </a:lnTo>
                  <a:lnTo>
                    <a:pt x="305553" y="381265"/>
                  </a:lnTo>
                  <a:cubicBezTo>
                    <a:pt x="305553" y="381265"/>
                    <a:pt x="310748" y="391406"/>
                    <a:pt x="311629" y="392240"/>
                  </a:cubicBezTo>
                  <a:cubicBezTo>
                    <a:pt x="312510" y="393074"/>
                    <a:pt x="311629" y="397464"/>
                    <a:pt x="311629" y="397464"/>
                  </a:cubicBezTo>
                  <a:close/>
                  <a:moveTo>
                    <a:pt x="348081" y="335433"/>
                  </a:moveTo>
                  <a:lnTo>
                    <a:pt x="350122" y="335433"/>
                  </a:lnTo>
                  <a:lnTo>
                    <a:pt x="350122" y="339560"/>
                  </a:lnTo>
                  <a:lnTo>
                    <a:pt x="346644" y="337496"/>
                  </a:lnTo>
                  <a:lnTo>
                    <a:pt x="348081" y="335433"/>
                  </a:lnTo>
                  <a:close/>
                  <a:moveTo>
                    <a:pt x="344325" y="343686"/>
                  </a:moveTo>
                  <a:lnTo>
                    <a:pt x="341449" y="341228"/>
                  </a:lnTo>
                  <a:lnTo>
                    <a:pt x="342609" y="338330"/>
                  </a:lnTo>
                  <a:lnTo>
                    <a:pt x="346690" y="341228"/>
                  </a:lnTo>
                  <a:lnTo>
                    <a:pt x="344371" y="343686"/>
                  </a:lnTo>
                  <a:close/>
                  <a:moveTo>
                    <a:pt x="336487" y="320331"/>
                  </a:moveTo>
                  <a:lnTo>
                    <a:pt x="342887" y="323887"/>
                  </a:lnTo>
                  <a:lnTo>
                    <a:pt x="342887" y="326609"/>
                  </a:lnTo>
                  <a:lnTo>
                    <a:pt x="334168" y="322219"/>
                  </a:lnTo>
                  <a:lnTo>
                    <a:pt x="336487" y="320288"/>
                  </a:lnTo>
                  <a:close/>
                  <a:moveTo>
                    <a:pt x="290713" y="252462"/>
                  </a:moveTo>
                  <a:lnTo>
                    <a:pt x="293913" y="249828"/>
                  </a:lnTo>
                  <a:lnTo>
                    <a:pt x="297113" y="246799"/>
                  </a:lnTo>
                  <a:lnTo>
                    <a:pt x="297113" y="250925"/>
                  </a:lnTo>
                  <a:lnTo>
                    <a:pt x="293913" y="254481"/>
                  </a:lnTo>
                  <a:lnTo>
                    <a:pt x="293913" y="258081"/>
                  </a:lnTo>
                  <a:lnTo>
                    <a:pt x="290713" y="256676"/>
                  </a:lnTo>
                  <a:lnTo>
                    <a:pt x="290713" y="252418"/>
                  </a:lnTo>
                  <a:close/>
                  <a:moveTo>
                    <a:pt x="284915" y="287714"/>
                  </a:moveTo>
                  <a:lnTo>
                    <a:pt x="288997" y="287714"/>
                  </a:lnTo>
                  <a:lnTo>
                    <a:pt x="292197" y="289645"/>
                  </a:lnTo>
                  <a:lnTo>
                    <a:pt x="296556" y="289645"/>
                  </a:lnTo>
                  <a:lnTo>
                    <a:pt x="296556" y="291577"/>
                  </a:lnTo>
                  <a:lnTo>
                    <a:pt x="290759" y="292674"/>
                  </a:lnTo>
                  <a:lnTo>
                    <a:pt x="287281" y="290216"/>
                  </a:lnTo>
                  <a:lnTo>
                    <a:pt x="284962" y="290216"/>
                  </a:lnTo>
                  <a:lnTo>
                    <a:pt x="284962" y="287758"/>
                  </a:lnTo>
                  <a:close/>
                  <a:moveTo>
                    <a:pt x="242898" y="230907"/>
                  </a:moveTo>
                  <a:lnTo>
                    <a:pt x="240022" y="228580"/>
                  </a:lnTo>
                  <a:lnTo>
                    <a:pt x="236544" y="230907"/>
                  </a:lnTo>
                  <a:lnTo>
                    <a:pt x="237703" y="226254"/>
                  </a:lnTo>
                  <a:lnTo>
                    <a:pt x="242898" y="226254"/>
                  </a:lnTo>
                  <a:lnTo>
                    <a:pt x="242898" y="227922"/>
                  </a:lnTo>
                  <a:lnTo>
                    <a:pt x="250411" y="229590"/>
                  </a:lnTo>
                  <a:lnTo>
                    <a:pt x="242898" y="230951"/>
                  </a:lnTo>
                  <a:close/>
                  <a:moveTo>
                    <a:pt x="257646" y="215542"/>
                  </a:moveTo>
                  <a:lnTo>
                    <a:pt x="251245" y="219932"/>
                  </a:lnTo>
                  <a:lnTo>
                    <a:pt x="246329" y="223224"/>
                  </a:lnTo>
                  <a:lnTo>
                    <a:pt x="241692" y="223224"/>
                  </a:lnTo>
                  <a:lnTo>
                    <a:pt x="241692" y="219932"/>
                  </a:lnTo>
                  <a:lnTo>
                    <a:pt x="245448" y="219932"/>
                  </a:lnTo>
                  <a:lnTo>
                    <a:pt x="257599" y="212645"/>
                  </a:lnTo>
                  <a:lnTo>
                    <a:pt x="257599" y="215542"/>
                  </a:lnTo>
                  <a:close/>
                  <a:moveTo>
                    <a:pt x="256811" y="166988"/>
                  </a:moveTo>
                  <a:lnTo>
                    <a:pt x="253333" y="168349"/>
                  </a:lnTo>
                  <a:lnTo>
                    <a:pt x="253333" y="164223"/>
                  </a:lnTo>
                  <a:lnTo>
                    <a:pt x="256533" y="158999"/>
                  </a:lnTo>
                  <a:lnTo>
                    <a:pt x="263767" y="158999"/>
                  </a:lnTo>
                  <a:lnTo>
                    <a:pt x="266967" y="157067"/>
                  </a:lnTo>
                  <a:lnTo>
                    <a:pt x="266967" y="160360"/>
                  </a:lnTo>
                  <a:lnTo>
                    <a:pt x="262330" y="162686"/>
                  </a:lnTo>
                  <a:lnTo>
                    <a:pt x="263489" y="165276"/>
                  </a:lnTo>
                  <a:lnTo>
                    <a:pt x="260150" y="164179"/>
                  </a:lnTo>
                  <a:lnTo>
                    <a:pt x="256811" y="166901"/>
                  </a:lnTo>
                  <a:close/>
                  <a:moveTo>
                    <a:pt x="268637" y="203469"/>
                  </a:moveTo>
                  <a:lnTo>
                    <a:pt x="266643" y="203469"/>
                  </a:lnTo>
                  <a:lnTo>
                    <a:pt x="266643" y="199914"/>
                  </a:lnTo>
                  <a:lnTo>
                    <a:pt x="271837" y="198553"/>
                  </a:lnTo>
                  <a:lnTo>
                    <a:pt x="268591" y="203469"/>
                  </a:lnTo>
                  <a:close/>
                  <a:moveTo>
                    <a:pt x="271280" y="168349"/>
                  </a:moveTo>
                  <a:lnTo>
                    <a:pt x="275037" y="168613"/>
                  </a:lnTo>
                  <a:lnTo>
                    <a:pt x="272162" y="173266"/>
                  </a:lnTo>
                  <a:lnTo>
                    <a:pt x="268637" y="173530"/>
                  </a:lnTo>
                  <a:lnTo>
                    <a:pt x="263164" y="175198"/>
                  </a:lnTo>
                  <a:lnTo>
                    <a:pt x="261402" y="172476"/>
                  </a:lnTo>
                  <a:lnTo>
                    <a:pt x="264602" y="168613"/>
                  </a:lnTo>
                  <a:lnTo>
                    <a:pt x="268637" y="168613"/>
                  </a:lnTo>
                  <a:lnTo>
                    <a:pt x="268637" y="165320"/>
                  </a:lnTo>
                  <a:lnTo>
                    <a:pt x="271280" y="16834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4" name="Freeform: Shape 1743">
              <a:extLst>
                <a:ext uri="{FF2B5EF4-FFF2-40B4-BE49-F238E27FC236}">
                  <a16:creationId xmlns:a16="http://schemas.microsoft.com/office/drawing/2014/main" id="{DDE31705-1EEB-53E9-55A5-D911C8137B13}"/>
                </a:ext>
              </a:extLst>
            </p:cNvPr>
            <p:cNvSpPr>
              <a:spLocks/>
            </p:cNvSpPr>
            <p:nvPr/>
          </p:nvSpPr>
          <p:spPr>
            <a:xfrm>
              <a:off x="3982570" y="1784220"/>
              <a:ext cx="15991" cy="14743"/>
            </a:xfrm>
            <a:custGeom>
              <a:avLst/>
              <a:gdLst>
                <a:gd name="connsiteX0" fmla="*/ 0 w 10713"/>
                <a:gd name="connsiteY0" fmla="*/ 4961 h 9877"/>
                <a:gd name="connsiteX1" fmla="*/ 0 w 10713"/>
                <a:gd name="connsiteY1" fmla="*/ 9878 h 9877"/>
                <a:gd name="connsiteX2" fmla="*/ 6354 w 10713"/>
                <a:gd name="connsiteY2" fmla="*/ 7683 h 9877"/>
                <a:gd name="connsiteX3" fmla="*/ 10713 w 10713"/>
                <a:gd name="connsiteY3" fmla="*/ 5224 h 9877"/>
                <a:gd name="connsiteX4" fmla="*/ 10713 w 10713"/>
                <a:gd name="connsiteY4" fmla="*/ 1405 h 9877"/>
                <a:gd name="connsiteX5" fmla="*/ 5472 w 10713"/>
                <a:gd name="connsiteY5" fmla="*/ 0 h 9877"/>
                <a:gd name="connsiteX6" fmla="*/ 1994 w 10713"/>
                <a:gd name="connsiteY6" fmla="*/ 0 h 9877"/>
                <a:gd name="connsiteX7" fmla="*/ 0 w 10713"/>
                <a:gd name="connsiteY7" fmla="*/ 4961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13" h="9877">
                  <a:moveTo>
                    <a:pt x="0" y="4961"/>
                  </a:moveTo>
                  <a:lnTo>
                    <a:pt x="0" y="9878"/>
                  </a:lnTo>
                  <a:lnTo>
                    <a:pt x="6354" y="7683"/>
                  </a:lnTo>
                  <a:lnTo>
                    <a:pt x="10713" y="5224"/>
                  </a:lnTo>
                  <a:lnTo>
                    <a:pt x="10713" y="1405"/>
                  </a:lnTo>
                  <a:lnTo>
                    <a:pt x="5472" y="0"/>
                  </a:lnTo>
                  <a:lnTo>
                    <a:pt x="1994" y="0"/>
                  </a:lnTo>
                  <a:lnTo>
                    <a:pt x="0" y="49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5" name="Freeform: Shape 1744">
              <a:extLst>
                <a:ext uri="{FF2B5EF4-FFF2-40B4-BE49-F238E27FC236}">
                  <a16:creationId xmlns:a16="http://schemas.microsoft.com/office/drawing/2014/main" id="{2C8212B3-4722-D92E-018A-6998E57AC6D2}"/>
                </a:ext>
              </a:extLst>
            </p:cNvPr>
            <p:cNvSpPr>
              <a:spLocks/>
            </p:cNvSpPr>
            <p:nvPr/>
          </p:nvSpPr>
          <p:spPr>
            <a:xfrm>
              <a:off x="3620804" y="1845685"/>
              <a:ext cx="24643" cy="11467"/>
            </a:xfrm>
            <a:custGeom>
              <a:avLst/>
              <a:gdLst>
                <a:gd name="connsiteX0" fmla="*/ 11548 w 16510"/>
                <a:gd name="connsiteY0" fmla="*/ 1361 h 7682"/>
                <a:gd name="connsiteX1" fmla="*/ 8255 w 16510"/>
                <a:gd name="connsiteY1" fmla="*/ 2195 h 7682"/>
                <a:gd name="connsiteX2" fmla="*/ 4962 w 16510"/>
                <a:gd name="connsiteY2" fmla="*/ 0 h 7682"/>
                <a:gd name="connsiteX3" fmla="*/ 0 w 16510"/>
                <a:gd name="connsiteY3" fmla="*/ 1361 h 7682"/>
                <a:gd name="connsiteX4" fmla="*/ 2319 w 16510"/>
                <a:gd name="connsiteY4" fmla="*/ 6014 h 7682"/>
                <a:gd name="connsiteX5" fmla="*/ 5519 w 16510"/>
                <a:gd name="connsiteY5" fmla="*/ 4522 h 7682"/>
                <a:gd name="connsiteX6" fmla="*/ 9878 w 16510"/>
                <a:gd name="connsiteY6" fmla="*/ 7683 h 7682"/>
                <a:gd name="connsiteX7" fmla="*/ 14052 w 16510"/>
                <a:gd name="connsiteY7" fmla="*/ 7683 h 7682"/>
                <a:gd name="connsiteX8" fmla="*/ 16510 w 16510"/>
                <a:gd name="connsiteY8" fmla="*/ 5488 h 7682"/>
                <a:gd name="connsiteX9" fmla="*/ 11548 w 16510"/>
                <a:gd name="connsiteY9" fmla="*/ 1361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510" h="7682">
                  <a:moveTo>
                    <a:pt x="11548" y="1361"/>
                  </a:moveTo>
                  <a:lnTo>
                    <a:pt x="8255" y="2195"/>
                  </a:lnTo>
                  <a:lnTo>
                    <a:pt x="4962" y="0"/>
                  </a:lnTo>
                  <a:lnTo>
                    <a:pt x="0" y="1361"/>
                  </a:lnTo>
                  <a:lnTo>
                    <a:pt x="2319" y="6014"/>
                  </a:lnTo>
                  <a:lnTo>
                    <a:pt x="5519" y="4522"/>
                  </a:lnTo>
                  <a:lnTo>
                    <a:pt x="9878" y="7683"/>
                  </a:lnTo>
                  <a:lnTo>
                    <a:pt x="14052" y="7683"/>
                  </a:lnTo>
                  <a:lnTo>
                    <a:pt x="16510" y="5488"/>
                  </a:lnTo>
                  <a:lnTo>
                    <a:pt x="11548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6" name="Freeform: Shape 1745">
              <a:extLst>
                <a:ext uri="{FF2B5EF4-FFF2-40B4-BE49-F238E27FC236}">
                  <a16:creationId xmlns:a16="http://schemas.microsoft.com/office/drawing/2014/main" id="{1FA3F52D-86BE-CED3-966C-2684AFCF3EA0}"/>
                </a:ext>
              </a:extLst>
            </p:cNvPr>
            <p:cNvSpPr>
              <a:spLocks/>
            </p:cNvSpPr>
            <p:nvPr/>
          </p:nvSpPr>
          <p:spPr>
            <a:xfrm>
              <a:off x="3750668" y="1888213"/>
              <a:ext cx="11629" cy="8648"/>
            </a:xfrm>
            <a:custGeom>
              <a:avLst/>
              <a:gdLst>
                <a:gd name="connsiteX0" fmla="*/ 0 w 7791"/>
                <a:gd name="connsiteY0" fmla="*/ 5795 h 5794"/>
                <a:gd name="connsiteX1" fmla="*/ 4313 w 7791"/>
                <a:gd name="connsiteY1" fmla="*/ 4697 h 5794"/>
                <a:gd name="connsiteX2" fmla="*/ 7791 w 7791"/>
                <a:gd name="connsiteY2" fmla="*/ 5795 h 5794"/>
                <a:gd name="connsiteX3" fmla="*/ 7791 w 7791"/>
                <a:gd name="connsiteY3" fmla="*/ 0 h 5794"/>
                <a:gd name="connsiteX4" fmla="*/ 6632 w 7791"/>
                <a:gd name="connsiteY4" fmla="*/ 2897 h 5794"/>
                <a:gd name="connsiteX5" fmla="*/ 0 w 7791"/>
                <a:gd name="connsiteY5" fmla="*/ 2897 h 5794"/>
                <a:gd name="connsiteX6" fmla="*/ 0 w 7791"/>
                <a:gd name="connsiteY6" fmla="*/ 5795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91" h="5794">
                  <a:moveTo>
                    <a:pt x="0" y="5795"/>
                  </a:moveTo>
                  <a:lnTo>
                    <a:pt x="4313" y="4697"/>
                  </a:lnTo>
                  <a:lnTo>
                    <a:pt x="7791" y="5795"/>
                  </a:lnTo>
                  <a:lnTo>
                    <a:pt x="7791" y="0"/>
                  </a:lnTo>
                  <a:lnTo>
                    <a:pt x="6632" y="2897"/>
                  </a:lnTo>
                  <a:lnTo>
                    <a:pt x="0" y="2897"/>
                  </a:lnTo>
                  <a:lnTo>
                    <a:pt x="0" y="57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B84806DF-96C8-57A8-ABA2-EF6DDAE9EDAB}"/>
                </a:ext>
              </a:extLst>
            </p:cNvPr>
            <p:cNvSpPr>
              <a:spLocks/>
            </p:cNvSpPr>
            <p:nvPr/>
          </p:nvSpPr>
          <p:spPr>
            <a:xfrm>
              <a:off x="3857480" y="1890109"/>
              <a:ext cx="17307" cy="19073"/>
            </a:xfrm>
            <a:custGeom>
              <a:avLst/>
              <a:gdLst>
                <a:gd name="connsiteX0" fmla="*/ 11595 w 11595"/>
                <a:gd name="connsiteY0" fmla="*/ 6411 h 12778"/>
                <a:gd name="connsiteX1" fmla="*/ 11595 w 11595"/>
                <a:gd name="connsiteY1" fmla="*/ 2 h 12778"/>
                <a:gd name="connsiteX2" fmla="*/ 6679 w 11595"/>
                <a:gd name="connsiteY2" fmla="*/ 90 h 12778"/>
                <a:gd name="connsiteX3" fmla="*/ 1 w 11595"/>
                <a:gd name="connsiteY3" fmla="*/ 4480 h 12778"/>
                <a:gd name="connsiteX4" fmla="*/ 8395 w 11595"/>
                <a:gd name="connsiteY4" fmla="*/ 12162 h 12778"/>
                <a:gd name="connsiteX5" fmla="*/ 11595 w 11595"/>
                <a:gd name="connsiteY5" fmla="*/ 6367 h 1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95" h="12778">
                  <a:moveTo>
                    <a:pt x="11595" y="6411"/>
                  </a:moveTo>
                  <a:lnTo>
                    <a:pt x="11595" y="2"/>
                  </a:lnTo>
                  <a:lnTo>
                    <a:pt x="6679" y="90"/>
                  </a:lnTo>
                  <a:cubicBezTo>
                    <a:pt x="6679" y="90"/>
                    <a:pt x="279" y="-1008"/>
                    <a:pt x="1" y="4480"/>
                  </a:cubicBezTo>
                  <a:cubicBezTo>
                    <a:pt x="1" y="4480"/>
                    <a:pt x="-277" y="15455"/>
                    <a:pt x="8395" y="12162"/>
                  </a:cubicBezTo>
                  <a:cubicBezTo>
                    <a:pt x="8395" y="12162"/>
                    <a:pt x="8117" y="7465"/>
                    <a:pt x="11595" y="636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11C2C6B5-6343-BBE4-D3E8-958971F7970D}"/>
                </a:ext>
              </a:extLst>
            </p:cNvPr>
            <p:cNvSpPr>
              <a:spLocks/>
            </p:cNvSpPr>
            <p:nvPr/>
          </p:nvSpPr>
          <p:spPr>
            <a:xfrm>
              <a:off x="3822455" y="1873533"/>
              <a:ext cx="21667" cy="14218"/>
            </a:xfrm>
            <a:custGeom>
              <a:avLst/>
              <a:gdLst>
                <a:gd name="connsiteX0" fmla="*/ 14516 w 14516"/>
                <a:gd name="connsiteY0" fmla="*/ 3380 h 9526"/>
                <a:gd name="connsiteX1" fmla="*/ 12475 w 14516"/>
                <a:gd name="connsiteY1" fmla="*/ 0 h 9526"/>
                <a:gd name="connsiteX2" fmla="*/ 8394 w 14516"/>
                <a:gd name="connsiteY2" fmla="*/ 0 h 9526"/>
                <a:gd name="connsiteX3" fmla="*/ 0 w 14516"/>
                <a:gd name="connsiteY3" fmla="*/ 6014 h 9526"/>
                <a:gd name="connsiteX4" fmla="*/ 0 w 14516"/>
                <a:gd name="connsiteY4" fmla="*/ 9526 h 9526"/>
                <a:gd name="connsiteX5" fmla="*/ 5519 w 14516"/>
                <a:gd name="connsiteY5" fmla="*/ 9526 h 9526"/>
                <a:gd name="connsiteX6" fmla="*/ 14516 w 14516"/>
                <a:gd name="connsiteY6" fmla="*/ 3380 h 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16" h="9526">
                  <a:moveTo>
                    <a:pt x="14516" y="3380"/>
                  </a:moveTo>
                  <a:lnTo>
                    <a:pt x="12475" y="0"/>
                  </a:lnTo>
                  <a:lnTo>
                    <a:pt x="8394" y="0"/>
                  </a:lnTo>
                  <a:lnTo>
                    <a:pt x="0" y="6014"/>
                  </a:lnTo>
                  <a:lnTo>
                    <a:pt x="0" y="9526"/>
                  </a:lnTo>
                  <a:lnTo>
                    <a:pt x="5519" y="9526"/>
                  </a:lnTo>
                  <a:lnTo>
                    <a:pt x="14516" y="33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4648EC82-BC72-CF79-379A-57A5FC3C8DDD}"/>
                </a:ext>
              </a:extLst>
            </p:cNvPr>
            <p:cNvSpPr>
              <a:spLocks/>
            </p:cNvSpPr>
            <p:nvPr/>
          </p:nvSpPr>
          <p:spPr>
            <a:xfrm>
              <a:off x="3808956" y="1895734"/>
              <a:ext cx="28818" cy="33106"/>
            </a:xfrm>
            <a:custGeom>
              <a:avLst/>
              <a:gdLst>
                <a:gd name="connsiteX0" fmla="*/ 3525 w 19307"/>
                <a:gd name="connsiteY0" fmla="*/ 22135 h 22179"/>
                <a:gd name="connsiteX1" fmla="*/ 6122 w 19307"/>
                <a:gd name="connsiteY1" fmla="*/ 19414 h 22179"/>
                <a:gd name="connsiteX2" fmla="*/ 13496 w 19307"/>
                <a:gd name="connsiteY2" fmla="*/ 9053 h 22179"/>
                <a:gd name="connsiteX3" fmla="*/ 17994 w 19307"/>
                <a:gd name="connsiteY3" fmla="*/ 756 h 22179"/>
                <a:gd name="connsiteX4" fmla="*/ 8997 w 19307"/>
                <a:gd name="connsiteY4" fmla="*/ 7341 h 22179"/>
                <a:gd name="connsiteX5" fmla="*/ 2597 w 19307"/>
                <a:gd name="connsiteY5" fmla="*/ 15858 h 22179"/>
                <a:gd name="connsiteX6" fmla="*/ 0 w 19307"/>
                <a:gd name="connsiteY6" fmla="*/ 18887 h 22179"/>
                <a:gd name="connsiteX7" fmla="*/ 3478 w 19307"/>
                <a:gd name="connsiteY7" fmla="*/ 22179 h 2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07" h="22179">
                  <a:moveTo>
                    <a:pt x="3525" y="22135"/>
                  </a:moveTo>
                  <a:lnTo>
                    <a:pt x="6122" y="19414"/>
                  </a:lnTo>
                  <a:cubicBezTo>
                    <a:pt x="12800" y="18887"/>
                    <a:pt x="13496" y="9053"/>
                    <a:pt x="13496" y="9053"/>
                  </a:cubicBezTo>
                  <a:cubicBezTo>
                    <a:pt x="13496" y="9053"/>
                    <a:pt x="22632" y="4312"/>
                    <a:pt x="17994" y="756"/>
                  </a:cubicBezTo>
                  <a:cubicBezTo>
                    <a:pt x="13357" y="-2800"/>
                    <a:pt x="8997" y="7341"/>
                    <a:pt x="8997" y="7341"/>
                  </a:cubicBezTo>
                  <a:cubicBezTo>
                    <a:pt x="1484" y="12258"/>
                    <a:pt x="2597" y="15858"/>
                    <a:pt x="2597" y="15858"/>
                  </a:cubicBezTo>
                  <a:lnTo>
                    <a:pt x="0" y="18887"/>
                  </a:lnTo>
                  <a:lnTo>
                    <a:pt x="3478" y="2217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93661E40-BB14-5E7D-DE9D-BB8EF56FDEC6}"/>
                </a:ext>
              </a:extLst>
            </p:cNvPr>
            <p:cNvSpPr>
              <a:spLocks/>
            </p:cNvSpPr>
            <p:nvPr/>
          </p:nvSpPr>
          <p:spPr>
            <a:xfrm>
              <a:off x="3822455" y="1940110"/>
              <a:ext cx="10797" cy="12448"/>
            </a:xfrm>
            <a:custGeom>
              <a:avLst/>
              <a:gdLst>
                <a:gd name="connsiteX0" fmla="*/ 4359 w 7234"/>
                <a:gd name="connsiteY0" fmla="*/ 2853 h 8340"/>
                <a:gd name="connsiteX1" fmla="*/ 7235 w 7234"/>
                <a:gd name="connsiteY1" fmla="*/ 2327 h 8340"/>
                <a:gd name="connsiteX2" fmla="*/ 5241 w 7234"/>
                <a:gd name="connsiteY2" fmla="*/ 0 h 8340"/>
                <a:gd name="connsiteX3" fmla="*/ 0 w 7234"/>
                <a:gd name="connsiteY3" fmla="*/ 0 h 8340"/>
                <a:gd name="connsiteX4" fmla="*/ 649 w 7234"/>
                <a:gd name="connsiteY4" fmla="*/ 1756 h 8340"/>
                <a:gd name="connsiteX5" fmla="*/ 649 w 7234"/>
                <a:gd name="connsiteY5" fmla="*/ 3951 h 8340"/>
                <a:gd name="connsiteX6" fmla="*/ 0 w 7234"/>
                <a:gd name="connsiteY6" fmla="*/ 6541 h 8340"/>
                <a:gd name="connsiteX7" fmla="*/ 649 w 7234"/>
                <a:gd name="connsiteY7" fmla="*/ 8341 h 8340"/>
                <a:gd name="connsiteX8" fmla="*/ 4359 w 7234"/>
                <a:gd name="connsiteY8" fmla="*/ 6541 h 8340"/>
                <a:gd name="connsiteX9" fmla="*/ 4359 w 7234"/>
                <a:gd name="connsiteY9" fmla="*/ 2853 h 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4" h="8340">
                  <a:moveTo>
                    <a:pt x="4359" y="2853"/>
                  </a:moveTo>
                  <a:lnTo>
                    <a:pt x="7235" y="2327"/>
                  </a:lnTo>
                  <a:lnTo>
                    <a:pt x="5241" y="0"/>
                  </a:lnTo>
                  <a:lnTo>
                    <a:pt x="0" y="0"/>
                  </a:lnTo>
                  <a:lnTo>
                    <a:pt x="649" y="1756"/>
                  </a:lnTo>
                  <a:lnTo>
                    <a:pt x="649" y="3951"/>
                  </a:lnTo>
                  <a:lnTo>
                    <a:pt x="0" y="6541"/>
                  </a:lnTo>
                  <a:lnTo>
                    <a:pt x="649" y="8341"/>
                  </a:lnTo>
                  <a:lnTo>
                    <a:pt x="4359" y="6541"/>
                  </a:lnTo>
                  <a:lnTo>
                    <a:pt x="4359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B2B25037-5796-7C81-D8E1-FE3916BA14A2}"/>
                </a:ext>
              </a:extLst>
            </p:cNvPr>
            <p:cNvSpPr>
              <a:spLocks/>
            </p:cNvSpPr>
            <p:nvPr/>
          </p:nvSpPr>
          <p:spPr>
            <a:xfrm>
              <a:off x="3813387" y="1958718"/>
              <a:ext cx="9068" cy="8583"/>
            </a:xfrm>
            <a:custGeom>
              <a:avLst/>
              <a:gdLst>
                <a:gd name="connsiteX0" fmla="*/ 0 w 6075"/>
                <a:gd name="connsiteY0" fmla="*/ 2853 h 5750"/>
                <a:gd name="connsiteX1" fmla="*/ 2875 w 6075"/>
                <a:gd name="connsiteY1" fmla="*/ 5751 h 5750"/>
                <a:gd name="connsiteX2" fmla="*/ 6075 w 6075"/>
                <a:gd name="connsiteY2" fmla="*/ 3819 h 5750"/>
                <a:gd name="connsiteX3" fmla="*/ 6075 w 6075"/>
                <a:gd name="connsiteY3" fmla="*/ 0 h 5750"/>
                <a:gd name="connsiteX4" fmla="*/ 0 w 6075"/>
                <a:gd name="connsiteY4" fmla="*/ 0 h 5750"/>
                <a:gd name="connsiteX5" fmla="*/ 0 w 6075"/>
                <a:gd name="connsiteY5" fmla="*/ 2853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75" h="5750">
                  <a:moveTo>
                    <a:pt x="0" y="2853"/>
                  </a:moveTo>
                  <a:lnTo>
                    <a:pt x="2875" y="5751"/>
                  </a:lnTo>
                  <a:lnTo>
                    <a:pt x="6075" y="3819"/>
                  </a:lnTo>
                  <a:lnTo>
                    <a:pt x="6075" y="0"/>
                  </a:lnTo>
                  <a:lnTo>
                    <a:pt x="0" y="0"/>
                  </a:lnTo>
                  <a:lnTo>
                    <a:pt x="0" y="28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39B6198-2C91-2991-7007-02627EFC50D5}"/>
                </a:ext>
              </a:extLst>
            </p:cNvPr>
            <p:cNvSpPr>
              <a:spLocks/>
            </p:cNvSpPr>
            <p:nvPr/>
          </p:nvSpPr>
          <p:spPr>
            <a:xfrm>
              <a:off x="3904278" y="1936571"/>
              <a:ext cx="15090" cy="23785"/>
            </a:xfrm>
            <a:custGeom>
              <a:avLst/>
              <a:gdLst>
                <a:gd name="connsiteX0" fmla="*/ 10110 w 10110"/>
                <a:gd name="connsiteY0" fmla="*/ 14838 h 15935"/>
                <a:gd name="connsiteX1" fmla="*/ 10110 w 10110"/>
                <a:gd name="connsiteY1" fmla="*/ 10712 h 15935"/>
                <a:gd name="connsiteX2" fmla="*/ 8673 w 10110"/>
                <a:gd name="connsiteY2" fmla="*/ 7990 h 15935"/>
                <a:gd name="connsiteX3" fmla="*/ 6910 w 10110"/>
                <a:gd name="connsiteY3" fmla="*/ 4127 h 15935"/>
                <a:gd name="connsiteX4" fmla="*/ 5055 w 10110"/>
                <a:gd name="connsiteY4" fmla="*/ 0 h 15935"/>
                <a:gd name="connsiteX5" fmla="*/ 1670 w 10110"/>
                <a:gd name="connsiteY5" fmla="*/ 0 h 15935"/>
                <a:gd name="connsiteX6" fmla="*/ 1670 w 10110"/>
                <a:gd name="connsiteY6" fmla="*/ 8912 h 15935"/>
                <a:gd name="connsiteX7" fmla="*/ 7745 w 10110"/>
                <a:gd name="connsiteY7" fmla="*/ 15936 h 15935"/>
                <a:gd name="connsiteX8" fmla="*/ 10064 w 10110"/>
                <a:gd name="connsiteY8" fmla="*/ 14794 h 1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10" h="15935">
                  <a:moveTo>
                    <a:pt x="10110" y="14838"/>
                  </a:moveTo>
                  <a:lnTo>
                    <a:pt x="10110" y="10712"/>
                  </a:lnTo>
                  <a:lnTo>
                    <a:pt x="8673" y="7990"/>
                  </a:lnTo>
                  <a:lnTo>
                    <a:pt x="6910" y="4127"/>
                  </a:lnTo>
                  <a:lnTo>
                    <a:pt x="5055" y="0"/>
                  </a:lnTo>
                  <a:lnTo>
                    <a:pt x="1670" y="0"/>
                  </a:lnTo>
                  <a:cubicBezTo>
                    <a:pt x="1670" y="0"/>
                    <a:pt x="-2087" y="5180"/>
                    <a:pt x="1670" y="8912"/>
                  </a:cubicBezTo>
                  <a:cubicBezTo>
                    <a:pt x="5426" y="12643"/>
                    <a:pt x="7745" y="15936"/>
                    <a:pt x="7745" y="15936"/>
                  </a:cubicBezTo>
                  <a:lnTo>
                    <a:pt x="10064" y="1479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495D3E22-4BD7-B6FA-DAED-4C8608AC34E9}"/>
                </a:ext>
              </a:extLst>
            </p:cNvPr>
            <p:cNvSpPr>
              <a:spLocks/>
            </p:cNvSpPr>
            <p:nvPr/>
          </p:nvSpPr>
          <p:spPr>
            <a:xfrm>
              <a:off x="3919368" y="1940110"/>
              <a:ext cx="3460" cy="6224"/>
            </a:xfrm>
            <a:custGeom>
              <a:avLst/>
              <a:gdLst>
                <a:gd name="connsiteX0" fmla="*/ 0 w 2318"/>
                <a:gd name="connsiteY0" fmla="*/ 3117 h 4170"/>
                <a:gd name="connsiteX1" fmla="*/ 2319 w 2318"/>
                <a:gd name="connsiteY1" fmla="*/ 4170 h 4170"/>
                <a:gd name="connsiteX2" fmla="*/ 2319 w 2318"/>
                <a:gd name="connsiteY2" fmla="*/ 2107 h 4170"/>
                <a:gd name="connsiteX3" fmla="*/ 0 w 2318"/>
                <a:gd name="connsiteY3" fmla="*/ 0 h 4170"/>
                <a:gd name="connsiteX4" fmla="*/ 0 w 2318"/>
                <a:gd name="connsiteY4" fmla="*/ 3117 h 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8" h="4170">
                  <a:moveTo>
                    <a:pt x="0" y="3117"/>
                  </a:moveTo>
                  <a:lnTo>
                    <a:pt x="2319" y="4170"/>
                  </a:lnTo>
                  <a:lnTo>
                    <a:pt x="2319" y="2107"/>
                  </a:lnTo>
                  <a:lnTo>
                    <a:pt x="0" y="0"/>
                  </a:lnTo>
                  <a:lnTo>
                    <a:pt x="0" y="31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E7DAA0FD-7C23-C05C-C9BD-4F4F9085E33C}"/>
                </a:ext>
              </a:extLst>
            </p:cNvPr>
            <p:cNvSpPr>
              <a:spLocks/>
            </p:cNvSpPr>
            <p:nvPr/>
          </p:nvSpPr>
          <p:spPr>
            <a:xfrm>
              <a:off x="3928022" y="1951401"/>
              <a:ext cx="7821" cy="15835"/>
            </a:xfrm>
            <a:custGeom>
              <a:avLst/>
              <a:gdLst>
                <a:gd name="connsiteX0" fmla="*/ 5194 w 5240"/>
                <a:gd name="connsiteY0" fmla="*/ 7756 h 10609"/>
                <a:gd name="connsiteX1" fmla="*/ 5194 w 5240"/>
                <a:gd name="connsiteY1" fmla="*/ 4858 h 10609"/>
                <a:gd name="connsiteX2" fmla="*/ 0 w 5240"/>
                <a:gd name="connsiteY2" fmla="*/ 732 h 10609"/>
                <a:gd name="connsiteX3" fmla="*/ 0 w 5240"/>
                <a:gd name="connsiteY3" fmla="*/ 4858 h 10609"/>
                <a:gd name="connsiteX4" fmla="*/ 4081 w 5240"/>
                <a:gd name="connsiteY4" fmla="*/ 10609 h 10609"/>
                <a:gd name="connsiteX5" fmla="*/ 5241 w 5240"/>
                <a:gd name="connsiteY5" fmla="*/ 7712 h 1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0" h="10609">
                  <a:moveTo>
                    <a:pt x="5194" y="7756"/>
                  </a:moveTo>
                  <a:lnTo>
                    <a:pt x="5194" y="4858"/>
                  </a:lnTo>
                  <a:cubicBezTo>
                    <a:pt x="5194" y="4858"/>
                    <a:pt x="1438" y="-2253"/>
                    <a:pt x="0" y="732"/>
                  </a:cubicBezTo>
                  <a:lnTo>
                    <a:pt x="0" y="4858"/>
                  </a:lnTo>
                  <a:lnTo>
                    <a:pt x="4081" y="10609"/>
                  </a:lnTo>
                  <a:lnTo>
                    <a:pt x="5241" y="77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F60378E2-DFFC-2D27-6297-456ED2467B16}"/>
                </a:ext>
              </a:extLst>
            </p:cNvPr>
            <p:cNvSpPr>
              <a:spLocks/>
            </p:cNvSpPr>
            <p:nvPr/>
          </p:nvSpPr>
          <p:spPr>
            <a:xfrm>
              <a:off x="3919830" y="1970579"/>
              <a:ext cx="32847" cy="23591"/>
            </a:xfrm>
            <a:custGeom>
              <a:avLst/>
              <a:gdLst>
                <a:gd name="connsiteX0" fmla="*/ 5488 w 22006"/>
                <a:gd name="connsiteY0" fmla="*/ 2458 h 15805"/>
                <a:gd name="connsiteX1" fmla="*/ 2010 w 22006"/>
                <a:gd name="connsiteY1" fmla="*/ 12907 h 15805"/>
                <a:gd name="connsiteX2" fmla="*/ 15042 w 22006"/>
                <a:gd name="connsiteY2" fmla="*/ 14268 h 15805"/>
                <a:gd name="connsiteX3" fmla="*/ 21998 w 22006"/>
                <a:gd name="connsiteY3" fmla="*/ 9614 h 15805"/>
                <a:gd name="connsiteX4" fmla="*/ 15320 w 22006"/>
                <a:gd name="connsiteY4" fmla="*/ 5356 h 15805"/>
                <a:gd name="connsiteX5" fmla="*/ 8085 w 22006"/>
                <a:gd name="connsiteY5" fmla="*/ 4127 h 15805"/>
                <a:gd name="connsiteX6" fmla="*/ 8085 w 22006"/>
                <a:gd name="connsiteY6" fmla="*/ 0 h 15805"/>
                <a:gd name="connsiteX7" fmla="*/ 5488 w 22006"/>
                <a:gd name="connsiteY7" fmla="*/ 0 h 15805"/>
                <a:gd name="connsiteX8" fmla="*/ 5488 w 22006"/>
                <a:gd name="connsiteY8" fmla="*/ 2458 h 15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006" h="15805">
                  <a:moveTo>
                    <a:pt x="5488" y="2458"/>
                  </a:moveTo>
                  <a:cubicBezTo>
                    <a:pt x="-2118" y="1229"/>
                    <a:pt x="-309" y="7375"/>
                    <a:pt x="2010" y="12907"/>
                  </a:cubicBezTo>
                  <a:cubicBezTo>
                    <a:pt x="4329" y="18438"/>
                    <a:pt x="15042" y="14268"/>
                    <a:pt x="15042" y="14268"/>
                  </a:cubicBezTo>
                  <a:cubicBezTo>
                    <a:pt x="19958" y="17560"/>
                    <a:pt x="21720" y="15365"/>
                    <a:pt x="21998" y="9614"/>
                  </a:cubicBezTo>
                  <a:cubicBezTo>
                    <a:pt x="22277" y="3863"/>
                    <a:pt x="15320" y="5356"/>
                    <a:pt x="15320" y="5356"/>
                  </a:cubicBezTo>
                  <a:cubicBezTo>
                    <a:pt x="13001" y="1932"/>
                    <a:pt x="8085" y="4127"/>
                    <a:pt x="8085" y="4127"/>
                  </a:cubicBezTo>
                  <a:lnTo>
                    <a:pt x="8085" y="0"/>
                  </a:lnTo>
                  <a:lnTo>
                    <a:pt x="5488" y="0"/>
                  </a:lnTo>
                  <a:lnTo>
                    <a:pt x="5488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0221BF8D-E51E-3F32-80FD-07A8C943147C}"/>
                </a:ext>
              </a:extLst>
            </p:cNvPr>
            <p:cNvSpPr>
              <a:spLocks/>
            </p:cNvSpPr>
            <p:nvPr/>
          </p:nvSpPr>
          <p:spPr>
            <a:xfrm>
              <a:off x="3860934" y="1958458"/>
              <a:ext cx="52454" cy="67264"/>
            </a:xfrm>
            <a:custGeom>
              <a:avLst/>
              <a:gdLst>
                <a:gd name="connsiteX0" fmla="*/ 18001 w 35142"/>
                <a:gd name="connsiteY0" fmla="*/ 3029 h 45064"/>
                <a:gd name="connsiteX1" fmla="*/ 6 w 35142"/>
                <a:gd name="connsiteY1" fmla="*/ 30335 h 45064"/>
                <a:gd name="connsiteX2" fmla="*/ 12157 w 35142"/>
                <a:gd name="connsiteY2" fmla="*/ 44032 h 45064"/>
                <a:gd name="connsiteX3" fmla="*/ 23195 w 35142"/>
                <a:gd name="connsiteY3" fmla="*/ 41837 h 45064"/>
                <a:gd name="connsiteX4" fmla="*/ 34325 w 35142"/>
                <a:gd name="connsiteY4" fmla="*/ 19887 h 45064"/>
                <a:gd name="connsiteX5" fmla="*/ 32795 w 35142"/>
                <a:gd name="connsiteY5" fmla="*/ 15980 h 45064"/>
                <a:gd name="connsiteX6" fmla="*/ 34140 w 35142"/>
                <a:gd name="connsiteY6" fmla="*/ 9702 h 45064"/>
                <a:gd name="connsiteX7" fmla="*/ 27879 w 35142"/>
                <a:gd name="connsiteY7" fmla="*/ 2985 h 45064"/>
                <a:gd name="connsiteX8" fmla="*/ 18047 w 35142"/>
                <a:gd name="connsiteY8" fmla="*/ 2985 h 4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142" h="45064">
                  <a:moveTo>
                    <a:pt x="18001" y="3029"/>
                  </a:moveTo>
                  <a:cubicBezTo>
                    <a:pt x="13085" y="-4258"/>
                    <a:pt x="331" y="10009"/>
                    <a:pt x="6" y="30335"/>
                  </a:cubicBezTo>
                  <a:cubicBezTo>
                    <a:pt x="-318" y="50661"/>
                    <a:pt x="12157" y="44032"/>
                    <a:pt x="12157" y="44032"/>
                  </a:cubicBezTo>
                  <a:cubicBezTo>
                    <a:pt x="19114" y="45963"/>
                    <a:pt x="23195" y="41837"/>
                    <a:pt x="23195" y="41837"/>
                  </a:cubicBezTo>
                  <a:cubicBezTo>
                    <a:pt x="38870" y="41573"/>
                    <a:pt x="34789" y="21248"/>
                    <a:pt x="34325" y="19887"/>
                  </a:cubicBezTo>
                  <a:cubicBezTo>
                    <a:pt x="33862" y="18526"/>
                    <a:pt x="32795" y="15980"/>
                    <a:pt x="32795" y="15980"/>
                  </a:cubicBezTo>
                  <a:cubicBezTo>
                    <a:pt x="35114" y="11546"/>
                    <a:pt x="34140" y="9702"/>
                    <a:pt x="34140" y="9702"/>
                  </a:cubicBezTo>
                  <a:cubicBezTo>
                    <a:pt x="34604" y="3644"/>
                    <a:pt x="27879" y="2985"/>
                    <a:pt x="27879" y="2985"/>
                  </a:cubicBezTo>
                  <a:cubicBezTo>
                    <a:pt x="23520" y="-3732"/>
                    <a:pt x="18047" y="2985"/>
                    <a:pt x="18047" y="298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F648E268-EF92-8767-B358-6678A3E8DBCD}"/>
                </a:ext>
              </a:extLst>
            </p:cNvPr>
            <p:cNvSpPr>
              <a:spLocks/>
            </p:cNvSpPr>
            <p:nvPr/>
          </p:nvSpPr>
          <p:spPr>
            <a:xfrm>
              <a:off x="4075539" y="1875566"/>
              <a:ext cx="9068" cy="7797"/>
            </a:xfrm>
            <a:custGeom>
              <a:avLst/>
              <a:gdLst>
                <a:gd name="connsiteX0" fmla="*/ 0 w 6075"/>
                <a:gd name="connsiteY0" fmla="*/ 3380 h 5224"/>
                <a:gd name="connsiteX1" fmla="*/ 4359 w 6075"/>
                <a:gd name="connsiteY1" fmla="*/ 5224 h 5224"/>
                <a:gd name="connsiteX2" fmla="*/ 6075 w 6075"/>
                <a:gd name="connsiteY2" fmla="*/ 0 h 5224"/>
                <a:gd name="connsiteX3" fmla="*/ 2319 w 6075"/>
                <a:gd name="connsiteY3" fmla="*/ 0 h 5224"/>
                <a:gd name="connsiteX4" fmla="*/ 0 w 6075"/>
                <a:gd name="connsiteY4" fmla="*/ 3380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5" h="5224">
                  <a:moveTo>
                    <a:pt x="0" y="3380"/>
                  </a:moveTo>
                  <a:lnTo>
                    <a:pt x="4359" y="5224"/>
                  </a:lnTo>
                  <a:lnTo>
                    <a:pt x="6075" y="0"/>
                  </a:lnTo>
                  <a:lnTo>
                    <a:pt x="2319" y="0"/>
                  </a:lnTo>
                  <a:lnTo>
                    <a:pt x="0" y="33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6FB648BF-F0A9-3388-F89E-6593059187D8}"/>
                </a:ext>
              </a:extLst>
            </p:cNvPr>
            <p:cNvSpPr>
              <a:spLocks/>
            </p:cNvSpPr>
            <p:nvPr/>
          </p:nvSpPr>
          <p:spPr>
            <a:xfrm>
              <a:off x="4200626" y="2025753"/>
              <a:ext cx="10797" cy="11138"/>
            </a:xfrm>
            <a:custGeom>
              <a:avLst/>
              <a:gdLst>
                <a:gd name="connsiteX0" fmla="*/ 7235 w 7234"/>
                <a:gd name="connsiteY0" fmla="*/ 0 h 7462"/>
                <a:gd name="connsiteX1" fmla="*/ 2597 w 7234"/>
                <a:gd name="connsiteY1" fmla="*/ 0 h 7462"/>
                <a:gd name="connsiteX2" fmla="*/ 0 w 7234"/>
                <a:gd name="connsiteY2" fmla="*/ 7463 h 7462"/>
                <a:gd name="connsiteX3" fmla="*/ 4916 w 7234"/>
                <a:gd name="connsiteY3" fmla="*/ 7463 h 7462"/>
                <a:gd name="connsiteX4" fmla="*/ 7235 w 7234"/>
                <a:gd name="connsiteY4" fmla="*/ 0 h 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7462">
                  <a:moveTo>
                    <a:pt x="7235" y="0"/>
                  </a:moveTo>
                  <a:lnTo>
                    <a:pt x="2597" y="0"/>
                  </a:lnTo>
                  <a:lnTo>
                    <a:pt x="0" y="7463"/>
                  </a:lnTo>
                  <a:lnTo>
                    <a:pt x="4916" y="7463"/>
                  </a:lnTo>
                  <a:lnTo>
                    <a:pt x="723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14689BA3-C01B-5ED4-BE9D-FF79E64872ED}"/>
                </a:ext>
              </a:extLst>
            </p:cNvPr>
            <p:cNvSpPr>
              <a:spLocks/>
            </p:cNvSpPr>
            <p:nvPr/>
          </p:nvSpPr>
          <p:spPr>
            <a:xfrm>
              <a:off x="3792203" y="2394864"/>
              <a:ext cx="9275" cy="4914"/>
            </a:xfrm>
            <a:custGeom>
              <a:avLst/>
              <a:gdLst>
                <a:gd name="connsiteX0" fmla="*/ 6215 w 6214"/>
                <a:gd name="connsiteY0" fmla="*/ 3293 h 3292"/>
                <a:gd name="connsiteX1" fmla="*/ 3803 w 6214"/>
                <a:gd name="connsiteY1" fmla="*/ 0 h 3292"/>
                <a:gd name="connsiteX2" fmla="*/ 0 w 6214"/>
                <a:gd name="connsiteY2" fmla="*/ 0 h 3292"/>
                <a:gd name="connsiteX3" fmla="*/ 1438 w 6214"/>
                <a:gd name="connsiteY3" fmla="*/ 3293 h 3292"/>
                <a:gd name="connsiteX4" fmla="*/ 6215 w 6214"/>
                <a:gd name="connsiteY4" fmla="*/ 3293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14" h="3292">
                  <a:moveTo>
                    <a:pt x="6215" y="3293"/>
                  </a:moveTo>
                  <a:lnTo>
                    <a:pt x="3803" y="0"/>
                  </a:lnTo>
                  <a:lnTo>
                    <a:pt x="0" y="0"/>
                  </a:lnTo>
                  <a:lnTo>
                    <a:pt x="1438" y="3293"/>
                  </a:lnTo>
                  <a:lnTo>
                    <a:pt x="6215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324112B8-E083-4C99-2951-158C8BFE161F}"/>
                </a:ext>
              </a:extLst>
            </p:cNvPr>
            <p:cNvSpPr>
              <a:spLocks/>
            </p:cNvSpPr>
            <p:nvPr/>
          </p:nvSpPr>
          <p:spPr>
            <a:xfrm>
              <a:off x="3786494" y="2278138"/>
              <a:ext cx="26201" cy="40978"/>
            </a:xfrm>
            <a:custGeom>
              <a:avLst/>
              <a:gdLst>
                <a:gd name="connsiteX0" fmla="*/ 3825 w 17553"/>
                <a:gd name="connsiteY0" fmla="*/ 5504 h 27454"/>
                <a:gd name="connsiteX1" fmla="*/ 3825 w 17553"/>
                <a:gd name="connsiteY1" fmla="*/ 20606 h 27454"/>
                <a:gd name="connsiteX2" fmla="*/ 10689 w 17553"/>
                <a:gd name="connsiteY2" fmla="*/ 27454 h 27454"/>
                <a:gd name="connsiteX3" fmla="*/ 14585 w 17553"/>
                <a:gd name="connsiteY3" fmla="*/ 19772 h 27454"/>
                <a:gd name="connsiteX4" fmla="*/ 14585 w 17553"/>
                <a:gd name="connsiteY4" fmla="*/ 1377 h 27454"/>
                <a:gd name="connsiteX5" fmla="*/ 3872 w 17553"/>
                <a:gd name="connsiteY5" fmla="*/ 5504 h 2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553" h="27454">
                  <a:moveTo>
                    <a:pt x="3825" y="5504"/>
                  </a:moveTo>
                  <a:cubicBezTo>
                    <a:pt x="-4012" y="6031"/>
                    <a:pt x="2388" y="17006"/>
                    <a:pt x="3825" y="20606"/>
                  </a:cubicBezTo>
                  <a:cubicBezTo>
                    <a:pt x="5263" y="24205"/>
                    <a:pt x="10689" y="27454"/>
                    <a:pt x="10689" y="27454"/>
                  </a:cubicBezTo>
                  <a:lnTo>
                    <a:pt x="14585" y="19772"/>
                  </a:lnTo>
                  <a:cubicBezTo>
                    <a:pt x="14585" y="19772"/>
                    <a:pt x="21263" y="6075"/>
                    <a:pt x="14585" y="1377"/>
                  </a:cubicBezTo>
                  <a:cubicBezTo>
                    <a:pt x="7907" y="-3320"/>
                    <a:pt x="3872" y="5504"/>
                    <a:pt x="3872" y="550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81EBDF35-0536-AC46-CC82-A4BC1985EAC4}"/>
                </a:ext>
              </a:extLst>
            </p:cNvPr>
            <p:cNvSpPr>
              <a:spLocks/>
            </p:cNvSpPr>
            <p:nvPr/>
          </p:nvSpPr>
          <p:spPr>
            <a:xfrm>
              <a:off x="3702187" y="2250397"/>
              <a:ext cx="48827" cy="43688"/>
            </a:xfrm>
            <a:custGeom>
              <a:avLst/>
              <a:gdLst>
                <a:gd name="connsiteX0" fmla="*/ 7808 w 32712"/>
                <a:gd name="connsiteY0" fmla="*/ 25187 h 29269"/>
                <a:gd name="connsiteX1" fmla="*/ 13883 w 32712"/>
                <a:gd name="connsiteY1" fmla="*/ 27645 h 29269"/>
                <a:gd name="connsiteX2" fmla="*/ 28353 w 32712"/>
                <a:gd name="connsiteY2" fmla="*/ 12017 h 29269"/>
                <a:gd name="connsiteX3" fmla="*/ 32713 w 32712"/>
                <a:gd name="connsiteY3" fmla="*/ 2885 h 29269"/>
                <a:gd name="connsiteX4" fmla="*/ 21675 w 32712"/>
                <a:gd name="connsiteY4" fmla="*/ 1876 h 29269"/>
                <a:gd name="connsiteX5" fmla="*/ 15878 w 32712"/>
                <a:gd name="connsiteY5" fmla="*/ 4071 h 29269"/>
                <a:gd name="connsiteX6" fmla="*/ 1686 w 32712"/>
                <a:gd name="connsiteY6" fmla="*/ 14651 h 29269"/>
                <a:gd name="connsiteX7" fmla="*/ 3448 w 32712"/>
                <a:gd name="connsiteY7" fmla="*/ 22158 h 29269"/>
                <a:gd name="connsiteX8" fmla="*/ 1686 w 32712"/>
                <a:gd name="connsiteY8" fmla="*/ 29269 h 29269"/>
                <a:gd name="connsiteX9" fmla="*/ 7762 w 32712"/>
                <a:gd name="connsiteY9" fmla="*/ 25143 h 2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712" h="29269">
                  <a:moveTo>
                    <a:pt x="7808" y="25187"/>
                  </a:moveTo>
                  <a:cubicBezTo>
                    <a:pt x="10127" y="22465"/>
                    <a:pt x="13883" y="27645"/>
                    <a:pt x="13883" y="27645"/>
                  </a:cubicBezTo>
                  <a:lnTo>
                    <a:pt x="28353" y="12017"/>
                  </a:lnTo>
                  <a:cubicBezTo>
                    <a:pt x="32713" y="12017"/>
                    <a:pt x="32713" y="8724"/>
                    <a:pt x="32713" y="2885"/>
                  </a:cubicBezTo>
                  <a:cubicBezTo>
                    <a:pt x="32713" y="-2953"/>
                    <a:pt x="21675" y="1876"/>
                    <a:pt x="21675" y="1876"/>
                  </a:cubicBezTo>
                  <a:cubicBezTo>
                    <a:pt x="16480" y="1042"/>
                    <a:pt x="15878" y="4071"/>
                    <a:pt x="15878" y="4071"/>
                  </a:cubicBezTo>
                  <a:cubicBezTo>
                    <a:pt x="7762" y="-5236"/>
                    <a:pt x="1686" y="14651"/>
                    <a:pt x="1686" y="14651"/>
                  </a:cubicBezTo>
                  <a:cubicBezTo>
                    <a:pt x="-2952" y="15353"/>
                    <a:pt x="3448" y="22158"/>
                    <a:pt x="3448" y="22158"/>
                  </a:cubicBezTo>
                  <a:lnTo>
                    <a:pt x="1686" y="29269"/>
                  </a:lnTo>
                  <a:cubicBezTo>
                    <a:pt x="1686" y="29269"/>
                    <a:pt x="5443" y="27908"/>
                    <a:pt x="7762" y="2514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8AE1B97A-A201-912E-2176-0F4158F16B0E}"/>
                </a:ext>
              </a:extLst>
            </p:cNvPr>
            <p:cNvSpPr>
              <a:spLocks/>
            </p:cNvSpPr>
            <p:nvPr/>
          </p:nvSpPr>
          <p:spPr>
            <a:xfrm>
              <a:off x="3830209" y="2225513"/>
              <a:ext cx="25971" cy="19427"/>
            </a:xfrm>
            <a:custGeom>
              <a:avLst/>
              <a:gdLst>
                <a:gd name="connsiteX0" fmla="*/ 17391 w 17399"/>
                <a:gd name="connsiteY0" fmla="*/ 10030 h 13015"/>
                <a:gd name="connsiteX1" fmla="*/ 0 w 17399"/>
                <a:gd name="connsiteY1" fmla="*/ 1513 h 13015"/>
                <a:gd name="connsiteX2" fmla="*/ 8394 w 17399"/>
                <a:gd name="connsiteY2" fmla="*/ 13015 h 13015"/>
                <a:gd name="connsiteX3" fmla="*/ 17391 w 17399"/>
                <a:gd name="connsiteY3" fmla="*/ 9986 h 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99" h="13015">
                  <a:moveTo>
                    <a:pt x="17391" y="10030"/>
                  </a:moveTo>
                  <a:cubicBezTo>
                    <a:pt x="17670" y="7001"/>
                    <a:pt x="10991" y="-3974"/>
                    <a:pt x="0" y="1513"/>
                  </a:cubicBezTo>
                  <a:lnTo>
                    <a:pt x="8394" y="13015"/>
                  </a:lnTo>
                  <a:cubicBezTo>
                    <a:pt x="8394" y="13015"/>
                    <a:pt x="17113" y="13015"/>
                    <a:pt x="17391" y="998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3259D37-417A-7BF0-28D0-1598AFCAEAEF}"/>
                </a:ext>
              </a:extLst>
            </p:cNvPr>
            <p:cNvSpPr>
              <a:spLocks/>
            </p:cNvSpPr>
            <p:nvPr/>
          </p:nvSpPr>
          <p:spPr>
            <a:xfrm>
              <a:off x="3856167" y="2214163"/>
              <a:ext cx="19774" cy="17181"/>
            </a:xfrm>
            <a:custGeom>
              <a:avLst/>
              <a:gdLst>
                <a:gd name="connsiteX0" fmla="*/ 9878 w 13248"/>
                <a:gd name="connsiteY0" fmla="*/ 11312 h 11510"/>
                <a:gd name="connsiteX1" fmla="*/ 12475 w 13248"/>
                <a:gd name="connsiteY1" fmla="*/ 3629 h 11510"/>
                <a:gd name="connsiteX2" fmla="*/ 0 w 13248"/>
                <a:gd name="connsiteY2" fmla="*/ 3629 h 11510"/>
                <a:gd name="connsiteX3" fmla="*/ 9832 w 13248"/>
                <a:gd name="connsiteY3" fmla="*/ 11312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48" h="11510">
                  <a:moveTo>
                    <a:pt x="9878" y="11312"/>
                  </a:moveTo>
                  <a:cubicBezTo>
                    <a:pt x="15397" y="12980"/>
                    <a:pt x="12475" y="3629"/>
                    <a:pt x="12475" y="3629"/>
                  </a:cubicBezTo>
                  <a:cubicBezTo>
                    <a:pt x="12475" y="3629"/>
                    <a:pt x="2829" y="-4536"/>
                    <a:pt x="0" y="3629"/>
                  </a:cubicBezTo>
                  <a:cubicBezTo>
                    <a:pt x="0" y="3629"/>
                    <a:pt x="4359" y="9687"/>
                    <a:pt x="9832" y="113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442997DF-72A0-6E45-4475-DDE802BEEC95}"/>
                </a:ext>
              </a:extLst>
            </p:cNvPr>
            <p:cNvSpPr>
              <a:spLocks/>
            </p:cNvSpPr>
            <p:nvPr/>
          </p:nvSpPr>
          <p:spPr>
            <a:xfrm>
              <a:off x="3844040" y="2195450"/>
              <a:ext cx="12515" cy="9861"/>
            </a:xfrm>
            <a:custGeom>
              <a:avLst/>
              <a:gdLst>
                <a:gd name="connsiteX0" fmla="*/ 8171 w 8385"/>
                <a:gd name="connsiteY0" fmla="*/ 538 h 6607"/>
                <a:gd name="connsiteX1" fmla="*/ 2374 w 8385"/>
                <a:gd name="connsiteY1" fmla="*/ 6596 h 6607"/>
                <a:gd name="connsiteX2" fmla="*/ 8171 w 8385"/>
                <a:gd name="connsiteY2" fmla="*/ 538 h 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5" h="6607">
                  <a:moveTo>
                    <a:pt x="8171" y="538"/>
                  </a:moveTo>
                  <a:cubicBezTo>
                    <a:pt x="-502" y="-2184"/>
                    <a:pt x="-1986" y="6289"/>
                    <a:pt x="2374" y="6596"/>
                  </a:cubicBezTo>
                  <a:cubicBezTo>
                    <a:pt x="6733" y="6904"/>
                    <a:pt x="9145" y="889"/>
                    <a:pt x="8171" y="53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12BF25CE-C240-28A1-3FFA-176DF567F705}"/>
                </a:ext>
              </a:extLst>
            </p:cNvPr>
            <p:cNvSpPr>
              <a:spLocks/>
            </p:cNvSpPr>
            <p:nvPr/>
          </p:nvSpPr>
          <p:spPr>
            <a:xfrm>
              <a:off x="3919784" y="2262173"/>
              <a:ext cx="19035" cy="7797"/>
            </a:xfrm>
            <a:custGeom>
              <a:avLst/>
              <a:gdLst>
                <a:gd name="connsiteX0" fmla="*/ 0 w 12753"/>
                <a:gd name="connsiteY0" fmla="*/ 1098 h 5224"/>
                <a:gd name="connsiteX1" fmla="*/ 11316 w 12753"/>
                <a:gd name="connsiteY1" fmla="*/ 5224 h 5224"/>
                <a:gd name="connsiteX2" fmla="*/ 12754 w 12753"/>
                <a:gd name="connsiteY2" fmla="*/ 3293 h 5224"/>
                <a:gd name="connsiteX3" fmla="*/ 6400 w 12753"/>
                <a:gd name="connsiteY3" fmla="*/ 0 h 5224"/>
                <a:gd name="connsiteX4" fmla="*/ 0 w 12753"/>
                <a:gd name="connsiteY4" fmla="*/ 1098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53" h="5224">
                  <a:moveTo>
                    <a:pt x="0" y="1098"/>
                  </a:moveTo>
                  <a:lnTo>
                    <a:pt x="11316" y="5224"/>
                  </a:lnTo>
                  <a:lnTo>
                    <a:pt x="12754" y="3293"/>
                  </a:lnTo>
                  <a:lnTo>
                    <a:pt x="6400" y="0"/>
                  </a:lnTo>
                  <a:lnTo>
                    <a:pt x="0" y="109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98A9B54B-1FC9-E31C-5F1E-455C9E47415C}"/>
                </a:ext>
              </a:extLst>
            </p:cNvPr>
            <p:cNvSpPr>
              <a:spLocks/>
            </p:cNvSpPr>
            <p:nvPr/>
          </p:nvSpPr>
          <p:spPr>
            <a:xfrm>
              <a:off x="3626429" y="2091737"/>
              <a:ext cx="165703" cy="153210"/>
            </a:xfrm>
            <a:custGeom>
              <a:avLst/>
              <a:gdLst>
                <a:gd name="connsiteX0" fmla="*/ 106099 w 111014"/>
                <a:gd name="connsiteY0" fmla="*/ 82005 h 102644"/>
                <a:gd name="connsiteX1" fmla="*/ 111015 w 111014"/>
                <a:gd name="connsiteY1" fmla="*/ 79327 h 102644"/>
                <a:gd name="connsiteX2" fmla="*/ 104615 w 111014"/>
                <a:gd name="connsiteY2" fmla="*/ 76035 h 102644"/>
                <a:gd name="connsiteX3" fmla="*/ 104615 w 111014"/>
                <a:gd name="connsiteY3" fmla="*/ 72742 h 102644"/>
                <a:gd name="connsiteX4" fmla="*/ 98817 w 111014"/>
                <a:gd name="connsiteY4" fmla="*/ 68089 h 102644"/>
                <a:gd name="connsiteX5" fmla="*/ 98817 w 111014"/>
                <a:gd name="connsiteY5" fmla="*/ 72742 h 102644"/>
                <a:gd name="connsiteX6" fmla="*/ 91583 w 111014"/>
                <a:gd name="connsiteY6" fmla="*/ 69450 h 102644"/>
                <a:gd name="connsiteX7" fmla="*/ 87501 w 111014"/>
                <a:gd name="connsiteY7" fmla="*/ 72742 h 102644"/>
                <a:gd name="connsiteX8" fmla="*/ 83420 w 111014"/>
                <a:gd name="connsiteY8" fmla="*/ 72742 h 102644"/>
                <a:gd name="connsiteX9" fmla="*/ 83420 w 111014"/>
                <a:gd name="connsiteY9" fmla="*/ 70811 h 102644"/>
                <a:gd name="connsiteX10" fmla="*/ 86620 w 111014"/>
                <a:gd name="connsiteY10" fmla="*/ 63392 h 102644"/>
                <a:gd name="connsiteX11" fmla="*/ 85461 w 111014"/>
                <a:gd name="connsiteY11" fmla="*/ 54612 h 102644"/>
                <a:gd name="connsiteX12" fmla="*/ 75629 w 111014"/>
                <a:gd name="connsiteY12" fmla="*/ 44998 h 102644"/>
                <a:gd name="connsiteX13" fmla="*/ 70713 w 111014"/>
                <a:gd name="connsiteY13" fmla="*/ 44998 h 102644"/>
                <a:gd name="connsiteX14" fmla="*/ 60000 w 111014"/>
                <a:gd name="connsiteY14" fmla="*/ 33496 h 102644"/>
                <a:gd name="connsiteX15" fmla="*/ 48962 w 111014"/>
                <a:gd name="connsiteY15" fmla="*/ 30203 h 102644"/>
                <a:gd name="connsiteX16" fmla="*/ 48962 w 111014"/>
                <a:gd name="connsiteY16" fmla="*/ 25813 h 102644"/>
                <a:gd name="connsiteX17" fmla="*/ 42283 w 111014"/>
                <a:gd name="connsiteY17" fmla="*/ 21160 h 102644"/>
                <a:gd name="connsiteX18" fmla="*/ 38805 w 111014"/>
                <a:gd name="connsiteY18" fmla="*/ 24189 h 102644"/>
                <a:gd name="connsiteX19" fmla="*/ 38805 w 111014"/>
                <a:gd name="connsiteY19" fmla="*/ 26911 h 102644"/>
                <a:gd name="connsiteX20" fmla="*/ 36765 w 111014"/>
                <a:gd name="connsiteY20" fmla="*/ 28008 h 102644"/>
                <a:gd name="connsiteX21" fmla="*/ 35327 w 111014"/>
                <a:gd name="connsiteY21" fmla="*/ 26077 h 102644"/>
                <a:gd name="connsiteX22" fmla="*/ 34167 w 111014"/>
                <a:gd name="connsiteY22" fmla="*/ 21160 h 102644"/>
                <a:gd name="connsiteX23" fmla="*/ 30967 w 111014"/>
                <a:gd name="connsiteY23" fmla="*/ 21160 h 102644"/>
                <a:gd name="connsiteX24" fmla="*/ 30967 w 111014"/>
                <a:gd name="connsiteY24" fmla="*/ 18131 h 102644"/>
                <a:gd name="connsiteX25" fmla="*/ 32730 w 111014"/>
                <a:gd name="connsiteY25" fmla="*/ 18131 h 102644"/>
                <a:gd name="connsiteX26" fmla="*/ 33889 w 111014"/>
                <a:gd name="connsiteY26" fmla="*/ 12907 h 102644"/>
                <a:gd name="connsiteX27" fmla="*/ 37646 w 111014"/>
                <a:gd name="connsiteY27" fmla="*/ 16770 h 102644"/>
                <a:gd name="connsiteX28" fmla="*/ 39965 w 111014"/>
                <a:gd name="connsiteY28" fmla="*/ 17604 h 102644"/>
                <a:gd name="connsiteX29" fmla="*/ 40846 w 111014"/>
                <a:gd name="connsiteY29" fmla="*/ 9351 h 102644"/>
                <a:gd name="connsiteX30" fmla="*/ 35049 w 111014"/>
                <a:gd name="connsiteY30" fmla="*/ 834 h 102644"/>
                <a:gd name="connsiteX31" fmla="*/ 30967 w 111014"/>
                <a:gd name="connsiteY31" fmla="*/ 0 h 102644"/>
                <a:gd name="connsiteX32" fmla="*/ 30967 w 111014"/>
                <a:gd name="connsiteY32" fmla="*/ 8253 h 102644"/>
                <a:gd name="connsiteX33" fmla="*/ 27211 w 111014"/>
                <a:gd name="connsiteY33" fmla="*/ 8253 h 102644"/>
                <a:gd name="connsiteX34" fmla="*/ 25773 w 111014"/>
                <a:gd name="connsiteY34" fmla="*/ 4390 h 102644"/>
                <a:gd name="connsiteX35" fmla="*/ 17657 w 111014"/>
                <a:gd name="connsiteY35" fmla="*/ 12907 h 102644"/>
                <a:gd name="connsiteX36" fmla="*/ 16219 w 111014"/>
                <a:gd name="connsiteY36" fmla="*/ 41003 h 102644"/>
                <a:gd name="connsiteX37" fmla="*/ 14967 w 111014"/>
                <a:gd name="connsiteY37" fmla="*/ 68045 h 102644"/>
                <a:gd name="connsiteX38" fmla="*/ 266 w 111014"/>
                <a:gd name="connsiteY38" fmla="*/ 84771 h 102644"/>
                <a:gd name="connsiteX39" fmla="*/ 10098 w 111014"/>
                <a:gd name="connsiteY39" fmla="*/ 84771 h 102644"/>
                <a:gd name="connsiteX40" fmla="*/ 20533 w 111014"/>
                <a:gd name="connsiteY40" fmla="*/ 81961 h 102644"/>
                <a:gd name="connsiteX41" fmla="*/ 25727 w 111014"/>
                <a:gd name="connsiteY41" fmla="*/ 72699 h 102644"/>
                <a:gd name="connsiteX42" fmla="*/ 26283 w 111014"/>
                <a:gd name="connsiteY42" fmla="*/ 75991 h 102644"/>
                <a:gd name="connsiteX43" fmla="*/ 22527 w 111014"/>
                <a:gd name="connsiteY43" fmla="*/ 83410 h 102644"/>
                <a:gd name="connsiteX44" fmla="*/ 24289 w 111014"/>
                <a:gd name="connsiteY44" fmla="*/ 89600 h 102644"/>
                <a:gd name="connsiteX45" fmla="*/ 29808 w 111014"/>
                <a:gd name="connsiteY45" fmla="*/ 102638 h 102644"/>
                <a:gd name="connsiteX46" fmla="*/ 44000 w 111014"/>
                <a:gd name="connsiteY46" fmla="*/ 93507 h 102644"/>
                <a:gd name="connsiteX47" fmla="*/ 46040 w 111014"/>
                <a:gd name="connsiteY47" fmla="*/ 85649 h 102644"/>
                <a:gd name="connsiteX48" fmla="*/ 49518 w 111014"/>
                <a:gd name="connsiteY48" fmla="*/ 85912 h 102644"/>
                <a:gd name="connsiteX49" fmla="*/ 55455 w 111014"/>
                <a:gd name="connsiteY49" fmla="*/ 79854 h 102644"/>
                <a:gd name="connsiteX50" fmla="*/ 56753 w 111014"/>
                <a:gd name="connsiteY50" fmla="*/ 74630 h 102644"/>
                <a:gd name="connsiteX51" fmla="*/ 55455 w 111014"/>
                <a:gd name="connsiteY51" fmla="*/ 72699 h 102644"/>
                <a:gd name="connsiteX52" fmla="*/ 67049 w 111014"/>
                <a:gd name="connsiteY52" fmla="*/ 66377 h 102644"/>
                <a:gd name="connsiteX53" fmla="*/ 62829 w 111014"/>
                <a:gd name="connsiteY53" fmla="*/ 74323 h 102644"/>
                <a:gd name="connsiteX54" fmla="*/ 74145 w 111014"/>
                <a:gd name="connsiteY54" fmla="*/ 74059 h 102644"/>
                <a:gd name="connsiteX55" fmla="*/ 73588 w 111014"/>
                <a:gd name="connsiteY55" fmla="*/ 81961 h 102644"/>
                <a:gd name="connsiteX56" fmla="*/ 80823 w 111014"/>
                <a:gd name="connsiteY56" fmla="*/ 83937 h 102644"/>
                <a:gd name="connsiteX57" fmla="*/ 90098 w 111014"/>
                <a:gd name="connsiteY57" fmla="*/ 87712 h 102644"/>
                <a:gd name="connsiteX58" fmla="*/ 97055 w 111014"/>
                <a:gd name="connsiteY58" fmla="*/ 91619 h 102644"/>
                <a:gd name="connsiteX59" fmla="*/ 101971 w 111014"/>
                <a:gd name="connsiteY59" fmla="*/ 87712 h 102644"/>
                <a:gd name="connsiteX60" fmla="*/ 105728 w 111014"/>
                <a:gd name="connsiteY60" fmla="*/ 83937 h 102644"/>
                <a:gd name="connsiteX61" fmla="*/ 106006 w 111014"/>
                <a:gd name="connsiteY61" fmla="*/ 81961 h 102644"/>
                <a:gd name="connsiteX62" fmla="*/ 23779 w 111014"/>
                <a:gd name="connsiteY62" fmla="*/ 17341 h 102644"/>
                <a:gd name="connsiteX63" fmla="*/ 20301 w 111014"/>
                <a:gd name="connsiteY63" fmla="*/ 19536 h 102644"/>
                <a:gd name="connsiteX64" fmla="*/ 23779 w 111014"/>
                <a:gd name="connsiteY64" fmla="*/ 11019 h 102644"/>
                <a:gd name="connsiteX65" fmla="*/ 26098 w 111014"/>
                <a:gd name="connsiteY65" fmla="*/ 14882 h 102644"/>
                <a:gd name="connsiteX66" fmla="*/ 23779 w 111014"/>
                <a:gd name="connsiteY66" fmla="*/ 17341 h 10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11014" h="102644">
                  <a:moveTo>
                    <a:pt x="106099" y="82005"/>
                  </a:moveTo>
                  <a:cubicBezTo>
                    <a:pt x="106099" y="82005"/>
                    <a:pt x="111015" y="82357"/>
                    <a:pt x="111015" y="79327"/>
                  </a:cubicBezTo>
                  <a:lnTo>
                    <a:pt x="104615" y="76035"/>
                  </a:lnTo>
                  <a:lnTo>
                    <a:pt x="104615" y="72742"/>
                  </a:lnTo>
                  <a:lnTo>
                    <a:pt x="98817" y="68089"/>
                  </a:lnTo>
                  <a:lnTo>
                    <a:pt x="98817" y="72742"/>
                  </a:lnTo>
                  <a:lnTo>
                    <a:pt x="91583" y="69450"/>
                  </a:lnTo>
                  <a:lnTo>
                    <a:pt x="87501" y="72742"/>
                  </a:lnTo>
                  <a:lnTo>
                    <a:pt x="83420" y="72742"/>
                  </a:lnTo>
                  <a:lnTo>
                    <a:pt x="83420" y="70811"/>
                  </a:lnTo>
                  <a:cubicBezTo>
                    <a:pt x="83420" y="70811"/>
                    <a:pt x="91258" y="67782"/>
                    <a:pt x="86620" y="63392"/>
                  </a:cubicBezTo>
                  <a:lnTo>
                    <a:pt x="85461" y="54612"/>
                  </a:lnTo>
                  <a:lnTo>
                    <a:pt x="75629" y="44998"/>
                  </a:lnTo>
                  <a:lnTo>
                    <a:pt x="70713" y="44998"/>
                  </a:lnTo>
                  <a:cubicBezTo>
                    <a:pt x="70713" y="44998"/>
                    <a:pt x="61437" y="34857"/>
                    <a:pt x="60000" y="33496"/>
                  </a:cubicBezTo>
                  <a:cubicBezTo>
                    <a:pt x="58562" y="32135"/>
                    <a:pt x="48962" y="30203"/>
                    <a:pt x="48962" y="30203"/>
                  </a:cubicBezTo>
                  <a:lnTo>
                    <a:pt x="48962" y="25813"/>
                  </a:lnTo>
                  <a:lnTo>
                    <a:pt x="42283" y="21160"/>
                  </a:lnTo>
                  <a:lnTo>
                    <a:pt x="38805" y="24189"/>
                  </a:lnTo>
                  <a:lnTo>
                    <a:pt x="38805" y="26911"/>
                  </a:lnTo>
                  <a:lnTo>
                    <a:pt x="36765" y="28008"/>
                  </a:lnTo>
                  <a:lnTo>
                    <a:pt x="35327" y="26077"/>
                  </a:lnTo>
                  <a:lnTo>
                    <a:pt x="34167" y="21160"/>
                  </a:lnTo>
                  <a:lnTo>
                    <a:pt x="30967" y="21160"/>
                  </a:lnTo>
                  <a:lnTo>
                    <a:pt x="30967" y="18131"/>
                  </a:lnTo>
                  <a:lnTo>
                    <a:pt x="32730" y="18131"/>
                  </a:lnTo>
                  <a:lnTo>
                    <a:pt x="33889" y="12907"/>
                  </a:lnTo>
                  <a:cubicBezTo>
                    <a:pt x="33889" y="12907"/>
                    <a:pt x="37367" y="15365"/>
                    <a:pt x="37646" y="16770"/>
                  </a:cubicBezTo>
                  <a:cubicBezTo>
                    <a:pt x="37924" y="18175"/>
                    <a:pt x="39965" y="17604"/>
                    <a:pt x="39965" y="17604"/>
                  </a:cubicBezTo>
                  <a:lnTo>
                    <a:pt x="40846" y="9351"/>
                  </a:lnTo>
                  <a:lnTo>
                    <a:pt x="35049" y="834"/>
                  </a:lnTo>
                  <a:lnTo>
                    <a:pt x="30967" y="0"/>
                  </a:lnTo>
                  <a:lnTo>
                    <a:pt x="30967" y="8253"/>
                  </a:lnTo>
                  <a:lnTo>
                    <a:pt x="27211" y="8253"/>
                  </a:lnTo>
                  <a:lnTo>
                    <a:pt x="25773" y="4390"/>
                  </a:lnTo>
                  <a:lnTo>
                    <a:pt x="17657" y="12907"/>
                  </a:lnTo>
                  <a:cubicBezTo>
                    <a:pt x="17657" y="12907"/>
                    <a:pt x="12741" y="32881"/>
                    <a:pt x="16219" y="41003"/>
                  </a:cubicBezTo>
                  <a:cubicBezTo>
                    <a:pt x="16219" y="41003"/>
                    <a:pt x="8521" y="49651"/>
                    <a:pt x="14967" y="68045"/>
                  </a:cubicBezTo>
                  <a:cubicBezTo>
                    <a:pt x="14967" y="68045"/>
                    <a:pt x="-2331" y="77089"/>
                    <a:pt x="266" y="84771"/>
                  </a:cubicBezTo>
                  <a:cubicBezTo>
                    <a:pt x="2863" y="92454"/>
                    <a:pt x="10098" y="84771"/>
                    <a:pt x="10098" y="84771"/>
                  </a:cubicBezTo>
                  <a:cubicBezTo>
                    <a:pt x="10098" y="84771"/>
                    <a:pt x="17935" y="85210"/>
                    <a:pt x="20533" y="81961"/>
                  </a:cubicBezTo>
                  <a:cubicBezTo>
                    <a:pt x="23130" y="78713"/>
                    <a:pt x="24614" y="72172"/>
                    <a:pt x="25727" y="72699"/>
                  </a:cubicBezTo>
                  <a:lnTo>
                    <a:pt x="26283" y="75991"/>
                  </a:lnTo>
                  <a:cubicBezTo>
                    <a:pt x="26283" y="75991"/>
                    <a:pt x="22527" y="80908"/>
                    <a:pt x="22527" y="83410"/>
                  </a:cubicBezTo>
                  <a:cubicBezTo>
                    <a:pt x="22527" y="85912"/>
                    <a:pt x="25124" y="85342"/>
                    <a:pt x="24289" y="89600"/>
                  </a:cubicBezTo>
                  <a:cubicBezTo>
                    <a:pt x="23408" y="93858"/>
                    <a:pt x="21970" y="102375"/>
                    <a:pt x="29808" y="102638"/>
                  </a:cubicBezTo>
                  <a:cubicBezTo>
                    <a:pt x="37646" y="102902"/>
                    <a:pt x="44000" y="95088"/>
                    <a:pt x="44000" y="93507"/>
                  </a:cubicBezTo>
                  <a:cubicBezTo>
                    <a:pt x="44000" y="91927"/>
                    <a:pt x="43443" y="87010"/>
                    <a:pt x="46040" y="85649"/>
                  </a:cubicBezTo>
                  <a:lnTo>
                    <a:pt x="49518" y="85912"/>
                  </a:lnTo>
                  <a:cubicBezTo>
                    <a:pt x="49518" y="85912"/>
                    <a:pt x="51837" y="79591"/>
                    <a:pt x="55455" y="79854"/>
                  </a:cubicBezTo>
                  <a:lnTo>
                    <a:pt x="56753" y="74630"/>
                  </a:lnTo>
                  <a:lnTo>
                    <a:pt x="55455" y="72699"/>
                  </a:lnTo>
                  <a:cubicBezTo>
                    <a:pt x="55455" y="72699"/>
                    <a:pt x="59397" y="66114"/>
                    <a:pt x="67049" y="66377"/>
                  </a:cubicBezTo>
                  <a:cubicBezTo>
                    <a:pt x="67049" y="66377"/>
                    <a:pt x="61066" y="73225"/>
                    <a:pt x="62829" y="74323"/>
                  </a:cubicBezTo>
                  <a:cubicBezTo>
                    <a:pt x="64591" y="75420"/>
                    <a:pt x="71548" y="72962"/>
                    <a:pt x="74145" y="74059"/>
                  </a:cubicBezTo>
                  <a:cubicBezTo>
                    <a:pt x="76742" y="75157"/>
                    <a:pt x="73588" y="81961"/>
                    <a:pt x="73588" y="81961"/>
                  </a:cubicBezTo>
                  <a:cubicBezTo>
                    <a:pt x="73588" y="81961"/>
                    <a:pt x="75350" y="85605"/>
                    <a:pt x="80823" y="83937"/>
                  </a:cubicBezTo>
                  <a:cubicBezTo>
                    <a:pt x="80823" y="83937"/>
                    <a:pt x="85739" y="87932"/>
                    <a:pt x="90098" y="87712"/>
                  </a:cubicBezTo>
                  <a:lnTo>
                    <a:pt x="97055" y="91619"/>
                  </a:lnTo>
                  <a:lnTo>
                    <a:pt x="101971" y="87712"/>
                  </a:lnTo>
                  <a:lnTo>
                    <a:pt x="105728" y="83937"/>
                  </a:lnTo>
                  <a:lnTo>
                    <a:pt x="106006" y="81961"/>
                  </a:lnTo>
                  <a:close/>
                  <a:moveTo>
                    <a:pt x="23779" y="17341"/>
                  </a:moveTo>
                  <a:lnTo>
                    <a:pt x="20301" y="19536"/>
                  </a:lnTo>
                  <a:lnTo>
                    <a:pt x="23779" y="11019"/>
                  </a:lnTo>
                  <a:lnTo>
                    <a:pt x="26098" y="14882"/>
                  </a:lnTo>
                  <a:lnTo>
                    <a:pt x="23779" y="173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BBDD516F-89FA-FFDD-27B3-2B0FB6C272E4}"/>
                </a:ext>
              </a:extLst>
            </p:cNvPr>
            <p:cNvSpPr>
              <a:spLocks/>
            </p:cNvSpPr>
            <p:nvPr/>
          </p:nvSpPr>
          <p:spPr>
            <a:xfrm>
              <a:off x="3690348" y="2088134"/>
              <a:ext cx="30070" cy="26669"/>
            </a:xfrm>
            <a:custGeom>
              <a:avLst/>
              <a:gdLst>
                <a:gd name="connsiteX0" fmla="*/ 12726 w 20146"/>
                <a:gd name="connsiteY0" fmla="*/ 8780 h 17867"/>
                <a:gd name="connsiteX1" fmla="*/ 5909 w 20146"/>
                <a:gd name="connsiteY1" fmla="*/ 0 h 17867"/>
                <a:gd name="connsiteX2" fmla="*/ 993 w 20146"/>
                <a:gd name="connsiteY2" fmla="*/ 0 h 17867"/>
                <a:gd name="connsiteX3" fmla="*/ 5352 w 20146"/>
                <a:gd name="connsiteY3" fmla="*/ 7419 h 17867"/>
                <a:gd name="connsiteX4" fmla="*/ 6233 w 20146"/>
                <a:gd name="connsiteY4" fmla="*/ 13741 h 17867"/>
                <a:gd name="connsiteX5" fmla="*/ 10593 w 20146"/>
                <a:gd name="connsiteY5" fmla="*/ 14004 h 17867"/>
                <a:gd name="connsiteX6" fmla="*/ 15230 w 20146"/>
                <a:gd name="connsiteY6" fmla="*/ 17867 h 17867"/>
                <a:gd name="connsiteX7" fmla="*/ 20146 w 20146"/>
                <a:gd name="connsiteY7" fmla="*/ 15936 h 17867"/>
                <a:gd name="connsiteX8" fmla="*/ 20146 w 20146"/>
                <a:gd name="connsiteY8" fmla="*/ 12907 h 17867"/>
                <a:gd name="connsiteX9" fmla="*/ 15509 w 20146"/>
                <a:gd name="connsiteY9" fmla="*/ 12907 h 17867"/>
                <a:gd name="connsiteX10" fmla="*/ 12773 w 20146"/>
                <a:gd name="connsiteY10" fmla="*/ 8780 h 1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46" h="17867">
                  <a:moveTo>
                    <a:pt x="12726" y="8780"/>
                  </a:moveTo>
                  <a:cubicBezTo>
                    <a:pt x="13468" y="4653"/>
                    <a:pt x="5909" y="0"/>
                    <a:pt x="5909" y="0"/>
                  </a:cubicBezTo>
                  <a:lnTo>
                    <a:pt x="993" y="0"/>
                  </a:lnTo>
                  <a:cubicBezTo>
                    <a:pt x="-2764" y="6848"/>
                    <a:pt x="5352" y="7419"/>
                    <a:pt x="5352" y="7419"/>
                  </a:cubicBezTo>
                  <a:lnTo>
                    <a:pt x="6233" y="13741"/>
                  </a:lnTo>
                  <a:lnTo>
                    <a:pt x="10593" y="14004"/>
                  </a:lnTo>
                  <a:lnTo>
                    <a:pt x="15230" y="17867"/>
                  </a:lnTo>
                  <a:lnTo>
                    <a:pt x="20146" y="15936"/>
                  </a:lnTo>
                  <a:lnTo>
                    <a:pt x="20146" y="12907"/>
                  </a:lnTo>
                  <a:lnTo>
                    <a:pt x="15509" y="12907"/>
                  </a:lnTo>
                  <a:cubicBezTo>
                    <a:pt x="12912" y="12907"/>
                    <a:pt x="12773" y="8780"/>
                    <a:pt x="12773" y="87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2B701B4B-B371-C56D-B979-C48521C7F745}"/>
                </a:ext>
              </a:extLst>
            </p:cNvPr>
            <p:cNvSpPr>
              <a:spLocks/>
            </p:cNvSpPr>
            <p:nvPr/>
          </p:nvSpPr>
          <p:spPr>
            <a:xfrm>
              <a:off x="3720349" y="2075816"/>
              <a:ext cx="6299" cy="8648"/>
            </a:xfrm>
            <a:custGeom>
              <a:avLst/>
              <a:gdLst>
                <a:gd name="connsiteX0" fmla="*/ 2133 w 4220"/>
                <a:gd name="connsiteY0" fmla="*/ 0 h 5794"/>
                <a:gd name="connsiteX1" fmla="*/ 0 w 4220"/>
                <a:gd name="connsiteY1" fmla="*/ 0 h 5794"/>
                <a:gd name="connsiteX2" fmla="*/ 0 w 4220"/>
                <a:gd name="connsiteY2" fmla="*/ 3293 h 5794"/>
                <a:gd name="connsiteX3" fmla="*/ 4220 w 4220"/>
                <a:gd name="connsiteY3" fmla="*/ 5795 h 5794"/>
                <a:gd name="connsiteX4" fmla="*/ 4220 w 4220"/>
                <a:gd name="connsiteY4" fmla="*/ 2897 h 5794"/>
                <a:gd name="connsiteX5" fmla="*/ 2133 w 4220"/>
                <a:gd name="connsiteY5" fmla="*/ 0 h 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20" h="5794">
                  <a:moveTo>
                    <a:pt x="2133" y="0"/>
                  </a:moveTo>
                  <a:lnTo>
                    <a:pt x="0" y="0"/>
                  </a:lnTo>
                  <a:lnTo>
                    <a:pt x="0" y="3293"/>
                  </a:lnTo>
                  <a:lnTo>
                    <a:pt x="4220" y="5795"/>
                  </a:lnTo>
                  <a:lnTo>
                    <a:pt x="4220" y="2897"/>
                  </a:lnTo>
                  <a:lnTo>
                    <a:pt x="213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04B9F32F-89CE-678E-A777-04153EF58C6B}"/>
                </a:ext>
              </a:extLst>
            </p:cNvPr>
            <p:cNvSpPr>
              <a:spLocks/>
            </p:cNvSpPr>
            <p:nvPr/>
          </p:nvSpPr>
          <p:spPr>
            <a:xfrm>
              <a:off x="3713427" y="2101437"/>
              <a:ext cx="6922" cy="2686"/>
            </a:xfrm>
            <a:custGeom>
              <a:avLst/>
              <a:gdLst>
                <a:gd name="connsiteX0" fmla="*/ 0 w 4637"/>
                <a:gd name="connsiteY0" fmla="*/ 0 h 1799"/>
                <a:gd name="connsiteX1" fmla="*/ 4638 w 4637"/>
                <a:gd name="connsiteY1" fmla="*/ 0 h 1799"/>
                <a:gd name="connsiteX2" fmla="*/ 4638 w 4637"/>
                <a:gd name="connsiteY2" fmla="*/ 1800 h 1799"/>
                <a:gd name="connsiteX3" fmla="*/ 0 w 4637"/>
                <a:gd name="connsiteY3" fmla="*/ 1800 h 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7" h="1799">
                  <a:moveTo>
                    <a:pt x="0" y="0"/>
                  </a:moveTo>
                  <a:lnTo>
                    <a:pt x="4638" y="0"/>
                  </a:lnTo>
                  <a:lnTo>
                    <a:pt x="4638" y="1800"/>
                  </a:lnTo>
                  <a:lnTo>
                    <a:pt x="0" y="18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12E57F09-1723-AA5D-B3FF-59061157F673}"/>
                </a:ext>
              </a:extLst>
            </p:cNvPr>
            <p:cNvSpPr>
              <a:spLocks/>
            </p:cNvSpPr>
            <p:nvPr/>
          </p:nvSpPr>
          <p:spPr>
            <a:xfrm>
              <a:off x="4002852" y="2256525"/>
              <a:ext cx="25958" cy="15051"/>
            </a:xfrm>
            <a:custGeom>
              <a:avLst/>
              <a:gdLst>
                <a:gd name="connsiteX0" fmla="*/ 0 w 17391"/>
                <a:gd name="connsiteY0" fmla="*/ 228 h 10083"/>
                <a:gd name="connsiteX1" fmla="*/ 0 w 17391"/>
                <a:gd name="connsiteY1" fmla="*/ 2159 h 10083"/>
                <a:gd name="connsiteX2" fmla="*/ 5194 w 17391"/>
                <a:gd name="connsiteY2" fmla="*/ 3828 h 10083"/>
                <a:gd name="connsiteX3" fmla="*/ 6075 w 17391"/>
                <a:gd name="connsiteY3" fmla="*/ 6418 h 10083"/>
                <a:gd name="connsiteX4" fmla="*/ 17391 w 17391"/>
                <a:gd name="connsiteY4" fmla="*/ 9008 h 10083"/>
                <a:gd name="connsiteX5" fmla="*/ 0 w 17391"/>
                <a:gd name="connsiteY5" fmla="*/ 228 h 10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91" h="10083">
                  <a:moveTo>
                    <a:pt x="0" y="228"/>
                  </a:moveTo>
                  <a:lnTo>
                    <a:pt x="0" y="2159"/>
                  </a:lnTo>
                  <a:lnTo>
                    <a:pt x="5194" y="3828"/>
                  </a:lnTo>
                  <a:lnTo>
                    <a:pt x="6075" y="6418"/>
                  </a:lnTo>
                  <a:cubicBezTo>
                    <a:pt x="7930" y="12695"/>
                    <a:pt x="17391" y="9008"/>
                    <a:pt x="17391" y="9008"/>
                  </a:cubicBezTo>
                  <a:cubicBezTo>
                    <a:pt x="9554" y="-2231"/>
                    <a:pt x="0" y="228"/>
                    <a:pt x="0" y="22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1" name="Freeform: Shape 1770">
              <a:extLst>
                <a:ext uri="{FF2B5EF4-FFF2-40B4-BE49-F238E27FC236}">
                  <a16:creationId xmlns:a16="http://schemas.microsoft.com/office/drawing/2014/main" id="{8F3BC4FB-FCD0-12B5-68D1-5D732152F25A}"/>
                </a:ext>
              </a:extLst>
            </p:cNvPr>
            <p:cNvSpPr>
              <a:spLocks/>
            </p:cNvSpPr>
            <p:nvPr/>
          </p:nvSpPr>
          <p:spPr>
            <a:xfrm>
              <a:off x="4145247" y="2301489"/>
              <a:ext cx="9898" cy="9435"/>
            </a:xfrm>
            <a:custGeom>
              <a:avLst/>
              <a:gdLst>
                <a:gd name="connsiteX0" fmla="*/ 6632 w 6631"/>
                <a:gd name="connsiteY0" fmla="*/ 4390 h 6321"/>
                <a:gd name="connsiteX1" fmla="*/ 2319 w 6631"/>
                <a:gd name="connsiteY1" fmla="*/ 0 h 6321"/>
                <a:gd name="connsiteX2" fmla="*/ 0 w 6631"/>
                <a:gd name="connsiteY2" fmla="*/ 2766 h 6321"/>
                <a:gd name="connsiteX3" fmla="*/ 4313 w 6631"/>
                <a:gd name="connsiteY3" fmla="*/ 6322 h 6321"/>
                <a:gd name="connsiteX4" fmla="*/ 6632 w 6631"/>
                <a:gd name="connsiteY4" fmla="*/ 4390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31" h="6321">
                  <a:moveTo>
                    <a:pt x="6632" y="4390"/>
                  </a:moveTo>
                  <a:lnTo>
                    <a:pt x="2319" y="0"/>
                  </a:lnTo>
                  <a:lnTo>
                    <a:pt x="0" y="2766"/>
                  </a:lnTo>
                  <a:lnTo>
                    <a:pt x="4313" y="6322"/>
                  </a:lnTo>
                  <a:lnTo>
                    <a:pt x="6632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2" name="Freeform: Shape 1771">
              <a:extLst>
                <a:ext uri="{FF2B5EF4-FFF2-40B4-BE49-F238E27FC236}">
                  <a16:creationId xmlns:a16="http://schemas.microsoft.com/office/drawing/2014/main" id="{AADEC1DF-CADD-3F8B-A0B7-9F0F86D48720}"/>
                </a:ext>
              </a:extLst>
            </p:cNvPr>
            <p:cNvSpPr>
              <a:spLocks/>
            </p:cNvSpPr>
            <p:nvPr/>
          </p:nvSpPr>
          <p:spPr>
            <a:xfrm>
              <a:off x="4139987" y="2311683"/>
              <a:ext cx="18820" cy="17259"/>
            </a:xfrm>
            <a:custGeom>
              <a:avLst/>
              <a:gdLst>
                <a:gd name="connsiteX0" fmla="*/ 10157 w 12609"/>
                <a:gd name="connsiteY0" fmla="*/ 11258 h 11563"/>
                <a:gd name="connsiteX1" fmla="*/ 10157 w 12609"/>
                <a:gd name="connsiteY1" fmla="*/ 1951 h 11563"/>
                <a:gd name="connsiteX2" fmla="*/ 0 w 12609"/>
                <a:gd name="connsiteY2" fmla="*/ 1951 h 11563"/>
                <a:gd name="connsiteX3" fmla="*/ 6817 w 12609"/>
                <a:gd name="connsiteY3" fmla="*/ 8273 h 11563"/>
                <a:gd name="connsiteX4" fmla="*/ 10157 w 12609"/>
                <a:gd name="connsiteY4" fmla="*/ 11302 h 1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09" h="11563">
                  <a:moveTo>
                    <a:pt x="10157" y="11258"/>
                  </a:moveTo>
                  <a:cubicBezTo>
                    <a:pt x="10157" y="11258"/>
                    <a:pt x="15676" y="3839"/>
                    <a:pt x="10157" y="1951"/>
                  </a:cubicBezTo>
                  <a:cubicBezTo>
                    <a:pt x="10157" y="1951"/>
                    <a:pt x="1438" y="-2439"/>
                    <a:pt x="0" y="1951"/>
                  </a:cubicBezTo>
                  <a:cubicBezTo>
                    <a:pt x="0" y="1951"/>
                    <a:pt x="2041" y="7439"/>
                    <a:pt x="6817" y="8273"/>
                  </a:cubicBezTo>
                  <a:cubicBezTo>
                    <a:pt x="6817" y="8273"/>
                    <a:pt x="4916" y="12663"/>
                    <a:pt x="10157" y="1130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3" name="Freeform: Shape 1772">
              <a:extLst>
                <a:ext uri="{FF2B5EF4-FFF2-40B4-BE49-F238E27FC236}">
                  <a16:creationId xmlns:a16="http://schemas.microsoft.com/office/drawing/2014/main" id="{FC4688BD-19BE-790B-811A-AF8C43AED768}"/>
                </a:ext>
              </a:extLst>
            </p:cNvPr>
            <p:cNvSpPr>
              <a:spLocks/>
            </p:cNvSpPr>
            <p:nvPr/>
          </p:nvSpPr>
          <p:spPr>
            <a:xfrm>
              <a:off x="4069497" y="2364002"/>
              <a:ext cx="13982" cy="17601"/>
            </a:xfrm>
            <a:custGeom>
              <a:avLst/>
              <a:gdLst>
                <a:gd name="connsiteX0" fmla="*/ 569 w 9367"/>
                <a:gd name="connsiteY0" fmla="*/ 5882 h 11792"/>
                <a:gd name="connsiteX1" fmla="*/ 3769 w 9367"/>
                <a:gd name="connsiteY1" fmla="*/ 10272 h 11792"/>
                <a:gd name="connsiteX2" fmla="*/ 6969 w 9367"/>
                <a:gd name="connsiteY2" fmla="*/ 394 h 11792"/>
                <a:gd name="connsiteX3" fmla="*/ 569 w 9367"/>
                <a:gd name="connsiteY3" fmla="*/ 5882 h 1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67" h="11792">
                  <a:moveTo>
                    <a:pt x="569" y="5882"/>
                  </a:moveTo>
                  <a:cubicBezTo>
                    <a:pt x="-1750" y="15759"/>
                    <a:pt x="3769" y="10272"/>
                    <a:pt x="3769" y="10272"/>
                  </a:cubicBezTo>
                  <a:cubicBezTo>
                    <a:pt x="5207" y="10799"/>
                    <a:pt x="13323" y="2589"/>
                    <a:pt x="6969" y="394"/>
                  </a:cubicBezTo>
                  <a:cubicBezTo>
                    <a:pt x="615" y="-1801"/>
                    <a:pt x="569" y="5882"/>
                    <a:pt x="569" y="588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4" name="Freeform: Shape 1773">
              <a:extLst>
                <a:ext uri="{FF2B5EF4-FFF2-40B4-BE49-F238E27FC236}">
                  <a16:creationId xmlns:a16="http://schemas.microsoft.com/office/drawing/2014/main" id="{4B8E619A-ABC4-97FF-D90B-A3B18D22613F}"/>
                </a:ext>
              </a:extLst>
            </p:cNvPr>
            <p:cNvSpPr>
              <a:spLocks/>
            </p:cNvSpPr>
            <p:nvPr/>
          </p:nvSpPr>
          <p:spPr>
            <a:xfrm>
              <a:off x="4227832" y="3833175"/>
              <a:ext cx="17659" cy="17896"/>
            </a:xfrm>
            <a:custGeom>
              <a:avLst/>
              <a:gdLst>
                <a:gd name="connsiteX0" fmla="*/ 0 w 11831"/>
                <a:gd name="connsiteY0" fmla="*/ 11238 h 11989"/>
                <a:gd name="connsiteX1" fmla="*/ 11316 w 11831"/>
                <a:gd name="connsiteY1" fmla="*/ 9043 h 11989"/>
                <a:gd name="connsiteX2" fmla="*/ 11316 w 11831"/>
                <a:gd name="connsiteY2" fmla="*/ 0 h 11989"/>
                <a:gd name="connsiteX3" fmla="*/ 4359 w 11831"/>
                <a:gd name="connsiteY3" fmla="*/ 1098 h 11989"/>
                <a:gd name="connsiteX4" fmla="*/ 1484 w 11831"/>
                <a:gd name="connsiteY4" fmla="*/ 3556 h 11989"/>
                <a:gd name="connsiteX5" fmla="*/ 4359 w 11831"/>
                <a:gd name="connsiteY5" fmla="*/ 6585 h 11989"/>
                <a:gd name="connsiteX6" fmla="*/ 0 w 11831"/>
                <a:gd name="connsiteY6" fmla="*/ 11238 h 11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31" h="11989">
                  <a:moveTo>
                    <a:pt x="0" y="11238"/>
                  </a:moveTo>
                  <a:cubicBezTo>
                    <a:pt x="0" y="11238"/>
                    <a:pt x="10157" y="13960"/>
                    <a:pt x="11316" y="9043"/>
                  </a:cubicBezTo>
                  <a:cubicBezTo>
                    <a:pt x="12475" y="4127"/>
                    <a:pt x="11316" y="0"/>
                    <a:pt x="11316" y="0"/>
                  </a:cubicBezTo>
                  <a:lnTo>
                    <a:pt x="4359" y="1098"/>
                  </a:lnTo>
                  <a:lnTo>
                    <a:pt x="1484" y="3556"/>
                  </a:lnTo>
                  <a:lnTo>
                    <a:pt x="4359" y="6585"/>
                  </a:lnTo>
                  <a:cubicBezTo>
                    <a:pt x="4359" y="6585"/>
                    <a:pt x="3200" y="11238"/>
                    <a:pt x="0" y="1123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C85F6B1A-14D7-C74B-FE92-CE3DA6EB334E}"/>
                </a:ext>
              </a:extLst>
            </p:cNvPr>
            <p:cNvSpPr>
              <a:spLocks/>
            </p:cNvSpPr>
            <p:nvPr/>
          </p:nvSpPr>
          <p:spPr>
            <a:xfrm>
              <a:off x="3579478" y="3715620"/>
              <a:ext cx="138308" cy="68278"/>
            </a:xfrm>
            <a:custGeom>
              <a:avLst/>
              <a:gdLst>
                <a:gd name="connsiteX0" fmla="*/ 36128 w 92661"/>
                <a:gd name="connsiteY0" fmla="*/ 43637 h 45743"/>
                <a:gd name="connsiteX1" fmla="*/ 38493 w 92661"/>
                <a:gd name="connsiteY1" fmla="*/ 34066 h 45743"/>
                <a:gd name="connsiteX2" fmla="*/ 39606 w 92661"/>
                <a:gd name="connsiteY2" fmla="*/ 33232 h 45743"/>
                <a:gd name="connsiteX3" fmla="*/ 44569 w 92661"/>
                <a:gd name="connsiteY3" fmla="*/ 33232 h 45743"/>
                <a:gd name="connsiteX4" fmla="*/ 48279 w 92661"/>
                <a:gd name="connsiteY4" fmla="*/ 28711 h 45743"/>
                <a:gd name="connsiteX5" fmla="*/ 49299 w 92661"/>
                <a:gd name="connsiteY5" fmla="*/ 28272 h 45743"/>
                <a:gd name="connsiteX6" fmla="*/ 50227 w 92661"/>
                <a:gd name="connsiteY6" fmla="*/ 28842 h 45743"/>
                <a:gd name="connsiteX7" fmla="*/ 52499 w 92661"/>
                <a:gd name="connsiteY7" fmla="*/ 32750 h 45743"/>
                <a:gd name="connsiteX8" fmla="*/ 61682 w 92661"/>
                <a:gd name="connsiteY8" fmla="*/ 26911 h 45743"/>
                <a:gd name="connsiteX9" fmla="*/ 61682 w 92661"/>
                <a:gd name="connsiteY9" fmla="*/ 22301 h 45743"/>
                <a:gd name="connsiteX10" fmla="*/ 62006 w 92661"/>
                <a:gd name="connsiteY10" fmla="*/ 21511 h 45743"/>
                <a:gd name="connsiteX11" fmla="*/ 66922 w 92661"/>
                <a:gd name="connsiteY11" fmla="*/ 16858 h 45743"/>
                <a:gd name="connsiteX12" fmla="*/ 68221 w 92661"/>
                <a:gd name="connsiteY12" fmla="*/ 16638 h 45743"/>
                <a:gd name="connsiteX13" fmla="*/ 75270 w 92661"/>
                <a:gd name="connsiteY13" fmla="*/ 19580 h 45743"/>
                <a:gd name="connsiteX14" fmla="*/ 89276 w 92661"/>
                <a:gd name="connsiteY14" fmla="*/ 14311 h 45743"/>
                <a:gd name="connsiteX15" fmla="*/ 90389 w 92661"/>
                <a:gd name="connsiteY15" fmla="*/ 13521 h 45743"/>
                <a:gd name="connsiteX16" fmla="*/ 92662 w 92661"/>
                <a:gd name="connsiteY16" fmla="*/ 13521 h 45743"/>
                <a:gd name="connsiteX17" fmla="*/ 91827 w 92661"/>
                <a:gd name="connsiteY17" fmla="*/ 11853 h 45743"/>
                <a:gd name="connsiteX18" fmla="*/ 85752 w 92661"/>
                <a:gd name="connsiteY18" fmla="*/ 7990 h 45743"/>
                <a:gd name="connsiteX19" fmla="*/ 85473 w 92661"/>
                <a:gd name="connsiteY19" fmla="*/ 11546 h 45743"/>
                <a:gd name="connsiteX20" fmla="*/ 79676 w 92661"/>
                <a:gd name="connsiteY20" fmla="*/ 8517 h 45743"/>
                <a:gd name="connsiteX21" fmla="*/ 83757 w 92661"/>
                <a:gd name="connsiteY21" fmla="*/ 6848 h 45743"/>
                <a:gd name="connsiteX22" fmla="*/ 72441 w 92661"/>
                <a:gd name="connsiteY22" fmla="*/ 2985 h 45743"/>
                <a:gd name="connsiteX23" fmla="*/ 62888 w 92661"/>
                <a:gd name="connsiteY23" fmla="*/ 1054 h 45743"/>
                <a:gd name="connsiteX24" fmla="*/ 54493 w 92661"/>
                <a:gd name="connsiteY24" fmla="*/ 1580 h 45743"/>
                <a:gd name="connsiteX25" fmla="*/ 45496 w 92661"/>
                <a:gd name="connsiteY25" fmla="*/ 1580 h 45743"/>
                <a:gd name="connsiteX26" fmla="*/ 26064 w 92661"/>
                <a:gd name="connsiteY26" fmla="*/ 2414 h 45743"/>
                <a:gd name="connsiteX27" fmla="*/ 20545 w 92661"/>
                <a:gd name="connsiteY27" fmla="*/ 1537 h 45743"/>
                <a:gd name="connsiteX28" fmla="*/ 835 w 92661"/>
                <a:gd name="connsiteY28" fmla="*/ 14531 h 45743"/>
                <a:gd name="connsiteX29" fmla="*/ 835 w 92661"/>
                <a:gd name="connsiteY29" fmla="*/ 20545 h 45743"/>
                <a:gd name="connsiteX30" fmla="*/ 0 w 92661"/>
                <a:gd name="connsiteY30" fmla="*/ 23838 h 45743"/>
                <a:gd name="connsiteX31" fmla="*/ 835 w 92661"/>
                <a:gd name="connsiteY31" fmla="*/ 23838 h 45743"/>
                <a:gd name="connsiteX32" fmla="*/ 1577 w 92661"/>
                <a:gd name="connsiteY32" fmla="*/ 24101 h 45743"/>
                <a:gd name="connsiteX33" fmla="*/ 11316 w 92661"/>
                <a:gd name="connsiteY33" fmla="*/ 32003 h 45743"/>
                <a:gd name="connsiteX34" fmla="*/ 13774 w 92661"/>
                <a:gd name="connsiteY34" fmla="*/ 30203 h 45743"/>
                <a:gd name="connsiteX35" fmla="*/ 15397 w 92661"/>
                <a:gd name="connsiteY35" fmla="*/ 30379 h 45743"/>
                <a:gd name="connsiteX36" fmla="*/ 16742 w 92661"/>
                <a:gd name="connsiteY36" fmla="*/ 32003 h 45743"/>
                <a:gd name="connsiteX37" fmla="*/ 21658 w 92661"/>
                <a:gd name="connsiteY37" fmla="*/ 31740 h 45743"/>
                <a:gd name="connsiteX38" fmla="*/ 22864 w 92661"/>
                <a:gd name="connsiteY38" fmla="*/ 32574 h 45743"/>
                <a:gd name="connsiteX39" fmla="*/ 24023 w 92661"/>
                <a:gd name="connsiteY39" fmla="*/ 36964 h 45743"/>
                <a:gd name="connsiteX40" fmla="*/ 24023 w 92661"/>
                <a:gd name="connsiteY40" fmla="*/ 40695 h 45743"/>
                <a:gd name="connsiteX41" fmla="*/ 28568 w 92661"/>
                <a:gd name="connsiteY41" fmla="*/ 44207 h 45743"/>
                <a:gd name="connsiteX42" fmla="*/ 36267 w 92661"/>
                <a:gd name="connsiteY42" fmla="*/ 45744 h 45743"/>
                <a:gd name="connsiteX43" fmla="*/ 36267 w 92661"/>
                <a:gd name="connsiteY43" fmla="*/ 43549 h 4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92661" h="45743">
                  <a:moveTo>
                    <a:pt x="36128" y="43637"/>
                  </a:moveTo>
                  <a:lnTo>
                    <a:pt x="38493" y="34066"/>
                  </a:lnTo>
                  <a:cubicBezTo>
                    <a:pt x="38632" y="33584"/>
                    <a:pt x="39096" y="33232"/>
                    <a:pt x="39606" y="33232"/>
                  </a:cubicBezTo>
                  <a:lnTo>
                    <a:pt x="44569" y="33232"/>
                  </a:lnTo>
                  <a:lnTo>
                    <a:pt x="48279" y="28711"/>
                  </a:lnTo>
                  <a:cubicBezTo>
                    <a:pt x="48511" y="28403"/>
                    <a:pt x="48882" y="28228"/>
                    <a:pt x="49299" y="28272"/>
                  </a:cubicBezTo>
                  <a:cubicBezTo>
                    <a:pt x="49670" y="28272"/>
                    <a:pt x="50041" y="28491"/>
                    <a:pt x="50227" y="28842"/>
                  </a:cubicBezTo>
                  <a:lnTo>
                    <a:pt x="52499" y="32750"/>
                  </a:lnTo>
                  <a:lnTo>
                    <a:pt x="61682" y="26911"/>
                  </a:lnTo>
                  <a:lnTo>
                    <a:pt x="61682" y="22301"/>
                  </a:lnTo>
                  <a:cubicBezTo>
                    <a:pt x="61682" y="21994"/>
                    <a:pt x="61821" y="21731"/>
                    <a:pt x="62006" y="21511"/>
                  </a:cubicBezTo>
                  <a:lnTo>
                    <a:pt x="66922" y="16858"/>
                  </a:lnTo>
                  <a:cubicBezTo>
                    <a:pt x="67247" y="16550"/>
                    <a:pt x="67757" y="16463"/>
                    <a:pt x="68221" y="16638"/>
                  </a:cubicBezTo>
                  <a:lnTo>
                    <a:pt x="75270" y="19580"/>
                  </a:lnTo>
                  <a:cubicBezTo>
                    <a:pt x="87189" y="20062"/>
                    <a:pt x="89184" y="14531"/>
                    <a:pt x="89276" y="14311"/>
                  </a:cubicBezTo>
                  <a:cubicBezTo>
                    <a:pt x="89415" y="13872"/>
                    <a:pt x="89879" y="13521"/>
                    <a:pt x="90389" y="13521"/>
                  </a:cubicBezTo>
                  <a:lnTo>
                    <a:pt x="92662" y="13521"/>
                  </a:lnTo>
                  <a:cubicBezTo>
                    <a:pt x="92430" y="12994"/>
                    <a:pt x="92152" y="12424"/>
                    <a:pt x="91827" y="11853"/>
                  </a:cubicBezTo>
                  <a:lnTo>
                    <a:pt x="85752" y="7990"/>
                  </a:lnTo>
                  <a:lnTo>
                    <a:pt x="85473" y="11546"/>
                  </a:lnTo>
                  <a:lnTo>
                    <a:pt x="79676" y="8517"/>
                  </a:lnTo>
                  <a:lnTo>
                    <a:pt x="83757" y="6848"/>
                  </a:lnTo>
                  <a:cubicBezTo>
                    <a:pt x="83757" y="6848"/>
                    <a:pt x="81438" y="1097"/>
                    <a:pt x="72441" y="2985"/>
                  </a:cubicBezTo>
                  <a:cubicBezTo>
                    <a:pt x="72441" y="2985"/>
                    <a:pt x="69241" y="-1405"/>
                    <a:pt x="62888" y="1054"/>
                  </a:cubicBezTo>
                  <a:lnTo>
                    <a:pt x="54493" y="1580"/>
                  </a:lnTo>
                  <a:cubicBezTo>
                    <a:pt x="54493" y="1580"/>
                    <a:pt x="50412" y="-1976"/>
                    <a:pt x="45496" y="1580"/>
                  </a:cubicBezTo>
                  <a:lnTo>
                    <a:pt x="26064" y="2414"/>
                  </a:lnTo>
                  <a:cubicBezTo>
                    <a:pt x="26064" y="2414"/>
                    <a:pt x="23421" y="1537"/>
                    <a:pt x="20545" y="1537"/>
                  </a:cubicBezTo>
                  <a:lnTo>
                    <a:pt x="835" y="14531"/>
                  </a:lnTo>
                  <a:lnTo>
                    <a:pt x="835" y="20545"/>
                  </a:lnTo>
                  <a:lnTo>
                    <a:pt x="0" y="23838"/>
                  </a:lnTo>
                  <a:lnTo>
                    <a:pt x="835" y="23838"/>
                  </a:lnTo>
                  <a:cubicBezTo>
                    <a:pt x="1113" y="23838"/>
                    <a:pt x="1391" y="23926"/>
                    <a:pt x="1577" y="24101"/>
                  </a:cubicBezTo>
                  <a:lnTo>
                    <a:pt x="11316" y="32003"/>
                  </a:lnTo>
                  <a:lnTo>
                    <a:pt x="13774" y="30203"/>
                  </a:lnTo>
                  <a:cubicBezTo>
                    <a:pt x="14284" y="29852"/>
                    <a:pt x="14980" y="29896"/>
                    <a:pt x="15397" y="30379"/>
                  </a:cubicBezTo>
                  <a:lnTo>
                    <a:pt x="16742" y="32003"/>
                  </a:lnTo>
                  <a:lnTo>
                    <a:pt x="21658" y="31740"/>
                  </a:lnTo>
                  <a:cubicBezTo>
                    <a:pt x="22168" y="31740"/>
                    <a:pt x="22725" y="32047"/>
                    <a:pt x="22864" y="32574"/>
                  </a:cubicBezTo>
                  <a:lnTo>
                    <a:pt x="24023" y="36964"/>
                  </a:lnTo>
                  <a:lnTo>
                    <a:pt x="24023" y="40695"/>
                  </a:lnTo>
                  <a:cubicBezTo>
                    <a:pt x="25647" y="41442"/>
                    <a:pt x="27316" y="42715"/>
                    <a:pt x="28568" y="44207"/>
                  </a:cubicBezTo>
                  <a:lnTo>
                    <a:pt x="36267" y="45744"/>
                  </a:lnTo>
                  <a:lnTo>
                    <a:pt x="36267" y="4354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8F9D57B4-BA64-A29C-B1DF-5FCB632A21AD}"/>
                </a:ext>
              </a:extLst>
            </p:cNvPr>
            <p:cNvSpPr>
              <a:spLocks/>
            </p:cNvSpPr>
            <p:nvPr/>
          </p:nvSpPr>
          <p:spPr>
            <a:xfrm>
              <a:off x="3508868" y="3676107"/>
              <a:ext cx="90820" cy="90360"/>
            </a:xfrm>
            <a:custGeom>
              <a:avLst/>
              <a:gdLst>
                <a:gd name="connsiteX0" fmla="*/ 30052 w 60846"/>
                <a:gd name="connsiteY0" fmla="*/ 59572 h 60538"/>
                <a:gd name="connsiteX1" fmla="*/ 36731 w 60846"/>
                <a:gd name="connsiteY1" fmla="*/ 55446 h 60538"/>
                <a:gd name="connsiteX2" fmla="*/ 39699 w 60846"/>
                <a:gd name="connsiteY2" fmla="*/ 54041 h 60538"/>
                <a:gd name="connsiteX3" fmla="*/ 39699 w 60846"/>
                <a:gd name="connsiteY3" fmla="*/ 51407 h 60538"/>
                <a:gd name="connsiteX4" fmla="*/ 40858 w 60846"/>
                <a:gd name="connsiteY4" fmla="*/ 50309 h 60538"/>
                <a:gd name="connsiteX5" fmla="*/ 44893 w 60846"/>
                <a:gd name="connsiteY5" fmla="*/ 50309 h 60538"/>
                <a:gd name="connsiteX6" fmla="*/ 45821 w 60846"/>
                <a:gd name="connsiteY6" fmla="*/ 46754 h 60538"/>
                <a:gd name="connsiteX7" fmla="*/ 45821 w 60846"/>
                <a:gd name="connsiteY7" fmla="*/ 40432 h 60538"/>
                <a:gd name="connsiteX8" fmla="*/ 46284 w 60846"/>
                <a:gd name="connsiteY8" fmla="*/ 39510 h 60538"/>
                <a:gd name="connsiteX9" fmla="*/ 60847 w 60846"/>
                <a:gd name="connsiteY9" fmla="*/ 29940 h 60538"/>
                <a:gd name="connsiteX10" fmla="*/ 53612 w 60846"/>
                <a:gd name="connsiteY10" fmla="*/ 30818 h 60538"/>
                <a:gd name="connsiteX11" fmla="*/ 48696 w 60846"/>
                <a:gd name="connsiteY11" fmla="*/ 33540 h 60538"/>
                <a:gd name="connsiteX12" fmla="*/ 43502 w 60846"/>
                <a:gd name="connsiteY12" fmla="*/ 35471 h 60538"/>
                <a:gd name="connsiteX13" fmla="*/ 44383 w 60846"/>
                <a:gd name="connsiteY13" fmla="*/ 32179 h 60538"/>
                <a:gd name="connsiteX14" fmla="*/ 45821 w 60846"/>
                <a:gd name="connsiteY14" fmla="*/ 31345 h 60538"/>
                <a:gd name="connsiteX15" fmla="*/ 45821 w 60846"/>
                <a:gd name="connsiteY15" fmla="*/ 0 h 60538"/>
                <a:gd name="connsiteX16" fmla="*/ 18875 w 60846"/>
                <a:gd name="connsiteY16" fmla="*/ 0 h 60538"/>
                <a:gd name="connsiteX17" fmla="*/ 18875 w 60846"/>
                <a:gd name="connsiteY17" fmla="*/ 7507 h 60538"/>
                <a:gd name="connsiteX18" fmla="*/ 17716 w 60846"/>
                <a:gd name="connsiteY18" fmla="*/ 8604 h 60538"/>
                <a:gd name="connsiteX19" fmla="*/ 14655 w 60846"/>
                <a:gd name="connsiteY19" fmla="*/ 8604 h 60538"/>
                <a:gd name="connsiteX20" fmla="*/ 24348 w 60846"/>
                <a:gd name="connsiteY20" fmla="*/ 17911 h 60538"/>
                <a:gd name="connsiteX21" fmla="*/ 28708 w 60846"/>
                <a:gd name="connsiteY21" fmla="*/ 17911 h 60538"/>
                <a:gd name="connsiteX22" fmla="*/ 29867 w 60846"/>
                <a:gd name="connsiteY22" fmla="*/ 19009 h 60538"/>
                <a:gd name="connsiteX23" fmla="*/ 29867 w 60846"/>
                <a:gd name="connsiteY23" fmla="*/ 28052 h 60538"/>
                <a:gd name="connsiteX24" fmla="*/ 28708 w 60846"/>
                <a:gd name="connsiteY24" fmla="*/ 29150 h 60538"/>
                <a:gd name="connsiteX25" fmla="*/ 10806 w 60846"/>
                <a:gd name="connsiteY25" fmla="*/ 29150 h 60538"/>
                <a:gd name="connsiteX26" fmla="*/ 1252 w 60846"/>
                <a:gd name="connsiteY26" fmla="*/ 35120 h 60538"/>
                <a:gd name="connsiteX27" fmla="*/ 0 w 60846"/>
                <a:gd name="connsiteY27" fmla="*/ 37930 h 60538"/>
                <a:gd name="connsiteX28" fmla="*/ 2272 w 60846"/>
                <a:gd name="connsiteY28" fmla="*/ 39861 h 60538"/>
                <a:gd name="connsiteX29" fmla="*/ 2597 w 60846"/>
                <a:gd name="connsiteY29" fmla="*/ 40959 h 60538"/>
                <a:gd name="connsiteX30" fmla="*/ 93 w 60846"/>
                <a:gd name="connsiteY30" fmla="*/ 50178 h 60538"/>
                <a:gd name="connsiteX31" fmla="*/ 11594 w 60846"/>
                <a:gd name="connsiteY31" fmla="*/ 58255 h 60538"/>
                <a:gd name="connsiteX32" fmla="*/ 28986 w 60846"/>
                <a:gd name="connsiteY32" fmla="*/ 60187 h 60538"/>
                <a:gd name="connsiteX33" fmla="*/ 29542 w 60846"/>
                <a:gd name="connsiteY33" fmla="*/ 60538 h 60538"/>
                <a:gd name="connsiteX34" fmla="*/ 29542 w 60846"/>
                <a:gd name="connsiteY34" fmla="*/ 60450 h 60538"/>
                <a:gd name="connsiteX35" fmla="*/ 30052 w 60846"/>
                <a:gd name="connsiteY35" fmla="*/ 59529 h 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0846" h="60538">
                  <a:moveTo>
                    <a:pt x="30052" y="59572"/>
                  </a:moveTo>
                  <a:lnTo>
                    <a:pt x="36731" y="55446"/>
                  </a:lnTo>
                  <a:lnTo>
                    <a:pt x="39699" y="54041"/>
                  </a:lnTo>
                  <a:lnTo>
                    <a:pt x="39699" y="51407"/>
                  </a:lnTo>
                  <a:cubicBezTo>
                    <a:pt x="39699" y="50792"/>
                    <a:pt x="40209" y="50309"/>
                    <a:pt x="40858" y="50309"/>
                  </a:cubicBezTo>
                  <a:lnTo>
                    <a:pt x="44893" y="50309"/>
                  </a:lnTo>
                  <a:lnTo>
                    <a:pt x="45821" y="46754"/>
                  </a:lnTo>
                  <a:lnTo>
                    <a:pt x="45821" y="40432"/>
                  </a:lnTo>
                  <a:cubicBezTo>
                    <a:pt x="45821" y="40081"/>
                    <a:pt x="45960" y="39730"/>
                    <a:pt x="46284" y="39510"/>
                  </a:cubicBezTo>
                  <a:lnTo>
                    <a:pt x="60847" y="29940"/>
                  </a:lnTo>
                  <a:lnTo>
                    <a:pt x="53612" y="30818"/>
                  </a:lnTo>
                  <a:lnTo>
                    <a:pt x="48696" y="33540"/>
                  </a:lnTo>
                  <a:lnTo>
                    <a:pt x="43502" y="35471"/>
                  </a:lnTo>
                  <a:lnTo>
                    <a:pt x="44383" y="32179"/>
                  </a:lnTo>
                  <a:lnTo>
                    <a:pt x="45821" y="31345"/>
                  </a:lnTo>
                  <a:lnTo>
                    <a:pt x="45821" y="0"/>
                  </a:lnTo>
                  <a:lnTo>
                    <a:pt x="18875" y="0"/>
                  </a:lnTo>
                  <a:lnTo>
                    <a:pt x="18875" y="7507"/>
                  </a:lnTo>
                  <a:cubicBezTo>
                    <a:pt x="18875" y="8122"/>
                    <a:pt x="18365" y="8604"/>
                    <a:pt x="17716" y="8604"/>
                  </a:cubicBezTo>
                  <a:lnTo>
                    <a:pt x="14655" y="8604"/>
                  </a:lnTo>
                  <a:cubicBezTo>
                    <a:pt x="18087" y="10712"/>
                    <a:pt x="22864" y="14224"/>
                    <a:pt x="24348" y="17911"/>
                  </a:cubicBezTo>
                  <a:lnTo>
                    <a:pt x="28708" y="17911"/>
                  </a:lnTo>
                  <a:cubicBezTo>
                    <a:pt x="29357" y="17911"/>
                    <a:pt x="29867" y="18394"/>
                    <a:pt x="29867" y="19009"/>
                  </a:cubicBezTo>
                  <a:lnTo>
                    <a:pt x="29867" y="28052"/>
                  </a:lnTo>
                  <a:cubicBezTo>
                    <a:pt x="29867" y="28667"/>
                    <a:pt x="29357" y="29150"/>
                    <a:pt x="28708" y="29150"/>
                  </a:cubicBezTo>
                  <a:lnTo>
                    <a:pt x="10806" y="29150"/>
                  </a:lnTo>
                  <a:lnTo>
                    <a:pt x="1252" y="35120"/>
                  </a:lnTo>
                  <a:lnTo>
                    <a:pt x="0" y="37930"/>
                  </a:lnTo>
                  <a:lnTo>
                    <a:pt x="2272" y="39861"/>
                  </a:lnTo>
                  <a:cubicBezTo>
                    <a:pt x="2597" y="40125"/>
                    <a:pt x="2736" y="40564"/>
                    <a:pt x="2597" y="40959"/>
                  </a:cubicBezTo>
                  <a:lnTo>
                    <a:pt x="93" y="50178"/>
                  </a:lnTo>
                  <a:cubicBezTo>
                    <a:pt x="6446" y="55270"/>
                    <a:pt x="11594" y="58255"/>
                    <a:pt x="11594" y="58255"/>
                  </a:cubicBezTo>
                  <a:lnTo>
                    <a:pt x="28986" y="60187"/>
                  </a:lnTo>
                  <a:cubicBezTo>
                    <a:pt x="28986" y="60187"/>
                    <a:pt x="29218" y="60319"/>
                    <a:pt x="29542" y="60538"/>
                  </a:cubicBezTo>
                  <a:lnTo>
                    <a:pt x="29542" y="60450"/>
                  </a:lnTo>
                  <a:cubicBezTo>
                    <a:pt x="29542" y="60099"/>
                    <a:pt x="29728" y="59748"/>
                    <a:pt x="30052" y="5952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25D0532B-EEC6-6DE2-E186-701359279F23}"/>
                </a:ext>
              </a:extLst>
            </p:cNvPr>
            <p:cNvSpPr>
              <a:spLocks/>
            </p:cNvSpPr>
            <p:nvPr/>
          </p:nvSpPr>
          <p:spPr>
            <a:xfrm>
              <a:off x="3556356" y="3754543"/>
              <a:ext cx="55448" cy="26657"/>
            </a:xfrm>
            <a:custGeom>
              <a:avLst/>
              <a:gdLst>
                <a:gd name="connsiteX0" fmla="*/ 36221 w 37148"/>
                <a:gd name="connsiteY0" fmla="*/ 7990 h 17859"/>
                <a:gd name="connsiteX1" fmla="*/ 31676 w 37148"/>
                <a:gd name="connsiteY1" fmla="*/ 8209 h 17859"/>
                <a:gd name="connsiteX2" fmla="*/ 30702 w 37148"/>
                <a:gd name="connsiteY2" fmla="*/ 7814 h 17859"/>
                <a:gd name="connsiteX3" fmla="*/ 29681 w 37148"/>
                <a:gd name="connsiteY3" fmla="*/ 6585 h 17859"/>
                <a:gd name="connsiteX4" fmla="*/ 27409 w 37148"/>
                <a:gd name="connsiteY4" fmla="*/ 8253 h 17859"/>
                <a:gd name="connsiteX5" fmla="*/ 25925 w 37148"/>
                <a:gd name="connsiteY5" fmla="*/ 8253 h 17859"/>
                <a:gd name="connsiteX6" fmla="*/ 15815 w 37148"/>
                <a:gd name="connsiteY6" fmla="*/ 0 h 17859"/>
                <a:gd name="connsiteX7" fmla="*/ 10157 w 37148"/>
                <a:gd name="connsiteY7" fmla="*/ 0 h 17859"/>
                <a:gd name="connsiteX8" fmla="*/ 10157 w 37148"/>
                <a:gd name="connsiteY8" fmla="*/ 2195 h 17859"/>
                <a:gd name="connsiteX9" fmla="*/ 9507 w 37148"/>
                <a:gd name="connsiteY9" fmla="*/ 3161 h 17859"/>
                <a:gd name="connsiteX10" fmla="*/ 6029 w 37148"/>
                <a:gd name="connsiteY10" fmla="*/ 4829 h 17859"/>
                <a:gd name="connsiteX11" fmla="*/ 0 w 37148"/>
                <a:gd name="connsiteY11" fmla="*/ 8561 h 17859"/>
                <a:gd name="connsiteX12" fmla="*/ 0 w 37148"/>
                <a:gd name="connsiteY12" fmla="*/ 9439 h 17859"/>
                <a:gd name="connsiteX13" fmla="*/ 4359 w 37148"/>
                <a:gd name="connsiteY13" fmla="*/ 11546 h 17859"/>
                <a:gd name="connsiteX14" fmla="*/ 14794 w 37148"/>
                <a:gd name="connsiteY14" fmla="*/ 13741 h 17859"/>
                <a:gd name="connsiteX15" fmla="*/ 21751 w 37148"/>
                <a:gd name="connsiteY15" fmla="*/ 17604 h 17859"/>
                <a:gd name="connsiteX16" fmla="*/ 35386 w 37148"/>
                <a:gd name="connsiteY16" fmla="*/ 15409 h 17859"/>
                <a:gd name="connsiteX17" fmla="*/ 37148 w 37148"/>
                <a:gd name="connsiteY17" fmla="*/ 14092 h 17859"/>
                <a:gd name="connsiteX18" fmla="*/ 37148 w 37148"/>
                <a:gd name="connsiteY18" fmla="*/ 11282 h 17859"/>
                <a:gd name="connsiteX19" fmla="*/ 36267 w 37148"/>
                <a:gd name="connsiteY19" fmla="*/ 8034 h 17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148" h="17859">
                  <a:moveTo>
                    <a:pt x="36221" y="7990"/>
                  </a:moveTo>
                  <a:lnTo>
                    <a:pt x="31676" y="8209"/>
                  </a:lnTo>
                  <a:cubicBezTo>
                    <a:pt x="31305" y="8209"/>
                    <a:pt x="30934" y="8078"/>
                    <a:pt x="30702" y="7814"/>
                  </a:cubicBezTo>
                  <a:lnTo>
                    <a:pt x="29681" y="6585"/>
                  </a:lnTo>
                  <a:lnTo>
                    <a:pt x="27409" y="8253"/>
                  </a:lnTo>
                  <a:cubicBezTo>
                    <a:pt x="26992" y="8561"/>
                    <a:pt x="26342" y="8561"/>
                    <a:pt x="25925" y="8253"/>
                  </a:cubicBezTo>
                  <a:lnTo>
                    <a:pt x="15815" y="0"/>
                  </a:lnTo>
                  <a:lnTo>
                    <a:pt x="10157" y="0"/>
                  </a:lnTo>
                  <a:lnTo>
                    <a:pt x="10157" y="2195"/>
                  </a:lnTo>
                  <a:cubicBezTo>
                    <a:pt x="10157" y="2590"/>
                    <a:pt x="9925" y="2985"/>
                    <a:pt x="9507" y="3161"/>
                  </a:cubicBezTo>
                  <a:lnTo>
                    <a:pt x="6029" y="4829"/>
                  </a:lnTo>
                  <a:lnTo>
                    <a:pt x="0" y="8561"/>
                  </a:lnTo>
                  <a:lnTo>
                    <a:pt x="0" y="9439"/>
                  </a:lnTo>
                  <a:cubicBezTo>
                    <a:pt x="1531" y="10316"/>
                    <a:pt x="3339" y="11282"/>
                    <a:pt x="4359" y="11546"/>
                  </a:cubicBezTo>
                  <a:cubicBezTo>
                    <a:pt x="6400" y="12073"/>
                    <a:pt x="14794" y="13741"/>
                    <a:pt x="14794" y="13741"/>
                  </a:cubicBezTo>
                  <a:cubicBezTo>
                    <a:pt x="14794" y="13741"/>
                    <a:pt x="17994" y="17604"/>
                    <a:pt x="21751" y="17604"/>
                  </a:cubicBezTo>
                  <a:cubicBezTo>
                    <a:pt x="25507" y="17604"/>
                    <a:pt x="35108" y="18965"/>
                    <a:pt x="35386" y="15409"/>
                  </a:cubicBezTo>
                  <a:cubicBezTo>
                    <a:pt x="35479" y="14399"/>
                    <a:pt x="36174" y="14048"/>
                    <a:pt x="37148" y="14092"/>
                  </a:cubicBezTo>
                  <a:lnTo>
                    <a:pt x="37148" y="11282"/>
                  </a:lnTo>
                  <a:lnTo>
                    <a:pt x="36267" y="80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9986C470-9077-FC63-8BC1-FD0F8CA82494}"/>
                </a:ext>
              </a:extLst>
            </p:cNvPr>
            <p:cNvSpPr>
              <a:spLocks/>
            </p:cNvSpPr>
            <p:nvPr/>
          </p:nvSpPr>
          <p:spPr>
            <a:xfrm>
              <a:off x="3614865" y="3739144"/>
              <a:ext cx="105081" cy="96979"/>
            </a:xfrm>
            <a:custGeom>
              <a:avLst/>
              <a:gdLst>
                <a:gd name="connsiteX0" fmla="*/ 31759 w 70400"/>
                <a:gd name="connsiteY0" fmla="*/ 56060 h 64972"/>
                <a:gd name="connsiteX1" fmla="*/ 28049 w 70400"/>
                <a:gd name="connsiteY1" fmla="*/ 45963 h 64972"/>
                <a:gd name="connsiteX2" fmla="*/ 44003 w 70400"/>
                <a:gd name="connsiteY2" fmla="*/ 56411 h 64972"/>
                <a:gd name="connsiteX3" fmla="*/ 45441 w 70400"/>
                <a:gd name="connsiteY3" fmla="*/ 59923 h 64972"/>
                <a:gd name="connsiteX4" fmla="*/ 47388 w 70400"/>
                <a:gd name="connsiteY4" fmla="*/ 58650 h 64972"/>
                <a:gd name="connsiteX5" fmla="*/ 48687 w 70400"/>
                <a:gd name="connsiteY5" fmla="*/ 58650 h 64972"/>
                <a:gd name="connsiteX6" fmla="*/ 59122 w 70400"/>
                <a:gd name="connsiteY6" fmla="*/ 64972 h 64972"/>
                <a:gd name="connsiteX7" fmla="*/ 61580 w 70400"/>
                <a:gd name="connsiteY7" fmla="*/ 64972 h 64972"/>
                <a:gd name="connsiteX8" fmla="*/ 63389 w 70400"/>
                <a:gd name="connsiteY8" fmla="*/ 61723 h 64972"/>
                <a:gd name="connsiteX9" fmla="*/ 59678 w 70400"/>
                <a:gd name="connsiteY9" fmla="*/ 58958 h 64972"/>
                <a:gd name="connsiteX10" fmla="*/ 60838 w 70400"/>
                <a:gd name="connsiteY10" fmla="*/ 54304 h 64972"/>
                <a:gd name="connsiteX11" fmla="*/ 61997 w 70400"/>
                <a:gd name="connsiteY11" fmla="*/ 46358 h 64972"/>
                <a:gd name="connsiteX12" fmla="*/ 64038 w 70400"/>
                <a:gd name="connsiteY12" fmla="*/ 43329 h 64972"/>
                <a:gd name="connsiteX13" fmla="*/ 64038 w 70400"/>
                <a:gd name="connsiteY13" fmla="*/ 40608 h 64972"/>
                <a:gd name="connsiteX14" fmla="*/ 64919 w 70400"/>
                <a:gd name="connsiteY14" fmla="*/ 18658 h 64972"/>
                <a:gd name="connsiteX15" fmla="*/ 69742 w 70400"/>
                <a:gd name="connsiteY15" fmla="*/ 0 h 64972"/>
                <a:gd name="connsiteX16" fmla="*/ 67423 w 70400"/>
                <a:gd name="connsiteY16" fmla="*/ 0 h 64972"/>
                <a:gd name="connsiteX17" fmla="*/ 51238 w 70400"/>
                <a:gd name="connsiteY17" fmla="*/ 6058 h 64972"/>
                <a:gd name="connsiteX18" fmla="*/ 50820 w 70400"/>
                <a:gd name="connsiteY18" fmla="*/ 5970 h 64972"/>
                <a:gd name="connsiteX19" fmla="*/ 44281 w 70400"/>
                <a:gd name="connsiteY19" fmla="*/ 3249 h 64972"/>
                <a:gd name="connsiteX20" fmla="*/ 40246 w 70400"/>
                <a:gd name="connsiteY20" fmla="*/ 7068 h 64972"/>
                <a:gd name="connsiteX21" fmla="*/ 40246 w 70400"/>
                <a:gd name="connsiteY21" fmla="*/ 11809 h 64972"/>
                <a:gd name="connsiteX22" fmla="*/ 39736 w 70400"/>
                <a:gd name="connsiteY22" fmla="*/ 12731 h 64972"/>
                <a:gd name="connsiteX23" fmla="*/ 29023 w 70400"/>
                <a:gd name="connsiteY23" fmla="*/ 19579 h 64972"/>
                <a:gd name="connsiteX24" fmla="*/ 28096 w 70400"/>
                <a:gd name="connsiteY24" fmla="*/ 19755 h 64972"/>
                <a:gd name="connsiteX25" fmla="*/ 27353 w 70400"/>
                <a:gd name="connsiteY25" fmla="*/ 19228 h 64972"/>
                <a:gd name="connsiteX26" fmla="*/ 25313 w 70400"/>
                <a:gd name="connsiteY26" fmla="*/ 15760 h 64972"/>
                <a:gd name="connsiteX27" fmla="*/ 22345 w 70400"/>
                <a:gd name="connsiteY27" fmla="*/ 19404 h 64972"/>
                <a:gd name="connsiteX28" fmla="*/ 21417 w 70400"/>
                <a:gd name="connsiteY28" fmla="*/ 19843 h 64972"/>
                <a:gd name="connsiteX29" fmla="*/ 16826 w 70400"/>
                <a:gd name="connsiteY29" fmla="*/ 19843 h 64972"/>
                <a:gd name="connsiteX30" fmla="*/ 14739 w 70400"/>
                <a:gd name="connsiteY30" fmla="*/ 28315 h 64972"/>
                <a:gd name="connsiteX31" fmla="*/ 14739 w 70400"/>
                <a:gd name="connsiteY31" fmla="*/ 31608 h 64972"/>
                <a:gd name="connsiteX32" fmla="*/ 14321 w 70400"/>
                <a:gd name="connsiteY32" fmla="*/ 32442 h 64972"/>
                <a:gd name="connsiteX33" fmla="*/ 13579 w 70400"/>
                <a:gd name="connsiteY33" fmla="*/ 32705 h 64972"/>
                <a:gd name="connsiteX34" fmla="*/ 13348 w 70400"/>
                <a:gd name="connsiteY34" fmla="*/ 32705 h 64972"/>
                <a:gd name="connsiteX35" fmla="*/ 3840 w 70400"/>
                <a:gd name="connsiteY35" fmla="*/ 30818 h 64972"/>
                <a:gd name="connsiteX36" fmla="*/ 2588 w 70400"/>
                <a:gd name="connsiteY36" fmla="*/ 30818 h 64972"/>
                <a:gd name="connsiteX37" fmla="*/ 826 w 70400"/>
                <a:gd name="connsiteY37" fmla="*/ 33276 h 64972"/>
                <a:gd name="connsiteX38" fmla="*/ 15295 w 70400"/>
                <a:gd name="connsiteY38" fmla="*/ 44778 h 64972"/>
                <a:gd name="connsiteX39" fmla="*/ 19377 w 70400"/>
                <a:gd name="connsiteY39" fmla="*/ 50002 h 64972"/>
                <a:gd name="connsiteX40" fmla="*/ 29811 w 70400"/>
                <a:gd name="connsiteY40" fmla="*/ 58826 h 64972"/>
                <a:gd name="connsiteX41" fmla="*/ 31527 w 70400"/>
                <a:gd name="connsiteY41" fmla="*/ 56455 h 64972"/>
                <a:gd name="connsiteX42" fmla="*/ 31806 w 70400"/>
                <a:gd name="connsiteY42" fmla="*/ 56280 h 64972"/>
                <a:gd name="connsiteX43" fmla="*/ 25174 w 70400"/>
                <a:gd name="connsiteY43" fmla="*/ 42978 h 64972"/>
                <a:gd name="connsiteX44" fmla="*/ 16779 w 70400"/>
                <a:gd name="connsiteY44" fmla="*/ 41046 h 64972"/>
                <a:gd name="connsiteX45" fmla="*/ 21139 w 70400"/>
                <a:gd name="connsiteY45" fmla="*/ 39115 h 64972"/>
                <a:gd name="connsiteX46" fmla="*/ 25220 w 70400"/>
                <a:gd name="connsiteY46" fmla="*/ 41573 h 64972"/>
                <a:gd name="connsiteX47" fmla="*/ 25220 w 70400"/>
                <a:gd name="connsiteY47" fmla="*/ 42934 h 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0400" h="64972">
                  <a:moveTo>
                    <a:pt x="31759" y="56060"/>
                  </a:moveTo>
                  <a:cubicBezTo>
                    <a:pt x="28096" y="51802"/>
                    <a:pt x="28049" y="45963"/>
                    <a:pt x="28049" y="45963"/>
                  </a:cubicBezTo>
                  <a:cubicBezTo>
                    <a:pt x="34403" y="40212"/>
                    <a:pt x="39365" y="49826"/>
                    <a:pt x="44003" y="56411"/>
                  </a:cubicBezTo>
                  <a:cubicBezTo>
                    <a:pt x="45070" y="57948"/>
                    <a:pt x="45487" y="59089"/>
                    <a:pt x="45441" y="59923"/>
                  </a:cubicBezTo>
                  <a:lnTo>
                    <a:pt x="47388" y="58650"/>
                  </a:lnTo>
                  <a:cubicBezTo>
                    <a:pt x="47759" y="58387"/>
                    <a:pt x="48270" y="58387"/>
                    <a:pt x="48687" y="58650"/>
                  </a:cubicBezTo>
                  <a:lnTo>
                    <a:pt x="59122" y="64972"/>
                  </a:lnTo>
                  <a:lnTo>
                    <a:pt x="61580" y="64972"/>
                  </a:lnTo>
                  <a:lnTo>
                    <a:pt x="63389" y="61723"/>
                  </a:lnTo>
                  <a:cubicBezTo>
                    <a:pt x="62461" y="60494"/>
                    <a:pt x="61255" y="59441"/>
                    <a:pt x="59678" y="58958"/>
                  </a:cubicBezTo>
                  <a:lnTo>
                    <a:pt x="60838" y="54304"/>
                  </a:lnTo>
                  <a:cubicBezTo>
                    <a:pt x="60838" y="54304"/>
                    <a:pt x="64316" y="53207"/>
                    <a:pt x="61997" y="46358"/>
                  </a:cubicBezTo>
                  <a:lnTo>
                    <a:pt x="64038" y="43329"/>
                  </a:lnTo>
                  <a:lnTo>
                    <a:pt x="64038" y="40608"/>
                  </a:lnTo>
                  <a:cubicBezTo>
                    <a:pt x="64038" y="40608"/>
                    <a:pt x="68397" y="38939"/>
                    <a:pt x="64919" y="18658"/>
                  </a:cubicBezTo>
                  <a:cubicBezTo>
                    <a:pt x="64919" y="18658"/>
                    <a:pt x="72664" y="10009"/>
                    <a:pt x="69742" y="0"/>
                  </a:cubicBezTo>
                  <a:lnTo>
                    <a:pt x="67423" y="0"/>
                  </a:lnTo>
                  <a:cubicBezTo>
                    <a:pt x="66403" y="1888"/>
                    <a:pt x="62647" y="6453"/>
                    <a:pt x="51238" y="6058"/>
                  </a:cubicBezTo>
                  <a:cubicBezTo>
                    <a:pt x="51099" y="6058"/>
                    <a:pt x="50959" y="6058"/>
                    <a:pt x="50820" y="5970"/>
                  </a:cubicBezTo>
                  <a:lnTo>
                    <a:pt x="44281" y="3249"/>
                  </a:lnTo>
                  <a:lnTo>
                    <a:pt x="40246" y="7068"/>
                  </a:lnTo>
                  <a:lnTo>
                    <a:pt x="40246" y="11809"/>
                  </a:lnTo>
                  <a:cubicBezTo>
                    <a:pt x="40246" y="12160"/>
                    <a:pt x="40061" y="12511"/>
                    <a:pt x="39736" y="12731"/>
                  </a:cubicBezTo>
                  <a:lnTo>
                    <a:pt x="29023" y="19579"/>
                  </a:lnTo>
                  <a:cubicBezTo>
                    <a:pt x="28745" y="19755"/>
                    <a:pt x="28420" y="19799"/>
                    <a:pt x="28096" y="19755"/>
                  </a:cubicBezTo>
                  <a:cubicBezTo>
                    <a:pt x="27771" y="19667"/>
                    <a:pt x="27493" y="19492"/>
                    <a:pt x="27353" y="19228"/>
                  </a:cubicBezTo>
                  <a:lnTo>
                    <a:pt x="25313" y="15760"/>
                  </a:lnTo>
                  <a:lnTo>
                    <a:pt x="22345" y="19404"/>
                  </a:lnTo>
                  <a:cubicBezTo>
                    <a:pt x="22113" y="19667"/>
                    <a:pt x="21788" y="19843"/>
                    <a:pt x="21417" y="19843"/>
                  </a:cubicBezTo>
                  <a:lnTo>
                    <a:pt x="16826" y="19843"/>
                  </a:lnTo>
                  <a:lnTo>
                    <a:pt x="14739" y="28315"/>
                  </a:lnTo>
                  <a:lnTo>
                    <a:pt x="14739" y="31608"/>
                  </a:lnTo>
                  <a:cubicBezTo>
                    <a:pt x="14739" y="31959"/>
                    <a:pt x="14600" y="32266"/>
                    <a:pt x="14321" y="32442"/>
                  </a:cubicBezTo>
                  <a:cubicBezTo>
                    <a:pt x="14136" y="32618"/>
                    <a:pt x="13858" y="32705"/>
                    <a:pt x="13579" y="32705"/>
                  </a:cubicBezTo>
                  <a:cubicBezTo>
                    <a:pt x="13487" y="32705"/>
                    <a:pt x="13440" y="32705"/>
                    <a:pt x="13348" y="32705"/>
                  </a:cubicBezTo>
                  <a:lnTo>
                    <a:pt x="3840" y="30818"/>
                  </a:lnTo>
                  <a:lnTo>
                    <a:pt x="2588" y="30818"/>
                  </a:lnTo>
                  <a:cubicBezTo>
                    <a:pt x="2588" y="30818"/>
                    <a:pt x="-1771" y="31652"/>
                    <a:pt x="826" y="33276"/>
                  </a:cubicBezTo>
                  <a:cubicBezTo>
                    <a:pt x="3423" y="34900"/>
                    <a:pt x="15017" y="43988"/>
                    <a:pt x="15295" y="44778"/>
                  </a:cubicBezTo>
                  <a:cubicBezTo>
                    <a:pt x="15574" y="45568"/>
                    <a:pt x="19377" y="50002"/>
                    <a:pt x="19377" y="50002"/>
                  </a:cubicBezTo>
                  <a:cubicBezTo>
                    <a:pt x="19377" y="50002"/>
                    <a:pt x="27168" y="56236"/>
                    <a:pt x="29811" y="58826"/>
                  </a:cubicBezTo>
                  <a:lnTo>
                    <a:pt x="31527" y="56455"/>
                  </a:lnTo>
                  <a:cubicBezTo>
                    <a:pt x="31527" y="56455"/>
                    <a:pt x="31713" y="56324"/>
                    <a:pt x="31806" y="56280"/>
                  </a:cubicBezTo>
                  <a:close/>
                  <a:moveTo>
                    <a:pt x="25174" y="42978"/>
                  </a:moveTo>
                  <a:lnTo>
                    <a:pt x="16779" y="41046"/>
                  </a:lnTo>
                  <a:lnTo>
                    <a:pt x="21139" y="39115"/>
                  </a:lnTo>
                  <a:lnTo>
                    <a:pt x="25220" y="41573"/>
                  </a:lnTo>
                  <a:lnTo>
                    <a:pt x="25220" y="429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9" name="Freeform: Shape 1778">
              <a:extLst>
                <a:ext uri="{FF2B5EF4-FFF2-40B4-BE49-F238E27FC236}">
                  <a16:creationId xmlns:a16="http://schemas.microsoft.com/office/drawing/2014/main" id="{253FEEAD-31F4-DDF5-0BA0-F14C3A0D2736}"/>
                </a:ext>
              </a:extLst>
            </p:cNvPr>
            <p:cNvSpPr>
              <a:spLocks/>
            </p:cNvSpPr>
            <p:nvPr/>
          </p:nvSpPr>
          <p:spPr>
            <a:xfrm>
              <a:off x="2918310" y="3305553"/>
              <a:ext cx="718348" cy="442960"/>
            </a:xfrm>
            <a:custGeom>
              <a:avLst/>
              <a:gdLst>
                <a:gd name="connsiteX0" fmla="*/ 393377 w 481262"/>
                <a:gd name="connsiteY0" fmla="*/ 287370 h 296764"/>
                <a:gd name="connsiteX1" fmla="*/ 393099 w 481262"/>
                <a:gd name="connsiteY1" fmla="*/ 286141 h 296764"/>
                <a:gd name="connsiteX2" fmla="*/ 394861 w 481262"/>
                <a:gd name="connsiteY2" fmla="*/ 282277 h 296764"/>
                <a:gd name="connsiteX3" fmla="*/ 395278 w 481262"/>
                <a:gd name="connsiteY3" fmla="*/ 281795 h 296764"/>
                <a:gd name="connsiteX4" fmla="*/ 405435 w 481262"/>
                <a:gd name="connsiteY4" fmla="*/ 275473 h 296764"/>
                <a:gd name="connsiteX5" fmla="*/ 406084 w 481262"/>
                <a:gd name="connsiteY5" fmla="*/ 275297 h 296764"/>
                <a:gd name="connsiteX6" fmla="*/ 423198 w 481262"/>
                <a:gd name="connsiteY6" fmla="*/ 275297 h 296764"/>
                <a:gd name="connsiteX7" fmla="*/ 423198 w 481262"/>
                <a:gd name="connsiteY7" fmla="*/ 268449 h 296764"/>
                <a:gd name="connsiteX8" fmla="*/ 419116 w 481262"/>
                <a:gd name="connsiteY8" fmla="*/ 268449 h 296764"/>
                <a:gd name="connsiteX9" fmla="*/ 418003 w 481262"/>
                <a:gd name="connsiteY9" fmla="*/ 267615 h 296764"/>
                <a:gd name="connsiteX10" fmla="*/ 405528 w 481262"/>
                <a:gd name="connsiteY10" fmla="*/ 256815 h 296764"/>
                <a:gd name="connsiteX11" fmla="*/ 404925 w 481262"/>
                <a:gd name="connsiteY11" fmla="*/ 255586 h 296764"/>
                <a:gd name="connsiteX12" fmla="*/ 406038 w 481262"/>
                <a:gd name="connsiteY12" fmla="*/ 254752 h 296764"/>
                <a:gd name="connsiteX13" fmla="*/ 412113 w 481262"/>
                <a:gd name="connsiteY13" fmla="*/ 254752 h 296764"/>
                <a:gd name="connsiteX14" fmla="*/ 412113 w 481262"/>
                <a:gd name="connsiteY14" fmla="*/ 247245 h 296764"/>
                <a:gd name="connsiteX15" fmla="*/ 413273 w 481262"/>
                <a:gd name="connsiteY15" fmla="*/ 246148 h 296764"/>
                <a:gd name="connsiteX16" fmla="*/ 441377 w 481262"/>
                <a:gd name="connsiteY16" fmla="*/ 246148 h 296764"/>
                <a:gd name="connsiteX17" fmla="*/ 441377 w 481262"/>
                <a:gd name="connsiteY17" fmla="*/ 244567 h 296764"/>
                <a:gd name="connsiteX18" fmla="*/ 442537 w 481262"/>
                <a:gd name="connsiteY18" fmla="*/ 243470 h 296764"/>
                <a:gd name="connsiteX19" fmla="*/ 446479 w 481262"/>
                <a:gd name="connsiteY19" fmla="*/ 243470 h 296764"/>
                <a:gd name="connsiteX20" fmla="*/ 451348 w 481262"/>
                <a:gd name="connsiteY20" fmla="*/ 235260 h 296764"/>
                <a:gd name="connsiteX21" fmla="*/ 452369 w 481262"/>
                <a:gd name="connsiteY21" fmla="*/ 234690 h 296764"/>
                <a:gd name="connsiteX22" fmla="*/ 456543 w 481262"/>
                <a:gd name="connsiteY22" fmla="*/ 234690 h 296764"/>
                <a:gd name="connsiteX23" fmla="*/ 460809 w 481262"/>
                <a:gd name="connsiteY23" fmla="*/ 232407 h 296764"/>
                <a:gd name="connsiteX24" fmla="*/ 461691 w 481262"/>
                <a:gd name="connsiteY24" fmla="*/ 236051 h 296764"/>
                <a:gd name="connsiteX25" fmla="*/ 462850 w 481262"/>
                <a:gd name="connsiteY25" fmla="*/ 240704 h 296764"/>
                <a:gd name="connsiteX26" fmla="*/ 464891 w 481262"/>
                <a:gd name="connsiteY26" fmla="*/ 240441 h 296764"/>
                <a:gd name="connsiteX27" fmla="*/ 465772 w 481262"/>
                <a:gd name="connsiteY27" fmla="*/ 233856 h 296764"/>
                <a:gd name="connsiteX28" fmla="*/ 467534 w 481262"/>
                <a:gd name="connsiteY28" fmla="*/ 228939 h 296764"/>
                <a:gd name="connsiteX29" fmla="*/ 469296 w 481262"/>
                <a:gd name="connsiteY29" fmla="*/ 225383 h 296764"/>
                <a:gd name="connsiteX30" fmla="*/ 467859 w 481262"/>
                <a:gd name="connsiteY30" fmla="*/ 222661 h 296764"/>
                <a:gd name="connsiteX31" fmla="*/ 469621 w 481262"/>
                <a:gd name="connsiteY31" fmla="*/ 220203 h 296764"/>
                <a:gd name="connsiteX32" fmla="*/ 466746 w 481262"/>
                <a:gd name="connsiteY32" fmla="*/ 218842 h 296764"/>
                <a:gd name="connsiteX33" fmla="*/ 466746 w 481262"/>
                <a:gd name="connsiteY33" fmla="*/ 216910 h 296764"/>
                <a:gd name="connsiteX34" fmla="*/ 469621 w 481262"/>
                <a:gd name="connsiteY34" fmla="*/ 215549 h 296764"/>
                <a:gd name="connsiteX35" fmla="*/ 470178 w 481262"/>
                <a:gd name="connsiteY35" fmla="*/ 207867 h 296764"/>
                <a:gd name="connsiteX36" fmla="*/ 478015 w 481262"/>
                <a:gd name="connsiteY36" fmla="*/ 200184 h 296764"/>
                <a:gd name="connsiteX37" fmla="*/ 478897 w 481262"/>
                <a:gd name="connsiteY37" fmla="*/ 188375 h 296764"/>
                <a:gd name="connsiteX38" fmla="*/ 471940 w 481262"/>
                <a:gd name="connsiteY38" fmla="*/ 188112 h 296764"/>
                <a:gd name="connsiteX39" fmla="*/ 467302 w 481262"/>
                <a:gd name="connsiteY39" fmla="*/ 187848 h 296764"/>
                <a:gd name="connsiteX40" fmla="*/ 461227 w 481262"/>
                <a:gd name="connsiteY40" fmla="*/ 186487 h 296764"/>
                <a:gd name="connsiteX41" fmla="*/ 457146 w 481262"/>
                <a:gd name="connsiteY41" fmla="*/ 185653 h 296764"/>
                <a:gd name="connsiteX42" fmla="*/ 451951 w 481262"/>
                <a:gd name="connsiteY42" fmla="*/ 187585 h 296764"/>
                <a:gd name="connsiteX43" fmla="*/ 430200 w 481262"/>
                <a:gd name="connsiteY43" fmla="*/ 192809 h 296764"/>
                <a:gd name="connsiteX44" fmla="*/ 422084 w 481262"/>
                <a:gd name="connsiteY44" fmla="*/ 212564 h 296764"/>
                <a:gd name="connsiteX45" fmla="*/ 417447 w 481262"/>
                <a:gd name="connsiteY45" fmla="*/ 221871 h 296764"/>
                <a:gd name="connsiteX46" fmla="*/ 406734 w 481262"/>
                <a:gd name="connsiteY46" fmla="*/ 230124 h 296764"/>
                <a:gd name="connsiteX47" fmla="*/ 410490 w 481262"/>
                <a:gd name="connsiteY47" fmla="*/ 232495 h 296764"/>
                <a:gd name="connsiteX48" fmla="*/ 407290 w 481262"/>
                <a:gd name="connsiteY48" fmla="*/ 235041 h 296764"/>
                <a:gd name="connsiteX49" fmla="*/ 400055 w 481262"/>
                <a:gd name="connsiteY49" fmla="*/ 235041 h 296764"/>
                <a:gd name="connsiteX50" fmla="*/ 400612 w 481262"/>
                <a:gd name="connsiteY50" fmla="*/ 232495 h 296764"/>
                <a:gd name="connsiteX51" fmla="*/ 384658 w 481262"/>
                <a:gd name="connsiteY51" fmla="*/ 235875 h 296764"/>
                <a:gd name="connsiteX52" fmla="*/ 365829 w 481262"/>
                <a:gd name="connsiteY52" fmla="*/ 239431 h 296764"/>
                <a:gd name="connsiteX53" fmla="*/ 362953 w 481262"/>
                <a:gd name="connsiteY53" fmla="*/ 240528 h 296764"/>
                <a:gd name="connsiteX54" fmla="*/ 358594 w 481262"/>
                <a:gd name="connsiteY54" fmla="*/ 240528 h 296764"/>
                <a:gd name="connsiteX55" fmla="*/ 337168 w 481262"/>
                <a:gd name="connsiteY55" fmla="*/ 230388 h 296764"/>
                <a:gd name="connsiteX56" fmla="*/ 334849 w 481262"/>
                <a:gd name="connsiteY56" fmla="*/ 226832 h 296764"/>
                <a:gd name="connsiteX57" fmla="*/ 330211 w 481262"/>
                <a:gd name="connsiteY57" fmla="*/ 222178 h 296764"/>
                <a:gd name="connsiteX58" fmla="*/ 316854 w 481262"/>
                <a:gd name="connsiteY58" fmla="*/ 202423 h 296764"/>
                <a:gd name="connsiteX59" fmla="*/ 307301 w 481262"/>
                <a:gd name="connsiteY59" fmla="*/ 181834 h 296764"/>
                <a:gd name="connsiteX60" fmla="*/ 304425 w 481262"/>
                <a:gd name="connsiteY60" fmla="*/ 171122 h 296764"/>
                <a:gd name="connsiteX61" fmla="*/ 307301 w 481262"/>
                <a:gd name="connsiteY61" fmla="*/ 160674 h 296764"/>
                <a:gd name="connsiteX62" fmla="*/ 308182 w 481262"/>
                <a:gd name="connsiteY62" fmla="*/ 125554 h 296764"/>
                <a:gd name="connsiteX63" fmla="*/ 317179 w 481262"/>
                <a:gd name="connsiteY63" fmla="*/ 116335 h 296764"/>
                <a:gd name="connsiteX64" fmla="*/ 315231 w 481262"/>
                <a:gd name="connsiteY64" fmla="*/ 116994 h 296764"/>
                <a:gd name="connsiteX65" fmla="*/ 313098 w 481262"/>
                <a:gd name="connsiteY65" fmla="*/ 117608 h 296764"/>
                <a:gd name="connsiteX66" fmla="*/ 311753 w 481262"/>
                <a:gd name="connsiteY66" fmla="*/ 117389 h 296764"/>
                <a:gd name="connsiteX67" fmla="*/ 308507 w 481262"/>
                <a:gd name="connsiteY67" fmla="*/ 114052 h 296764"/>
                <a:gd name="connsiteX68" fmla="*/ 300019 w 481262"/>
                <a:gd name="connsiteY68" fmla="*/ 114052 h 296764"/>
                <a:gd name="connsiteX69" fmla="*/ 299463 w 481262"/>
                <a:gd name="connsiteY69" fmla="*/ 113921 h 296764"/>
                <a:gd name="connsiteX70" fmla="*/ 285364 w 481262"/>
                <a:gd name="connsiteY70" fmla="*/ 107116 h 296764"/>
                <a:gd name="connsiteX71" fmla="*/ 277202 w 481262"/>
                <a:gd name="connsiteY71" fmla="*/ 87142 h 296764"/>
                <a:gd name="connsiteX72" fmla="*/ 266721 w 481262"/>
                <a:gd name="connsiteY72" fmla="*/ 76386 h 296764"/>
                <a:gd name="connsiteX73" fmla="*/ 266535 w 481262"/>
                <a:gd name="connsiteY73" fmla="*/ 76123 h 296764"/>
                <a:gd name="connsiteX74" fmla="*/ 258280 w 481262"/>
                <a:gd name="connsiteY74" fmla="*/ 60275 h 296764"/>
                <a:gd name="connsiteX75" fmla="*/ 252529 w 481262"/>
                <a:gd name="connsiteY75" fmla="*/ 57421 h 296764"/>
                <a:gd name="connsiteX76" fmla="*/ 252019 w 481262"/>
                <a:gd name="connsiteY76" fmla="*/ 56894 h 296764"/>
                <a:gd name="connsiteX77" fmla="*/ 249886 w 481262"/>
                <a:gd name="connsiteY77" fmla="*/ 52592 h 296764"/>
                <a:gd name="connsiteX78" fmla="*/ 244645 w 481262"/>
                <a:gd name="connsiteY78" fmla="*/ 50090 h 296764"/>
                <a:gd name="connsiteX79" fmla="*/ 236483 w 481262"/>
                <a:gd name="connsiteY79" fmla="*/ 49344 h 296764"/>
                <a:gd name="connsiteX80" fmla="*/ 234859 w 481262"/>
                <a:gd name="connsiteY80" fmla="*/ 51100 h 296764"/>
                <a:gd name="connsiteX81" fmla="*/ 234071 w 481262"/>
                <a:gd name="connsiteY81" fmla="*/ 51451 h 296764"/>
                <a:gd name="connsiteX82" fmla="*/ 229943 w 481262"/>
                <a:gd name="connsiteY82" fmla="*/ 51670 h 296764"/>
                <a:gd name="connsiteX83" fmla="*/ 226975 w 481262"/>
                <a:gd name="connsiteY83" fmla="*/ 60538 h 296764"/>
                <a:gd name="connsiteX84" fmla="*/ 226419 w 481262"/>
                <a:gd name="connsiteY84" fmla="*/ 61197 h 296764"/>
                <a:gd name="connsiteX85" fmla="*/ 219740 w 481262"/>
                <a:gd name="connsiteY85" fmla="*/ 64489 h 296764"/>
                <a:gd name="connsiteX86" fmla="*/ 218581 w 481262"/>
                <a:gd name="connsiteY86" fmla="*/ 64445 h 296764"/>
                <a:gd name="connsiteX87" fmla="*/ 200030 w 481262"/>
                <a:gd name="connsiteY87" fmla="*/ 53207 h 296764"/>
                <a:gd name="connsiteX88" fmla="*/ 199566 w 481262"/>
                <a:gd name="connsiteY88" fmla="*/ 52636 h 296764"/>
                <a:gd name="connsiteX89" fmla="*/ 193630 w 481262"/>
                <a:gd name="connsiteY89" fmla="*/ 36569 h 296764"/>
                <a:gd name="connsiteX90" fmla="*/ 185607 w 481262"/>
                <a:gd name="connsiteY90" fmla="*/ 32398 h 296764"/>
                <a:gd name="connsiteX91" fmla="*/ 185282 w 481262"/>
                <a:gd name="connsiteY91" fmla="*/ 32179 h 296764"/>
                <a:gd name="connsiteX92" fmla="*/ 170256 w 481262"/>
                <a:gd name="connsiteY92" fmla="*/ 16067 h 296764"/>
                <a:gd name="connsiteX93" fmla="*/ 142661 w 481262"/>
                <a:gd name="connsiteY93" fmla="*/ 16067 h 296764"/>
                <a:gd name="connsiteX94" fmla="*/ 142661 w 481262"/>
                <a:gd name="connsiteY94" fmla="*/ 23486 h 296764"/>
                <a:gd name="connsiteX95" fmla="*/ 141502 w 481262"/>
                <a:gd name="connsiteY95" fmla="*/ 24584 h 296764"/>
                <a:gd name="connsiteX96" fmla="*/ 95125 w 481262"/>
                <a:gd name="connsiteY96" fmla="*/ 24584 h 296764"/>
                <a:gd name="connsiteX97" fmla="*/ 94707 w 481262"/>
                <a:gd name="connsiteY97" fmla="*/ 24496 h 296764"/>
                <a:gd name="connsiteX98" fmla="*/ 37617 w 481262"/>
                <a:gd name="connsiteY98" fmla="*/ 4214 h 296764"/>
                <a:gd name="connsiteX99" fmla="*/ 36875 w 481262"/>
                <a:gd name="connsiteY99" fmla="*/ 3205 h 296764"/>
                <a:gd name="connsiteX100" fmla="*/ 36875 w 481262"/>
                <a:gd name="connsiteY100" fmla="*/ 0 h 296764"/>
                <a:gd name="connsiteX101" fmla="*/ 51 w 481262"/>
                <a:gd name="connsiteY101" fmla="*/ 2985 h 296764"/>
                <a:gd name="connsiteX102" fmla="*/ 11089 w 481262"/>
                <a:gd name="connsiteY102" fmla="*/ 22652 h 296764"/>
                <a:gd name="connsiteX103" fmla="*/ 16886 w 481262"/>
                <a:gd name="connsiteY103" fmla="*/ 31959 h 296764"/>
                <a:gd name="connsiteX104" fmla="*/ 20643 w 481262"/>
                <a:gd name="connsiteY104" fmla="*/ 41003 h 296764"/>
                <a:gd name="connsiteX105" fmla="*/ 35437 w 481262"/>
                <a:gd name="connsiteY105" fmla="*/ 57202 h 296764"/>
                <a:gd name="connsiteX106" fmla="*/ 48469 w 481262"/>
                <a:gd name="connsiteY106" fmla="*/ 70899 h 296764"/>
                <a:gd name="connsiteX107" fmla="*/ 47310 w 481262"/>
                <a:gd name="connsiteY107" fmla="*/ 78318 h 296764"/>
                <a:gd name="connsiteX108" fmla="*/ 46150 w 481262"/>
                <a:gd name="connsiteY108" fmla="*/ 82444 h 296764"/>
                <a:gd name="connsiteX109" fmla="*/ 49629 w 481262"/>
                <a:gd name="connsiteY109" fmla="*/ 84639 h 296764"/>
                <a:gd name="connsiteX110" fmla="*/ 47588 w 481262"/>
                <a:gd name="connsiteY110" fmla="*/ 87098 h 296764"/>
                <a:gd name="connsiteX111" fmla="*/ 44110 w 481262"/>
                <a:gd name="connsiteY111" fmla="*/ 83235 h 296764"/>
                <a:gd name="connsiteX112" fmla="*/ 34834 w 481262"/>
                <a:gd name="connsiteY112" fmla="*/ 83235 h 296764"/>
                <a:gd name="connsiteX113" fmla="*/ 40029 w 481262"/>
                <a:gd name="connsiteY113" fmla="*/ 90083 h 296764"/>
                <a:gd name="connsiteX114" fmla="*/ 44110 w 481262"/>
                <a:gd name="connsiteY114" fmla="*/ 94210 h 296764"/>
                <a:gd name="connsiteX115" fmla="*/ 49629 w 481262"/>
                <a:gd name="connsiteY115" fmla="*/ 97239 h 296764"/>
                <a:gd name="connsiteX116" fmla="*/ 55426 w 481262"/>
                <a:gd name="connsiteY116" fmla="*/ 101892 h 296764"/>
                <a:gd name="connsiteX117" fmla="*/ 58904 w 481262"/>
                <a:gd name="connsiteY117" fmla="*/ 101892 h 296764"/>
                <a:gd name="connsiteX118" fmla="*/ 65861 w 481262"/>
                <a:gd name="connsiteY118" fmla="*/ 105448 h 296764"/>
                <a:gd name="connsiteX119" fmla="*/ 78893 w 481262"/>
                <a:gd name="connsiteY119" fmla="*/ 117784 h 296764"/>
                <a:gd name="connsiteX120" fmla="*/ 78893 w 481262"/>
                <a:gd name="connsiteY120" fmla="*/ 133149 h 296764"/>
                <a:gd name="connsiteX121" fmla="*/ 101803 w 481262"/>
                <a:gd name="connsiteY121" fmla="*/ 149875 h 296764"/>
                <a:gd name="connsiteX122" fmla="*/ 109641 w 481262"/>
                <a:gd name="connsiteY122" fmla="*/ 156723 h 296764"/>
                <a:gd name="connsiteX123" fmla="*/ 113119 w 481262"/>
                <a:gd name="connsiteY123" fmla="*/ 166030 h 296764"/>
                <a:gd name="connsiteX124" fmla="*/ 117200 w 481262"/>
                <a:gd name="connsiteY124" fmla="*/ 162737 h 296764"/>
                <a:gd name="connsiteX125" fmla="*/ 122395 w 481262"/>
                <a:gd name="connsiteY125" fmla="*/ 154221 h 296764"/>
                <a:gd name="connsiteX126" fmla="*/ 119194 w 481262"/>
                <a:gd name="connsiteY126" fmla="*/ 152026 h 296764"/>
                <a:gd name="connsiteX127" fmla="*/ 118638 w 481262"/>
                <a:gd name="connsiteY127" fmla="*/ 148997 h 296764"/>
                <a:gd name="connsiteX128" fmla="*/ 109084 w 481262"/>
                <a:gd name="connsiteY128" fmla="*/ 140480 h 296764"/>
                <a:gd name="connsiteX129" fmla="*/ 107925 w 481262"/>
                <a:gd name="connsiteY129" fmla="*/ 144036 h 296764"/>
                <a:gd name="connsiteX130" fmla="*/ 101849 w 481262"/>
                <a:gd name="connsiteY130" fmla="*/ 136090 h 296764"/>
                <a:gd name="connsiteX131" fmla="*/ 98974 w 481262"/>
                <a:gd name="connsiteY131" fmla="*/ 128144 h 296764"/>
                <a:gd name="connsiteX132" fmla="*/ 92017 w 481262"/>
                <a:gd name="connsiteY132" fmla="*/ 117433 h 296764"/>
                <a:gd name="connsiteX133" fmla="*/ 83020 w 481262"/>
                <a:gd name="connsiteY133" fmla="*/ 99039 h 296764"/>
                <a:gd name="connsiteX134" fmla="*/ 69107 w 481262"/>
                <a:gd name="connsiteY134" fmla="*/ 83410 h 296764"/>
                <a:gd name="connsiteX135" fmla="*/ 58069 w 481262"/>
                <a:gd name="connsiteY135" fmla="*/ 63128 h 296764"/>
                <a:gd name="connsiteX136" fmla="*/ 44434 w 481262"/>
                <a:gd name="connsiteY136" fmla="*/ 49124 h 296764"/>
                <a:gd name="connsiteX137" fmla="*/ 39797 w 481262"/>
                <a:gd name="connsiteY137" fmla="*/ 42803 h 296764"/>
                <a:gd name="connsiteX138" fmla="*/ 36318 w 481262"/>
                <a:gd name="connsiteY138" fmla="*/ 26340 h 296764"/>
                <a:gd name="connsiteX139" fmla="*/ 36597 w 481262"/>
                <a:gd name="connsiteY139" fmla="*/ 18658 h 296764"/>
                <a:gd name="connsiteX140" fmla="*/ 38034 w 481262"/>
                <a:gd name="connsiteY140" fmla="*/ 14794 h 296764"/>
                <a:gd name="connsiteX141" fmla="*/ 47588 w 481262"/>
                <a:gd name="connsiteY141" fmla="*/ 20018 h 296764"/>
                <a:gd name="connsiteX142" fmla="*/ 51345 w 481262"/>
                <a:gd name="connsiteY142" fmla="*/ 18087 h 296764"/>
                <a:gd name="connsiteX143" fmla="*/ 55101 w 481262"/>
                <a:gd name="connsiteY143" fmla="*/ 22477 h 296764"/>
                <a:gd name="connsiteX144" fmla="*/ 64098 w 481262"/>
                <a:gd name="connsiteY144" fmla="*/ 27394 h 296764"/>
                <a:gd name="connsiteX145" fmla="*/ 68458 w 481262"/>
                <a:gd name="connsiteY145" fmla="*/ 41925 h 296764"/>
                <a:gd name="connsiteX146" fmla="*/ 82371 w 481262"/>
                <a:gd name="connsiteY146" fmla="*/ 64401 h 296764"/>
                <a:gd name="connsiteX147" fmla="*/ 87565 w 481262"/>
                <a:gd name="connsiteY147" fmla="*/ 72655 h 296764"/>
                <a:gd name="connsiteX148" fmla="*/ 101200 w 481262"/>
                <a:gd name="connsiteY148" fmla="*/ 81961 h 296764"/>
                <a:gd name="connsiteX149" fmla="*/ 113351 w 481262"/>
                <a:gd name="connsiteY149" fmla="*/ 95131 h 296764"/>
                <a:gd name="connsiteX150" fmla="*/ 120864 w 481262"/>
                <a:gd name="connsiteY150" fmla="*/ 102243 h 296764"/>
                <a:gd name="connsiteX151" fmla="*/ 124945 w 481262"/>
                <a:gd name="connsiteY151" fmla="*/ 107994 h 296764"/>
                <a:gd name="connsiteX152" fmla="*/ 130140 w 481262"/>
                <a:gd name="connsiteY152" fmla="*/ 119803 h 296764"/>
                <a:gd name="connsiteX153" fmla="*/ 129258 w 481262"/>
                <a:gd name="connsiteY153" fmla="*/ 122525 h 296764"/>
                <a:gd name="connsiteX154" fmla="*/ 132458 w 481262"/>
                <a:gd name="connsiteY154" fmla="*/ 123886 h 296764"/>
                <a:gd name="connsiteX155" fmla="*/ 136540 w 481262"/>
                <a:gd name="connsiteY155" fmla="*/ 126344 h 296764"/>
                <a:gd name="connsiteX156" fmla="*/ 144934 w 481262"/>
                <a:gd name="connsiteY156" fmla="*/ 130471 h 296764"/>
                <a:gd name="connsiteX157" fmla="*/ 145212 w 481262"/>
                <a:gd name="connsiteY157" fmla="*/ 135695 h 296764"/>
                <a:gd name="connsiteX158" fmla="*/ 153050 w 481262"/>
                <a:gd name="connsiteY158" fmla="*/ 138724 h 296764"/>
                <a:gd name="connsiteX159" fmla="*/ 151890 w 481262"/>
                <a:gd name="connsiteY159" fmla="*/ 141446 h 296764"/>
                <a:gd name="connsiteX160" fmla="*/ 159728 w 481262"/>
                <a:gd name="connsiteY160" fmla="*/ 146670 h 296764"/>
                <a:gd name="connsiteX161" fmla="*/ 180598 w 481262"/>
                <a:gd name="connsiteY161" fmla="*/ 171649 h 296764"/>
                <a:gd name="connsiteX162" fmla="*/ 188436 w 481262"/>
                <a:gd name="connsiteY162" fmla="*/ 188375 h 296764"/>
                <a:gd name="connsiteX163" fmla="*/ 189595 w 481262"/>
                <a:gd name="connsiteY163" fmla="*/ 192765 h 296764"/>
                <a:gd name="connsiteX164" fmla="*/ 185236 w 481262"/>
                <a:gd name="connsiteY164" fmla="*/ 195794 h 296764"/>
                <a:gd name="connsiteX165" fmla="*/ 187276 w 481262"/>
                <a:gd name="connsiteY165" fmla="*/ 199921 h 296764"/>
                <a:gd name="connsiteX166" fmla="*/ 183195 w 481262"/>
                <a:gd name="connsiteY166" fmla="*/ 208964 h 296764"/>
                <a:gd name="connsiteX167" fmla="*/ 204621 w 481262"/>
                <a:gd name="connsiteY167" fmla="*/ 227358 h 296764"/>
                <a:gd name="connsiteX168" fmla="*/ 214778 w 481262"/>
                <a:gd name="connsiteY168" fmla="*/ 234778 h 296764"/>
                <a:gd name="connsiteX169" fmla="*/ 240842 w 481262"/>
                <a:gd name="connsiteY169" fmla="*/ 245226 h 296764"/>
                <a:gd name="connsiteX170" fmla="*/ 266071 w 481262"/>
                <a:gd name="connsiteY170" fmla="*/ 258132 h 296764"/>
                <a:gd name="connsiteX171" fmla="*/ 273028 w 481262"/>
                <a:gd name="connsiteY171" fmla="*/ 261425 h 296764"/>
                <a:gd name="connsiteX172" fmla="*/ 287498 w 481262"/>
                <a:gd name="connsiteY172" fmla="*/ 265288 h 296764"/>
                <a:gd name="connsiteX173" fmla="*/ 304611 w 481262"/>
                <a:gd name="connsiteY173" fmla="*/ 273805 h 296764"/>
                <a:gd name="connsiteX174" fmla="*/ 319405 w 481262"/>
                <a:gd name="connsiteY174" fmla="*/ 277668 h 296764"/>
                <a:gd name="connsiteX175" fmla="*/ 350988 w 481262"/>
                <a:gd name="connsiteY175" fmla="*/ 269722 h 296764"/>
                <a:gd name="connsiteX176" fmla="*/ 354745 w 481262"/>
                <a:gd name="connsiteY176" fmla="*/ 269985 h 296764"/>
                <a:gd name="connsiteX177" fmla="*/ 354745 w 481262"/>
                <a:gd name="connsiteY177" fmla="*/ 272444 h 296764"/>
                <a:gd name="connsiteX178" fmla="*/ 359104 w 481262"/>
                <a:gd name="connsiteY178" fmla="*/ 270776 h 296764"/>
                <a:gd name="connsiteX179" fmla="*/ 364901 w 481262"/>
                <a:gd name="connsiteY179" fmla="*/ 272137 h 296764"/>
                <a:gd name="connsiteX180" fmla="*/ 390687 w 481262"/>
                <a:gd name="connsiteY180" fmla="*/ 294086 h 296764"/>
                <a:gd name="connsiteX181" fmla="*/ 393748 w 481262"/>
                <a:gd name="connsiteY181" fmla="*/ 296765 h 296764"/>
                <a:gd name="connsiteX182" fmla="*/ 395789 w 481262"/>
                <a:gd name="connsiteY182" fmla="*/ 289258 h 296764"/>
                <a:gd name="connsiteX183" fmla="*/ 393423 w 481262"/>
                <a:gd name="connsiteY183" fmla="*/ 287238 h 296764"/>
                <a:gd name="connsiteX184" fmla="*/ 228645 w 481262"/>
                <a:gd name="connsiteY184" fmla="*/ 210545 h 296764"/>
                <a:gd name="connsiteX185" fmla="*/ 216772 w 481262"/>
                <a:gd name="connsiteY185" fmla="*/ 208350 h 296764"/>
                <a:gd name="connsiteX186" fmla="*/ 218813 w 481262"/>
                <a:gd name="connsiteY186" fmla="*/ 206155 h 296764"/>
                <a:gd name="connsiteX187" fmla="*/ 228645 w 481262"/>
                <a:gd name="connsiteY187" fmla="*/ 206155 h 296764"/>
                <a:gd name="connsiteX188" fmla="*/ 228645 w 481262"/>
                <a:gd name="connsiteY188" fmla="*/ 210545 h 296764"/>
                <a:gd name="connsiteX189" fmla="*/ 230964 w 481262"/>
                <a:gd name="connsiteY189" fmla="*/ 117784 h 296764"/>
                <a:gd name="connsiteX190" fmla="*/ 225167 w 481262"/>
                <a:gd name="connsiteY190" fmla="*/ 116116 h 296764"/>
                <a:gd name="connsiteX191" fmla="*/ 228367 w 481262"/>
                <a:gd name="connsiteY191" fmla="*/ 114447 h 296764"/>
                <a:gd name="connsiteX192" fmla="*/ 236761 w 481262"/>
                <a:gd name="connsiteY192" fmla="*/ 114447 h 296764"/>
                <a:gd name="connsiteX193" fmla="*/ 230964 w 481262"/>
                <a:gd name="connsiteY193" fmla="*/ 117740 h 29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481262" h="296764">
                  <a:moveTo>
                    <a:pt x="393377" y="287370"/>
                  </a:moveTo>
                  <a:cubicBezTo>
                    <a:pt x="393006" y="287063"/>
                    <a:pt x="392913" y="286536"/>
                    <a:pt x="393099" y="286141"/>
                  </a:cubicBezTo>
                  <a:lnTo>
                    <a:pt x="394861" y="282277"/>
                  </a:lnTo>
                  <a:cubicBezTo>
                    <a:pt x="394861" y="282277"/>
                    <a:pt x="395093" y="281926"/>
                    <a:pt x="395278" y="281795"/>
                  </a:cubicBezTo>
                  <a:lnTo>
                    <a:pt x="405435" y="275473"/>
                  </a:lnTo>
                  <a:cubicBezTo>
                    <a:pt x="405435" y="275473"/>
                    <a:pt x="405852" y="275297"/>
                    <a:pt x="406084" y="275297"/>
                  </a:cubicBezTo>
                  <a:lnTo>
                    <a:pt x="423198" y="275297"/>
                  </a:lnTo>
                  <a:lnTo>
                    <a:pt x="423198" y="268449"/>
                  </a:lnTo>
                  <a:lnTo>
                    <a:pt x="419116" y="268449"/>
                  </a:lnTo>
                  <a:cubicBezTo>
                    <a:pt x="418560" y="268449"/>
                    <a:pt x="418096" y="268098"/>
                    <a:pt x="418003" y="267615"/>
                  </a:cubicBezTo>
                  <a:cubicBezTo>
                    <a:pt x="416937" y="263269"/>
                    <a:pt x="408635" y="258352"/>
                    <a:pt x="405528" y="256815"/>
                  </a:cubicBezTo>
                  <a:cubicBezTo>
                    <a:pt x="405064" y="256596"/>
                    <a:pt x="404832" y="256069"/>
                    <a:pt x="404925" y="255586"/>
                  </a:cubicBezTo>
                  <a:cubicBezTo>
                    <a:pt x="405064" y="255103"/>
                    <a:pt x="405528" y="254752"/>
                    <a:pt x="406038" y="254752"/>
                  </a:cubicBezTo>
                  <a:lnTo>
                    <a:pt x="412113" y="254752"/>
                  </a:lnTo>
                  <a:lnTo>
                    <a:pt x="412113" y="247245"/>
                  </a:lnTo>
                  <a:cubicBezTo>
                    <a:pt x="412113" y="246631"/>
                    <a:pt x="412623" y="246148"/>
                    <a:pt x="413273" y="246148"/>
                  </a:cubicBezTo>
                  <a:lnTo>
                    <a:pt x="441377" y="246148"/>
                  </a:lnTo>
                  <a:lnTo>
                    <a:pt x="441377" y="244567"/>
                  </a:lnTo>
                  <a:cubicBezTo>
                    <a:pt x="441377" y="243953"/>
                    <a:pt x="441888" y="243470"/>
                    <a:pt x="442537" y="243470"/>
                  </a:cubicBezTo>
                  <a:lnTo>
                    <a:pt x="446479" y="243470"/>
                  </a:lnTo>
                  <a:lnTo>
                    <a:pt x="451348" y="235260"/>
                  </a:lnTo>
                  <a:cubicBezTo>
                    <a:pt x="451534" y="234909"/>
                    <a:pt x="451951" y="234690"/>
                    <a:pt x="452369" y="234690"/>
                  </a:cubicBezTo>
                  <a:lnTo>
                    <a:pt x="456543" y="234690"/>
                  </a:lnTo>
                  <a:cubicBezTo>
                    <a:pt x="457285" y="233724"/>
                    <a:pt x="458537" y="232802"/>
                    <a:pt x="460809" y="232407"/>
                  </a:cubicBezTo>
                  <a:lnTo>
                    <a:pt x="461691" y="236051"/>
                  </a:lnTo>
                  <a:lnTo>
                    <a:pt x="462850" y="240704"/>
                  </a:lnTo>
                  <a:lnTo>
                    <a:pt x="464891" y="240441"/>
                  </a:lnTo>
                  <a:lnTo>
                    <a:pt x="465772" y="233856"/>
                  </a:lnTo>
                  <a:lnTo>
                    <a:pt x="467534" y="228939"/>
                  </a:lnTo>
                  <a:lnTo>
                    <a:pt x="469296" y="225383"/>
                  </a:lnTo>
                  <a:lnTo>
                    <a:pt x="467859" y="222661"/>
                  </a:lnTo>
                  <a:lnTo>
                    <a:pt x="469621" y="220203"/>
                  </a:lnTo>
                  <a:lnTo>
                    <a:pt x="466746" y="218842"/>
                  </a:lnTo>
                  <a:lnTo>
                    <a:pt x="466746" y="216910"/>
                  </a:lnTo>
                  <a:lnTo>
                    <a:pt x="469621" y="215549"/>
                  </a:lnTo>
                  <a:lnTo>
                    <a:pt x="470178" y="207867"/>
                  </a:lnTo>
                  <a:lnTo>
                    <a:pt x="478015" y="200184"/>
                  </a:lnTo>
                  <a:cubicBezTo>
                    <a:pt x="478015" y="200184"/>
                    <a:pt x="484694" y="192765"/>
                    <a:pt x="478897" y="188375"/>
                  </a:cubicBezTo>
                  <a:cubicBezTo>
                    <a:pt x="473099" y="183985"/>
                    <a:pt x="471940" y="188112"/>
                    <a:pt x="471940" y="188112"/>
                  </a:cubicBezTo>
                  <a:lnTo>
                    <a:pt x="467302" y="187848"/>
                  </a:lnTo>
                  <a:lnTo>
                    <a:pt x="461227" y="186487"/>
                  </a:lnTo>
                  <a:lnTo>
                    <a:pt x="457146" y="185653"/>
                  </a:lnTo>
                  <a:lnTo>
                    <a:pt x="451951" y="187585"/>
                  </a:lnTo>
                  <a:cubicBezTo>
                    <a:pt x="451951" y="187585"/>
                    <a:pt x="435998" y="191141"/>
                    <a:pt x="430200" y="192809"/>
                  </a:cubicBezTo>
                  <a:cubicBezTo>
                    <a:pt x="424403" y="194477"/>
                    <a:pt x="416287" y="199394"/>
                    <a:pt x="422084" y="212564"/>
                  </a:cubicBezTo>
                  <a:cubicBezTo>
                    <a:pt x="422084" y="212564"/>
                    <a:pt x="416009" y="214232"/>
                    <a:pt x="417447" y="221871"/>
                  </a:cubicBezTo>
                  <a:lnTo>
                    <a:pt x="406734" y="230124"/>
                  </a:lnTo>
                  <a:lnTo>
                    <a:pt x="410490" y="232495"/>
                  </a:lnTo>
                  <a:lnTo>
                    <a:pt x="407290" y="235041"/>
                  </a:lnTo>
                  <a:lnTo>
                    <a:pt x="400055" y="235041"/>
                  </a:lnTo>
                  <a:lnTo>
                    <a:pt x="400612" y="232495"/>
                  </a:lnTo>
                  <a:cubicBezTo>
                    <a:pt x="400612" y="232495"/>
                    <a:pt x="391614" y="230124"/>
                    <a:pt x="384658" y="235875"/>
                  </a:cubicBezTo>
                  <a:cubicBezTo>
                    <a:pt x="384658" y="235875"/>
                    <a:pt x="373620" y="235612"/>
                    <a:pt x="365829" y="239431"/>
                  </a:cubicBezTo>
                  <a:lnTo>
                    <a:pt x="362953" y="240528"/>
                  </a:lnTo>
                  <a:lnTo>
                    <a:pt x="358594" y="240528"/>
                  </a:lnTo>
                  <a:cubicBezTo>
                    <a:pt x="358594" y="240528"/>
                    <a:pt x="355719" y="230914"/>
                    <a:pt x="337168" y="230388"/>
                  </a:cubicBezTo>
                  <a:lnTo>
                    <a:pt x="334849" y="226832"/>
                  </a:lnTo>
                  <a:lnTo>
                    <a:pt x="330211" y="222178"/>
                  </a:lnTo>
                  <a:cubicBezTo>
                    <a:pt x="330211" y="222178"/>
                    <a:pt x="327892" y="208481"/>
                    <a:pt x="316854" y="202423"/>
                  </a:cubicBezTo>
                  <a:cubicBezTo>
                    <a:pt x="316854" y="202423"/>
                    <a:pt x="307022" y="185390"/>
                    <a:pt x="307301" y="181834"/>
                  </a:cubicBezTo>
                  <a:cubicBezTo>
                    <a:pt x="307579" y="178278"/>
                    <a:pt x="304425" y="171122"/>
                    <a:pt x="304425" y="171122"/>
                  </a:cubicBezTo>
                  <a:cubicBezTo>
                    <a:pt x="304425" y="171122"/>
                    <a:pt x="307022" y="164274"/>
                    <a:pt x="307301" y="160674"/>
                  </a:cubicBezTo>
                  <a:lnTo>
                    <a:pt x="308182" y="125554"/>
                  </a:lnTo>
                  <a:cubicBezTo>
                    <a:pt x="308182" y="125554"/>
                    <a:pt x="317179" y="123271"/>
                    <a:pt x="317179" y="116335"/>
                  </a:cubicBezTo>
                  <a:lnTo>
                    <a:pt x="315231" y="116994"/>
                  </a:lnTo>
                  <a:cubicBezTo>
                    <a:pt x="314489" y="117433"/>
                    <a:pt x="313747" y="117608"/>
                    <a:pt x="313098" y="117608"/>
                  </a:cubicBezTo>
                  <a:cubicBezTo>
                    <a:pt x="312588" y="117608"/>
                    <a:pt x="312124" y="117520"/>
                    <a:pt x="311753" y="117389"/>
                  </a:cubicBezTo>
                  <a:cubicBezTo>
                    <a:pt x="310037" y="116774"/>
                    <a:pt x="309017" y="115062"/>
                    <a:pt x="308507" y="114052"/>
                  </a:cubicBezTo>
                  <a:lnTo>
                    <a:pt x="300019" y="114052"/>
                  </a:lnTo>
                  <a:cubicBezTo>
                    <a:pt x="300019" y="114052"/>
                    <a:pt x="299648" y="114008"/>
                    <a:pt x="299463" y="113921"/>
                  </a:cubicBezTo>
                  <a:cubicBezTo>
                    <a:pt x="299370" y="113877"/>
                    <a:pt x="289306" y="108696"/>
                    <a:pt x="285364" y="107116"/>
                  </a:cubicBezTo>
                  <a:cubicBezTo>
                    <a:pt x="281098" y="105404"/>
                    <a:pt x="277944" y="90829"/>
                    <a:pt x="277202" y="87142"/>
                  </a:cubicBezTo>
                  <a:lnTo>
                    <a:pt x="266721" y="76386"/>
                  </a:lnTo>
                  <a:cubicBezTo>
                    <a:pt x="266721" y="76386"/>
                    <a:pt x="266581" y="76210"/>
                    <a:pt x="266535" y="76123"/>
                  </a:cubicBezTo>
                  <a:lnTo>
                    <a:pt x="258280" y="60275"/>
                  </a:lnTo>
                  <a:lnTo>
                    <a:pt x="252529" y="57421"/>
                  </a:lnTo>
                  <a:cubicBezTo>
                    <a:pt x="252529" y="57421"/>
                    <a:pt x="252112" y="57114"/>
                    <a:pt x="252019" y="56894"/>
                  </a:cubicBezTo>
                  <a:lnTo>
                    <a:pt x="249886" y="52592"/>
                  </a:lnTo>
                  <a:lnTo>
                    <a:pt x="244645" y="50090"/>
                  </a:lnTo>
                  <a:lnTo>
                    <a:pt x="236483" y="49344"/>
                  </a:lnTo>
                  <a:lnTo>
                    <a:pt x="234859" y="51100"/>
                  </a:lnTo>
                  <a:cubicBezTo>
                    <a:pt x="234859" y="51100"/>
                    <a:pt x="234349" y="51451"/>
                    <a:pt x="234071" y="51451"/>
                  </a:cubicBezTo>
                  <a:lnTo>
                    <a:pt x="229943" y="51670"/>
                  </a:lnTo>
                  <a:lnTo>
                    <a:pt x="226975" y="60538"/>
                  </a:lnTo>
                  <a:cubicBezTo>
                    <a:pt x="226882" y="60801"/>
                    <a:pt x="226697" y="61065"/>
                    <a:pt x="226419" y="61197"/>
                  </a:cubicBezTo>
                  <a:lnTo>
                    <a:pt x="219740" y="64489"/>
                  </a:lnTo>
                  <a:cubicBezTo>
                    <a:pt x="219369" y="64665"/>
                    <a:pt x="218906" y="64665"/>
                    <a:pt x="218581" y="64445"/>
                  </a:cubicBezTo>
                  <a:lnTo>
                    <a:pt x="200030" y="53207"/>
                  </a:lnTo>
                  <a:cubicBezTo>
                    <a:pt x="200030" y="53207"/>
                    <a:pt x="199659" y="52856"/>
                    <a:pt x="199566" y="52636"/>
                  </a:cubicBezTo>
                  <a:lnTo>
                    <a:pt x="193630" y="36569"/>
                  </a:lnTo>
                  <a:lnTo>
                    <a:pt x="185607" y="32398"/>
                  </a:lnTo>
                  <a:cubicBezTo>
                    <a:pt x="185607" y="32398"/>
                    <a:pt x="185375" y="32266"/>
                    <a:pt x="185282" y="32179"/>
                  </a:cubicBezTo>
                  <a:lnTo>
                    <a:pt x="170256" y="16067"/>
                  </a:lnTo>
                  <a:lnTo>
                    <a:pt x="142661" y="16067"/>
                  </a:lnTo>
                  <a:lnTo>
                    <a:pt x="142661" y="23486"/>
                  </a:lnTo>
                  <a:cubicBezTo>
                    <a:pt x="142661" y="24101"/>
                    <a:pt x="142151" y="24584"/>
                    <a:pt x="141502" y="24584"/>
                  </a:cubicBezTo>
                  <a:lnTo>
                    <a:pt x="95125" y="24584"/>
                  </a:lnTo>
                  <a:cubicBezTo>
                    <a:pt x="95125" y="24584"/>
                    <a:pt x="94846" y="24584"/>
                    <a:pt x="94707" y="24496"/>
                  </a:cubicBezTo>
                  <a:lnTo>
                    <a:pt x="37617" y="4214"/>
                  </a:lnTo>
                  <a:cubicBezTo>
                    <a:pt x="37153" y="4039"/>
                    <a:pt x="36875" y="3644"/>
                    <a:pt x="36875" y="3205"/>
                  </a:cubicBezTo>
                  <a:lnTo>
                    <a:pt x="36875" y="0"/>
                  </a:lnTo>
                  <a:lnTo>
                    <a:pt x="51" y="2985"/>
                  </a:lnTo>
                  <a:cubicBezTo>
                    <a:pt x="-876" y="16463"/>
                    <a:pt x="11089" y="22652"/>
                    <a:pt x="11089" y="22652"/>
                  </a:cubicBezTo>
                  <a:cubicBezTo>
                    <a:pt x="11089" y="22652"/>
                    <a:pt x="13130" y="29237"/>
                    <a:pt x="16886" y="31959"/>
                  </a:cubicBezTo>
                  <a:cubicBezTo>
                    <a:pt x="16886" y="31959"/>
                    <a:pt x="15727" y="39378"/>
                    <a:pt x="20643" y="41003"/>
                  </a:cubicBezTo>
                  <a:cubicBezTo>
                    <a:pt x="20643" y="41003"/>
                    <a:pt x="20921" y="55534"/>
                    <a:pt x="35437" y="57202"/>
                  </a:cubicBezTo>
                  <a:lnTo>
                    <a:pt x="48469" y="70899"/>
                  </a:lnTo>
                  <a:lnTo>
                    <a:pt x="47310" y="78318"/>
                  </a:lnTo>
                  <a:lnTo>
                    <a:pt x="46150" y="82444"/>
                  </a:lnTo>
                  <a:lnTo>
                    <a:pt x="49629" y="84639"/>
                  </a:lnTo>
                  <a:lnTo>
                    <a:pt x="47588" y="87098"/>
                  </a:lnTo>
                  <a:lnTo>
                    <a:pt x="44110" y="83235"/>
                  </a:lnTo>
                  <a:lnTo>
                    <a:pt x="34834" y="83235"/>
                  </a:lnTo>
                  <a:cubicBezTo>
                    <a:pt x="34834" y="83235"/>
                    <a:pt x="31634" y="87098"/>
                    <a:pt x="40029" y="90083"/>
                  </a:cubicBezTo>
                  <a:lnTo>
                    <a:pt x="44110" y="94210"/>
                  </a:lnTo>
                  <a:lnTo>
                    <a:pt x="49629" y="97239"/>
                  </a:lnTo>
                  <a:lnTo>
                    <a:pt x="55426" y="101892"/>
                  </a:lnTo>
                  <a:lnTo>
                    <a:pt x="58904" y="101892"/>
                  </a:lnTo>
                  <a:lnTo>
                    <a:pt x="65861" y="105448"/>
                  </a:lnTo>
                  <a:cubicBezTo>
                    <a:pt x="65861" y="105448"/>
                    <a:pt x="78614" y="110101"/>
                    <a:pt x="78893" y="117784"/>
                  </a:cubicBezTo>
                  <a:cubicBezTo>
                    <a:pt x="79171" y="125466"/>
                    <a:pt x="76852" y="129286"/>
                    <a:pt x="78893" y="133149"/>
                  </a:cubicBezTo>
                  <a:cubicBezTo>
                    <a:pt x="80933" y="137012"/>
                    <a:pt x="101803" y="149875"/>
                    <a:pt x="101803" y="149875"/>
                  </a:cubicBezTo>
                  <a:lnTo>
                    <a:pt x="109641" y="156723"/>
                  </a:lnTo>
                  <a:cubicBezTo>
                    <a:pt x="109641" y="156723"/>
                    <a:pt x="111681" y="165240"/>
                    <a:pt x="113119" y="166030"/>
                  </a:cubicBezTo>
                  <a:cubicBezTo>
                    <a:pt x="114557" y="166820"/>
                    <a:pt x="117200" y="162737"/>
                    <a:pt x="117200" y="162737"/>
                  </a:cubicBezTo>
                  <a:cubicBezTo>
                    <a:pt x="117200" y="162737"/>
                    <a:pt x="123879" y="164406"/>
                    <a:pt x="122395" y="154221"/>
                  </a:cubicBezTo>
                  <a:lnTo>
                    <a:pt x="119194" y="152026"/>
                  </a:lnTo>
                  <a:lnTo>
                    <a:pt x="118638" y="148997"/>
                  </a:lnTo>
                  <a:lnTo>
                    <a:pt x="109084" y="140480"/>
                  </a:lnTo>
                  <a:lnTo>
                    <a:pt x="107925" y="144036"/>
                  </a:lnTo>
                  <a:cubicBezTo>
                    <a:pt x="107925" y="144036"/>
                    <a:pt x="101849" y="144563"/>
                    <a:pt x="101849" y="136090"/>
                  </a:cubicBezTo>
                  <a:cubicBezTo>
                    <a:pt x="101849" y="136090"/>
                    <a:pt x="103287" y="130032"/>
                    <a:pt x="98974" y="128144"/>
                  </a:cubicBezTo>
                  <a:cubicBezTo>
                    <a:pt x="98974" y="128144"/>
                    <a:pt x="99252" y="119891"/>
                    <a:pt x="92017" y="117433"/>
                  </a:cubicBezTo>
                  <a:cubicBezTo>
                    <a:pt x="92017" y="117433"/>
                    <a:pt x="97536" y="102594"/>
                    <a:pt x="83020" y="99039"/>
                  </a:cubicBezTo>
                  <a:cubicBezTo>
                    <a:pt x="83020" y="99039"/>
                    <a:pt x="77223" y="83674"/>
                    <a:pt x="69107" y="83410"/>
                  </a:cubicBezTo>
                  <a:cubicBezTo>
                    <a:pt x="69107" y="83410"/>
                    <a:pt x="69107" y="68309"/>
                    <a:pt x="58069" y="63128"/>
                  </a:cubicBezTo>
                  <a:cubicBezTo>
                    <a:pt x="58069" y="63128"/>
                    <a:pt x="49675" y="49695"/>
                    <a:pt x="44434" y="49124"/>
                  </a:cubicBezTo>
                  <a:cubicBezTo>
                    <a:pt x="44434" y="49124"/>
                    <a:pt x="41559" y="43637"/>
                    <a:pt x="39797" y="42803"/>
                  </a:cubicBezTo>
                  <a:cubicBezTo>
                    <a:pt x="39797" y="42803"/>
                    <a:pt x="43275" y="32091"/>
                    <a:pt x="36318" y="26340"/>
                  </a:cubicBezTo>
                  <a:lnTo>
                    <a:pt x="36597" y="18658"/>
                  </a:lnTo>
                  <a:lnTo>
                    <a:pt x="38034" y="14794"/>
                  </a:lnTo>
                  <a:lnTo>
                    <a:pt x="47588" y="20018"/>
                  </a:lnTo>
                  <a:lnTo>
                    <a:pt x="51345" y="18087"/>
                  </a:lnTo>
                  <a:cubicBezTo>
                    <a:pt x="51345" y="18087"/>
                    <a:pt x="55982" y="18350"/>
                    <a:pt x="55101" y="22477"/>
                  </a:cubicBezTo>
                  <a:cubicBezTo>
                    <a:pt x="55101" y="22477"/>
                    <a:pt x="63820" y="22740"/>
                    <a:pt x="64098" y="27394"/>
                  </a:cubicBezTo>
                  <a:cubicBezTo>
                    <a:pt x="64377" y="32047"/>
                    <a:pt x="65861" y="38369"/>
                    <a:pt x="68458" y="41925"/>
                  </a:cubicBezTo>
                  <a:cubicBezTo>
                    <a:pt x="68458" y="41925"/>
                    <a:pt x="78893" y="63348"/>
                    <a:pt x="82371" y="64401"/>
                  </a:cubicBezTo>
                  <a:cubicBezTo>
                    <a:pt x="82371" y="64401"/>
                    <a:pt x="83252" y="70986"/>
                    <a:pt x="87565" y="72655"/>
                  </a:cubicBezTo>
                  <a:cubicBezTo>
                    <a:pt x="87565" y="72655"/>
                    <a:pt x="93965" y="82269"/>
                    <a:pt x="101200" y="81961"/>
                  </a:cubicBezTo>
                  <a:cubicBezTo>
                    <a:pt x="101200" y="81961"/>
                    <a:pt x="100319" y="94868"/>
                    <a:pt x="113351" y="95131"/>
                  </a:cubicBezTo>
                  <a:cubicBezTo>
                    <a:pt x="113351" y="95131"/>
                    <a:pt x="114789" y="101980"/>
                    <a:pt x="120864" y="102243"/>
                  </a:cubicBezTo>
                  <a:cubicBezTo>
                    <a:pt x="120864" y="102243"/>
                    <a:pt x="127542" y="104702"/>
                    <a:pt x="124945" y="107994"/>
                  </a:cubicBezTo>
                  <a:cubicBezTo>
                    <a:pt x="122348" y="111287"/>
                    <a:pt x="117432" y="120067"/>
                    <a:pt x="130140" y="119803"/>
                  </a:cubicBezTo>
                  <a:lnTo>
                    <a:pt x="129258" y="122525"/>
                  </a:lnTo>
                  <a:lnTo>
                    <a:pt x="132458" y="123886"/>
                  </a:lnTo>
                  <a:lnTo>
                    <a:pt x="136540" y="126344"/>
                  </a:lnTo>
                  <a:cubicBezTo>
                    <a:pt x="136540" y="126344"/>
                    <a:pt x="140899" y="126081"/>
                    <a:pt x="144934" y="130471"/>
                  </a:cubicBezTo>
                  <a:lnTo>
                    <a:pt x="145212" y="135695"/>
                  </a:lnTo>
                  <a:lnTo>
                    <a:pt x="153050" y="138724"/>
                  </a:lnTo>
                  <a:lnTo>
                    <a:pt x="151890" y="141446"/>
                  </a:lnTo>
                  <a:lnTo>
                    <a:pt x="159728" y="146670"/>
                  </a:lnTo>
                  <a:lnTo>
                    <a:pt x="180598" y="171649"/>
                  </a:lnTo>
                  <a:cubicBezTo>
                    <a:pt x="180598" y="171649"/>
                    <a:pt x="176517" y="180956"/>
                    <a:pt x="188436" y="188375"/>
                  </a:cubicBezTo>
                  <a:lnTo>
                    <a:pt x="189595" y="192765"/>
                  </a:lnTo>
                  <a:lnTo>
                    <a:pt x="185236" y="195794"/>
                  </a:lnTo>
                  <a:lnTo>
                    <a:pt x="187276" y="199921"/>
                  </a:lnTo>
                  <a:cubicBezTo>
                    <a:pt x="187276" y="199921"/>
                    <a:pt x="180598" y="203784"/>
                    <a:pt x="183195" y="208964"/>
                  </a:cubicBezTo>
                  <a:cubicBezTo>
                    <a:pt x="185792" y="214145"/>
                    <a:pt x="191311" y="224856"/>
                    <a:pt x="204621" y="227358"/>
                  </a:cubicBezTo>
                  <a:cubicBezTo>
                    <a:pt x="204621" y="227358"/>
                    <a:pt x="211021" y="230914"/>
                    <a:pt x="214778" y="234778"/>
                  </a:cubicBezTo>
                  <a:cubicBezTo>
                    <a:pt x="218535" y="238641"/>
                    <a:pt x="224935" y="243031"/>
                    <a:pt x="240842" y="245226"/>
                  </a:cubicBezTo>
                  <a:cubicBezTo>
                    <a:pt x="240842" y="245226"/>
                    <a:pt x="256518" y="256728"/>
                    <a:pt x="266071" y="258132"/>
                  </a:cubicBezTo>
                  <a:lnTo>
                    <a:pt x="273028" y="261425"/>
                  </a:lnTo>
                  <a:cubicBezTo>
                    <a:pt x="273028" y="261425"/>
                    <a:pt x="280541" y="264981"/>
                    <a:pt x="287498" y="265288"/>
                  </a:cubicBezTo>
                  <a:cubicBezTo>
                    <a:pt x="287498" y="265288"/>
                    <a:pt x="299092" y="273805"/>
                    <a:pt x="304611" y="273805"/>
                  </a:cubicBezTo>
                  <a:cubicBezTo>
                    <a:pt x="304611" y="273805"/>
                    <a:pt x="314767" y="274902"/>
                    <a:pt x="319405" y="277668"/>
                  </a:cubicBezTo>
                  <a:cubicBezTo>
                    <a:pt x="324043" y="280434"/>
                    <a:pt x="334200" y="281795"/>
                    <a:pt x="350988" y="269722"/>
                  </a:cubicBezTo>
                  <a:lnTo>
                    <a:pt x="354745" y="269985"/>
                  </a:lnTo>
                  <a:lnTo>
                    <a:pt x="354745" y="272444"/>
                  </a:lnTo>
                  <a:lnTo>
                    <a:pt x="359104" y="270776"/>
                  </a:lnTo>
                  <a:lnTo>
                    <a:pt x="364901" y="272137"/>
                  </a:lnTo>
                  <a:cubicBezTo>
                    <a:pt x="364901" y="272137"/>
                    <a:pt x="382293" y="286404"/>
                    <a:pt x="390687" y="294086"/>
                  </a:cubicBezTo>
                  <a:cubicBezTo>
                    <a:pt x="391707" y="295008"/>
                    <a:pt x="392728" y="295930"/>
                    <a:pt x="393748" y="296765"/>
                  </a:cubicBezTo>
                  <a:lnTo>
                    <a:pt x="395789" y="289258"/>
                  </a:lnTo>
                  <a:lnTo>
                    <a:pt x="393423" y="287238"/>
                  </a:lnTo>
                  <a:close/>
                  <a:moveTo>
                    <a:pt x="228645" y="210545"/>
                  </a:moveTo>
                  <a:lnTo>
                    <a:pt x="216772" y="208350"/>
                  </a:lnTo>
                  <a:lnTo>
                    <a:pt x="218813" y="206155"/>
                  </a:lnTo>
                  <a:lnTo>
                    <a:pt x="228645" y="206155"/>
                  </a:lnTo>
                  <a:lnTo>
                    <a:pt x="228645" y="210545"/>
                  </a:lnTo>
                  <a:close/>
                  <a:moveTo>
                    <a:pt x="230964" y="117784"/>
                  </a:moveTo>
                  <a:lnTo>
                    <a:pt x="225167" y="116116"/>
                  </a:lnTo>
                  <a:lnTo>
                    <a:pt x="228367" y="114447"/>
                  </a:lnTo>
                  <a:lnTo>
                    <a:pt x="236761" y="114447"/>
                  </a:lnTo>
                  <a:lnTo>
                    <a:pt x="230964" y="11774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4924829E-22FE-AE2F-950B-EC09F0D8171A}"/>
                </a:ext>
              </a:extLst>
            </p:cNvPr>
            <p:cNvSpPr>
              <a:spLocks/>
            </p:cNvSpPr>
            <p:nvPr/>
          </p:nvSpPr>
          <p:spPr>
            <a:xfrm>
              <a:off x="3439852" y="2807289"/>
              <a:ext cx="1661" cy="4127"/>
            </a:xfrm>
            <a:custGeom>
              <a:avLst/>
              <a:gdLst>
                <a:gd name="connsiteX0" fmla="*/ 1113 w 1113"/>
                <a:gd name="connsiteY0" fmla="*/ 0 h 2765"/>
                <a:gd name="connsiteX1" fmla="*/ 0 w 1113"/>
                <a:gd name="connsiteY1" fmla="*/ 0 h 2765"/>
                <a:gd name="connsiteX2" fmla="*/ 0 w 1113"/>
                <a:gd name="connsiteY2" fmla="*/ 2766 h 2765"/>
                <a:gd name="connsiteX3" fmla="*/ 93 w 1113"/>
                <a:gd name="connsiteY3" fmla="*/ 2722 h 2765"/>
                <a:gd name="connsiteX4" fmla="*/ 1113 w 1113"/>
                <a:gd name="connsiteY4" fmla="*/ 0 h 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3" h="2765">
                  <a:moveTo>
                    <a:pt x="1113" y="0"/>
                  </a:moveTo>
                  <a:lnTo>
                    <a:pt x="0" y="0"/>
                  </a:lnTo>
                  <a:lnTo>
                    <a:pt x="0" y="2766"/>
                  </a:lnTo>
                  <a:lnTo>
                    <a:pt x="93" y="2722"/>
                  </a:lnTo>
                  <a:lnTo>
                    <a:pt x="111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A12B8B3E-53C8-B3B4-6370-A374E8FA0834}"/>
                </a:ext>
              </a:extLst>
            </p:cNvPr>
            <p:cNvSpPr>
              <a:spLocks/>
            </p:cNvSpPr>
            <p:nvPr/>
          </p:nvSpPr>
          <p:spPr>
            <a:xfrm>
              <a:off x="3657265" y="3826098"/>
              <a:ext cx="76444" cy="65067"/>
            </a:xfrm>
            <a:custGeom>
              <a:avLst/>
              <a:gdLst>
                <a:gd name="connsiteX0" fmla="*/ 44861 w 51214"/>
                <a:gd name="connsiteY0" fmla="*/ 37403 h 43592"/>
                <a:gd name="connsiteX1" fmla="*/ 45232 w 51214"/>
                <a:gd name="connsiteY1" fmla="*/ 36569 h 43592"/>
                <a:gd name="connsiteX2" fmla="*/ 48293 w 51214"/>
                <a:gd name="connsiteY2" fmla="*/ 33979 h 43592"/>
                <a:gd name="connsiteX3" fmla="*/ 45418 w 51214"/>
                <a:gd name="connsiteY3" fmla="*/ 32267 h 43592"/>
                <a:gd name="connsiteX4" fmla="*/ 44861 w 51214"/>
                <a:gd name="connsiteY4" fmla="*/ 31345 h 43592"/>
                <a:gd name="connsiteX5" fmla="*/ 44861 w 51214"/>
                <a:gd name="connsiteY5" fmla="*/ 25594 h 43592"/>
                <a:gd name="connsiteX6" fmla="*/ 46021 w 51214"/>
                <a:gd name="connsiteY6" fmla="*/ 24496 h 43592"/>
                <a:gd name="connsiteX7" fmla="*/ 50380 w 51214"/>
                <a:gd name="connsiteY7" fmla="*/ 24496 h 43592"/>
                <a:gd name="connsiteX8" fmla="*/ 51215 w 51214"/>
                <a:gd name="connsiteY8" fmla="*/ 21906 h 43592"/>
                <a:gd name="connsiteX9" fmla="*/ 45742 w 51214"/>
                <a:gd name="connsiteY9" fmla="*/ 17604 h 43592"/>
                <a:gd name="connsiteX10" fmla="*/ 37905 w 51214"/>
                <a:gd name="connsiteY10" fmla="*/ 9921 h 43592"/>
                <a:gd name="connsiteX11" fmla="*/ 36374 w 51214"/>
                <a:gd name="connsiteY11" fmla="*/ 5575 h 43592"/>
                <a:gd name="connsiteX12" fmla="*/ 34890 w 51214"/>
                <a:gd name="connsiteY12" fmla="*/ 8253 h 43592"/>
                <a:gd name="connsiteX13" fmla="*/ 33870 w 51214"/>
                <a:gd name="connsiteY13" fmla="*/ 8824 h 43592"/>
                <a:gd name="connsiteX14" fmla="*/ 30392 w 51214"/>
                <a:gd name="connsiteY14" fmla="*/ 8824 h 43592"/>
                <a:gd name="connsiteX15" fmla="*/ 29789 w 51214"/>
                <a:gd name="connsiteY15" fmla="*/ 8648 h 43592"/>
                <a:gd name="connsiteX16" fmla="*/ 19725 w 51214"/>
                <a:gd name="connsiteY16" fmla="*/ 2546 h 43592"/>
                <a:gd name="connsiteX17" fmla="*/ 16293 w 51214"/>
                <a:gd name="connsiteY17" fmla="*/ 4785 h 43592"/>
                <a:gd name="connsiteX18" fmla="*/ 15133 w 51214"/>
                <a:gd name="connsiteY18" fmla="*/ 4873 h 43592"/>
                <a:gd name="connsiteX19" fmla="*/ 4467 w 51214"/>
                <a:gd name="connsiteY19" fmla="*/ 0 h 43592"/>
                <a:gd name="connsiteX20" fmla="*/ 2194 w 51214"/>
                <a:gd name="connsiteY20" fmla="*/ 3161 h 43592"/>
                <a:gd name="connsiteX21" fmla="*/ 246 w 51214"/>
                <a:gd name="connsiteY21" fmla="*/ 17033 h 43592"/>
                <a:gd name="connsiteX22" fmla="*/ 9244 w 51214"/>
                <a:gd name="connsiteY22" fmla="*/ 20896 h 43592"/>
                <a:gd name="connsiteX23" fmla="*/ 17963 w 51214"/>
                <a:gd name="connsiteY23" fmla="*/ 20896 h 43592"/>
                <a:gd name="connsiteX24" fmla="*/ 27794 w 51214"/>
                <a:gd name="connsiteY24" fmla="*/ 27481 h 43592"/>
                <a:gd name="connsiteX25" fmla="*/ 35308 w 51214"/>
                <a:gd name="connsiteY25" fmla="*/ 35164 h 43592"/>
                <a:gd name="connsiteX26" fmla="*/ 33545 w 51214"/>
                <a:gd name="connsiteY26" fmla="*/ 39291 h 43592"/>
                <a:gd name="connsiteX27" fmla="*/ 39342 w 51214"/>
                <a:gd name="connsiteY27" fmla="*/ 42320 h 43592"/>
                <a:gd name="connsiteX28" fmla="*/ 39342 w 51214"/>
                <a:gd name="connsiteY28" fmla="*/ 40388 h 43592"/>
                <a:gd name="connsiteX29" fmla="*/ 42542 w 51214"/>
                <a:gd name="connsiteY29" fmla="*/ 40388 h 43592"/>
                <a:gd name="connsiteX30" fmla="*/ 43934 w 51214"/>
                <a:gd name="connsiteY30" fmla="*/ 43593 h 43592"/>
                <a:gd name="connsiteX31" fmla="*/ 44861 w 51214"/>
                <a:gd name="connsiteY31" fmla="*/ 41310 h 43592"/>
                <a:gd name="connsiteX32" fmla="*/ 44861 w 51214"/>
                <a:gd name="connsiteY32" fmla="*/ 37403 h 43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1214" h="43592">
                  <a:moveTo>
                    <a:pt x="44861" y="37403"/>
                  </a:moveTo>
                  <a:cubicBezTo>
                    <a:pt x="44861" y="37096"/>
                    <a:pt x="45000" y="36788"/>
                    <a:pt x="45232" y="36569"/>
                  </a:cubicBezTo>
                  <a:lnTo>
                    <a:pt x="48293" y="33979"/>
                  </a:lnTo>
                  <a:lnTo>
                    <a:pt x="45418" y="32267"/>
                  </a:lnTo>
                  <a:cubicBezTo>
                    <a:pt x="45093" y="32047"/>
                    <a:pt x="44861" y="31696"/>
                    <a:pt x="44861" y="31345"/>
                  </a:cubicBezTo>
                  <a:lnTo>
                    <a:pt x="44861" y="25594"/>
                  </a:lnTo>
                  <a:cubicBezTo>
                    <a:pt x="44861" y="24979"/>
                    <a:pt x="45372" y="24496"/>
                    <a:pt x="46021" y="24496"/>
                  </a:cubicBezTo>
                  <a:lnTo>
                    <a:pt x="50380" y="24496"/>
                  </a:lnTo>
                  <a:lnTo>
                    <a:pt x="51215" y="21906"/>
                  </a:lnTo>
                  <a:cubicBezTo>
                    <a:pt x="49685" y="20150"/>
                    <a:pt x="47876" y="18570"/>
                    <a:pt x="45742" y="17604"/>
                  </a:cubicBezTo>
                  <a:lnTo>
                    <a:pt x="37905" y="9921"/>
                  </a:lnTo>
                  <a:cubicBezTo>
                    <a:pt x="37905" y="9921"/>
                    <a:pt x="37487" y="7814"/>
                    <a:pt x="36374" y="5575"/>
                  </a:cubicBezTo>
                  <a:lnTo>
                    <a:pt x="34890" y="8253"/>
                  </a:lnTo>
                  <a:cubicBezTo>
                    <a:pt x="34705" y="8605"/>
                    <a:pt x="34287" y="8824"/>
                    <a:pt x="33870" y="8824"/>
                  </a:cubicBezTo>
                  <a:lnTo>
                    <a:pt x="30392" y="8824"/>
                  </a:lnTo>
                  <a:cubicBezTo>
                    <a:pt x="30392" y="8824"/>
                    <a:pt x="29974" y="8780"/>
                    <a:pt x="29789" y="8648"/>
                  </a:cubicBezTo>
                  <a:lnTo>
                    <a:pt x="19725" y="2546"/>
                  </a:lnTo>
                  <a:lnTo>
                    <a:pt x="16293" y="4785"/>
                  </a:lnTo>
                  <a:cubicBezTo>
                    <a:pt x="15968" y="5005"/>
                    <a:pt x="15505" y="5049"/>
                    <a:pt x="15133" y="4873"/>
                  </a:cubicBezTo>
                  <a:lnTo>
                    <a:pt x="4467" y="0"/>
                  </a:lnTo>
                  <a:lnTo>
                    <a:pt x="2194" y="3161"/>
                  </a:lnTo>
                  <a:cubicBezTo>
                    <a:pt x="1916" y="6848"/>
                    <a:pt x="1174" y="15102"/>
                    <a:pt x="246" y="17033"/>
                  </a:cubicBezTo>
                  <a:cubicBezTo>
                    <a:pt x="-913" y="19492"/>
                    <a:pt x="2009" y="19755"/>
                    <a:pt x="9244" y="20896"/>
                  </a:cubicBezTo>
                  <a:cubicBezTo>
                    <a:pt x="16478" y="22038"/>
                    <a:pt x="17963" y="20896"/>
                    <a:pt x="17963" y="20896"/>
                  </a:cubicBezTo>
                  <a:cubicBezTo>
                    <a:pt x="17963" y="20896"/>
                    <a:pt x="24038" y="26384"/>
                    <a:pt x="27794" y="27481"/>
                  </a:cubicBezTo>
                  <a:cubicBezTo>
                    <a:pt x="31551" y="28579"/>
                    <a:pt x="35308" y="35164"/>
                    <a:pt x="35308" y="35164"/>
                  </a:cubicBezTo>
                  <a:lnTo>
                    <a:pt x="33545" y="39291"/>
                  </a:lnTo>
                  <a:lnTo>
                    <a:pt x="39342" y="42320"/>
                  </a:lnTo>
                  <a:lnTo>
                    <a:pt x="39342" y="40388"/>
                  </a:lnTo>
                  <a:lnTo>
                    <a:pt x="42542" y="40388"/>
                  </a:lnTo>
                  <a:lnTo>
                    <a:pt x="43934" y="43593"/>
                  </a:lnTo>
                  <a:lnTo>
                    <a:pt x="44861" y="41310"/>
                  </a:lnTo>
                  <a:lnTo>
                    <a:pt x="44861" y="3740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6407206B-21ED-B40B-2378-2988A1BE74FC}"/>
                </a:ext>
              </a:extLst>
            </p:cNvPr>
            <p:cNvSpPr>
              <a:spLocks/>
            </p:cNvSpPr>
            <p:nvPr/>
          </p:nvSpPr>
          <p:spPr>
            <a:xfrm>
              <a:off x="1713607" y="1762794"/>
              <a:ext cx="899914" cy="858919"/>
            </a:xfrm>
            <a:custGeom>
              <a:avLst/>
              <a:gdLst>
                <a:gd name="connsiteX0" fmla="*/ 592609 w 602904"/>
                <a:gd name="connsiteY0" fmla="*/ 564292 h 575439"/>
                <a:gd name="connsiteX1" fmla="*/ 602904 w 602904"/>
                <a:gd name="connsiteY1" fmla="*/ 552087 h 575439"/>
                <a:gd name="connsiteX2" fmla="*/ 600586 w 602904"/>
                <a:gd name="connsiteY2" fmla="*/ 539839 h 575439"/>
                <a:gd name="connsiteX3" fmla="*/ 602858 w 602904"/>
                <a:gd name="connsiteY3" fmla="*/ 535844 h 575439"/>
                <a:gd name="connsiteX4" fmla="*/ 600725 w 602904"/>
                <a:gd name="connsiteY4" fmla="*/ 530708 h 575439"/>
                <a:gd name="connsiteX5" fmla="*/ 595159 w 602904"/>
                <a:gd name="connsiteY5" fmla="*/ 530708 h 575439"/>
                <a:gd name="connsiteX6" fmla="*/ 595159 w 602904"/>
                <a:gd name="connsiteY6" fmla="*/ 527723 h 575439"/>
                <a:gd name="connsiteX7" fmla="*/ 580040 w 602904"/>
                <a:gd name="connsiteY7" fmla="*/ 518065 h 575439"/>
                <a:gd name="connsiteX8" fmla="*/ 573409 w 602904"/>
                <a:gd name="connsiteY8" fmla="*/ 518065 h 575439"/>
                <a:gd name="connsiteX9" fmla="*/ 571832 w 602904"/>
                <a:gd name="connsiteY9" fmla="*/ 512446 h 575439"/>
                <a:gd name="connsiteX10" fmla="*/ 568261 w 602904"/>
                <a:gd name="connsiteY10" fmla="*/ 510294 h 575439"/>
                <a:gd name="connsiteX11" fmla="*/ 569652 w 602904"/>
                <a:gd name="connsiteY11" fmla="*/ 506651 h 575439"/>
                <a:gd name="connsiteX12" fmla="*/ 564272 w 602904"/>
                <a:gd name="connsiteY12" fmla="*/ 504851 h 575439"/>
                <a:gd name="connsiteX13" fmla="*/ 566591 w 602904"/>
                <a:gd name="connsiteY13" fmla="*/ 500505 h 575439"/>
                <a:gd name="connsiteX14" fmla="*/ 546881 w 602904"/>
                <a:gd name="connsiteY14" fmla="*/ 469555 h 575439"/>
                <a:gd name="connsiteX15" fmla="*/ 549014 w 602904"/>
                <a:gd name="connsiteY15" fmla="*/ 465780 h 575439"/>
                <a:gd name="connsiteX16" fmla="*/ 538765 w 602904"/>
                <a:gd name="connsiteY16" fmla="*/ 457088 h 575439"/>
                <a:gd name="connsiteX17" fmla="*/ 532875 w 602904"/>
                <a:gd name="connsiteY17" fmla="*/ 449449 h 575439"/>
                <a:gd name="connsiteX18" fmla="*/ 532365 w 602904"/>
                <a:gd name="connsiteY18" fmla="*/ 448264 h 575439"/>
                <a:gd name="connsiteX19" fmla="*/ 522394 w 602904"/>
                <a:gd name="connsiteY19" fmla="*/ 440274 h 575439"/>
                <a:gd name="connsiteX20" fmla="*/ 521651 w 602904"/>
                <a:gd name="connsiteY20" fmla="*/ 439835 h 575439"/>
                <a:gd name="connsiteX21" fmla="*/ 523414 w 602904"/>
                <a:gd name="connsiteY21" fmla="*/ 433996 h 575439"/>
                <a:gd name="connsiteX22" fmla="*/ 516133 w 602904"/>
                <a:gd name="connsiteY22" fmla="*/ 428772 h 575439"/>
                <a:gd name="connsiteX23" fmla="*/ 504770 w 602904"/>
                <a:gd name="connsiteY23" fmla="*/ 432460 h 575439"/>
                <a:gd name="connsiteX24" fmla="*/ 504770 w 602904"/>
                <a:gd name="connsiteY24" fmla="*/ 436806 h 575439"/>
                <a:gd name="connsiteX25" fmla="*/ 500689 w 602904"/>
                <a:gd name="connsiteY25" fmla="*/ 437069 h 575439"/>
                <a:gd name="connsiteX26" fmla="*/ 500689 w 602904"/>
                <a:gd name="connsiteY26" fmla="*/ 446288 h 575439"/>
                <a:gd name="connsiteX27" fmla="*/ 495912 w 602904"/>
                <a:gd name="connsiteY27" fmla="*/ 445981 h 575439"/>
                <a:gd name="connsiteX28" fmla="*/ 488445 w 602904"/>
                <a:gd name="connsiteY28" fmla="*/ 452259 h 575439"/>
                <a:gd name="connsiteX29" fmla="*/ 482184 w 602904"/>
                <a:gd name="connsiteY29" fmla="*/ 455463 h 575439"/>
                <a:gd name="connsiteX30" fmla="*/ 482184 w 602904"/>
                <a:gd name="connsiteY30" fmla="*/ 443391 h 575439"/>
                <a:gd name="connsiteX31" fmla="*/ 466880 w 602904"/>
                <a:gd name="connsiteY31" fmla="*/ 427894 h 575439"/>
                <a:gd name="connsiteX32" fmla="*/ 458161 w 602904"/>
                <a:gd name="connsiteY32" fmla="*/ 419114 h 575439"/>
                <a:gd name="connsiteX33" fmla="*/ 457558 w 602904"/>
                <a:gd name="connsiteY33" fmla="*/ 418807 h 575439"/>
                <a:gd name="connsiteX34" fmla="*/ 457697 w 602904"/>
                <a:gd name="connsiteY34" fmla="*/ 415295 h 575439"/>
                <a:gd name="connsiteX35" fmla="*/ 459274 w 602904"/>
                <a:gd name="connsiteY35" fmla="*/ 412529 h 575439"/>
                <a:gd name="connsiteX36" fmla="*/ 459274 w 602904"/>
                <a:gd name="connsiteY36" fmla="*/ 411168 h 575439"/>
                <a:gd name="connsiteX37" fmla="*/ 452317 w 602904"/>
                <a:gd name="connsiteY37" fmla="*/ 411168 h 575439"/>
                <a:gd name="connsiteX38" fmla="*/ 450416 w 602904"/>
                <a:gd name="connsiteY38" fmla="*/ 412178 h 575439"/>
                <a:gd name="connsiteX39" fmla="*/ 445036 w 602904"/>
                <a:gd name="connsiteY39" fmla="*/ 416787 h 575439"/>
                <a:gd name="connsiteX40" fmla="*/ 438126 w 602904"/>
                <a:gd name="connsiteY40" fmla="*/ 413144 h 575439"/>
                <a:gd name="connsiteX41" fmla="*/ 434601 w 602904"/>
                <a:gd name="connsiteY41" fmla="*/ 414724 h 575439"/>
                <a:gd name="connsiteX42" fmla="*/ 428387 w 602904"/>
                <a:gd name="connsiteY42" fmla="*/ 412178 h 575439"/>
                <a:gd name="connsiteX43" fmla="*/ 427923 w 602904"/>
                <a:gd name="connsiteY43" fmla="*/ 411827 h 575439"/>
                <a:gd name="connsiteX44" fmla="*/ 427923 w 602904"/>
                <a:gd name="connsiteY44" fmla="*/ 75333 h 575439"/>
                <a:gd name="connsiteX45" fmla="*/ 427367 w 602904"/>
                <a:gd name="connsiteY45" fmla="*/ 75025 h 575439"/>
                <a:gd name="connsiteX46" fmla="*/ 425048 w 602904"/>
                <a:gd name="connsiteY46" fmla="*/ 76386 h 575439"/>
                <a:gd name="connsiteX47" fmla="*/ 421291 w 602904"/>
                <a:gd name="connsiteY47" fmla="*/ 75859 h 575439"/>
                <a:gd name="connsiteX48" fmla="*/ 419250 w 602904"/>
                <a:gd name="connsiteY48" fmla="*/ 70943 h 575439"/>
                <a:gd name="connsiteX49" fmla="*/ 416653 w 602904"/>
                <a:gd name="connsiteY49" fmla="*/ 74235 h 575439"/>
                <a:gd name="connsiteX50" fmla="*/ 416653 w 602904"/>
                <a:gd name="connsiteY50" fmla="*/ 70372 h 575439"/>
                <a:gd name="connsiteX51" fmla="*/ 408537 w 602904"/>
                <a:gd name="connsiteY51" fmla="*/ 65455 h 575439"/>
                <a:gd name="connsiteX52" fmla="*/ 398102 w 602904"/>
                <a:gd name="connsiteY52" fmla="*/ 59133 h 575439"/>
                <a:gd name="connsiteX53" fmla="*/ 390868 w 602904"/>
                <a:gd name="connsiteY53" fmla="*/ 57465 h 575439"/>
                <a:gd name="connsiteX54" fmla="*/ 371157 w 602904"/>
                <a:gd name="connsiteY54" fmla="*/ 62119 h 575439"/>
                <a:gd name="connsiteX55" fmla="*/ 359841 w 602904"/>
                <a:gd name="connsiteY55" fmla="*/ 60187 h 575439"/>
                <a:gd name="connsiteX56" fmla="*/ 335771 w 602904"/>
                <a:gd name="connsiteY56" fmla="*/ 53339 h 575439"/>
                <a:gd name="connsiteX57" fmla="*/ 329093 w 602904"/>
                <a:gd name="connsiteY57" fmla="*/ 51407 h 575439"/>
                <a:gd name="connsiteX58" fmla="*/ 321858 w 602904"/>
                <a:gd name="connsiteY58" fmla="*/ 51407 h 575439"/>
                <a:gd name="connsiteX59" fmla="*/ 321858 w 602904"/>
                <a:gd name="connsiteY59" fmla="*/ 49739 h 575439"/>
                <a:gd name="connsiteX60" fmla="*/ 318983 w 602904"/>
                <a:gd name="connsiteY60" fmla="*/ 46710 h 575439"/>
                <a:gd name="connsiteX61" fmla="*/ 315226 w 602904"/>
                <a:gd name="connsiteY61" fmla="*/ 51627 h 575439"/>
                <a:gd name="connsiteX62" fmla="*/ 312907 w 602904"/>
                <a:gd name="connsiteY62" fmla="*/ 54656 h 575439"/>
                <a:gd name="connsiteX63" fmla="*/ 315226 w 602904"/>
                <a:gd name="connsiteY63" fmla="*/ 54919 h 575439"/>
                <a:gd name="connsiteX64" fmla="*/ 309707 w 602904"/>
                <a:gd name="connsiteY64" fmla="*/ 62338 h 575439"/>
                <a:gd name="connsiteX65" fmla="*/ 307945 w 602904"/>
                <a:gd name="connsiteY65" fmla="*/ 69450 h 575439"/>
                <a:gd name="connsiteX66" fmla="*/ 310820 w 602904"/>
                <a:gd name="connsiteY66" fmla="*/ 80162 h 575439"/>
                <a:gd name="connsiteX67" fmla="*/ 311377 w 602904"/>
                <a:gd name="connsiteY67" fmla="*/ 83454 h 575439"/>
                <a:gd name="connsiteX68" fmla="*/ 307899 w 602904"/>
                <a:gd name="connsiteY68" fmla="*/ 95263 h 575439"/>
                <a:gd name="connsiteX69" fmla="*/ 309336 w 602904"/>
                <a:gd name="connsiteY69" fmla="*/ 83191 h 575439"/>
                <a:gd name="connsiteX70" fmla="*/ 305858 w 602904"/>
                <a:gd name="connsiteY70" fmla="*/ 70021 h 575439"/>
                <a:gd name="connsiteX71" fmla="*/ 307296 w 602904"/>
                <a:gd name="connsiteY71" fmla="*/ 64270 h 575439"/>
                <a:gd name="connsiteX72" fmla="*/ 310171 w 602904"/>
                <a:gd name="connsiteY72" fmla="*/ 56587 h 575439"/>
                <a:gd name="connsiteX73" fmla="*/ 310728 w 602904"/>
                <a:gd name="connsiteY73" fmla="*/ 52197 h 575439"/>
                <a:gd name="connsiteX74" fmla="*/ 315365 w 602904"/>
                <a:gd name="connsiteY74" fmla="*/ 48071 h 575439"/>
                <a:gd name="connsiteX75" fmla="*/ 311284 w 602904"/>
                <a:gd name="connsiteY75" fmla="*/ 46973 h 575439"/>
                <a:gd name="connsiteX76" fmla="*/ 309244 w 602904"/>
                <a:gd name="connsiteY76" fmla="*/ 42847 h 575439"/>
                <a:gd name="connsiteX77" fmla="*/ 305765 w 602904"/>
                <a:gd name="connsiteY77" fmla="*/ 42847 h 575439"/>
                <a:gd name="connsiteX78" fmla="*/ 305765 w 602904"/>
                <a:gd name="connsiteY78" fmla="*/ 47763 h 575439"/>
                <a:gd name="connsiteX79" fmla="*/ 299365 w 602904"/>
                <a:gd name="connsiteY79" fmla="*/ 57377 h 575439"/>
                <a:gd name="connsiteX80" fmla="*/ 295284 w 602904"/>
                <a:gd name="connsiteY80" fmla="*/ 61241 h 575439"/>
                <a:gd name="connsiteX81" fmla="*/ 301359 w 602904"/>
                <a:gd name="connsiteY81" fmla="*/ 51363 h 575439"/>
                <a:gd name="connsiteX82" fmla="*/ 302519 w 602904"/>
                <a:gd name="connsiteY82" fmla="*/ 41222 h 575439"/>
                <a:gd name="connsiteX83" fmla="*/ 295284 w 602904"/>
                <a:gd name="connsiteY83" fmla="*/ 38193 h 575439"/>
                <a:gd name="connsiteX84" fmla="*/ 287771 w 602904"/>
                <a:gd name="connsiteY84" fmla="*/ 39291 h 575439"/>
                <a:gd name="connsiteX85" fmla="*/ 282252 w 602904"/>
                <a:gd name="connsiteY85" fmla="*/ 42320 h 575439"/>
                <a:gd name="connsiteX86" fmla="*/ 273533 w 602904"/>
                <a:gd name="connsiteY86" fmla="*/ 49168 h 575439"/>
                <a:gd name="connsiteX87" fmla="*/ 273533 w 602904"/>
                <a:gd name="connsiteY87" fmla="*/ 46446 h 575439"/>
                <a:gd name="connsiteX88" fmla="*/ 278171 w 602904"/>
                <a:gd name="connsiteY88" fmla="*/ 38764 h 575439"/>
                <a:gd name="connsiteX89" fmla="*/ 271214 w 602904"/>
                <a:gd name="connsiteY89" fmla="*/ 40695 h 575439"/>
                <a:gd name="connsiteX90" fmla="*/ 266298 w 602904"/>
                <a:gd name="connsiteY90" fmla="*/ 45920 h 575439"/>
                <a:gd name="connsiteX91" fmla="*/ 262820 w 602904"/>
                <a:gd name="connsiteY91" fmla="*/ 42056 h 575439"/>
                <a:gd name="connsiteX92" fmla="*/ 256420 w 602904"/>
                <a:gd name="connsiteY92" fmla="*/ 41793 h 575439"/>
                <a:gd name="connsiteX93" fmla="*/ 259620 w 602904"/>
                <a:gd name="connsiteY93" fmla="*/ 38764 h 575439"/>
                <a:gd name="connsiteX94" fmla="*/ 247747 w 602904"/>
                <a:gd name="connsiteY94" fmla="*/ 33276 h 575439"/>
                <a:gd name="connsiteX95" fmla="*/ 247747 w 602904"/>
                <a:gd name="connsiteY95" fmla="*/ 27218 h 575439"/>
                <a:gd name="connsiteX96" fmla="*/ 251226 w 602904"/>
                <a:gd name="connsiteY96" fmla="*/ 23662 h 575439"/>
                <a:gd name="connsiteX97" fmla="*/ 246310 w 602904"/>
                <a:gd name="connsiteY97" fmla="*/ 21731 h 575439"/>
                <a:gd name="connsiteX98" fmla="*/ 242228 w 602904"/>
                <a:gd name="connsiteY98" fmla="*/ 22257 h 575439"/>
                <a:gd name="connsiteX99" fmla="*/ 238472 w 602904"/>
                <a:gd name="connsiteY99" fmla="*/ 20062 h 575439"/>
                <a:gd name="connsiteX100" fmla="*/ 230634 w 602904"/>
                <a:gd name="connsiteY100" fmla="*/ 20589 h 575439"/>
                <a:gd name="connsiteX101" fmla="*/ 224234 w 602904"/>
                <a:gd name="connsiteY101" fmla="*/ 21687 h 575439"/>
                <a:gd name="connsiteX102" fmla="*/ 222193 w 602904"/>
                <a:gd name="connsiteY102" fmla="*/ 24716 h 575439"/>
                <a:gd name="connsiteX103" fmla="*/ 217834 w 602904"/>
                <a:gd name="connsiteY103" fmla="*/ 26911 h 575439"/>
                <a:gd name="connsiteX104" fmla="*/ 217834 w 602904"/>
                <a:gd name="connsiteY104" fmla="*/ 30203 h 575439"/>
                <a:gd name="connsiteX105" fmla="*/ 214634 w 602904"/>
                <a:gd name="connsiteY105" fmla="*/ 29369 h 575439"/>
                <a:gd name="connsiteX106" fmla="*/ 207956 w 602904"/>
                <a:gd name="connsiteY106" fmla="*/ 29369 h 575439"/>
                <a:gd name="connsiteX107" fmla="*/ 217788 w 602904"/>
                <a:gd name="connsiteY107" fmla="*/ 24716 h 575439"/>
                <a:gd name="connsiteX108" fmla="*/ 211712 w 602904"/>
                <a:gd name="connsiteY108" fmla="*/ 22257 h 575439"/>
                <a:gd name="connsiteX109" fmla="*/ 213753 w 602904"/>
                <a:gd name="connsiteY109" fmla="*/ 19799 h 575439"/>
                <a:gd name="connsiteX110" fmla="*/ 207956 w 602904"/>
                <a:gd name="connsiteY110" fmla="*/ 11853 h 575439"/>
                <a:gd name="connsiteX111" fmla="*/ 201880 w 602904"/>
                <a:gd name="connsiteY111" fmla="*/ 12951 h 575439"/>
                <a:gd name="connsiteX112" fmla="*/ 205359 w 602904"/>
                <a:gd name="connsiteY112" fmla="*/ 15146 h 575439"/>
                <a:gd name="connsiteX113" fmla="*/ 201741 w 602904"/>
                <a:gd name="connsiteY113" fmla="*/ 17341 h 575439"/>
                <a:gd name="connsiteX114" fmla="*/ 199561 w 602904"/>
                <a:gd name="connsiteY114" fmla="*/ 21731 h 575439"/>
                <a:gd name="connsiteX115" fmla="*/ 201880 w 602904"/>
                <a:gd name="connsiteY115" fmla="*/ 25286 h 575439"/>
                <a:gd name="connsiteX116" fmla="*/ 195202 w 602904"/>
                <a:gd name="connsiteY116" fmla="*/ 25286 h 575439"/>
                <a:gd name="connsiteX117" fmla="*/ 192002 w 602904"/>
                <a:gd name="connsiteY117" fmla="*/ 27745 h 575439"/>
                <a:gd name="connsiteX118" fmla="*/ 192002 w 602904"/>
                <a:gd name="connsiteY118" fmla="*/ 17867 h 575439"/>
                <a:gd name="connsiteX119" fmla="*/ 198680 w 602904"/>
                <a:gd name="connsiteY119" fmla="*/ 10448 h 575439"/>
                <a:gd name="connsiteX120" fmla="*/ 190564 w 602904"/>
                <a:gd name="connsiteY120" fmla="*/ 7156 h 575439"/>
                <a:gd name="connsiteX121" fmla="*/ 188245 w 602904"/>
                <a:gd name="connsiteY121" fmla="*/ 3293 h 575439"/>
                <a:gd name="connsiteX122" fmla="*/ 181289 w 602904"/>
                <a:gd name="connsiteY122" fmla="*/ 0 h 575439"/>
                <a:gd name="connsiteX123" fmla="*/ 174610 w 602904"/>
                <a:gd name="connsiteY123" fmla="*/ 11238 h 575439"/>
                <a:gd name="connsiteX124" fmla="*/ 169973 w 602904"/>
                <a:gd name="connsiteY124" fmla="*/ 15892 h 575439"/>
                <a:gd name="connsiteX125" fmla="*/ 145346 w 602904"/>
                <a:gd name="connsiteY125" fmla="*/ 24935 h 575439"/>
                <a:gd name="connsiteX126" fmla="*/ 145346 w 602904"/>
                <a:gd name="connsiteY126" fmla="*/ 26296 h 575439"/>
                <a:gd name="connsiteX127" fmla="*/ 138946 w 602904"/>
                <a:gd name="connsiteY127" fmla="*/ 26033 h 575439"/>
                <a:gd name="connsiteX128" fmla="*/ 138946 w 602904"/>
                <a:gd name="connsiteY128" fmla="*/ 23004 h 575439"/>
                <a:gd name="connsiteX129" fmla="*/ 128790 w 602904"/>
                <a:gd name="connsiteY129" fmla="*/ 32047 h 575439"/>
                <a:gd name="connsiteX130" fmla="*/ 131387 w 602904"/>
                <a:gd name="connsiteY130" fmla="*/ 35910 h 575439"/>
                <a:gd name="connsiteX131" fmla="*/ 136303 w 602904"/>
                <a:gd name="connsiteY131" fmla="*/ 38939 h 575439"/>
                <a:gd name="connsiteX132" fmla="*/ 130784 w 602904"/>
                <a:gd name="connsiteY132" fmla="*/ 41398 h 575439"/>
                <a:gd name="connsiteX133" fmla="*/ 130227 w 602904"/>
                <a:gd name="connsiteY133" fmla="*/ 49080 h 575439"/>
                <a:gd name="connsiteX134" fmla="*/ 127352 w 602904"/>
                <a:gd name="connsiteY134" fmla="*/ 44427 h 575439"/>
                <a:gd name="connsiteX135" fmla="*/ 129393 w 602904"/>
                <a:gd name="connsiteY135" fmla="*/ 39774 h 575439"/>
                <a:gd name="connsiteX136" fmla="*/ 124477 w 602904"/>
                <a:gd name="connsiteY136" fmla="*/ 34549 h 575439"/>
                <a:gd name="connsiteX137" fmla="*/ 107085 w 602904"/>
                <a:gd name="connsiteY137" fmla="*/ 49914 h 575439"/>
                <a:gd name="connsiteX138" fmla="*/ 100407 w 602904"/>
                <a:gd name="connsiteY138" fmla="*/ 52944 h 575439"/>
                <a:gd name="connsiteX139" fmla="*/ 100407 w 602904"/>
                <a:gd name="connsiteY139" fmla="*/ 48027 h 575439"/>
                <a:gd name="connsiteX140" fmla="*/ 80696 w 602904"/>
                <a:gd name="connsiteY140" fmla="*/ 71908 h 575439"/>
                <a:gd name="connsiteX141" fmla="*/ 80696 w 602904"/>
                <a:gd name="connsiteY141" fmla="*/ 73840 h 575439"/>
                <a:gd name="connsiteX142" fmla="*/ 79259 w 602904"/>
                <a:gd name="connsiteY142" fmla="*/ 77396 h 575439"/>
                <a:gd name="connsiteX143" fmla="*/ 65624 w 602904"/>
                <a:gd name="connsiteY143" fmla="*/ 104263 h 575439"/>
                <a:gd name="connsiteX144" fmla="*/ 30563 w 602904"/>
                <a:gd name="connsiteY144" fmla="*/ 109487 h 575439"/>
                <a:gd name="connsiteX145" fmla="*/ 26481 w 602904"/>
                <a:gd name="connsiteY145" fmla="*/ 131173 h 575439"/>
                <a:gd name="connsiteX146" fmla="*/ 30841 w 602904"/>
                <a:gd name="connsiteY146" fmla="*/ 132842 h 575439"/>
                <a:gd name="connsiteX147" fmla="*/ 38076 w 602904"/>
                <a:gd name="connsiteY147" fmla="*/ 140524 h 575439"/>
                <a:gd name="connsiteX148" fmla="*/ 59827 w 602904"/>
                <a:gd name="connsiteY148" fmla="*/ 157250 h 575439"/>
                <a:gd name="connsiteX149" fmla="*/ 67664 w 602904"/>
                <a:gd name="connsiteY149" fmla="*/ 166864 h 575439"/>
                <a:gd name="connsiteX150" fmla="*/ 71746 w 602904"/>
                <a:gd name="connsiteY150" fmla="*/ 177312 h 575439"/>
                <a:gd name="connsiteX151" fmla="*/ 69705 w 602904"/>
                <a:gd name="connsiteY151" fmla="*/ 180034 h 575439"/>
                <a:gd name="connsiteX152" fmla="*/ 76383 w 602904"/>
                <a:gd name="connsiteY152" fmla="*/ 181702 h 575439"/>
                <a:gd name="connsiteX153" fmla="*/ 81021 w 602904"/>
                <a:gd name="connsiteY153" fmla="*/ 183897 h 575439"/>
                <a:gd name="connsiteX154" fmla="*/ 86215 w 602904"/>
                <a:gd name="connsiteY154" fmla="*/ 182800 h 575439"/>
                <a:gd name="connsiteX155" fmla="*/ 89091 w 602904"/>
                <a:gd name="connsiteY155" fmla="*/ 185522 h 575439"/>
                <a:gd name="connsiteX156" fmla="*/ 93172 w 602904"/>
                <a:gd name="connsiteY156" fmla="*/ 184161 h 575439"/>
                <a:gd name="connsiteX157" fmla="*/ 99572 w 602904"/>
                <a:gd name="connsiteY157" fmla="*/ 183063 h 575439"/>
                <a:gd name="connsiteX158" fmla="*/ 102772 w 602904"/>
                <a:gd name="connsiteY158" fmla="*/ 185522 h 575439"/>
                <a:gd name="connsiteX159" fmla="*/ 98413 w 602904"/>
                <a:gd name="connsiteY159" fmla="*/ 191580 h 575439"/>
                <a:gd name="connsiteX160" fmla="*/ 98413 w 602904"/>
                <a:gd name="connsiteY160" fmla="*/ 195707 h 575439"/>
                <a:gd name="connsiteX161" fmla="*/ 104488 w 602904"/>
                <a:gd name="connsiteY161" fmla="*/ 199833 h 575439"/>
                <a:gd name="connsiteX162" fmla="*/ 108569 w 602904"/>
                <a:gd name="connsiteY162" fmla="*/ 200931 h 575439"/>
                <a:gd name="connsiteX163" fmla="*/ 110888 w 602904"/>
                <a:gd name="connsiteY163" fmla="*/ 197638 h 575439"/>
                <a:gd name="connsiteX164" fmla="*/ 114366 w 602904"/>
                <a:gd name="connsiteY164" fmla="*/ 197111 h 575439"/>
                <a:gd name="connsiteX165" fmla="*/ 117566 w 602904"/>
                <a:gd name="connsiteY165" fmla="*/ 199570 h 575439"/>
                <a:gd name="connsiteX166" fmla="*/ 123085 w 602904"/>
                <a:gd name="connsiteY166" fmla="*/ 199043 h 575439"/>
                <a:gd name="connsiteX167" fmla="*/ 125404 w 602904"/>
                <a:gd name="connsiteY167" fmla="*/ 202335 h 575439"/>
                <a:gd name="connsiteX168" fmla="*/ 124245 w 602904"/>
                <a:gd name="connsiteY168" fmla="*/ 206989 h 575439"/>
                <a:gd name="connsiteX169" fmla="*/ 118169 w 602904"/>
                <a:gd name="connsiteY169" fmla="*/ 208657 h 575439"/>
                <a:gd name="connsiteX170" fmla="*/ 111769 w 602904"/>
                <a:gd name="connsiteY170" fmla="*/ 205101 h 575439"/>
                <a:gd name="connsiteX171" fmla="*/ 106250 w 602904"/>
                <a:gd name="connsiteY171" fmla="*/ 204574 h 575439"/>
                <a:gd name="connsiteX172" fmla="*/ 97856 w 602904"/>
                <a:gd name="connsiteY172" fmla="*/ 202379 h 575439"/>
                <a:gd name="connsiteX173" fmla="*/ 98413 w 602904"/>
                <a:gd name="connsiteY173" fmla="*/ 207603 h 575439"/>
                <a:gd name="connsiteX174" fmla="*/ 104210 w 602904"/>
                <a:gd name="connsiteY174" fmla="*/ 207340 h 575439"/>
                <a:gd name="connsiteX175" fmla="*/ 111445 w 602904"/>
                <a:gd name="connsiteY175" fmla="*/ 210633 h 575439"/>
                <a:gd name="connsiteX176" fmla="*/ 111445 w 602904"/>
                <a:gd name="connsiteY176" fmla="*/ 217218 h 575439"/>
                <a:gd name="connsiteX177" fmla="*/ 108847 w 602904"/>
                <a:gd name="connsiteY177" fmla="*/ 214496 h 575439"/>
                <a:gd name="connsiteX178" fmla="*/ 106250 w 602904"/>
                <a:gd name="connsiteY178" fmla="*/ 211467 h 575439"/>
                <a:gd name="connsiteX179" fmla="*/ 99015 w 602904"/>
                <a:gd name="connsiteY179" fmla="*/ 222968 h 575439"/>
                <a:gd name="connsiteX180" fmla="*/ 85983 w 602904"/>
                <a:gd name="connsiteY180" fmla="*/ 220510 h 575439"/>
                <a:gd name="connsiteX181" fmla="*/ 78146 w 602904"/>
                <a:gd name="connsiteY181" fmla="*/ 219676 h 575439"/>
                <a:gd name="connsiteX182" fmla="*/ 68592 w 602904"/>
                <a:gd name="connsiteY182" fmla="*/ 219939 h 575439"/>
                <a:gd name="connsiteX183" fmla="*/ 65717 w 602904"/>
                <a:gd name="connsiteY183" fmla="*/ 214188 h 575439"/>
                <a:gd name="connsiteX184" fmla="*/ 68592 w 602904"/>
                <a:gd name="connsiteY184" fmla="*/ 205935 h 575439"/>
                <a:gd name="connsiteX185" fmla="*/ 66551 w 602904"/>
                <a:gd name="connsiteY185" fmla="*/ 199614 h 575439"/>
                <a:gd name="connsiteX186" fmla="*/ 50598 w 602904"/>
                <a:gd name="connsiteY186" fmla="*/ 205365 h 575439"/>
                <a:gd name="connsiteX187" fmla="*/ 45682 w 602904"/>
                <a:gd name="connsiteY187" fmla="*/ 205365 h 575439"/>
                <a:gd name="connsiteX188" fmla="*/ 36128 w 602904"/>
                <a:gd name="connsiteY188" fmla="*/ 212213 h 575439"/>
                <a:gd name="connsiteX189" fmla="*/ 45125 w 602904"/>
                <a:gd name="connsiteY189" fmla="*/ 216340 h 575439"/>
                <a:gd name="connsiteX190" fmla="*/ 46563 w 602904"/>
                <a:gd name="connsiteY190" fmla="*/ 219061 h 575439"/>
                <a:gd name="connsiteX191" fmla="*/ 42806 w 602904"/>
                <a:gd name="connsiteY191" fmla="*/ 218227 h 575439"/>
                <a:gd name="connsiteX192" fmla="*/ 35293 w 602904"/>
                <a:gd name="connsiteY192" fmla="*/ 222881 h 575439"/>
                <a:gd name="connsiteX193" fmla="*/ 32418 w 602904"/>
                <a:gd name="connsiteY193" fmla="*/ 215462 h 575439"/>
                <a:gd name="connsiteX194" fmla="*/ 18505 w 602904"/>
                <a:gd name="connsiteY194" fmla="*/ 221520 h 575439"/>
                <a:gd name="connsiteX195" fmla="*/ 18505 w 602904"/>
                <a:gd name="connsiteY195" fmla="*/ 225076 h 575439"/>
                <a:gd name="connsiteX196" fmla="*/ 13589 w 602904"/>
                <a:gd name="connsiteY196" fmla="*/ 225076 h 575439"/>
                <a:gd name="connsiteX197" fmla="*/ 8394 w 602904"/>
                <a:gd name="connsiteY197" fmla="*/ 230300 h 575439"/>
                <a:gd name="connsiteX198" fmla="*/ 8394 w 602904"/>
                <a:gd name="connsiteY198" fmla="*/ 232758 h 575439"/>
                <a:gd name="connsiteX199" fmla="*/ 3200 w 602904"/>
                <a:gd name="connsiteY199" fmla="*/ 234426 h 575439"/>
                <a:gd name="connsiteX200" fmla="*/ 0 w 602904"/>
                <a:gd name="connsiteY200" fmla="*/ 234426 h 575439"/>
                <a:gd name="connsiteX201" fmla="*/ 0 w 602904"/>
                <a:gd name="connsiteY201" fmla="*/ 236358 h 575439"/>
                <a:gd name="connsiteX202" fmla="*/ 4916 w 602904"/>
                <a:gd name="connsiteY202" fmla="*/ 239387 h 575439"/>
                <a:gd name="connsiteX203" fmla="*/ 13032 w 602904"/>
                <a:gd name="connsiteY203" fmla="*/ 243250 h 575439"/>
                <a:gd name="connsiteX204" fmla="*/ 26064 w 602904"/>
                <a:gd name="connsiteY204" fmla="*/ 245972 h 575439"/>
                <a:gd name="connsiteX205" fmla="*/ 33021 w 602904"/>
                <a:gd name="connsiteY205" fmla="*/ 247640 h 575439"/>
                <a:gd name="connsiteX206" fmla="*/ 33299 w 602904"/>
                <a:gd name="connsiteY206" fmla="*/ 249835 h 575439"/>
                <a:gd name="connsiteX207" fmla="*/ 26899 w 602904"/>
                <a:gd name="connsiteY207" fmla="*/ 248167 h 575439"/>
                <a:gd name="connsiteX208" fmla="*/ 24023 w 602904"/>
                <a:gd name="connsiteY208" fmla="*/ 253391 h 575439"/>
                <a:gd name="connsiteX209" fmla="*/ 19386 w 602904"/>
                <a:gd name="connsiteY209" fmla="*/ 253391 h 575439"/>
                <a:gd name="connsiteX210" fmla="*/ 18829 w 602904"/>
                <a:gd name="connsiteY210" fmla="*/ 255323 h 575439"/>
                <a:gd name="connsiteX211" fmla="*/ 22586 w 602904"/>
                <a:gd name="connsiteY211" fmla="*/ 257518 h 575439"/>
                <a:gd name="connsiteX212" fmla="*/ 35339 w 602904"/>
                <a:gd name="connsiteY212" fmla="*/ 273980 h 575439"/>
                <a:gd name="connsiteX213" fmla="*/ 58806 w 602904"/>
                <a:gd name="connsiteY213" fmla="*/ 273980 h 575439"/>
                <a:gd name="connsiteX214" fmla="*/ 72720 w 602904"/>
                <a:gd name="connsiteY214" fmla="*/ 274244 h 575439"/>
                <a:gd name="connsiteX215" fmla="*/ 77914 w 602904"/>
                <a:gd name="connsiteY215" fmla="*/ 278634 h 575439"/>
                <a:gd name="connsiteX216" fmla="*/ 79352 w 602904"/>
                <a:gd name="connsiteY216" fmla="*/ 275605 h 575439"/>
                <a:gd name="connsiteX217" fmla="*/ 75595 w 602904"/>
                <a:gd name="connsiteY217" fmla="*/ 272576 h 575439"/>
                <a:gd name="connsiteX218" fmla="*/ 77914 w 602904"/>
                <a:gd name="connsiteY218" fmla="*/ 271478 h 575439"/>
                <a:gd name="connsiteX219" fmla="*/ 81670 w 602904"/>
                <a:gd name="connsiteY219" fmla="*/ 274507 h 575439"/>
                <a:gd name="connsiteX220" fmla="*/ 84870 w 602904"/>
                <a:gd name="connsiteY220" fmla="*/ 281619 h 575439"/>
                <a:gd name="connsiteX221" fmla="*/ 88627 w 602904"/>
                <a:gd name="connsiteY221" fmla="*/ 279424 h 575439"/>
                <a:gd name="connsiteX222" fmla="*/ 88627 w 602904"/>
                <a:gd name="connsiteY222" fmla="*/ 276132 h 575439"/>
                <a:gd name="connsiteX223" fmla="*/ 91224 w 602904"/>
                <a:gd name="connsiteY223" fmla="*/ 272576 h 575439"/>
                <a:gd name="connsiteX224" fmla="*/ 97624 w 602904"/>
                <a:gd name="connsiteY224" fmla="*/ 268449 h 575439"/>
                <a:gd name="connsiteX225" fmla="*/ 103421 w 602904"/>
                <a:gd name="connsiteY225" fmla="*/ 264893 h 575439"/>
                <a:gd name="connsiteX226" fmla="*/ 105184 w 602904"/>
                <a:gd name="connsiteY226" fmla="*/ 267351 h 575439"/>
                <a:gd name="connsiteX227" fmla="*/ 108940 w 602904"/>
                <a:gd name="connsiteY227" fmla="*/ 263488 h 575439"/>
                <a:gd name="connsiteX228" fmla="*/ 108940 w 602904"/>
                <a:gd name="connsiteY228" fmla="*/ 261557 h 575439"/>
                <a:gd name="connsiteX229" fmla="*/ 112140 w 602904"/>
                <a:gd name="connsiteY229" fmla="*/ 262083 h 575439"/>
                <a:gd name="connsiteX230" fmla="*/ 108940 w 602904"/>
                <a:gd name="connsiteY230" fmla="*/ 276088 h 575439"/>
                <a:gd name="connsiteX231" fmla="*/ 105462 w 602904"/>
                <a:gd name="connsiteY231" fmla="*/ 275253 h 575439"/>
                <a:gd name="connsiteX232" fmla="*/ 105184 w 602904"/>
                <a:gd name="connsiteY232" fmla="*/ 278546 h 575439"/>
                <a:gd name="connsiteX233" fmla="*/ 110378 w 602904"/>
                <a:gd name="connsiteY233" fmla="*/ 281575 h 575439"/>
                <a:gd name="connsiteX234" fmla="*/ 112418 w 602904"/>
                <a:gd name="connsiteY234" fmla="*/ 283770 h 575439"/>
                <a:gd name="connsiteX235" fmla="*/ 115294 w 602904"/>
                <a:gd name="connsiteY235" fmla="*/ 296677 h 575439"/>
                <a:gd name="connsiteX236" fmla="*/ 97300 w 602904"/>
                <a:gd name="connsiteY236" fmla="*/ 310944 h 575439"/>
                <a:gd name="connsiteX237" fmla="*/ 94981 w 602904"/>
                <a:gd name="connsiteY237" fmla="*/ 308749 h 575439"/>
                <a:gd name="connsiteX238" fmla="*/ 92384 w 602904"/>
                <a:gd name="connsiteY238" fmla="*/ 308749 h 575439"/>
                <a:gd name="connsiteX239" fmla="*/ 91502 w 602904"/>
                <a:gd name="connsiteY239" fmla="*/ 311383 h 575439"/>
                <a:gd name="connsiteX240" fmla="*/ 86865 w 602904"/>
                <a:gd name="connsiteY240" fmla="*/ 316695 h 575439"/>
                <a:gd name="connsiteX241" fmla="*/ 79352 w 602904"/>
                <a:gd name="connsiteY241" fmla="*/ 326309 h 575439"/>
                <a:gd name="connsiteX242" fmla="*/ 75270 w 602904"/>
                <a:gd name="connsiteY242" fmla="*/ 324378 h 575439"/>
                <a:gd name="connsiteX243" fmla="*/ 69473 w 602904"/>
                <a:gd name="connsiteY243" fmla="*/ 321349 h 575439"/>
                <a:gd name="connsiteX244" fmla="*/ 55003 w 602904"/>
                <a:gd name="connsiteY244" fmla="*/ 320514 h 575439"/>
                <a:gd name="connsiteX245" fmla="*/ 55003 w 602904"/>
                <a:gd name="connsiteY245" fmla="*/ 324904 h 575439"/>
                <a:gd name="connsiteX246" fmla="*/ 52128 w 602904"/>
                <a:gd name="connsiteY246" fmla="*/ 332587 h 575439"/>
                <a:gd name="connsiteX247" fmla="*/ 51572 w 602904"/>
                <a:gd name="connsiteY247" fmla="*/ 337504 h 575439"/>
                <a:gd name="connsiteX248" fmla="*/ 49531 w 602904"/>
                <a:gd name="connsiteY248" fmla="*/ 339172 h 575439"/>
                <a:gd name="connsiteX249" fmla="*/ 53287 w 602904"/>
                <a:gd name="connsiteY249" fmla="*/ 340840 h 575439"/>
                <a:gd name="connsiteX250" fmla="*/ 56488 w 602904"/>
                <a:gd name="connsiteY250" fmla="*/ 343299 h 575439"/>
                <a:gd name="connsiteX251" fmla="*/ 53612 w 602904"/>
                <a:gd name="connsiteY251" fmla="*/ 346591 h 575439"/>
                <a:gd name="connsiteX252" fmla="*/ 51572 w 602904"/>
                <a:gd name="connsiteY252" fmla="*/ 342201 h 575439"/>
                <a:gd name="connsiteX253" fmla="*/ 44893 w 602904"/>
                <a:gd name="connsiteY253" fmla="*/ 342464 h 575439"/>
                <a:gd name="connsiteX254" fmla="*/ 42018 w 602904"/>
                <a:gd name="connsiteY254" fmla="*/ 346591 h 575439"/>
                <a:gd name="connsiteX255" fmla="*/ 38261 w 602904"/>
                <a:gd name="connsiteY255" fmla="*/ 361429 h 575439"/>
                <a:gd name="connsiteX256" fmla="*/ 37705 w 602904"/>
                <a:gd name="connsiteY256" fmla="*/ 363624 h 575439"/>
                <a:gd name="connsiteX257" fmla="*/ 33948 w 602904"/>
                <a:gd name="connsiteY257" fmla="*/ 363624 h 575439"/>
                <a:gd name="connsiteX258" fmla="*/ 33067 w 602904"/>
                <a:gd name="connsiteY258" fmla="*/ 368014 h 575439"/>
                <a:gd name="connsiteX259" fmla="*/ 36545 w 602904"/>
                <a:gd name="connsiteY259" fmla="*/ 369946 h 575439"/>
                <a:gd name="connsiteX260" fmla="*/ 30145 w 602904"/>
                <a:gd name="connsiteY260" fmla="*/ 369946 h 575439"/>
                <a:gd name="connsiteX261" fmla="*/ 30702 w 602904"/>
                <a:gd name="connsiteY261" fmla="*/ 375170 h 575439"/>
                <a:gd name="connsiteX262" fmla="*/ 35339 w 602904"/>
                <a:gd name="connsiteY262" fmla="*/ 375170 h 575439"/>
                <a:gd name="connsiteX263" fmla="*/ 34458 w 602904"/>
                <a:gd name="connsiteY263" fmla="*/ 380087 h 575439"/>
                <a:gd name="connsiteX264" fmla="*/ 37937 w 602904"/>
                <a:gd name="connsiteY264" fmla="*/ 380087 h 575439"/>
                <a:gd name="connsiteX265" fmla="*/ 37937 w 602904"/>
                <a:gd name="connsiteY265" fmla="*/ 388033 h 575439"/>
                <a:gd name="connsiteX266" fmla="*/ 43131 w 602904"/>
                <a:gd name="connsiteY266" fmla="*/ 388033 h 575439"/>
                <a:gd name="connsiteX267" fmla="*/ 43409 w 602904"/>
                <a:gd name="connsiteY267" fmla="*/ 383116 h 575439"/>
                <a:gd name="connsiteX268" fmla="*/ 46887 w 602904"/>
                <a:gd name="connsiteY268" fmla="*/ 388033 h 575439"/>
                <a:gd name="connsiteX269" fmla="*/ 51247 w 602904"/>
                <a:gd name="connsiteY269" fmla="*/ 386672 h 575439"/>
                <a:gd name="connsiteX270" fmla="*/ 51247 w 602904"/>
                <a:gd name="connsiteY270" fmla="*/ 388033 h 575439"/>
                <a:gd name="connsiteX271" fmla="*/ 46609 w 602904"/>
                <a:gd name="connsiteY271" fmla="*/ 392423 h 575439"/>
                <a:gd name="connsiteX272" fmla="*/ 53844 w 602904"/>
                <a:gd name="connsiteY272" fmla="*/ 392423 h 575439"/>
                <a:gd name="connsiteX273" fmla="*/ 57044 w 602904"/>
                <a:gd name="connsiteY273" fmla="*/ 394618 h 575439"/>
                <a:gd name="connsiteX274" fmla="*/ 61682 w 602904"/>
                <a:gd name="connsiteY274" fmla="*/ 394618 h 575439"/>
                <a:gd name="connsiteX275" fmla="*/ 62841 w 602904"/>
                <a:gd name="connsiteY275" fmla="*/ 391896 h 575439"/>
                <a:gd name="connsiteX276" fmla="*/ 65160 w 602904"/>
                <a:gd name="connsiteY276" fmla="*/ 390535 h 575439"/>
                <a:gd name="connsiteX277" fmla="*/ 66041 w 602904"/>
                <a:gd name="connsiteY277" fmla="*/ 392730 h 575439"/>
                <a:gd name="connsiteX278" fmla="*/ 68917 w 602904"/>
                <a:gd name="connsiteY278" fmla="*/ 390798 h 575439"/>
                <a:gd name="connsiteX279" fmla="*/ 72673 w 602904"/>
                <a:gd name="connsiteY279" fmla="*/ 394662 h 575439"/>
                <a:gd name="connsiteX280" fmla="*/ 69798 w 602904"/>
                <a:gd name="connsiteY280" fmla="*/ 396330 h 575439"/>
                <a:gd name="connsiteX281" fmla="*/ 72998 w 602904"/>
                <a:gd name="connsiteY281" fmla="*/ 396330 h 575439"/>
                <a:gd name="connsiteX282" fmla="*/ 73276 w 602904"/>
                <a:gd name="connsiteY282" fmla="*/ 400457 h 575439"/>
                <a:gd name="connsiteX283" fmla="*/ 68917 w 602904"/>
                <a:gd name="connsiteY283" fmla="*/ 403486 h 575439"/>
                <a:gd name="connsiteX284" fmla="*/ 68917 w 602904"/>
                <a:gd name="connsiteY284" fmla="*/ 398832 h 575439"/>
                <a:gd name="connsiteX285" fmla="*/ 64557 w 602904"/>
                <a:gd name="connsiteY285" fmla="*/ 398569 h 575439"/>
                <a:gd name="connsiteX286" fmla="*/ 59038 w 602904"/>
                <a:gd name="connsiteY286" fmla="*/ 403486 h 575439"/>
                <a:gd name="connsiteX287" fmla="*/ 59919 w 602904"/>
                <a:gd name="connsiteY287" fmla="*/ 397427 h 575439"/>
                <a:gd name="connsiteX288" fmla="*/ 55003 w 602904"/>
                <a:gd name="connsiteY288" fmla="*/ 396593 h 575439"/>
                <a:gd name="connsiteX289" fmla="*/ 51803 w 602904"/>
                <a:gd name="connsiteY289" fmla="*/ 394398 h 575439"/>
                <a:gd name="connsiteX290" fmla="*/ 47722 w 602904"/>
                <a:gd name="connsiteY290" fmla="*/ 397427 h 575439"/>
                <a:gd name="connsiteX291" fmla="*/ 49485 w 602904"/>
                <a:gd name="connsiteY291" fmla="*/ 398788 h 575439"/>
                <a:gd name="connsiteX292" fmla="*/ 43966 w 602904"/>
                <a:gd name="connsiteY292" fmla="*/ 405637 h 575439"/>
                <a:gd name="connsiteX293" fmla="*/ 49299 w 602904"/>
                <a:gd name="connsiteY293" fmla="*/ 405724 h 575439"/>
                <a:gd name="connsiteX294" fmla="*/ 51757 w 602904"/>
                <a:gd name="connsiteY294" fmla="*/ 410817 h 575439"/>
                <a:gd name="connsiteX295" fmla="*/ 57554 w 602904"/>
                <a:gd name="connsiteY295" fmla="*/ 415734 h 575439"/>
                <a:gd name="connsiteX296" fmla="*/ 59595 w 602904"/>
                <a:gd name="connsiteY296" fmla="*/ 418455 h 575439"/>
                <a:gd name="connsiteX297" fmla="*/ 61914 w 602904"/>
                <a:gd name="connsiteY297" fmla="*/ 420387 h 575439"/>
                <a:gd name="connsiteX298" fmla="*/ 68870 w 602904"/>
                <a:gd name="connsiteY298" fmla="*/ 426138 h 575439"/>
                <a:gd name="connsiteX299" fmla="*/ 83062 w 602904"/>
                <a:gd name="connsiteY299" fmla="*/ 422275 h 575439"/>
                <a:gd name="connsiteX300" fmla="*/ 88859 w 602904"/>
                <a:gd name="connsiteY300" fmla="*/ 420343 h 575439"/>
                <a:gd name="connsiteX301" fmla="*/ 88581 w 602904"/>
                <a:gd name="connsiteY301" fmla="*/ 416217 h 575439"/>
                <a:gd name="connsiteX302" fmla="*/ 86540 w 602904"/>
                <a:gd name="connsiteY302" fmla="*/ 412924 h 575439"/>
                <a:gd name="connsiteX303" fmla="*/ 87421 w 602904"/>
                <a:gd name="connsiteY303" fmla="*/ 410993 h 575439"/>
                <a:gd name="connsiteX304" fmla="*/ 92059 w 602904"/>
                <a:gd name="connsiteY304" fmla="*/ 401949 h 575439"/>
                <a:gd name="connsiteX305" fmla="*/ 94378 w 602904"/>
                <a:gd name="connsiteY305" fmla="*/ 402213 h 575439"/>
                <a:gd name="connsiteX306" fmla="*/ 90018 w 602904"/>
                <a:gd name="connsiteY306" fmla="*/ 411519 h 575439"/>
                <a:gd name="connsiteX307" fmla="*/ 94378 w 602904"/>
                <a:gd name="connsiteY307" fmla="*/ 418938 h 575439"/>
                <a:gd name="connsiteX308" fmla="*/ 100778 w 602904"/>
                <a:gd name="connsiteY308" fmla="*/ 435401 h 575439"/>
                <a:gd name="connsiteX309" fmla="*/ 97300 w 602904"/>
                <a:gd name="connsiteY309" fmla="*/ 446376 h 575439"/>
                <a:gd name="connsiteX310" fmla="*/ 101659 w 602904"/>
                <a:gd name="connsiteY310" fmla="*/ 446376 h 575439"/>
                <a:gd name="connsiteX311" fmla="*/ 100778 w 602904"/>
                <a:gd name="connsiteY311" fmla="*/ 455419 h 575439"/>
                <a:gd name="connsiteX312" fmla="*/ 99340 w 602904"/>
                <a:gd name="connsiteY312" fmla="*/ 458712 h 575439"/>
                <a:gd name="connsiteX313" fmla="*/ 95584 w 602904"/>
                <a:gd name="connsiteY313" fmla="*/ 460380 h 575439"/>
                <a:gd name="connsiteX314" fmla="*/ 95862 w 602904"/>
                <a:gd name="connsiteY314" fmla="*/ 463102 h 575439"/>
                <a:gd name="connsiteX315" fmla="*/ 106297 w 602904"/>
                <a:gd name="connsiteY315" fmla="*/ 461170 h 575439"/>
                <a:gd name="connsiteX316" fmla="*/ 108616 w 602904"/>
                <a:gd name="connsiteY316" fmla="*/ 457044 h 575439"/>
                <a:gd name="connsiteX317" fmla="*/ 112975 w 602904"/>
                <a:gd name="connsiteY317" fmla="*/ 454585 h 575439"/>
                <a:gd name="connsiteX318" fmla="*/ 123688 w 602904"/>
                <a:gd name="connsiteY318" fmla="*/ 447737 h 575439"/>
                <a:gd name="connsiteX319" fmla="*/ 123688 w 602904"/>
                <a:gd name="connsiteY319" fmla="*/ 452127 h 575439"/>
                <a:gd name="connsiteX320" fmla="*/ 127769 w 602904"/>
                <a:gd name="connsiteY320" fmla="*/ 453488 h 575439"/>
                <a:gd name="connsiteX321" fmla="*/ 128651 w 602904"/>
                <a:gd name="connsiteY321" fmla="*/ 455946 h 575439"/>
                <a:gd name="connsiteX322" fmla="*/ 130413 w 602904"/>
                <a:gd name="connsiteY322" fmla="*/ 455946 h 575439"/>
                <a:gd name="connsiteX323" fmla="*/ 135051 w 602904"/>
                <a:gd name="connsiteY323" fmla="*/ 452083 h 575439"/>
                <a:gd name="connsiteX324" fmla="*/ 135051 w 602904"/>
                <a:gd name="connsiteY324" fmla="*/ 456210 h 575439"/>
                <a:gd name="connsiteX325" fmla="*/ 140245 w 602904"/>
                <a:gd name="connsiteY325" fmla="*/ 460863 h 575439"/>
                <a:gd name="connsiteX326" fmla="*/ 143723 w 602904"/>
                <a:gd name="connsiteY326" fmla="*/ 466614 h 575439"/>
                <a:gd name="connsiteX327" fmla="*/ 147480 w 602904"/>
                <a:gd name="connsiteY327" fmla="*/ 466614 h 575439"/>
                <a:gd name="connsiteX328" fmla="*/ 146320 w 602904"/>
                <a:gd name="connsiteY328" fmla="*/ 457834 h 575439"/>
                <a:gd name="connsiteX329" fmla="*/ 148083 w 602904"/>
                <a:gd name="connsiteY329" fmla="*/ 453444 h 575439"/>
                <a:gd name="connsiteX330" fmla="*/ 150680 w 602904"/>
                <a:gd name="connsiteY330" fmla="*/ 450722 h 575439"/>
                <a:gd name="connsiteX331" fmla="*/ 152442 w 602904"/>
                <a:gd name="connsiteY331" fmla="*/ 448790 h 575439"/>
                <a:gd name="connsiteX332" fmla="*/ 156802 w 602904"/>
                <a:gd name="connsiteY332" fmla="*/ 449054 h 575439"/>
                <a:gd name="connsiteX333" fmla="*/ 151283 w 602904"/>
                <a:gd name="connsiteY333" fmla="*/ 455639 h 575439"/>
                <a:gd name="connsiteX334" fmla="*/ 154761 w 602904"/>
                <a:gd name="connsiteY334" fmla="*/ 458931 h 575439"/>
                <a:gd name="connsiteX335" fmla="*/ 157358 w 602904"/>
                <a:gd name="connsiteY335" fmla="*/ 460600 h 575439"/>
                <a:gd name="connsiteX336" fmla="*/ 165196 w 602904"/>
                <a:gd name="connsiteY336" fmla="*/ 458931 h 575439"/>
                <a:gd name="connsiteX337" fmla="*/ 170112 w 602904"/>
                <a:gd name="connsiteY337" fmla="*/ 456210 h 575439"/>
                <a:gd name="connsiteX338" fmla="*/ 175306 w 602904"/>
                <a:gd name="connsiteY338" fmla="*/ 451820 h 575439"/>
                <a:gd name="connsiteX339" fmla="*/ 175306 w 602904"/>
                <a:gd name="connsiteY339" fmla="*/ 457878 h 575439"/>
                <a:gd name="connsiteX340" fmla="*/ 166587 w 602904"/>
                <a:gd name="connsiteY340" fmla="*/ 469380 h 575439"/>
                <a:gd name="connsiteX341" fmla="*/ 170668 w 602904"/>
                <a:gd name="connsiteY341" fmla="*/ 472101 h 575439"/>
                <a:gd name="connsiteX342" fmla="*/ 170112 w 602904"/>
                <a:gd name="connsiteY342" fmla="*/ 474033 h 575439"/>
                <a:gd name="connsiteX343" fmla="*/ 167236 w 602904"/>
                <a:gd name="connsiteY343" fmla="*/ 474033 h 575439"/>
                <a:gd name="connsiteX344" fmla="*/ 164918 w 602904"/>
                <a:gd name="connsiteY344" fmla="*/ 488037 h 575439"/>
                <a:gd name="connsiteX345" fmla="*/ 168999 w 602904"/>
                <a:gd name="connsiteY345" fmla="*/ 491593 h 575439"/>
                <a:gd name="connsiteX346" fmla="*/ 167561 w 602904"/>
                <a:gd name="connsiteY346" fmla="*/ 494051 h 575439"/>
                <a:gd name="connsiteX347" fmla="*/ 164083 w 602904"/>
                <a:gd name="connsiteY347" fmla="*/ 491593 h 575439"/>
                <a:gd name="connsiteX348" fmla="*/ 158564 w 602904"/>
                <a:gd name="connsiteY348" fmla="*/ 498441 h 575439"/>
                <a:gd name="connsiteX349" fmla="*/ 149010 w 602904"/>
                <a:gd name="connsiteY349" fmla="*/ 507748 h 575439"/>
                <a:gd name="connsiteX350" fmla="*/ 149010 w 602904"/>
                <a:gd name="connsiteY350" fmla="*/ 510777 h 575439"/>
                <a:gd name="connsiteX351" fmla="*/ 145254 w 602904"/>
                <a:gd name="connsiteY351" fmla="*/ 510777 h 575439"/>
                <a:gd name="connsiteX352" fmla="*/ 134540 w 602904"/>
                <a:gd name="connsiteY352" fmla="*/ 517889 h 575439"/>
                <a:gd name="connsiteX353" fmla="*/ 128743 w 602904"/>
                <a:gd name="connsiteY353" fmla="*/ 521445 h 575439"/>
                <a:gd name="connsiteX354" fmla="*/ 121508 w 602904"/>
                <a:gd name="connsiteY354" fmla="*/ 534615 h 575439"/>
                <a:gd name="connsiteX355" fmla="*/ 124106 w 602904"/>
                <a:gd name="connsiteY355" fmla="*/ 537644 h 575439"/>
                <a:gd name="connsiteX356" fmla="*/ 121787 w 602904"/>
                <a:gd name="connsiteY356" fmla="*/ 537644 h 575439"/>
                <a:gd name="connsiteX357" fmla="*/ 116592 w 602904"/>
                <a:gd name="connsiteY357" fmla="*/ 537644 h 575439"/>
                <a:gd name="connsiteX358" fmla="*/ 115433 w 602904"/>
                <a:gd name="connsiteY358" fmla="*/ 540103 h 575439"/>
                <a:gd name="connsiteX359" fmla="*/ 114274 w 602904"/>
                <a:gd name="connsiteY359" fmla="*/ 534352 h 575439"/>
                <a:gd name="connsiteX360" fmla="*/ 98042 w 602904"/>
                <a:gd name="connsiteY360" fmla="*/ 536810 h 575439"/>
                <a:gd name="connsiteX361" fmla="*/ 87885 w 602904"/>
                <a:gd name="connsiteY361" fmla="*/ 550507 h 575439"/>
                <a:gd name="connsiteX362" fmla="*/ 85010 w 602904"/>
                <a:gd name="connsiteY362" fmla="*/ 550507 h 575439"/>
                <a:gd name="connsiteX363" fmla="*/ 82691 w 602904"/>
                <a:gd name="connsiteY363" fmla="*/ 553229 h 575439"/>
                <a:gd name="connsiteX364" fmla="*/ 76893 w 602904"/>
                <a:gd name="connsiteY364" fmla="*/ 556521 h 575439"/>
                <a:gd name="connsiteX365" fmla="*/ 76337 w 602904"/>
                <a:gd name="connsiteY365" fmla="*/ 561745 h 575439"/>
                <a:gd name="connsiteX366" fmla="*/ 64743 w 602904"/>
                <a:gd name="connsiteY366" fmla="*/ 560077 h 575439"/>
                <a:gd name="connsiteX367" fmla="*/ 54030 w 602904"/>
                <a:gd name="connsiteY367" fmla="*/ 568023 h 575439"/>
                <a:gd name="connsiteX368" fmla="*/ 51432 w 602904"/>
                <a:gd name="connsiteY368" fmla="*/ 574871 h 575439"/>
                <a:gd name="connsiteX369" fmla="*/ 60986 w 602904"/>
                <a:gd name="connsiteY369" fmla="*/ 571008 h 575439"/>
                <a:gd name="connsiteX370" fmla="*/ 73462 w 602904"/>
                <a:gd name="connsiteY370" fmla="*/ 570174 h 575439"/>
                <a:gd name="connsiteX371" fmla="*/ 76059 w 602904"/>
                <a:gd name="connsiteY371" fmla="*/ 563853 h 575439"/>
                <a:gd name="connsiteX372" fmla="*/ 80418 w 602904"/>
                <a:gd name="connsiteY372" fmla="*/ 561921 h 575439"/>
                <a:gd name="connsiteX373" fmla="*/ 78980 w 602904"/>
                <a:gd name="connsiteY373" fmla="*/ 558892 h 575439"/>
                <a:gd name="connsiteX374" fmla="*/ 81856 w 602904"/>
                <a:gd name="connsiteY374" fmla="*/ 557531 h 575439"/>
                <a:gd name="connsiteX375" fmla="*/ 84175 w 602904"/>
                <a:gd name="connsiteY375" fmla="*/ 561087 h 575439"/>
                <a:gd name="connsiteX376" fmla="*/ 87931 w 602904"/>
                <a:gd name="connsiteY376" fmla="*/ 557224 h 575439"/>
                <a:gd name="connsiteX377" fmla="*/ 87050 w 602904"/>
                <a:gd name="connsiteY377" fmla="*/ 554765 h 575439"/>
                <a:gd name="connsiteX378" fmla="*/ 89369 w 602904"/>
                <a:gd name="connsiteY378" fmla="*/ 552307 h 575439"/>
                <a:gd name="connsiteX379" fmla="*/ 89926 w 602904"/>
                <a:gd name="connsiteY379" fmla="*/ 556434 h 575439"/>
                <a:gd name="connsiteX380" fmla="*/ 92801 w 602904"/>
                <a:gd name="connsiteY380" fmla="*/ 558365 h 575439"/>
                <a:gd name="connsiteX381" fmla="*/ 94563 w 602904"/>
                <a:gd name="connsiteY381" fmla="*/ 556697 h 575439"/>
                <a:gd name="connsiteX382" fmla="*/ 96604 w 602904"/>
                <a:gd name="connsiteY382" fmla="*/ 557224 h 575439"/>
                <a:gd name="connsiteX383" fmla="*/ 98923 w 602904"/>
                <a:gd name="connsiteY383" fmla="*/ 553931 h 575439"/>
                <a:gd name="connsiteX384" fmla="*/ 101520 w 602904"/>
                <a:gd name="connsiteY384" fmla="*/ 550902 h 575439"/>
                <a:gd name="connsiteX385" fmla="*/ 101798 w 602904"/>
                <a:gd name="connsiteY385" fmla="*/ 545985 h 575439"/>
                <a:gd name="connsiteX386" fmla="*/ 103839 w 602904"/>
                <a:gd name="connsiteY386" fmla="*/ 544054 h 575439"/>
                <a:gd name="connsiteX387" fmla="*/ 107039 w 602904"/>
                <a:gd name="connsiteY387" fmla="*/ 544580 h 575439"/>
                <a:gd name="connsiteX388" fmla="*/ 103839 w 602904"/>
                <a:gd name="connsiteY388" fmla="*/ 549234 h 575439"/>
                <a:gd name="connsiteX389" fmla="*/ 109358 w 602904"/>
                <a:gd name="connsiteY389" fmla="*/ 550068 h 575439"/>
                <a:gd name="connsiteX390" fmla="*/ 111676 w 602904"/>
                <a:gd name="connsiteY390" fmla="*/ 550068 h 575439"/>
                <a:gd name="connsiteX391" fmla="*/ 113717 w 602904"/>
                <a:gd name="connsiteY391" fmla="*/ 546512 h 575439"/>
                <a:gd name="connsiteX392" fmla="*/ 116314 w 602904"/>
                <a:gd name="connsiteY392" fmla="*/ 548444 h 575439"/>
                <a:gd name="connsiteX393" fmla="*/ 118633 w 602904"/>
                <a:gd name="connsiteY393" fmla="*/ 547610 h 575439"/>
                <a:gd name="connsiteX394" fmla="*/ 119514 w 602904"/>
                <a:gd name="connsiteY394" fmla="*/ 544580 h 575439"/>
                <a:gd name="connsiteX395" fmla="*/ 120952 w 602904"/>
                <a:gd name="connsiteY395" fmla="*/ 546775 h 575439"/>
                <a:gd name="connsiteX396" fmla="*/ 123827 w 602904"/>
                <a:gd name="connsiteY396" fmla="*/ 544054 h 575439"/>
                <a:gd name="connsiteX397" fmla="*/ 128465 w 602904"/>
                <a:gd name="connsiteY397" fmla="*/ 541859 h 575439"/>
                <a:gd name="connsiteX398" fmla="*/ 129624 w 602904"/>
                <a:gd name="connsiteY398" fmla="*/ 538830 h 575439"/>
                <a:gd name="connsiteX399" fmla="*/ 133706 w 602904"/>
                <a:gd name="connsiteY399" fmla="*/ 538303 h 575439"/>
                <a:gd name="connsiteX400" fmla="*/ 134587 w 602904"/>
                <a:gd name="connsiteY400" fmla="*/ 543220 h 575439"/>
                <a:gd name="connsiteX401" fmla="*/ 136906 w 602904"/>
                <a:gd name="connsiteY401" fmla="*/ 542122 h 575439"/>
                <a:gd name="connsiteX402" fmla="*/ 136906 w 602904"/>
                <a:gd name="connsiteY402" fmla="*/ 536635 h 575439"/>
                <a:gd name="connsiteX403" fmla="*/ 139225 w 602904"/>
                <a:gd name="connsiteY403" fmla="*/ 538303 h 575439"/>
                <a:gd name="connsiteX404" fmla="*/ 141822 w 602904"/>
                <a:gd name="connsiteY404" fmla="*/ 537205 h 575439"/>
                <a:gd name="connsiteX405" fmla="*/ 145903 w 602904"/>
                <a:gd name="connsiteY405" fmla="*/ 537205 h 575439"/>
                <a:gd name="connsiteX406" fmla="*/ 148778 w 602904"/>
                <a:gd name="connsiteY406" fmla="*/ 533913 h 575439"/>
                <a:gd name="connsiteX407" fmla="*/ 150216 w 602904"/>
                <a:gd name="connsiteY407" fmla="*/ 531191 h 575439"/>
                <a:gd name="connsiteX408" fmla="*/ 152813 w 602904"/>
                <a:gd name="connsiteY408" fmla="*/ 532859 h 575439"/>
                <a:gd name="connsiteX409" fmla="*/ 154251 w 602904"/>
                <a:gd name="connsiteY409" fmla="*/ 530401 h 575439"/>
                <a:gd name="connsiteX410" fmla="*/ 156848 w 602904"/>
                <a:gd name="connsiteY410" fmla="*/ 528206 h 575439"/>
                <a:gd name="connsiteX411" fmla="*/ 156570 w 602904"/>
                <a:gd name="connsiteY411" fmla="*/ 525177 h 575439"/>
                <a:gd name="connsiteX412" fmla="*/ 152488 w 602904"/>
                <a:gd name="connsiteY412" fmla="*/ 524079 h 575439"/>
                <a:gd name="connsiteX413" fmla="*/ 153045 w 602904"/>
                <a:gd name="connsiteY413" fmla="*/ 521621 h 575439"/>
                <a:gd name="connsiteX414" fmla="*/ 156802 w 602904"/>
                <a:gd name="connsiteY414" fmla="*/ 521621 h 575439"/>
                <a:gd name="connsiteX415" fmla="*/ 158842 w 602904"/>
                <a:gd name="connsiteY415" fmla="*/ 518899 h 575439"/>
                <a:gd name="connsiteX416" fmla="*/ 161718 w 602904"/>
                <a:gd name="connsiteY416" fmla="*/ 516967 h 575439"/>
                <a:gd name="connsiteX417" fmla="*/ 168674 w 602904"/>
                <a:gd name="connsiteY417" fmla="*/ 516133 h 575439"/>
                <a:gd name="connsiteX418" fmla="*/ 168396 w 602904"/>
                <a:gd name="connsiteY418" fmla="*/ 514202 h 575439"/>
                <a:gd name="connsiteX419" fmla="*/ 170158 w 602904"/>
                <a:gd name="connsiteY419" fmla="*/ 511743 h 575439"/>
                <a:gd name="connsiteX420" fmla="*/ 172755 w 602904"/>
                <a:gd name="connsiteY420" fmla="*/ 512841 h 575439"/>
                <a:gd name="connsiteX421" fmla="*/ 175352 w 602904"/>
                <a:gd name="connsiteY421" fmla="*/ 511743 h 575439"/>
                <a:gd name="connsiteX422" fmla="*/ 178228 w 602904"/>
                <a:gd name="connsiteY422" fmla="*/ 507617 h 575439"/>
                <a:gd name="connsiteX423" fmla="*/ 180547 w 602904"/>
                <a:gd name="connsiteY423" fmla="*/ 506256 h 575439"/>
                <a:gd name="connsiteX424" fmla="*/ 183422 w 602904"/>
                <a:gd name="connsiteY424" fmla="*/ 505158 h 575439"/>
                <a:gd name="connsiteX425" fmla="*/ 185463 w 602904"/>
                <a:gd name="connsiteY425" fmla="*/ 502963 h 575439"/>
                <a:gd name="connsiteX426" fmla="*/ 186019 w 602904"/>
                <a:gd name="connsiteY426" fmla="*/ 497739 h 575439"/>
                <a:gd name="connsiteX427" fmla="*/ 186576 w 602904"/>
                <a:gd name="connsiteY427" fmla="*/ 495544 h 575439"/>
                <a:gd name="connsiteX428" fmla="*/ 188616 w 602904"/>
                <a:gd name="connsiteY428" fmla="*/ 493349 h 575439"/>
                <a:gd name="connsiteX429" fmla="*/ 195295 w 602904"/>
                <a:gd name="connsiteY429" fmla="*/ 491681 h 575439"/>
                <a:gd name="connsiteX430" fmla="*/ 196454 w 602904"/>
                <a:gd name="connsiteY430" fmla="*/ 489749 h 575439"/>
                <a:gd name="connsiteX431" fmla="*/ 198495 w 602904"/>
                <a:gd name="connsiteY431" fmla="*/ 485623 h 575439"/>
                <a:gd name="connsiteX432" fmla="*/ 203411 w 602904"/>
                <a:gd name="connsiteY432" fmla="*/ 486720 h 575439"/>
                <a:gd name="connsiteX433" fmla="*/ 204292 w 602904"/>
                <a:gd name="connsiteY433" fmla="*/ 483998 h 575439"/>
                <a:gd name="connsiteX434" fmla="*/ 208048 w 602904"/>
                <a:gd name="connsiteY434" fmla="*/ 480706 h 575439"/>
                <a:gd name="connsiteX435" fmla="*/ 206611 w 602904"/>
                <a:gd name="connsiteY435" fmla="*/ 476579 h 575439"/>
                <a:gd name="connsiteX436" fmla="*/ 209811 w 602904"/>
                <a:gd name="connsiteY436" fmla="*/ 478247 h 575439"/>
                <a:gd name="connsiteX437" fmla="*/ 214448 w 602904"/>
                <a:gd name="connsiteY437" fmla="*/ 477413 h 575439"/>
                <a:gd name="connsiteX438" fmla="*/ 218808 w 602904"/>
                <a:gd name="connsiteY438" fmla="*/ 474955 h 575439"/>
                <a:gd name="connsiteX439" fmla="*/ 220246 w 602904"/>
                <a:gd name="connsiteY439" fmla="*/ 471926 h 575439"/>
                <a:gd name="connsiteX440" fmla="*/ 221405 w 602904"/>
                <a:gd name="connsiteY440" fmla="*/ 467272 h 575439"/>
                <a:gd name="connsiteX441" fmla="*/ 223724 w 602904"/>
                <a:gd name="connsiteY441" fmla="*/ 467009 h 575439"/>
                <a:gd name="connsiteX442" fmla="*/ 223724 w 602904"/>
                <a:gd name="connsiteY442" fmla="*/ 464814 h 575439"/>
                <a:gd name="connsiteX443" fmla="*/ 226043 w 602904"/>
                <a:gd name="connsiteY443" fmla="*/ 463717 h 575439"/>
                <a:gd name="connsiteX444" fmla="*/ 226043 w 602904"/>
                <a:gd name="connsiteY444" fmla="*/ 461258 h 575439"/>
                <a:gd name="connsiteX445" fmla="*/ 229243 w 602904"/>
                <a:gd name="connsiteY445" fmla="*/ 461258 h 575439"/>
                <a:gd name="connsiteX446" fmla="*/ 231562 w 602904"/>
                <a:gd name="connsiteY446" fmla="*/ 450547 h 575439"/>
                <a:gd name="connsiteX447" fmla="*/ 219689 w 602904"/>
                <a:gd name="connsiteY447" fmla="*/ 447517 h 575439"/>
                <a:gd name="connsiteX448" fmla="*/ 220246 w 602904"/>
                <a:gd name="connsiteY448" fmla="*/ 444488 h 575439"/>
                <a:gd name="connsiteX449" fmla="*/ 221683 w 602904"/>
                <a:gd name="connsiteY449" fmla="*/ 441767 h 575439"/>
                <a:gd name="connsiteX450" fmla="*/ 226321 w 602904"/>
                <a:gd name="connsiteY450" fmla="*/ 438211 h 575439"/>
                <a:gd name="connsiteX451" fmla="*/ 226878 w 602904"/>
                <a:gd name="connsiteY451" fmla="*/ 434655 h 575439"/>
                <a:gd name="connsiteX452" fmla="*/ 230356 w 602904"/>
                <a:gd name="connsiteY452" fmla="*/ 433557 h 575439"/>
                <a:gd name="connsiteX453" fmla="*/ 231515 w 602904"/>
                <a:gd name="connsiteY453" fmla="*/ 430001 h 575439"/>
                <a:gd name="connsiteX454" fmla="*/ 233556 w 602904"/>
                <a:gd name="connsiteY454" fmla="*/ 428070 h 575439"/>
                <a:gd name="connsiteX455" fmla="*/ 234112 w 602904"/>
                <a:gd name="connsiteY455" fmla="*/ 431362 h 575439"/>
                <a:gd name="connsiteX456" fmla="*/ 237869 w 602904"/>
                <a:gd name="connsiteY456" fmla="*/ 430001 h 575439"/>
                <a:gd name="connsiteX457" fmla="*/ 239631 w 602904"/>
                <a:gd name="connsiteY457" fmla="*/ 425875 h 575439"/>
                <a:gd name="connsiteX458" fmla="*/ 237034 w 602904"/>
                <a:gd name="connsiteY458" fmla="*/ 425040 h 575439"/>
                <a:gd name="connsiteX459" fmla="*/ 241115 w 602904"/>
                <a:gd name="connsiteY459" fmla="*/ 423372 h 575439"/>
                <a:gd name="connsiteX460" fmla="*/ 245753 w 602904"/>
                <a:gd name="connsiteY460" fmla="*/ 419246 h 575439"/>
                <a:gd name="connsiteX461" fmla="*/ 242878 w 602904"/>
                <a:gd name="connsiteY461" fmla="*/ 413758 h 575439"/>
                <a:gd name="connsiteX462" fmla="*/ 250715 w 602904"/>
                <a:gd name="connsiteY462" fmla="*/ 409368 h 575439"/>
                <a:gd name="connsiteX463" fmla="*/ 253034 w 602904"/>
                <a:gd name="connsiteY463" fmla="*/ 403310 h 575439"/>
                <a:gd name="connsiteX464" fmla="*/ 258229 w 602904"/>
                <a:gd name="connsiteY464" fmla="*/ 398657 h 575439"/>
                <a:gd name="connsiteX465" fmla="*/ 258785 w 602904"/>
                <a:gd name="connsiteY465" fmla="*/ 393433 h 575439"/>
                <a:gd name="connsiteX466" fmla="*/ 267504 w 602904"/>
                <a:gd name="connsiteY466" fmla="*/ 388516 h 575439"/>
                <a:gd name="connsiteX467" fmla="*/ 272420 w 602904"/>
                <a:gd name="connsiteY467" fmla="*/ 383292 h 575439"/>
                <a:gd name="connsiteX468" fmla="*/ 276177 w 602904"/>
                <a:gd name="connsiteY468" fmla="*/ 381097 h 575439"/>
                <a:gd name="connsiteX469" fmla="*/ 278496 w 602904"/>
                <a:gd name="connsiteY469" fmla="*/ 377541 h 575439"/>
                <a:gd name="connsiteX470" fmla="*/ 279052 w 602904"/>
                <a:gd name="connsiteY470" fmla="*/ 380570 h 575439"/>
                <a:gd name="connsiteX471" fmla="*/ 283411 w 602904"/>
                <a:gd name="connsiteY471" fmla="*/ 381404 h 575439"/>
                <a:gd name="connsiteX472" fmla="*/ 290368 w 602904"/>
                <a:gd name="connsiteY472" fmla="*/ 377277 h 575439"/>
                <a:gd name="connsiteX473" fmla="*/ 288606 w 602904"/>
                <a:gd name="connsiteY473" fmla="*/ 386321 h 575439"/>
                <a:gd name="connsiteX474" fmla="*/ 299644 w 602904"/>
                <a:gd name="connsiteY474" fmla="*/ 391238 h 575439"/>
                <a:gd name="connsiteX475" fmla="*/ 300803 w 602904"/>
                <a:gd name="connsiteY475" fmla="*/ 393696 h 575439"/>
                <a:gd name="connsiteX476" fmla="*/ 290090 w 602904"/>
                <a:gd name="connsiteY476" fmla="*/ 390974 h 575439"/>
                <a:gd name="connsiteX477" fmla="*/ 285730 w 602904"/>
                <a:gd name="connsiteY477" fmla="*/ 392335 h 575439"/>
                <a:gd name="connsiteX478" fmla="*/ 280814 w 602904"/>
                <a:gd name="connsiteY478" fmla="*/ 388779 h 575439"/>
                <a:gd name="connsiteX479" fmla="*/ 270101 w 602904"/>
                <a:gd name="connsiteY479" fmla="*/ 396198 h 575439"/>
                <a:gd name="connsiteX480" fmla="*/ 265742 w 602904"/>
                <a:gd name="connsiteY480" fmla="*/ 397296 h 575439"/>
                <a:gd name="connsiteX481" fmla="*/ 266623 w 602904"/>
                <a:gd name="connsiteY481" fmla="*/ 403617 h 575439"/>
                <a:gd name="connsiteX482" fmla="*/ 263748 w 602904"/>
                <a:gd name="connsiteY482" fmla="*/ 412924 h 575439"/>
                <a:gd name="connsiteX483" fmla="*/ 258229 w 602904"/>
                <a:gd name="connsiteY483" fmla="*/ 429387 h 575439"/>
                <a:gd name="connsiteX484" fmla="*/ 271261 w 602904"/>
                <a:gd name="connsiteY484" fmla="*/ 426358 h 575439"/>
                <a:gd name="connsiteX485" fmla="*/ 266345 w 602904"/>
                <a:gd name="connsiteY485" fmla="*/ 433469 h 575439"/>
                <a:gd name="connsiteX486" fmla="*/ 257950 w 602904"/>
                <a:gd name="connsiteY486" fmla="*/ 438386 h 575439"/>
                <a:gd name="connsiteX487" fmla="*/ 259110 w 602904"/>
                <a:gd name="connsiteY487" fmla="*/ 444971 h 575439"/>
                <a:gd name="connsiteX488" fmla="*/ 268942 w 602904"/>
                <a:gd name="connsiteY488" fmla="*/ 441942 h 575439"/>
                <a:gd name="connsiteX489" fmla="*/ 273023 w 602904"/>
                <a:gd name="connsiteY489" fmla="*/ 440581 h 575439"/>
                <a:gd name="connsiteX490" fmla="*/ 275620 w 602904"/>
                <a:gd name="connsiteY490" fmla="*/ 436191 h 575439"/>
                <a:gd name="connsiteX491" fmla="*/ 279980 w 602904"/>
                <a:gd name="connsiteY491" fmla="*/ 436191 h 575439"/>
                <a:gd name="connsiteX492" fmla="*/ 283180 w 602904"/>
                <a:gd name="connsiteY492" fmla="*/ 432899 h 575439"/>
                <a:gd name="connsiteX493" fmla="*/ 289858 w 602904"/>
                <a:gd name="connsiteY493" fmla="*/ 429035 h 575439"/>
                <a:gd name="connsiteX494" fmla="*/ 290739 w 602904"/>
                <a:gd name="connsiteY494" fmla="*/ 421353 h 575439"/>
                <a:gd name="connsiteX495" fmla="*/ 292501 w 602904"/>
                <a:gd name="connsiteY495" fmla="*/ 426006 h 575439"/>
                <a:gd name="connsiteX496" fmla="*/ 295377 w 602904"/>
                <a:gd name="connsiteY496" fmla="*/ 423285 h 575439"/>
                <a:gd name="connsiteX497" fmla="*/ 295377 w 602904"/>
                <a:gd name="connsiteY497" fmla="*/ 418894 h 575439"/>
                <a:gd name="connsiteX498" fmla="*/ 297696 w 602904"/>
                <a:gd name="connsiteY498" fmla="*/ 418060 h 575439"/>
                <a:gd name="connsiteX499" fmla="*/ 297417 w 602904"/>
                <a:gd name="connsiteY499" fmla="*/ 420519 h 575439"/>
                <a:gd name="connsiteX500" fmla="*/ 302612 w 602904"/>
                <a:gd name="connsiteY500" fmla="*/ 421616 h 575439"/>
                <a:gd name="connsiteX501" fmla="*/ 311006 w 602904"/>
                <a:gd name="connsiteY501" fmla="*/ 421616 h 575439"/>
                <a:gd name="connsiteX502" fmla="*/ 311887 w 602904"/>
                <a:gd name="connsiteY502" fmla="*/ 417753 h 575439"/>
                <a:gd name="connsiteX503" fmla="*/ 314484 w 602904"/>
                <a:gd name="connsiteY503" fmla="*/ 416919 h 575439"/>
                <a:gd name="connsiteX504" fmla="*/ 313928 w 602904"/>
                <a:gd name="connsiteY504" fmla="*/ 420475 h 575439"/>
                <a:gd name="connsiteX505" fmla="*/ 321441 w 602904"/>
                <a:gd name="connsiteY505" fmla="*/ 419641 h 575439"/>
                <a:gd name="connsiteX506" fmla="*/ 319678 w 602904"/>
                <a:gd name="connsiteY506" fmla="*/ 416085 h 575439"/>
                <a:gd name="connsiteX507" fmla="*/ 315922 w 602904"/>
                <a:gd name="connsiteY507" fmla="*/ 413627 h 575439"/>
                <a:gd name="connsiteX508" fmla="*/ 312722 w 602904"/>
                <a:gd name="connsiteY508" fmla="*/ 413627 h 575439"/>
                <a:gd name="connsiteX509" fmla="*/ 314160 w 602904"/>
                <a:gd name="connsiteY509" fmla="*/ 410071 h 575439"/>
                <a:gd name="connsiteX510" fmla="*/ 316478 w 602904"/>
                <a:gd name="connsiteY510" fmla="*/ 411168 h 575439"/>
                <a:gd name="connsiteX511" fmla="*/ 318797 w 602904"/>
                <a:gd name="connsiteY511" fmla="*/ 409807 h 575439"/>
                <a:gd name="connsiteX512" fmla="*/ 318797 w 602904"/>
                <a:gd name="connsiteY512" fmla="*/ 402695 h 575439"/>
                <a:gd name="connsiteX513" fmla="*/ 315597 w 602904"/>
                <a:gd name="connsiteY513" fmla="*/ 404056 h 575439"/>
                <a:gd name="connsiteX514" fmla="*/ 313000 w 602904"/>
                <a:gd name="connsiteY514" fmla="*/ 406778 h 575439"/>
                <a:gd name="connsiteX515" fmla="*/ 311562 w 602904"/>
                <a:gd name="connsiteY515" fmla="*/ 405417 h 575439"/>
                <a:gd name="connsiteX516" fmla="*/ 309244 w 602904"/>
                <a:gd name="connsiteY516" fmla="*/ 404890 h 575439"/>
                <a:gd name="connsiteX517" fmla="*/ 309800 w 602904"/>
                <a:gd name="connsiteY517" fmla="*/ 403529 h 575439"/>
                <a:gd name="connsiteX518" fmla="*/ 314160 w 602904"/>
                <a:gd name="connsiteY518" fmla="*/ 402695 h 575439"/>
                <a:gd name="connsiteX519" fmla="*/ 316200 w 602904"/>
                <a:gd name="connsiteY519" fmla="*/ 399666 h 575439"/>
                <a:gd name="connsiteX520" fmla="*/ 315922 w 602904"/>
                <a:gd name="connsiteY520" fmla="*/ 396944 h 575439"/>
                <a:gd name="connsiteX521" fmla="*/ 311841 w 602904"/>
                <a:gd name="connsiteY521" fmla="*/ 399666 h 575439"/>
                <a:gd name="connsiteX522" fmla="*/ 312119 w 602904"/>
                <a:gd name="connsiteY522" fmla="*/ 396944 h 575439"/>
                <a:gd name="connsiteX523" fmla="*/ 307760 w 602904"/>
                <a:gd name="connsiteY523" fmla="*/ 399666 h 575439"/>
                <a:gd name="connsiteX524" fmla="*/ 308919 w 602904"/>
                <a:gd name="connsiteY524" fmla="*/ 395540 h 575439"/>
                <a:gd name="connsiteX525" fmla="*/ 313835 w 602904"/>
                <a:gd name="connsiteY525" fmla="*/ 393608 h 575439"/>
                <a:gd name="connsiteX526" fmla="*/ 315876 w 602904"/>
                <a:gd name="connsiteY526" fmla="*/ 390052 h 575439"/>
                <a:gd name="connsiteX527" fmla="*/ 311794 w 602904"/>
                <a:gd name="connsiteY527" fmla="*/ 388384 h 575439"/>
                <a:gd name="connsiteX528" fmla="*/ 316154 w 602904"/>
                <a:gd name="connsiteY528" fmla="*/ 387287 h 575439"/>
                <a:gd name="connsiteX529" fmla="*/ 322554 w 602904"/>
                <a:gd name="connsiteY529" fmla="*/ 380438 h 575439"/>
                <a:gd name="connsiteX530" fmla="*/ 320513 w 602904"/>
                <a:gd name="connsiteY530" fmla="*/ 387023 h 575439"/>
                <a:gd name="connsiteX531" fmla="*/ 317313 w 602904"/>
                <a:gd name="connsiteY531" fmla="*/ 393345 h 575439"/>
                <a:gd name="connsiteX532" fmla="*/ 317592 w 602904"/>
                <a:gd name="connsiteY532" fmla="*/ 396067 h 575439"/>
                <a:gd name="connsiteX533" fmla="*/ 321348 w 602904"/>
                <a:gd name="connsiteY533" fmla="*/ 393608 h 575439"/>
                <a:gd name="connsiteX534" fmla="*/ 323667 w 602904"/>
                <a:gd name="connsiteY534" fmla="*/ 392774 h 575439"/>
                <a:gd name="connsiteX535" fmla="*/ 326264 w 602904"/>
                <a:gd name="connsiteY535" fmla="*/ 387550 h 575439"/>
                <a:gd name="connsiteX536" fmla="*/ 326264 w 602904"/>
                <a:gd name="connsiteY536" fmla="*/ 393301 h 575439"/>
                <a:gd name="connsiteX537" fmla="*/ 330345 w 602904"/>
                <a:gd name="connsiteY537" fmla="*/ 391369 h 575439"/>
                <a:gd name="connsiteX538" fmla="*/ 333824 w 602904"/>
                <a:gd name="connsiteY538" fmla="*/ 387506 h 575439"/>
                <a:gd name="connsiteX539" fmla="*/ 333545 w 602904"/>
                <a:gd name="connsiteY539" fmla="*/ 391896 h 575439"/>
                <a:gd name="connsiteX540" fmla="*/ 335864 w 602904"/>
                <a:gd name="connsiteY540" fmla="*/ 391062 h 575439"/>
                <a:gd name="connsiteX541" fmla="*/ 339621 w 602904"/>
                <a:gd name="connsiteY541" fmla="*/ 386935 h 575439"/>
                <a:gd name="connsiteX542" fmla="*/ 346856 w 602904"/>
                <a:gd name="connsiteY542" fmla="*/ 386408 h 575439"/>
                <a:gd name="connsiteX543" fmla="*/ 345696 w 602904"/>
                <a:gd name="connsiteY543" fmla="*/ 388867 h 575439"/>
                <a:gd name="connsiteX544" fmla="*/ 338183 w 602904"/>
                <a:gd name="connsiteY544" fmla="*/ 392730 h 575439"/>
                <a:gd name="connsiteX545" fmla="*/ 345140 w 602904"/>
                <a:gd name="connsiteY545" fmla="*/ 394091 h 575439"/>
                <a:gd name="connsiteX546" fmla="*/ 338183 w 602904"/>
                <a:gd name="connsiteY546" fmla="*/ 399008 h 575439"/>
                <a:gd name="connsiteX547" fmla="*/ 339064 w 602904"/>
                <a:gd name="connsiteY547" fmla="*/ 400369 h 575439"/>
                <a:gd name="connsiteX548" fmla="*/ 346577 w 602904"/>
                <a:gd name="connsiteY548" fmla="*/ 397647 h 575439"/>
                <a:gd name="connsiteX549" fmla="*/ 345696 w 602904"/>
                <a:gd name="connsiteY549" fmla="*/ 400105 h 575439"/>
                <a:gd name="connsiteX550" fmla="*/ 350890 w 602904"/>
                <a:gd name="connsiteY550" fmla="*/ 399842 h 575439"/>
                <a:gd name="connsiteX551" fmla="*/ 355250 w 602904"/>
                <a:gd name="connsiteY551" fmla="*/ 400939 h 575439"/>
                <a:gd name="connsiteX552" fmla="*/ 352653 w 602904"/>
                <a:gd name="connsiteY552" fmla="*/ 403134 h 575439"/>
                <a:gd name="connsiteX553" fmla="*/ 347737 w 602904"/>
                <a:gd name="connsiteY553" fmla="*/ 403398 h 575439"/>
                <a:gd name="connsiteX554" fmla="*/ 345140 w 602904"/>
                <a:gd name="connsiteY554" fmla="*/ 405329 h 575439"/>
                <a:gd name="connsiteX555" fmla="*/ 339621 w 602904"/>
                <a:gd name="connsiteY555" fmla="*/ 405856 h 575439"/>
                <a:gd name="connsiteX556" fmla="*/ 338740 w 602904"/>
                <a:gd name="connsiteY556" fmla="*/ 409149 h 575439"/>
                <a:gd name="connsiteX557" fmla="*/ 340177 w 602904"/>
                <a:gd name="connsiteY557" fmla="*/ 413012 h 575439"/>
                <a:gd name="connsiteX558" fmla="*/ 344815 w 602904"/>
                <a:gd name="connsiteY558" fmla="*/ 410817 h 575439"/>
                <a:gd name="connsiteX559" fmla="*/ 349453 w 602904"/>
                <a:gd name="connsiteY559" fmla="*/ 409719 h 575439"/>
                <a:gd name="connsiteX560" fmla="*/ 348293 w 602904"/>
                <a:gd name="connsiteY560" fmla="*/ 407261 h 575439"/>
                <a:gd name="connsiteX561" fmla="*/ 352374 w 602904"/>
                <a:gd name="connsiteY561" fmla="*/ 406164 h 575439"/>
                <a:gd name="connsiteX562" fmla="*/ 357569 w 602904"/>
                <a:gd name="connsiteY562" fmla="*/ 407261 h 575439"/>
                <a:gd name="connsiteX563" fmla="*/ 358450 w 602904"/>
                <a:gd name="connsiteY563" fmla="*/ 408622 h 575439"/>
                <a:gd name="connsiteX564" fmla="*/ 362809 w 602904"/>
                <a:gd name="connsiteY564" fmla="*/ 409149 h 575439"/>
                <a:gd name="connsiteX565" fmla="*/ 364247 w 602904"/>
                <a:gd name="connsiteY565" fmla="*/ 406690 h 575439"/>
                <a:gd name="connsiteX566" fmla="*/ 366844 w 602904"/>
                <a:gd name="connsiteY566" fmla="*/ 402564 h 575439"/>
                <a:gd name="connsiteX567" fmla="*/ 368606 w 602904"/>
                <a:gd name="connsiteY567" fmla="*/ 402564 h 575439"/>
                <a:gd name="connsiteX568" fmla="*/ 374404 w 602904"/>
                <a:gd name="connsiteY568" fmla="*/ 407788 h 575439"/>
                <a:gd name="connsiteX569" fmla="*/ 367169 w 602904"/>
                <a:gd name="connsiteY569" fmla="*/ 408315 h 575439"/>
                <a:gd name="connsiteX570" fmla="*/ 367169 w 602904"/>
                <a:gd name="connsiteY570" fmla="*/ 411036 h 575439"/>
                <a:gd name="connsiteX571" fmla="*/ 380201 w 602904"/>
                <a:gd name="connsiteY571" fmla="*/ 417885 h 575439"/>
                <a:gd name="connsiteX572" fmla="*/ 381639 w 602904"/>
                <a:gd name="connsiteY572" fmla="*/ 419816 h 575439"/>
                <a:gd name="connsiteX573" fmla="*/ 385720 w 602904"/>
                <a:gd name="connsiteY573" fmla="*/ 420080 h 575439"/>
                <a:gd name="connsiteX574" fmla="*/ 389476 w 602904"/>
                <a:gd name="connsiteY574" fmla="*/ 419246 h 575439"/>
                <a:gd name="connsiteX575" fmla="*/ 396711 w 602904"/>
                <a:gd name="connsiteY575" fmla="*/ 417885 h 575439"/>
                <a:gd name="connsiteX576" fmla="*/ 417859 w 602904"/>
                <a:gd name="connsiteY576" fmla="*/ 421177 h 575439"/>
                <a:gd name="connsiteX577" fmla="*/ 421059 w 602904"/>
                <a:gd name="connsiteY577" fmla="*/ 414592 h 575439"/>
                <a:gd name="connsiteX578" fmla="*/ 423935 w 602904"/>
                <a:gd name="connsiteY578" fmla="*/ 415119 h 575439"/>
                <a:gd name="connsiteX579" fmla="*/ 421894 w 602904"/>
                <a:gd name="connsiteY579" fmla="*/ 422802 h 575439"/>
                <a:gd name="connsiteX580" fmla="*/ 424769 w 602904"/>
                <a:gd name="connsiteY580" fmla="*/ 424163 h 575439"/>
                <a:gd name="connsiteX581" fmla="*/ 429685 w 602904"/>
                <a:gd name="connsiteY581" fmla="*/ 427718 h 575439"/>
                <a:gd name="connsiteX582" fmla="*/ 446799 w 602904"/>
                <a:gd name="connsiteY582" fmla="*/ 424426 h 575439"/>
                <a:gd name="connsiteX583" fmla="*/ 450277 w 602904"/>
                <a:gd name="connsiteY583" fmla="*/ 422494 h 575439"/>
                <a:gd name="connsiteX584" fmla="*/ 453152 w 602904"/>
                <a:gd name="connsiteY584" fmla="*/ 422494 h 575439"/>
                <a:gd name="connsiteX585" fmla="*/ 450277 w 602904"/>
                <a:gd name="connsiteY585" fmla="*/ 426050 h 575439"/>
                <a:gd name="connsiteX586" fmla="*/ 451715 w 602904"/>
                <a:gd name="connsiteY586" fmla="*/ 428245 h 575439"/>
                <a:gd name="connsiteX587" fmla="*/ 449117 w 602904"/>
                <a:gd name="connsiteY587" fmla="*/ 433469 h 575439"/>
                <a:gd name="connsiteX588" fmla="*/ 452596 w 602904"/>
                <a:gd name="connsiteY588" fmla="*/ 438693 h 575439"/>
                <a:gd name="connsiteX589" fmla="*/ 456677 w 602904"/>
                <a:gd name="connsiteY589" fmla="*/ 438957 h 575439"/>
                <a:gd name="connsiteX590" fmla="*/ 471147 w 602904"/>
                <a:gd name="connsiteY590" fmla="*/ 448000 h 575439"/>
                <a:gd name="connsiteX591" fmla="*/ 477222 w 602904"/>
                <a:gd name="connsiteY591" fmla="*/ 453751 h 575439"/>
                <a:gd name="connsiteX592" fmla="*/ 477222 w 602904"/>
                <a:gd name="connsiteY592" fmla="*/ 456210 h 575439"/>
                <a:gd name="connsiteX593" fmla="*/ 492295 w 602904"/>
                <a:gd name="connsiteY593" fmla="*/ 467448 h 575439"/>
                <a:gd name="connsiteX594" fmla="*/ 496051 w 602904"/>
                <a:gd name="connsiteY594" fmla="*/ 469906 h 575439"/>
                <a:gd name="connsiteX595" fmla="*/ 498648 w 602904"/>
                <a:gd name="connsiteY595" fmla="*/ 470170 h 575439"/>
                <a:gd name="connsiteX596" fmla="*/ 502405 w 602904"/>
                <a:gd name="connsiteY596" fmla="*/ 468238 h 575439"/>
                <a:gd name="connsiteX597" fmla="*/ 505605 w 602904"/>
                <a:gd name="connsiteY597" fmla="*/ 468502 h 575439"/>
                <a:gd name="connsiteX598" fmla="*/ 507043 w 602904"/>
                <a:gd name="connsiteY598" fmla="*/ 465209 h 575439"/>
                <a:gd name="connsiteX599" fmla="*/ 503564 w 602904"/>
                <a:gd name="connsiteY599" fmla="*/ 459722 h 575439"/>
                <a:gd name="connsiteX600" fmla="*/ 496330 w 602904"/>
                <a:gd name="connsiteY600" fmla="*/ 452610 h 575439"/>
                <a:gd name="connsiteX601" fmla="*/ 491970 w 602904"/>
                <a:gd name="connsiteY601" fmla="*/ 452610 h 575439"/>
                <a:gd name="connsiteX602" fmla="*/ 492248 w 602904"/>
                <a:gd name="connsiteY602" fmla="*/ 449054 h 575439"/>
                <a:gd name="connsiteX603" fmla="*/ 496608 w 602904"/>
                <a:gd name="connsiteY603" fmla="*/ 450985 h 575439"/>
                <a:gd name="connsiteX604" fmla="*/ 500086 w 602904"/>
                <a:gd name="connsiteY604" fmla="*/ 452346 h 575439"/>
                <a:gd name="connsiteX605" fmla="*/ 503564 w 602904"/>
                <a:gd name="connsiteY605" fmla="*/ 457000 h 575439"/>
                <a:gd name="connsiteX606" fmla="*/ 505327 w 602904"/>
                <a:gd name="connsiteY606" fmla="*/ 457000 h 575439"/>
                <a:gd name="connsiteX607" fmla="*/ 507089 w 602904"/>
                <a:gd name="connsiteY607" fmla="*/ 452346 h 575439"/>
                <a:gd name="connsiteX608" fmla="*/ 507970 w 602904"/>
                <a:gd name="connsiteY608" fmla="*/ 458931 h 575439"/>
                <a:gd name="connsiteX609" fmla="*/ 510567 w 602904"/>
                <a:gd name="connsiteY609" fmla="*/ 466350 h 575439"/>
                <a:gd name="connsiteX610" fmla="*/ 515762 w 602904"/>
                <a:gd name="connsiteY610" fmla="*/ 467185 h 575439"/>
                <a:gd name="connsiteX611" fmla="*/ 517199 w 602904"/>
                <a:gd name="connsiteY611" fmla="*/ 469906 h 575439"/>
                <a:gd name="connsiteX612" fmla="*/ 521837 w 602904"/>
                <a:gd name="connsiteY612" fmla="*/ 471267 h 575439"/>
                <a:gd name="connsiteX613" fmla="*/ 521280 w 602904"/>
                <a:gd name="connsiteY613" fmla="*/ 463321 h 575439"/>
                <a:gd name="connsiteX614" fmla="*/ 516921 w 602904"/>
                <a:gd name="connsiteY614" fmla="*/ 444927 h 575439"/>
                <a:gd name="connsiteX615" fmla="*/ 515159 w 602904"/>
                <a:gd name="connsiteY615" fmla="*/ 443566 h 575439"/>
                <a:gd name="connsiteX616" fmla="*/ 516921 w 602904"/>
                <a:gd name="connsiteY616" fmla="*/ 441635 h 575439"/>
                <a:gd name="connsiteX617" fmla="*/ 518962 w 602904"/>
                <a:gd name="connsiteY617" fmla="*/ 439440 h 575439"/>
                <a:gd name="connsiteX618" fmla="*/ 520724 w 602904"/>
                <a:gd name="connsiteY618" fmla="*/ 446288 h 575439"/>
                <a:gd name="connsiteX619" fmla="*/ 522162 w 602904"/>
                <a:gd name="connsiteY619" fmla="*/ 458097 h 575439"/>
                <a:gd name="connsiteX620" fmla="*/ 527078 w 602904"/>
                <a:gd name="connsiteY620" fmla="*/ 466350 h 575439"/>
                <a:gd name="connsiteX621" fmla="*/ 529953 w 602904"/>
                <a:gd name="connsiteY621" fmla="*/ 470214 h 575439"/>
                <a:gd name="connsiteX622" fmla="*/ 534869 w 602904"/>
                <a:gd name="connsiteY622" fmla="*/ 471311 h 575439"/>
                <a:gd name="connsiteX623" fmla="*/ 539785 w 602904"/>
                <a:gd name="connsiteY623" fmla="*/ 466658 h 575439"/>
                <a:gd name="connsiteX624" fmla="*/ 542104 w 602904"/>
                <a:gd name="connsiteY624" fmla="*/ 467492 h 575439"/>
                <a:gd name="connsiteX625" fmla="*/ 536910 w 602904"/>
                <a:gd name="connsiteY625" fmla="*/ 472979 h 575439"/>
                <a:gd name="connsiteX626" fmla="*/ 540991 w 602904"/>
                <a:gd name="connsiteY626" fmla="*/ 478467 h 575439"/>
                <a:gd name="connsiteX627" fmla="*/ 545350 w 602904"/>
                <a:gd name="connsiteY627" fmla="*/ 478730 h 575439"/>
                <a:gd name="connsiteX628" fmla="*/ 544469 w 602904"/>
                <a:gd name="connsiteY628" fmla="*/ 483120 h 575439"/>
                <a:gd name="connsiteX629" fmla="*/ 547345 w 602904"/>
                <a:gd name="connsiteY629" fmla="*/ 484481 h 575439"/>
                <a:gd name="connsiteX630" fmla="*/ 552539 w 602904"/>
                <a:gd name="connsiteY630" fmla="*/ 488871 h 575439"/>
                <a:gd name="connsiteX631" fmla="*/ 545304 w 602904"/>
                <a:gd name="connsiteY631" fmla="*/ 486413 h 575439"/>
                <a:gd name="connsiteX632" fmla="*/ 546742 w 602904"/>
                <a:gd name="connsiteY632" fmla="*/ 491637 h 575439"/>
                <a:gd name="connsiteX633" fmla="*/ 549060 w 602904"/>
                <a:gd name="connsiteY633" fmla="*/ 493832 h 575439"/>
                <a:gd name="connsiteX634" fmla="*/ 548782 w 602904"/>
                <a:gd name="connsiteY634" fmla="*/ 497124 h 575439"/>
                <a:gd name="connsiteX635" fmla="*/ 553142 w 602904"/>
                <a:gd name="connsiteY635" fmla="*/ 497124 h 575439"/>
                <a:gd name="connsiteX636" fmla="*/ 547623 w 602904"/>
                <a:gd name="connsiteY636" fmla="*/ 499846 h 575439"/>
                <a:gd name="connsiteX637" fmla="*/ 548179 w 602904"/>
                <a:gd name="connsiteY637" fmla="*/ 502041 h 575439"/>
                <a:gd name="connsiteX638" fmla="*/ 553698 w 602904"/>
                <a:gd name="connsiteY638" fmla="*/ 502305 h 575439"/>
                <a:gd name="connsiteX639" fmla="*/ 558336 w 602904"/>
                <a:gd name="connsiteY639" fmla="*/ 508056 h 575439"/>
                <a:gd name="connsiteX640" fmla="*/ 560655 w 602904"/>
                <a:gd name="connsiteY640" fmla="*/ 511085 h 575439"/>
                <a:gd name="connsiteX641" fmla="*/ 563252 w 602904"/>
                <a:gd name="connsiteY641" fmla="*/ 514641 h 575439"/>
                <a:gd name="connsiteX642" fmla="*/ 566127 w 602904"/>
                <a:gd name="connsiteY642" fmla="*/ 517670 h 575439"/>
                <a:gd name="connsiteX643" fmla="*/ 566127 w 602904"/>
                <a:gd name="connsiteY643" fmla="*/ 521796 h 575439"/>
                <a:gd name="connsiteX644" fmla="*/ 563252 w 602904"/>
                <a:gd name="connsiteY644" fmla="*/ 524518 h 575439"/>
                <a:gd name="connsiteX645" fmla="*/ 560377 w 602904"/>
                <a:gd name="connsiteY645" fmla="*/ 526186 h 575439"/>
                <a:gd name="connsiteX646" fmla="*/ 560377 w 602904"/>
                <a:gd name="connsiteY646" fmla="*/ 530050 h 575439"/>
                <a:gd name="connsiteX647" fmla="*/ 564458 w 602904"/>
                <a:gd name="connsiteY647" fmla="*/ 532508 h 575439"/>
                <a:gd name="connsiteX648" fmla="*/ 566498 w 602904"/>
                <a:gd name="connsiteY648" fmla="*/ 535537 h 575439"/>
                <a:gd name="connsiteX649" fmla="*/ 568817 w 602904"/>
                <a:gd name="connsiteY649" fmla="*/ 533605 h 575439"/>
                <a:gd name="connsiteX650" fmla="*/ 568539 w 602904"/>
                <a:gd name="connsiteY650" fmla="*/ 530884 h 575439"/>
                <a:gd name="connsiteX651" fmla="*/ 574614 w 602904"/>
                <a:gd name="connsiteY651" fmla="*/ 526757 h 575439"/>
                <a:gd name="connsiteX652" fmla="*/ 576655 w 602904"/>
                <a:gd name="connsiteY652" fmla="*/ 527284 h 575439"/>
                <a:gd name="connsiteX653" fmla="*/ 571136 w 602904"/>
                <a:gd name="connsiteY653" fmla="*/ 533035 h 575439"/>
                <a:gd name="connsiteX654" fmla="*/ 569374 w 602904"/>
                <a:gd name="connsiteY654" fmla="*/ 537688 h 575439"/>
                <a:gd name="connsiteX655" fmla="*/ 567611 w 602904"/>
                <a:gd name="connsiteY655" fmla="*/ 540981 h 575439"/>
                <a:gd name="connsiteX656" fmla="*/ 571090 w 602904"/>
                <a:gd name="connsiteY656" fmla="*/ 544844 h 575439"/>
                <a:gd name="connsiteX657" fmla="*/ 573409 w 602904"/>
                <a:gd name="connsiteY657" fmla="*/ 543483 h 575439"/>
                <a:gd name="connsiteX658" fmla="*/ 573409 w 602904"/>
                <a:gd name="connsiteY658" fmla="*/ 538566 h 575439"/>
                <a:gd name="connsiteX659" fmla="*/ 578325 w 602904"/>
                <a:gd name="connsiteY659" fmla="*/ 535537 h 575439"/>
                <a:gd name="connsiteX660" fmla="*/ 578881 w 602904"/>
                <a:gd name="connsiteY660" fmla="*/ 537732 h 575439"/>
                <a:gd name="connsiteX661" fmla="*/ 576284 w 602904"/>
                <a:gd name="connsiteY661" fmla="*/ 540761 h 575439"/>
                <a:gd name="connsiteX662" fmla="*/ 576840 w 602904"/>
                <a:gd name="connsiteY662" fmla="*/ 544054 h 575439"/>
                <a:gd name="connsiteX663" fmla="*/ 572481 w 602904"/>
                <a:gd name="connsiteY663" fmla="*/ 548707 h 575439"/>
                <a:gd name="connsiteX664" fmla="*/ 573919 w 602904"/>
                <a:gd name="connsiteY664" fmla="*/ 554458 h 575439"/>
                <a:gd name="connsiteX665" fmla="*/ 579716 w 602904"/>
                <a:gd name="connsiteY665" fmla="*/ 551736 h 575439"/>
                <a:gd name="connsiteX666" fmla="*/ 582313 w 602904"/>
                <a:gd name="connsiteY666" fmla="*/ 553404 h 575439"/>
                <a:gd name="connsiteX667" fmla="*/ 585791 w 602904"/>
                <a:gd name="connsiteY667" fmla="*/ 552570 h 575439"/>
                <a:gd name="connsiteX668" fmla="*/ 587832 w 602904"/>
                <a:gd name="connsiteY668" fmla="*/ 548180 h 575439"/>
                <a:gd name="connsiteX669" fmla="*/ 587275 w 602904"/>
                <a:gd name="connsiteY669" fmla="*/ 543263 h 575439"/>
                <a:gd name="connsiteX670" fmla="*/ 584400 w 602904"/>
                <a:gd name="connsiteY670" fmla="*/ 537776 h 575439"/>
                <a:gd name="connsiteX671" fmla="*/ 586719 w 602904"/>
                <a:gd name="connsiteY671" fmla="*/ 536108 h 575439"/>
                <a:gd name="connsiteX672" fmla="*/ 589919 w 602904"/>
                <a:gd name="connsiteY672" fmla="*/ 542166 h 575439"/>
                <a:gd name="connsiteX673" fmla="*/ 589362 w 602904"/>
                <a:gd name="connsiteY673" fmla="*/ 550683 h 575439"/>
                <a:gd name="connsiteX674" fmla="*/ 585606 w 602904"/>
                <a:gd name="connsiteY674" fmla="*/ 555907 h 575439"/>
                <a:gd name="connsiteX675" fmla="*/ 587043 w 602904"/>
                <a:gd name="connsiteY675" fmla="*/ 558936 h 575439"/>
                <a:gd name="connsiteX676" fmla="*/ 588481 w 602904"/>
                <a:gd name="connsiteY676" fmla="*/ 565521 h 575439"/>
                <a:gd name="connsiteX677" fmla="*/ 591357 w 602904"/>
                <a:gd name="connsiteY677" fmla="*/ 566882 h 575439"/>
                <a:gd name="connsiteX678" fmla="*/ 591867 w 602904"/>
                <a:gd name="connsiteY678" fmla="*/ 566794 h 575439"/>
                <a:gd name="connsiteX679" fmla="*/ 591867 w 602904"/>
                <a:gd name="connsiteY679" fmla="*/ 566662 h 575439"/>
                <a:gd name="connsiteX680" fmla="*/ 592284 w 602904"/>
                <a:gd name="connsiteY680" fmla="*/ 563677 h 575439"/>
                <a:gd name="connsiteX681" fmla="*/ 72534 w 602904"/>
                <a:gd name="connsiteY681" fmla="*/ 149348 h 575439"/>
                <a:gd name="connsiteX682" fmla="*/ 61496 w 602904"/>
                <a:gd name="connsiteY682" fmla="*/ 155670 h 575439"/>
                <a:gd name="connsiteX683" fmla="*/ 59177 w 602904"/>
                <a:gd name="connsiteY683" fmla="*/ 154309 h 575439"/>
                <a:gd name="connsiteX684" fmla="*/ 72534 w 602904"/>
                <a:gd name="connsiteY684" fmla="*/ 147724 h 575439"/>
                <a:gd name="connsiteX685" fmla="*/ 72534 w 602904"/>
                <a:gd name="connsiteY685" fmla="*/ 149392 h 575439"/>
                <a:gd name="connsiteX686" fmla="*/ 80928 w 602904"/>
                <a:gd name="connsiteY686" fmla="*/ 168269 h 575439"/>
                <a:gd name="connsiteX687" fmla="*/ 78331 w 602904"/>
                <a:gd name="connsiteY687" fmla="*/ 168269 h 575439"/>
                <a:gd name="connsiteX688" fmla="*/ 83247 w 602904"/>
                <a:gd name="connsiteY688" fmla="*/ 156767 h 575439"/>
                <a:gd name="connsiteX689" fmla="*/ 83247 w 602904"/>
                <a:gd name="connsiteY689" fmla="*/ 160894 h 575439"/>
                <a:gd name="connsiteX690" fmla="*/ 87004 w 602904"/>
                <a:gd name="connsiteY690" fmla="*/ 158831 h 575439"/>
                <a:gd name="connsiteX691" fmla="*/ 80928 w 602904"/>
                <a:gd name="connsiteY691" fmla="*/ 168313 h 575439"/>
                <a:gd name="connsiteX692" fmla="*/ 114876 w 602904"/>
                <a:gd name="connsiteY692" fmla="*/ 189692 h 575439"/>
                <a:gd name="connsiteX693" fmla="*/ 109682 w 602904"/>
                <a:gd name="connsiteY693" fmla="*/ 193248 h 575439"/>
                <a:gd name="connsiteX694" fmla="*/ 109682 w 602904"/>
                <a:gd name="connsiteY694" fmla="*/ 190219 h 575439"/>
                <a:gd name="connsiteX695" fmla="*/ 103282 w 602904"/>
                <a:gd name="connsiteY695" fmla="*/ 190219 h 575439"/>
                <a:gd name="connsiteX696" fmla="*/ 105879 w 602904"/>
                <a:gd name="connsiteY696" fmla="*/ 187190 h 575439"/>
                <a:gd name="connsiteX697" fmla="*/ 111074 w 602904"/>
                <a:gd name="connsiteY697" fmla="*/ 188551 h 575439"/>
                <a:gd name="connsiteX698" fmla="*/ 114830 w 602904"/>
                <a:gd name="connsiteY698" fmla="*/ 187190 h 575439"/>
                <a:gd name="connsiteX699" fmla="*/ 114830 w 602904"/>
                <a:gd name="connsiteY699" fmla="*/ 189648 h 575439"/>
                <a:gd name="connsiteX700" fmla="*/ 116453 w 602904"/>
                <a:gd name="connsiteY700" fmla="*/ 153475 h 575439"/>
                <a:gd name="connsiteX701" fmla="*/ 114876 w 602904"/>
                <a:gd name="connsiteY701" fmla="*/ 147724 h 575439"/>
                <a:gd name="connsiteX702" fmla="*/ 118077 w 602904"/>
                <a:gd name="connsiteY702" fmla="*/ 150753 h 575439"/>
                <a:gd name="connsiteX703" fmla="*/ 116500 w 602904"/>
                <a:gd name="connsiteY703" fmla="*/ 153475 h 575439"/>
                <a:gd name="connsiteX704" fmla="*/ 13125 w 602904"/>
                <a:gd name="connsiteY704" fmla="*/ 238246 h 575439"/>
                <a:gd name="connsiteX705" fmla="*/ 11362 w 602904"/>
                <a:gd name="connsiteY705" fmla="*/ 234382 h 575439"/>
                <a:gd name="connsiteX706" fmla="*/ 14562 w 602904"/>
                <a:gd name="connsiteY706" fmla="*/ 232451 h 575439"/>
                <a:gd name="connsiteX707" fmla="*/ 13125 w 602904"/>
                <a:gd name="connsiteY707" fmla="*/ 238202 h 575439"/>
                <a:gd name="connsiteX708" fmla="*/ 30516 w 602904"/>
                <a:gd name="connsiteY708" fmla="*/ 242899 h 575439"/>
                <a:gd name="connsiteX709" fmla="*/ 30516 w 602904"/>
                <a:gd name="connsiteY709" fmla="*/ 240968 h 575439"/>
                <a:gd name="connsiteX710" fmla="*/ 36313 w 602904"/>
                <a:gd name="connsiteY710" fmla="*/ 239607 h 575439"/>
                <a:gd name="connsiteX711" fmla="*/ 37612 w 602904"/>
                <a:gd name="connsiteY711" fmla="*/ 242899 h 575439"/>
                <a:gd name="connsiteX712" fmla="*/ 30516 w 602904"/>
                <a:gd name="connsiteY712" fmla="*/ 242899 h 575439"/>
                <a:gd name="connsiteX713" fmla="*/ 38632 w 602904"/>
                <a:gd name="connsiteY713" fmla="*/ 256640 h 575439"/>
                <a:gd name="connsiteX714" fmla="*/ 33995 w 602904"/>
                <a:gd name="connsiteY714" fmla="*/ 252777 h 575439"/>
                <a:gd name="connsiteX715" fmla="*/ 37612 w 602904"/>
                <a:gd name="connsiteY715" fmla="*/ 251416 h 575439"/>
                <a:gd name="connsiteX716" fmla="*/ 41229 w 602904"/>
                <a:gd name="connsiteY716" fmla="*/ 251416 h 575439"/>
                <a:gd name="connsiteX717" fmla="*/ 38632 w 602904"/>
                <a:gd name="connsiteY717" fmla="*/ 256640 h 575439"/>
                <a:gd name="connsiteX718" fmla="*/ 48186 w 602904"/>
                <a:gd name="connsiteY718" fmla="*/ 254050 h 575439"/>
                <a:gd name="connsiteX719" fmla="*/ 45311 w 602904"/>
                <a:gd name="connsiteY719" fmla="*/ 254050 h 575439"/>
                <a:gd name="connsiteX720" fmla="*/ 45311 w 602904"/>
                <a:gd name="connsiteY720" fmla="*/ 249528 h 575439"/>
                <a:gd name="connsiteX721" fmla="*/ 48186 w 602904"/>
                <a:gd name="connsiteY721" fmla="*/ 251811 h 575439"/>
                <a:gd name="connsiteX722" fmla="*/ 48186 w 602904"/>
                <a:gd name="connsiteY722" fmla="*/ 254094 h 575439"/>
                <a:gd name="connsiteX723" fmla="*/ 62099 w 602904"/>
                <a:gd name="connsiteY723" fmla="*/ 245094 h 575439"/>
                <a:gd name="connsiteX724" fmla="*/ 54864 w 602904"/>
                <a:gd name="connsiteY724" fmla="*/ 251767 h 575439"/>
                <a:gd name="connsiteX725" fmla="*/ 54864 w 602904"/>
                <a:gd name="connsiteY725" fmla="*/ 249484 h 575439"/>
                <a:gd name="connsiteX726" fmla="*/ 62099 w 602904"/>
                <a:gd name="connsiteY726" fmla="*/ 241231 h 575439"/>
                <a:gd name="connsiteX727" fmla="*/ 62099 w 602904"/>
                <a:gd name="connsiteY727" fmla="*/ 245094 h 575439"/>
                <a:gd name="connsiteX728" fmla="*/ 80650 w 602904"/>
                <a:gd name="connsiteY728" fmla="*/ 236621 h 575439"/>
                <a:gd name="connsiteX729" fmla="*/ 75456 w 602904"/>
                <a:gd name="connsiteY729" fmla="*/ 238290 h 575439"/>
                <a:gd name="connsiteX730" fmla="*/ 78053 w 602904"/>
                <a:gd name="connsiteY730" fmla="*/ 235392 h 575439"/>
                <a:gd name="connsiteX731" fmla="*/ 80650 w 602904"/>
                <a:gd name="connsiteY731" fmla="*/ 235392 h 575439"/>
                <a:gd name="connsiteX732" fmla="*/ 80650 w 602904"/>
                <a:gd name="connsiteY732" fmla="*/ 236621 h 575439"/>
                <a:gd name="connsiteX733" fmla="*/ 73137 w 602904"/>
                <a:gd name="connsiteY733" fmla="*/ 414417 h 575439"/>
                <a:gd name="connsiteX734" fmla="*/ 69937 w 602904"/>
                <a:gd name="connsiteY734" fmla="*/ 414417 h 575439"/>
                <a:gd name="connsiteX735" fmla="*/ 66459 w 602904"/>
                <a:gd name="connsiteY735" fmla="*/ 413056 h 575439"/>
                <a:gd name="connsiteX736" fmla="*/ 66459 w 602904"/>
                <a:gd name="connsiteY736" fmla="*/ 407832 h 575439"/>
                <a:gd name="connsiteX737" fmla="*/ 73137 w 602904"/>
                <a:gd name="connsiteY737" fmla="*/ 408754 h 575439"/>
                <a:gd name="connsiteX738" fmla="*/ 73137 w 602904"/>
                <a:gd name="connsiteY738" fmla="*/ 414417 h 575439"/>
                <a:gd name="connsiteX739" fmla="*/ 69798 w 602904"/>
                <a:gd name="connsiteY739" fmla="*/ 388077 h 575439"/>
                <a:gd name="connsiteX740" fmla="*/ 65021 w 602904"/>
                <a:gd name="connsiteY740" fmla="*/ 388077 h 575439"/>
                <a:gd name="connsiteX741" fmla="*/ 67618 w 602904"/>
                <a:gd name="connsiteY741" fmla="*/ 382853 h 575439"/>
                <a:gd name="connsiteX742" fmla="*/ 73137 w 602904"/>
                <a:gd name="connsiteY742" fmla="*/ 382853 h 575439"/>
                <a:gd name="connsiteX743" fmla="*/ 69798 w 602904"/>
                <a:gd name="connsiteY743" fmla="*/ 388077 h 575439"/>
                <a:gd name="connsiteX744" fmla="*/ 82691 w 602904"/>
                <a:gd name="connsiteY744" fmla="*/ 362834 h 575439"/>
                <a:gd name="connsiteX745" fmla="*/ 77775 w 602904"/>
                <a:gd name="connsiteY745" fmla="*/ 362834 h 575439"/>
                <a:gd name="connsiteX746" fmla="*/ 73137 w 602904"/>
                <a:gd name="connsiteY746" fmla="*/ 358444 h 575439"/>
                <a:gd name="connsiteX747" fmla="*/ 66459 w 602904"/>
                <a:gd name="connsiteY747" fmla="*/ 354581 h 575439"/>
                <a:gd name="connsiteX748" fmla="*/ 65021 w 602904"/>
                <a:gd name="connsiteY748" fmla="*/ 340884 h 575439"/>
                <a:gd name="connsiteX749" fmla="*/ 58064 w 602904"/>
                <a:gd name="connsiteY749" fmla="*/ 334826 h 575439"/>
                <a:gd name="connsiteX750" fmla="*/ 60661 w 602904"/>
                <a:gd name="connsiteY750" fmla="*/ 332894 h 575439"/>
                <a:gd name="connsiteX751" fmla="*/ 66459 w 602904"/>
                <a:gd name="connsiteY751" fmla="*/ 339479 h 575439"/>
                <a:gd name="connsiteX752" fmla="*/ 69056 w 602904"/>
                <a:gd name="connsiteY752" fmla="*/ 353176 h 575439"/>
                <a:gd name="connsiteX753" fmla="*/ 73137 w 602904"/>
                <a:gd name="connsiteY753" fmla="*/ 354274 h 575439"/>
                <a:gd name="connsiteX754" fmla="*/ 79212 w 602904"/>
                <a:gd name="connsiteY754" fmla="*/ 360859 h 575439"/>
                <a:gd name="connsiteX755" fmla="*/ 82691 w 602904"/>
                <a:gd name="connsiteY755" fmla="*/ 360859 h 575439"/>
                <a:gd name="connsiteX756" fmla="*/ 82691 w 602904"/>
                <a:gd name="connsiteY756" fmla="*/ 362790 h 575439"/>
                <a:gd name="connsiteX757" fmla="*/ 89926 w 602904"/>
                <a:gd name="connsiteY757" fmla="*/ 366127 h 575439"/>
                <a:gd name="connsiteX758" fmla="*/ 85844 w 602904"/>
                <a:gd name="connsiteY758" fmla="*/ 364458 h 575439"/>
                <a:gd name="connsiteX759" fmla="*/ 89926 w 602904"/>
                <a:gd name="connsiteY759" fmla="*/ 362790 h 575439"/>
                <a:gd name="connsiteX760" fmla="*/ 89926 w 602904"/>
                <a:gd name="connsiteY760" fmla="*/ 366083 h 575439"/>
                <a:gd name="connsiteX761" fmla="*/ 98923 w 602904"/>
                <a:gd name="connsiteY761" fmla="*/ 373546 h 575439"/>
                <a:gd name="connsiteX762" fmla="*/ 94842 w 602904"/>
                <a:gd name="connsiteY762" fmla="*/ 373546 h 575439"/>
                <a:gd name="connsiteX763" fmla="*/ 94842 w 602904"/>
                <a:gd name="connsiteY763" fmla="*/ 366127 h 575439"/>
                <a:gd name="connsiteX764" fmla="*/ 93404 w 602904"/>
                <a:gd name="connsiteY764" fmla="*/ 362263 h 575439"/>
                <a:gd name="connsiteX765" fmla="*/ 94842 w 602904"/>
                <a:gd name="connsiteY765" fmla="*/ 360903 h 575439"/>
                <a:gd name="connsiteX766" fmla="*/ 98923 w 602904"/>
                <a:gd name="connsiteY766" fmla="*/ 366653 h 575439"/>
                <a:gd name="connsiteX767" fmla="*/ 98923 w 602904"/>
                <a:gd name="connsiteY767" fmla="*/ 373502 h 575439"/>
                <a:gd name="connsiteX768" fmla="*/ 108755 w 602904"/>
                <a:gd name="connsiteY768" fmla="*/ 396023 h 575439"/>
                <a:gd name="connsiteX769" fmla="*/ 108755 w 602904"/>
                <a:gd name="connsiteY769" fmla="*/ 392993 h 575439"/>
                <a:gd name="connsiteX770" fmla="*/ 115155 w 602904"/>
                <a:gd name="connsiteY770" fmla="*/ 395452 h 575439"/>
                <a:gd name="connsiteX771" fmla="*/ 121555 w 602904"/>
                <a:gd name="connsiteY771" fmla="*/ 397910 h 575439"/>
                <a:gd name="connsiteX772" fmla="*/ 108801 w 602904"/>
                <a:gd name="connsiteY772" fmla="*/ 395979 h 575439"/>
                <a:gd name="connsiteX773" fmla="*/ 154297 w 602904"/>
                <a:gd name="connsiteY773" fmla="*/ 148251 h 575439"/>
                <a:gd name="connsiteX774" fmla="*/ 156060 w 602904"/>
                <a:gd name="connsiteY774" fmla="*/ 152904 h 575439"/>
                <a:gd name="connsiteX775" fmla="*/ 158100 w 602904"/>
                <a:gd name="connsiteY775" fmla="*/ 155933 h 575439"/>
                <a:gd name="connsiteX776" fmla="*/ 151422 w 602904"/>
                <a:gd name="connsiteY776" fmla="*/ 154001 h 575439"/>
                <a:gd name="connsiteX777" fmla="*/ 154297 w 602904"/>
                <a:gd name="connsiteY777" fmla="*/ 148251 h 575439"/>
                <a:gd name="connsiteX778" fmla="*/ 153694 w 602904"/>
                <a:gd name="connsiteY778" fmla="*/ 240704 h 575439"/>
                <a:gd name="connsiteX779" fmla="*/ 153694 w 602904"/>
                <a:gd name="connsiteY779" fmla="*/ 244567 h 575439"/>
                <a:gd name="connsiteX780" fmla="*/ 151932 w 602904"/>
                <a:gd name="connsiteY780" fmla="*/ 246762 h 575439"/>
                <a:gd name="connsiteX781" fmla="*/ 147572 w 602904"/>
                <a:gd name="connsiteY781" fmla="*/ 245094 h 575439"/>
                <a:gd name="connsiteX782" fmla="*/ 153648 w 602904"/>
                <a:gd name="connsiteY782" fmla="*/ 240704 h 575439"/>
                <a:gd name="connsiteX783" fmla="*/ 155735 w 602904"/>
                <a:gd name="connsiteY783" fmla="*/ 262961 h 575439"/>
                <a:gd name="connsiteX784" fmla="*/ 155735 w 602904"/>
                <a:gd name="connsiteY784" fmla="*/ 265683 h 575439"/>
                <a:gd name="connsiteX785" fmla="*/ 146738 w 602904"/>
                <a:gd name="connsiteY785" fmla="*/ 271742 h 575439"/>
                <a:gd name="connsiteX786" fmla="*/ 146738 w 602904"/>
                <a:gd name="connsiteY786" fmla="*/ 268712 h 575439"/>
                <a:gd name="connsiteX787" fmla="*/ 155735 w 602904"/>
                <a:gd name="connsiteY787" fmla="*/ 262961 h 575439"/>
                <a:gd name="connsiteX788" fmla="*/ 142981 w 602904"/>
                <a:gd name="connsiteY788" fmla="*/ 202994 h 575439"/>
                <a:gd name="connsiteX789" fmla="*/ 147062 w 602904"/>
                <a:gd name="connsiteY789" fmla="*/ 204574 h 575439"/>
                <a:gd name="connsiteX790" fmla="*/ 142981 w 602904"/>
                <a:gd name="connsiteY790" fmla="*/ 206155 h 575439"/>
                <a:gd name="connsiteX791" fmla="*/ 142981 w 602904"/>
                <a:gd name="connsiteY791" fmla="*/ 202994 h 575439"/>
                <a:gd name="connsiteX792" fmla="*/ 128465 w 602904"/>
                <a:gd name="connsiteY792" fmla="*/ 202994 h 575439"/>
                <a:gd name="connsiteX793" fmla="*/ 131943 w 602904"/>
                <a:gd name="connsiteY793" fmla="*/ 199833 h 575439"/>
                <a:gd name="connsiteX794" fmla="*/ 133706 w 602904"/>
                <a:gd name="connsiteY794" fmla="*/ 203389 h 575439"/>
                <a:gd name="connsiteX795" fmla="*/ 133706 w 602904"/>
                <a:gd name="connsiteY795" fmla="*/ 206111 h 575439"/>
                <a:gd name="connsiteX796" fmla="*/ 128511 w 602904"/>
                <a:gd name="connsiteY796" fmla="*/ 206111 h 575439"/>
                <a:gd name="connsiteX797" fmla="*/ 128511 w 602904"/>
                <a:gd name="connsiteY797" fmla="*/ 202950 h 575439"/>
                <a:gd name="connsiteX798" fmla="*/ 130227 w 602904"/>
                <a:gd name="connsiteY798" fmla="*/ 351859 h 575439"/>
                <a:gd name="connsiteX799" fmla="*/ 128187 w 602904"/>
                <a:gd name="connsiteY799" fmla="*/ 352957 h 575439"/>
                <a:gd name="connsiteX800" fmla="*/ 125868 w 602904"/>
                <a:gd name="connsiteY800" fmla="*/ 342245 h 575439"/>
                <a:gd name="connsiteX801" fmla="*/ 125868 w 602904"/>
                <a:gd name="connsiteY801" fmla="*/ 335923 h 575439"/>
                <a:gd name="connsiteX802" fmla="*/ 128187 w 602904"/>
                <a:gd name="connsiteY802" fmla="*/ 331533 h 575439"/>
                <a:gd name="connsiteX803" fmla="*/ 130227 w 602904"/>
                <a:gd name="connsiteY803" fmla="*/ 332894 h 575439"/>
                <a:gd name="connsiteX804" fmla="*/ 128187 w 602904"/>
                <a:gd name="connsiteY804" fmla="*/ 337284 h 575439"/>
                <a:gd name="connsiteX805" fmla="*/ 128187 w 602904"/>
                <a:gd name="connsiteY805" fmla="*/ 342201 h 575439"/>
                <a:gd name="connsiteX806" fmla="*/ 130227 w 602904"/>
                <a:gd name="connsiteY806" fmla="*/ 351815 h 575439"/>
                <a:gd name="connsiteX807" fmla="*/ 143259 w 602904"/>
                <a:gd name="connsiteY807" fmla="*/ 298345 h 575439"/>
                <a:gd name="connsiteX808" fmla="*/ 143259 w 602904"/>
                <a:gd name="connsiteY808" fmla="*/ 300277 h 575439"/>
                <a:gd name="connsiteX809" fmla="*/ 139503 w 602904"/>
                <a:gd name="connsiteY809" fmla="*/ 301945 h 575439"/>
                <a:gd name="connsiteX810" fmla="*/ 139503 w 602904"/>
                <a:gd name="connsiteY810" fmla="*/ 314281 h 575439"/>
                <a:gd name="connsiteX811" fmla="*/ 133427 w 602904"/>
                <a:gd name="connsiteY811" fmla="*/ 318144 h 575439"/>
                <a:gd name="connsiteX812" fmla="*/ 133427 w 602904"/>
                <a:gd name="connsiteY812" fmla="*/ 323368 h 575439"/>
                <a:gd name="connsiteX813" fmla="*/ 128511 w 602904"/>
                <a:gd name="connsiteY813" fmla="*/ 327495 h 575439"/>
                <a:gd name="connsiteX814" fmla="*/ 127074 w 602904"/>
                <a:gd name="connsiteY814" fmla="*/ 325826 h 575439"/>
                <a:gd name="connsiteX815" fmla="*/ 130552 w 602904"/>
                <a:gd name="connsiteY815" fmla="*/ 323368 h 575439"/>
                <a:gd name="connsiteX816" fmla="*/ 130552 w 602904"/>
                <a:gd name="connsiteY816" fmla="*/ 317310 h 575439"/>
                <a:gd name="connsiteX817" fmla="*/ 136349 w 602904"/>
                <a:gd name="connsiteY817" fmla="*/ 314017 h 575439"/>
                <a:gd name="connsiteX818" fmla="*/ 138529 w 602904"/>
                <a:gd name="connsiteY818" fmla="*/ 300013 h 575439"/>
                <a:gd name="connsiteX819" fmla="*/ 140987 w 602904"/>
                <a:gd name="connsiteY819" fmla="*/ 299486 h 575439"/>
                <a:gd name="connsiteX820" fmla="*/ 142146 w 602904"/>
                <a:gd name="connsiteY820" fmla="*/ 295623 h 575439"/>
                <a:gd name="connsiteX821" fmla="*/ 149984 w 602904"/>
                <a:gd name="connsiteY821" fmla="*/ 288775 h 575439"/>
                <a:gd name="connsiteX822" fmla="*/ 149984 w 602904"/>
                <a:gd name="connsiteY822" fmla="*/ 292901 h 575439"/>
                <a:gd name="connsiteX823" fmla="*/ 143306 w 602904"/>
                <a:gd name="connsiteY823" fmla="*/ 298389 h 575439"/>
                <a:gd name="connsiteX824" fmla="*/ 145856 w 602904"/>
                <a:gd name="connsiteY824" fmla="*/ 422626 h 575439"/>
                <a:gd name="connsiteX825" fmla="*/ 150773 w 602904"/>
                <a:gd name="connsiteY825" fmla="*/ 419597 h 575439"/>
                <a:gd name="connsiteX826" fmla="*/ 155132 w 602904"/>
                <a:gd name="connsiteY826" fmla="*/ 419597 h 575439"/>
                <a:gd name="connsiteX827" fmla="*/ 156570 w 602904"/>
                <a:gd name="connsiteY827" fmla="*/ 422626 h 575439"/>
                <a:gd name="connsiteX828" fmla="*/ 145856 w 602904"/>
                <a:gd name="connsiteY828" fmla="*/ 422626 h 575439"/>
                <a:gd name="connsiteX829" fmla="*/ 158054 w 602904"/>
                <a:gd name="connsiteY829" fmla="*/ 271742 h 575439"/>
                <a:gd name="connsiteX830" fmla="*/ 155735 w 602904"/>
                <a:gd name="connsiteY830" fmla="*/ 270073 h 575439"/>
                <a:gd name="connsiteX831" fmla="*/ 163248 w 602904"/>
                <a:gd name="connsiteY831" fmla="*/ 260459 h 575439"/>
                <a:gd name="connsiteX832" fmla="*/ 164686 w 602904"/>
                <a:gd name="connsiteY832" fmla="*/ 262918 h 575439"/>
                <a:gd name="connsiteX833" fmla="*/ 158007 w 602904"/>
                <a:gd name="connsiteY833" fmla="*/ 271698 h 575439"/>
                <a:gd name="connsiteX834" fmla="*/ 261800 w 602904"/>
                <a:gd name="connsiteY834" fmla="*/ 61021 h 575439"/>
                <a:gd name="connsiteX835" fmla="*/ 263562 w 602904"/>
                <a:gd name="connsiteY835" fmla="*/ 61021 h 575439"/>
                <a:gd name="connsiteX836" fmla="*/ 263562 w 602904"/>
                <a:gd name="connsiteY836" fmla="*/ 74718 h 575439"/>
                <a:gd name="connsiteX837" fmla="*/ 261800 w 602904"/>
                <a:gd name="connsiteY837" fmla="*/ 69494 h 575439"/>
                <a:gd name="connsiteX838" fmla="*/ 259203 w 602904"/>
                <a:gd name="connsiteY838" fmla="*/ 72216 h 575439"/>
                <a:gd name="connsiteX839" fmla="*/ 261800 w 602904"/>
                <a:gd name="connsiteY839" fmla="*/ 60977 h 575439"/>
                <a:gd name="connsiteX840" fmla="*/ 247608 w 602904"/>
                <a:gd name="connsiteY840" fmla="*/ 90390 h 575439"/>
                <a:gd name="connsiteX841" fmla="*/ 247608 w 602904"/>
                <a:gd name="connsiteY841" fmla="*/ 92585 h 575439"/>
                <a:gd name="connsiteX842" fmla="*/ 226460 w 602904"/>
                <a:gd name="connsiteY842" fmla="*/ 103824 h 575439"/>
                <a:gd name="connsiteX843" fmla="*/ 226460 w 602904"/>
                <a:gd name="connsiteY843" fmla="*/ 101102 h 575439"/>
                <a:gd name="connsiteX844" fmla="*/ 247608 w 602904"/>
                <a:gd name="connsiteY844" fmla="*/ 90390 h 575439"/>
                <a:gd name="connsiteX845" fmla="*/ 240930 w 602904"/>
                <a:gd name="connsiteY845" fmla="*/ 206989 h 575439"/>
                <a:gd name="connsiteX846" fmla="*/ 238333 w 602904"/>
                <a:gd name="connsiteY846" fmla="*/ 211642 h 575439"/>
                <a:gd name="connsiteX847" fmla="*/ 238333 w 602904"/>
                <a:gd name="connsiteY847" fmla="*/ 206989 h 575439"/>
                <a:gd name="connsiteX848" fmla="*/ 240930 w 602904"/>
                <a:gd name="connsiteY848" fmla="*/ 206989 h 575439"/>
                <a:gd name="connsiteX849" fmla="*/ 221220 w 602904"/>
                <a:gd name="connsiteY849" fmla="*/ 33013 h 575439"/>
                <a:gd name="connsiteX850" fmla="*/ 226136 w 602904"/>
                <a:gd name="connsiteY850" fmla="*/ 30818 h 575439"/>
                <a:gd name="connsiteX851" fmla="*/ 229336 w 602904"/>
                <a:gd name="connsiteY851" fmla="*/ 28623 h 575439"/>
                <a:gd name="connsiteX852" fmla="*/ 231098 w 602904"/>
                <a:gd name="connsiteY852" fmla="*/ 28623 h 575439"/>
                <a:gd name="connsiteX853" fmla="*/ 235457 w 602904"/>
                <a:gd name="connsiteY853" fmla="*/ 30818 h 575439"/>
                <a:gd name="connsiteX854" fmla="*/ 240976 w 602904"/>
                <a:gd name="connsiteY854" fmla="*/ 35340 h 575439"/>
                <a:gd name="connsiteX855" fmla="*/ 239214 w 602904"/>
                <a:gd name="connsiteY855" fmla="*/ 37930 h 575439"/>
                <a:gd name="connsiteX856" fmla="*/ 236014 w 602904"/>
                <a:gd name="connsiteY856" fmla="*/ 37930 h 575439"/>
                <a:gd name="connsiteX857" fmla="*/ 232257 w 602904"/>
                <a:gd name="connsiteY857" fmla="*/ 42056 h 575439"/>
                <a:gd name="connsiteX858" fmla="*/ 229382 w 602904"/>
                <a:gd name="connsiteY858" fmla="*/ 39598 h 575439"/>
                <a:gd name="connsiteX859" fmla="*/ 225301 w 602904"/>
                <a:gd name="connsiteY859" fmla="*/ 39598 h 575439"/>
                <a:gd name="connsiteX860" fmla="*/ 221220 w 602904"/>
                <a:gd name="connsiteY860" fmla="*/ 36305 h 575439"/>
                <a:gd name="connsiteX861" fmla="*/ 221220 w 602904"/>
                <a:gd name="connsiteY861" fmla="*/ 33013 h 575439"/>
                <a:gd name="connsiteX862" fmla="*/ 200674 w 602904"/>
                <a:gd name="connsiteY862" fmla="*/ 101365 h 575439"/>
                <a:gd name="connsiteX863" fmla="*/ 219782 w 602904"/>
                <a:gd name="connsiteY863" fmla="*/ 98907 h 575439"/>
                <a:gd name="connsiteX864" fmla="*/ 219782 w 602904"/>
                <a:gd name="connsiteY864" fmla="*/ 100575 h 575439"/>
                <a:gd name="connsiteX865" fmla="*/ 199190 w 602904"/>
                <a:gd name="connsiteY865" fmla="*/ 103868 h 575439"/>
                <a:gd name="connsiteX866" fmla="*/ 200628 w 602904"/>
                <a:gd name="connsiteY866" fmla="*/ 101409 h 575439"/>
                <a:gd name="connsiteX867" fmla="*/ 209347 w 602904"/>
                <a:gd name="connsiteY867" fmla="*/ 188858 h 575439"/>
                <a:gd name="connsiteX868" fmla="*/ 209347 w 602904"/>
                <a:gd name="connsiteY868" fmla="*/ 192721 h 575439"/>
                <a:gd name="connsiteX869" fmla="*/ 205869 w 602904"/>
                <a:gd name="connsiteY869" fmla="*/ 192721 h 575439"/>
                <a:gd name="connsiteX870" fmla="*/ 209347 w 602904"/>
                <a:gd name="connsiteY870" fmla="*/ 188858 h 575439"/>
                <a:gd name="connsiteX871" fmla="*/ 174286 w 602904"/>
                <a:gd name="connsiteY871" fmla="*/ 267351 h 575439"/>
                <a:gd name="connsiteX872" fmla="*/ 182402 w 602904"/>
                <a:gd name="connsiteY872" fmla="*/ 269547 h 575439"/>
                <a:gd name="connsiteX873" fmla="*/ 178924 w 602904"/>
                <a:gd name="connsiteY873" fmla="*/ 271742 h 575439"/>
                <a:gd name="connsiteX874" fmla="*/ 174286 w 602904"/>
                <a:gd name="connsiteY874" fmla="*/ 267351 h 575439"/>
                <a:gd name="connsiteX875" fmla="*/ 182958 w 602904"/>
                <a:gd name="connsiteY875" fmla="*/ 488740 h 575439"/>
                <a:gd name="connsiteX876" fmla="*/ 179202 w 602904"/>
                <a:gd name="connsiteY876" fmla="*/ 494490 h 575439"/>
                <a:gd name="connsiteX877" fmla="*/ 176605 w 602904"/>
                <a:gd name="connsiteY877" fmla="*/ 494490 h 575439"/>
                <a:gd name="connsiteX878" fmla="*/ 181521 w 602904"/>
                <a:gd name="connsiteY878" fmla="*/ 484876 h 575439"/>
                <a:gd name="connsiteX879" fmla="*/ 182958 w 602904"/>
                <a:gd name="connsiteY879" fmla="*/ 486808 h 575439"/>
                <a:gd name="connsiteX880" fmla="*/ 182958 w 602904"/>
                <a:gd name="connsiteY880" fmla="*/ 488740 h 575439"/>
                <a:gd name="connsiteX881" fmla="*/ 192512 w 602904"/>
                <a:gd name="connsiteY881" fmla="*/ 487379 h 575439"/>
                <a:gd name="connsiteX882" fmla="*/ 190193 w 602904"/>
                <a:gd name="connsiteY882" fmla="*/ 487379 h 575439"/>
                <a:gd name="connsiteX883" fmla="*/ 187596 w 602904"/>
                <a:gd name="connsiteY883" fmla="*/ 482155 h 575439"/>
                <a:gd name="connsiteX884" fmla="*/ 181521 w 602904"/>
                <a:gd name="connsiteY884" fmla="*/ 482155 h 575439"/>
                <a:gd name="connsiteX885" fmla="*/ 176605 w 602904"/>
                <a:gd name="connsiteY885" fmla="*/ 478291 h 575439"/>
                <a:gd name="connsiteX886" fmla="*/ 192558 w 602904"/>
                <a:gd name="connsiteY886" fmla="*/ 481320 h 575439"/>
                <a:gd name="connsiteX887" fmla="*/ 192558 w 602904"/>
                <a:gd name="connsiteY887" fmla="*/ 487379 h 575439"/>
                <a:gd name="connsiteX888" fmla="*/ 197150 w 602904"/>
                <a:gd name="connsiteY888" fmla="*/ 463541 h 575439"/>
                <a:gd name="connsiteX889" fmla="*/ 192512 w 602904"/>
                <a:gd name="connsiteY889" fmla="*/ 462180 h 575439"/>
                <a:gd name="connsiteX890" fmla="*/ 184535 w 602904"/>
                <a:gd name="connsiteY890" fmla="*/ 461083 h 575439"/>
                <a:gd name="connsiteX891" fmla="*/ 184535 w 602904"/>
                <a:gd name="connsiteY891" fmla="*/ 458361 h 575439"/>
                <a:gd name="connsiteX892" fmla="*/ 193718 w 602904"/>
                <a:gd name="connsiteY892" fmla="*/ 459458 h 575439"/>
                <a:gd name="connsiteX893" fmla="*/ 198263 w 602904"/>
                <a:gd name="connsiteY893" fmla="*/ 460951 h 575439"/>
                <a:gd name="connsiteX894" fmla="*/ 202901 w 602904"/>
                <a:gd name="connsiteY894" fmla="*/ 463541 h 575439"/>
                <a:gd name="connsiteX895" fmla="*/ 197103 w 602904"/>
                <a:gd name="connsiteY895" fmla="*/ 463541 h 575439"/>
                <a:gd name="connsiteX896" fmla="*/ 199190 w 602904"/>
                <a:gd name="connsiteY896" fmla="*/ 445410 h 575439"/>
                <a:gd name="connsiteX897" fmla="*/ 202947 w 602904"/>
                <a:gd name="connsiteY897" fmla="*/ 443215 h 575439"/>
                <a:gd name="connsiteX898" fmla="*/ 207028 w 602904"/>
                <a:gd name="connsiteY898" fmla="*/ 445410 h 575439"/>
                <a:gd name="connsiteX899" fmla="*/ 199190 w 602904"/>
                <a:gd name="connsiteY899" fmla="*/ 445410 h 575439"/>
                <a:gd name="connsiteX900" fmla="*/ 221822 w 602904"/>
                <a:gd name="connsiteY900" fmla="*/ 430616 h 575439"/>
                <a:gd name="connsiteX901" fmla="*/ 218066 w 602904"/>
                <a:gd name="connsiteY901" fmla="*/ 430616 h 575439"/>
                <a:gd name="connsiteX902" fmla="*/ 215747 w 602904"/>
                <a:gd name="connsiteY902" fmla="*/ 432811 h 575439"/>
                <a:gd name="connsiteX903" fmla="*/ 215747 w 602904"/>
                <a:gd name="connsiteY903" fmla="*/ 436103 h 575439"/>
                <a:gd name="connsiteX904" fmla="*/ 202993 w 602904"/>
                <a:gd name="connsiteY904" fmla="*/ 439659 h 575439"/>
                <a:gd name="connsiteX905" fmla="*/ 196918 w 602904"/>
                <a:gd name="connsiteY905" fmla="*/ 443215 h 575439"/>
                <a:gd name="connsiteX906" fmla="*/ 193811 w 602904"/>
                <a:gd name="connsiteY906" fmla="*/ 443215 h 575439"/>
                <a:gd name="connsiteX907" fmla="*/ 193811 w 602904"/>
                <a:gd name="connsiteY907" fmla="*/ 436103 h 575439"/>
                <a:gd name="connsiteX908" fmla="*/ 199237 w 602904"/>
                <a:gd name="connsiteY908" fmla="*/ 432811 h 575439"/>
                <a:gd name="connsiteX909" fmla="*/ 205637 w 602904"/>
                <a:gd name="connsiteY909" fmla="*/ 433338 h 575439"/>
                <a:gd name="connsiteX910" fmla="*/ 207074 w 602904"/>
                <a:gd name="connsiteY910" fmla="*/ 429782 h 575439"/>
                <a:gd name="connsiteX911" fmla="*/ 215793 w 602904"/>
                <a:gd name="connsiteY911" fmla="*/ 427104 h 575439"/>
                <a:gd name="connsiteX912" fmla="*/ 225625 w 602904"/>
                <a:gd name="connsiteY912" fmla="*/ 427104 h 575439"/>
                <a:gd name="connsiteX913" fmla="*/ 221869 w 602904"/>
                <a:gd name="connsiteY913" fmla="*/ 430572 h 575439"/>
                <a:gd name="connsiteX914" fmla="*/ 213846 w 602904"/>
                <a:gd name="connsiteY914" fmla="*/ 420431 h 575439"/>
                <a:gd name="connsiteX915" fmla="*/ 210785 w 602904"/>
                <a:gd name="connsiteY915" fmla="*/ 418104 h 575439"/>
                <a:gd name="connsiteX916" fmla="*/ 220338 w 602904"/>
                <a:gd name="connsiteY916" fmla="*/ 408710 h 575439"/>
                <a:gd name="connsiteX917" fmla="*/ 225533 w 602904"/>
                <a:gd name="connsiteY917" fmla="*/ 408710 h 575439"/>
                <a:gd name="connsiteX918" fmla="*/ 213799 w 602904"/>
                <a:gd name="connsiteY918" fmla="*/ 420431 h 575439"/>
                <a:gd name="connsiteX919" fmla="*/ 250484 w 602904"/>
                <a:gd name="connsiteY919" fmla="*/ 255016 h 575439"/>
                <a:gd name="connsiteX920" fmla="*/ 239168 w 602904"/>
                <a:gd name="connsiteY920" fmla="*/ 252821 h 575439"/>
                <a:gd name="connsiteX921" fmla="*/ 231052 w 602904"/>
                <a:gd name="connsiteY921" fmla="*/ 255016 h 575439"/>
                <a:gd name="connsiteX922" fmla="*/ 221498 w 602904"/>
                <a:gd name="connsiteY922" fmla="*/ 260503 h 575439"/>
                <a:gd name="connsiteX923" fmla="*/ 214541 w 602904"/>
                <a:gd name="connsiteY923" fmla="*/ 260503 h 575439"/>
                <a:gd name="connsiteX924" fmla="*/ 193115 w 602904"/>
                <a:gd name="connsiteY924" fmla="*/ 269547 h 575439"/>
                <a:gd name="connsiteX925" fmla="*/ 193115 w 602904"/>
                <a:gd name="connsiteY925" fmla="*/ 267351 h 575439"/>
                <a:gd name="connsiteX926" fmla="*/ 214541 w 602904"/>
                <a:gd name="connsiteY926" fmla="*/ 258045 h 575439"/>
                <a:gd name="connsiteX927" fmla="*/ 220617 w 602904"/>
                <a:gd name="connsiteY927" fmla="*/ 258045 h 575439"/>
                <a:gd name="connsiteX928" fmla="*/ 229892 w 602904"/>
                <a:gd name="connsiteY928" fmla="*/ 252294 h 575439"/>
                <a:gd name="connsiteX929" fmla="*/ 239168 w 602904"/>
                <a:gd name="connsiteY929" fmla="*/ 250626 h 575439"/>
                <a:gd name="connsiteX930" fmla="*/ 249602 w 602904"/>
                <a:gd name="connsiteY930" fmla="*/ 252821 h 575439"/>
                <a:gd name="connsiteX931" fmla="*/ 254518 w 602904"/>
                <a:gd name="connsiteY931" fmla="*/ 250626 h 575439"/>
                <a:gd name="connsiteX932" fmla="*/ 250437 w 602904"/>
                <a:gd name="connsiteY932" fmla="*/ 255016 h 575439"/>
                <a:gd name="connsiteX933" fmla="*/ 257765 w 602904"/>
                <a:gd name="connsiteY933" fmla="*/ 101365 h 575439"/>
                <a:gd name="connsiteX934" fmla="*/ 257765 w 602904"/>
                <a:gd name="connsiteY934" fmla="*/ 110672 h 575439"/>
                <a:gd name="connsiteX935" fmla="*/ 254889 w 602904"/>
                <a:gd name="connsiteY935" fmla="*/ 110672 h 575439"/>
                <a:gd name="connsiteX936" fmla="*/ 256327 w 602904"/>
                <a:gd name="connsiteY936" fmla="*/ 99170 h 575439"/>
                <a:gd name="connsiteX937" fmla="*/ 263562 w 602904"/>
                <a:gd name="connsiteY937" fmla="*/ 94253 h 575439"/>
                <a:gd name="connsiteX938" fmla="*/ 265788 w 602904"/>
                <a:gd name="connsiteY938" fmla="*/ 95351 h 575439"/>
                <a:gd name="connsiteX939" fmla="*/ 257765 w 602904"/>
                <a:gd name="connsiteY939" fmla="*/ 101409 h 575439"/>
                <a:gd name="connsiteX940" fmla="*/ 268756 w 602904"/>
                <a:gd name="connsiteY940" fmla="*/ 88195 h 575439"/>
                <a:gd name="connsiteX941" fmla="*/ 264675 w 602904"/>
                <a:gd name="connsiteY941" fmla="*/ 84639 h 575439"/>
                <a:gd name="connsiteX942" fmla="*/ 263516 w 602904"/>
                <a:gd name="connsiteY942" fmla="*/ 90390 h 575439"/>
                <a:gd name="connsiteX943" fmla="*/ 261336 w 602904"/>
                <a:gd name="connsiteY943" fmla="*/ 85737 h 575439"/>
                <a:gd name="connsiteX944" fmla="*/ 263516 w 602904"/>
                <a:gd name="connsiteY944" fmla="*/ 81083 h 575439"/>
                <a:gd name="connsiteX945" fmla="*/ 270194 w 602904"/>
                <a:gd name="connsiteY945" fmla="*/ 84947 h 575439"/>
                <a:gd name="connsiteX946" fmla="*/ 268756 w 602904"/>
                <a:gd name="connsiteY946" fmla="*/ 88239 h 575439"/>
                <a:gd name="connsiteX947" fmla="*/ 277475 w 602904"/>
                <a:gd name="connsiteY947" fmla="*/ 419641 h 575439"/>
                <a:gd name="connsiteX948" fmla="*/ 269359 w 602904"/>
                <a:gd name="connsiteY948" fmla="*/ 413056 h 575439"/>
                <a:gd name="connsiteX949" fmla="*/ 272235 w 602904"/>
                <a:gd name="connsiteY949" fmla="*/ 411256 h 575439"/>
                <a:gd name="connsiteX950" fmla="*/ 277429 w 602904"/>
                <a:gd name="connsiteY950" fmla="*/ 415778 h 575439"/>
                <a:gd name="connsiteX951" fmla="*/ 277429 w 602904"/>
                <a:gd name="connsiteY951" fmla="*/ 419641 h 575439"/>
                <a:gd name="connsiteX952" fmla="*/ 284432 w 602904"/>
                <a:gd name="connsiteY952" fmla="*/ 410027 h 575439"/>
                <a:gd name="connsiteX953" fmla="*/ 279516 w 602904"/>
                <a:gd name="connsiteY953" fmla="*/ 408754 h 575439"/>
                <a:gd name="connsiteX954" fmla="*/ 280675 w 602904"/>
                <a:gd name="connsiteY954" fmla="*/ 406734 h 575439"/>
                <a:gd name="connsiteX955" fmla="*/ 284432 w 602904"/>
                <a:gd name="connsiteY955" fmla="*/ 407832 h 575439"/>
                <a:gd name="connsiteX956" fmla="*/ 284432 w 602904"/>
                <a:gd name="connsiteY956" fmla="*/ 410027 h 575439"/>
                <a:gd name="connsiteX957" fmla="*/ 298345 w 602904"/>
                <a:gd name="connsiteY957" fmla="*/ 225076 h 575439"/>
                <a:gd name="connsiteX958" fmla="*/ 297186 w 602904"/>
                <a:gd name="connsiteY958" fmla="*/ 222617 h 575439"/>
                <a:gd name="connsiteX959" fmla="*/ 300942 w 602904"/>
                <a:gd name="connsiteY959" fmla="*/ 220159 h 575439"/>
                <a:gd name="connsiteX960" fmla="*/ 304420 w 602904"/>
                <a:gd name="connsiteY960" fmla="*/ 220159 h 575439"/>
                <a:gd name="connsiteX961" fmla="*/ 298345 w 602904"/>
                <a:gd name="connsiteY961" fmla="*/ 225076 h 575439"/>
                <a:gd name="connsiteX962" fmla="*/ 350195 w 602904"/>
                <a:gd name="connsiteY962" fmla="*/ 58826 h 575439"/>
                <a:gd name="connsiteX963" fmla="*/ 354554 w 602904"/>
                <a:gd name="connsiteY963" fmla="*/ 58826 h 575439"/>
                <a:gd name="connsiteX964" fmla="*/ 343516 w 602904"/>
                <a:gd name="connsiteY964" fmla="*/ 66509 h 575439"/>
                <a:gd name="connsiteX965" fmla="*/ 350195 w 602904"/>
                <a:gd name="connsiteY965" fmla="*/ 58826 h 575439"/>
                <a:gd name="connsiteX966" fmla="*/ 349082 w 602904"/>
                <a:gd name="connsiteY966" fmla="*/ 126301 h 575439"/>
                <a:gd name="connsiteX967" fmla="*/ 352560 w 602904"/>
                <a:gd name="connsiteY967" fmla="*/ 130164 h 575439"/>
                <a:gd name="connsiteX968" fmla="*/ 348061 w 602904"/>
                <a:gd name="connsiteY968" fmla="*/ 130164 h 575439"/>
                <a:gd name="connsiteX969" fmla="*/ 343563 w 602904"/>
                <a:gd name="connsiteY969" fmla="*/ 127442 h 575439"/>
                <a:gd name="connsiteX970" fmla="*/ 349082 w 602904"/>
                <a:gd name="connsiteY970" fmla="*/ 126344 h 575439"/>
                <a:gd name="connsiteX971" fmla="*/ 343563 w 602904"/>
                <a:gd name="connsiteY971" fmla="*/ 151280 h 575439"/>
                <a:gd name="connsiteX972" fmla="*/ 343563 w 602904"/>
                <a:gd name="connsiteY972" fmla="*/ 153738 h 575439"/>
                <a:gd name="connsiteX973" fmla="*/ 334844 w 602904"/>
                <a:gd name="connsiteY973" fmla="*/ 146319 h 575439"/>
                <a:gd name="connsiteX974" fmla="*/ 334844 w 602904"/>
                <a:gd name="connsiteY974" fmla="*/ 143861 h 575439"/>
                <a:gd name="connsiteX975" fmla="*/ 343563 w 602904"/>
                <a:gd name="connsiteY975" fmla="*/ 151280 h 575439"/>
                <a:gd name="connsiteX976" fmla="*/ 317731 w 602904"/>
                <a:gd name="connsiteY976" fmla="*/ 98600 h 575439"/>
                <a:gd name="connsiteX977" fmla="*/ 319493 w 602904"/>
                <a:gd name="connsiteY977" fmla="*/ 98600 h 575439"/>
                <a:gd name="connsiteX978" fmla="*/ 321534 w 602904"/>
                <a:gd name="connsiteY978" fmla="*/ 101629 h 575439"/>
                <a:gd name="connsiteX979" fmla="*/ 329650 w 602904"/>
                <a:gd name="connsiteY979" fmla="*/ 101365 h 575439"/>
                <a:gd name="connsiteX980" fmla="*/ 334844 w 602904"/>
                <a:gd name="connsiteY980" fmla="*/ 107116 h 575439"/>
                <a:gd name="connsiteX981" fmla="*/ 331644 w 602904"/>
                <a:gd name="connsiteY981" fmla="*/ 109048 h 575439"/>
                <a:gd name="connsiteX982" fmla="*/ 327284 w 602904"/>
                <a:gd name="connsiteY982" fmla="*/ 103560 h 575439"/>
                <a:gd name="connsiteX983" fmla="*/ 319168 w 602904"/>
                <a:gd name="connsiteY983" fmla="*/ 103560 h 575439"/>
                <a:gd name="connsiteX984" fmla="*/ 317731 w 602904"/>
                <a:gd name="connsiteY984" fmla="*/ 98643 h 575439"/>
                <a:gd name="connsiteX985" fmla="*/ 349360 w 602904"/>
                <a:gd name="connsiteY985" fmla="*/ 217964 h 575439"/>
                <a:gd name="connsiteX986" fmla="*/ 347598 w 602904"/>
                <a:gd name="connsiteY986" fmla="*/ 223056 h 575439"/>
                <a:gd name="connsiteX987" fmla="*/ 342960 w 602904"/>
                <a:gd name="connsiteY987" fmla="*/ 227315 h 575439"/>
                <a:gd name="connsiteX988" fmla="*/ 337441 w 602904"/>
                <a:gd name="connsiteY988" fmla="*/ 231705 h 575439"/>
                <a:gd name="connsiteX989" fmla="*/ 332525 w 602904"/>
                <a:gd name="connsiteY989" fmla="*/ 231705 h 575439"/>
                <a:gd name="connsiteX990" fmla="*/ 328026 w 602904"/>
                <a:gd name="connsiteY990" fmla="*/ 229773 h 575439"/>
                <a:gd name="connsiteX991" fmla="*/ 333963 w 602904"/>
                <a:gd name="connsiteY991" fmla="*/ 229773 h 575439"/>
                <a:gd name="connsiteX992" fmla="*/ 338044 w 602904"/>
                <a:gd name="connsiteY992" fmla="*/ 227841 h 575439"/>
                <a:gd name="connsiteX993" fmla="*/ 343563 w 602904"/>
                <a:gd name="connsiteY993" fmla="*/ 225120 h 575439"/>
                <a:gd name="connsiteX994" fmla="*/ 345603 w 602904"/>
                <a:gd name="connsiteY994" fmla="*/ 221256 h 575439"/>
                <a:gd name="connsiteX995" fmla="*/ 349360 w 602904"/>
                <a:gd name="connsiteY995" fmla="*/ 214408 h 575439"/>
                <a:gd name="connsiteX996" fmla="*/ 349360 w 602904"/>
                <a:gd name="connsiteY996" fmla="*/ 217964 h 575439"/>
                <a:gd name="connsiteX997" fmla="*/ 382983 w 602904"/>
                <a:gd name="connsiteY997" fmla="*/ 232495 h 575439"/>
                <a:gd name="connsiteX998" fmla="*/ 379505 w 602904"/>
                <a:gd name="connsiteY998" fmla="*/ 232495 h 575439"/>
                <a:gd name="connsiteX999" fmla="*/ 379227 w 602904"/>
                <a:gd name="connsiteY999" fmla="*/ 225076 h 575439"/>
                <a:gd name="connsiteX1000" fmla="*/ 372549 w 602904"/>
                <a:gd name="connsiteY1000" fmla="*/ 218754 h 575439"/>
                <a:gd name="connsiteX1001" fmla="*/ 368467 w 602904"/>
                <a:gd name="connsiteY1001" fmla="*/ 210808 h 575439"/>
                <a:gd name="connsiteX1002" fmla="*/ 359470 w 602904"/>
                <a:gd name="connsiteY1002" fmla="*/ 202028 h 575439"/>
                <a:gd name="connsiteX1003" fmla="*/ 351957 w 602904"/>
                <a:gd name="connsiteY1003" fmla="*/ 201501 h 575439"/>
                <a:gd name="connsiteX1004" fmla="*/ 342125 w 602904"/>
                <a:gd name="connsiteY1004" fmla="*/ 204530 h 575439"/>
                <a:gd name="connsiteX1005" fmla="*/ 322415 w 602904"/>
                <a:gd name="connsiteY1005" fmla="*/ 212213 h 575439"/>
                <a:gd name="connsiteX1006" fmla="*/ 320977 w 602904"/>
                <a:gd name="connsiteY1006" fmla="*/ 210281 h 575439"/>
                <a:gd name="connsiteX1007" fmla="*/ 340687 w 602904"/>
                <a:gd name="connsiteY1007" fmla="*/ 202028 h 575439"/>
                <a:gd name="connsiteX1008" fmla="*/ 351401 w 602904"/>
                <a:gd name="connsiteY1008" fmla="*/ 198472 h 575439"/>
                <a:gd name="connsiteX1009" fmla="*/ 361233 w 602904"/>
                <a:gd name="connsiteY1009" fmla="*/ 200140 h 575439"/>
                <a:gd name="connsiteX1010" fmla="*/ 373708 w 602904"/>
                <a:gd name="connsiteY1010" fmla="*/ 213047 h 575439"/>
                <a:gd name="connsiteX1011" fmla="*/ 375749 w 602904"/>
                <a:gd name="connsiteY1011" fmla="*/ 217437 h 575439"/>
                <a:gd name="connsiteX1012" fmla="*/ 382983 w 602904"/>
                <a:gd name="connsiteY1012" fmla="*/ 225120 h 575439"/>
                <a:gd name="connsiteX1013" fmla="*/ 382983 w 602904"/>
                <a:gd name="connsiteY1013" fmla="*/ 232539 h 575439"/>
                <a:gd name="connsiteX1014" fmla="*/ 392815 w 602904"/>
                <a:gd name="connsiteY1014" fmla="*/ 76650 h 575439"/>
                <a:gd name="connsiteX1015" fmla="*/ 391378 w 602904"/>
                <a:gd name="connsiteY1015" fmla="*/ 71733 h 575439"/>
                <a:gd name="connsiteX1016" fmla="*/ 391378 w 602904"/>
                <a:gd name="connsiteY1016" fmla="*/ 69538 h 575439"/>
                <a:gd name="connsiteX1017" fmla="*/ 395737 w 602904"/>
                <a:gd name="connsiteY1017" fmla="*/ 73094 h 575439"/>
                <a:gd name="connsiteX1018" fmla="*/ 392862 w 602904"/>
                <a:gd name="connsiteY1018" fmla="*/ 76650 h 575439"/>
                <a:gd name="connsiteX1019" fmla="*/ 419482 w 602904"/>
                <a:gd name="connsiteY1019" fmla="*/ 390535 h 575439"/>
                <a:gd name="connsiteX1020" fmla="*/ 412248 w 602904"/>
                <a:gd name="connsiteY1020" fmla="*/ 388867 h 575439"/>
                <a:gd name="connsiteX1021" fmla="*/ 404410 w 602904"/>
                <a:gd name="connsiteY1021" fmla="*/ 388867 h 575439"/>
                <a:gd name="connsiteX1022" fmla="*/ 402091 w 602904"/>
                <a:gd name="connsiteY1022" fmla="*/ 383950 h 575439"/>
                <a:gd name="connsiteX1023" fmla="*/ 411088 w 602904"/>
                <a:gd name="connsiteY1023" fmla="*/ 385311 h 575439"/>
                <a:gd name="connsiteX1024" fmla="*/ 419482 w 602904"/>
                <a:gd name="connsiteY1024" fmla="*/ 387769 h 575439"/>
                <a:gd name="connsiteX1025" fmla="*/ 419482 w 602904"/>
                <a:gd name="connsiteY1025" fmla="*/ 390491 h 575439"/>
                <a:gd name="connsiteX1026" fmla="*/ 421245 w 602904"/>
                <a:gd name="connsiteY1026" fmla="*/ 87054 h 575439"/>
                <a:gd name="connsiteX1027" fmla="*/ 416050 w 602904"/>
                <a:gd name="connsiteY1027" fmla="*/ 83498 h 575439"/>
                <a:gd name="connsiteX1028" fmla="*/ 418369 w 602904"/>
                <a:gd name="connsiteY1028" fmla="*/ 80469 h 575439"/>
                <a:gd name="connsiteX1029" fmla="*/ 421245 w 602904"/>
                <a:gd name="connsiteY1029" fmla="*/ 83761 h 575439"/>
                <a:gd name="connsiteX1030" fmla="*/ 421245 w 602904"/>
                <a:gd name="connsiteY1030" fmla="*/ 87054 h 57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</a:cxnLst>
              <a:rect l="l" t="t" r="r" b="b"/>
              <a:pathLst>
                <a:path w="602904" h="575439">
                  <a:moveTo>
                    <a:pt x="592609" y="564292"/>
                  </a:moveTo>
                  <a:lnTo>
                    <a:pt x="602904" y="552087"/>
                  </a:lnTo>
                  <a:lnTo>
                    <a:pt x="600586" y="539839"/>
                  </a:lnTo>
                  <a:lnTo>
                    <a:pt x="602858" y="535844"/>
                  </a:lnTo>
                  <a:lnTo>
                    <a:pt x="600725" y="530708"/>
                  </a:lnTo>
                  <a:lnTo>
                    <a:pt x="595159" y="530708"/>
                  </a:lnTo>
                  <a:lnTo>
                    <a:pt x="595159" y="527723"/>
                  </a:lnTo>
                  <a:lnTo>
                    <a:pt x="580040" y="518065"/>
                  </a:lnTo>
                  <a:lnTo>
                    <a:pt x="573409" y="518065"/>
                  </a:lnTo>
                  <a:lnTo>
                    <a:pt x="571832" y="512446"/>
                  </a:lnTo>
                  <a:lnTo>
                    <a:pt x="568261" y="510294"/>
                  </a:lnTo>
                  <a:lnTo>
                    <a:pt x="569652" y="506651"/>
                  </a:lnTo>
                  <a:lnTo>
                    <a:pt x="564272" y="504851"/>
                  </a:lnTo>
                  <a:lnTo>
                    <a:pt x="566591" y="500505"/>
                  </a:lnTo>
                  <a:lnTo>
                    <a:pt x="546881" y="469555"/>
                  </a:lnTo>
                  <a:lnTo>
                    <a:pt x="549014" y="465780"/>
                  </a:lnTo>
                  <a:cubicBezTo>
                    <a:pt x="548226" y="464155"/>
                    <a:pt x="541640" y="458317"/>
                    <a:pt x="538765" y="457088"/>
                  </a:cubicBezTo>
                  <a:cubicBezTo>
                    <a:pt x="535518" y="455683"/>
                    <a:pt x="534173" y="452522"/>
                    <a:pt x="532875" y="449449"/>
                  </a:cubicBezTo>
                  <a:lnTo>
                    <a:pt x="532365" y="448264"/>
                  </a:lnTo>
                  <a:cubicBezTo>
                    <a:pt x="531298" y="445849"/>
                    <a:pt x="524805" y="441679"/>
                    <a:pt x="522394" y="440274"/>
                  </a:cubicBezTo>
                  <a:lnTo>
                    <a:pt x="521651" y="439835"/>
                  </a:lnTo>
                  <a:lnTo>
                    <a:pt x="523414" y="433996"/>
                  </a:lnTo>
                  <a:lnTo>
                    <a:pt x="516133" y="428772"/>
                  </a:lnTo>
                  <a:lnTo>
                    <a:pt x="504770" y="432460"/>
                  </a:lnTo>
                  <a:lnTo>
                    <a:pt x="504770" y="436806"/>
                  </a:lnTo>
                  <a:lnTo>
                    <a:pt x="500689" y="437069"/>
                  </a:lnTo>
                  <a:lnTo>
                    <a:pt x="500689" y="446288"/>
                  </a:lnTo>
                  <a:lnTo>
                    <a:pt x="495912" y="445981"/>
                  </a:lnTo>
                  <a:lnTo>
                    <a:pt x="488445" y="452259"/>
                  </a:lnTo>
                  <a:lnTo>
                    <a:pt x="482184" y="455463"/>
                  </a:lnTo>
                  <a:lnTo>
                    <a:pt x="482184" y="443391"/>
                  </a:lnTo>
                  <a:lnTo>
                    <a:pt x="466880" y="427894"/>
                  </a:lnTo>
                  <a:cubicBezTo>
                    <a:pt x="465303" y="422670"/>
                    <a:pt x="458254" y="419114"/>
                    <a:pt x="458161" y="419114"/>
                  </a:cubicBezTo>
                  <a:lnTo>
                    <a:pt x="457558" y="418807"/>
                  </a:lnTo>
                  <a:lnTo>
                    <a:pt x="457697" y="415295"/>
                  </a:lnTo>
                  <a:lnTo>
                    <a:pt x="459274" y="412529"/>
                  </a:lnTo>
                  <a:lnTo>
                    <a:pt x="459274" y="411168"/>
                  </a:lnTo>
                  <a:lnTo>
                    <a:pt x="452317" y="411168"/>
                  </a:lnTo>
                  <a:lnTo>
                    <a:pt x="450416" y="412178"/>
                  </a:lnTo>
                  <a:cubicBezTo>
                    <a:pt x="449767" y="412880"/>
                    <a:pt x="446984" y="415734"/>
                    <a:pt x="445036" y="416787"/>
                  </a:cubicBezTo>
                  <a:cubicBezTo>
                    <a:pt x="442857" y="417973"/>
                    <a:pt x="439935" y="415251"/>
                    <a:pt x="438126" y="413144"/>
                  </a:cubicBezTo>
                  <a:cubicBezTo>
                    <a:pt x="437384" y="413934"/>
                    <a:pt x="436225" y="414724"/>
                    <a:pt x="434601" y="414724"/>
                  </a:cubicBezTo>
                  <a:cubicBezTo>
                    <a:pt x="431958" y="414724"/>
                    <a:pt x="428758" y="412441"/>
                    <a:pt x="428387" y="412178"/>
                  </a:cubicBezTo>
                  <a:lnTo>
                    <a:pt x="427923" y="411827"/>
                  </a:lnTo>
                  <a:lnTo>
                    <a:pt x="427923" y="75333"/>
                  </a:lnTo>
                  <a:lnTo>
                    <a:pt x="427367" y="75025"/>
                  </a:lnTo>
                  <a:lnTo>
                    <a:pt x="425048" y="76386"/>
                  </a:lnTo>
                  <a:lnTo>
                    <a:pt x="421291" y="75859"/>
                  </a:lnTo>
                  <a:lnTo>
                    <a:pt x="419250" y="70943"/>
                  </a:lnTo>
                  <a:lnTo>
                    <a:pt x="416653" y="74235"/>
                  </a:lnTo>
                  <a:lnTo>
                    <a:pt x="416653" y="70372"/>
                  </a:lnTo>
                  <a:lnTo>
                    <a:pt x="408537" y="65455"/>
                  </a:lnTo>
                  <a:cubicBezTo>
                    <a:pt x="408537" y="65455"/>
                    <a:pt x="404456" y="59397"/>
                    <a:pt x="398102" y="59133"/>
                  </a:cubicBezTo>
                  <a:cubicBezTo>
                    <a:pt x="398102" y="59133"/>
                    <a:pt x="394346" y="57465"/>
                    <a:pt x="390868" y="57465"/>
                  </a:cubicBezTo>
                  <a:cubicBezTo>
                    <a:pt x="390868" y="57465"/>
                    <a:pt x="380433" y="55797"/>
                    <a:pt x="371157" y="62119"/>
                  </a:cubicBezTo>
                  <a:cubicBezTo>
                    <a:pt x="371157" y="62119"/>
                    <a:pt x="364757" y="64314"/>
                    <a:pt x="359841" y="60187"/>
                  </a:cubicBezTo>
                  <a:cubicBezTo>
                    <a:pt x="354925" y="56060"/>
                    <a:pt x="351447" y="51144"/>
                    <a:pt x="335771" y="53339"/>
                  </a:cubicBezTo>
                  <a:lnTo>
                    <a:pt x="329093" y="51407"/>
                  </a:lnTo>
                  <a:lnTo>
                    <a:pt x="321858" y="51407"/>
                  </a:lnTo>
                  <a:lnTo>
                    <a:pt x="321858" y="49739"/>
                  </a:lnTo>
                  <a:lnTo>
                    <a:pt x="318983" y="46710"/>
                  </a:lnTo>
                  <a:lnTo>
                    <a:pt x="315226" y="51627"/>
                  </a:lnTo>
                  <a:lnTo>
                    <a:pt x="312907" y="54656"/>
                  </a:lnTo>
                  <a:lnTo>
                    <a:pt x="315226" y="54919"/>
                  </a:lnTo>
                  <a:lnTo>
                    <a:pt x="309707" y="62338"/>
                  </a:lnTo>
                  <a:lnTo>
                    <a:pt x="307945" y="69450"/>
                  </a:lnTo>
                  <a:lnTo>
                    <a:pt x="310820" y="80162"/>
                  </a:lnTo>
                  <a:lnTo>
                    <a:pt x="311377" y="83454"/>
                  </a:lnTo>
                  <a:lnTo>
                    <a:pt x="307899" y="95263"/>
                  </a:lnTo>
                  <a:lnTo>
                    <a:pt x="309336" y="83191"/>
                  </a:lnTo>
                  <a:lnTo>
                    <a:pt x="305858" y="70021"/>
                  </a:lnTo>
                  <a:lnTo>
                    <a:pt x="307296" y="64270"/>
                  </a:lnTo>
                  <a:lnTo>
                    <a:pt x="310171" y="56587"/>
                  </a:lnTo>
                  <a:lnTo>
                    <a:pt x="310728" y="52197"/>
                  </a:lnTo>
                  <a:lnTo>
                    <a:pt x="315365" y="48071"/>
                  </a:lnTo>
                  <a:lnTo>
                    <a:pt x="311284" y="46973"/>
                  </a:lnTo>
                  <a:lnTo>
                    <a:pt x="309244" y="42847"/>
                  </a:lnTo>
                  <a:lnTo>
                    <a:pt x="305765" y="42847"/>
                  </a:lnTo>
                  <a:lnTo>
                    <a:pt x="305765" y="47763"/>
                  </a:lnTo>
                  <a:lnTo>
                    <a:pt x="299365" y="57377"/>
                  </a:lnTo>
                  <a:lnTo>
                    <a:pt x="295284" y="61241"/>
                  </a:lnTo>
                  <a:lnTo>
                    <a:pt x="301359" y="51363"/>
                  </a:lnTo>
                  <a:lnTo>
                    <a:pt x="302519" y="41222"/>
                  </a:lnTo>
                  <a:lnTo>
                    <a:pt x="295284" y="38193"/>
                  </a:lnTo>
                  <a:lnTo>
                    <a:pt x="287771" y="39291"/>
                  </a:lnTo>
                  <a:lnTo>
                    <a:pt x="282252" y="42320"/>
                  </a:lnTo>
                  <a:lnTo>
                    <a:pt x="273533" y="49168"/>
                  </a:lnTo>
                  <a:lnTo>
                    <a:pt x="273533" y="46446"/>
                  </a:lnTo>
                  <a:lnTo>
                    <a:pt x="278171" y="38764"/>
                  </a:lnTo>
                  <a:lnTo>
                    <a:pt x="271214" y="40695"/>
                  </a:lnTo>
                  <a:lnTo>
                    <a:pt x="266298" y="45920"/>
                  </a:lnTo>
                  <a:lnTo>
                    <a:pt x="262820" y="42056"/>
                  </a:lnTo>
                  <a:lnTo>
                    <a:pt x="256420" y="41793"/>
                  </a:lnTo>
                  <a:lnTo>
                    <a:pt x="259620" y="38764"/>
                  </a:lnTo>
                  <a:cubicBezTo>
                    <a:pt x="259620" y="38764"/>
                    <a:pt x="253220" y="33013"/>
                    <a:pt x="247747" y="33276"/>
                  </a:cubicBezTo>
                  <a:lnTo>
                    <a:pt x="247747" y="27218"/>
                  </a:lnTo>
                  <a:lnTo>
                    <a:pt x="251226" y="23662"/>
                  </a:lnTo>
                  <a:lnTo>
                    <a:pt x="246310" y="21731"/>
                  </a:lnTo>
                  <a:lnTo>
                    <a:pt x="242228" y="22257"/>
                  </a:lnTo>
                  <a:lnTo>
                    <a:pt x="238472" y="20062"/>
                  </a:lnTo>
                  <a:lnTo>
                    <a:pt x="230634" y="20589"/>
                  </a:lnTo>
                  <a:lnTo>
                    <a:pt x="224234" y="21687"/>
                  </a:lnTo>
                  <a:lnTo>
                    <a:pt x="222193" y="24716"/>
                  </a:lnTo>
                  <a:lnTo>
                    <a:pt x="217834" y="26911"/>
                  </a:lnTo>
                  <a:lnTo>
                    <a:pt x="217834" y="30203"/>
                  </a:lnTo>
                  <a:lnTo>
                    <a:pt x="214634" y="29369"/>
                  </a:lnTo>
                  <a:lnTo>
                    <a:pt x="207956" y="29369"/>
                  </a:lnTo>
                  <a:lnTo>
                    <a:pt x="217788" y="24716"/>
                  </a:lnTo>
                  <a:lnTo>
                    <a:pt x="211712" y="22257"/>
                  </a:lnTo>
                  <a:lnTo>
                    <a:pt x="213753" y="19799"/>
                  </a:lnTo>
                  <a:cubicBezTo>
                    <a:pt x="213753" y="19799"/>
                    <a:pt x="214309" y="9351"/>
                    <a:pt x="207956" y="11853"/>
                  </a:cubicBezTo>
                  <a:cubicBezTo>
                    <a:pt x="207956" y="11853"/>
                    <a:pt x="200721" y="12380"/>
                    <a:pt x="201880" y="12951"/>
                  </a:cubicBezTo>
                  <a:cubicBezTo>
                    <a:pt x="203040" y="13521"/>
                    <a:pt x="205359" y="15146"/>
                    <a:pt x="205359" y="15146"/>
                  </a:cubicBezTo>
                  <a:lnTo>
                    <a:pt x="201741" y="17341"/>
                  </a:lnTo>
                  <a:lnTo>
                    <a:pt x="199561" y="21731"/>
                  </a:lnTo>
                  <a:lnTo>
                    <a:pt x="201880" y="25286"/>
                  </a:lnTo>
                  <a:lnTo>
                    <a:pt x="195202" y="25286"/>
                  </a:lnTo>
                  <a:lnTo>
                    <a:pt x="192002" y="27745"/>
                  </a:lnTo>
                  <a:lnTo>
                    <a:pt x="192002" y="17867"/>
                  </a:lnTo>
                  <a:cubicBezTo>
                    <a:pt x="192002" y="17867"/>
                    <a:pt x="200396" y="16506"/>
                    <a:pt x="198680" y="10448"/>
                  </a:cubicBezTo>
                  <a:cubicBezTo>
                    <a:pt x="196964" y="4390"/>
                    <a:pt x="190564" y="7156"/>
                    <a:pt x="190564" y="7156"/>
                  </a:cubicBezTo>
                  <a:lnTo>
                    <a:pt x="188245" y="3293"/>
                  </a:lnTo>
                  <a:lnTo>
                    <a:pt x="181289" y="0"/>
                  </a:lnTo>
                  <a:cubicBezTo>
                    <a:pt x="181289" y="0"/>
                    <a:pt x="175213" y="3863"/>
                    <a:pt x="174610" y="11238"/>
                  </a:cubicBezTo>
                  <a:lnTo>
                    <a:pt x="169973" y="15892"/>
                  </a:lnTo>
                  <a:cubicBezTo>
                    <a:pt x="169973" y="15892"/>
                    <a:pt x="160141" y="27964"/>
                    <a:pt x="145346" y="24935"/>
                  </a:cubicBezTo>
                  <a:lnTo>
                    <a:pt x="145346" y="26296"/>
                  </a:lnTo>
                  <a:lnTo>
                    <a:pt x="138946" y="26033"/>
                  </a:lnTo>
                  <a:lnTo>
                    <a:pt x="138946" y="23004"/>
                  </a:lnTo>
                  <a:cubicBezTo>
                    <a:pt x="138946" y="23004"/>
                    <a:pt x="128790" y="26296"/>
                    <a:pt x="128790" y="32047"/>
                  </a:cubicBezTo>
                  <a:lnTo>
                    <a:pt x="131387" y="35910"/>
                  </a:lnTo>
                  <a:lnTo>
                    <a:pt x="136303" y="38939"/>
                  </a:lnTo>
                  <a:lnTo>
                    <a:pt x="130784" y="41398"/>
                  </a:lnTo>
                  <a:lnTo>
                    <a:pt x="130227" y="49080"/>
                  </a:lnTo>
                  <a:lnTo>
                    <a:pt x="127352" y="44427"/>
                  </a:lnTo>
                  <a:lnTo>
                    <a:pt x="129393" y="39774"/>
                  </a:lnTo>
                  <a:cubicBezTo>
                    <a:pt x="129393" y="39774"/>
                    <a:pt x="127955" y="32091"/>
                    <a:pt x="124477" y="34549"/>
                  </a:cubicBezTo>
                  <a:cubicBezTo>
                    <a:pt x="120998" y="37008"/>
                    <a:pt x="115758" y="50441"/>
                    <a:pt x="107085" y="49914"/>
                  </a:cubicBezTo>
                  <a:lnTo>
                    <a:pt x="100407" y="52944"/>
                  </a:lnTo>
                  <a:lnTo>
                    <a:pt x="100407" y="48027"/>
                  </a:lnTo>
                  <a:lnTo>
                    <a:pt x="80696" y="71908"/>
                  </a:lnTo>
                  <a:lnTo>
                    <a:pt x="80696" y="73840"/>
                  </a:lnTo>
                  <a:lnTo>
                    <a:pt x="79259" y="77396"/>
                  </a:lnTo>
                  <a:cubicBezTo>
                    <a:pt x="79259" y="77396"/>
                    <a:pt x="83896" y="92234"/>
                    <a:pt x="65624" y="104263"/>
                  </a:cubicBezTo>
                  <a:cubicBezTo>
                    <a:pt x="47351" y="116291"/>
                    <a:pt x="30563" y="109487"/>
                    <a:pt x="30563" y="109487"/>
                  </a:cubicBezTo>
                  <a:cubicBezTo>
                    <a:pt x="30563" y="109487"/>
                    <a:pt x="28244" y="128978"/>
                    <a:pt x="26481" y="131173"/>
                  </a:cubicBezTo>
                  <a:lnTo>
                    <a:pt x="30841" y="132842"/>
                  </a:lnTo>
                  <a:cubicBezTo>
                    <a:pt x="30841" y="132842"/>
                    <a:pt x="31119" y="138329"/>
                    <a:pt x="38076" y="140524"/>
                  </a:cubicBezTo>
                  <a:cubicBezTo>
                    <a:pt x="45032" y="142719"/>
                    <a:pt x="54586" y="153958"/>
                    <a:pt x="59827" y="157250"/>
                  </a:cubicBezTo>
                  <a:cubicBezTo>
                    <a:pt x="65067" y="160543"/>
                    <a:pt x="67664" y="166864"/>
                    <a:pt x="67664" y="166864"/>
                  </a:cubicBezTo>
                  <a:cubicBezTo>
                    <a:pt x="67664" y="166864"/>
                    <a:pt x="67943" y="177005"/>
                    <a:pt x="71746" y="177312"/>
                  </a:cubicBezTo>
                  <a:lnTo>
                    <a:pt x="69705" y="180034"/>
                  </a:lnTo>
                  <a:lnTo>
                    <a:pt x="76383" y="181702"/>
                  </a:lnTo>
                  <a:lnTo>
                    <a:pt x="81021" y="183897"/>
                  </a:lnTo>
                  <a:lnTo>
                    <a:pt x="86215" y="182800"/>
                  </a:lnTo>
                  <a:lnTo>
                    <a:pt x="89091" y="185522"/>
                  </a:lnTo>
                  <a:lnTo>
                    <a:pt x="93172" y="184161"/>
                  </a:lnTo>
                  <a:lnTo>
                    <a:pt x="99572" y="183063"/>
                  </a:lnTo>
                  <a:lnTo>
                    <a:pt x="102772" y="185522"/>
                  </a:lnTo>
                  <a:lnTo>
                    <a:pt x="98413" y="191580"/>
                  </a:lnTo>
                  <a:lnTo>
                    <a:pt x="98413" y="195707"/>
                  </a:lnTo>
                  <a:lnTo>
                    <a:pt x="104488" y="199833"/>
                  </a:lnTo>
                  <a:lnTo>
                    <a:pt x="108569" y="200931"/>
                  </a:lnTo>
                  <a:lnTo>
                    <a:pt x="110888" y="197638"/>
                  </a:lnTo>
                  <a:lnTo>
                    <a:pt x="114366" y="197111"/>
                  </a:lnTo>
                  <a:lnTo>
                    <a:pt x="117566" y="199570"/>
                  </a:lnTo>
                  <a:lnTo>
                    <a:pt x="123085" y="199043"/>
                  </a:lnTo>
                  <a:lnTo>
                    <a:pt x="125404" y="202335"/>
                  </a:lnTo>
                  <a:lnTo>
                    <a:pt x="124245" y="206989"/>
                  </a:lnTo>
                  <a:lnTo>
                    <a:pt x="118169" y="208657"/>
                  </a:lnTo>
                  <a:lnTo>
                    <a:pt x="111769" y="205101"/>
                  </a:lnTo>
                  <a:lnTo>
                    <a:pt x="106250" y="204574"/>
                  </a:lnTo>
                  <a:lnTo>
                    <a:pt x="97856" y="202379"/>
                  </a:lnTo>
                  <a:lnTo>
                    <a:pt x="98413" y="207603"/>
                  </a:lnTo>
                  <a:lnTo>
                    <a:pt x="104210" y="207340"/>
                  </a:lnTo>
                  <a:lnTo>
                    <a:pt x="111445" y="210633"/>
                  </a:lnTo>
                  <a:lnTo>
                    <a:pt x="111445" y="217218"/>
                  </a:lnTo>
                  <a:lnTo>
                    <a:pt x="108847" y="214496"/>
                  </a:lnTo>
                  <a:lnTo>
                    <a:pt x="106250" y="211467"/>
                  </a:lnTo>
                  <a:cubicBezTo>
                    <a:pt x="106250" y="211467"/>
                    <a:pt x="98737" y="215593"/>
                    <a:pt x="99015" y="222968"/>
                  </a:cubicBezTo>
                  <a:cubicBezTo>
                    <a:pt x="99015" y="222968"/>
                    <a:pt x="91502" y="217481"/>
                    <a:pt x="85983" y="220510"/>
                  </a:cubicBezTo>
                  <a:cubicBezTo>
                    <a:pt x="85983" y="220510"/>
                    <a:pt x="85102" y="216120"/>
                    <a:pt x="78146" y="219676"/>
                  </a:cubicBezTo>
                  <a:cubicBezTo>
                    <a:pt x="78146" y="219676"/>
                    <a:pt x="74946" y="216120"/>
                    <a:pt x="68592" y="219939"/>
                  </a:cubicBezTo>
                  <a:cubicBezTo>
                    <a:pt x="68592" y="219939"/>
                    <a:pt x="70354" y="215813"/>
                    <a:pt x="65717" y="214188"/>
                  </a:cubicBezTo>
                  <a:cubicBezTo>
                    <a:pt x="65717" y="214188"/>
                    <a:pt x="68917" y="211993"/>
                    <a:pt x="68592" y="205935"/>
                  </a:cubicBezTo>
                  <a:cubicBezTo>
                    <a:pt x="68592" y="205935"/>
                    <a:pt x="70633" y="199877"/>
                    <a:pt x="66551" y="199614"/>
                  </a:cubicBezTo>
                  <a:cubicBezTo>
                    <a:pt x="62470" y="199350"/>
                    <a:pt x="54957" y="198253"/>
                    <a:pt x="50598" y="205365"/>
                  </a:cubicBezTo>
                  <a:lnTo>
                    <a:pt x="45682" y="205365"/>
                  </a:lnTo>
                  <a:cubicBezTo>
                    <a:pt x="45682" y="205365"/>
                    <a:pt x="36128" y="207033"/>
                    <a:pt x="36128" y="212213"/>
                  </a:cubicBezTo>
                  <a:cubicBezTo>
                    <a:pt x="36128" y="217393"/>
                    <a:pt x="45125" y="216340"/>
                    <a:pt x="45125" y="216340"/>
                  </a:cubicBezTo>
                  <a:lnTo>
                    <a:pt x="46563" y="219061"/>
                  </a:lnTo>
                  <a:lnTo>
                    <a:pt x="42806" y="218227"/>
                  </a:lnTo>
                  <a:cubicBezTo>
                    <a:pt x="42806" y="218227"/>
                    <a:pt x="36406" y="213003"/>
                    <a:pt x="35293" y="222881"/>
                  </a:cubicBezTo>
                  <a:cubicBezTo>
                    <a:pt x="35293" y="222881"/>
                    <a:pt x="35015" y="216822"/>
                    <a:pt x="32418" y="215462"/>
                  </a:cubicBezTo>
                  <a:cubicBezTo>
                    <a:pt x="29821" y="214101"/>
                    <a:pt x="18505" y="221520"/>
                    <a:pt x="18505" y="221520"/>
                  </a:cubicBezTo>
                  <a:lnTo>
                    <a:pt x="18505" y="225076"/>
                  </a:lnTo>
                  <a:lnTo>
                    <a:pt x="13589" y="225076"/>
                  </a:lnTo>
                  <a:lnTo>
                    <a:pt x="8394" y="230300"/>
                  </a:lnTo>
                  <a:lnTo>
                    <a:pt x="8394" y="232758"/>
                  </a:lnTo>
                  <a:cubicBezTo>
                    <a:pt x="8394" y="232758"/>
                    <a:pt x="4035" y="230300"/>
                    <a:pt x="3200" y="234426"/>
                  </a:cubicBezTo>
                  <a:lnTo>
                    <a:pt x="0" y="234426"/>
                  </a:lnTo>
                  <a:lnTo>
                    <a:pt x="0" y="236358"/>
                  </a:lnTo>
                  <a:lnTo>
                    <a:pt x="4916" y="239387"/>
                  </a:lnTo>
                  <a:cubicBezTo>
                    <a:pt x="4916" y="239387"/>
                    <a:pt x="8116" y="242416"/>
                    <a:pt x="13032" y="243250"/>
                  </a:cubicBezTo>
                  <a:cubicBezTo>
                    <a:pt x="17948" y="244085"/>
                    <a:pt x="26064" y="245972"/>
                    <a:pt x="26064" y="245972"/>
                  </a:cubicBezTo>
                  <a:lnTo>
                    <a:pt x="33021" y="247640"/>
                  </a:lnTo>
                  <a:lnTo>
                    <a:pt x="33299" y="249835"/>
                  </a:lnTo>
                  <a:lnTo>
                    <a:pt x="26899" y="248167"/>
                  </a:lnTo>
                  <a:lnTo>
                    <a:pt x="24023" y="253391"/>
                  </a:lnTo>
                  <a:lnTo>
                    <a:pt x="19386" y="253391"/>
                  </a:lnTo>
                  <a:lnTo>
                    <a:pt x="18829" y="255323"/>
                  </a:lnTo>
                  <a:lnTo>
                    <a:pt x="22586" y="257518"/>
                  </a:lnTo>
                  <a:cubicBezTo>
                    <a:pt x="22586" y="257518"/>
                    <a:pt x="20823" y="270688"/>
                    <a:pt x="35339" y="273980"/>
                  </a:cubicBezTo>
                  <a:cubicBezTo>
                    <a:pt x="49856" y="277273"/>
                    <a:pt x="58806" y="273980"/>
                    <a:pt x="58806" y="273980"/>
                  </a:cubicBezTo>
                  <a:cubicBezTo>
                    <a:pt x="58806" y="273980"/>
                    <a:pt x="70122" y="273717"/>
                    <a:pt x="72720" y="274244"/>
                  </a:cubicBezTo>
                  <a:lnTo>
                    <a:pt x="77914" y="278634"/>
                  </a:lnTo>
                  <a:lnTo>
                    <a:pt x="79352" y="275605"/>
                  </a:lnTo>
                  <a:lnTo>
                    <a:pt x="75595" y="272576"/>
                  </a:lnTo>
                  <a:lnTo>
                    <a:pt x="77914" y="271478"/>
                  </a:lnTo>
                  <a:lnTo>
                    <a:pt x="81670" y="274507"/>
                  </a:lnTo>
                  <a:lnTo>
                    <a:pt x="84870" y="281619"/>
                  </a:lnTo>
                  <a:lnTo>
                    <a:pt x="88627" y="279424"/>
                  </a:lnTo>
                  <a:lnTo>
                    <a:pt x="88627" y="276132"/>
                  </a:lnTo>
                  <a:lnTo>
                    <a:pt x="91224" y="272576"/>
                  </a:lnTo>
                  <a:lnTo>
                    <a:pt x="97624" y="268449"/>
                  </a:lnTo>
                  <a:lnTo>
                    <a:pt x="103421" y="264893"/>
                  </a:lnTo>
                  <a:lnTo>
                    <a:pt x="105184" y="267351"/>
                  </a:lnTo>
                  <a:lnTo>
                    <a:pt x="108940" y="263488"/>
                  </a:lnTo>
                  <a:lnTo>
                    <a:pt x="108940" y="261557"/>
                  </a:lnTo>
                  <a:lnTo>
                    <a:pt x="112140" y="262083"/>
                  </a:lnTo>
                  <a:cubicBezTo>
                    <a:pt x="112140" y="262083"/>
                    <a:pt x="119097" y="270029"/>
                    <a:pt x="108940" y="276088"/>
                  </a:cubicBezTo>
                  <a:lnTo>
                    <a:pt x="105462" y="275253"/>
                  </a:lnTo>
                  <a:lnTo>
                    <a:pt x="105184" y="278546"/>
                  </a:lnTo>
                  <a:lnTo>
                    <a:pt x="110378" y="281575"/>
                  </a:lnTo>
                  <a:lnTo>
                    <a:pt x="112418" y="283770"/>
                  </a:lnTo>
                  <a:cubicBezTo>
                    <a:pt x="112418" y="283770"/>
                    <a:pt x="113856" y="294482"/>
                    <a:pt x="115294" y="296677"/>
                  </a:cubicBezTo>
                  <a:cubicBezTo>
                    <a:pt x="116732" y="298872"/>
                    <a:pt x="113856" y="314237"/>
                    <a:pt x="97300" y="310944"/>
                  </a:cubicBezTo>
                  <a:lnTo>
                    <a:pt x="94981" y="308749"/>
                  </a:lnTo>
                  <a:lnTo>
                    <a:pt x="92384" y="308749"/>
                  </a:lnTo>
                  <a:lnTo>
                    <a:pt x="91502" y="311383"/>
                  </a:lnTo>
                  <a:lnTo>
                    <a:pt x="86865" y="316695"/>
                  </a:lnTo>
                  <a:lnTo>
                    <a:pt x="79352" y="326309"/>
                  </a:lnTo>
                  <a:lnTo>
                    <a:pt x="75270" y="324378"/>
                  </a:lnTo>
                  <a:lnTo>
                    <a:pt x="69473" y="321349"/>
                  </a:lnTo>
                  <a:cubicBezTo>
                    <a:pt x="69473" y="321349"/>
                    <a:pt x="64835" y="312832"/>
                    <a:pt x="55003" y="320514"/>
                  </a:cubicBezTo>
                  <a:lnTo>
                    <a:pt x="55003" y="324904"/>
                  </a:lnTo>
                  <a:cubicBezTo>
                    <a:pt x="55003" y="324904"/>
                    <a:pt x="49206" y="327626"/>
                    <a:pt x="52128" y="332587"/>
                  </a:cubicBezTo>
                  <a:lnTo>
                    <a:pt x="51572" y="337504"/>
                  </a:lnTo>
                  <a:lnTo>
                    <a:pt x="49531" y="339172"/>
                  </a:lnTo>
                  <a:lnTo>
                    <a:pt x="53287" y="340840"/>
                  </a:lnTo>
                  <a:lnTo>
                    <a:pt x="56488" y="343299"/>
                  </a:lnTo>
                  <a:lnTo>
                    <a:pt x="53612" y="346591"/>
                  </a:lnTo>
                  <a:lnTo>
                    <a:pt x="51572" y="342201"/>
                  </a:lnTo>
                  <a:lnTo>
                    <a:pt x="44893" y="342464"/>
                  </a:lnTo>
                  <a:lnTo>
                    <a:pt x="42018" y="346591"/>
                  </a:lnTo>
                  <a:cubicBezTo>
                    <a:pt x="42018" y="346591"/>
                    <a:pt x="36499" y="354844"/>
                    <a:pt x="38261" y="361429"/>
                  </a:cubicBezTo>
                  <a:lnTo>
                    <a:pt x="37705" y="363624"/>
                  </a:lnTo>
                  <a:lnTo>
                    <a:pt x="33948" y="363624"/>
                  </a:lnTo>
                  <a:lnTo>
                    <a:pt x="33067" y="368014"/>
                  </a:lnTo>
                  <a:lnTo>
                    <a:pt x="36545" y="369946"/>
                  </a:lnTo>
                  <a:lnTo>
                    <a:pt x="30145" y="369946"/>
                  </a:lnTo>
                  <a:lnTo>
                    <a:pt x="30702" y="375170"/>
                  </a:lnTo>
                  <a:lnTo>
                    <a:pt x="35339" y="375170"/>
                  </a:lnTo>
                  <a:lnTo>
                    <a:pt x="34458" y="380087"/>
                  </a:lnTo>
                  <a:lnTo>
                    <a:pt x="37937" y="380087"/>
                  </a:lnTo>
                  <a:lnTo>
                    <a:pt x="37937" y="388033"/>
                  </a:lnTo>
                  <a:lnTo>
                    <a:pt x="43131" y="388033"/>
                  </a:lnTo>
                  <a:lnTo>
                    <a:pt x="43409" y="383116"/>
                  </a:lnTo>
                  <a:lnTo>
                    <a:pt x="46887" y="388033"/>
                  </a:lnTo>
                  <a:lnTo>
                    <a:pt x="51247" y="386672"/>
                  </a:lnTo>
                  <a:lnTo>
                    <a:pt x="51247" y="388033"/>
                  </a:lnTo>
                  <a:lnTo>
                    <a:pt x="46609" y="392423"/>
                  </a:lnTo>
                  <a:lnTo>
                    <a:pt x="53844" y="392423"/>
                  </a:lnTo>
                  <a:lnTo>
                    <a:pt x="57044" y="394618"/>
                  </a:lnTo>
                  <a:lnTo>
                    <a:pt x="61682" y="394618"/>
                  </a:lnTo>
                  <a:lnTo>
                    <a:pt x="62841" y="391896"/>
                  </a:lnTo>
                  <a:lnTo>
                    <a:pt x="65160" y="390535"/>
                  </a:lnTo>
                  <a:lnTo>
                    <a:pt x="66041" y="392730"/>
                  </a:lnTo>
                  <a:lnTo>
                    <a:pt x="68917" y="390798"/>
                  </a:lnTo>
                  <a:lnTo>
                    <a:pt x="72673" y="394662"/>
                  </a:lnTo>
                  <a:lnTo>
                    <a:pt x="69798" y="396330"/>
                  </a:lnTo>
                  <a:lnTo>
                    <a:pt x="72998" y="396330"/>
                  </a:lnTo>
                  <a:lnTo>
                    <a:pt x="73276" y="400457"/>
                  </a:lnTo>
                  <a:lnTo>
                    <a:pt x="68917" y="403486"/>
                  </a:lnTo>
                  <a:lnTo>
                    <a:pt x="68917" y="398832"/>
                  </a:lnTo>
                  <a:lnTo>
                    <a:pt x="64557" y="398569"/>
                  </a:lnTo>
                  <a:lnTo>
                    <a:pt x="59038" y="403486"/>
                  </a:lnTo>
                  <a:lnTo>
                    <a:pt x="59919" y="397427"/>
                  </a:lnTo>
                  <a:lnTo>
                    <a:pt x="55003" y="396593"/>
                  </a:lnTo>
                  <a:lnTo>
                    <a:pt x="51803" y="394398"/>
                  </a:lnTo>
                  <a:lnTo>
                    <a:pt x="47722" y="397427"/>
                  </a:lnTo>
                  <a:lnTo>
                    <a:pt x="49485" y="398788"/>
                  </a:lnTo>
                  <a:cubicBezTo>
                    <a:pt x="49485" y="398788"/>
                    <a:pt x="41971" y="403178"/>
                    <a:pt x="43966" y="405637"/>
                  </a:cubicBezTo>
                  <a:cubicBezTo>
                    <a:pt x="45728" y="407788"/>
                    <a:pt x="48603" y="406164"/>
                    <a:pt x="49299" y="405724"/>
                  </a:cubicBezTo>
                  <a:cubicBezTo>
                    <a:pt x="48557" y="406251"/>
                    <a:pt x="45589" y="408622"/>
                    <a:pt x="51757" y="410817"/>
                  </a:cubicBezTo>
                  <a:lnTo>
                    <a:pt x="57554" y="415734"/>
                  </a:lnTo>
                  <a:lnTo>
                    <a:pt x="59595" y="418455"/>
                  </a:lnTo>
                  <a:lnTo>
                    <a:pt x="61914" y="420387"/>
                  </a:lnTo>
                  <a:cubicBezTo>
                    <a:pt x="61914" y="420387"/>
                    <a:pt x="58435" y="425040"/>
                    <a:pt x="68870" y="426138"/>
                  </a:cubicBezTo>
                  <a:cubicBezTo>
                    <a:pt x="79305" y="427235"/>
                    <a:pt x="83062" y="422275"/>
                    <a:pt x="83062" y="422275"/>
                  </a:cubicBezTo>
                  <a:lnTo>
                    <a:pt x="88859" y="420343"/>
                  </a:lnTo>
                  <a:lnTo>
                    <a:pt x="88581" y="416217"/>
                  </a:lnTo>
                  <a:lnTo>
                    <a:pt x="86540" y="412924"/>
                  </a:lnTo>
                  <a:lnTo>
                    <a:pt x="87421" y="410993"/>
                  </a:lnTo>
                  <a:lnTo>
                    <a:pt x="92059" y="401949"/>
                  </a:lnTo>
                  <a:lnTo>
                    <a:pt x="94378" y="402213"/>
                  </a:lnTo>
                  <a:cubicBezTo>
                    <a:pt x="94378" y="402213"/>
                    <a:pt x="90018" y="409632"/>
                    <a:pt x="90018" y="411519"/>
                  </a:cubicBezTo>
                  <a:cubicBezTo>
                    <a:pt x="90018" y="413407"/>
                    <a:pt x="94378" y="418938"/>
                    <a:pt x="94378" y="418938"/>
                  </a:cubicBezTo>
                  <a:lnTo>
                    <a:pt x="100778" y="435401"/>
                  </a:lnTo>
                  <a:cubicBezTo>
                    <a:pt x="100778" y="435401"/>
                    <a:pt x="94378" y="443918"/>
                    <a:pt x="97300" y="446376"/>
                  </a:cubicBezTo>
                  <a:cubicBezTo>
                    <a:pt x="100221" y="448834"/>
                    <a:pt x="101659" y="446376"/>
                    <a:pt x="101659" y="446376"/>
                  </a:cubicBezTo>
                  <a:cubicBezTo>
                    <a:pt x="101659" y="446376"/>
                    <a:pt x="99062" y="452434"/>
                    <a:pt x="100778" y="455419"/>
                  </a:cubicBezTo>
                  <a:lnTo>
                    <a:pt x="99340" y="458712"/>
                  </a:lnTo>
                  <a:lnTo>
                    <a:pt x="95584" y="460380"/>
                  </a:lnTo>
                  <a:lnTo>
                    <a:pt x="95862" y="463102"/>
                  </a:lnTo>
                  <a:lnTo>
                    <a:pt x="106297" y="461170"/>
                  </a:lnTo>
                  <a:lnTo>
                    <a:pt x="108616" y="457044"/>
                  </a:lnTo>
                  <a:lnTo>
                    <a:pt x="112975" y="454585"/>
                  </a:lnTo>
                  <a:lnTo>
                    <a:pt x="123688" y="447737"/>
                  </a:lnTo>
                  <a:lnTo>
                    <a:pt x="123688" y="452127"/>
                  </a:lnTo>
                  <a:lnTo>
                    <a:pt x="127769" y="453488"/>
                  </a:lnTo>
                  <a:lnTo>
                    <a:pt x="128651" y="455946"/>
                  </a:lnTo>
                  <a:lnTo>
                    <a:pt x="130413" y="455946"/>
                  </a:lnTo>
                  <a:lnTo>
                    <a:pt x="135051" y="452083"/>
                  </a:lnTo>
                  <a:lnTo>
                    <a:pt x="135051" y="456210"/>
                  </a:lnTo>
                  <a:lnTo>
                    <a:pt x="140245" y="460863"/>
                  </a:lnTo>
                  <a:lnTo>
                    <a:pt x="143723" y="466614"/>
                  </a:lnTo>
                  <a:lnTo>
                    <a:pt x="147480" y="466614"/>
                  </a:lnTo>
                  <a:lnTo>
                    <a:pt x="146320" y="457834"/>
                  </a:lnTo>
                  <a:lnTo>
                    <a:pt x="148083" y="453444"/>
                  </a:lnTo>
                  <a:lnTo>
                    <a:pt x="150680" y="450722"/>
                  </a:lnTo>
                  <a:lnTo>
                    <a:pt x="152442" y="448790"/>
                  </a:lnTo>
                  <a:lnTo>
                    <a:pt x="156802" y="449054"/>
                  </a:lnTo>
                  <a:lnTo>
                    <a:pt x="151283" y="455639"/>
                  </a:lnTo>
                  <a:lnTo>
                    <a:pt x="154761" y="458931"/>
                  </a:lnTo>
                  <a:lnTo>
                    <a:pt x="157358" y="460600"/>
                  </a:lnTo>
                  <a:lnTo>
                    <a:pt x="165196" y="458931"/>
                  </a:lnTo>
                  <a:lnTo>
                    <a:pt x="170112" y="456210"/>
                  </a:lnTo>
                  <a:lnTo>
                    <a:pt x="175306" y="451820"/>
                  </a:lnTo>
                  <a:lnTo>
                    <a:pt x="175306" y="457878"/>
                  </a:lnTo>
                  <a:cubicBezTo>
                    <a:pt x="175306" y="457878"/>
                    <a:pt x="165752" y="463629"/>
                    <a:pt x="166587" y="469380"/>
                  </a:cubicBezTo>
                  <a:lnTo>
                    <a:pt x="170668" y="472101"/>
                  </a:lnTo>
                  <a:lnTo>
                    <a:pt x="170112" y="474033"/>
                  </a:lnTo>
                  <a:lnTo>
                    <a:pt x="167236" y="474033"/>
                  </a:lnTo>
                  <a:cubicBezTo>
                    <a:pt x="167236" y="474033"/>
                    <a:pt x="164036" y="486940"/>
                    <a:pt x="164918" y="488037"/>
                  </a:cubicBezTo>
                  <a:cubicBezTo>
                    <a:pt x="165799" y="489135"/>
                    <a:pt x="168999" y="491593"/>
                    <a:pt x="168999" y="491593"/>
                  </a:cubicBezTo>
                  <a:lnTo>
                    <a:pt x="167561" y="494051"/>
                  </a:lnTo>
                  <a:cubicBezTo>
                    <a:pt x="167561" y="494051"/>
                    <a:pt x="165520" y="491022"/>
                    <a:pt x="164083" y="491593"/>
                  </a:cubicBezTo>
                  <a:cubicBezTo>
                    <a:pt x="162645" y="492164"/>
                    <a:pt x="158564" y="498441"/>
                    <a:pt x="158564" y="498441"/>
                  </a:cubicBezTo>
                  <a:cubicBezTo>
                    <a:pt x="158564" y="498441"/>
                    <a:pt x="149288" y="503358"/>
                    <a:pt x="149010" y="507748"/>
                  </a:cubicBezTo>
                  <a:lnTo>
                    <a:pt x="149010" y="510777"/>
                  </a:lnTo>
                  <a:lnTo>
                    <a:pt x="145254" y="510777"/>
                  </a:lnTo>
                  <a:cubicBezTo>
                    <a:pt x="145254" y="510777"/>
                    <a:pt x="135097" y="517099"/>
                    <a:pt x="134540" y="517889"/>
                  </a:cubicBezTo>
                  <a:cubicBezTo>
                    <a:pt x="133984" y="518679"/>
                    <a:pt x="130181" y="517055"/>
                    <a:pt x="128743" y="521445"/>
                  </a:cubicBezTo>
                  <a:cubicBezTo>
                    <a:pt x="128743" y="521445"/>
                    <a:pt x="117149" y="526669"/>
                    <a:pt x="121508" y="534615"/>
                  </a:cubicBezTo>
                  <a:lnTo>
                    <a:pt x="124106" y="537644"/>
                  </a:lnTo>
                  <a:lnTo>
                    <a:pt x="121787" y="537644"/>
                  </a:lnTo>
                  <a:cubicBezTo>
                    <a:pt x="121787" y="537644"/>
                    <a:pt x="116268" y="535186"/>
                    <a:pt x="116592" y="537644"/>
                  </a:cubicBezTo>
                  <a:lnTo>
                    <a:pt x="115433" y="540103"/>
                  </a:lnTo>
                  <a:cubicBezTo>
                    <a:pt x="115433" y="540103"/>
                    <a:pt x="112836" y="537074"/>
                    <a:pt x="114274" y="534352"/>
                  </a:cubicBezTo>
                  <a:cubicBezTo>
                    <a:pt x="114274" y="534352"/>
                    <a:pt x="103236" y="532420"/>
                    <a:pt x="98042" y="536810"/>
                  </a:cubicBezTo>
                  <a:cubicBezTo>
                    <a:pt x="92847" y="541200"/>
                    <a:pt x="86725" y="545063"/>
                    <a:pt x="87885" y="550507"/>
                  </a:cubicBezTo>
                  <a:lnTo>
                    <a:pt x="85010" y="550507"/>
                  </a:lnTo>
                  <a:lnTo>
                    <a:pt x="82691" y="553229"/>
                  </a:lnTo>
                  <a:cubicBezTo>
                    <a:pt x="82691" y="553229"/>
                    <a:pt x="77172" y="553492"/>
                    <a:pt x="76893" y="556521"/>
                  </a:cubicBezTo>
                  <a:cubicBezTo>
                    <a:pt x="76615" y="559550"/>
                    <a:pt x="76337" y="561745"/>
                    <a:pt x="76337" y="561745"/>
                  </a:cubicBezTo>
                  <a:cubicBezTo>
                    <a:pt x="76337" y="561745"/>
                    <a:pt x="73137" y="557355"/>
                    <a:pt x="64743" y="560077"/>
                  </a:cubicBezTo>
                  <a:cubicBezTo>
                    <a:pt x="56348" y="562799"/>
                    <a:pt x="54030" y="568023"/>
                    <a:pt x="54030" y="568023"/>
                  </a:cubicBezTo>
                  <a:cubicBezTo>
                    <a:pt x="54030" y="568023"/>
                    <a:pt x="46795" y="572413"/>
                    <a:pt x="51432" y="574871"/>
                  </a:cubicBezTo>
                  <a:cubicBezTo>
                    <a:pt x="56070" y="577330"/>
                    <a:pt x="60986" y="571008"/>
                    <a:pt x="60986" y="571008"/>
                  </a:cubicBezTo>
                  <a:cubicBezTo>
                    <a:pt x="60986" y="571008"/>
                    <a:pt x="69983" y="571842"/>
                    <a:pt x="73462" y="570174"/>
                  </a:cubicBezTo>
                  <a:cubicBezTo>
                    <a:pt x="76940" y="568506"/>
                    <a:pt x="76059" y="563853"/>
                    <a:pt x="76059" y="563853"/>
                  </a:cubicBezTo>
                  <a:lnTo>
                    <a:pt x="80418" y="561921"/>
                  </a:lnTo>
                  <a:lnTo>
                    <a:pt x="78980" y="558892"/>
                  </a:lnTo>
                  <a:lnTo>
                    <a:pt x="81856" y="557531"/>
                  </a:lnTo>
                  <a:cubicBezTo>
                    <a:pt x="81856" y="557531"/>
                    <a:pt x="82134" y="560824"/>
                    <a:pt x="84175" y="561087"/>
                  </a:cubicBezTo>
                  <a:cubicBezTo>
                    <a:pt x="86215" y="561350"/>
                    <a:pt x="87931" y="557224"/>
                    <a:pt x="87931" y="557224"/>
                  </a:cubicBezTo>
                  <a:lnTo>
                    <a:pt x="87050" y="554765"/>
                  </a:lnTo>
                  <a:lnTo>
                    <a:pt x="89369" y="552307"/>
                  </a:lnTo>
                  <a:lnTo>
                    <a:pt x="89926" y="556434"/>
                  </a:lnTo>
                  <a:lnTo>
                    <a:pt x="92801" y="558365"/>
                  </a:lnTo>
                  <a:lnTo>
                    <a:pt x="94563" y="556697"/>
                  </a:lnTo>
                  <a:lnTo>
                    <a:pt x="96604" y="557224"/>
                  </a:lnTo>
                  <a:lnTo>
                    <a:pt x="98923" y="553931"/>
                  </a:lnTo>
                  <a:lnTo>
                    <a:pt x="101520" y="550902"/>
                  </a:lnTo>
                  <a:lnTo>
                    <a:pt x="101798" y="545985"/>
                  </a:lnTo>
                  <a:lnTo>
                    <a:pt x="103839" y="544054"/>
                  </a:lnTo>
                  <a:lnTo>
                    <a:pt x="107039" y="544580"/>
                  </a:lnTo>
                  <a:cubicBezTo>
                    <a:pt x="107039" y="544580"/>
                    <a:pt x="102401" y="547873"/>
                    <a:pt x="103839" y="549234"/>
                  </a:cubicBezTo>
                  <a:cubicBezTo>
                    <a:pt x="105276" y="550595"/>
                    <a:pt x="109358" y="550068"/>
                    <a:pt x="109358" y="550068"/>
                  </a:cubicBezTo>
                  <a:lnTo>
                    <a:pt x="111676" y="550068"/>
                  </a:lnTo>
                  <a:lnTo>
                    <a:pt x="113717" y="546512"/>
                  </a:lnTo>
                  <a:lnTo>
                    <a:pt x="116314" y="548444"/>
                  </a:lnTo>
                  <a:lnTo>
                    <a:pt x="118633" y="547610"/>
                  </a:lnTo>
                  <a:lnTo>
                    <a:pt x="119514" y="544580"/>
                  </a:lnTo>
                  <a:lnTo>
                    <a:pt x="120952" y="546775"/>
                  </a:lnTo>
                  <a:lnTo>
                    <a:pt x="123827" y="544054"/>
                  </a:lnTo>
                  <a:lnTo>
                    <a:pt x="128465" y="541859"/>
                  </a:lnTo>
                  <a:lnTo>
                    <a:pt x="129624" y="538830"/>
                  </a:lnTo>
                  <a:lnTo>
                    <a:pt x="133706" y="538303"/>
                  </a:lnTo>
                  <a:lnTo>
                    <a:pt x="134587" y="543220"/>
                  </a:lnTo>
                  <a:lnTo>
                    <a:pt x="136906" y="542122"/>
                  </a:lnTo>
                  <a:lnTo>
                    <a:pt x="136906" y="536635"/>
                  </a:lnTo>
                  <a:lnTo>
                    <a:pt x="139225" y="538303"/>
                  </a:lnTo>
                  <a:lnTo>
                    <a:pt x="141822" y="537205"/>
                  </a:lnTo>
                  <a:lnTo>
                    <a:pt x="145903" y="537205"/>
                  </a:lnTo>
                  <a:lnTo>
                    <a:pt x="148778" y="533913"/>
                  </a:lnTo>
                  <a:lnTo>
                    <a:pt x="150216" y="531191"/>
                  </a:lnTo>
                  <a:lnTo>
                    <a:pt x="152813" y="532859"/>
                  </a:lnTo>
                  <a:lnTo>
                    <a:pt x="154251" y="530401"/>
                  </a:lnTo>
                  <a:lnTo>
                    <a:pt x="156848" y="528206"/>
                  </a:lnTo>
                  <a:lnTo>
                    <a:pt x="156570" y="525177"/>
                  </a:lnTo>
                  <a:lnTo>
                    <a:pt x="152488" y="524079"/>
                  </a:lnTo>
                  <a:lnTo>
                    <a:pt x="153045" y="521621"/>
                  </a:lnTo>
                  <a:lnTo>
                    <a:pt x="156802" y="521621"/>
                  </a:lnTo>
                  <a:lnTo>
                    <a:pt x="158842" y="518899"/>
                  </a:lnTo>
                  <a:lnTo>
                    <a:pt x="161718" y="516967"/>
                  </a:lnTo>
                  <a:lnTo>
                    <a:pt x="168674" y="516133"/>
                  </a:lnTo>
                  <a:lnTo>
                    <a:pt x="168396" y="514202"/>
                  </a:lnTo>
                  <a:lnTo>
                    <a:pt x="170158" y="511743"/>
                  </a:lnTo>
                  <a:lnTo>
                    <a:pt x="172755" y="512841"/>
                  </a:lnTo>
                  <a:lnTo>
                    <a:pt x="175352" y="511743"/>
                  </a:lnTo>
                  <a:lnTo>
                    <a:pt x="178228" y="507617"/>
                  </a:lnTo>
                  <a:lnTo>
                    <a:pt x="180547" y="506256"/>
                  </a:lnTo>
                  <a:lnTo>
                    <a:pt x="183422" y="505158"/>
                  </a:lnTo>
                  <a:lnTo>
                    <a:pt x="185463" y="502963"/>
                  </a:lnTo>
                  <a:lnTo>
                    <a:pt x="186019" y="497739"/>
                  </a:lnTo>
                  <a:lnTo>
                    <a:pt x="186576" y="495544"/>
                  </a:lnTo>
                  <a:lnTo>
                    <a:pt x="188616" y="493349"/>
                  </a:lnTo>
                  <a:lnTo>
                    <a:pt x="195295" y="491681"/>
                  </a:lnTo>
                  <a:lnTo>
                    <a:pt x="196454" y="489749"/>
                  </a:lnTo>
                  <a:cubicBezTo>
                    <a:pt x="196454" y="489749"/>
                    <a:pt x="197614" y="485623"/>
                    <a:pt x="198495" y="485623"/>
                  </a:cubicBezTo>
                  <a:cubicBezTo>
                    <a:pt x="199376" y="485623"/>
                    <a:pt x="203411" y="486720"/>
                    <a:pt x="203411" y="486720"/>
                  </a:cubicBezTo>
                  <a:lnTo>
                    <a:pt x="204292" y="483998"/>
                  </a:lnTo>
                  <a:lnTo>
                    <a:pt x="208048" y="480706"/>
                  </a:lnTo>
                  <a:lnTo>
                    <a:pt x="206611" y="476579"/>
                  </a:lnTo>
                  <a:lnTo>
                    <a:pt x="209811" y="478247"/>
                  </a:lnTo>
                  <a:lnTo>
                    <a:pt x="214448" y="477413"/>
                  </a:lnTo>
                  <a:lnTo>
                    <a:pt x="218808" y="474955"/>
                  </a:lnTo>
                  <a:lnTo>
                    <a:pt x="220246" y="471926"/>
                  </a:lnTo>
                  <a:lnTo>
                    <a:pt x="221405" y="467272"/>
                  </a:lnTo>
                  <a:lnTo>
                    <a:pt x="223724" y="467009"/>
                  </a:lnTo>
                  <a:lnTo>
                    <a:pt x="223724" y="464814"/>
                  </a:lnTo>
                  <a:lnTo>
                    <a:pt x="226043" y="463717"/>
                  </a:lnTo>
                  <a:lnTo>
                    <a:pt x="226043" y="461258"/>
                  </a:lnTo>
                  <a:lnTo>
                    <a:pt x="229243" y="461258"/>
                  </a:lnTo>
                  <a:cubicBezTo>
                    <a:pt x="229243" y="461258"/>
                    <a:pt x="236199" y="456341"/>
                    <a:pt x="231562" y="450547"/>
                  </a:cubicBezTo>
                  <a:cubicBezTo>
                    <a:pt x="226924" y="444752"/>
                    <a:pt x="219689" y="447517"/>
                    <a:pt x="219689" y="447517"/>
                  </a:cubicBezTo>
                  <a:lnTo>
                    <a:pt x="220246" y="444488"/>
                  </a:lnTo>
                  <a:lnTo>
                    <a:pt x="221683" y="441767"/>
                  </a:lnTo>
                  <a:lnTo>
                    <a:pt x="226321" y="438211"/>
                  </a:lnTo>
                  <a:lnTo>
                    <a:pt x="226878" y="434655"/>
                  </a:lnTo>
                  <a:lnTo>
                    <a:pt x="230356" y="433557"/>
                  </a:lnTo>
                  <a:lnTo>
                    <a:pt x="231515" y="430001"/>
                  </a:lnTo>
                  <a:lnTo>
                    <a:pt x="233556" y="428070"/>
                  </a:lnTo>
                  <a:lnTo>
                    <a:pt x="234112" y="431362"/>
                  </a:lnTo>
                  <a:lnTo>
                    <a:pt x="237869" y="430001"/>
                  </a:lnTo>
                  <a:lnTo>
                    <a:pt x="239631" y="425875"/>
                  </a:lnTo>
                  <a:lnTo>
                    <a:pt x="237034" y="425040"/>
                  </a:lnTo>
                  <a:lnTo>
                    <a:pt x="241115" y="423372"/>
                  </a:lnTo>
                  <a:lnTo>
                    <a:pt x="245753" y="419246"/>
                  </a:lnTo>
                  <a:cubicBezTo>
                    <a:pt x="245753" y="419246"/>
                    <a:pt x="247515" y="415953"/>
                    <a:pt x="242878" y="413758"/>
                  </a:cubicBezTo>
                  <a:cubicBezTo>
                    <a:pt x="242878" y="413758"/>
                    <a:pt x="249834" y="414285"/>
                    <a:pt x="250715" y="409368"/>
                  </a:cubicBezTo>
                  <a:cubicBezTo>
                    <a:pt x="251597" y="404451"/>
                    <a:pt x="253034" y="403310"/>
                    <a:pt x="253034" y="403310"/>
                  </a:cubicBezTo>
                  <a:cubicBezTo>
                    <a:pt x="253034" y="403310"/>
                    <a:pt x="254797" y="399183"/>
                    <a:pt x="258229" y="398657"/>
                  </a:cubicBezTo>
                  <a:lnTo>
                    <a:pt x="258785" y="393433"/>
                  </a:lnTo>
                  <a:cubicBezTo>
                    <a:pt x="258785" y="393433"/>
                    <a:pt x="260223" y="387945"/>
                    <a:pt x="267504" y="388516"/>
                  </a:cubicBezTo>
                  <a:lnTo>
                    <a:pt x="272420" y="383292"/>
                  </a:lnTo>
                  <a:lnTo>
                    <a:pt x="276177" y="381097"/>
                  </a:lnTo>
                  <a:lnTo>
                    <a:pt x="278496" y="377541"/>
                  </a:lnTo>
                  <a:lnTo>
                    <a:pt x="279052" y="380570"/>
                  </a:lnTo>
                  <a:lnTo>
                    <a:pt x="283411" y="381404"/>
                  </a:lnTo>
                  <a:lnTo>
                    <a:pt x="290368" y="377277"/>
                  </a:lnTo>
                  <a:cubicBezTo>
                    <a:pt x="290368" y="377277"/>
                    <a:pt x="286890" y="383028"/>
                    <a:pt x="288606" y="386321"/>
                  </a:cubicBezTo>
                  <a:cubicBezTo>
                    <a:pt x="290322" y="389613"/>
                    <a:pt x="299644" y="391238"/>
                    <a:pt x="299644" y="391238"/>
                  </a:cubicBezTo>
                  <a:lnTo>
                    <a:pt x="300803" y="393696"/>
                  </a:lnTo>
                  <a:lnTo>
                    <a:pt x="290090" y="390974"/>
                  </a:lnTo>
                  <a:lnTo>
                    <a:pt x="285730" y="392335"/>
                  </a:lnTo>
                  <a:cubicBezTo>
                    <a:pt x="285730" y="392335"/>
                    <a:pt x="280814" y="390403"/>
                    <a:pt x="280814" y="388779"/>
                  </a:cubicBezTo>
                  <a:cubicBezTo>
                    <a:pt x="280814" y="387155"/>
                    <a:pt x="270101" y="396198"/>
                    <a:pt x="270101" y="396198"/>
                  </a:cubicBezTo>
                  <a:lnTo>
                    <a:pt x="265742" y="397296"/>
                  </a:lnTo>
                  <a:lnTo>
                    <a:pt x="266623" y="403617"/>
                  </a:lnTo>
                  <a:lnTo>
                    <a:pt x="263748" y="412924"/>
                  </a:lnTo>
                  <a:cubicBezTo>
                    <a:pt x="263748" y="412924"/>
                    <a:pt x="254472" y="424733"/>
                    <a:pt x="258229" y="429387"/>
                  </a:cubicBezTo>
                  <a:cubicBezTo>
                    <a:pt x="261985" y="434040"/>
                    <a:pt x="271261" y="426358"/>
                    <a:pt x="271261" y="426358"/>
                  </a:cubicBezTo>
                  <a:lnTo>
                    <a:pt x="266345" y="433469"/>
                  </a:lnTo>
                  <a:cubicBezTo>
                    <a:pt x="266345" y="433469"/>
                    <a:pt x="261707" y="437025"/>
                    <a:pt x="257950" y="438386"/>
                  </a:cubicBezTo>
                  <a:cubicBezTo>
                    <a:pt x="254194" y="439747"/>
                    <a:pt x="255353" y="444708"/>
                    <a:pt x="259110" y="444971"/>
                  </a:cubicBezTo>
                  <a:cubicBezTo>
                    <a:pt x="262866" y="445235"/>
                    <a:pt x="268942" y="441942"/>
                    <a:pt x="268942" y="441942"/>
                  </a:cubicBezTo>
                  <a:lnTo>
                    <a:pt x="273023" y="440581"/>
                  </a:lnTo>
                  <a:lnTo>
                    <a:pt x="275620" y="436191"/>
                  </a:lnTo>
                  <a:lnTo>
                    <a:pt x="279980" y="436191"/>
                  </a:lnTo>
                  <a:lnTo>
                    <a:pt x="283180" y="432899"/>
                  </a:lnTo>
                  <a:lnTo>
                    <a:pt x="289858" y="429035"/>
                  </a:lnTo>
                  <a:lnTo>
                    <a:pt x="290739" y="421353"/>
                  </a:lnTo>
                  <a:lnTo>
                    <a:pt x="292501" y="426006"/>
                  </a:lnTo>
                  <a:lnTo>
                    <a:pt x="295377" y="423285"/>
                  </a:lnTo>
                  <a:lnTo>
                    <a:pt x="295377" y="418894"/>
                  </a:lnTo>
                  <a:lnTo>
                    <a:pt x="297696" y="418060"/>
                  </a:lnTo>
                  <a:lnTo>
                    <a:pt x="297417" y="420519"/>
                  </a:lnTo>
                  <a:lnTo>
                    <a:pt x="302612" y="421616"/>
                  </a:lnTo>
                  <a:lnTo>
                    <a:pt x="311006" y="421616"/>
                  </a:lnTo>
                  <a:lnTo>
                    <a:pt x="311887" y="417753"/>
                  </a:lnTo>
                  <a:lnTo>
                    <a:pt x="314484" y="416919"/>
                  </a:lnTo>
                  <a:lnTo>
                    <a:pt x="313928" y="420475"/>
                  </a:lnTo>
                  <a:lnTo>
                    <a:pt x="321441" y="419641"/>
                  </a:lnTo>
                  <a:lnTo>
                    <a:pt x="319678" y="416085"/>
                  </a:lnTo>
                  <a:lnTo>
                    <a:pt x="315922" y="413627"/>
                  </a:lnTo>
                  <a:lnTo>
                    <a:pt x="312722" y="413627"/>
                  </a:lnTo>
                  <a:lnTo>
                    <a:pt x="314160" y="410071"/>
                  </a:lnTo>
                  <a:lnTo>
                    <a:pt x="316478" y="411168"/>
                  </a:lnTo>
                  <a:lnTo>
                    <a:pt x="318797" y="409807"/>
                  </a:lnTo>
                  <a:lnTo>
                    <a:pt x="318797" y="402695"/>
                  </a:lnTo>
                  <a:lnTo>
                    <a:pt x="315597" y="404056"/>
                  </a:lnTo>
                  <a:lnTo>
                    <a:pt x="313000" y="406778"/>
                  </a:lnTo>
                  <a:lnTo>
                    <a:pt x="311562" y="405417"/>
                  </a:lnTo>
                  <a:lnTo>
                    <a:pt x="309244" y="404890"/>
                  </a:lnTo>
                  <a:lnTo>
                    <a:pt x="309800" y="403529"/>
                  </a:lnTo>
                  <a:lnTo>
                    <a:pt x="314160" y="402695"/>
                  </a:lnTo>
                  <a:lnTo>
                    <a:pt x="316200" y="399666"/>
                  </a:lnTo>
                  <a:lnTo>
                    <a:pt x="315922" y="396944"/>
                  </a:lnTo>
                  <a:lnTo>
                    <a:pt x="311841" y="399666"/>
                  </a:lnTo>
                  <a:lnTo>
                    <a:pt x="312119" y="396944"/>
                  </a:lnTo>
                  <a:lnTo>
                    <a:pt x="307760" y="399666"/>
                  </a:lnTo>
                  <a:lnTo>
                    <a:pt x="308919" y="395540"/>
                  </a:lnTo>
                  <a:lnTo>
                    <a:pt x="313835" y="393608"/>
                  </a:lnTo>
                  <a:lnTo>
                    <a:pt x="315876" y="390052"/>
                  </a:lnTo>
                  <a:lnTo>
                    <a:pt x="311794" y="388384"/>
                  </a:lnTo>
                  <a:lnTo>
                    <a:pt x="316154" y="387287"/>
                  </a:lnTo>
                  <a:lnTo>
                    <a:pt x="322554" y="380438"/>
                  </a:lnTo>
                  <a:lnTo>
                    <a:pt x="320513" y="387023"/>
                  </a:lnTo>
                  <a:lnTo>
                    <a:pt x="317313" y="393345"/>
                  </a:lnTo>
                  <a:lnTo>
                    <a:pt x="317592" y="396067"/>
                  </a:lnTo>
                  <a:lnTo>
                    <a:pt x="321348" y="393608"/>
                  </a:lnTo>
                  <a:lnTo>
                    <a:pt x="323667" y="392774"/>
                  </a:lnTo>
                  <a:lnTo>
                    <a:pt x="326264" y="387550"/>
                  </a:lnTo>
                  <a:lnTo>
                    <a:pt x="326264" y="393301"/>
                  </a:lnTo>
                  <a:lnTo>
                    <a:pt x="330345" y="391369"/>
                  </a:lnTo>
                  <a:lnTo>
                    <a:pt x="333824" y="387506"/>
                  </a:lnTo>
                  <a:lnTo>
                    <a:pt x="333545" y="391896"/>
                  </a:lnTo>
                  <a:lnTo>
                    <a:pt x="335864" y="391062"/>
                  </a:lnTo>
                  <a:lnTo>
                    <a:pt x="339621" y="386935"/>
                  </a:lnTo>
                  <a:lnTo>
                    <a:pt x="346856" y="386408"/>
                  </a:lnTo>
                  <a:lnTo>
                    <a:pt x="345696" y="388867"/>
                  </a:lnTo>
                  <a:cubicBezTo>
                    <a:pt x="345696" y="388867"/>
                    <a:pt x="340502" y="387769"/>
                    <a:pt x="338183" y="392730"/>
                  </a:cubicBezTo>
                  <a:cubicBezTo>
                    <a:pt x="338183" y="392730"/>
                    <a:pt x="340780" y="397120"/>
                    <a:pt x="345140" y="394091"/>
                  </a:cubicBezTo>
                  <a:lnTo>
                    <a:pt x="338183" y="399008"/>
                  </a:lnTo>
                  <a:lnTo>
                    <a:pt x="339064" y="400369"/>
                  </a:lnTo>
                  <a:lnTo>
                    <a:pt x="346577" y="397647"/>
                  </a:lnTo>
                  <a:lnTo>
                    <a:pt x="345696" y="400105"/>
                  </a:lnTo>
                  <a:lnTo>
                    <a:pt x="350890" y="399842"/>
                  </a:lnTo>
                  <a:lnTo>
                    <a:pt x="355250" y="400939"/>
                  </a:lnTo>
                  <a:lnTo>
                    <a:pt x="352653" y="403134"/>
                  </a:lnTo>
                  <a:lnTo>
                    <a:pt x="347737" y="403398"/>
                  </a:lnTo>
                  <a:lnTo>
                    <a:pt x="345140" y="405329"/>
                  </a:lnTo>
                  <a:lnTo>
                    <a:pt x="339621" y="405856"/>
                  </a:lnTo>
                  <a:lnTo>
                    <a:pt x="338740" y="409149"/>
                  </a:lnTo>
                  <a:lnTo>
                    <a:pt x="340177" y="413012"/>
                  </a:lnTo>
                  <a:lnTo>
                    <a:pt x="344815" y="410817"/>
                  </a:lnTo>
                  <a:lnTo>
                    <a:pt x="349453" y="409719"/>
                  </a:lnTo>
                  <a:lnTo>
                    <a:pt x="348293" y="407261"/>
                  </a:lnTo>
                  <a:lnTo>
                    <a:pt x="352374" y="406164"/>
                  </a:lnTo>
                  <a:lnTo>
                    <a:pt x="357569" y="407261"/>
                  </a:lnTo>
                  <a:lnTo>
                    <a:pt x="358450" y="408622"/>
                  </a:lnTo>
                  <a:lnTo>
                    <a:pt x="362809" y="409149"/>
                  </a:lnTo>
                  <a:lnTo>
                    <a:pt x="364247" y="406690"/>
                  </a:lnTo>
                  <a:lnTo>
                    <a:pt x="366844" y="402564"/>
                  </a:lnTo>
                  <a:lnTo>
                    <a:pt x="368606" y="402564"/>
                  </a:lnTo>
                  <a:lnTo>
                    <a:pt x="374404" y="407788"/>
                  </a:lnTo>
                  <a:lnTo>
                    <a:pt x="367169" y="408315"/>
                  </a:lnTo>
                  <a:lnTo>
                    <a:pt x="367169" y="411036"/>
                  </a:lnTo>
                  <a:cubicBezTo>
                    <a:pt x="367169" y="411036"/>
                    <a:pt x="375007" y="413495"/>
                    <a:pt x="380201" y="417885"/>
                  </a:cubicBezTo>
                  <a:lnTo>
                    <a:pt x="381639" y="419816"/>
                  </a:lnTo>
                  <a:lnTo>
                    <a:pt x="385720" y="420080"/>
                  </a:lnTo>
                  <a:lnTo>
                    <a:pt x="389476" y="419246"/>
                  </a:lnTo>
                  <a:lnTo>
                    <a:pt x="396711" y="417885"/>
                  </a:lnTo>
                  <a:cubicBezTo>
                    <a:pt x="396711" y="417885"/>
                    <a:pt x="410346" y="417621"/>
                    <a:pt x="417859" y="421177"/>
                  </a:cubicBezTo>
                  <a:cubicBezTo>
                    <a:pt x="417859" y="421177"/>
                    <a:pt x="423656" y="421441"/>
                    <a:pt x="421059" y="414592"/>
                  </a:cubicBezTo>
                  <a:lnTo>
                    <a:pt x="423935" y="415119"/>
                  </a:lnTo>
                  <a:cubicBezTo>
                    <a:pt x="423935" y="415119"/>
                    <a:pt x="425697" y="420607"/>
                    <a:pt x="421894" y="422802"/>
                  </a:cubicBezTo>
                  <a:lnTo>
                    <a:pt x="424769" y="424163"/>
                  </a:lnTo>
                  <a:lnTo>
                    <a:pt x="429685" y="427718"/>
                  </a:lnTo>
                  <a:cubicBezTo>
                    <a:pt x="429685" y="427718"/>
                    <a:pt x="444155" y="432943"/>
                    <a:pt x="446799" y="424426"/>
                  </a:cubicBezTo>
                  <a:lnTo>
                    <a:pt x="450277" y="422494"/>
                  </a:lnTo>
                  <a:lnTo>
                    <a:pt x="453152" y="422494"/>
                  </a:lnTo>
                  <a:lnTo>
                    <a:pt x="450277" y="426050"/>
                  </a:lnTo>
                  <a:lnTo>
                    <a:pt x="451715" y="428245"/>
                  </a:lnTo>
                  <a:lnTo>
                    <a:pt x="449117" y="433469"/>
                  </a:lnTo>
                  <a:lnTo>
                    <a:pt x="452596" y="438693"/>
                  </a:lnTo>
                  <a:lnTo>
                    <a:pt x="456677" y="438957"/>
                  </a:lnTo>
                  <a:lnTo>
                    <a:pt x="471147" y="448000"/>
                  </a:lnTo>
                  <a:lnTo>
                    <a:pt x="477222" y="453751"/>
                  </a:lnTo>
                  <a:lnTo>
                    <a:pt x="477222" y="456210"/>
                  </a:lnTo>
                  <a:lnTo>
                    <a:pt x="492295" y="467448"/>
                  </a:lnTo>
                  <a:lnTo>
                    <a:pt x="496051" y="469906"/>
                  </a:lnTo>
                  <a:lnTo>
                    <a:pt x="498648" y="470170"/>
                  </a:lnTo>
                  <a:lnTo>
                    <a:pt x="502405" y="468238"/>
                  </a:lnTo>
                  <a:lnTo>
                    <a:pt x="505605" y="468502"/>
                  </a:lnTo>
                  <a:lnTo>
                    <a:pt x="507043" y="465209"/>
                  </a:lnTo>
                  <a:lnTo>
                    <a:pt x="503564" y="459722"/>
                  </a:lnTo>
                  <a:lnTo>
                    <a:pt x="496330" y="452610"/>
                  </a:lnTo>
                  <a:lnTo>
                    <a:pt x="491970" y="452610"/>
                  </a:lnTo>
                  <a:lnTo>
                    <a:pt x="492248" y="449054"/>
                  </a:lnTo>
                  <a:lnTo>
                    <a:pt x="496608" y="450985"/>
                  </a:lnTo>
                  <a:lnTo>
                    <a:pt x="500086" y="452346"/>
                  </a:lnTo>
                  <a:lnTo>
                    <a:pt x="503564" y="457000"/>
                  </a:lnTo>
                  <a:lnTo>
                    <a:pt x="505327" y="457000"/>
                  </a:lnTo>
                  <a:lnTo>
                    <a:pt x="507089" y="452346"/>
                  </a:lnTo>
                  <a:lnTo>
                    <a:pt x="507970" y="458931"/>
                  </a:lnTo>
                  <a:lnTo>
                    <a:pt x="510567" y="466350"/>
                  </a:lnTo>
                  <a:lnTo>
                    <a:pt x="515762" y="467185"/>
                  </a:lnTo>
                  <a:lnTo>
                    <a:pt x="517199" y="469906"/>
                  </a:lnTo>
                  <a:lnTo>
                    <a:pt x="521837" y="471267"/>
                  </a:lnTo>
                  <a:lnTo>
                    <a:pt x="521280" y="463321"/>
                  </a:lnTo>
                  <a:lnTo>
                    <a:pt x="516921" y="444927"/>
                  </a:lnTo>
                  <a:lnTo>
                    <a:pt x="515159" y="443566"/>
                  </a:lnTo>
                  <a:lnTo>
                    <a:pt x="516921" y="441635"/>
                  </a:lnTo>
                  <a:lnTo>
                    <a:pt x="518962" y="439440"/>
                  </a:lnTo>
                  <a:lnTo>
                    <a:pt x="520724" y="446288"/>
                  </a:lnTo>
                  <a:lnTo>
                    <a:pt x="522162" y="458097"/>
                  </a:lnTo>
                  <a:lnTo>
                    <a:pt x="527078" y="466350"/>
                  </a:lnTo>
                  <a:lnTo>
                    <a:pt x="529953" y="470214"/>
                  </a:lnTo>
                  <a:lnTo>
                    <a:pt x="534869" y="471311"/>
                  </a:lnTo>
                  <a:lnTo>
                    <a:pt x="539785" y="466658"/>
                  </a:lnTo>
                  <a:lnTo>
                    <a:pt x="542104" y="467492"/>
                  </a:lnTo>
                  <a:lnTo>
                    <a:pt x="536910" y="472979"/>
                  </a:lnTo>
                  <a:lnTo>
                    <a:pt x="540991" y="478467"/>
                  </a:lnTo>
                  <a:lnTo>
                    <a:pt x="545350" y="478730"/>
                  </a:lnTo>
                  <a:lnTo>
                    <a:pt x="544469" y="483120"/>
                  </a:lnTo>
                  <a:lnTo>
                    <a:pt x="547345" y="484481"/>
                  </a:lnTo>
                  <a:lnTo>
                    <a:pt x="552539" y="488871"/>
                  </a:lnTo>
                  <a:lnTo>
                    <a:pt x="545304" y="486413"/>
                  </a:lnTo>
                  <a:lnTo>
                    <a:pt x="546742" y="491637"/>
                  </a:lnTo>
                  <a:lnTo>
                    <a:pt x="549060" y="493832"/>
                  </a:lnTo>
                  <a:lnTo>
                    <a:pt x="548782" y="497124"/>
                  </a:lnTo>
                  <a:lnTo>
                    <a:pt x="553142" y="497124"/>
                  </a:lnTo>
                  <a:lnTo>
                    <a:pt x="547623" y="499846"/>
                  </a:lnTo>
                  <a:lnTo>
                    <a:pt x="548179" y="502041"/>
                  </a:lnTo>
                  <a:lnTo>
                    <a:pt x="553698" y="502305"/>
                  </a:lnTo>
                  <a:lnTo>
                    <a:pt x="558336" y="508056"/>
                  </a:lnTo>
                  <a:lnTo>
                    <a:pt x="560655" y="511085"/>
                  </a:lnTo>
                  <a:lnTo>
                    <a:pt x="563252" y="514641"/>
                  </a:lnTo>
                  <a:lnTo>
                    <a:pt x="566127" y="517670"/>
                  </a:lnTo>
                  <a:lnTo>
                    <a:pt x="566127" y="521796"/>
                  </a:lnTo>
                  <a:lnTo>
                    <a:pt x="563252" y="524518"/>
                  </a:lnTo>
                  <a:lnTo>
                    <a:pt x="560377" y="526186"/>
                  </a:lnTo>
                  <a:lnTo>
                    <a:pt x="560377" y="530050"/>
                  </a:lnTo>
                  <a:lnTo>
                    <a:pt x="564458" y="532508"/>
                  </a:lnTo>
                  <a:lnTo>
                    <a:pt x="566498" y="535537"/>
                  </a:lnTo>
                  <a:lnTo>
                    <a:pt x="568817" y="533605"/>
                  </a:lnTo>
                  <a:lnTo>
                    <a:pt x="568539" y="530884"/>
                  </a:lnTo>
                  <a:lnTo>
                    <a:pt x="574614" y="526757"/>
                  </a:lnTo>
                  <a:lnTo>
                    <a:pt x="576655" y="527284"/>
                  </a:lnTo>
                  <a:lnTo>
                    <a:pt x="571136" y="533035"/>
                  </a:lnTo>
                  <a:lnTo>
                    <a:pt x="569374" y="537688"/>
                  </a:lnTo>
                  <a:lnTo>
                    <a:pt x="567611" y="540981"/>
                  </a:lnTo>
                  <a:lnTo>
                    <a:pt x="571090" y="544844"/>
                  </a:lnTo>
                  <a:lnTo>
                    <a:pt x="573409" y="543483"/>
                  </a:lnTo>
                  <a:lnTo>
                    <a:pt x="573409" y="538566"/>
                  </a:lnTo>
                  <a:lnTo>
                    <a:pt x="578325" y="535537"/>
                  </a:lnTo>
                  <a:lnTo>
                    <a:pt x="578881" y="537732"/>
                  </a:lnTo>
                  <a:lnTo>
                    <a:pt x="576284" y="540761"/>
                  </a:lnTo>
                  <a:lnTo>
                    <a:pt x="576840" y="544054"/>
                  </a:lnTo>
                  <a:lnTo>
                    <a:pt x="572481" y="548707"/>
                  </a:lnTo>
                  <a:lnTo>
                    <a:pt x="573919" y="554458"/>
                  </a:lnTo>
                  <a:lnTo>
                    <a:pt x="579716" y="551736"/>
                  </a:lnTo>
                  <a:lnTo>
                    <a:pt x="582313" y="553404"/>
                  </a:lnTo>
                  <a:lnTo>
                    <a:pt x="585791" y="552570"/>
                  </a:lnTo>
                  <a:lnTo>
                    <a:pt x="587832" y="548180"/>
                  </a:lnTo>
                  <a:lnTo>
                    <a:pt x="587275" y="543263"/>
                  </a:lnTo>
                  <a:lnTo>
                    <a:pt x="584400" y="537776"/>
                  </a:lnTo>
                  <a:lnTo>
                    <a:pt x="586719" y="536108"/>
                  </a:lnTo>
                  <a:lnTo>
                    <a:pt x="589919" y="542166"/>
                  </a:lnTo>
                  <a:lnTo>
                    <a:pt x="589362" y="550683"/>
                  </a:lnTo>
                  <a:lnTo>
                    <a:pt x="585606" y="555907"/>
                  </a:lnTo>
                  <a:lnTo>
                    <a:pt x="587043" y="558936"/>
                  </a:lnTo>
                  <a:lnTo>
                    <a:pt x="588481" y="565521"/>
                  </a:lnTo>
                  <a:lnTo>
                    <a:pt x="591357" y="566882"/>
                  </a:lnTo>
                  <a:lnTo>
                    <a:pt x="591867" y="566794"/>
                  </a:lnTo>
                  <a:lnTo>
                    <a:pt x="591867" y="566662"/>
                  </a:lnTo>
                  <a:cubicBezTo>
                    <a:pt x="591867" y="566662"/>
                    <a:pt x="592284" y="563677"/>
                    <a:pt x="592284" y="563677"/>
                  </a:cubicBezTo>
                  <a:close/>
                  <a:moveTo>
                    <a:pt x="72534" y="149348"/>
                  </a:moveTo>
                  <a:lnTo>
                    <a:pt x="61496" y="155670"/>
                  </a:lnTo>
                  <a:lnTo>
                    <a:pt x="59177" y="154309"/>
                  </a:lnTo>
                  <a:lnTo>
                    <a:pt x="72534" y="147724"/>
                  </a:lnTo>
                  <a:lnTo>
                    <a:pt x="72534" y="149392"/>
                  </a:lnTo>
                  <a:close/>
                  <a:moveTo>
                    <a:pt x="80928" y="168269"/>
                  </a:moveTo>
                  <a:lnTo>
                    <a:pt x="78331" y="168269"/>
                  </a:lnTo>
                  <a:lnTo>
                    <a:pt x="83247" y="156767"/>
                  </a:lnTo>
                  <a:lnTo>
                    <a:pt x="83247" y="160894"/>
                  </a:lnTo>
                  <a:lnTo>
                    <a:pt x="87004" y="158831"/>
                  </a:lnTo>
                  <a:lnTo>
                    <a:pt x="80928" y="168313"/>
                  </a:lnTo>
                  <a:close/>
                  <a:moveTo>
                    <a:pt x="114876" y="189692"/>
                  </a:moveTo>
                  <a:lnTo>
                    <a:pt x="109682" y="193248"/>
                  </a:lnTo>
                  <a:lnTo>
                    <a:pt x="109682" y="190219"/>
                  </a:lnTo>
                  <a:lnTo>
                    <a:pt x="103282" y="190219"/>
                  </a:lnTo>
                  <a:lnTo>
                    <a:pt x="105879" y="187190"/>
                  </a:lnTo>
                  <a:lnTo>
                    <a:pt x="111074" y="188551"/>
                  </a:lnTo>
                  <a:lnTo>
                    <a:pt x="114830" y="187190"/>
                  </a:lnTo>
                  <a:lnTo>
                    <a:pt x="114830" y="189648"/>
                  </a:lnTo>
                  <a:close/>
                  <a:moveTo>
                    <a:pt x="116453" y="153475"/>
                  </a:moveTo>
                  <a:lnTo>
                    <a:pt x="114876" y="147724"/>
                  </a:lnTo>
                  <a:lnTo>
                    <a:pt x="118077" y="150753"/>
                  </a:lnTo>
                  <a:lnTo>
                    <a:pt x="116500" y="153475"/>
                  </a:lnTo>
                  <a:close/>
                  <a:moveTo>
                    <a:pt x="13125" y="238246"/>
                  </a:moveTo>
                  <a:lnTo>
                    <a:pt x="11362" y="234382"/>
                  </a:lnTo>
                  <a:lnTo>
                    <a:pt x="14562" y="232451"/>
                  </a:lnTo>
                  <a:lnTo>
                    <a:pt x="13125" y="238202"/>
                  </a:lnTo>
                  <a:close/>
                  <a:moveTo>
                    <a:pt x="30516" y="242899"/>
                  </a:moveTo>
                  <a:lnTo>
                    <a:pt x="30516" y="240968"/>
                  </a:lnTo>
                  <a:lnTo>
                    <a:pt x="36313" y="239607"/>
                  </a:lnTo>
                  <a:lnTo>
                    <a:pt x="37612" y="242899"/>
                  </a:lnTo>
                  <a:lnTo>
                    <a:pt x="30516" y="242899"/>
                  </a:lnTo>
                  <a:close/>
                  <a:moveTo>
                    <a:pt x="38632" y="256640"/>
                  </a:moveTo>
                  <a:lnTo>
                    <a:pt x="33995" y="252777"/>
                  </a:lnTo>
                  <a:lnTo>
                    <a:pt x="37612" y="251416"/>
                  </a:lnTo>
                  <a:lnTo>
                    <a:pt x="41229" y="251416"/>
                  </a:lnTo>
                  <a:lnTo>
                    <a:pt x="38632" y="256640"/>
                  </a:lnTo>
                  <a:close/>
                  <a:moveTo>
                    <a:pt x="48186" y="254050"/>
                  </a:moveTo>
                  <a:lnTo>
                    <a:pt x="45311" y="254050"/>
                  </a:lnTo>
                  <a:lnTo>
                    <a:pt x="45311" y="249528"/>
                  </a:lnTo>
                  <a:lnTo>
                    <a:pt x="48186" y="251811"/>
                  </a:lnTo>
                  <a:lnTo>
                    <a:pt x="48186" y="254094"/>
                  </a:lnTo>
                  <a:close/>
                  <a:moveTo>
                    <a:pt x="62099" y="245094"/>
                  </a:moveTo>
                  <a:lnTo>
                    <a:pt x="54864" y="251767"/>
                  </a:lnTo>
                  <a:lnTo>
                    <a:pt x="54864" y="249484"/>
                  </a:lnTo>
                  <a:lnTo>
                    <a:pt x="62099" y="241231"/>
                  </a:lnTo>
                  <a:lnTo>
                    <a:pt x="62099" y="245094"/>
                  </a:lnTo>
                  <a:close/>
                  <a:moveTo>
                    <a:pt x="80650" y="236621"/>
                  </a:moveTo>
                  <a:lnTo>
                    <a:pt x="75456" y="238290"/>
                  </a:lnTo>
                  <a:lnTo>
                    <a:pt x="78053" y="235392"/>
                  </a:lnTo>
                  <a:lnTo>
                    <a:pt x="80650" y="235392"/>
                  </a:lnTo>
                  <a:lnTo>
                    <a:pt x="80650" y="236621"/>
                  </a:lnTo>
                  <a:close/>
                  <a:moveTo>
                    <a:pt x="73137" y="414417"/>
                  </a:moveTo>
                  <a:lnTo>
                    <a:pt x="69937" y="414417"/>
                  </a:lnTo>
                  <a:lnTo>
                    <a:pt x="66459" y="413056"/>
                  </a:lnTo>
                  <a:lnTo>
                    <a:pt x="66459" y="407832"/>
                  </a:lnTo>
                  <a:lnTo>
                    <a:pt x="73137" y="408754"/>
                  </a:lnTo>
                  <a:lnTo>
                    <a:pt x="73137" y="414417"/>
                  </a:lnTo>
                  <a:close/>
                  <a:moveTo>
                    <a:pt x="69798" y="388077"/>
                  </a:moveTo>
                  <a:lnTo>
                    <a:pt x="65021" y="388077"/>
                  </a:lnTo>
                  <a:lnTo>
                    <a:pt x="67618" y="382853"/>
                  </a:lnTo>
                  <a:lnTo>
                    <a:pt x="73137" y="382853"/>
                  </a:lnTo>
                  <a:lnTo>
                    <a:pt x="69798" y="388077"/>
                  </a:lnTo>
                  <a:close/>
                  <a:moveTo>
                    <a:pt x="82691" y="362834"/>
                  </a:moveTo>
                  <a:lnTo>
                    <a:pt x="77775" y="362834"/>
                  </a:lnTo>
                  <a:lnTo>
                    <a:pt x="73137" y="358444"/>
                  </a:lnTo>
                  <a:lnTo>
                    <a:pt x="66459" y="354581"/>
                  </a:lnTo>
                  <a:lnTo>
                    <a:pt x="65021" y="340884"/>
                  </a:lnTo>
                  <a:lnTo>
                    <a:pt x="58064" y="334826"/>
                  </a:lnTo>
                  <a:lnTo>
                    <a:pt x="60661" y="332894"/>
                  </a:lnTo>
                  <a:lnTo>
                    <a:pt x="66459" y="339479"/>
                  </a:lnTo>
                  <a:lnTo>
                    <a:pt x="69056" y="353176"/>
                  </a:lnTo>
                  <a:lnTo>
                    <a:pt x="73137" y="354274"/>
                  </a:lnTo>
                  <a:lnTo>
                    <a:pt x="79212" y="360859"/>
                  </a:lnTo>
                  <a:lnTo>
                    <a:pt x="82691" y="360859"/>
                  </a:lnTo>
                  <a:lnTo>
                    <a:pt x="82691" y="362790"/>
                  </a:lnTo>
                  <a:close/>
                  <a:moveTo>
                    <a:pt x="89926" y="366127"/>
                  </a:moveTo>
                  <a:lnTo>
                    <a:pt x="85844" y="364458"/>
                  </a:lnTo>
                  <a:lnTo>
                    <a:pt x="89926" y="362790"/>
                  </a:lnTo>
                  <a:lnTo>
                    <a:pt x="89926" y="366083"/>
                  </a:lnTo>
                  <a:close/>
                  <a:moveTo>
                    <a:pt x="98923" y="373546"/>
                  </a:moveTo>
                  <a:lnTo>
                    <a:pt x="94842" y="373546"/>
                  </a:lnTo>
                  <a:lnTo>
                    <a:pt x="94842" y="366127"/>
                  </a:lnTo>
                  <a:lnTo>
                    <a:pt x="93404" y="362263"/>
                  </a:lnTo>
                  <a:lnTo>
                    <a:pt x="94842" y="360903"/>
                  </a:lnTo>
                  <a:lnTo>
                    <a:pt x="98923" y="366653"/>
                  </a:lnTo>
                  <a:lnTo>
                    <a:pt x="98923" y="373502"/>
                  </a:lnTo>
                  <a:close/>
                  <a:moveTo>
                    <a:pt x="108755" y="396023"/>
                  </a:moveTo>
                  <a:lnTo>
                    <a:pt x="108755" y="392993"/>
                  </a:lnTo>
                  <a:lnTo>
                    <a:pt x="115155" y="395452"/>
                  </a:lnTo>
                  <a:lnTo>
                    <a:pt x="121555" y="397910"/>
                  </a:lnTo>
                  <a:lnTo>
                    <a:pt x="108801" y="395979"/>
                  </a:lnTo>
                  <a:close/>
                  <a:moveTo>
                    <a:pt x="154297" y="148251"/>
                  </a:moveTo>
                  <a:lnTo>
                    <a:pt x="156060" y="152904"/>
                  </a:lnTo>
                  <a:lnTo>
                    <a:pt x="158100" y="155933"/>
                  </a:lnTo>
                  <a:lnTo>
                    <a:pt x="151422" y="154001"/>
                  </a:lnTo>
                  <a:lnTo>
                    <a:pt x="154297" y="148251"/>
                  </a:lnTo>
                  <a:close/>
                  <a:moveTo>
                    <a:pt x="153694" y="240704"/>
                  </a:moveTo>
                  <a:lnTo>
                    <a:pt x="153694" y="244567"/>
                  </a:lnTo>
                  <a:lnTo>
                    <a:pt x="151932" y="246762"/>
                  </a:lnTo>
                  <a:lnTo>
                    <a:pt x="147572" y="245094"/>
                  </a:lnTo>
                  <a:lnTo>
                    <a:pt x="153648" y="240704"/>
                  </a:lnTo>
                  <a:close/>
                  <a:moveTo>
                    <a:pt x="155735" y="262961"/>
                  </a:moveTo>
                  <a:lnTo>
                    <a:pt x="155735" y="265683"/>
                  </a:lnTo>
                  <a:lnTo>
                    <a:pt x="146738" y="271742"/>
                  </a:lnTo>
                  <a:lnTo>
                    <a:pt x="146738" y="268712"/>
                  </a:lnTo>
                  <a:lnTo>
                    <a:pt x="155735" y="262961"/>
                  </a:lnTo>
                  <a:close/>
                  <a:moveTo>
                    <a:pt x="142981" y="202994"/>
                  </a:moveTo>
                  <a:lnTo>
                    <a:pt x="147062" y="204574"/>
                  </a:lnTo>
                  <a:lnTo>
                    <a:pt x="142981" y="206155"/>
                  </a:lnTo>
                  <a:lnTo>
                    <a:pt x="142981" y="202994"/>
                  </a:lnTo>
                  <a:close/>
                  <a:moveTo>
                    <a:pt x="128465" y="202994"/>
                  </a:moveTo>
                  <a:lnTo>
                    <a:pt x="131943" y="199833"/>
                  </a:lnTo>
                  <a:lnTo>
                    <a:pt x="133706" y="203389"/>
                  </a:lnTo>
                  <a:lnTo>
                    <a:pt x="133706" y="206111"/>
                  </a:lnTo>
                  <a:lnTo>
                    <a:pt x="128511" y="206111"/>
                  </a:lnTo>
                  <a:lnTo>
                    <a:pt x="128511" y="202950"/>
                  </a:lnTo>
                  <a:close/>
                  <a:moveTo>
                    <a:pt x="130227" y="351859"/>
                  </a:moveTo>
                  <a:lnTo>
                    <a:pt x="128187" y="352957"/>
                  </a:lnTo>
                  <a:lnTo>
                    <a:pt x="125868" y="342245"/>
                  </a:lnTo>
                  <a:lnTo>
                    <a:pt x="125868" y="335923"/>
                  </a:lnTo>
                  <a:lnTo>
                    <a:pt x="128187" y="331533"/>
                  </a:lnTo>
                  <a:lnTo>
                    <a:pt x="130227" y="332894"/>
                  </a:lnTo>
                  <a:lnTo>
                    <a:pt x="128187" y="337284"/>
                  </a:lnTo>
                  <a:lnTo>
                    <a:pt x="128187" y="342201"/>
                  </a:lnTo>
                  <a:lnTo>
                    <a:pt x="130227" y="351815"/>
                  </a:lnTo>
                  <a:close/>
                  <a:moveTo>
                    <a:pt x="143259" y="298345"/>
                  </a:moveTo>
                  <a:lnTo>
                    <a:pt x="143259" y="300277"/>
                  </a:lnTo>
                  <a:lnTo>
                    <a:pt x="139503" y="301945"/>
                  </a:lnTo>
                  <a:lnTo>
                    <a:pt x="139503" y="314281"/>
                  </a:lnTo>
                  <a:lnTo>
                    <a:pt x="133427" y="318144"/>
                  </a:lnTo>
                  <a:lnTo>
                    <a:pt x="133427" y="323368"/>
                  </a:lnTo>
                  <a:lnTo>
                    <a:pt x="128511" y="327495"/>
                  </a:lnTo>
                  <a:lnTo>
                    <a:pt x="127074" y="325826"/>
                  </a:lnTo>
                  <a:lnTo>
                    <a:pt x="130552" y="323368"/>
                  </a:lnTo>
                  <a:lnTo>
                    <a:pt x="130552" y="317310"/>
                  </a:lnTo>
                  <a:lnTo>
                    <a:pt x="136349" y="314017"/>
                  </a:lnTo>
                  <a:lnTo>
                    <a:pt x="138529" y="300013"/>
                  </a:lnTo>
                  <a:lnTo>
                    <a:pt x="140987" y="299486"/>
                  </a:lnTo>
                  <a:lnTo>
                    <a:pt x="142146" y="295623"/>
                  </a:lnTo>
                  <a:lnTo>
                    <a:pt x="149984" y="288775"/>
                  </a:lnTo>
                  <a:lnTo>
                    <a:pt x="149984" y="292901"/>
                  </a:lnTo>
                  <a:lnTo>
                    <a:pt x="143306" y="298389"/>
                  </a:lnTo>
                  <a:close/>
                  <a:moveTo>
                    <a:pt x="145856" y="422626"/>
                  </a:moveTo>
                  <a:lnTo>
                    <a:pt x="150773" y="419597"/>
                  </a:lnTo>
                  <a:lnTo>
                    <a:pt x="155132" y="419597"/>
                  </a:lnTo>
                  <a:lnTo>
                    <a:pt x="156570" y="422626"/>
                  </a:lnTo>
                  <a:lnTo>
                    <a:pt x="145856" y="422626"/>
                  </a:lnTo>
                  <a:close/>
                  <a:moveTo>
                    <a:pt x="158054" y="271742"/>
                  </a:moveTo>
                  <a:lnTo>
                    <a:pt x="155735" y="270073"/>
                  </a:lnTo>
                  <a:lnTo>
                    <a:pt x="163248" y="260459"/>
                  </a:lnTo>
                  <a:lnTo>
                    <a:pt x="164686" y="262918"/>
                  </a:lnTo>
                  <a:lnTo>
                    <a:pt x="158007" y="271698"/>
                  </a:lnTo>
                  <a:close/>
                  <a:moveTo>
                    <a:pt x="261800" y="61021"/>
                  </a:moveTo>
                  <a:lnTo>
                    <a:pt x="263562" y="61021"/>
                  </a:lnTo>
                  <a:lnTo>
                    <a:pt x="263562" y="74718"/>
                  </a:lnTo>
                  <a:lnTo>
                    <a:pt x="261800" y="69494"/>
                  </a:lnTo>
                  <a:lnTo>
                    <a:pt x="259203" y="72216"/>
                  </a:lnTo>
                  <a:lnTo>
                    <a:pt x="261800" y="60977"/>
                  </a:lnTo>
                  <a:close/>
                  <a:moveTo>
                    <a:pt x="247608" y="90390"/>
                  </a:moveTo>
                  <a:lnTo>
                    <a:pt x="247608" y="92585"/>
                  </a:lnTo>
                  <a:lnTo>
                    <a:pt x="226460" y="103824"/>
                  </a:lnTo>
                  <a:lnTo>
                    <a:pt x="226460" y="101102"/>
                  </a:lnTo>
                  <a:lnTo>
                    <a:pt x="247608" y="90390"/>
                  </a:lnTo>
                  <a:close/>
                  <a:moveTo>
                    <a:pt x="240930" y="206989"/>
                  </a:moveTo>
                  <a:lnTo>
                    <a:pt x="238333" y="211642"/>
                  </a:lnTo>
                  <a:lnTo>
                    <a:pt x="238333" y="206989"/>
                  </a:lnTo>
                  <a:lnTo>
                    <a:pt x="240930" y="206989"/>
                  </a:lnTo>
                  <a:close/>
                  <a:moveTo>
                    <a:pt x="221220" y="33013"/>
                  </a:moveTo>
                  <a:lnTo>
                    <a:pt x="226136" y="30818"/>
                  </a:lnTo>
                  <a:lnTo>
                    <a:pt x="229336" y="28623"/>
                  </a:lnTo>
                  <a:lnTo>
                    <a:pt x="231098" y="28623"/>
                  </a:lnTo>
                  <a:lnTo>
                    <a:pt x="235457" y="30818"/>
                  </a:lnTo>
                  <a:lnTo>
                    <a:pt x="240976" y="35340"/>
                  </a:lnTo>
                  <a:lnTo>
                    <a:pt x="239214" y="37930"/>
                  </a:lnTo>
                  <a:lnTo>
                    <a:pt x="236014" y="37930"/>
                  </a:lnTo>
                  <a:lnTo>
                    <a:pt x="232257" y="42056"/>
                  </a:lnTo>
                  <a:lnTo>
                    <a:pt x="229382" y="39598"/>
                  </a:lnTo>
                  <a:cubicBezTo>
                    <a:pt x="229382" y="39598"/>
                    <a:pt x="226507" y="40432"/>
                    <a:pt x="225301" y="39598"/>
                  </a:cubicBezTo>
                  <a:cubicBezTo>
                    <a:pt x="224095" y="38764"/>
                    <a:pt x="221220" y="36305"/>
                    <a:pt x="221220" y="36305"/>
                  </a:cubicBezTo>
                  <a:lnTo>
                    <a:pt x="221220" y="33013"/>
                  </a:lnTo>
                  <a:close/>
                  <a:moveTo>
                    <a:pt x="200674" y="101365"/>
                  </a:moveTo>
                  <a:lnTo>
                    <a:pt x="219782" y="98907"/>
                  </a:lnTo>
                  <a:lnTo>
                    <a:pt x="219782" y="100575"/>
                  </a:lnTo>
                  <a:lnTo>
                    <a:pt x="199190" y="103868"/>
                  </a:lnTo>
                  <a:lnTo>
                    <a:pt x="200628" y="101409"/>
                  </a:lnTo>
                  <a:close/>
                  <a:moveTo>
                    <a:pt x="209347" y="188858"/>
                  </a:moveTo>
                  <a:lnTo>
                    <a:pt x="209347" y="192721"/>
                  </a:lnTo>
                  <a:lnTo>
                    <a:pt x="205869" y="192721"/>
                  </a:lnTo>
                  <a:lnTo>
                    <a:pt x="209347" y="188858"/>
                  </a:lnTo>
                  <a:close/>
                  <a:moveTo>
                    <a:pt x="174286" y="267351"/>
                  </a:moveTo>
                  <a:lnTo>
                    <a:pt x="182402" y="269547"/>
                  </a:lnTo>
                  <a:lnTo>
                    <a:pt x="178924" y="271742"/>
                  </a:lnTo>
                  <a:lnTo>
                    <a:pt x="174286" y="267351"/>
                  </a:lnTo>
                  <a:close/>
                  <a:moveTo>
                    <a:pt x="182958" y="488740"/>
                  </a:moveTo>
                  <a:lnTo>
                    <a:pt x="179202" y="494490"/>
                  </a:lnTo>
                  <a:lnTo>
                    <a:pt x="176605" y="494490"/>
                  </a:lnTo>
                  <a:lnTo>
                    <a:pt x="181521" y="484876"/>
                  </a:lnTo>
                  <a:lnTo>
                    <a:pt x="182958" y="486808"/>
                  </a:lnTo>
                  <a:lnTo>
                    <a:pt x="182958" y="488740"/>
                  </a:lnTo>
                  <a:close/>
                  <a:moveTo>
                    <a:pt x="192512" y="487379"/>
                  </a:moveTo>
                  <a:lnTo>
                    <a:pt x="190193" y="487379"/>
                  </a:lnTo>
                  <a:lnTo>
                    <a:pt x="187596" y="482155"/>
                  </a:lnTo>
                  <a:lnTo>
                    <a:pt x="181521" y="482155"/>
                  </a:lnTo>
                  <a:lnTo>
                    <a:pt x="176605" y="478291"/>
                  </a:lnTo>
                  <a:cubicBezTo>
                    <a:pt x="184999" y="472804"/>
                    <a:pt x="192558" y="481320"/>
                    <a:pt x="192558" y="481320"/>
                  </a:cubicBezTo>
                  <a:lnTo>
                    <a:pt x="192558" y="487379"/>
                  </a:lnTo>
                  <a:close/>
                  <a:moveTo>
                    <a:pt x="197150" y="463541"/>
                  </a:moveTo>
                  <a:lnTo>
                    <a:pt x="192512" y="462180"/>
                  </a:lnTo>
                  <a:lnTo>
                    <a:pt x="184535" y="461083"/>
                  </a:lnTo>
                  <a:lnTo>
                    <a:pt x="184535" y="458361"/>
                  </a:lnTo>
                  <a:lnTo>
                    <a:pt x="193718" y="459458"/>
                  </a:lnTo>
                  <a:lnTo>
                    <a:pt x="198263" y="460951"/>
                  </a:lnTo>
                  <a:lnTo>
                    <a:pt x="202901" y="463541"/>
                  </a:lnTo>
                  <a:lnTo>
                    <a:pt x="197103" y="463541"/>
                  </a:lnTo>
                  <a:close/>
                  <a:moveTo>
                    <a:pt x="199190" y="445410"/>
                  </a:moveTo>
                  <a:lnTo>
                    <a:pt x="202947" y="443215"/>
                  </a:lnTo>
                  <a:lnTo>
                    <a:pt x="207028" y="445410"/>
                  </a:lnTo>
                  <a:lnTo>
                    <a:pt x="199190" y="445410"/>
                  </a:lnTo>
                  <a:close/>
                  <a:moveTo>
                    <a:pt x="221822" y="430616"/>
                  </a:moveTo>
                  <a:lnTo>
                    <a:pt x="218066" y="430616"/>
                  </a:lnTo>
                  <a:lnTo>
                    <a:pt x="215747" y="432811"/>
                  </a:lnTo>
                  <a:lnTo>
                    <a:pt x="215747" y="436103"/>
                  </a:lnTo>
                  <a:lnTo>
                    <a:pt x="202993" y="439659"/>
                  </a:lnTo>
                  <a:lnTo>
                    <a:pt x="196918" y="443215"/>
                  </a:lnTo>
                  <a:lnTo>
                    <a:pt x="193811" y="443215"/>
                  </a:lnTo>
                  <a:cubicBezTo>
                    <a:pt x="193811" y="443215"/>
                    <a:pt x="193440" y="437157"/>
                    <a:pt x="193811" y="436103"/>
                  </a:cubicBezTo>
                  <a:lnTo>
                    <a:pt x="199237" y="432811"/>
                  </a:lnTo>
                  <a:lnTo>
                    <a:pt x="205637" y="433338"/>
                  </a:lnTo>
                  <a:lnTo>
                    <a:pt x="207074" y="429782"/>
                  </a:lnTo>
                  <a:lnTo>
                    <a:pt x="215793" y="427104"/>
                  </a:lnTo>
                  <a:lnTo>
                    <a:pt x="225625" y="427104"/>
                  </a:lnTo>
                  <a:lnTo>
                    <a:pt x="221869" y="430572"/>
                  </a:lnTo>
                  <a:close/>
                  <a:moveTo>
                    <a:pt x="213846" y="420431"/>
                  </a:moveTo>
                  <a:lnTo>
                    <a:pt x="210785" y="418104"/>
                  </a:lnTo>
                  <a:lnTo>
                    <a:pt x="220338" y="408710"/>
                  </a:lnTo>
                  <a:lnTo>
                    <a:pt x="225533" y="408710"/>
                  </a:lnTo>
                  <a:lnTo>
                    <a:pt x="213799" y="420431"/>
                  </a:lnTo>
                  <a:close/>
                  <a:moveTo>
                    <a:pt x="250484" y="255016"/>
                  </a:moveTo>
                  <a:lnTo>
                    <a:pt x="239168" y="252821"/>
                  </a:lnTo>
                  <a:lnTo>
                    <a:pt x="231052" y="255016"/>
                  </a:lnTo>
                  <a:lnTo>
                    <a:pt x="221498" y="260503"/>
                  </a:lnTo>
                  <a:lnTo>
                    <a:pt x="214541" y="260503"/>
                  </a:lnTo>
                  <a:lnTo>
                    <a:pt x="193115" y="269547"/>
                  </a:lnTo>
                  <a:lnTo>
                    <a:pt x="193115" y="267351"/>
                  </a:lnTo>
                  <a:lnTo>
                    <a:pt x="214541" y="258045"/>
                  </a:lnTo>
                  <a:lnTo>
                    <a:pt x="220617" y="258045"/>
                  </a:lnTo>
                  <a:lnTo>
                    <a:pt x="229892" y="252294"/>
                  </a:lnTo>
                  <a:lnTo>
                    <a:pt x="239168" y="250626"/>
                  </a:lnTo>
                  <a:lnTo>
                    <a:pt x="249602" y="252821"/>
                  </a:lnTo>
                  <a:lnTo>
                    <a:pt x="254518" y="250626"/>
                  </a:lnTo>
                  <a:lnTo>
                    <a:pt x="250437" y="255016"/>
                  </a:lnTo>
                  <a:close/>
                  <a:moveTo>
                    <a:pt x="257765" y="101365"/>
                  </a:moveTo>
                  <a:lnTo>
                    <a:pt x="257765" y="110672"/>
                  </a:lnTo>
                  <a:lnTo>
                    <a:pt x="254889" y="110672"/>
                  </a:lnTo>
                  <a:lnTo>
                    <a:pt x="256327" y="99170"/>
                  </a:lnTo>
                  <a:lnTo>
                    <a:pt x="263562" y="94253"/>
                  </a:lnTo>
                  <a:lnTo>
                    <a:pt x="265788" y="95351"/>
                  </a:lnTo>
                  <a:lnTo>
                    <a:pt x="257765" y="101409"/>
                  </a:lnTo>
                  <a:close/>
                  <a:moveTo>
                    <a:pt x="268756" y="88195"/>
                  </a:moveTo>
                  <a:lnTo>
                    <a:pt x="264675" y="84639"/>
                  </a:lnTo>
                  <a:lnTo>
                    <a:pt x="263516" y="90390"/>
                  </a:lnTo>
                  <a:lnTo>
                    <a:pt x="261336" y="85737"/>
                  </a:lnTo>
                  <a:lnTo>
                    <a:pt x="263516" y="81083"/>
                  </a:lnTo>
                  <a:lnTo>
                    <a:pt x="270194" y="84947"/>
                  </a:lnTo>
                  <a:lnTo>
                    <a:pt x="268756" y="88239"/>
                  </a:lnTo>
                  <a:close/>
                  <a:moveTo>
                    <a:pt x="277475" y="419641"/>
                  </a:moveTo>
                  <a:lnTo>
                    <a:pt x="269359" y="413056"/>
                  </a:lnTo>
                  <a:lnTo>
                    <a:pt x="272235" y="411256"/>
                  </a:lnTo>
                  <a:lnTo>
                    <a:pt x="277429" y="415778"/>
                  </a:lnTo>
                  <a:lnTo>
                    <a:pt x="277429" y="419641"/>
                  </a:lnTo>
                  <a:close/>
                  <a:moveTo>
                    <a:pt x="284432" y="410027"/>
                  </a:moveTo>
                  <a:lnTo>
                    <a:pt x="279516" y="408754"/>
                  </a:lnTo>
                  <a:lnTo>
                    <a:pt x="280675" y="406734"/>
                  </a:lnTo>
                  <a:lnTo>
                    <a:pt x="284432" y="407832"/>
                  </a:lnTo>
                  <a:lnTo>
                    <a:pt x="284432" y="410027"/>
                  </a:lnTo>
                  <a:close/>
                  <a:moveTo>
                    <a:pt x="298345" y="225076"/>
                  </a:moveTo>
                  <a:lnTo>
                    <a:pt x="297186" y="222617"/>
                  </a:lnTo>
                  <a:lnTo>
                    <a:pt x="300942" y="220159"/>
                  </a:lnTo>
                  <a:lnTo>
                    <a:pt x="304420" y="220159"/>
                  </a:lnTo>
                  <a:lnTo>
                    <a:pt x="298345" y="225076"/>
                  </a:lnTo>
                  <a:close/>
                  <a:moveTo>
                    <a:pt x="350195" y="58826"/>
                  </a:moveTo>
                  <a:lnTo>
                    <a:pt x="354554" y="58826"/>
                  </a:lnTo>
                  <a:lnTo>
                    <a:pt x="343516" y="66509"/>
                  </a:lnTo>
                  <a:lnTo>
                    <a:pt x="350195" y="58826"/>
                  </a:lnTo>
                  <a:close/>
                  <a:moveTo>
                    <a:pt x="349082" y="126301"/>
                  </a:moveTo>
                  <a:lnTo>
                    <a:pt x="352560" y="130164"/>
                  </a:lnTo>
                  <a:lnTo>
                    <a:pt x="348061" y="130164"/>
                  </a:lnTo>
                  <a:lnTo>
                    <a:pt x="343563" y="127442"/>
                  </a:lnTo>
                  <a:lnTo>
                    <a:pt x="349082" y="126344"/>
                  </a:lnTo>
                  <a:close/>
                  <a:moveTo>
                    <a:pt x="343563" y="151280"/>
                  </a:moveTo>
                  <a:lnTo>
                    <a:pt x="343563" y="153738"/>
                  </a:lnTo>
                  <a:lnTo>
                    <a:pt x="334844" y="146319"/>
                  </a:lnTo>
                  <a:lnTo>
                    <a:pt x="334844" y="143861"/>
                  </a:lnTo>
                  <a:lnTo>
                    <a:pt x="343563" y="151280"/>
                  </a:lnTo>
                  <a:close/>
                  <a:moveTo>
                    <a:pt x="317731" y="98600"/>
                  </a:moveTo>
                  <a:lnTo>
                    <a:pt x="319493" y="98600"/>
                  </a:lnTo>
                  <a:lnTo>
                    <a:pt x="321534" y="101629"/>
                  </a:lnTo>
                  <a:lnTo>
                    <a:pt x="329650" y="101365"/>
                  </a:lnTo>
                  <a:lnTo>
                    <a:pt x="334844" y="107116"/>
                  </a:lnTo>
                  <a:lnTo>
                    <a:pt x="331644" y="109048"/>
                  </a:lnTo>
                  <a:lnTo>
                    <a:pt x="327284" y="103560"/>
                  </a:lnTo>
                  <a:lnTo>
                    <a:pt x="319168" y="103560"/>
                  </a:lnTo>
                  <a:lnTo>
                    <a:pt x="317731" y="98643"/>
                  </a:lnTo>
                  <a:close/>
                  <a:moveTo>
                    <a:pt x="349360" y="217964"/>
                  </a:moveTo>
                  <a:lnTo>
                    <a:pt x="347598" y="223056"/>
                  </a:lnTo>
                  <a:lnTo>
                    <a:pt x="342960" y="227315"/>
                  </a:lnTo>
                  <a:lnTo>
                    <a:pt x="337441" y="231705"/>
                  </a:lnTo>
                  <a:lnTo>
                    <a:pt x="332525" y="231705"/>
                  </a:lnTo>
                  <a:lnTo>
                    <a:pt x="328026" y="229773"/>
                  </a:lnTo>
                  <a:lnTo>
                    <a:pt x="333963" y="229773"/>
                  </a:lnTo>
                  <a:lnTo>
                    <a:pt x="338044" y="227841"/>
                  </a:lnTo>
                  <a:lnTo>
                    <a:pt x="343563" y="225120"/>
                  </a:lnTo>
                  <a:lnTo>
                    <a:pt x="345603" y="221256"/>
                  </a:lnTo>
                  <a:lnTo>
                    <a:pt x="349360" y="214408"/>
                  </a:lnTo>
                  <a:lnTo>
                    <a:pt x="349360" y="217964"/>
                  </a:lnTo>
                  <a:close/>
                  <a:moveTo>
                    <a:pt x="382983" y="232495"/>
                  </a:moveTo>
                  <a:lnTo>
                    <a:pt x="379505" y="232495"/>
                  </a:lnTo>
                  <a:lnTo>
                    <a:pt x="379227" y="225076"/>
                  </a:lnTo>
                  <a:lnTo>
                    <a:pt x="372549" y="218754"/>
                  </a:lnTo>
                  <a:lnTo>
                    <a:pt x="368467" y="210808"/>
                  </a:lnTo>
                  <a:lnTo>
                    <a:pt x="359470" y="202028"/>
                  </a:lnTo>
                  <a:lnTo>
                    <a:pt x="351957" y="201501"/>
                  </a:lnTo>
                  <a:lnTo>
                    <a:pt x="342125" y="204530"/>
                  </a:lnTo>
                  <a:lnTo>
                    <a:pt x="322415" y="212213"/>
                  </a:lnTo>
                  <a:lnTo>
                    <a:pt x="320977" y="210281"/>
                  </a:lnTo>
                  <a:lnTo>
                    <a:pt x="340687" y="202028"/>
                  </a:lnTo>
                  <a:lnTo>
                    <a:pt x="351401" y="198472"/>
                  </a:lnTo>
                  <a:lnTo>
                    <a:pt x="361233" y="200140"/>
                  </a:lnTo>
                  <a:lnTo>
                    <a:pt x="373708" y="213047"/>
                  </a:lnTo>
                  <a:lnTo>
                    <a:pt x="375749" y="217437"/>
                  </a:lnTo>
                  <a:lnTo>
                    <a:pt x="382983" y="225120"/>
                  </a:lnTo>
                  <a:lnTo>
                    <a:pt x="382983" y="232539"/>
                  </a:lnTo>
                  <a:close/>
                  <a:moveTo>
                    <a:pt x="392815" y="76650"/>
                  </a:moveTo>
                  <a:lnTo>
                    <a:pt x="391378" y="71733"/>
                  </a:lnTo>
                  <a:lnTo>
                    <a:pt x="391378" y="69538"/>
                  </a:lnTo>
                  <a:lnTo>
                    <a:pt x="395737" y="73094"/>
                  </a:lnTo>
                  <a:lnTo>
                    <a:pt x="392862" y="76650"/>
                  </a:lnTo>
                  <a:close/>
                  <a:moveTo>
                    <a:pt x="419482" y="390535"/>
                  </a:moveTo>
                  <a:lnTo>
                    <a:pt x="412248" y="388867"/>
                  </a:lnTo>
                  <a:lnTo>
                    <a:pt x="404410" y="388867"/>
                  </a:lnTo>
                  <a:lnTo>
                    <a:pt x="402091" y="383950"/>
                  </a:lnTo>
                  <a:lnTo>
                    <a:pt x="411088" y="385311"/>
                  </a:lnTo>
                  <a:lnTo>
                    <a:pt x="419482" y="387769"/>
                  </a:lnTo>
                  <a:lnTo>
                    <a:pt x="419482" y="390491"/>
                  </a:lnTo>
                  <a:close/>
                  <a:moveTo>
                    <a:pt x="421245" y="87054"/>
                  </a:moveTo>
                  <a:lnTo>
                    <a:pt x="416050" y="83498"/>
                  </a:lnTo>
                  <a:lnTo>
                    <a:pt x="418369" y="80469"/>
                  </a:lnTo>
                  <a:lnTo>
                    <a:pt x="421245" y="83761"/>
                  </a:lnTo>
                  <a:lnTo>
                    <a:pt x="421245" y="8705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EDF96CB6-9910-7455-041F-A07D18628AF1}"/>
                </a:ext>
              </a:extLst>
            </p:cNvPr>
            <p:cNvSpPr>
              <a:spLocks/>
            </p:cNvSpPr>
            <p:nvPr/>
          </p:nvSpPr>
          <p:spPr>
            <a:xfrm>
              <a:off x="2739842" y="2816923"/>
              <a:ext cx="1363108" cy="681127"/>
            </a:xfrm>
            <a:custGeom>
              <a:avLst/>
              <a:gdLst>
                <a:gd name="connsiteX0" fmla="*/ 158250 w 913224"/>
                <a:gd name="connsiteY0" fmla="*/ 325256 h 456326"/>
                <a:gd name="connsiteX1" fmla="*/ 158621 w 913224"/>
                <a:gd name="connsiteY1" fmla="*/ 326046 h 456326"/>
                <a:gd name="connsiteX2" fmla="*/ 158621 w 913224"/>
                <a:gd name="connsiteY2" fmla="*/ 329690 h 456326"/>
                <a:gd name="connsiteX3" fmla="*/ 214783 w 913224"/>
                <a:gd name="connsiteY3" fmla="*/ 349664 h 456326"/>
                <a:gd name="connsiteX4" fmla="*/ 259769 w 913224"/>
                <a:gd name="connsiteY4" fmla="*/ 349664 h 456326"/>
                <a:gd name="connsiteX5" fmla="*/ 259769 w 913224"/>
                <a:gd name="connsiteY5" fmla="*/ 342245 h 456326"/>
                <a:gd name="connsiteX6" fmla="*/ 260929 w 913224"/>
                <a:gd name="connsiteY6" fmla="*/ 341147 h 456326"/>
                <a:gd name="connsiteX7" fmla="*/ 290193 w 913224"/>
                <a:gd name="connsiteY7" fmla="*/ 341147 h 456326"/>
                <a:gd name="connsiteX8" fmla="*/ 291074 w 913224"/>
                <a:gd name="connsiteY8" fmla="*/ 341499 h 456326"/>
                <a:gd name="connsiteX9" fmla="*/ 306286 w 913224"/>
                <a:gd name="connsiteY9" fmla="*/ 357830 h 456326"/>
                <a:gd name="connsiteX10" fmla="*/ 314495 w 913224"/>
                <a:gd name="connsiteY10" fmla="*/ 362132 h 456326"/>
                <a:gd name="connsiteX11" fmla="*/ 315051 w 913224"/>
                <a:gd name="connsiteY11" fmla="*/ 362746 h 456326"/>
                <a:gd name="connsiteX12" fmla="*/ 320987 w 913224"/>
                <a:gd name="connsiteY12" fmla="*/ 378858 h 456326"/>
                <a:gd name="connsiteX13" fmla="*/ 338657 w 913224"/>
                <a:gd name="connsiteY13" fmla="*/ 389569 h 456326"/>
                <a:gd name="connsiteX14" fmla="*/ 344315 w 913224"/>
                <a:gd name="connsiteY14" fmla="*/ 386803 h 456326"/>
                <a:gd name="connsiteX15" fmla="*/ 347376 w 913224"/>
                <a:gd name="connsiteY15" fmla="*/ 377628 h 456326"/>
                <a:gd name="connsiteX16" fmla="*/ 348396 w 913224"/>
                <a:gd name="connsiteY16" fmla="*/ 376882 h 456326"/>
                <a:gd name="connsiteX17" fmla="*/ 352849 w 913224"/>
                <a:gd name="connsiteY17" fmla="*/ 376619 h 456326"/>
                <a:gd name="connsiteX18" fmla="*/ 354564 w 913224"/>
                <a:gd name="connsiteY18" fmla="*/ 374775 h 456326"/>
                <a:gd name="connsiteX19" fmla="*/ 355538 w 913224"/>
                <a:gd name="connsiteY19" fmla="*/ 374424 h 456326"/>
                <a:gd name="connsiteX20" fmla="*/ 364536 w 913224"/>
                <a:gd name="connsiteY20" fmla="*/ 375258 h 456326"/>
                <a:gd name="connsiteX21" fmla="*/ 364953 w 913224"/>
                <a:gd name="connsiteY21" fmla="*/ 375390 h 456326"/>
                <a:gd name="connsiteX22" fmla="*/ 370750 w 913224"/>
                <a:gd name="connsiteY22" fmla="*/ 378111 h 456326"/>
                <a:gd name="connsiteX23" fmla="*/ 371260 w 913224"/>
                <a:gd name="connsiteY23" fmla="*/ 378638 h 456326"/>
                <a:gd name="connsiteX24" fmla="*/ 373394 w 913224"/>
                <a:gd name="connsiteY24" fmla="*/ 382984 h 456326"/>
                <a:gd name="connsiteX25" fmla="*/ 379144 w 913224"/>
                <a:gd name="connsiteY25" fmla="*/ 385838 h 456326"/>
                <a:gd name="connsiteX26" fmla="*/ 379655 w 913224"/>
                <a:gd name="connsiteY26" fmla="*/ 386321 h 456326"/>
                <a:gd name="connsiteX27" fmla="*/ 388002 w 913224"/>
                <a:gd name="connsiteY27" fmla="*/ 402388 h 456326"/>
                <a:gd name="connsiteX28" fmla="*/ 398623 w 913224"/>
                <a:gd name="connsiteY28" fmla="*/ 413231 h 456326"/>
                <a:gd name="connsiteX29" fmla="*/ 398901 w 913224"/>
                <a:gd name="connsiteY29" fmla="*/ 413758 h 456326"/>
                <a:gd name="connsiteX30" fmla="*/ 405765 w 913224"/>
                <a:gd name="connsiteY30" fmla="*/ 432416 h 456326"/>
                <a:gd name="connsiteX31" fmla="*/ 419817 w 913224"/>
                <a:gd name="connsiteY31" fmla="*/ 439176 h 456326"/>
                <a:gd name="connsiteX32" fmla="*/ 428815 w 913224"/>
                <a:gd name="connsiteY32" fmla="*/ 439176 h 456326"/>
                <a:gd name="connsiteX33" fmla="*/ 429928 w 913224"/>
                <a:gd name="connsiteY33" fmla="*/ 439923 h 456326"/>
                <a:gd name="connsiteX34" fmla="*/ 432061 w 913224"/>
                <a:gd name="connsiteY34" fmla="*/ 442644 h 456326"/>
                <a:gd name="connsiteX35" fmla="*/ 433731 w 913224"/>
                <a:gd name="connsiteY35" fmla="*/ 442337 h 456326"/>
                <a:gd name="connsiteX36" fmla="*/ 436374 w 913224"/>
                <a:gd name="connsiteY36" fmla="*/ 441415 h 456326"/>
                <a:gd name="connsiteX37" fmla="*/ 436374 w 913224"/>
                <a:gd name="connsiteY37" fmla="*/ 441327 h 456326"/>
                <a:gd name="connsiteX38" fmla="*/ 431736 w 913224"/>
                <a:gd name="connsiteY38" fmla="*/ 435269 h 456326"/>
                <a:gd name="connsiteX39" fmla="*/ 432015 w 913224"/>
                <a:gd name="connsiteY39" fmla="*/ 428421 h 456326"/>
                <a:gd name="connsiteX40" fmla="*/ 428815 w 913224"/>
                <a:gd name="connsiteY40" fmla="*/ 427323 h 456326"/>
                <a:gd name="connsiteX41" fmla="*/ 429696 w 913224"/>
                <a:gd name="connsiteY41" fmla="*/ 422099 h 456326"/>
                <a:gd name="connsiteX42" fmla="*/ 429974 w 913224"/>
                <a:gd name="connsiteY42" fmla="*/ 418543 h 456326"/>
                <a:gd name="connsiteX43" fmla="*/ 434055 w 913224"/>
                <a:gd name="connsiteY43" fmla="*/ 418543 h 456326"/>
                <a:gd name="connsiteX44" fmla="*/ 434612 w 913224"/>
                <a:gd name="connsiteY44" fmla="*/ 416085 h 456326"/>
                <a:gd name="connsiteX45" fmla="*/ 430855 w 913224"/>
                <a:gd name="connsiteY45" fmla="*/ 411432 h 456326"/>
                <a:gd name="connsiteX46" fmla="*/ 436374 w 913224"/>
                <a:gd name="connsiteY46" fmla="*/ 410905 h 456326"/>
                <a:gd name="connsiteX47" fmla="*/ 437533 w 913224"/>
                <a:gd name="connsiteY47" fmla="*/ 407612 h 456326"/>
                <a:gd name="connsiteX48" fmla="*/ 436096 w 913224"/>
                <a:gd name="connsiteY48" fmla="*/ 404890 h 456326"/>
                <a:gd name="connsiteX49" fmla="*/ 442496 w 913224"/>
                <a:gd name="connsiteY49" fmla="*/ 405724 h 456326"/>
                <a:gd name="connsiteX50" fmla="*/ 441615 w 913224"/>
                <a:gd name="connsiteY50" fmla="*/ 402169 h 456326"/>
                <a:gd name="connsiteX51" fmla="*/ 444490 w 913224"/>
                <a:gd name="connsiteY51" fmla="*/ 402695 h 456326"/>
                <a:gd name="connsiteX52" fmla="*/ 447087 w 913224"/>
                <a:gd name="connsiteY52" fmla="*/ 400500 h 456326"/>
                <a:gd name="connsiteX53" fmla="*/ 444768 w 913224"/>
                <a:gd name="connsiteY53" fmla="*/ 397208 h 456326"/>
                <a:gd name="connsiteX54" fmla="*/ 453487 w 913224"/>
                <a:gd name="connsiteY54" fmla="*/ 396110 h 456326"/>
                <a:gd name="connsiteX55" fmla="*/ 471157 w 913224"/>
                <a:gd name="connsiteY55" fmla="*/ 386233 h 456326"/>
                <a:gd name="connsiteX56" fmla="*/ 469395 w 913224"/>
                <a:gd name="connsiteY56" fmla="*/ 380482 h 456326"/>
                <a:gd name="connsiteX57" fmla="*/ 472270 w 913224"/>
                <a:gd name="connsiteY57" fmla="*/ 379384 h 456326"/>
                <a:gd name="connsiteX58" fmla="*/ 475145 w 913224"/>
                <a:gd name="connsiteY58" fmla="*/ 378550 h 456326"/>
                <a:gd name="connsiteX59" fmla="*/ 475145 w 913224"/>
                <a:gd name="connsiteY59" fmla="*/ 381843 h 456326"/>
                <a:gd name="connsiteX60" fmla="*/ 486183 w 913224"/>
                <a:gd name="connsiteY60" fmla="*/ 378550 h 456326"/>
                <a:gd name="connsiteX61" fmla="*/ 506496 w 913224"/>
                <a:gd name="connsiteY61" fmla="*/ 380482 h 456326"/>
                <a:gd name="connsiteX62" fmla="*/ 517210 w 913224"/>
                <a:gd name="connsiteY62" fmla="*/ 375828 h 456326"/>
                <a:gd name="connsiteX63" fmla="*/ 521569 w 913224"/>
                <a:gd name="connsiteY63" fmla="*/ 378550 h 456326"/>
                <a:gd name="connsiteX64" fmla="*/ 529963 w 913224"/>
                <a:gd name="connsiteY64" fmla="*/ 384301 h 456326"/>
                <a:gd name="connsiteX65" fmla="*/ 533720 w 913224"/>
                <a:gd name="connsiteY65" fmla="*/ 386496 h 456326"/>
                <a:gd name="connsiteX66" fmla="*/ 545314 w 913224"/>
                <a:gd name="connsiteY66" fmla="*/ 385969 h 456326"/>
                <a:gd name="connsiteX67" fmla="*/ 545871 w 913224"/>
                <a:gd name="connsiteY67" fmla="*/ 389262 h 456326"/>
                <a:gd name="connsiteX68" fmla="*/ 549071 w 913224"/>
                <a:gd name="connsiteY68" fmla="*/ 388998 h 456326"/>
                <a:gd name="connsiteX69" fmla="*/ 547308 w 913224"/>
                <a:gd name="connsiteY69" fmla="*/ 381579 h 456326"/>
                <a:gd name="connsiteX70" fmla="*/ 557465 w 913224"/>
                <a:gd name="connsiteY70" fmla="*/ 386803 h 456326"/>
                <a:gd name="connsiteX71" fmla="*/ 558346 w 913224"/>
                <a:gd name="connsiteY71" fmla="*/ 389833 h 456326"/>
                <a:gd name="connsiteX72" fmla="*/ 560387 w 913224"/>
                <a:gd name="connsiteY72" fmla="*/ 386540 h 456326"/>
                <a:gd name="connsiteX73" fmla="*/ 564468 w 913224"/>
                <a:gd name="connsiteY73" fmla="*/ 385706 h 456326"/>
                <a:gd name="connsiteX74" fmla="*/ 557511 w 913224"/>
                <a:gd name="connsiteY74" fmla="*/ 383511 h 456326"/>
                <a:gd name="connsiteX75" fmla="*/ 552874 w 913224"/>
                <a:gd name="connsiteY75" fmla="*/ 380218 h 456326"/>
                <a:gd name="connsiteX76" fmla="*/ 556630 w 913224"/>
                <a:gd name="connsiteY76" fmla="*/ 377760 h 456326"/>
                <a:gd name="connsiteX77" fmla="*/ 558068 w 913224"/>
                <a:gd name="connsiteY77" fmla="*/ 372536 h 456326"/>
                <a:gd name="connsiteX78" fmla="*/ 554590 w 913224"/>
                <a:gd name="connsiteY78" fmla="*/ 375828 h 456326"/>
                <a:gd name="connsiteX79" fmla="*/ 552271 w 913224"/>
                <a:gd name="connsiteY79" fmla="*/ 371702 h 456326"/>
                <a:gd name="connsiteX80" fmla="*/ 550230 w 913224"/>
                <a:gd name="connsiteY80" fmla="*/ 372229 h 456326"/>
                <a:gd name="connsiteX81" fmla="*/ 546474 w 913224"/>
                <a:gd name="connsiteY81" fmla="*/ 371965 h 456326"/>
                <a:gd name="connsiteX82" fmla="*/ 541836 w 913224"/>
                <a:gd name="connsiteY82" fmla="*/ 368409 h 456326"/>
                <a:gd name="connsiteX83" fmla="*/ 548793 w 913224"/>
                <a:gd name="connsiteY83" fmla="*/ 368409 h 456326"/>
                <a:gd name="connsiteX84" fmla="*/ 555749 w 913224"/>
                <a:gd name="connsiteY84" fmla="*/ 371965 h 456326"/>
                <a:gd name="connsiteX85" fmla="*/ 560943 w 913224"/>
                <a:gd name="connsiteY85" fmla="*/ 369770 h 456326"/>
                <a:gd name="connsiteX86" fmla="*/ 566462 w 913224"/>
                <a:gd name="connsiteY86" fmla="*/ 367312 h 456326"/>
                <a:gd name="connsiteX87" fmla="*/ 577500 w 913224"/>
                <a:gd name="connsiteY87" fmla="*/ 368146 h 456326"/>
                <a:gd name="connsiteX88" fmla="*/ 581257 w 913224"/>
                <a:gd name="connsiteY88" fmla="*/ 361824 h 456326"/>
                <a:gd name="connsiteX89" fmla="*/ 582138 w 913224"/>
                <a:gd name="connsiteY89" fmla="*/ 364546 h 456326"/>
                <a:gd name="connsiteX90" fmla="*/ 584178 w 913224"/>
                <a:gd name="connsiteY90" fmla="*/ 369463 h 456326"/>
                <a:gd name="connsiteX91" fmla="*/ 590578 w 913224"/>
                <a:gd name="connsiteY91" fmla="*/ 367005 h 456326"/>
                <a:gd name="connsiteX92" fmla="*/ 595216 w 913224"/>
                <a:gd name="connsiteY92" fmla="*/ 365644 h 456326"/>
                <a:gd name="connsiteX93" fmla="*/ 598416 w 913224"/>
                <a:gd name="connsiteY93" fmla="*/ 367312 h 456326"/>
                <a:gd name="connsiteX94" fmla="*/ 603610 w 913224"/>
                <a:gd name="connsiteY94" fmla="*/ 367312 h 456326"/>
                <a:gd name="connsiteX95" fmla="*/ 604770 w 913224"/>
                <a:gd name="connsiteY95" fmla="*/ 365951 h 456326"/>
                <a:gd name="connsiteX96" fmla="*/ 621558 w 913224"/>
                <a:gd name="connsiteY96" fmla="*/ 373370 h 456326"/>
                <a:gd name="connsiteX97" fmla="*/ 625918 w 913224"/>
                <a:gd name="connsiteY97" fmla="*/ 379692 h 456326"/>
                <a:gd name="connsiteX98" fmla="*/ 628515 w 913224"/>
                <a:gd name="connsiteY98" fmla="*/ 378023 h 456326"/>
                <a:gd name="connsiteX99" fmla="*/ 635750 w 913224"/>
                <a:gd name="connsiteY99" fmla="*/ 375828 h 456326"/>
                <a:gd name="connsiteX100" fmla="*/ 645025 w 913224"/>
                <a:gd name="connsiteY100" fmla="*/ 371965 h 456326"/>
                <a:gd name="connsiteX101" fmla="*/ 654857 w 913224"/>
                <a:gd name="connsiteY101" fmla="*/ 382940 h 456326"/>
                <a:gd name="connsiteX102" fmla="*/ 665292 w 913224"/>
                <a:gd name="connsiteY102" fmla="*/ 392247 h 456326"/>
                <a:gd name="connsiteX103" fmla="*/ 663252 w 913224"/>
                <a:gd name="connsiteY103" fmla="*/ 407349 h 456326"/>
                <a:gd name="connsiteX104" fmla="*/ 672527 w 913224"/>
                <a:gd name="connsiteY104" fmla="*/ 428465 h 456326"/>
                <a:gd name="connsiteX105" fmla="*/ 674289 w 913224"/>
                <a:gd name="connsiteY105" fmla="*/ 426006 h 456326"/>
                <a:gd name="connsiteX106" fmla="*/ 676886 w 913224"/>
                <a:gd name="connsiteY106" fmla="*/ 433952 h 456326"/>
                <a:gd name="connsiteX107" fmla="*/ 678649 w 913224"/>
                <a:gd name="connsiteY107" fmla="*/ 440801 h 456326"/>
                <a:gd name="connsiteX108" fmla="*/ 688805 w 913224"/>
                <a:gd name="connsiteY108" fmla="*/ 449581 h 456326"/>
                <a:gd name="connsiteX109" fmla="*/ 695206 w 913224"/>
                <a:gd name="connsiteY109" fmla="*/ 455639 h 456326"/>
                <a:gd name="connsiteX110" fmla="*/ 703043 w 913224"/>
                <a:gd name="connsiteY110" fmla="*/ 447122 h 456326"/>
                <a:gd name="connsiteX111" fmla="*/ 702765 w 913224"/>
                <a:gd name="connsiteY111" fmla="*/ 412836 h 456326"/>
                <a:gd name="connsiteX112" fmla="*/ 698127 w 913224"/>
                <a:gd name="connsiteY112" fmla="*/ 407349 h 456326"/>
                <a:gd name="connsiteX113" fmla="*/ 697571 w 913224"/>
                <a:gd name="connsiteY113" fmla="*/ 402695 h 456326"/>
                <a:gd name="connsiteX114" fmla="*/ 697849 w 913224"/>
                <a:gd name="connsiteY114" fmla="*/ 397208 h 456326"/>
                <a:gd name="connsiteX115" fmla="*/ 685095 w 913224"/>
                <a:gd name="connsiteY115" fmla="*/ 365951 h 456326"/>
                <a:gd name="connsiteX116" fmla="*/ 685976 w 913224"/>
                <a:gd name="connsiteY116" fmla="*/ 352518 h 456326"/>
                <a:gd name="connsiteX117" fmla="*/ 689176 w 913224"/>
                <a:gd name="connsiteY117" fmla="*/ 350586 h 456326"/>
                <a:gd name="connsiteX118" fmla="*/ 690939 w 913224"/>
                <a:gd name="connsiteY118" fmla="*/ 349488 h 456326"/>
                <a:gd name="connsiteX119" fmla="*/ 689501 w 913224"/>
                <a:gd name="connsiteY119" fmla="*/ 344572 h 456326"/>
                <a:gd name="connsiteX120" fmla="*/ 690382 w 913224"/>
                <a:gd name="connsiteY120" fmla="*/ 342113 h 456326"/>
                <a:gd name="connsiteX121" fmla="*/ 693861 w 913224"/>
                <a:gd name="connsiteY121" fmla="*/ 338821 h 456326"/>
                <a:gd name="connsiteX122" fmla="*/ 695298 w 913224"/>
                <a:gd name="connsiteY122" fmla="*/ 331709 h 456326"/>
                <a:gd name="connsiteX123" fmla="*/ 697617 w 913224"/>
                <a:gd name="connsiteY123" fmla="*/ 332543 h 456326"/>
                <a:gd name="connsiteX124" fmla="*/ 699936 w 913224"/>
                <a:gd name="connsiteY124" fmla="*/ 329514 h 456326"/>
                <a:gd name="connsiteX125" fmla="*/ 703693 w 913224"/>
                <a:gd name="connsiteY125" fmla="*/ 329777 h 456326"/>
                <a:gd name="connsiteX126" fmla="*/ 706893 w 913224"/>
                <a:gd name="connsiteY126" fmla="*/ 327319 h 456326"/>
                <a:gd name="connsiteX127" fmla="*/ 710649 w 913224"/>
                <a:gd name="connsiteY127" fmla="*/ 326221 h 456326"/>
                <a:gd name="connsiteX128" fmla="*/ 713849 w 913224"/>
                <a:gd name="connsiteY128" fmla="*/ 322358 h 456326"/>
                <a:gd name="connsiteX129" fmla="*/ 730359 w 913224"/>
                <a:gd name="connsiteY129" fmla="*/ 305325 h 456326"/>
                <a:gd name="connsiteX130" fmla="*/ 739635 w 913224"/>
                <a:gd name="connsiteY130" fmla="*/ 303964 h 456326"/>
                <a:gd name="connsiteX131" fmla="*/ 753270 w 913224"/>
                <a:gd name="connsiteY131" fmla="*/ 290794 h 456326"/>
                <a:gd name="connsiteX132" fmla="*/ 761989 w 913224"/>
                <a:gd name="connsiteY132" fmla="*/ 288599 h 456326"/>
                <a:gd name="connsiteX133" fmla="*/ 766070 w 913224"/>
                <a:gd name="connsiteY133" fmla="*/ 285307 h 456326"/>
                <a:gd name="connsiteX134" fmla="*/ 760551 w 913224"/>
                <a:gd name="connsiteY134" fmla="*/ 283638 h 456326"/>
                <a:gd name="connsiteX135" fmla="*/ 762313 w 913224"/>
                <a:gd name="connsiteY135" fmla="*/ 278985 h 456326"/>
                <a:gd name="connsiteX136" fmla="*/ 759716 w 913224"/>
                <a:gd name="connsiteY136" fmla="*/ 278151 h 456326"/>
                <a:gd name="connsiteX137" fmla="*/ 762035 w 913224"/>
                <a:gd name="connsiteY137" fmla="*/ 275956 h 456326"/>
                <a:gd name="connsiteX138" fmla="*/ 768435 w 913224"/>
                <a:gd name="connsiteY138" fmla="*/ 278985 h 456326"/>
                <a:gd name="connsiteX139" fmla="*/ 773630 w 913224"/>
                <a:gd name="connsiteY139" fmla="*/ 273761 h 456326"/>
                <a:gd name="connsiteX140" fmla="*/ 776829 w 913224"/>
                <a:gd name="connsiteY140" fmla="*/ 269107 h 456326"/>
                <a:gd name="connsiteX141" fmla="*/ 769595 w 913224"/>
                <a:gd name="connsiteY141" fmla="*/ 269371 h 456326"/>
                <a:gd name="connsiteX142" fmla="*/ 769595 w 913224"/>
                <a:gd name="connsiteY142" fmla="*/ 267176 h 456326"/>
                <a:gd name="connsiteX143" fmla="*/ 766395 w 913224"/>
                <a:gd name="connsiteY143" fmla="*/ 267176 h 456326"/>
                <a:gd name="connsiteX144" fmla="*/ 760876 w 913224"/>
                <a:gd name="connsiteY144" fmla="*/ 267439 h 456326"/>
                <a:gd name="connsiteX145" fmla="*/ 758835 w 913224"/>
                <a:gd name="connsiteY145" fmla="*/ 263883 h 456326"/>
                <a:gd name="connsiteX146" fmla="*/ 764632 w 913224"/>
                <a:gd name="connsiteY146" fmla="*/ 265244 h 456326"/>
                <a:gd name="connsiteX147" fmla="*/ 768713 w 913224"/>
                <a:gd name="connsiteY147" fmla="*/ 263576 h 456326"/>
                <a:gd name="connsiteX148" fmla="*/ 768713 w 913224"/>
                <a:gd name="connsiteY148" fmla="*/ 261118 h 456326"/>
                <a:gd name="connsiteX149" fmla="*/ 770754 w 913224"/>
                <a:gd name="connsiteY149" fmla="*/ 262479 h 456326"/>
                <a:gd name="connsiteX150" fmla="*/ 774232 w 913224"/>
                <a:gd name="connsiteY150" fmla="*/ 262479 h 456326"/>
                <a:gd name="connsiteX151" fmla="*/ 769873 w 913224"/>
                <a:gd name="connsiteY151" fmla="*/ 256991 h 456326"/>
                <a:gd name="connsiteX152" fmla="*/ 771311 w 913224"/>
                <a:gd name="connsiteY152" fmla="*/ 254269 h 456326"/>
                <a:gd name="connsiteX153" fmla="*/ 770754 w 913224"/>
                <a:gd name="connsiteY153" fmla="*/ 249045 h 456326"/>
                <a:gd name="connsiteX154" fmla="*/ 768435 w 913224"/>
                <a:gd name="connsiteY154" fmla="*/ 248211 h 456326"/>
                <a:gd name="connsiteX155" fmla="*/ 764725 w 913224"/>
                <a:gd name="connsiteY155" fmla="*/ 248387 h 456326"/>
                <a:gd name="connsiteX156" fmla="*/ 762081 w 913224"/>
                <a:gd name="connsiteY156" fmla="*/ 248518 h 456326"/>
                <a:gd name="connsiteX157" fmla="*/ 759763 w 913224"/>
                <a:gd name="connsiteY157" fmla="*/ 244962 h 456326"/>
                <a:gd name="connsiteX158" fmla="*/ 764679 w 913224"/>
                <a:gd name="connsiteY158" fmla="*/ 245489 h 456326"/>
                <a:gd name="connsiteX159" fmla="*/ 764122 w 913224"/>
                <a:gd name="connsiteY159" fmla="*/ 241626 h 456326"/>
                <a:gd name="connsiteX160" fmla="*/ 766163 w 913224"/>
                <a:gd name="connsiteY160" fmla="*/ 241099 h 456326"/>
                <a:gd name="connsiteX161" fmla="*/ 760366 w 913224"/>
                <a:gd name="connsiteY161" fmla="*/ 231485 h 456326"/>
                <a:gd name="connsiteX162" fmla="*/ 766163 w 913224"/>
                <a:gd name="connsiteY162" fmla="*/ 236973 h 456326"/>
                <a:gd name="connsiteX163" fmla="*/ 767322 w 913224"/>
                <a:gd name="connsiteY163" fmla="*/ 233417 h 456326"/>
                <a:gd name="connsiteX164" fmla="*/ 765884 w 913224"/>
                <a:gd name="connsiteY164" fmla="*/ 229554 h 456326"/>
                <a:gd name="connsiteX165" fmla="*/ 760968 w 913224"/>
                <a:gd name="connsiteY165" fmla="*/ 227622 h 456326"/>
                <a:gd name="connsiteX166" fmla="*/ 754568 w 913224"/>
                <a:gd name="connsiteY166" fmla="*/ 223495 h 456326"/>
                <a:gd name="connsiteX167" fmla="*/ 749931 w 913224"/>
                <a:gd name="connsiteY167" fmla="*/ 222398 h 456326"/>
                <a:gd name="connsiteX168" fmla="*/ 751090 w 913224"/>
                <a:gd name="connsiteY168" fmla="*/ 218535 h 456326"/>
                <a:gd name="connsiteX169" fmla="*/ 755728 w 913224"/>
                <a:gd name="connsiteY169" fmla="*/ 213881 h 456326"/>
                <a:gd name="connsiteX170" fmla="*/ 754847 w 913224"/>
                <a:gd name="connsiteY170" fmla="*/ 220993 h 456326"/>
                <a:gd name="connsiteX171" fmla="*/ 760922 w 913224"/>
                <a:gd name="connsiteY171" fmla="*/ 223451 h 456326"/>
                <a:gd name="connsiteX172" fmla="*/ 764679 w 913224"/>
                <a:gd name="connsiteY172" fmla="*/ 225910 h 456326"/>
                <a:gd name="connsiteX173" fmla="*/ 764957 w 913224"/>
                <a:gd name="connsiteY173" fmla="*/ 219852 h 456326"/>
                <a:gd name="connsiteX174" fmla="*/ 762638 w 913224"/>
                <a:gd name="connsiteY174" fmla="*/ 218183 h 456326"/>
                <a:gd name="connsiteX175" fmla="*/ 763519 w 913224"/>
                <a:gd name="connsiteY175" fmla="*/ 210501 h 456326"/>
                <a:gd name="connsiteX176" fmla="*/ 764957 w 913224"/>
                <a:gd name="connsiteY176" fmla="*/ 205277 h 456326"/>
                <a:gd name="connsiteX177" fmla="*/ 767276 w 913224"/>
                <a:gd name="connsiteY177" fmla="*/ 201984 h 456326"/>
                <a:gd name="connsiteX178" fmla="*/ 771913 w 913224"/>
                <a:gd name="connsiteY178" fmla="*/ 199262 h 456326"/>
                <a:gd name="connsiteX179" fmla="*/ 767832 w 913224"/>
                <a:gd name="connsiteY179" fmla="*/ 205013 h 456326"/>
                <a:gd name="connsiteX180" fmla="*/ 768992 w 913224"/>
                <a:gd name="connsiteY180" fmla="*/ 210237 h 456326"/>
                <a:gd name="connsiteX181" fmla="*/ 767554 w 913224"/>
                <a:gd name="connsiteY181" fmla="*/ 214101 h 456326"/>
                <a:gd name="connsiteX182" fmla="*/ 769316 w 913224"/>
                <a:gd name="connsiteY182" fmla="*/ 217657 h 456326"/>
                <a:gd name="connsiteX183" fmla="*/ 766997 w 913224"/>
                <a:gd name="connsiteY183" fmla="*/ 218754 h 456326"/>
                <a:gd name="connsiteX184" fmla="*/ 766997 w 913224"/>
                <a:gd name="connsiteY184" fmla="*/ 222047 h 456326"/>
                <a:gd name="connsiteX185" fmla="*/ 772516 w 913224"/>
                <a:gd name="connsiteY185" fmla="*/ 224242 h 456326"/>
                <a:gd name="connsiteX186" fmla="*/ 772516 w 913224"/>
                <a:gd name="connsiteY186" fmla="*/ 228632 h 456326"/>
                <a:gd name="connsiteX187" fmla="*/ 776273 w 913224"/>
                <a:gd name="connsiteY187" fmla="*/ 229992 h 456326"/>
                <a:gd name="connsiteX188" fmla="*/ 769873 w 913224"/>
                <a:gd name="connsiteY188" fmla="*/ 242065 h 456326"/>
                <a:gd name="connsiteX189" fmla="*/ 771913 w 913224"/>
                <a:gd name="connsiteY189" fmla="*/ 243997 h 456326"/>
                <a:gd name="connsiteX190" fmla="*/ 778870 w 913224"/>
                <a:gd name="connsiteY190" fmla="*/ 231924 h 456326"/>
                <a:gd name="connsiteX191" fmla="*/ 782951 w 913224"/>
                <a:gd name="connsiteY191" fmla="*/ 224242 h 456326"/>
                <a:gd name="connsiteX192" fmla="*/ 787589 w 913224"/>
                <a:gd name="connsiteY192" fmla="*/ 220949 h 456326"/>
                <a:gd name="connsiteX193" fmla="*/ 786430 w 913224"/>
                <a:gd name="connsiteY193" fmla="*/ 213003 h 456326"/>
                <a:gd name="connsiteX194" fmla="*/ 781514 w 913224"/>
                <a:gd name="connsiteY194" fmla="*/ 207779 h 456326"/>
                <a:gd name="connsiteX195" fmla="*/ 778638 w 913224"/>
                <a:gd name="connsiteY195" fmla="*/ 203916 h 456326"/>
                <a:gd name="connsiteX196" fmla="*/ 784157 w 913224"/>
                <a:gd name="connsiteY196" fmla="*/ 205277 h 456326"/>
                <a:gd name="connsiteX197" fmla="*/ 786476 w 913224"/>
                <a:gd name="connsiteY197" fmla="*/ 209403 h 456326"/>
                <a:gd name="connsiteX198" fmla="*/ 789073 w 913224"/>
                <a:gd name="connsiteY198" fmla="*/ 210237 h 456326"/>
                <a:gd name="connsiteX199" fmla="*/ 791114 w 913224"/>
                <a:gd name="connsiteY199" fmla="*/ 206945 h 456326"/>
                <a:gd name="connsiteX200" fmla="*/ 791995 w 913224"/>
                <a:gd name="connsiteY200" fmla="*/ 204223 h 456326"/>
                <a:gd name="connsiteX201" fmla="*/ 795751 w 913224"/>
                <a:gd name="connsiteY201" fmla="*/ 203126 h 456326"/>
                <a:gd name="connsiteX202" fmla="*/ 796911 w 913224"/>
                <a:gd name="connsiteY202" fmla="*/ 200931 h 456326"/>
                <a:gd name="connsiteX203" fmla="*/ 798070 w 913224"/>
                <a:gd name="connsiteY203" fmla="*/ 197901 h 456326"/>
                <a:gd name="connsiteX204" fmla="*/ 803265 w 913224"/>
                <a:gd name="connsiteY204" fmla="*/ 181702 h 456326"/>
                <a:gd name="connsiteX205" fmla="*/ 800946 w 913224"/>
                <a:gd name="connsiteY205" fmla="*/ 178410 h 456326"/>
                <a:gd name="connsiteX206" fmla="*/ 814581 w 913224"/>
                <a:gd name="connsiteY206" fmla="*/ 176478 h 456326"/>
                <a:gd name="connsiteX207" fmla="*/ 834569 w 913224"/>
                <a:gd name="connsiteY207" fmla="*/ 169059 h 456326"/>
                <a:gd name="connsiteX208" fmla="*/ 828772 w 913224"/>
                <a:gd name="connsiteY208" fmla="*/ 168225 h 456326"/>
                <a:gd name="connsiteX209" fmla="*/ 823253 w 913224"/>
                <a:gd name="connsiteY209" fmla="*/ 170684 h 456326"/>
                <a:gd name="connsiteX210" fmla="*/ 817178 w 913224"/>
                <a:gd name="connsiteY210" fmla="*/ 170947 h 456326"/>
                <a:gd name="connsiteX211" fmla="*/ 810778 w 913224"/>
                <a:gd name="connsiteY211" fmla="*/ 172132 h 456326"/>
                <a:gd name="connsiteX212" fmla="*/ 807902 w 913224"/>
                <a:gd name="connsiteY212" fmla="*/ 172132 h 456326"/>
                <a:gd name="connsiteX213" fmla="*/ 823856 w 913224"/>
                <a:gd name="connsiteY213" fmla="*/ 164669 h 456326"/>
                <a:gd name="connsiteX214" fmla="*/ 834013 w 913224"/>
                <a:gd name="connsiteY214" fmla="*/ 164406 h 456326"/>
                <a:gd name="connsiteX215" fmla="*/ 839810 w 913224"/>
                <a:gd name="connsiteY215" fmla="*/ 164406 h 456326"/>
                <a:gd name="connsiteX216" fmla="*/ 843288 w 913224"/>
                <a:gd name="connsiteY216" fmla="*/ 160543 h 456326"/>
                <a:gd name="connsiteX217" fmla="*/ 846488 w 913224"/>
                <a:gd name="connsiteY217" fmla="*/ 163835 h 456326"/>
                <a:gd name="connsiteX218" fmla="*/ 849688 w 913224"/>
                <a:gd name="connsiteY218" fmla="*/ 161640 h 456326"/>
                <a:gd name="connsiteX219" fmla="*/ 854048 w 913224"/>
                <a:gd name="connsiteY219" fmla="*/ 156416 h 456326"/>
                <a:gd name="connsiteX220" fmla="*/ 858129 w 913224"/>
                <a:gd name="connsiteY220" fmla="*/ 159445 h 456326"/>
                <a:gd name="connsiteX221" fmla="*/ 865642 w 913224"/>
                <a:gd name="connsiteY221" fmla="*/ 157513 h 456326"/>
                <a:gd name="connsiteX222" fmla="*/ 866199 w 913224"/>
                <a:gd name="connsiteY222" fmla="*/ 148207 h 456326"/>
                <a:gd name="connsiteX223" fmla="*/ 864761 w 913224"/>
                <a:gd name="connsiteY223" fmla="*/ 153694 h 456326"/>
                <a:gd name="connsiteX224" fmla="*/ 859845 w 913224"/>
                <a:gd name="connsiteY224" fmla="*/ 154528 h 456326"/>
                <a:gd name="connsiteX225" fmla="*/ 856367 w 913224"/>
                <a:gd name="connsiteY225" fmla="*/ 151236 h 456326"/>
                <a:gd name="connsiteX226" fmla="*/ 855207 w 913224"/>
                <a:gd name="connsiteY226" fmla="*/ 146846 h 456326"/>
                <a:gd name="connsiteX227" fmla="*/ 852610 w 913224"/>
                <a:gd name="connsiteY227" fmla="*/ 144914 h 456326"/>
                <a:gd name="connsiteX228" fmla="*/ 854372 w 913224"/>
                <a:gd name="connsiteY228" fmla="*/ 140788 h 456326"/>
                <a:gd name="connsiteX229" fmla="*/ 856969 w 913224"/>
                <a:gd name="connsiteY229" fmla="*/ 137495 h 456326"/>
                <a:gd name="connsiteX230" fmla="*/ 853769 w 913224"/>
                <a:gd name="connsiteY230" fmla="*/ 135037 h 456326"/>
                <a:gd name="connsiteX231" fmla="*/ 853491 w 913224"/>
                <a:gd name="connsiteY231" fmla="*/ 131173 h 456326"/>
                <a:gd name="connsiteX232" fmla="*/ 854372 w 913224"/>
                <a:gd name="connsiteY232" fmla="*/ 128144 h 456326"/>
                <a:gd name="connsiteX233" fmla="*/ 859010 w 913224"/>
                <a:gd name="connsiteY233" fmla="*/ 122920 h 456326"/>
                <a:gd name="connsiteX234" fmla="*/ 860448 w 913224"/>
                <a:gd name="connsiteY234" fmla="*/ 118003 h 456326"/>
                <a:gd name="connsiteX235" fmla="*/ 863045 w 913224"/>
                <a:gd name="connsiteY235" fmla="*/ 118267 h 456326"/>
                <a:gd name="connsiteX236" fmla="*/ 867961 w 913224"/>
                <a:gd name="connsiteY236" fmla="*/ 113877 h 456326"/>
                <a:gd name="connsiteX237" fmla="*/ 875196 w 913224"/>
                <a:gd name="connsiteY237" fmla="*/ 109750 h 456326"/>
                <a:gd name="connsiteX238" fmla="*/ 880715 w 913224"/>
                <a:gd name="connsiteY238" fmla="*/ 109223 h 456326"/>
                <a:gd name="connsiteX239" fmla="*/ 884471 w 913224"/>
                <a:gd name="connsiteY239" fmla="*/ 97985 h 456326"/>
                <a:gd name="connsiteX240" fmla="*/ 886234 w 913224"/>
                <a:gd name="connsiteY240" fmla="*/ 105404 h 456326"/>
                <a:gd name="connsiteX241" fmla="*/ 888831 w 913224"/>
                <a:gd name="connsiteY241" fmla="*/ 105404 h 456326"/>
                <a:gd name="connsiteX242" fmla="*/ 889109 w 913224"/>
                <a:gd name="connsiteY242" fmla="*/ 102682 h 456326"/>
                <a:gd name="connsiteX243" fmla="*/ 889990 w 913224"/>
                <a:gd name="connsiteY243" fmla="*/ 99126 h 456326"/>
                <a:gd name="connsiteX244" fmla="*/ 894071 w 913224"/>
                <a:gd name="connsiteY244" fmla="*/ 99126 h 456326"/>
                <a:gd name="connsiteX245" fmla="*/ 896390 w 913224"/>
                <a:gd name="connsiteY245" fmla="*/ 101848 h 456326"/>
                <a:gd name="connsiteX246" fmla="*/ 902187 w 913224"/>
                <a:gd name="connsiteY246" fmla="*/ 99126 h 456326"/>
                <a:gd name="connsiteX247" fmla="*/ 906268 w 913224"/>
                <a:gd name="connsiteY247" fmla="*/ 98029 h 456326"/>
                <a:gd name="connsiteX248" fmla="*/ 911787 w 913224"/>
                <a:gd name="connsiteY248" fmla="*/ 94473 h 456326"/>
                <a:gd name="connsiteX249" fmla="*/ 913225 w 913224"/>
                <a:gd name="connsiteY249" fmla="*/ 92190 h 456326"/>
                <a:gd name="connsiteX250" fmla="*/ 913225 w 913224"/>
                <a:gd name="connsiteY250" fmla="*/ 90829 h 456326"/>
                <a:gd name="connsiteX251" fmla="*/ 912112 w 913224"/>
                <a:gd name="connsiteY251" fmla="*/ 89776 h 456326"/>
                <a:gd name="connsiteX252" fmla="*/ 911926 w 913224"/>
                <a:gd name="connsiteY252" fmla="*/ 89556 h 456326"/>
                <a:gd name="connsiteX253" fmla="*/ 909840 w 913224"/>
                <a:gd name="connsiteY253" fmla="*/ 86132 h 456326"/>
                <a:gd name="connsiteX254" fmla="*/ 906825 w 913224"/>
                <a:gd name="connsiteY254" fmla="*/ 85430 h 456326"/>
                <a:gd name="connsiteX255" fmla="*/ 905944 w 913224"/>
                <a:gd name="connsiteY255" fmla="*/ 84376 h 456326"/>
                <a:gd name="connsiteX256" fmla="*/ 905944 w 913224"/>
                <a:gd name="connsiteY256" fmla="*/ 75728 h 456326"/>
                <a:gd name="connsiteX257" fmla="*/ 901584 w 913224"/>
                <a:gd name="connsiteY257" fmla="*/ 75728 h 456326"/>
                <a:gd name="connsiteX258" fmla="*/ 900425 w 913224"/>
                <a:gd name="connsiteY258" fmla="*/ 74630 h 456326"/>
                <a:gd name="connsiteX259" fmla="*/ 900425 w 913224"/>
                <a:gd name="connsiteY259" fmla="*/ 43724 h 456326"/>
                <a:gd name="connsiteX260" fmla="*/ 893051 w 913224"/>
                <a:gd name="connsiteY260" fmla="*/ 37974 h 456326"/>
                <a:gd name="connsiteX261" fmla="*/ 883590 w 913224"/>
                <a:gd name="connsiteY261" fmla="*/ 41310 h 456326"/>
                <a:gd name="connsiteX262" fmla="*/ 881178 w 913224"/>
                <a:gd name="connsiteY262" fmla="*/ 40256 h 456326"/>
                <a:gd name="connsiteX263" fmla="*/ 880297 w 913224"/>
                <a:gd name="connsiteY263" fmla="*/ 36086 h 456326"/>
                <a:gd name="connsiteX264" fmla="*/ 878257 w 913224"/>
                <a:gd name="connsiteY264" fmla="*/ 36086 h 456326"/>
                <a:gd name="connsiteX265" fmla="*/ 872506 w 913224"/>
                <a:gd name="connsiteY265" fmla="*/ 44032 h 456326"/>
                <a:gd name="connsiteX266" fmla="*/ 862720 w 913224"/>
                <a:gd name="connsiteY266" fmla="*/ 62645 h 456326"/>
                <a:gd name="connsiteX267" fmla="*/ 862720 w 913224"/>
                <a:gd name="connsiteY267" fmla="*/ 69845 h 456326"/>
                <a:gd name="connsiteX268" fmla="*/ 862442 w 913224"/>
                <a:gd name="connsiteY268" fmla="*/ 70591 h 456326"/>
                <a:gd name="connsiteX269" fmla="*/ 857248 w 913224"/>
                <a:gd name="connsiteY269" fmla="*/ 76035 h 456326"/>
                <a:gd name="connsiteX270" fmla="*/ 857248 w 913224"/>
                <a:gd name="connsiteY270" fmla="*/ 79196 h 456326"/>
                <a:gd name="connsiteX271" fmla="*/ 857155 w 913224"/>
                <a:gd name="connsiteY271" fmla="*/ 79635 h 456326"/>
                <a:gd name="connsiteX272" fmla="*/ 855393 w 913224"/>
                <a:gd name="connsiteY272" fmla="*/ 83498 h 456326"/>
                <a:gd name="connsiteX273" fmla="*/ 854465 w 913224"/>
                <a:gd name="connsiteY273" fmla="*/ 84156 h 456326"/>
                <a:gd name="connsiteX274" fmla="*/ 853398 w 913224"/>
                <a:gd name="connsiteY274" fmla="*/ 83717 h 456326"/>
                <a:gd name="connsiteX275" fmla="*/ 847972 w 913224"/>
                <a:gd name="connsiteY275" fmla="*/ 83191 h 456326"/>
                <a:gd name="connsiteX276" fmla="*/ 846998 w 913224"/>
                <a:gd name="connsiteY276" fmla="*/ 83278 h 456326"/>
                <a:gd name="connsiteX277" fmla="*/ 844355 w 913224"/>
                <a:gd name="connsiteY277" fmla="*/ 83278 h 456326"/>
                <a:gd name="connsiteX278" fmla="*/ 843056 w 913224"/>
                <a:gd name="connsiteY278" fmla="*/ 88415 h 456326"/>
                <a:gd name="connsiteX279" fmla="*/ 842778 w 913224"/>
                <a:gd name="connsiteY279" fmla="*/ 89249 h 456326"/>
                <a:gd name="connsiteX280" fmla="*/ 841897 w 913224"/>
                <a:gd name="connsiteY280" fmla="*/ 89600 h 456326"/>
                <a:gd name="connsiteX281" fmla="*/ 787218 w 913224"/>
                <a:gd name="connsiteY281" fmla="*/ 89600 h 456326"/>
                <a:gd name="connsiteX282" fmla="*/ 767183 w 913224"/>
                <a:gd name="connsiteY282" fmla="*/ 104307 h 456326"/>
                <a:gd name="connsiteX283" fmla="*/ 766812 w 913224"/>
                <a:gd name="connsiteY283" fmla="*/ 105053 h 456326"/>
                <a:gd name="connsiteX284" fmla="*/ 768296 w 913224"/>
                <a:gd name="connsiteY284" fmla="*/ 109092 h 456326"/>
                <a:gd name="connsiteX285" fmla="*/ 766534 w 913224"/>
                <a:gd name="connsiteY285" fmla="*/ 111023 h 456326"/>
                <a:gd name="connsiteX286" fmla="*/ 768296 w 913224"/>
                <a:gd name="connsiteY286" fmla="*/ 113482 h 456326"/>
                <a:gd name="connsiteX287" fmla="*/ 768296 w 913224"/>
                <a:gd name="connsiteY287" fmla="*/ 116774 h 456326"/>
                <a:gd name="connsiteX288" fmla="*/ 763658 w 913224"/>
                <a:gd name="connsiteY288" fmla="*/ 120681 h 456326"/>
                <a:gd name="connsiteX289" fmla="*/ 745664 w 913224"/>
                <a:gd name="connsiteY289" fmla="*/ 123842 h 456326"/>
                <a:gd name="connsiteX290" fmla="*/ 726232 w 913224"/>
                <a:gd name="connsiteY290" fmla="*/ 122525 h 456326"/>
                <a:gd name="connsiteX291" fmla="*/ 722985 w 913224"/>
                <a:gd name="connsiteY291" fmla="*/ 123930 h 456326"/>
                <a:gd name="connsiteX292" fmla="*/ 725397 w 913224"/>
                <a:gd name="connsiteY292" fmla="*/ 132842 h 456326"/>
                <a:gd name="connsiteX293" fmla="*/ 725397 w 913224"/>
                <a:gd name="connsiteY293" fmla="*/ 133193 h 456326"/>
                <a:gd name="connsiteX294" fmla="*/ 726278 w 913224"/>
                <a:gd name="connsiteY294" fmla="*/ 133237 h 456326"/>
                <a:gd name="connsiteX295" fmla="*/ 688898 w 913224"/>
                <a:gd name="connsiteY295" fmla="*/ 153826 h 456326"/>
                <a:gd name="connsiteX296" fmla="*/ 674985 w 913224"/>
                <a:gd name="connsiteY296" fmla="*/ 159884 h 456326"/>
                <a:gd name="connsiteX297" fmla="*/ 659031 w 913224"/>
                <a:gd name="connsiteY297" fmla="*/ 157426 h 456326"/>
                <a:gd name="connsiteX298" fmla="*/ 655136 w 913224"/>
                <a:gd name="connsiteY298" fmla="*/ 157426 h 456326"/>
                <a:gd name="connsiteX299" fmla="*/ 653559 w 913224"/>
                <a:gd name="connsiteY299" fmla="*/ 156065 h 456326"/>
                <a:gd name="connsiteX300" fmla="*/ 656759 w 913224"/>
                <a:gd name="connsiteY300" fmla="*/ 151938 h 456326"/>
                <a:gd name="connsiteX301" fmla="*/ 656759 w 913224"/>
                <a:gd name="connsiteY301" fmla="*/ 148382 h 456326"/>
                <a:gd name="connsiteX302" fmla="*/ 657779 w 913224"/>
                <a:gd name="connsiteY302" fmla="*/ 148997 h 456326"/>
                <a:gd name="connsiteX303" fmla="*/ 661396 w 913224"/>
                <a:gd name="connsiteY303" fmla="*/ 140568 h 456326"/>
                <a:gd name="connsiteX304" fmla="*/ 662231 w 913224"/>
                <a:gd name="connsiteY304" fmla="*/ 138505 h 456326"/>
                <a:gd name="connsiteX305" fmla="*/ 663484 w 913224"/>
                <a:gd name="connsiteY305" fmla="*/ 138505 h 456326"/>
                <a:gd name="connsiteX306" fmla="*/ 666730 w 913224"/>
                <a:gd name="connsiteY306" fmla="*/ 136134 h 456326"/>
                <a:gd name="connsiteX307" fmla="*/ 669327 w 913224"/>
                <a:gd name="connsiteY307" fmla="*/ 127881 h 456326"/>
                <a:gd name="connsiteX308" fmla="*/ 663901 w 913224"/>
                <a:gd name="connsiteY308" fmla="*/ 108609 h 456326"/>
                <a:gd name="connsiteX309" fmla="*/ 660701 w 913224"/>
                <a:gd name="connsiteY309" fmla="*/ 108609 h 456326"/>
                <a:gd name="connsiteX310" fmla="*/ 655321 w 913224"/>
                <a:gd name="connsiteY310" fmla="*/ 108345 h 456326"/>
                <a:gd name="connsiteX311" fmla="*/ 651147 w 913224"/>
                <a:gd name="connsiteY311" fmla="*/ 116028 h 456326"/>
                <a:gd name="connsiteX312" fmla="*/ 649709 w 913224"/>
                <a:gd name="connsiteY312" fmla="*/ 113262 h 456326"/>
                <a:gd name="connsiteX313" fmla="*/ 652307 w 913224"/>
                <a:gd name="connsiteY313" fmla="*/ 104263 h 456326"/>
                <a:gd name="connsiteX314" fmla="*/ 653744 w 913224"/>
                <a:gd name="connsiteY314" fmla="*/ 87800 h 456326"/>
                <a:gd name="connsiteX315" fmla="*/ 644747 w 913224"/>
                <a:gd name="connsiteY315" fmla="*/ 79020 h 456326"/>
                <a:gd name="connsiteX316" fmla="*/ 635472 w 913224"/>
                <a:gd name="connsiteY316" fmla="*/ 75464 h 456326"/>
                <a:gd name="connsiteX317" fmla="*/ 632875 w 913224"/>
                <a:gd name="connsiteY317" fmla="*/ 71601 h 456326"/>
                <a:gd name="connsiteX318" fmla="*/ 625918 w 913224"/>
                <a:gd name="connsiteY318" fmla="*/ 75991 h 456326"/>
                <a:gd name="connsiteX319" fmla="*/ 628515 w 913224"/>
                <a:gd name="connsiteY319" fmla="*/ 80644 h 456326"/>
                <a:gd name="connsiteX320" fmla="*/ 622440 w 913224"/>
                <a:gd name="connsiteY320" fmla="*/ 83103 h 456326"/>
                <a:gd name="connsiteX321" fmla="*/ 623877 w 913224"/>
                <a:gd name="connsiteY321" fmla="*/ 89688 h 456326"/>
                <a:gd name="connsiteX322" fmla="*/ 617802 w 913224"/>
                <a:gd name="connsiteY322" fmla="*/ 93244 h 456326"/>
                <a:gd name="connsiteX323" fmla="*/ 617802 w 913224"/>
                <a:gd name="connsiteY323" fmla="*/ 87185 h 456326"/>
                <a:gd name="connsiteX324" fmla="*/ 609686 w 913224"/>
                <a:gd name="connsiteY324" fmla="*/ 91049 h 456326"/>
                <a:gd name="connsiteX325" fmla="*/ 609686 w 913224"/>
                <a:gd name="connsiteY325" fmla="*/ 96273 h 456326"/>
                <a:gd name="connsiteX326" fmla="*/ 608248 w 913224"/>
                <a:gd name="connsiteY326" fmla="*/ 103385 h 456326"/>
                <a:gd name="connsiteX327" fmla="*/ 604770 w 913224"/>
                <a:gd name="connsiteY327" fmla="*/ 119276 h 456326"/>
                <a:gd name="connsiteX328" fmla="*/ 595494 w 913224"/>
                <a:gd name="connsiteY328" fmla="*/ 157689 h 456326"/>
                <a:gd name="connsiteX329" fmla="*/ 585338 w 913224"/>
                <a:gd name="connsiteY329" fmla="*/ 148075 h 456326"/>
                <a:gd name="connsiteX330" fmla="*/ 583900 w 913224"/>
                <a:gd name="connsiteY330" fmla="*/ 122569 h 456326"/>
                <a:gd name="connsiteX331" fmla="*/ 586219 w 913224"/>
                <a:gd name="connsiteY331" fmla="*/ 108301 h 456326"/>
                <a:gd name="connsiteX332" fmla="*/ 589697 w 913224"/>
                <a:gd name="connsiteY332" fmla="*/ 101980 h 456326"/>
                <a:gd name="connsiteX333" fmla="*/ 596793 w 913224"/>
                <a:gd name="connsiteY333" fmla="*/ 88810 h 456326"/>
                <a:gd name="connsiteX334" fmla="*/ 595216 w 913224"/>
                <a:gd name="connsiteY334" fmla="*/ 84156 h 456326"/>
                <a:gd name="connsiteX335" fmla="*/ 585662 w 913224"/>
                <a:gd name="connsiteY335" fmla="*/ 94297 h 456326"/>
                <a:gd name="connsiteX336" fmla="*/ 583900 w 913224"/>
                <a:gd name="connsiteY336" fmla="*/ 91575 h 456326"/>
                <a:gd name="connsiteX337" fmla="*/ 594613 w 913224"/>
                <a:gd name="connsiteY337" fmla="*/ 76210 h 456326"/>
                <a:gd name="connsiteX338" fmla="*/ 599807 w 913224"/>
                <a:gd name="connsiteY338" fmla="*/ 74279 h 456326"/>
                <a:gd name="connsiteX339" fmla="*/ 603286 w 913224"/>
                <a:gd name="connsiteY339" fmla="*/ 70152 h 456326"/>
                <a:gd name="connsiteX340" fmla="*/ 603286 w 913224"/>
                <a:gd name="connsiteY340" fmla="*/ 76210 h 456326"/>
                <a:gd name="connsiteX341" fmla="*/ 607042 w 913224"/>
                <a:gd name="connsiteY341" fmla="*/ 73489 h 456326"/>
                <a:gd name="connsiteX342" fmla="*/ 609639 w 913224"/>
                <a:gd name="connsiteY342" fmla="*/ 68265 h 456326"/>
                <a:gd name="connsiteX343" fmla="*/ 618358 w 913224"/>
                <a:gd name="connsiteY343" fmla="*/ 67430 h 456326"/>
                <a:gd name="connsiteX344" fmla="*/ 620399 w 913224"/>
                <a:gd name="connsiteY344" fmla="*/ 65235 h 456326"/>
                <a:gd name="connsiteX345" fmla="*/ 631112 w 913224"/>
                <a:gd name="connsiteY345" fmla="*/ 69099 h 456326"/>
                <a:gd name="connsiteX346" fmla="*/ 633431 w 913224"/>
                <a:gd name="connsiteY346" fmla="*/ 66377 h 456326"/>
                <a:gd name="connsiteX347" fmla="*/ 645304 w 913224"/>
                <a:gd name="connsiteY347" fmla="*/ 68045 h 456326"/>
                <a:gd name="connsiteX348" fmla="*/ 651240 w 913224"/>
                <a:gd name="connsiteY348" fmla="*/ 68879 h 456326"/>
                <a:gd name="connsiteX349" fmla="*/ 651982 w 913224"/>
                <a:gd name="connsiteY349" fmla="*/ 67694 h 456326"/>
                <a:gd name="connsiteX350" fmla="*/ 650312 w 913224"/>
                <a:gd name="connsiteY350" fmla="*/ 65631 h 456326"/>
                <a:gd name="connsiteX351" fmla="*/ 643031 w 913224"/>
                <a:gd name="connsiteY351" fmla="*/ 65543 h 456326"/>
                <a:gd name="connsiteX352" fmla="*/ 641269 w 913224"/>
                <a:gd name="connsiteY352" fmla="*/ 57860 h 456326"/>
                <a:gd name="connsiteX353" fmla="*/ 633477 w 913224"/>
                <a:gd name="connsiteY353" fmla="*/ 57509 h 456326"/>
                <a:gd name="connsiteX354" fmla="*/ 632132 w 913224"/>
                <a:gd name="connsiteY354" fmla="*/ 56104 h 456326"/>
                <a:gd name="connsiteX355" fmla="*/ 627912 w 913224"/>
                <a:gd name="connsiteY355" fmla="*/ 55138 h 456326"/>
                <a:gd name="connsiteX356" fmla="*/ 627912 w 913224"/>
                <a:gd name="connsiteY356" fmla="*/ 51275 h 456326"/>
                <a:gd name="connsiteX357" fmla="*/ 622115 w 913224"/>
                <a:gd name="connsiteY357" fmla="*/ 52109 h 456326"/>
                <a:gd name="connsiteX358" fmla="*/ 609083 w 913224"/>
                <a:gd name="connsiteY358" fmla="*/ 52636 h 456326"/>
                <a:gd name="connsiteX359" fmla="*/ 596329 w 913224"/>
                <a:gd name="connsiteY359" fmla="*/ 54568 h 456326"/>
                <a:gd name="connsiteX360" fmla="*/ 583575 w 913224"/>
                <a:gd name="connsiteY360" fmla="*/ 47983 h 456326"/>
                <a:gd name="connsiteX361" fmla="*/ 575181 w 913224"/>
                <a:gd name="connsiteY361" fmla="*/ 47149 h 456326"/>
                <a:gd name="connsiteX362" fmla="*/ 574300 w 913224"/>
                <a:gd name="connsiteY362" fmla="*/ 45217 h 456326"/>
                <a:gd name="connsiteX363" fmla="*/ 583575 w 913224"/>
                <a:gd name="connsiteY363" fmla="*/ 35340 h 456326"/>
                <a:gd name="connsiteX364" fmla="*/ 575738 w 913224"/>
                <a:gd name="connsiteY364" fmla="*/ 35340 h 456326"/>
                <a:gd name="connsiteX365" fmla="*/ 564143 w 913224"/>
                <a:gd name="connsiteY365" fmla="*/ 44646 h 456326"/>
                <a:gd name="connsiteX366" fmla="*/ 561268 w 913224"/>
                <a:gd name="connsiteY366" fmla="*/ 47939 h 456326"/>
                <a:gd name="connsiteX367" fmla="*/ 555193 w 913224"/>
                <a:gd name="connsiteY367" fmla="*/ 48773 h 456326"/>
                <a:gd name="connsiteX368" fmla="*/ 545639 w 913224"/>
                <a:gd name="connsiteY368" fmla="*/ 53163 h 456326"/>
                <a:gd name="connsiteX369" fmla="*/ 534926 w 913224"/>
                <a:gd name="connsiteY369" fmla="*/ 54524 h 456326"/>
                <a:gd name="connsiteX370" fmla="*/ 537801 w 913224"/>
                <a:gd name="connsiteY370" fmla="*/ 46271 h 456326"/>
                <a:gd name="connsiteX371" fmla="*/ 534926 w 913224"/>
                <a:gd name="connsiteY371" fmla="*/ 45744 h 456326"/>
                <a:gd name="connsiteX372" fmla="*/ 520131 w 913224"/>
                <a:gd name="connsiteY372" fmla="*/ 48773 h 456326"/>
                <a:gd name="connsiteX373" fmla="*/ 554265 w 913224"/>
                <a:gd name="connsiteY373" fmla="*/ 24101 h 456326"/>
                <a:gd name="connsiteX374" fmla="*/ 550833 w 913224"/>
                <a:gd name="connsiteY374" fmla="*/ 24101 h 456326"/>
                <a:gd name="connsiteX375" fmla="*/ 550137 w 913224"/>
                <a:gd name="connsiteY375" fmla="*/ 23882 h 456326"/>
                <a:gd name="connsiteX376" fmla="*/ 548143 w 913224"/>
                <a:gd name="connsiteY376" fmla="*/ 22433 h 456326"/>
                <a:gd name="connsiteX377" fmla="*/ 537523 w 913224"/>
                <a:gd name="connsiteY377" fmla="*/ 22433 h 456326"/>
                <a:gd name="connsiteX378" fmla="*/ 536503 w 913224"/>
                <a:gd name="connsiteY378" fmla="*/ 21862 h 456326"/>
                <a:gd name="connsiteX379" fmla="*/ 535158 w 913224"/>
                <a:gd name="connsiteY379" fmla="*/ 19579 h 456326"/>
                <a:gd name="connsiteX380" fmla="*/ 530798 w 913224"/>
                <a:gd name="connsiteY380" fmla="*/ 20501 h 456326"/>
                <a:gd name="connsiteX381" fmla="*/ 524537 w 913224"/>
                <a:gd name="connsiteY381" fmla="*/ 22389 h 456326"/>
                <a:gd name="connsiteX382" fmla="*/ 523424 w 913224"/>
                <a:gd name="connsiteY382" fmla="*/ 22169 h 456326"/>
                <a:gd name="connsiteX383" fmla="*/ 516189 w 913224"/>
                <a:gd name="connsiteY383" fmla="*/ 16375 h 456326"/>
                <a:gd name="connsiteX384" fmla="*/ 512247 w 913224"/>
                <a:gd name="connsiteY384" fmla="*/ 16375 h 456326"/>
                <a:gd name="connsiteX385" fmla="*/ 511737 w 913224"/>
                <a:gd name="connsiteY385" fmla="*/ 16287 h 456326"/>
                <a:gd name="connsiteX386" fmla="*/ 507378 w 913224"/>
                <a:gd name="connsiteY386" fmla="*/ 14355 h 456326"/>
                <a:gd name="connsiteX387" fmla="*/ 506867 w 913224"/>
                <a:gd name="connsiteY387" fmla="*/ 13916 h 456326"/>
                <a:gd name="connsiteX388" fmla="*/ 505754 w 913224"/>
                <a:gd name="connsiteY388" fmla="*/ 12029 h 456326"/>
                <a:gd name="connsiteX389" fmla="*/ 503389 w 913224"/>
                <a:gd name="connsiteY389" fmla="*/ 10624 h 456326"/>
                <a:gd name="connsiteX390" fmla="*/ 497499 w 913224"/>
                <a:gd name="connsiteY390" fmla="*/ 10624 h 456326"/>
                <a:gd name="connsiteX391" fmla="*/ 491702 w 913224"/>
                <a:gd name="connsiteY391" fmla="*/ 11985 h 456326"/>
                <a:gd name="connsiteX392" fmla="*/ 490914 w 913224"/>
                <a:gd name="connsiteY392" fmla="*/ 11897 h 456326"/>
                <a:gd name="connsiteX393" fmla="*/ 483076 w 913224"/>
                <a:gd name="connsiteY393" fmla="*/ 8034 h 456326"/>
                <a:gd name="connsiteX394" fmla="*/ 475748 w 913224"/>
                <a:gd name="connsiteY394" fmla="*/ 6102 h 456326"/>
                <a:gd name="connsiteX395" fmla="*/ 474960 w 913224"/>
                <a:gd name="connsiteY395" fmla="*/ 5356 h 456326"/>
                <a:gd name="connsiteX396" fmla="*/ 474125 w 913224"/>
                <a:gd name="connsiteY396" fmla="*/ 2634 h 456326"/>
                <a:gd name="connsiteX397" fmla="*/ 469302 w 913224"/>
                <a:gd name="connsiteY397" fmla="*/ 0 h 456326"/>
                <a:gd name="connsiteX398" fmla="*/ 469302 w 913224"/>
                <a:gd name="connsiteY398" fmla="*/ 176 h 456326"/>
                <a:gd name="connsiteX399" fmla="*/ 468142 w 913224"/>
                <a:gd name="connsiteY399" fmla="*/ 1273 h 456326"/>
                <a:gd name="connsiteX400" fmla="*/ 30666 w 913224"/>
                <a:gd name="connsiteY400" fmla="*/ 1273 h 456326"/>
                <a:gd name="connsiteX401" fmla="*/ 31454 w 913224"/>
                <a:gd name="connsiteY401" fmla="*/ 1537 h 456326"/>
                <a:gd name="connsiteX402" fmla="*/ 31454 w 913224"/>
                <a:gd name="connsiteY402" fmla="*/ 3995 h 456326"/>
                <a:gd name="connsiteX403" fmla="*/ 36092 w 913224"/>
                <a:gd name="connsiteY403" fmla="*/ 7287 h 456326"/>
                <a:gd name="connsiteX404" fmla="*/ 35211 w 913224"/>
                <a:gd name="connsiteY404" fmla="*/ 12512 h 456326"/>
                <a:gd name="connsiteX405" fmla="*/ 32335 w 913224"/>
                <a:gd name="connsiteY405" fmla="*/ 11677 h 456326"/>
                <a:gd name="connsiteX406" fmla="*/ 32057 w 913224"/>
                <a:gd name="connsiteY406" fmla="*/ 15848 h 456326"/>
                <a:gd name="connsiteX407" fmla="*/ 38132 w 913224"/>
                <a:gd name="connsiteY407" fmla="*/ 22345 h 456326"/>
                <a:gd name="connsiteX408" fmla="*/ 39014 w 913224"/>
                <a:gd name="connsiteY408" fmla="*/ 30028 h 456326"/>
                <a:gd name="connsiteX409" fmla="*/ 38132 w 913224"/>
                <a:gd name="connsiteY409" fmla="*/ 37447 h 456326"/>
                <a:gd name="connsiteX410" fmla="*/ 32335 w 913224"/>
                <a:gd name="connsiteY410" fmla="*/ 39115 h 456326"/>
                <a:gd name="connsiteX411" fmla="*/ 36416 w 913224"/>
                <a:gd name="connsiteY411" fmla="*/ 34462 h 456326"/>
                <a:gd name="connsiteX412" fmla="*/ 35535 w 913224"/>
                <a:gd name="connsiteY412" fmla="*/ 27613 h 456326"/>
                <a:gd name="connsiteX413" fmla="*/ 31176 w 913224"/>
                <a:gd name="connsiteY413" fmla="*/ 31169 h 456326"/>
                <a:gd name="connsiteX414" fmla="*/ 27698 w 913224"/>
                <a:gd name="connsiteY414" fmla="*/ 33364 h 456326"/>
                <a:gd name="connsiteX415" fmla="*/ 27698 w 913224"/>
                <a:gd name="connsiteY415" fmla="*/ 30642 h 456326"/>
                <a:gd name="connsiteX416" fmla="*/ 31176 w 913224"/>
                <a:gd name="connsiteY416" fmla="*/ 26779 h 456326"/>
                <a:gd name="connsiteX417" fmla="*/ 31732 w 913224"/>
                <a:gd name="connsiteY417" fmla="*/ 21862 h 456326"/>
                <a:gd name="connsiteX418" fmla="*/ 26816 w 913224"/>
                <a:gd name="connsiteY418" fmla="*/ 19404 h 456326"/>
                <a:gd name="connsiteX419" fmla="*/ 19582 w 913224"/>
                <a:gd name="connsiteY419" fmla="*/ 19931 h 456326"/>
                <a:gd name="connsiteX420" fmla="*/ 12903 w 913224"/>
                <a:gd name="connsiteY420" fmla="*/ 19404 h 456326"/>
                <a:gd name="connsiteX421" fmla="*/ 1031 w 913224"/>
                <a:gd name="connsiteY421" fmla="*/ 15014 h 456326"/>
                <a:gd name="connsiteX422" fmla="*/ 1031 w 913224"/>
                <a:gd name="connsiteY422" fmla="*/ 25462 h 456326"/>
                <a:gd name="connsiteX423" fmla="*/ 6225 w 913224"/>
                <a:gd name="connsiteY423" fmla="*/ 36964 h 456326"/>
                <a:gd name="connsiteX424" fmla="*/ 12022 w 913224"/>
                <a:gd name="connsiteY424" fmla="*/ 45744 h 456326"/>
                <a:gd name="connsiteX425" fmla="*/ 9147 w 913224"/>
                <a:gd name="connsiteY425" fmla="*/ 49607 h 456326"/>
                <a:gd name="connsiteX426" fmla="*/ 12625 w 913224"/>
                <a:gd name="connsiteY426" fmla="*/ 52065 h 456326"/>
                <a:gd name="connsiteX427" fmla="*/ 11744 w 913224"/>
                <a:gd name="connsiteY427" fmla="*/ 55358 h 456326"/>
                <a:gd name="connsiteX428" fmla="*/ 9147 w 913224"/>
                <a:gd name="connsiteY428" fmla="*/ 55358 h 456326"/>
                <a:gd name="connsiteX429" fmla="*/ 11187 w 913224"/>
                <a:gd name="connsiteY429" fmla="*/ 90215 h 456326"/>
                <a:gd name="connsiteX430" fmla="*/ 6550 w 913224"/>
                <a:gd name="connsiteY430" fmla="*/ 122613 h 456326"/>
                <a:gd name="connsiteX431" fmla="*/ 3952 w 913224"/>
                <a:gd name="connsiteY431" fmla="*/ 138241 h 456326"/>
                <a:gd name="connsiteX432" fmla="*/ 9147 w 913224"/>
                <a:gd name="connsiteY432" fmla="*/ 159094 h 456326"/>
                <a:gd name="connsiteX433" fmla="*/ 9703 w 913224"/>
                <a:gd name="connsiteY433" fmla="*/ 173625 h 456326"/>
                <a:gd name="connsiteX434" fmla="*/ 7941 w 913224"/>
                <a:gd name="connsiteY434" fmla="*/ 187058 h 456326"/>
                <a:gd name="connsiteX435" fmla="*/ 14016 w 913224"/>
                <a:gd name="connsiteY435" fmla="*/ 198033 h 456326"/>
                <a:gd name="connsiteX436" fmla="*/ 20092 w 913224"/>
                <a:gd name="connsiteY436" fmla="*/ 215857 h 456326"/>
                <a:gd name="connsiteX437" fmla="*/ 29089 w 913224"/>
                <a:gd name="connsiteY437" fmla="*/ 228763 h 456326"/>
                <a:gd name="connsiteX438" fmla="*/ 36602 w 913224"/>
                <a:gd name="connsiteY438" fmla="*/ 242197 h 456326"/>
                <a:gd name="connsiteX439" fmla="*/ 46156 w 913224"/>
                <a:gd name="connsiteY439" fmla="*/ 249309 h 456326"/>
                <a:gd name="connsiteX440" fmla="*/ 52556 w 913224"/>
                <a:gd name="connsiteY440" fmla="*/ 268800 h 456326"/>
                <a:gd name="connsiteX441" fmla="*/ 64150 w 913224"/>
                <a:gd name="connsiteY441" fmla="*/ 286360 h 456326"/>
                <a:gd name="connsiteX442" fmla="*/ 82979 w 913224"/>
                <a:gd name="connsiteY442" fmla="*/ 295140 h 456326"/>
                <a:gd name="connsiteX443" fmla="*/ 99490 w 913224"/>
                <a:gd name="connsiteY443" fmla="*/ 302823 h 456326"/>
                <a:gd name="connsiteX444" fmla="*/ 106446 w 913224"/>
                <a:gd name="connsiteY444" fmla="*/ 308881 h 456326"/>
                <a:gd name="connsiteX445" fmla="*/ 119803 w 913224"/>
                <a:gd name="connsiteY445" fmla="*/ 328153 h 456326"/>
                <a:gd name="connsiteX446" fmla="*/ 157647 w 913224"/>
                <a:gd name="connsiteY446" fmla="*/ 325080 h 456326"/>
                <a:gd name="connsiteX447" fmla="*/ 158528 w 913224"/>
                <a:gd name="connsiteY447" fmla="*/ 325343 h 456326"/>
                <a:gd name="connsiteX448" fmla="*/ 872552 w 913224"/>
                <a:gd name="connsiteY448" fmla="*/ 70372 h 456326"/>
                <a:gd name="connsiteX449" fmla="*/ 872552 w 913224"/>
                <a:gd name="connsiteY449" fmla="*/ 76693 h 456326"/>
                <a:gd name="connsiteX450" fmla="*/ 868471 w 913224"/>
                <a:gd name="connsiteY450" fmla="*/ 72040 h 456326"/>
                <a:gd name="connsiteX451" fmla="*/ 872552 w 913224"/>
                <a:gd name="connsiteY451" fmla="*/ 70372 h 456326"/>
                <a:gd name="connsiteX452" fmla="*/ 811705 w 913224"/>
                <a:gd name="connsiteY452" fmla="*/ 90390 h 456326"/>
                <a:gd name="connsiteX453" fmla="*/ 816343 w 913224"/>
                <a:gd name="connsiteY453" fmla="*/ 90390 h 456326"/>
                <a:gd name="connsiteX454" fmla="*/ 816343 w 913224"/>
                <a:gd name="connsiteY454" fmla="*/ 95878 h 456326"/>
                <a:gd name="connsiteX455" fmla="*/ 811983 w 913224"/>
                <a:gd name="connsiteY455" fmla="*/ 108214 h 456326"/>
                <a:gd name="connsiteX456" fmla="*/ 809943 w 913224"/>
                <a:gd name="connsiteY456" fmla="*/ 106282 h 456326"/>
                <a:gd name="connsiteX457" fmla="*/ 813143 w 913224"/>
                <a:gd name="connsiteY457" fmla="*/ 98029 h 456326"/>
                <a:gd name="connsiteX458" fmla="*/ 811705 w 913224"/>
                <a:gd name="connsiteY458" fmla="*/ 90346 h 456326"/>
                <a:gd name="connsiteX459" fmla="*/ 467308 w 913224"/>
                <a:gd name="connsiteY459" fmla="*/ 21116 h 456326"/>
                <a:gd name="connsiteX460" fmla="*/ 471945 w 913224"/>
                <a:gd name="connsiteY460" fmla="*/ 19316 h 456326"/>
                <a:gd name="connsiteX461" fmla="*/ 478624 w 913224"/>
                <a:gd name="connsiteY461" fmla="*/ 17384 h 456326"/>
                <a:gd name="connsiteX462" fmla="*/ 478624 w 913224"/>
                <a:gd name="connsiteY462" fmla="*/ 21774 h 456326"/>
                <a:gd name="connsiteX463" fmla="*/ 472827 w 913224"/>
                <a:gd name="connsiteY463" fmla="*/ 21774 h 456326"/>
                <a:gd name="connsiteX464" fmla="*/ 474867 w 913224"/>
                <a:gd name="connsiteY464" fmla="*/ 24804 h 456326"/>
                <a:gd name="connsiteX465" fmla="*/ 465313 w 913224"/>
                <a:gd name="connsiteY465" fmla="*/ 24804 h 456326"/>
                <a:gd name="connsiteX466" fmla="*/ 467354 w 913224"/>
                <a:gd name="connsiteY466" fmla="*/ 21116 h 456326"/>
                <a:gd name="connsiteX467" fmla="*/ 271688 w 913224"/>
                <a:gd name="connsiteY467" fmla="*/ 27833 h 456326"/>
                <a:gd name="connsiteX468" fmla="*/ 283144 w 913224"/>
                <a:gd name="connsiteY468" fmla="*/ 27569 h 456326"/>
                <a:gd name="connsiteX469" fmla="*/ 286761 w 913224"/>
                <a:gd name="connsiteY469" fmla="*/ 22345 h 456326"/>
                <a:gd name="connsiteX470" fmla="*/ 290842 w 913224"/>
                <a:gd name="connsiteY470" fmla="*/ 22345 h 456326"/>
                <a:gd name="connsiteX471" fmla="*/ 294599 w 913224"/>
                <a:gd name="connsiteY471" fmla="*/ 29194 h 456326"/>
                <a:gd name="connsiteX472" fmla="*/ 292697 w 913224"/>
                <a:gd name="connsiteY472" fmla="*/ 30291 h 456326"/>
                <a:gd name="connsiteX473" fmla="*/ 288802 w 913224"/>
                <a:gd name="connsiteY473" fmla="*/ 25067 h 456326"/>
                <a:gd name="connsiteX474" fmla="*/ 284720 w 913224"/>
                <a:gd name="connsiteY474" fmla="*/ 30291 h 456326"/>
                <a:gd name="connsiteX475" fmla="*/ 271688 w 913224"/>
                <a:gd name="connsiteY475" fmla="*/ 30291 h 456326"/>
                <a:gd name="connsiteX476" fmla="*/ 271688 w 913224"/>
                <a:gd name="connsiteY476" fmla="*/ 27833 h 456326"/>
                <a:gd name="connsiteX477" fmla="*/ 203838 w 913224"/>
                <a:gd name="connsiteY477" fmla="*/ 184512 h 456326"/>
                <a:gd name="connsiteX478" fmla="*/ 204998 w 913224"/>
                <a:gd name="connsiteY478" fmla="*/ 181790 h 456326"/>
                <a:gd name="connsiteX479" fmla="*/ 207038 w 913224"/>
                <a:gd name="connsiteY479" fmla="*/ 186707 h 456326"/>
                <a:gd name="connsiteX480" fmla="*/ 200638 w 913224"/>
                <a:gd name="connsiteY480" fmla="*/ 190263 h 456326"/>
                <a:gd name="connsiteX481" fmla="*/ 203838 w 913224"/>
                <a:gd name="connsiteY481" fmla="*/ 184512 h 456326"/>
                <a:gd name="connsiteX482" fmla="*/ 188488 w 913224"/>
                <a:gd name="connsiteY482" fmla="*/ 157338 h 456326"/>
                <a:gd name="connsiteX483" fmla="*/ 192569 w 913224"/>
                <a:gd name="connsiteY483" fmla="*/ 165020 h 456326"/>
                <a:gd name="connsiteX484" fmla="*/ 195166 w 913224"/>
                <a:gd name="connsiteY484" fmla="*/ 163089 h 456326"/>
                <a:gd name="connsiteX485" fmla="*/ 199247 w 913224"/>
                <a:gd name="connsiteY485" fmla="*/ 168840 h 456326"/>
                <a:gd name="connsiteX486" fmla="*/ 196650 w 913224"/>
                <a:gd name="connsiteY486" fmla="*/ 172220 h 456326"/>
                <a:gd name="connsiteX487" fmla="*/ 196372 w 913224"/>
                <a:gd name="connsiteY487" fmla="*/ 177927 h 456326"/>
                <a:gd name="connsiteX488" fmla="*/ 193914 w 913224"/>
                <a:gd name="connsiteY488" fmla="*/ 176829 h 456326"/>
                <a:gd name="connsiteX489" fmla="*/ 191177 w 913224"/>
                <a:gd name="connsiteY489" fmla="*/ 170244 h 456326"/>
                <a:gd name="connsiteX490" fmla="*/ 186540 w 913224"/>
                <a:gd name="connsiteY490" fmla="*/ 167654 h 456326"/>
                <a:gd name="connsiteX491" fmla="*/ 188580 w 913224"/>
                <a:gd name="connsiteY491" fmla="*/ 157382 h 456326"/>
                <a:gd name="connsiteX492" fmla="*/ 180371 w 913224"/>
                <a:gd name="connsiteY492" fmla="*/ 207560 h 456326"/>
                <a:gd name="connsiteX493" fmla="*/ 182969 w 913224"/>
                <a:gd name="connsiteY493" fmla="*/ 207560 h 456326"/>
                <a:gd name="connsiteX494" fmla="*/ 184638 w 913224"/>
                <a:gd name="connsiteY494" fmla="*/ 208920 h 456326"/>
                <a:gd name="connsiteX495" fmla="*/ 182969 w 913224"/>
                <a:gd name="connsiteY495" fmla="*/ 213574 h 456326"/>
                <a:gd name="connsiteX496" fmla="*/ 180371 w 913224"/>
                <a:gd name="connsiteY496" fmla="*/ 213574 h 456326"/>
                <a:gd name="connsiteX497" fmla="*/ 180371 w 913224"/>
                <a:gd name="connsiteY497" fmla="*/ 207516 h 456326"/>
                <a:gd name="connsiteX498" fmla="*/ 167339 w 913224"/>
                <a:gd name="connsiteY498" fmla="*/ 20984 h 456326"/>
                <a:gd name="connsiteX499" fmla="*/ 169658 w 913224"/>
                <a:gd name="connsiteY499" fmla="*/ 27306 h 456326"/>
                <a:gd name="connsiteX500" fmla="*/ 167339 w 913224"/>
                <a:gd name="connsiteY500" fmla="*/ 29237 h 456326"/>
                <a:gd name="connsiteX501" fmla="*/ 164742 w 913224"/>
                <a:gd name="connsiteY501" fmla="*/ 27042 h 456326"/>
                <a:gd name="connsiteX502" fmla="*/ 167339 w 913224"/>
                <a:gd name="connsiteY502" fmla="*/ 20984 h 456326"/>
                <a:gd name="connsiteX503" fmla="*/ 144151 w 913224"/>
                <a:gd name="connsiteY503" fmla="*/ 317837 h 456326"/>
                <a:gd name="connsiteX504" fmla="*/ 140533 w 913224"/>
                <a:gd name="connsiteY504" fmla="*/ 317837 h 456326"/>
                <a:gd name="connsiteX505" fmla="*/ 138957 w 913224"/>
                <a:gd name="connsiteY505" fmla="*/ 320295 h 456326"/>
                <a:gd name="connsiteX506" fmla="*/ 135200 w 913224"/>
                <a:gd name="connsiteY506" fmla="*/ 320295 h 456326"/>
                <a:gd name="connsiteX507" fmla="*/ 135200 w 913224"/>
                <a:gd name="connsiteY507" fmla="*/ 311515 h 456326"/>
                <a:gd name="connsiteX508" fmla="*/ 136962 w 913224"/>
                <a:gd name="connsiteY508" fmla="*/ 311515 h 456326"/>
                <a:gd name="connsiteX509" fmla="*/ 144197 w 913224"/>
                <a:gd name="connsiteY509" fmla="*/ 316168 h 456326"/>
                <a:gd name="connsiteX510" fmla="*/ 144197 w 913224"/>
                <a:gd name="connsiteY510" fmla="*/ 317837 h 456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</a:cxnLst>
              <a:rect l="l" t="t" r="r" b="b"/>
              <a:pathLst>
                <a:path w="913224" h="456326">
                  <a:moveTo>
                    <a:pt x="158250" y="325256"/>
                  </a:moveTo>
                  <a:cubicBezTo>
                    <a:pt x="158481" y="325475"/>
                    <a:pt x="158621" y="325738"/>
                    <a:pt x="158621" y="326046"/>
                  </a:cubicBezTo>
                  <a:lnTo>
                    <a:pt x="158621" y="329690"/>
                  </a:lnTo>
                  <a:lnTo>
                    <a:pt x="214783" y="349664"/>
                  </a:lnTo>
                  <a:lnTo>
                    <a:pt x="259769" y="349664"/>
                  </a:lnTo>
                  <a:lnTo>
                    <a:pt x="259769" y="342245"/>
                  </a:lnTo>
                  <a:cubicBezTo>
                    <a:pt x="259769" y="341630"/>
                    <a:pt x="260279" y="341147"/>
                    <a:pt x="260929" y="341147"/>
                  </a:cubicBezTo>
                  <a:lnTo>
                    <a:pt x="290193" y="341147"/>
                  </a:lnTo>
                  <a:cubicBezTo>
                    <a:pt x="290517" y="341147"/>
                    <a:pt x="290842" y="341279"/>
                    <a:pt x="291074" y="341499"/>
                  </a:cubicBezTo>
                  <a:lnTo>
                    <a:pt x="306286" y="357830"/>
                  </a:lnTo>
                  <a:lnTo>
                    <a:pt x="314495" y="362132"/>
                  </a:lnTo>
                  <a:cubicBezTo>
                    <a:pt x="314726" y="362263"/>
                    <a:pt x="314958" y="362483"/>
                    <a:pt x="315051" y="362746"/>
                  </a:cubicBezTo>
                  <a:lnTo>
                    <a:pt x="320987" y="378858"/>
                  </a:lnTo>
                  <a:lnTo>
                    <a:pt x="338657" y="389569"/>
                  </a:lnTo>
                  <a:lnTo>
                    <a:pt x="344315" y="386803"/>
                  </a:lnTo>
                  <a:lnTo>
                    <a:pt x="347376" y="377628"/>
                  </a:lnTo>
                  <a:cubicBezTo>
                    <a:pt x="347515" y="377189"/>
                    <a:pt x="347933" y="376882"/>
                    <a:pt x="348396" y="376882"/>
                  </a:cubicBezTo>
                  <a:lnTo>
                    <a:pt x="352849" y="376619"/>
                  </a:lnTo>
                  <a:lnTo>
                    <a:pt x="354564" y="374775"/>
                  </a:lnTo>
                  <a:cubicBezTo>
                    <a:pt x="354796" y="374512"/>
                    <a:pt x="355167" y="374336"/>
                    <a:pt x="355538" y="374424"/>
                  </a:cubicBezTo>
                  <a:lnTo>
                    <a:pt x="364536" y="375258"/>
                  </a:lnTo>
                  <a:cubicBezTo>
                    <a:pt x="364536" y="375258"/>
                    <a:pt x="364814" y="375302"/>
                    <a:pt x="364953" y="375390"/>
                  </a:cubicBezTo>
                  <a:lnTo>
                    <a:pt x="370750" y="378111"/>
                  </a:lnTo>
                  <a:cubicBezTo>
                    <a:pt x="370982" y="378243"/>
                    <a:pt x="371168" y="378419"/>
                    <a:pt x="371260" y="378638"/>
                  </a:cubicBezTo>
                  <a:lnTo>
                    <a:pt x="373394" y="382984"/>
                  </a:lnTo>
                  <a:lnTo>
                    <a:pt x="379144" y="385838"/>
                  </a:lnTo>
                  <a:cubicBezTo>
                    <a:pt x="379144" y="385838"/>
                    <a:pt x="379562" y="386101"/>
                    <a:pt x="379655" y="386321"/>
                  </a:cubicBezTo>
                  <a:lnTo>
                    <a:pt x="388002" y="402388"/>
                  </a:lnTo>
                  <a:lnTo>
                    <a:pt x="398623" y="413231"/>
                  </a:lnTo>
                  <a:cubicBezTo>
                    <a:pt x="398623" y="413231"/>
                    <a:pt x="398855" y="413583"/>
                    <a:pt x="398901" y="413758"/>
                  </a:cubicBezTo>
                  <a:cubicBezTo>
                    <a:pt x="400293" y="420914"/>
                    <a:pt x="403353" y="431450"/>
                    <a:pt x="405765" y="432416"/>
                  </a:cubicBezTo>
                  <a:cubicBezTo>
                    <a:pt x="409522" y="433952"/>
                    <a:pt x="418148" y="438342"/>
                    <a:pt x="419817" y="439176"/>
                  </a:cubicBezTo>
                  <a:lnTo>
                    <a:pt x="428815" y="439176"/>
                  </a:lnTo>
                  <a:cubicBezTo>
                    <a:pt x="429325" y="439176"/>
                    <a:pt x="429788" y="439484"/>
                    <a:pt x="429928" y="439923"/>
                  </a:cubicBezTo>
                  <a:cubicBezTo>
                    <a:pt x="430113" y="440493"/>
                    <a:pt x="430948" y="442249"/>
                    <a:pt x="432061" y="442644"/>
                  </a:cubicBezTo>
                  <a:cubicBezTo>
                    <a:pt x="432246" y="442688"/>
                    <a:pt x="432757" y="442908"/>
                    <a:pt x="433731" y="442337"/>
                  </a:cubicBezTo>
                  <a:lnTo>
                    <a:pt x="436374" y="441415"/>
                  </a:lnTo>
                  <a:cubicBezTo>
                    <a:pt x="436374" y="441415"/>
                    <a:pt x="436374" y="441371"/>
                    <a:pt x="436374" y="441327"/>
                  </a:cubicBezTo>
                  <a:lnTo>
                    <a:pt x="431736" y="435269"/>
                  </a:lnTo>
                  <a:lnTo>
                    <a:pt x="432015" y="428421"/>
                  </a:lnTo>
                  <a:lnTo>
                    <a:pt x="428815" y="427323"/>
                  </a:lnTo>
                  <a:lnTo>
                    <a:pt x="429696" y="422099"/>
                  </a:lnTo>
                  <a:lnTo>
                    <a:pt x="429974" y="418543"/>
                  </a:lnTo>
                  <a:lnTo>
                    <a:pt x="434055" y="418543"/>
                  </a:lnTo>
                  <a:lnTo>
                    <a:pt x="434612" y="416085"/>
                  </a:lnTo>
                  <a:lnTo>
                    <a:pt x="430855" y="411432"/>
                  </a:lnTo>
                  <a:lnTo>
                    <a:pt x="436374" y="410905"/>
                  </a:lnTo>
                  <a:lnTo>
                    <a:pt x="437533" y="407612"/>
                  </a:lnTo>
                  <a:lnTo>
                    <a:pt x="436096" y="404890"/>
                  </a:lnTo>
                  <a:lnTo>
                    <a:pt x="442496" y="405724"/>
                  </a:lnTo>
                  <a:lnTo>
                    <a:pt x="441615" y="402169"/>
                  </a:lnTo>
                  <a:lnTo>
                    <a:pt x="444490" y="402695"/>
                  </a:lnTo>
                  <a:lnTo>
                    <a:pt x="447087" y="400500"/>
                  </a:lnTo>
                  <a:lnTo>
                    <a:pt x="444768" y="397208"/>
                  </a:lnTo>
                  <a:lnTo>
                    <a:pt x="453487" y="396110"/>
                  </a:lnTo>
                  <a:cubicBezTo>
                    <a:pt x="453487" y="396110"/>
                    <a:pt x="470600" y="388998"/>
                    <a:pt x="471157" y="386233"/>
                  </a:cubicBezTo>
                  <a:cubicBezTo>
                    <a:pt x="471714" y="383467"/>
                    <a:pt x="469395" y="380482"/>
                    <a:pt x="469395" y="380482"/>
                  </a:cubicBezTo>
                  <a:lnTo>
                    <a:pt x="472270" y="379384"/>
                  </a:lnTo>
                  <a:lnTo>
                    <a:pt x="475145" y="378550"/>
                  </a:lnTo>
                  <a:lnTo>
                    <a:pt x="475145" y="381843"/>
                  </a:lnTo>
                  <a:cubicBezTo>
                    <a:pt x="475145" y="381843"/>
                    <a:pt x="480943" y="380745"/>
                    <a:pt x="486183" y="378550"/>
                  </a:cubicBezTo>
                  <a:cubicBezTo>
                    <a:pt x="491424" y="376355"/>
                    <a:pt x="503575" y="379077"/>
                    <a:pt x="506496" y="380482"/>
                  </a:cubicBezTo>
                  <a:cubicBezTo>
                    <a:pt x="509418" y="381887"/>
                    <a:pt x="517534" y="381843"/>
                    <a:pt x="517210" y="375828"/>
                  </a:cubicBezTo>
                  <a:cubicBezTo>
                    <a:pt x="517210" y="375828"/>
                    <a:pt x="518972" y="377189"/>
                    <a:pt x="521569" y="378550"/>
                  </a:cubicBezTo>
                  <a:cubicBezTo>
                    <a:pt x="524166" y="379911"/>
                    <a:pt x="529963" y="384301"/>
                    <a:pt x="529963" y="384301"/>
                  </a:cubicBezTo>
                  <a:cubicBezTo>
                    <a:pt x="529963" y="384301"/>
                    <a:pt x="530242" y="386496"/>
                    <a:pt x="533720" y="386496"/>
                  </a:cubicBezTo>
                  <a:cubicBezTo>
                    <a:pt x="537198" y="386496"/>
                    <a:pt x="543877" y="384565"/>
                    <a:pt x="545314" y="385969"/>
                  </a:cubicBezTo>
                  <a:cubicBezTo>
                    <a:pt x="546752" y="387374"/>
                    <a:pt x="545871" y="389262"/>
                    <a:pt x="545871" y="389262"/>
                  </a:cubicBezTo>
                  <a:lnTo>
                    <a:pt x="549071" y="388998"/>
                  </a:lnTo>
                  <a:lnTo>
                    <a:pt x="547308" y="381579"/>
                  </a:lnTo>
                  <a:cubicBezTo>
                    <a:pt x="547308" y="381579"/>
                    <a:pt x="554543" y="381843"/>
                    <a:pt x="557465" y="386803"/>
                  </a:cubicBezTo>
                  <a:lnTo>
                    <a:pt x="558346" y="389833"/>
                  </a:lnTo>
                  <a:lnTo>
                    <a:pt x="560387" y="386540"/>
                  </a:lnTo>
                  <a:lnTo>
                    <a:pt x="564468" y="385706"/>
                  </a:lnTo>
                  <a:lnTo>
                    <a:pt x="557511" y="383511"/>
                  </a:lnTo>
                  <a:lnTo>
                    <a:pt x="552874" y="380218"/>
                  </a:lnTo>
                  <a:lnTo>
                    <a:pt x="556630" y="377760"/>
                  </a:lnTo>
                  <a:lnTo>
                    <a:pt x="558068" y="372536"/>
                  </a:lnTo>
                  <a:lnTo>
                    <a:pt x="554590" y="375828"/>
                  </a:lnTo>
                  <a:lnTo>
                    <a:pt x="552271" y="371702"/>
                  </a:lnTo>
                  <a:lnTo>
                    <a:pt x="550230" y="372229"/>
                  </a:lnTo>
                  <a:lnTo>
                    <a:pt x="546474" y="371965"/>
                  </a:lnTo>
                  <a:lnTo>
                    <a:pt x="541836" y="368409"/>
                  </a:lnTo>
                  <a:lnTo>
                    <a:pt x="548793" y="368409"/>
                  </a:lnTo>
                  <a:lnTo>
                    <a:pt x="555749" y="371965"/>
                  </a:lnTo>
                  <a:lnTo>
                    <a:pt x="560943" y="369770"/>
                  </a:lnTo>
                  <a:cubicBezTo>
                    <a:pt x="560943" y="369770"/>
                    <a:pt x="564143" y="367048"/>
                    <a:pt x="566462" y="367312"/>
                  </a:cubicBezTo>
                  <a:cubicBezTo>
                    <a:pt x="568781" y="367575"/>
                    <a:pt x="577500" y="368146"/>
                    <a:pt x="577500" y="368146"/>
                  </a:cubicBezTo>
                  <a:lnTo>
                    <a:pt x="581257" y="361824"/>
                  </a:lnTo>
                  <a:lnTo>
                    <a:pt x="582138" y="364546"/>
                  </a:lnTo>
                  <a:cubicBezTo>
                    <a:pt x="582138" y="364546"/>
                    <a:pt x="582694" y="369200"/>
                    <a:pt x="584178" y="369463"/>
                  </a:cubicBezTo>
                  <a:cubicBezTo>
                    <a:pt x="585662" y="369726"/>
                    <a:pt x="590578" y="367005"/>
                    <a:pt x="590578" y="367005"/>
                  </a:cubicBezTo>
                  <a:lnTo>
                    <a:pt x="595216" y="365644"/>
                  </a:lnTo>
                  <a:lnTo>
                    <a:pt x="598416" y="367312"/>
                  </a:lnTo>
                  <a:lnTo>
                    <a:pt x="603610" y="367312"/>
                  </a:lnTo>
                  <a:lnTo>
                    <a:pt x="604770" y="365951"/>
                  </a:lnTo>
                  <a:cubicBezTo>
                    <a:pt x="604770" y="365951"/>
                    <a:pt x="619240" y="369814"/>
                    <a:pt x="621558" y="373370"/>
                  </a:cubicBezTo>
                  <a:cubicBezTo>
                    <a:pt x="623877" y="376926"/>
                    <a:pt x="625918" y="379692"/>
                    <a:pt x="625918" y="379692"/>
                  </a:cubicBezTo>
                  <a:lnTo>
                    <a:pt x="628515" y="378023"/>
                  </a:lnTo>
                  <a:lnTo>
                    <a:pt x="635750" y="375828"/>
                  </a:lnTo>
                  <a:cubicBezTo>
                    <a:pt x="635750" y="375828"/>
                    <a:pt x="641269" y="370078"/>
                    <a:pt x="645025" y="371965"/>
                  </a:cubicBezTo>
                  <a:cubicBezTo>
                    <a:pt x="648782" y="373853"/>
                    <a:pt x="654857" y="382940"/>
                    <a:pt x="654857" y="382940"/>
                  </a:cubicBezTo>
                  <a:cubicBezTo>
                    <a:pt x="654857" y="382940"/>
                    <a:pt x="663252" y="391457"/>
                    <a:pt x="665292" y="392247"/>
                  </a:cubicBezTo>
                  <a:cubicBezTo>
                    <a:pt x="667333" y="393037"/>
                    <a:pt x="663252" y="405417"/>
                    <a:pt x="663252" y="407349"/>
                  </a:cubicBezTo>
                  <a:cubicBezTo>
                    <a:pt x="663252" y="409280"/>
                    <a:pt x="665014" y="423548"/>
                    <a:pt x="672527" y="428465"/>
                  </a:cubicBezTo>
                  <a:lnTo>
                    <a:pt x="674289" y="426006"/>
                  </a:lnTo>
                  <a:cubicBezTo>
                    <a:pt x="674289" y="426006"/>
                    <a:pt x="674568" y="432064"/>
                    <a:pt x="676886" y="433952"/>
                  </a:cubicBezTo>
                  <a:cubicBezTo>
                    <a:pt x="679205" y="435840"/>
                    <a:pt x="678649" y="440801"/>
                    <a:pt x="678649" y="440801"/>
                  </a:cubicBezTo>
                  <a:cubicBezTo>
                    <a:pt x="678649" y="440801"/>
                    <a:pt x="687043" y="444664"/>
                    <a:pt x="688805" y="449581"/>
                  </a:cubicBezTo>
                  <a:cubicBezTo>
                    <a:pt x="690568" y="454497"/>
                    <a:pt x="689084" y="457834"/>
                    <a:pt x="695206" y="455639"/>
                  </a:cubicBezTo>
                  <a:cubicBezTo>
                    <a:pt x="701327" y="453444"/>
                    <a:pt x="702719" y="450415"/>
                    <a:pt x="703043" y="447122"/>
                  </a:cubicBezTo>
                  <a:cubicBezTo>
                    <a:pt x="703043" y="447122"/>
                    <a:pt x="711159" y="440537"/>
                    <a:pt x="702765" y="412836"/>
                  </a:cubicBezTo>
                  <a:lnTo>
                    <a:pt x="698127" y="407349"/>
                  </a:lnTo>
                  <a:lnTo>
                    <a:pt x="697571" y="402695"/>
                  </a:lnTo>
                  <a:lnTo>
                    <a:pt x="697849" y="397208"/>
                  </a:lnTo>
                  <a:cubicBezTo>
                    <a:pt x="697849" y="397208"/>
                    <a:pt x="685698" y="373897"/>
                    <a:pt x="685095" y="365951"/>
                  </a:cubicBezTo>
                  <a:cubicBezTo>
                    <a:pt x="684492" y="358005"/>
                    <a:pt x="685976" y="352518"/>
                    <a:pt x="685976" y="352518"/>
                  </a:cubicBezTo>
                  <a:lnTo>
                    <a:pt x="689176" y="350586"/>
                  </a:lnTo>
                  <a:lnTo>
                    <a:pt x="690939" y="349488"/>
                  </a:lnTo>
                  <a:lnTo>
                    <a:pt x="689501" y="344572"/>
                  </a:lnTo>
                  <a:lnTo>
                    <a:pt x="690382" y="342113"/>
                  </a:lnTo>
                  <a:lnTo>
                    <a:pt x="693861" y="338821"/>
                  </a:lnTo>
                  <a:lnTo>
                    <a:pt x="695298" y="331709"/>
                  </a:lnTo>
                  <a:lnTo>
                    <a:pt x="697617" y="332543"/>
                  </a:lnTo>
                  <a:lnTo>
                    <a:pt x="699936" y="329514"/>
                  </a:lnTo>
                  <a:lnTo>
                    <a:pt x="703693" y="329777"/>
                  </a:lnTo>
                  <a:lnTo>
                    <a:pt x="706893" y="327319"/>
                  </a:lnTo>
                  <a:lnTo>
                    <a:pt x="710649" y="326221"/>
                  </a:lnTo>
                  <a:lnTo>
                    <a:pt x="713849" y="322358"/>
                  </a:lnTo>
                  <a:cubicBezTo>
                    <a:pt x="713849" y="322358"/>
                    <a:pt x="725722" y="306466"/>
                    <a:pt x="730359" y="305325"/>
                  </a:cubicBezTo>
                  <a:cubicBezTo>
                    <a:pt x="730359" y="305325"/>
                    <a:pt x="737594" y="306159"/>
                    <a:pt x="739635" y="303964"/>
                  </a:cubicBezTo>
                  <a:cubicBezTo>
                    <a:pt x="741676" y="301769"/>
                    <a:pt x="748632" y="291321"/>
                    <a:pt x="753270" y="290794"/>
                  </a:cubicBezTo>
                  <a:cubicBezTo>
                    <a:pt x="757908" y="290267"/>
                    <a:pt x="761989" y="288599"/>
                    <a:pt x="761989" y="288599"/>
                  </a:cubicBezTo>
                  <a:lnTo>
                    <a:pt x="766070" y="285307"/>
                  </a:lnTo>
                  <a:lnTo>
                    <a:pt x="760551" y="283638"/>
                  </a:lnTo>
                  <a:lnTo>
                    <a:pt x="762313" y="278985"/>
                  </a:lnTo>
                  <a:lnTo>
                    <a:pt x="759716" y="278151"/>
                  </a:lnTo>
                  <a:lnTo>
                    <a:pt x="762035" y="275956"/>
                  </a:lnTo>
                  <a:cubicBezTo>
                    <a:pt x="762035" y="275956"/>
                    <a:pt x="767229" y="279248"/>
                    <a:pt x="768435" y="278985"/>
                  </a:cubicBezTo>
                  <a:cubicBezTo>
                    <a:pt x="769641" y="278722"/>
                    <a:pt x="773630" y="273761"/>
                    <a:pt x="773630" y="273761"/>
                  </a:cubicBezTo>
                  <a:cubicBezTo>
                    <a:pt x="773630" y="273761"/>
                    <a:pt x="778824" y="273761"/>
                    <a:pt x="776829" y="269107"/>
                  </a:cubicBezTo>
                  <a:cubicBezTo>
                    <a:pt x="774835" y="264454"/>
                    <a:pt x="769595" y="269371"/>
                    <a:pt x="769595" y="269371"/>
                  </a:cubicBezTo>
                  <a:lnTo>
                    <a:pt x="769595" y="267176"/>
                  </a:lnTo>
                  <a:lnTo>
                    <a:pt x="766395" y="267176"/>
                  </a:lnTo>
                  <a:lnTo>
                    <a:pt x="760876" y="267439"/>
                  </a:lnTo>
                  <a:lnTo>
                    <a:pt x="758835" y="263883"/>
                  </a:lnTo>
                  <a:lnTo>
                    <a:pt x="764632" y="265244"/>
                  </a:lnTo>
                  <a:lnTo>
                    <a:pt x="768713" y="263576"/>
                  </a:lnTo>
                  <a:lnTo>
                    <a:pt x="768713" y="261118"/>
                  </a:lnTo>
                  <a:lnTo>
                    <a:pt x="770754" y="262479"/>
                  </a:lnTo>
                  <a:lnTo>
                    <a:pt x="774232" y="262479"/>
                  </a:lnTo>
                  <a:lnTo>
                    <a:pt x="769873" y="256991"/>
                  </a:lnTo>
                  <a:lnTo>
                    <a:pt x="771311" y="254269"/>
                  </a:lnTo>
                  <a:lnTo>
                    <a:pt x="770754" y="249045"/>
                  </a:lnTo>
                  <a:lnTo>
                    <a:pt x="768435" y="248211"/>
                  </a:lnTo>
                  <a:lnTo>
                    <a:pt x="764725" y="248387"/>
                  </a:lnTo>
                  <a:lnTo>
                    <a:pt x="762081" y="248518"/>
                  </a:lnTo>
                  <a:lnTo>
                    <a:pt x="759763" y="244962"/>
                  </a:lnTo>
                  <a:lnTo>
                    <a:pt x="764679" y="245489"/>
                  </a:lnTo>
                  <a:lnTo>
                    <a:pt x="764122" y="241626"/>
                  </a:lnTo>
                  <a:lnTo>
                    <a:pt x="766163" y="241099"/>
                  </a:lnTo>
                  <a:cubicBezTo>
                    <a:pt x="766163" y="241099"/>
                    <a:pt x="759484" y="230651"/>
                    <a:pt x="760366" y="231485"/>
                  </a:cubicBezTo>
                  <a:lnTo>
                    <a:pt x="766163" y="236973"/>
                  </a:lnTo>
                  <a:lnTo>
                    <a:pt x="767322" y="233417"/>
                  </a:lnTo>
                  <a:lnTo>
                    <a:pt x="765884" y="229554"/>
                  </a:lnTo>
                  <a:lnTo>
                    <a:pt x="760968" y="227622"/>
                  </a:lnTo>
                  <a:lnTo>
                    <a:pt x="754568" y="223495"/>
                  </a:lnTo>
                  <a:lnTo>
                    <a:pt x="749931" y="222398"/>
                  </a:lnTo>
                  <a:lnTo>
                    <a:pt x="751090" y="218535"/>
                  </a:lnTo>
                  <a:lnTo>
                    <a:pt x="755728" y="213881"/>
                  </a:lnTo>
                  <a:lnTo>
                    <a:pt x="754847" y="220993"/>
                  </a:lnTo>
                  <a:lnTo>
                    <a:pt x="760922" y="223451"/>
                  </a:lnTo>
                  <a:lnTo>
                    <a:pt x="764679" y="225910"/>
                  </a:lnTo>
                  <a:lnTo>
                    <a:pt x="764957" y="219852"/>
                  </a:lnTo>
                  <a:lnTo>
                    <a:pt x="762638" y="218183"/>
                  </a:lnTo>
                  <a:lnTo>
                    <a:pt x="763519" y="210501"/>
                  </a:lnTo>
                  <a:lnTo>
                    <a:pt x="764957" y="205277"/>
                  </a:lnTo>
                  <a:lnTo>
                    <a:pt x="767276" y="201984"/>
                  </a:lnTo>
                  <a:lnTo>
                    <a:pt x="771913" y="199262"/>
                  </a:lnTo>
                  <a:lnTo>
                    <a:pt x="767832" y="205013"/>
                  </a:lnTo>
                  <a:lnTo>
                    <a:pt x="768992" y="210237"/>
                  </a:lnTo>
                  <a:lnTo>
                    <a:pt x="767554" y="214101"/>
                  </a:lnTo>
                  <a:lnTo>
                    <a:pt x="769316" y="217657"/>
                  </a:lnTo>
                  <a:lnTo>
                    <a:pt x="766997" y="218754"/>
                  </a:lnTo>
                  <a:lnTo>
                    <a:pt x="766997" y="222047"/>
                  </a:lnTo>
                  <a:lnTo>
                    <a:pt x="772516" y="224242"/>
                  </a:lnTo>
                  <a:lnTo>
                    <a:pt x="772516" y="228632"/>
                  </a:lnTo>
                  <a:lnTo>
                    <a:pt x="776273" y="229992"/>
                  </a:lnTo>
                  <a:lnTo>
                    <a:pt x="769873" y="242065"/>
                  </a:lnTo>
                  <a:lnTo>
                    <a:pt x="771913" y="243997"/>
                  </a:lnTo>
                  <a:lnTo>
                    <a:pt x="778870" y="231924"/>
                  </a:lnTo>
                  <a:lnTo>
                    <a:pt x="782951" y="224242"/>
                  </a:lnTo>
                  <a:lnTo>
                    <a:pt x="787589" y="220949"/>
                  </a:lnTo>
                  <a:lnTo>
                    <a:pt x="786430" y="213003"/>
                  </a:lnTo>
                  <a:lnTo>
                    <a:pt x="781514" y="207779"/>
                  </a:lnTo>
                  <a:lnTo>
                    <a:pt x="778638" y="203916"/>
                  </a:lnTo>
                  <a:lnTo>
                    <a:pt x="784157" y="205277"/>
                  </a:lnTo>
                  <a:lnTo>
                    <a:pt x="786476" y="209403"/>
                  </a:lnTo>
                  <a:lnTo>
                    <a:pt x="789073" y="210237"/>
                  </a:lnTo>
                  <a:lnTo>
                    <a:pt x="791114" y="206945"/>
                  </a:lnTo>
                  <a:lnTo>
                    <a:pt x="791995" y="204223"/>
                  </a:lnTo>
                  <a:lnTo>
                    <a:pt x="795751" y="203126"/>
                  </a:lnTo>
                  <a:lnTo>
                    <a:pt x="796911" y="200931"/>
                  </a:lnTo>
                  <a:lnTo>
                    <a:pt x="798070" y="197901"/>
                  </a:lnTo>
                  <a:cubicBezTo>
                    <a:pt x="798070" y="197901"/>
                    <a:pt x="803867" y="190219"/>
                    <a:pt x="803265" y="181702"/>
                  </a:cubicBezTo>
                  <a:lnTo>
                    <a:pt x="800946" y="178410"/>
                  </a:lnTo>
                  <a:cubicBezTo>
                    <a:pt x="800946" y="178410"/>
                    <a:pt x="809340" y="178146"/>
                    <a:pt x="814581" y="176478"/>
                  </a:cubicBezTo>
                  <a:cubicBezTo>
                    <a:pt x="819821" y="174810"/>
                    <a:pt x="834569" y="169059"/>
                    <a:pt x="834569" y="169059"/>
                  </a:cubicBezTo>
                  <a:lnTo>
                    <a:pt x="828772" y="168225"/>
                  </a:lnTo>
                  <a:lnTo>
                    <a:pt x="823253" y="170684"/>
                  </a:lnTo>
                  <a:lnTo>
                    <a:pt x="817178" y="170947"/>
                  </a:lnTo>
                  <a:lnTo>
                    <a:pt x="810778" y="172132"/>
                  </a:lnTo>
                  <a:lnTo>
                    <a:pt x="807902" y="172132"/>
                  </a:lnTo>
                  <a:cubicBezTo>
                    <a:pt x="807902" y="172132"/>
                    <a:pt x="818059" y="163572"/>
                    <a:pt x="823856" y="164669"/>
                  </a:cubicBezTo>
                  <a:cubicBezTo>
                    <a:pt x="829653" y="165767"/>
                    <a:pt x="834013" y="164406"/>
                    <a:pt x="834013" y="164406"/>
                  </a:cubicBezTo>
                  <a:lnTo>
                    <a:pt x="839810" y="164406"/>
                  </a:lnTo>
                  <a:lnTo>
                    <a:pt x="843288" y="160543"/>
                  </a:lnTo>
                  <a:lnTo>
                    <a:pt x="846488" y="163835"/>
                  </a:lnTo>
                  <a:lnTo>
                    <a:pt x="849688" y="161640"/>
                  </a:lnTo>
                  <a:lnTo>
                    <a:pt x="854048" y="156416"/>
                  </a:lnTo>
                  <a:cubicBezTo>
                    <a:pt x="854048" y="156416"/>
                    <a:pt x="854929" y="160279"/>
                    <a:pt x="858129" y="159445"/>
                  </a:cubicBezTo>
                  <a:cubicBezTo>
                    <a:pt x="861329" y="158611"/>
                    <a:pt x="865642" y="157513"/>
                    <a:pt x="865642" y="157513"/>
                  </a:cubicBezTo>
                  <a:cubicBezTo>
                    <a:pt x="865642" y="157513"/>
                    <a:pt x="870001" y="152597"/>
                    <a:pt x="866199" y="148207"/>
                  </a:cubicBezTo>
                  <a:cubicBezTo>
                    <a:pt x="866199" y="148207"/>
                    <a:pt x="865642" y="153123"/>
                    <a:pt x="864761" y="153694"/>
                  </a:cubicBezTo>
                  <a:cubicBezTo>
                    <a:pt x="863880" y="154265"/>
                    <a:pt x="859845" y="154528"/>
                    <a:pt x="859845" y="154528"/>
                  </a:cubicBezTo>
                  <a:lnTo>
                    <a:pt x="856367" y="151236"/>
                  </a:lnTo>
                  <a:lnTo>
                    <a:pt x="855207" y="146846"/>
                  </a:lnTo>
                  <a:lnTo>
                    <a:pt x="852610" y="144914"/>
                  </a:lnTo>
                  <a:lnTo>
                    <a:pt x="854372" y="140788"/>
                  </a:lnTo>
                  <a:lnTo>
                    <a:pt x="856969" y="137495"/>
                  </a:lnTo>
                  <a:lnTo>
                    <a:pt x="853769" y="135037"/>
                  </a:lnTo>
                  <a:lnTo>
                    <a:pt x="853491" y="131173"/>
                  </a:lnTo>
                  <a:lnTo>
                    <a:pt x="854372" y="128144"/>
                  </a:lnTo>
                  <a:cubicBezTo>
                    <a:pt x="854372" y="128144"/>
                    <a:pt x="857851" y="126783"/>
                    <a:pt x="859010" y="122920"/>
                  </a:cubicBezTo>
                  <a:lnTo>
                    <a:pt x="860448" y="118003"/>
                  </a:lnTo>
                  <a:lnTo>
                    <a:pt x="863045" y="118267"/>
                  </a:lnTo>
                  <a:cubicBezTo>
                    <a:pt x="863045" y="118267"/>
                    <a:pt x="861004" y="109487"/>
                    <a:pt x="867961" y="113877"/>
                  </a:cubicBezTo>
                  <a:cubicBezTo>
                    <a:pt x="867961" y="113877"/>
                    <a:pt x="873480" y="115808"/>
                    <a:pt x="875196" y="109750"/>
                  </a:cubicBezTo>
                  <a:lnTo>
                    <a:pt x="880715" y="109223"/>
                  </a:lnTo>
                  <a:cubicBezTo>
                    <a:pt x="880715" y="109223"/>
                    <a:pt x="880715" y="97985"/>
                    <a:pt x="884471" y="97985"/>
                  </a:cubicBezTo>
                  <a:lnTo>
                    <a:pt x="886234" y="105404"/>
                  </a:lnTo>
                  <a:lnTo>
                    <a:pt x="888831" y="105404"/>
                  </a:lnTo>
                  <a:lnTo>
                    <a:pt x="889109" y="102682"/>
                  </a:lnTo>
                  <a:lnTo>
                    <a:pt x="889990" y="99126"/>
                  </a:lnTo>
                  <a:lnTo>
                    <a:pt x="894071" y="99126"/>
                  </a:lnTo>
                  <a:lnTo>
                    <a:pt x="896390" y="101848"/>
                  </a:lnTo>
                  <a:lnTo>
                    <a:pt x="902187" y="99126"/>
                  </a:lnTo>
                  <a:lnTo>
                    <a:pt x="906268" y="98029"/>
                  </a:lnTo>
                  <a:lnTo>
                    <a:pt x="911787" y="94473"/>
                  </a:lnTo>
                  <a:lnTo>
                    <a:pt x="913225" y="92190"/>
                  </a:lnTo>
                  <a:lnTo>
                    <a:pt x="913225" y="90829"/>
                  </a:lnTo>
                  <a:lnTo>
                    <a:pt x="912112" y="89776"/>
                  </a:lnTo>
                  <a:cubicBezTo>
                    <a:pt x="912112" y="89776"/>
                    <a:pt x="911973" y="89644"/>
                    <a:pt x="911926" y="89556"/>
                  </a:cubicBezTo>
                  <a:lnTo>
                    <a:pt x="909840" y="86132"/>
                  </a:lnTo>
                  <a:lnTo>
                    <a:pt x="906825" y="85430"/>
                  </a:lnTo>
                  <a:cubicBezTo>
                    <a:pt x="906315" y="85298"/>
                    <a:pt x="905944" y="84859"/>
                    <a:pt x="905944" y="84376"/>
                  </a:cubicBezTo>
                  <a:lnTo>
                    <a:pt x="905944" y="75728"/>
                  </a:lnTo>
                  <a:lnTo>
                    <a:pt x="901584" y="75728"/>
                  </a:lnTo>
                  <a:cubicBezTo>
                    <a:pt x="900935" y="75728"/>
                    <a:pt x="900425" y="75245"/>
                    <a:pt x="900425" y="74630"/>
                  </a:cubicBezTo>
                  <a:lnTo>
                    <a:pt x="900425" y="43724"/>
                  </a:lnTo>
                  <a:lnTo>
                    <a:pt x="893051" y="37974"/>
                  </a:lnTo>
                  <a:cubicBezTo>
                    <a:pt x="891196" y="38939"/>
                    <a:pt x="886465" y="41310"/>
                    <a:pt x="883590" y="41310"/>
                  </a:cubicBezTo>
                  <a:cubicBezTo>
                    <a:pt x="882570" y="41310"/>
                    <a:pt x="881735" y="40959"/>
                    <a:pt x="881178" y="40256"/>
                  </a:cubicBezTo>
                  <a:cubicBezTo>
                    <a:pt x="880204" y="39115"/>
                    <a:pt x="880204" y="37359"/>
                    <a:pt x="880297" y="36086"/>
                  </a:cubicBezTo>
                  <a:lnTo>
                    <a:pt x="878257" y="36086"/>
                  </a:lnTo>
                  <a:cubicBezTo>
                    <a:pt x="877468" y="37622"/>
                    <a:pt x="875381" y="41529"/>
                    <a:pt x="872506" y="44032"/>
                  </a:cubicBezTo>
                  <a:cubicBezTo>
                    <a:pt x="869862" y="46315"/>
                    <a:pt x="864622" y="58036"/>
                    <a:pt x="862720" y="62645"/>
                  </a:cubicBezTo>
                  <a:lnTo>
                    <a:pt x="862720" y="69845"/>
                  </a:lnTo>
                  <a:cubicBezTo>
                    <a:pt x="862720" y="70108"/>
                    <a:pt x="862627" y="70372"/>
                    <a:pt x="862442" y="70591"/>
                  </a:cubicBezTo>
                  <a:lnTo>
                    <a:pt x="857248" y="76035"/>
                  </a:lnTo>
                  <a:lnTo>
                    <a:pt x="857248" y="79196"/>
                  </a:lnTo>
                  <a:cubicBezTo>
                    <a:pt x="857248" y="79196"/>
                    <a:pt x="857248" y="79503"/>
                    <a:pt x="857155" y="79635"/>
                  </a:cubicBezTo>
                  <a:lnTo>
                    <a:pt x="855393" y="83498"/>
                  </a:lnTo>
                  <a:cubicBezTo>
                    <a:pt x="855207" y="83849"/>
                    <a:pt x="854882" y="84113"/>
                    <a:pt x="854465" y="84156"/>
                  </a:cubicBezTo>
                  <a:cubicBezTo>
                    <a:pt x="854048" y="84200"/>
                    <a:pt x="853630" y="84025"/>
                    <a:pt x="853398" y="83717"/>
                  </a:cubicBezTo>
                  <a:cubicBezTo>
                    <a:pt x="851451" y="81259"/>
                    <a:pt x="848111" y="83103"/>
                    <a:pt x="847972" y="83191"/>
                  </a:cubicBezTo>
                  <a:cubicBezTo>
                    <a:pt x="847694" y="83366"/>
                    <a:pt x="847323" y="83410"/>
                    <a:pt x="846998" y="83278"/>
                  </a:cubicBezTo>
                  <a:cubicBezTo>
                    <a:pt x="845839" y="82883"/>
                    <a:pt x="844911" y="82883"/>
                    <a:pt x="844355" y="83278"/>
                  </a:cubicBezTo>
                  <a:cubicBezTo>
                    <a:pt x="842963" y="84288"/>
                    <a:pt x="842963" y="87405"/>
                    <a:pt x="843056" y="88415"/>
                  </a:cubicBezTo>
                  <a:cubicBezTo>
                    <a:pt x="843056" y="88722"/>
                    <a:pt x="842963" y="89029"/>
                    <a:pt x="842778" y="89249"/>
                  </a:cubicBezTo>
                  <a:cubicBezTo>
                    <a:pt x="842546" y="89468"/>
                    <a:pt x="842268" y="89600"/>
                    <a:pt x="841897" y="89600"/>
                  </a:cubicBezTo>
                  <a:lnTo>
                    <a:pt x="787218" y="89600"/>
                  </a:lnTo>
                  <a:lnTo>
                    <a:pt x="767183" y="104307"/>
                  </a:lnTo>
                  <a:lnTo>
                    <a:pt x="766812" y="105053"/>
                  </a:lnTo>
                  <a:lnTo>
                    <a:pt x="768296" y="109092"/>
                  </a:lnTo>
                  <a:lnTo>
                    <a:pt x="766534" y="111023"/>
                  </a:lnTo>
                  <a:lnTo>
                    <a:pt x="768296" y="113482"/>
                  </a:lnTo>
                  <a:lnTo>
                    <a:pt x="768296" y="116774"/>
                  </a:lnTo>
                  <a:lnTo>
                    <a:pt x="763658" y="120681"/>
                  </a:lnTo>
                  <a:cubicBezTo>
                    <a:pt x="760783" y="126520"/>
                    <a:pt x="748307" y="124149"/>
                    <a:pt x="745664" y="123842"/>
                  </a:cubicBezTo>
                  <a:cubicBezTo>
                    <a:pt x="743021" y="123535"/>
                    <a:pt x="735507" y="117872"/>
                    <a:pt x="726232" y="122525"/>
                  </a:cubicBezTo>
                  <a:cubicBezTo>
                    <a:pt x="725073" y="123096"/>
                    <a:pt x="724006" y="123579"/>
                    <a:pt x="722985" y="123930"/>
                  </a:cubicBezTo>
                  <a:lnTo>
                    <a:pt x="725397" y="132842"/>
                  </a:lnTo>
                  <a:cubicBezTo>
                    <a:pt x="725397" y="132842"/>
                    <a:pt x="725397" y="133061"/>
                    <a:pt x="725397" y="133193"/>
                  </a:cubicBezTo>
                  <a:cubicBezTo>
                    <a:pt x="725954" y="133193"/>
                    <a:pt x="726278" y="133237"/>
                    <a:pt x="726278" y="133237"/>
                  </a:cubicBezTo>
                  <a:cubicBezTo>
                    <a:pt x="716446" y="147504"/>
                    <a:pt x="688898" y="153826"/>
                    <a:pt x="688898" y="153826"/>
                  </a:cubicBezTo>
                  <a:cubicBezTo>
                    <a:pt x="682220" y="161772"/>
                    <a:pt x="674985" y="159884"/>
                    <a:pt x="674985" y="159884"/>
                  </a:cubicBezTo>
                  <a:cubicBezTo>
                    <a:pt x="662834" y="166996"/>
                    <a:pt x="659031" y="157426"/>
                    <a:pt x="659031" y="157426"/>
                  </a:cubicBezTo>
                  <a:lnTo>
                    <a:pt x="655136" y="157426"/>
                  </a:lnTo>
                  <a:lnTo>
                    <a:pt x="653559" y="156065"/>
                  </a:lnTo>
                  <a:lnTo>
                    <a:pt x="656759" y="151938"/>
                  </a:lnTo>
                  <a:lnTo>
                    <a:pt x="656759" y="148382"/>
                  </a:lnTo>
                  <a:cubicBezTo>
                    <a:pt x="657037" y="148646"/>
                    <a:pt x="657454" y="148821"/>
                    <a:pt x="657779" y="148997"/>
                  </a:cubicBezTo>
                  <a:cubicBezTo>
                    <a:pt x="657872" y="145573"/>
                    <a:pt x="659495" y="142719"/>
                    <a:pt x="661396" y="140568"/>
                  </a:cubicBezTo>
                  <a:lnTo>
                    <a:pt x="662231" y="138505"/>
                  </a:lnTo>
                  <a:lnTo>
                    <a:pt x="663484" y="138505"/>
                  </a:lnTo>
                  <a:cubicBezTo>
                    <a:pt x="664875" y="137319"/>
                    <a:pt x="666127" y="136529"/>
                    <a:pt x="666730" y="136134"/>
                  </a:cubicBezTo>
                  <a:lnTo>
                    <a:pt x="669327" y="127881"/>
                  </a:lnTo>
                  <a:cubicBezTo>
                    <a:pt x="665849" y="122481"/>
                    <a:pt x="663901" y="108609"/>
                    <a:pt x="663901" y="108609"/>
                  </a:cubicBezTo>
                  <a:lnTo>
                    <a:pt x="660701" y="108609"/>
                  </a:lnTo>
                  <a:lnTo>
                    <a:pt x="655321" y="108345"/>
                  </a:lnTo>
                  <a:lnTo>
                    <a:pt x="651147" y="116028"/>
                  </a:lnTo>
                  <a:lnTo>
                    <a:pt x="649709" y="113262"/>
                  </a:lnTo>
                  <a:lnTo>
                    <a:pt x="652307" y="104263"/>
                  </a:lnTo>
                  <a:cubicBezTo>
                    <a:pt x="658104" y="97678"/>
                    <a:pt x="653744" y="87800"/>
                    <a:pt x="653744" y="87800"/>
                  </a:cubicBezTo>
                  <a:cubicBezTo>
                    <a:pt x="659820" y="79854"/>
                    <a:pt x="644747" y="79020"/>
                    <a:pt x="644747" y="79020"/>
                  </a:cubicBezTo>
                  <a:cubicBezTo>
                    <a:pt x="641872" y="72699"/>
                    <a:pt x="635472" y="75464"/>
                    <a:pt x="635472" y="75464"/>
                  </a:cubicBezTo>
                  <a:lnTo>
                    <a:pt x="632875" y="71601"/>
                  </a:lnTo>
                  <a:lnTo>
                    <a:pt x="625918" y="75991"/>
                  </a:lnTo>
                  <a:lnTo>
                    <a:pt x="628515" y="80644"/>
                  </a:lnTo>
                  <a:lnTo>
                    <a:pt x="622440" y="83103"/>
                  </a:lnTo>
                  <a:lnTo>
                    <a:pt x="623877" y="89688"/>
                  </a:lnTo>
                  <a:lnTo>
                    <a:pt x="617802" y="93244"/>
                  </a:lnTo>
                  <a:lnTo>
                    <a:pt x="617802" y="87185"/>
                  </a:lnTo>
                  <a:lnTo>
                    <a:pt x="609686" y="91049"/>
                  </a:lnTo>
                  <a:lnTo>
                    <a:pt x="609686" y="96273"/>
                  </a:lnTo>
                  <a:lnTo>
                    <a:pt x="608248" y="103385"/>
                  </a:lnTo>
                  <a:cubicBezTo>
                    <a:pt x="599529" y="109970"/>
                    <a:pt x="604770" y="119276"/>
                    <a:pt x="604770" y="119276"/>
                  </a:cubicBezTo>
                  <a:cubicBezTo>
                    <a:pt x="613489" y="132710"/>
                    <a:pt x="607367" y="154660"/>
                    <a:pt x="595494" y="157689"/>
                  </a:cubicBezTo>
                  <a:cubicBezTo>
                    <a:pt x="583622" y="160718"/>
                    <a:pt x="585338" y="148075"/>
                    <a:pt x="585338" y="148075"/>
                  </a:cubicBezTo>
                  <a:cubicBezTo>
                    <a:pt x="587100" y="143158"/>
                    <a:pt x="583900" y="122569"/>
                    <a:pt x="583900" y="122569"/>
                  </a:cubicBezTo>
                  <a:cubicBezTo>
                    <a:pt x="587657" y="119013"/>
                    <a:pt x="586219" y="108301"/>
                    <a:pt x="586219" y="108301"/>
                  </a:cubicBezTo>
                  <a:lnTo>
                    <a:pt x="589697" y="101980"/>
                  </a:lnTo>
                  <a:lnTo>
                    <a:pt x="596793" y="88810"/>
                  </a:lnTo>
                  <a:lnTo>
                    <a:pt x="595216" y="84156"/>
                  </a:lnTo>
                  <a:lnTo>
                    <a:pt x="585662" y="94297"/>
                  </a:lnTo>
                  <a:lnTo>
                    <a:pt x="583900" y="91575"/>
                  </a:lnTo>
                  <a:lnTo>
                    <a:pt x="594613" y="76210"/>
                  </a:lnTo>
                  <a:lnTo>
                    <a:pt x="599807" y="74279"/>
                  </a:lnTo>
                  <a:lnTo>
                    <a:pt x="603286" y="70152"/>
                  </a:lnTo>
                  <a:lnTo>
                    <a:pt x="603286" y="76210"/>
                  </a:lnTo>
                  <a:lnTo>
                    <a:pt x="607042" y="73489"/>
                  </a:lnTo>
                  <a:lnTo>
                    <a:pt x="609639" y="68265"/>
                  </a:lnTo>
                  <a:lnTo>
                    <a:pt x="618358" y="67430"/>
                  </a:lnTo>
                  <a:lnTo>
                    <a:pt x="620399" y="65235"/>
                  </a:lnTo>
                  <a:lnTo>
                    <a:pt x="631112" y="69099"/>
                  </a:lnTo>
                  <a:lnTo>
                    <a:pt x="633431" y="66377"/>
                  </a:lnTo>
                  <a:lnTo>
                    <a:pt x="645304" y="68045"/>
                  </a:lnTo>
                  <a:lnTo>
                    <a:pt x="651240" y="68879"/>
                  </a:lnTo>
                  <a:lnTo>
                    <a:pt x="651982" y="67694"/>
                  </a:lnTo>
                  <a:lnTo>
                    <a:pt x="650312" y="65631"/>
                  </a:lnTo>
                  <a:cubicBezTo>
                    <a:pt x="647112" y="66860"/>
                    <a:pt x="644654" y="66860"/>
                    <a:pt x="643031" y="65543"/>
                  </a:cubicBezTo>
                  <a:cubicBezTo>
                    <a:pt x="640712" y="63699"/>
                    <a:pt x="640898" y="60011"/>
                    <a:pt x="641269" y="57860"/>
                  </a:cubicBezTo>
                  <a:cubicBezTo>
                    <a:pt x="638996" y="58124"/>
                    <a:pt x="635193" y="58387"/>
                    <a:pt x="633477" y="57509"/>
                  </a:cubicBezTo>
                  <a:cubicBezTo>
                    <a:pt x="633014" y="57246"/>
                    <a:pt x="632550" y="56763"/>
                    <a:pt x="632132" y="56104"/>
                  </a:cubicBezTo>
                  <a:lnTo>
                    <a:pt x="627912" y="55138"/>
                  </a:lnTo>
                  <a:lnTo>
                    <a:pt x="627912" y="51275"/>
                  </a:lnTo>
                  <a:lnTo>
                    <a:pt x="622115" y="52109"/>
                  </a:lnTo>
                  <a:lnTo>
                    <a:pt x="609083" y="52636"/>
                  </a:lnTo>
                  <a:cubicBezTo>
                    <a:pt x="601245" y="60055"/>
                    <a:pt x="596329" y="54568"/>
                    <a:pt x="596329" y="54568"/>
                  </a:cubicBezTo>
                  <a:cubicBezTo>
                    <a:pt x="591135" y="58431"/>
                    <a:pt x="583575" y="47983"/>
                    <a:pt x="583575" y="47983"/>
                  </a:cubicBezTo>
                  <a:lnTo>
                    <a:pt x="575181" y="47149"/>
                  </a:lnTo>
                  <a:lnTo>
                    <a:pt x="574300" y="45217"/>
                  </a:lnTo>
                  <a:lnTo>
                    <a:pt x="583575" y="35340"/>
                  </a:lnTo>
                  <a:lnTo>
                    <a:pt x="575738" y="35340"/>
                  </a:lnTo>
                  <a:lnTo>
                    <a:pt x="564143" y="44646"/>
                  </a:lnTo>
                  <a:lnTo>
                    <a:pt x="561268" y="47939"/>
                  </a:lnTo>
                  <a:lnTo>
                    <a:pt x="555193" y="48773"/>
                  </a:lnTo>
                  <a:lnTo>
                    <a:pt x="545639" y="53163"/>
                  </a:lnTo>
                  <a:lnTo>
                    <a:pt x="534926" y="54524"/>
                  </a:lnTo>
                  <a:lnTo>
                    <a:pt x="537801" y="46271"/>
                  </a:lnTo>
                  <a:lnTo>
                    <a:pt x="534926" y="45744"/>
                  </a:lnTo>
                  <a:cubicBezTo>
                    <a:pt x="523331" y="53997"/>
                    <a:pt x="520131" y="48773"/>
                    <a:pt x="520131" y="48773"/>
                  </a:cubicBezTo>
                  <a:cubicBezTo>
                    <a:pt x="524676" y="37491"/>
                    <a:pt x="546613" y="27350"/>
                    <a:pt x="554265" y="24101"/>
                  </a:cubicBezTo>
                  <a:lnTo>
                    <a:pt x="550833" y="24101"/>
                  </a:lnTo>
                  <a:cubicBezTo>
                    <a:pt x="550601" y="24101"/>
                    <a:pt x="550323" y="24013"/>
                    <a:pt x="550137" y="23882"/>
                  </a:cubicBezTo>
                  <a:lnTo>
                    <a:pt x="548143" y="22433"/>
                  </a:lnTo>
                  <a:lnTo>
                    <a:pt x="537523" y="22433"/>
                  </a:lnTo>
                  <a:cubicBezTo>
                    <a:pt x="537105" y="22433"/>
                    <a:pt x="536688" y="22213"/>
                    <a:pt x="536503" y="21862"/>
                  </a:cubicBezTo>
                  <a:lnTo>
                    <a:pt x="535158" y="19579"/>
                  </a:lnTo>
                  <a:lnTo>
                    <a:pt x="530798" y="20501"/>
                  </a:lnTo>
                  <a:lnTo>
                    <a:pt x="524537" y="22389"/>
                  </a:lnTo>
                  <a:cubicBezTo>
                    <a:pt x="524166" y="22477"/>
                    <a:pt x="523749" y="22389"/>
                    <a:pt x="523424" y="22169"/>
                  </a:cubicBezTo>
                  <a:lnTo>
                    <a:pt x="516189" y="16375"/>
                  </a:lnTo>
                  <a:lnTo>
                    <a:pt x="512247" y="16375"/>
                  </a:lnTo>
                  <a:cubicBezTo>
                    <a:pt x="512247" y="16375"/>
                    <a:pt x="511923" y="16375"/>
                    <a:pt x="511737" y="16287"/>
                  </a:cubicBezTo>
                  <a:lnTo>
                    <a:pt x="507378" y="14355"/>
                  </a:lnTo>
                  <a:cubicBezTo>
                    <a:pt x="507378" y="14355"/>
                    <a:pt x="506960" y="14092"/>
                    <a:pt x="506867" y="13916"/>
                  </a:cubicBezTo>
                  <a:lnTo>
                    <a:pt x="505754" y="12029"/>
                  </a:lnTo>
                  <a:lnTo>
                    <a:pt x="503389" y="10624"/>
                  </a:lnTo>
                  <a:lnTo>
                    <a:pt x="497499" y="10624"/>
                  </a:lnTo>
                  <a:lnTo>
                    <a:pt x="491702" y="11985"/>
                  </a:lnTo>
                  <a:cubicBezTo>
                    <a:pt x="491424" y="12029"/>
                    <a:pt x="491146" y="11985"/>
                    <a:pt x="490914" y="11897"/>
                  </a:cubicBezTo>
                  <a:lnTo>
                    <a:pt x="483076" y="8034"/>
                  </a:lnTo>
                  <a:lnTo>
                    <a:pt x="475748" y="6102"/>
                  </a:lnTo>
                  <a:cubicBezTo>
                    <a:pt x="475377" y="6014"/>
                    <a:pt x="475053" y="5707"/>
                    <a:pt x="474960" y="5356"/>
                  </a:cubicBezTo>
                  <a:lnTo>
                    <a:pt x="474125" y="2634"/>
                  </a:lnTo>
                  <a:lnTo>
                    <a:pt x="469302" y="0"/>
                  </a:lnTo>
                  <a:lnTo>
                    <a:pt x="469302" y="176"/>
                  </a:lnTo>
                  <a:cubicBezTo>
                    <a:pt x="469302" y="790"/>
                    <a:pt x="468792" y="1273"/>
                    <a:pt x="468142" y="1273"/>
                  </a:cubicBezTo>
                  <a:lnTo>
                    <a:pt x="30666" y="1273"/>
                  </a:lnTo>
                  <a:cubicBezTo>
                    <a:pt x="31129" y="1449"/>
                    <a:pt x="31454" y="1537"/>
                    <a:pt x="31454" y="1537"/>
                  </a:cubicBezTo>
                  <a:lnTo>
                    <a:pt x="31454" y="3995"/>
                  </a:lnTo>
                  <a:lnTo>
                    <a:pt x="36092" y="7287"/>
                  </a:lnTo>
                  <a:lnTo>
                    <a:pt x="35211" y="12512"/>
                  </a:lnTo>
                  <a:lnTo>
                    <a:pt x="32335" y="11677"/>
                  </a:lnTo>
                  <a:lnTo>
                    <a:pt x="32057" y="15848"/>
                  </a:lnTo>
                  <a:lnTo>
                    <a:pt x="38132" y="22345"/>
                  </a:lnTo>
                  <a:lnTo>
                    <a:pt x="39014" y="30028"/>
                  </a:lnTo>
                  <a:lnTo>
                    <a:pt x="38132" y="37447"/>
                  </a:lnTo>
                  <a:lnTo>
                    <a:pt x="32335" y="39115"/>
                  </a:lnTo>
                  <a:lnTo>
                    <a:pt x="36416" y="34462"/>
                  </a:lnTo>
                  <a:lnTo>
                    <a:pt x="35535" y="27613"/>
                  </a:lnTo>
                  <a:lnTo>
                    <a:pt x="31176" y="31169"/>
                  </a:lnTo>
                  <a:lnTo>
                    <a:pt x="27698" y="33364"/>
                  </a:lnTo>
                  <a:lnTo>
                    <a:pt x="27698" y="30642"/>
                  </a:lnTo>
                  <a:lnTo>
                    <a:pt x="31176" y="26779"/>
                  </a:lnTo>
                  <a:lnTo>
                    <a:pt x="31732" y="21862"/>
                  </a:lnTo>
                  <a:lnTo>
                    <a:pt x="26816" y="19404"/>
                  </a:lnTo>
                  <a:lnTo>
                    <a:pt x="19582" y="19931"/>
                  </a:lnTo>
                  <a:lnTo>
                    <a:pt x="12903" y="19404"/>
                  </a:lnTo>
                  <a:lnTo>
                    <a:pt x="1031" y="15014"/>
                  </a:lnTo>
                  <a:cubicBezTo>
                    <a:pt x="1031" y="15014"/>
                    <a:pt x="-1288" y="23267"/>
                    <a:pt x="1031" y="25462"/>
                  </a:cubicBezTo>
                  <a:cubicBezTo>
                    <a:pt x="3349" y="27657"/>
                    <a:pt x="6550" y="35340"/>
                    <a:pt x="6225" y="36964"/>
                  </a:cubicBezTo>
                  <a:cubicBezTo>
                    <a:pt x="6225" y="36964"/>
                    <a:pt x="7663" y="45480"/>
                    <a:pt x="12022" y="45744"/>
                  </a:cubicBezTo>
                  <a:lnTo>
                    <a:pt x="9147" y="49607"/>
                  </a:lnTo>
                  <a:lnTo>
                    <a:pt x="12625" y="52065"/>
                  </a:lnTo>
                  <a:lnTo>
                    <a:pt x="11744" y="55358"/>
                  </a:lnTo>
                  <a:lnTo>
                    <a:pt x="9147" y="55358"/>
                  </a:lnTo>
                  <a:cubicBezTo>
                    <a:pt x="9147" y="55358"/>
                    <a:pt x="12625" y="74279"/>
                    <a:pt x="11187" y="90215"/>
                  </a:cubicBezTo>
                  <a:cubicBezTo>
                    <a:pt x="9750" y="106150"/>
                    <a:pt x="6550" y="122613"/>
                    <a:pt x="6550" y="122613"/>
                  </a:cubicBezTo>
                  <a:cubicBezTo>
                    <a:pt x="6550" y="122613"/>
                    <a:pt x="1912" y="128934"/>
                    <a:pt x="3952" y="138241"/>
                  </a:cubicBezTo>
                  <a:cubicBezTo>
                    <a:pt x="5993" y="147548"/>
                    <a:pt x="9147" y="159094"/>
                    <a:pt x="9147" y="159094"/>
                  </a:cubicBezTo>
                  <a:cubicBezTo>
                    <a:pt x="9147" y="159094"/>
                    <a:pt x="11744" y="172000"/>
                    <a:pt x="9703" y="173625"/>
                  </a:cubicBezTo>
                  <a:cubicBezTo>
                    <a:pt x="7663" y="175249"/>
                    <a:pt x="149" y="183766"/>
                    <a:pt x="7941" y="187058"/>
                  </a:cubicBezTo>
                  <a:cubicBezTo>
                    <a:pt x="15732" y="190351"/>
                    <a:pt x="14016" y="198033"/>
                    <a:pt x="14016" y="198033"/>
                  </a:cubicBezTo>
                  <a:cubicBezTo>
                    <a:pt x="14016" y="198033"/>
                    <a:pt x="13460" y="210369"/>
                    <a:pt x="20092" y="215857"/>
                  </a:cubicBezTo>
                  <a:cubicBezTo>
                    <a:pt x="20092" y="215857"/>
                    <a:pt x="25286" y="228763"/>
                    <a:pt x="29089" y="228763"/>
                  </a:cubicBezTo>
                  <a:cubicBezTo>
                    <a:pt x="29089" y="228763"/>
                    <a:pt x="35489" y="236182"/>
                    <a:pt x="36602" y="242197"/>
                  </a:cubicBezTo>
                  <a:cubicBezTo>
                    <a:pt x="37715" y="248211"/>
                    <a:pt x="46156" y="249309"/>
                    <a:pt x="46156" y="249309"/>
                  </a:cubicBezTo>
                  <a:cubicBezTo>
                    <a:pt x="46156" y="249309"/>
                    <a:pt x="42677" y="259186"/>
                    <a:pt x="52556" y="268800"/>
                  </a:cubicBezTo>
                  <a:cubicBezTo>
                    <a:pt x="62434" y="278414"/>
                    <a:pt x="63594" y="281970"/>
                    <a:pt x="64150" y="286360"/>
                  </a:cubicBezTo>
                  <a:cubicBezTo>
                    <a:pt x="64707" y="290750"/>
                    <a:pt x="70225" y="295404"/>
                    <a:pt x="82979" y="295140"/>
                  </a:cubicBezTo>
                  <a:cubicBezTo>
                    <a:pt x="82979" y="295140"/>
                    <a:pt x="85855" y="302559"/>
                    <a:pt x="99490" y="302823"/>
                  </a:cubicBezTo>
                  <a:cubicBezTo>
                    <a:pt x="99490" y="302823"/>
                    <a:pt x="98330" y="308310"/>
                    <a:pt x="106446" y="308881"/>
                  </a:cubicBezTo>
                  <a:cubicBezTo>
                    <a:pt x="106446" y="308881"/>
                    <a:pt x="119571" y="315642"/>
                    <a:pt x="119803" y="328153"/>
                  </a:cubicBezTo>
                  <a:lnTo>
                    <a:pt x="157647" y="325080"/>
                  </a:lnTo>
                  <a:cubicBezTo>
                    <a:pt x="157971" y="325036"/>
                    <a:pt x="158296" y="325168"/>
                    <a:pt x="158528" y="325343"/>
                  </a:cubicBezTo>
                  <a:close/>
                  <a:moveTo>
                    <a:pt x="872552" y="70372"/>
                  </a:moveTo>
                  <a:lnTo>
                    <a:pt x="872552" y="76693"/>
                  </a:lnTo>
                  <a:lnTo>
                    <a:pt x="868471" y="72040"/>
                  </a:lnTo>
                  <a:lnTo>
                    <a:pt x="872552" y="70372"/>
                  </a:lnTo>
                  <a:close/>
                  <a:moveTo>
                    <a:pt x="811705" y="90390"/>
                  </a:moveTo>
                  <a:lnTo>
                    <a:pt x="816343" y="90390"/>
                  </a:lnTo>
                  <a:lnTo>
                    <a:pt x="816343" y="95878"/>
                  </a:lnTo>
                  <a:lnTo>
                    <a:pt x="811983" y="108214"/>
                  </a:lnTo>
                  <a:lnTo>
                    <a:pt x="809943" y="106282"/>
                  </a:lnTo>
                  <a:lnTo>
                    <a:pt x="813143" y="98029"/>
                  </a:lnTo>
                  <a:lnTo>
                    <a:pt x="811705" y="90346"/>
                  </a:lnTo>
                  <a:close/>
                  <a:moveTo>
                    <a:pt x="467308" y="21116"/>
                  </a:moveTo>
                  <a:lnTo>
                    <a:pt x="471945" y="19316"/>
                  </a:lnTo>
                  <a:lnTo>
                    <a:pt x="478624" y="17384"/>
                  </a:lnTo>
                  <a:lnTo>
                    <a:pt x="478624" y="21774"/>
                  </a:lnTo>
                  <a:lnTo>
                    <a:pt x="472827" y="21774"/>
                  </a:lnTo>
                  <a:lnTo>
                    <a:pt x="474867" y="24804"/>
                  </a:lnTo>
                  <a:lnTo>
                    <a:pt x="465313" y="24804"/>
                  </a:lnTo>
                  <a:lnTo>
                    <a:pt x="467354" y="21116"/>
                  </a:lnTo>
                  <a:close/>
                  <a:moveTo>
                    <a:pt x="271688" y="27833"/>
                  </a:moveTo>
                  <a:lnTo>
                    <a:pt x="283144" y="27569"/>
                  </a:lnTo>
                  <a:lnTo>
                    <a:pt x="286761" y="22345"/>
                  </a:lnTo>
                  <a:lnTo>
                    <a:pt x="290842" y="22345"/>
                  </a:lnTo>
                  <a:lnTo>
                    <a:pt x="294599" y="29194"/>
                  </a:lnTo>
                  <a:lnTo>
                    <a:pt x="292697" y="30291"/>
                  </a:lnTo>
                  <a:lnTo>
                    <a:pt x="288802" y="25067"/>
                  </a:lnTo>
                  <a:lnTo>
                    <a:pt x="284720" y="30291"/>
                  </a:lnTo>
                  <a:lnTo>
                    <a:pt x="271688" y="30291"/>
                  </a:lnTo>
                  <a:lnTo>
                    <a:pt x="271688" y="27833"/>
                  </a:lnTo>
                  <a:close/>
                  <a:moveTo>
                    <a:pt x="203838" y="184512"/>
                  </a:moveTo>
                  <a:lnTo>
                    <a:pt x="204998" y="181790"/>
                  </a:lnTo>
                  <a:lnTo>
                    <a:pt x="207038" y="186707"/>
                  </a:lnTo>
                  <a:lnTo>
                    <a:pt x="200638" y="190263"/>
                  </a:lnTo>
                  <a:lnTo>
                    <a:pt x="203838" y="184512"/>
                  </a:lnTo>
                  <a:close/>
                  <a:moveTo>
                    <a:pt x="188488" y="157338"/>
                  </a:moveTo>
                  <a:lnTo>
                    <a:pt x="192569" y="165020"/>
                  </a:lnTo>
                  <a:lnTo>
                    <a:pt x="195166" y="163089"/>
                  </a:lnTo>
                  <a:lnTo>
                    <a:pt x="199247" y="168840"/>
                  </a:lnTo>
                  <a:lnTo>
                    <a:pt x="196650" y="172220"/>
                  </a:lnTo>
                  <a:lnTo>
                    <a:pt x="196372" y="177927"/>
                  </a:lnTo>
                  <a:lnTo>
                    <a:pt x="193914" y="176829"/>
                  </a:lnTo>
                  <a:lnTo>
                    <a:pt x="191177" y="170244"/>
                  </a:lnTo>
                  <a:lnTo>
                    <a:pt x="186540" y="167654"/>
                  </a:lnTo>
                  <a:cubicBezTo>
                    <a:pt x="186540" y="167654"/>
                    <a:pt x="181345" y="155450"/>
                    <a:pt x="188580" y="157382"/>
                  </a:cubicBezTo>
                  <a:close/>
                  <a:moveTo>
                    <a:pt x="180371" y="207560"/>
                  </a:moveTo>
                  <a:lnTo>
                    <a:pt x="182969" y="207560"/>
                  </a:lnTo>
                  <a:lnTo>
                    <a:pt x="184638" y="208920"/>
                  </a:lnTo>
                  <a:lnTo>
                    <a:pt x="182969" y="213574"/>
                  </a:lnTo>
                  <a:lnTo>
                    <a:pt x="180371" y="213574"/>
                  </a:lnTo>
                  <a:lnTo>
                    <a:pt x="180371" y="207516"/>
                  </a:lnTo>
                  <a:close/>
                  <a:moveTo>
                    <a:pt x="167339" y="20984"/>
                  </a:moveTo>
                  <a:lnTo>
                    <a:pt x="169658" y="27306"/>
                  </a:lnTo>
                  <a:lnTo>
                    <a:pt x="167339" y="29237"/>
                  </a:lnTo>
                  <a:lnTo>
                    <a:pt x="164742" y="27042"/>
                  </a:lnTo>
                  <a:lnTo>
                    <a:pt x="167339" y="20984"/>
                  </a:lnTo>
                  <a:close/>
                  <a:moveTo>
                    <a:pt x="144151" y="317837"/>
                  </a:moveTo>
                  <a:lnTo>
                    <a:pt x="140533" y="317837"/>
                  </a:lnTo>
                  <a:lnTo>
                    <a:pt x="138957" y="320295"/>
                  </a:lnTo>
                  <a:lnTo>
                    <a:pt x="135200" y="320295"/>
                  </a:lnTo>
                  <a:lnTo>
                    <a:pt x="135200" y="311515"/>
                  </a:lnTo>
                  <a:lnTo>
                    <a:pt x="136962" y="311515"/>
                  </a:lnTo>
                  <a:lnTo>
                    <a:pt x="144197" y="316168"/>
                  </a:lnTo>
                  <a:lnTo>
                    <a:pt x="144197" y="31783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76782D5D-A454-056D-A35B-E4D3895BC362}"/>
                </a:ext>
              </a:extLst>
            </p:cNvPr>
            <p:cNvSpPr>
              <a:spLocks/>
            </p:cNvSpPr>
            <p:nvPr/>
          </p:nvSpPr>
          <p:spPr>
            <a:xfrm>
              <a:off x="2355040" y="1719531"/>
              <a:ext cx="2016154" cy="1322149"/>
            </a:xfrm>
            <a:custGeom>
              <a:avLst/>
              <a:gdLst>
                <a:gd name="connsiteX0" fmla="*/ 724459 w 1350737"/>
                <a:gd name="connsiteY0" fmla="*/ 733887 h 885784"/>
                <a:gd name="connsiteX1" fmla="*/ 723114 w 1350737"/>
                <a:gd name="connsiteY1" fmla="*/ 733141 h 885784"/>
                <a:gd name="connsiteX2" fmla="*/ 724459 w 1350737"/>
                <a:gd name="connsiteY2" fmla="*/ 732526 h 885784"/>
                <a:gd name="connsiteX3" fmla="*/ 724459 w 1350737"/>
                <a:gd name="connsiteY3" fmla="*/ 727653 h 885784"/>
                <a:gd name="connsiteX4" fmla="*/ 725619 w 1350737"/>
                <a:gd name="connsiteY4" fmla="*/ 726556 h 885784"/>
                <a:gd name="connsiteX5" fmla="*/ 728123 w 1350737"/>
                <a:gd name="connsiteY5" fmla="*/ 726556 h 885784"/>
                <a:gd name="connsiteX6" fmla="*/ 726871 w 1350737"/>
                <a:gd name="connsiteY6" fmla="*/ 719971 h 885784"/>
                <a:gd name="connsiteX7" fmla="*/ 730627 w 1350737"/>
                <a:gd name="connsiteY7" fmla="*/ 723834 h 885784"/>
                <a:gd name="connsiteX8" fmla="*/ 734709 w 1350737"/>
                <a:gd name="connsiteY8" fmla="*/ 719971 h 885784"/>
                <a:gd name="connsiteX9" fmla="*/ 738465 w 1350737"/>
                <a:gd name="connsiteY9" fmla="*/ 716678 h 885784"/>
                <a:gd name="connsiteX10" fmla="*/ 738465 w 1350737"/>
                <a:gd name="connsiteY10" fmla="*/ 723263 h 885784"/>
                <a:gd name="connsiteX11" fmla="*/ 732668 w 1350737"/>
                <a:gd name="connsiteY11" fmla="*/ 724932 h 885784"/>
                <a:gd name="connsiteX12" fmla="*/ 732668 w 1350737"/>
                <a:gd name="connsiteY12" fmla="*/ 727653 h 885784"/>
                <a:gd name="connsiteX13" fmla="*/ 742500 w 1350737"/>
                <a:gd name="connsiteY13" fmla="*/ 732307 h 885784"/>
                <a:gd name="connsiteX14" fmla="*/ 733920 w 1350737"/>
                <a:gd name="connsiteY14" fmla="*/ 737575 h 885784"/>
                <a:gd name="connsiteX15" fmla="*/ 734430 w 1350737"/>
                <a:gd name="connsiteY15" fmla="*/ 739287 h 885784"/>
                <a:gd name="connsiteX16" fmla="*/ 741341 w 1350737"/>
                <a:gd name="connsiteY16" fmla="*/ 741131 h 885784"/>
                <a:gd name="connsiteX17" fmla="*/ 748993 w 1350737"/>
                <a:gd name="connsiteY17" fmla="*/ 744862 h 885784"/>
                <a:gd name="connsiteX18" fmla="*/ 754651 w 1350737"/>
                <a:gd name="connsiteY18" fmla="*/ 743589 h 885784"/>
                <a:gd name="connsiteX19" fmla="*/ 754697 w 1350737"/>
                <a:gd name="connsiteY19" fmla="*/ 743589 h 885784"/>
                <a:gd name="connsiteX20" fmla="*/ 753723 w 1350737"/>
                <a:gd name="connsiteY20" fmla="*/ 738365 h 885784"/>
                <a:gd name="connsiteX21" fmla="*/ 753445 w 1350737"/>
                <a:gd name="connsiteY21" fmla="*/ 737004 h 885784"/>
                <a:gd name="connsiteX22" fmla="*/ 756645 w 1350737"/>
                <a:gd name="connsiteY22" fmla="*/ 734809 h 885784"/>
                <a:gd name="connsiteX23" fmla="*/ 756645 w 1350737"/>
                <a:gd name="connsiteY23" fmla="*/ 742228 h 885784"/>
                <a:gd name="connsiteX24" fmla="*/ 761283 w 1350737"/>
                <a:gd name="connsiteY24" fmla="*/ 739199 h 885784"/>
                <a:gd name="connsiteX25" fmla="*/ 767683 w 1350737"/>
                <a:gd name="connsiteY25" fmla="*/ 745257 h 885784"/>
                <a:gd name="connsiteX26" fmla="*/ 765457 w 1350737"/>
                <a:gd name="connsiteY26" fmla="*/ 746487 h 885784"/>
                <a:gd name="connsiteX27" fmla="*/ 766199 w 1350737"/>
                <a:gd name="connsiteY27" fmla="*/ 747716 h 885784"/>
                <a:gd name="connsiteX28" fmla="*/ 770002 w 1350737"/>
                <a:gd name="connsiteY28" fmla="*/ 749384 h 885784"/>
                <a:gd name="connsiteX29" fmla="*/ 774083 w 1350737"/>
                <a:gd name="connsiteY29" fmla="*/ 749384 h 885784"/>
                <a:gd name="connsiteX30" fmla="*/ 774825 w 1350737"/>
                <a:gd name="connsiteY30" fmla="*/ 749647 h 885784"/>
                <a:gd name="connsiteX31" fmla="*/ 781874 w 1350737"/>
                <a:gd name="connsiteY31" fmla="*/ 755310 h 885784"/>
                <a:gd name="connsiteX32" fmla="*/ 787625 w 1350737"/>
                <a:gd name="connsiteY32" fmla="*/ 753554 h 885784"/>
                <a:gd name="connsiteX33" fmla="*/ 792959 w 1350737"/>
                <a:gd name="connsiteY33" fmla="*/ 752413 h 885784"/>
                <a:gd name="connsiteX34" fmla="*/ 794211 w 1350737"/>
                <a:gd name="connsiteY34" fmla="*/ 752940 h 885784"/>
                <a:gd name="connsiteX35" fmla="*/ 795602 w 1350737"/>
                <a:gd name="connsiteY35" fmla="*/ 755398 h 885784"/>
                <a:gd name="connsiteX36" fmla="*/ 805944 w 1350737"/>
                <a:gd name="connsiteY36" fmla="*/ 755398 h 885784"/>
                <a:gd name="connsiteX37" fmla="*/ 806640 w 1350737"/>
                <a:gd name="connsiteY37" fmla="*/ 755618 h 885784"/>
                <a:gd name="connsiteX38" fmla="*/ 808634 w 1350737"/>
                <a:gd name="connsiteY38" fmla="*/ 757066 h 885784"/>
                <a:gd name="connsiteX39" fmla="*/ 815730 w 1350737"/>
                <a:gd name="connsiteY39" fmla="*/ 757066 h 885784"/>
                <a:gd name="connsiteX40" fmla="*/ 819533 w 1350737"/>
                <a:gd name="connsiteY40" fmla="*/ 754037 h 885784"/>
                <a:gd name="connsiteX41" fmla="*/ 819533 w 1350737"/>
                <a:gd name="connsiteY41" fmla="*/ 750745 h 885784"/>
                <a:gd name="connsiteX42" fmla="*/ 825933 w 1350737"/>
                <a:gd name="connsiteY42" fmla="*/ 745652 h 885784"/>
                <a:gd name="connsiteX43" fmla="*/ 825933 w 1350737"/>
                <a:gd name="connsiteY43" fmla="*/ 750745 h 885784"/>
                <a:gd name="connsiteX44" fmla="*/ 831730 w 1350737"/>
                <a:gd name="connsiteY44" fmla="*/ 740604 h 885784"/>
                <a:gd name="connsiteX45" fmla="*/ 831730 w 1350737"/>
                <a:gd name="connsiteY45" fmla="*/ 747452 h 885784"/>
                <a:gd name="connsiteX46" fmla="*/ 839846 w 1350737"/>
                <a:gd name="connsiteY46" fmla="*/ 741701 h 885784"/>
                <a:gd name="connsiteX47" fmla="*/ 836646 w 1350737"/>
                <a:gd name="connsiteY47" fmla="*/ 739506 h 885784"/>
                <a:gd name="connsiteX48" fmla="*/ 836646 w 1350737"/>
                <a:gd name="connsiteY48" fmla="*/ 735116 h 885784"/>
                <a:gd name="connsiteX49" fmla="*/ 863916 w 1350737"/>
                <a:gd name="connsiteY49" fmla="*/ 741965 h 885784"/>
                <a:gd name="connsiteX50" fmla="*/ 872913 w 1350737"/>
                <a:gd name="connsiteY50" fmla="*/ 756803 h 885784"/>
                <a:gd name="connsiteX51" fmla="*/ 880426 w 1350737"/>
                <a:gd name="connsiteY51" fmla="*/ 760666 h 885784"/>
                <a:gd name="connsiteX52" fmla="*/ 888820 w 1350737"/>
                <a:gd name="connsiteY52" fmla="*/ 758998 h 885784"/>
                <a:gd name="connsiteX53" fmla="*/ 886502 w 1350737"/>
                <a:gd name="connsiteY53" fmla="*/ 766154 h 885784"/>
                <a:gd name="connsiteX54" fmla="*/ 893736 w 1350737"/>
                <a:gd name="connsiteY54" fmla="*/ 772739 h 885784"/>
                <a:gd name="connsiteX55" fmla="*/ 890861 w 1350737"/>
                <a:gd name="connsiteY55" fmla="*/ 776602 h 885784"/>
                <a:gd name="connsiteX56" fmla="*/ 890861 w 1350737"/>
                <a:gd name="connsiteY56" fmla="*/ 780992 h 885784"/>
                <a:gd name="connsiteX57" fmla="*/ 895777 w 1350737"/>
                <a:gd name="connsiteY57" fmla="*/ 781519 h 885784"/>
                <a:gd name="connsiteX58" fmla="*/ 894015 w 1350737"/>
                <a:gd name="connsiteY58" fmla="*/ 785382 h 885784"/>
                <a:gd name="connsiteX59" fmla="*/ 894015 w 1350737"/>
                <a:gd name="connsiteY59" fmla="*/ 788411 h 885784"/>
                <a:gd name="connsiteX60" fmla="*/ 892113 w 1350737"/>
                <a:gd name="connsiteY60" fmla="*/ 790826 h 885784"/>
                <a:gd name="connsiteX61" fmla="*/ 899904 w 1350737"/>
                <a:gd name="connsiteY61" fmla="*/ 790650 h 885784"/>
                <a:gd name="connsiteX62" fmla="*/ 900971 w 1350737"/>
                <a:gd name="connsiteY62" fmla="*/ 791001 h 885784"/>
                <a:gd name="connsiteX63" fmla="*/ 901249 w 1350737"/>
                <a:gd name="connsiteY63" fmla="*/ 792011 h 885784"/>
                <a:gd name="connsiteX64" fmla="*/ 901899 w 1350737"/>
                <a:gd name="connsiteY64" fmla="*/ 799079 h 885784"/>
                <a:gd name="connsiteX65" fmla="*/ 907325 w 1350737"/>
                <a:gd name="connsiteY65" fmla="*/ 798596 h 885784"/>
                <a:gd name="connsiteX66" fmla="*/ 905748 w 1350737"/>
                <a:gd name="connsiteY66" fmla="*/ 796664 h 885784"/>
                <a:gd name="connsiteX67" fmla="*/ 922722 w 1350737"/>
                <a:gd name="connsiteY67" fmla="*/ 798025 h 885784"/>
                <a:gd name="connsiteX68" fmla="*/ 935198 w 1350737"/>
                <a:gd name="connsiteY68" fmla="*/ 800484 h 885784"/>
                <a:gd name="connsiteX69" fmla="*/ 930838 w 1350737"/>
                <a:gd name="connsiteY69" fmla="*/ 803513 h 885784"/>
                <a:gd name="connsiteX70" fmla="*/ 917806 w 1350737"/>
                <a:gd name="connsiteY70" fmla="*/ 803513 h 885784"/>
                <a:gd name="connsiteX71" fmla="*/ 915487 w 1350737"/>
                <a:gd name="connsiteY71" fmla="*/ 805971 h 885784"/>
                <a:gd name="connsiteX72" fmla="*/ 927082 w 1350737"/>
                <a:gd name="connsiteY72" fmla="*/ 810098 h 885784"/>
                <a:gd name="connsiteX73" fmla="*/ 936635 w 1350737"/>
                <a:gd name="connsiteY73" fmla="*/ 813390 h 885784"/>
                <a:gd name="connsiteX74" fmla="*/ 939511 w 1350737"/>
                <a:gd name="connsiteY74" fmla="*/ 806805 h 885784"/>
                <a:gd name="connsiteX75" fmla="*/ 935754 w 1350737"/>
                <a:gd name="connsiteY75" fmla="*/ 803513 h 885784"/>
                <a:gd name="connsiteX76" fmla="*/ 953749 w 1350737"/>
                <a:gd name="connsiteY76" fmla="*/ 803513 h 885784"/>
                <a:gd name="connsiteX77" fmla="*/ 958108 w 1350737"/>
                <a:gd name="connsiteY77" fmla="*/ 810624 h 885784"/>
                <a:gd name="connsiteX78" fmla="*/ 970259 w 1350737"/>
                <a:gd name="connsiteY78" fmla="*/ 828185 h 885784"/>
                <a:gd name="connsiteX79" fmla="*/ 964183 w 1350737"/>
                <a:gd name="connsiteY79" fmla="*/ 827658 h 885784"/>
                <a:gd name="connsiteX80" fmla="*/ 964183 w 1350737"/>
                <a:gd name="connsiteY80" fmla="*/ 834506 h 885784"/>
                <a:gd name="connsiteX81" fmla="*/ 956948 w 1350737"/>
                <a:gd name="connsiteY81" fmla="*/ 832575 h 885784"/>
                <a:gd name="connsiteX82" fmla="*/ 948832 w 1350737"/>
                <a:gd name="connsiteY82" fmla="*/ 828711 h 885784"/>
                <a:gd name="connsiteX83" fmla="*/ 944751 w 1350737"/>
                <a:gd name="connsiteY83" fmla="*/ 818570 h 885784"/>
                <a:gd name="connsiteX84" fmla="*/ 939232 w 1350737"/>
                <a:gd name="connsiteY84" fmla="*/ 819405 h 885784"/>
                <a:gd name="connsiteX85" fmla="*/ 944751 w 1350737"/>
                <a:gd name="connsiteY85" fmla="*/ 829853 h 885784"/>
                <a:gd name="connsiteX86" fmla="*/ 937795 w 1350737"/>
                <a:gd name="connsiteY86" fmla="*/ 843857 h 885784"/>
                <a:gd name="connsiteX87" fmla="*/ 937795 w 1350737"/>
                <a:gd name="connsiteY87" fmla="*/ 857554 h 885784"/>
                <a:gd name="connsiteX88" fmla="*/ 929400 w 1350737"/>
                <a:gd name="connsiteY88" fmla="*/ 865236 h 885784"/>
                <a:gd name="connsiteX89" fmla="*/ 928519 w 1350737"/>
                <a:gd name="connsiteY89" fmla="*/ 864973 h 885784"/>
                <a:gd name="connsiteX90" fmla="*/ 926154 w 1350737"/>
                <a:gd name="connsiteY90" fmla="*/ 872392 h 885784"/>
                <a:gd name="connsiteX91" fmla="*/ 925598 w 1350737"/>
                <a:gd name="connsiteY91" fmla="*/ 873050 h 885784"/>
                <a:gd name="connsiteX92" fmla="*/ 924484 w 1350737"/>
                <a:gd name="connsiteY92" fmla="*/ 873753 h 885784"/>
                <a:gd name="connsiteX93" fmla="*/ 925319 w 1350737"/>
                <a:gd name="connsiteY93" fmla="*/ 873753 h 885784"/>
                <a:gd name="connsiteX94" fmla="*/ 927638 w 1350737"/>
                <a:gd name="connsiteY94" fmla="*/ 878670 h 885784"/>
                <a:gd name="connsiteX95" fmla="*/ 919383 w 1350737"/>
                <a:gd name="connsiteY95" fmla="*/ 878670 h 885784"/>
                <a:gd name="connsiteX96" fmla="*/ 917296 w 1350737"/>
                <a:gd name="connsiteY96" fmla="*/ 884772 h 885784"/>
                <a:gd name="connsiteX97" fmla="*/ 917389 w 1350737"/>
                <a:gd name="connsiteY97" fmla="*/ 885167 h 885784"/>
                <a:gd name="connsiteX98" fmla="*/ 927638 w 1350737"/>
                <a:gd name="connsiteY98" fmla="*/ 885518 h 885784"/>
                <a:gd name="connsiteX99" fmla="*/ 937795 w 1350737"/>
                <a:gd name="connsiteY99" fmla="*/ 878670 h 885784"/>
                <a:gd name="connsiteX100" fmla="*/ 958943 w 1350737"/>
                <a:gd name="connsiteY100" fmla="*/ 873753 h 885784"/>
                <a:gd name="connsiteX101" fmla="*/ 979070 w 1350737"/>
                <a:gd name="connsiteY101" fmla="*/ 868309 h 885784"/>
                <a:gd name="connsiteX102" fmla="*/ 980230 w 1350737"/>
                <a:gd name="connsiteY102" fmla="*/ 867782 h 885784"/>
                <a:gd name="connsiteX103" fmla="*/ 978097 w 1350737"/>
                <a:gd name="connsiteY103" fmla="*/ 859836 h 885784"/>
                <a:gd name="connsiteX104" fmla="*/ 968821 w 1350737"/>
                <a:gd name="connsiteY104" fmla="*/ 859441 h 885784"/>
                <a:gd name="connsiteX105" fmla="*/ 997204 w 1350737"/>
                <a:gd name="connsiteY105" fmla="*/ 846271 h 885784"/>
                <a:gd name="connsiteX106" fmla="*/ 1003882 w 1350737"/>
                <a:gd name="connsiteY106" fmla="*/ 844910 h 885784"/>
                <a:gd name="connsiteX107" fmla="*/ 1011998 w 1350737"/>
                <a:gd name="connsiteY107" fmla="*/ 846842 h 885784"/>
                <a:gd name="connsiteX108" fmla="*/ 1022155 w 1350737"/>
                <a:gd name="connsiteY108" fmla="*/ 839116 h 885784"/>
                <a:gd name="connsiteX109" fmla="*/ 1022526 w 1350737"/>
                <a:gd name="connsiteY109" fmla="*/ 838413 h 885784"/>
                <a:gd name="connsiteX110" fmla="*/ 1022851 w 1350737"/>
                <a:gd name="connsiteY110" fmla="*/ 838018 h 885784"/>
                <a:gd name="connsiteX111" fmla="*/ 1043442 w 1350737"/>
                <a:gd name="connsiteY111" fmla="*/ 822917 h 885784"/>
                <a:gd name="connsiteX112" fmla="*/ 1044138 w 1350737"/>
                <a:gd name="connsiteY112" fmla="*/ 822697 h 885784"/>
                <a:gd name="connsiteX113" fmla="*/ 1098028 w 1350737"/>
                <a:gd name="connsiteY113" fmla="*/ 822697 h 885784"/>
                <a:gd name="connsiteX114" fmla="*/ 1100254 w 1350737"/>
                <a:gd name="connsiteY114" fmla="*/ 816814 h 885784"/>
                <a:gd name="connsiteX115" fmla="*/ 1104614 w 1350737"/>
                <a:gd name="connsiteY115" fmla="*/ 816288 h 885784"/>
                <a:gd name="connsiteX116" fmla="*/ 1111292 w 1350737"/>
                <a:gd name="connsiteY116" fmla="*/ 816419 h 885784"/>
                <a:gd name="connsiteX117" fmla="*/ 1112266 w 1350737"/>
                <a:gd name="connsiteY117" fmla="*/ 814268 h 885784"/>
                <a:gd name="connsiteX118" fmla="*/ 1112266 w 1350737"/>
                <a:gd name="connsiteY118" fmla="*/ 810932 h 885784"/>
                <a:gd name="connsiteX119" fmla="*/ 1112544 w 1350737"/>
                <a:gd name="connsiteY119" fmla="*/ 810185 h 885784"/>
                <a:gd name="connsiteX120" fmla="*/ 1117739 w 1350737"/>
                <a:gd name="connsiteY120" fmla="*/ 804742 h 885784"/>
                <a:gd name="connsiteX121" fmla="*/ 1117739 w 1350737"/>
                <a:gd name="connsiteY121" fmla="*/ 797762 h 885784"/>
                <a:gd name="connsiteX122" fmla="*/ 1117831 w 1350737"/>
                <a:gd name="connsiteY122" fmla="*/ 797367 h 885784"/>
                <a:gd name="connsiteX123" fmla="*/ 1128266 w 1350737"/>
                <a:gd name="connsiteY123" fmla="*/ 777743 h 885784"/>
                <a:gd name="connsiteX124" fmla="*/ 1133785 w 1350737"/>
                <a:gd name="connsiteY124" fmla="*/ 769885 h 885784"/>
                <a:gd name="connsiteX125" fmla="*/ 1134852 w 1350737"/>
                <a:gd name="connsiteY125" fmla="*/ 769227 h 885784"/>
                <a:gd name="connsiteX126" fmla="*/ 1138979 w 1350737"/>
                <a:gd name="connsiteY126" fmla="*/ 769227 h 885784"/>
                <a:gd name="connsiteX127" fmla="*/ 1139907 w 1350737"/>
                <a:gd name="connsiteY127" fmla="*/ 769622 h 885784"/>
                <a:gd name="connsiteX128" fmla="*/ 1140139 w 1350737"/>
                <a:gd name="connsiteY128" fmla="*/ 770544 h 885784"/>
                <a:gd name="connsiteX129" fmla="*/ 1140324 w 1350737"/>
                <a:gd name="connsiteY129" fmla="*/ 774187 h 885784"/>
                <a:gd name="connsiteX130" fmla="*/ 1140927 w 1350737"/>
                <a:gd name="connsiteY130" fmla="*/ 774407 h 885784"/>
                <a:gd name="connsiteX131" fmla="*/ 1149924 w 1350737"/>
                <a:gd name="connsiteY131" fmla="*/ 770983 h 885784"/>
                <a:gd name="connsiteX132" fmla="*/ 1151269 w 1350737"/>
                <a:gd name="connsiteY132" fmla="*/ 771070 h 885784"/>
                <a:gd name="connsiteX133" fmla="*/ 1159664 w 1350737"/>
                <a:gd name="connsiteY133" fmla="*/ 777655 h 885784"/>
                <a:gd name="connsiteX134" fmla="*/ 1160081 w 1350737"/>
                <a:gd name="connsiteY134" fmla="*/ 778490 h 885784"/>
                <a:gd name="connsiteX135" fmla="*/ 1160081 w 1350737"/>
                <a:gd name="connsiteY135" fmla="*/ 808825 h 885784"/>
                <a:gd name="connsiteX136" fmla="*/ 1164440 w 1350737"/>
                <a:gd name="connsiteY136" fmla="*/ 808825 h 885784"/>
                <a:gd name="connsiteX137" fmla="*/ 1165600 w 1350737"/>
                <a:gd name="connsiteY137" fmla="*/ 809922 h 885784"/>
                <a:gd name="connsiteX138" fmla="*/ 1165600 w 1350737"/>
                <a:gd name="connsiteY138" fmla="*/ 818790 h 885784"/>
                <a:gd name="connsiteX139" fmla="*/ 1168197 w 1350737"/>
                <a:gd name="connsiteY139" fmla="*/ 819405 h 885784"/>
                <a:gd name="connsiteX140" fmla="*/ 1168939 w 1350737"/>
                <a:gd name="connsiteY140" fmla="*/ 819931 h 885784"/>
                <a:gd name="connsiteX141" fmla="*/ 1171165 w 1350737"/>
                <a:gd name="connsiteY141" fmla="*/ 823663 h 885784"/>
                <a:gd name="connsiteX142" fmla="*/ 1171675 w 1350737"/>
                <a:gd name="connsiteY142" fmla="*/ 824146 h 885784"/>
                <a:gd name="connsiteX143" fmla="*/ 1171675 w 1350737"/>
                <a:gd name="connsiteY143" fmla="*/ 821292 h 885784"/>
                <a:gd name="connsiteX144" fmla="*/ 1173438 w 1350737"/>
                <a:gd name="connsiteY144" fmla="*/ 823487 h 885784"/>
                <a:gd name="connsiteX145" fmla="*/ 1176035 w 1350737"/>
                <a:gd name="connsiteY145" fmla="*/ 823224 h 885784"/>
                <a:gd name="connsiteX146" fmla="*/ 1182713 w 1350737"/>
                <a:gd name="connsiteY146" fmla="*/ 820502 h 885784"/>
                <a:gd name="connsiteX147" fmla="*/ 1191107 w 1350737"/>
                <a:gd name="connsiteY147" fmla="*/ 818570 h 885784"/>
                <a:gd name="connsiteX148" fmla="*/ 1193426 w 1350737"/>
                <a:gd name="connsiteY148" fmla="*/ 816112 h 885784"/>
                <a:gd name="connsiteX149" fmla="*/ 1198620 w 1350737"/>
                <a:gd name="connsiteY149" fmla="*/ 814180 h 885784"/>
                <a:gd name="connsiteX150" fmla="*/ 1203815 w 1350737"/>
                <a:gd name="connsiteY150" fmla="*/ 811985 h 885784"/>
                <a:gd name="connsiteX151" fmla="*/ 1207571 w 1350737"/>
                <a:gd name="connsiteY151" fmla="*/ 805927 h 885784"/>
                <a:gd name="connsiteX152" fmla="*/ 1211652 w 1350737"/>
                <a:gd name="connsiteY152" fmla="*/ 805927 h 885784"/>
                <a:gd name="connsiteX153" fmla="*/ 1211931 w 1350737"/>
                <a:gd name="connsiteY153" fmla="*/ 808649 h 885784"/>
                <a:gd name="connsiteX154" fmla="*/ 1205531 w 1350737"/>
                <a:gd name="connsiteY154" fmla="*/ 812512 h 885784"/>
                <a:gd name="connsiteX155" fmla="*/ 1203490 w 1350737"/>
                <a:gd name="connsiteY155" fmla="*/ 816639 h 885784"/>
                <a:gd name="connsiteX156" fmla="*/ 1206968 w 1350737"/>
                <a:gd name="connsiteY156" fmla="*/ 816902 h 885784"/>
                <a:gd name="connsiteX157" fmla="*/ 1210447 w 1350737"/>
                <a:gd name="connsiteY157" fmla="*/ 815234 h 885784"/>
                <a:gd name="connsiteX158" fmla="*/ 1225519 w 1350737"/>
                <a:gd name="connsiteY158" fmla="*/ 815761 h 885784"/>
                <a:gd name="connsiteX159" fmla="*/ 1224638 w 1350737"/>
                <a:gd name="connsiteY159" fmla="*/ 817122 h 885784"/>
                <a:gd name="connsiteX160" fmla="*/ 1216522 w 1350737"/>
                <a:gd name="connsiteY160" fmla="*/ 819317 h 885784"/>
                <a:gd name="connsiteX161" fmla="*/ 1215641 w 1350737"/>
                <a:gd name="connsiteY161" fmla="*/ 821248 h 885784"/>
                <a:gd name="connsiteX162" fmla="*/ 1211884 w 1350737"/>
                <a:gd name="connsiteY162" fmla="*/ 821248 h 885784"/>
                <a:gd name="connsiteX163" fmla="*/ 1211003 w 1350737"/>
                <a:gd name="connsiteY163" fmla="*/ 817956 h 885784"/>
                <a:gd name="connsiteX164" fmla="*/ 1184336 w 1350737"/>
                <a:gd name="connsiteY164" fmla="*/ 837448 h 885784"/>
                <a:gd name="connsiteX165" fmla="*/ 1188974 w 1350737"/>
                <a:gd name="connsiteY165" fmla="*/ 850354 h 885784"/>
                <a:gd name="connsiteX166" fmla="*/ 1190736 w 1350737"/>
                <a:gd name="connsiteY166" fmla="*/ 854217 h 885784"/>
                <a:gd name="connsiteX167" fmla="*/ 1196255 w 1350737"/>
                <a:gd name="connsiteY167" fmla="*/ 854481 h 885784"/>
                <a:gd name="connsiteX168" fmla="*/ 1196533 w 1350737"/>
                <a:gd name="connsiteY168" fmla="*/ 850925 h 885784"/>
                <a:gd name="connsiteX169" fmla="*/ 1202934 w 1350737"/>
                <a:gd name="connsiteY169" fmla="*/ 849257 h 885784"/>
                <a:gd name="connsiteX170" fmla="*/ 1206690 w 1350737"/>
                <a:gd name="connsiteY170" fmla="*/ 844867 h 885784"/>
                <a:gd name="connsiteX171" fmla="*/ 1213925 w 1350737"/>
                <a:gd name="connsiteY171" fmla="*/ 835823 h 885784"/>
                <a:gd name="connsiteX172" fmla="*/ 1219444 w 1350737"/>
                <a:gd name="connsiteY172" fmla="*/ 831960 h 885784"/>
                <a:gd name="connsiteX173" fmla="*/ 1221763 w 1350737"/>
                <a:gd name="connsiteY173" fmla="*/ 834989 h 885784"/>
                <a:gd name="connsiteX174" fmla="*/ 1245230 w 1350737"/>
                <a:gd name="connsiteY174" fmla="*/ 825375 h 885784"/>
                <a:gd name="connsiteX175" fmla="*/ 1256546 w 1350737"/>
                <a:gd name="connsiteY175" fmla="*/ 820722 h 885784"/>
                <a:gd name="connsiteX176" fmla="*/ 1265265 w 1350737"/>
                <a:gd name="connsiteY176" fmla="*/ 818263 h 885784"/>
                <a:gd name="connsiteX177" fmla="*/ 1265821 w 1350737"/>
                <a:gd name="connsiteY177" fmla="*/ 816068 h 885784"/>
                <a:gd name="connsiteX178" fmla="*/ 1259421 w 1350737"/>
                <a:gd name="connsiteY178" fmla="*/ 816068 h 885784"/>
                <a:gd name="connsiteX179" fmla="*/ 1260580 w 1350737"/>
                <a:gd name="connsiteY179" fmla="*/ 811942 h 885784"/>
                <a:gd name="connsiteX180" fmla="*/ 1265775 w 1350737"/>
                <a:gd name="connsiteY180" fmla="*/ 813302 h 885784"/>
                <a:gd name="connsiteX181" fmla="*/ 1268372 w 1350737"/>
                <a:gd name="connsiteY181" fmla="*/ 810844 h 885784"/>
                <a:gd name="connsiteX182" fmla="*/ 1272453 w 1350737"/>
                <a:gd name="connsiteY182" fmla="*/ 810581 h 885784"/>
                <a:gd name="connsiteX183" fmla="*/ 1283769 w 1350737"/>
                <a:gd name="connsiteY183" fmla="*/ 803469 h 885784"/>
                <a:gd name="connsiteX184" fmla="*/ 1284047 w 1350737"/>
                <a:gd name="connsiteY184" fmla="*/ 797981 h 885784"/>
                <a:gd name="connsiteX185" fmla="*/ 1280569 w 1350737"/>
                <a:gd name="connsiteY185" fmla="*/ 797147 h 885784"/>
                <a:gd name="connsiteX186" fmla="*/ 1274772 w 1350737"/>
                <a:gd name="connsiteY186" fmla="*/ 795479 h 885784"/>
                <a:gd name="connsiteX187" fmla="*/ 1273334 w 1350737"/>
                <a:gd name="connsiteY187" fmla="*/ 794382 h 885784"/>
                <a:gd name="connsiteX188" fmla="*/ 1275653 w 1350737"/>
                <a:gd name="connsiteY188" fmla="*/ 790826 h 885784"/>
                <a:gd name="connsiteX189" fmla="*/ 1276210 w 1350737"/>
                <a:gd name="connsiteY189" fmla="*/ 783977 h 885784"/>
                <a:gd name="connsiteX190" fmla="*/ 1274772 w 1350737"/>
                <a:gd name="connsiteY190" fmla="*/ 779850 h 885784"/>
                <a:gd name="connsiteX191" fmla="*/ 1271294 w 1350737"/>
                <a:gd name="connsiteY191" fmla="*/ 779587 h 885784"/>
                <a:gd name="connsiteX192" fmla="*/ 1271015 w 1350737"/>
                <a:gd name="connsiteY192" fmla="*/ 781782 h 885784"/>
                <a:gd name="connsiteX193" fmla="*/ 1263502 w 1350737"/>
                <a:gd name="connsiteY193" fmla="*/ 791923 h 885784"/>
                <a:gd name="connsiteX194" fmla="*/ 1262621 w 1350737"/>
                <a:gd name="connsiteY194" fmla="*/ 795216 h 885784"/>
                <a:gd name="connsiteX195" fmla="*/ 1257983 w 1350737"/>
                <a:gd name="connsiteY195" fmla="*/ 808649 h 885784"/>
                <a:gd name="connsiteX196" fmla="*/ 1251027 w 1350737"/>
                <a:gd name="connsiteY196" fmla="*/ 808912 h 885784"/>
                <a:gd name="connsiteX197" fmla="*/ 1249867 w 1350737"/>
                <a:gd name="connsiteY197" fmla="*/ 805357 h 885784"/>
                <a:gd name="connsiteX198" fmla="*/ 1246389 w 1350737"/>
                <a:gd name="connsiteY198" fmla="*/ 808912 h 885784"/>
                <a:gd name="connsiteX199" fmla="*/ 1240592 w 1350737"/>
                <a:gd name="connsiteY199" fmla="*/ 809439 h 885784"/>
                <a:gd name="connsiteX200" fmla="*/ 1237392 w 1350737"/>
                <a:gd name="connsiteY200" fmla="*/ 807771 h 885784"/>
                <a:gd name="connsiteX201" fmla="*/ 1225797 w 1350737"/>
                <a:gd name="connsiteY201" fmla="*/ 806937 h 885784"/>
                <a:gd name="connsiteX202" fmla="*/ 1221716 w 1350737"/>
                <a:gd name="connsiteY202" fmla="*/ 804742 h 885784"/>
                <a:gd name="connsiteX203" fmla="*/ 1218841 w 1350737"/>
                <a:gd name="connsiteY203" fmla="*/ 802547 h 885784"/>
                <a:gd name="connsiteX204" fmla="*/ 1220882 w 1350737"/>
                <a:gd name="connsiteY204" fmla="*/ 799518 h 885784"/>
                <a:gd name="connsiteX205" fmla="*/ 1208406 w 1350737"/>
                <a:gd name="connsiteY205" fmla="*/ 796489 h 885784"/>
                <a:gd name="connsiteX206" fmla="*/ 1206366 w 1350737"/>
                <a:gd name="connsiteY206" fmla="*/ 792625 h 885784"/>
                <a:gd name="connsiteX207" fmla="*/ 1206922 w 1350737"/>
                <a:gd name="connsiteY207" fmla="*/ 786875 h 885784"/>
                <a:gd name="connsiteX208" fmla="*/ 1203165 w 1350737"/>
                <a:gd name="connsiteY208" fmla="*/ 785777 h 885784"/>
                <a:gd name="connsiteX209" fmla="*/ 1203722 w 1350737"/>
                <a:gd name="connsiteY209" fmla="*/ 781650 h 885784"/>
                <a:gd name="connsiteX210" fmla="*/ 1206319 w 1350737"/>
                <a:gd name="connsiteY210" fmla="*/ 778095 h 885784"/>
                <a:gd name="connsiteX211" fmla="*/ 1197600 w 1350737"/>
                <a:gd name="connsiteY211" fmla="*/ 778929 h 885784"/>
                <a:gd name="connsiteX212" fmla="*/ 1204557 w 1350737"/>
                <a:gd name="connsiteY212" fmla="*/ 771817 h 885784"/>
                <a:gd name="connsiteX213" fmla="*/ 1205113 w 1350737"/>
                <a:gd name="connsiteY213" fmla="*/ 767690 h 885784"/>
                <a:gd name="connsiteX214" fmla="*/ 1210910 w 1350737"/>
                <a:gd name="connsiteY214" fmla="*/ 760842 h 885784"/>
                <a:gd name="connsiteX215" fmla="*/ 1203073 w 1350737"/>
                <a:gd name="connsiteY215" fmla="*/ 762510 h 885784"/>
                <a:gd name="connsiteX216" fmla="*/ 1193519 w 1350737"/>
                <a:gd name="connsiteY216" fmla="*/ 765539 h 885784"/>
                <a:gd name="connsiteX217" fmla="*/ 1190922 w 1350737"/>
                <a:gd name="connsiteY217" fmla="*/ 765539 h 885784"/>
                <a:gd name="connsiteX218" fmla="*/ 1179606 w 1350737"/>
                <a:gd name="connsiteY218" fmla="*/ 757286 h 885784"/>
                <a:gd name="connsiteX219" fmla="*/ 1181646 w 1350737"/>
                <a:gd name="connsiteY219" fmla="*/ 755925 h 885784"/>
                <a:gd name="connsiteX220" fmla="*/ 1188046 w 1350737"/>
                <a:gd name="connsiteY220" fmla="*/ 752896 h 885784"/>
                <a:gd name="connsiteX221" fmla="*/ 1199641 w 1350737"/>
                <a:gd name="connsiteY221" fmla="*/ 757286 h 885784"/>
                <a:gd name="connsiteX222" fmla="*/ 1208638 w 1350737"/>
                <a:gd name="connsiteY222" fmla="*/ 750174 h 885784"/>
                <a:gd name="connsiteX223" fmla="*/ 1213832 w 1350737"/>
                <a:gd name="connsiteY223" fmla="*/ 746311 h 885784"/>
                <a:gd name="connsiteX224" fmla="*/ 1216151 w 1350737"/>
                <a:gd name="connsiteY224" fmla="*/ 743589 h 885784"/>
                <a:gd name="connsiteX225" fmla="*/ 1211513 w 1350737"/>
                <a:gd name="connsiteY225" fmla="*/ 739463 h 885784"/>
                <a:gd name="connsiteX226" fmla="*/ 1214992 w 1350737"/>
                <a:gd name="connsiteY226" fmla="*/ 739463 h 885784"/>
                <a:gd name="connsiteX227" fmla="*/ 1203676 w 1350737"/>
                <a:gd name="connsiteY227" fmla="*/ 730682 h 885784"/>
                <a:gd name="connsiteX228" fmla="*/ 1166852 w 1350737"/>
                <a:gd name="connsiteY228" fmla="*/ 737004 h 885784"/>
                <a:gd name="connsiteX229" fmla="*/ 1144545 w 1350737"/>
                <a:gd name="connsiteY229" fmla="*/ 749077 h 885784"/>
                <a:gd name="connsiteX230" fmla="*/ 1128313 w 1350737"/>
                <a:gd name="connsiteY230" fmla="*/ 764442 h 885784"/>
                <a:gd name="connsiteX231" fmla="*/ 1121634 w 1350737"/>
                <a:gd name="connsiteY231" fmla="*/ 772958 h 885784"/>
                <a:gd name="connsiteX232" fmla="*/ 1111199 w 1350737"/>
                <a:gd name="connsiteY232" fmla="*/ 782002 h 885784"/>
                <a:gd name="connsiteX233" fmla="*/ 1104799 w 1350737"/>
                <a:gd name="connsiteY233" fmla="*/ 783933 h 885784"/>
                <a:gd name="connsiteX234" fmla="*/ 1110875 w 1350737"/>
                <a:gd name="connsiteY234" fmla="*/ 779543 h 885784"/>
                <a:gd name="connsiteX235" fmla="*/ 1114353 w 1350737"/>
                <a:gd name="connsiteY235" fmla="*/ 771861 h 885784"/>
                <a:gd name="connsiteX236" fmla="*/ 1122747 w 1350737"/>
                <a:gd name="connsiteY236" fmla="*/ 765539 h 885784"/>
                <a:gd name="connsiteX237" fmla="*/ 1127942 w 1350737"/>
                <a:gd name="connsiteY237" fmla="*/ 754564 h 885784"/>
                <a:gd name="connsiteX238" fmla="*/ 1138098 w 1350737"/>
                <a:gd name="connsiteY238" fmla="*/ 740867 h 885784"/>
                <a:gd name="connsiteX239" fmla="*/ 1147374 w 1350737"/>
                <a:gd name="connsiteY239" fmla="*/ 733755 h 885784"/>
                <a:gd name="connsiteX240" fmla="*/ 1152568 w 1350737"/>
                <a:gd name="connsiteY240" fmla="*/ 731297 h 885784"/>
                <a:gd name="connsiteX241" fmla="*/ 1154608 w 1350737"/>
                <a:gd name="connsiteY241" fmla="*/ 729365 h 885784"/>
                <a:gd name="connsiteX242" fmla="*/ 1165925 w 1350737"/>
                <a:gd name="connsiteY242" fmla="*/ 726644 h 885784"/>
                <a:gd name="connsiteX243" fmla="*/ 1171443 w 1350737"/>
                <a:gd name="connsiteY243" fmla="*/ 713474 h 885784"/>
                <a:gd name="connsiteX244" fmla="*/ 1205067 w 1350737"/>
                <a:gd name="connsiteY244" fmla="*/ 705528 h 885784"/>
                <a:gd name="connsiteX245" fmla="*/ 1245925 w 1350737"/>
                <a:gd name="connsiteY245" fmla="*/ 706625 h 885784"/>
                <a:gd name="connsiteX246" fmla="*/ 1252604 w 1350737"/>
                <a:gd name="connsiteY246" fmla="*/ 708557 h 885784"/>
                <a:gd name="connsiteX247" fmla="*/ 1260441 w 1350737"/>
                <a:gd name="connsiteY247" fmla="*/ 708293 h 885784"/>
                <a:gd name="connsiteX248" fmla="*/ 1282192 w 1350737"/>
                <a:gd name="connsiteY248" fmla="*/ 706362 h 885784"/>
                <a:gd name="connsiteX249" fmla="*/ 1283955 w 1350737"/>
                <a:gd name="connsiteY249" fmla="*/ 703903 h 885784"/>
                <a:gd name="connsiteX250" fmla="*/ 1296708 w 1350737"/>
                <a:gd name="connsiteY250" fmla="*/ 694289 h 885784"/>
                <a:gd name="connsiteX251" fmla="*/ 1298471 w 1350737"/>
                <a:gd name="connsiteY251" fmla="*/ 689636 h 885784"/>
                <a:gd name="connsiteX252" fmla="*/ 1302552 w 1350737"/>
                <a:gd name="connsiteY252" fmla="*/ 687704 h 885784"/>
                <a:gd name="connsiteX253" fmla="*/ 1306911 w 1350737"/>
                <a:gd name="connsiteY253" fmla="*/ 683051 h 885784"/>
                <a:gd name="connsiteX254" fmla="*/ 1311271 w 1350737"/>
                <a:gd name="connsiteY254" fmla="*/ 682787 h 885784"/>
                <a:gd name="connsiteX255" fmla="*/ 1315352 w 1350737"/>
                <a:gd name="connsiteY255" fmla="*/ 679758 h 885784"/>
                <a:gd name="connsiteX256" fmla="*/ 1321428 w 1350737"/>
                <a:gd name="connsiteY256" fmla="*/ 677300 h 885784"/>
                <a:gd name="connsiteX257" fmla="*/ 1324628 w 1350737"/>
                <a:gd name="connsiteY257" fmla="*/ 678134 h 885784"/>
                <a:gd name="connsiteX258" fmla="*/ 1329822 w 1350737"/>
                <a:gd name="connsiteY258" fmla="*/ 678397 h 885784"/>
                <a:gd name="connsiteX259" fmla="*/ 1333300 w 1350737"/>
                <a:gd name="connsiteY259" fmla="*/ 675676 h 885784"/>
                <a:gd name="connsiteX260" fmla="*/ 1342019 w 1350737"/>
                <a:gd name="connsiteY260" fmla="*/ 670452 h 885784"/>
                <a:gd name="connsiteX261" fmla="*/ 1347538 w 1350737"/>
                <a:gd name="connsiteY261" fmla="*/ 658116 h 885784"/>
                <a:gd name="connsiteX262" fmla="*/ 1350738 w 1350737"/>
                <a:gd name="connsiteY262" fmla="*/ 656447 h 885784"/>
                <a:gd name="connsiteX263" fmla="*/ 1350181 w 1350737"/>
                <a:gd name="connsiteY263" fmla="*/ 652892 h 885784"/>
                <a:gd name="connsiteX264" fmla="*/ 1348141 w 1350737"/>
                <a:gd name="connsiteY264" fmla="*/ 649862 h 885784"/>
                <a:gd name="connsiteX265" fmla="*/ 1344662 w 1350737"/>
                <a:gd name="connsiteY265" fmla="*/ 646833 h 885784"/>
                <a:gd name="connsiteX266" fmla="*/ 1347538 w 1350737"/>
                <a:gd name="connsiteY266" fmla="*/ 645472 h 885784"/>
                <a:gd name="connsiteX267" fmla="*/ 1346981 w 1350737"/>
                <a:gd name="connsiteY267" fmla="*/ 642180 h 885784"/>
                <a:gd name="connsiteX268" fmla="*/ 1346703 w 1350737"/>
                <a:gd name="connsiteY268" fmla="*/ 639722 h 885784"/>
                <a:gd name="connsiteX269" fmla="*/ 1348465 w 1350737"/>
                <a:gd name="connsiteY269" fmla="*/ 638887 h 885784"/>
                <a:gd name="connsiteX270" fmla="*/ 1349022 w 1350737"/>
                <a:gd name="connsiteY270" fmla="*/ 635024 h 885784"/>
                <a:gd name="connsiteX271" fmla="*/ 1347260 w 1350737"/>
                <a:gd name="connsiteY271" fmla="*/ 632566 h 885784"/>
                <a:gd name="connsiteX272" fmla="*/ 1346703 w 1350737"/>
                <a:gd name="connsiteY272" fmla="*/ 628439 h 885784"/>
                <a:gd name="connsiteX273" fmla="*/ 1344106 w 1350737"/>
                <a:gd name="connsiteY273" fmla="*/ 626244 h 885784"/>
                <a:gd name="connsiteX274" fmla="*/ 1338587 w 1350737"/>
                <a:gd name="connsiteY274" fmla="*/ 624883 h 885784"/>
                <a:gd name="connsiteX275" fmla="*/ 1337149 w 1350737"/>
                <a:gd name="connsiteY275" fmla="*/ 622688 h 885784"/>
                <a:gd name="connsiteX276" fmla="*/ 1338309 w 1350737"/>
                <a:gd name="connsiteY276" fmla="*/ 619659 h 885784"/>
                <a:gd name="connsiteX277" fmla="*/ 1333115 w 1350737"/>
                <a:gd name="connsiteY277" fmla="*/ 621591 h 885784"/>
                <a:gd name="connsiteX278" fmla="*/ 1327596 w 1350737"/>
                <a:gd name="connsiteY278" fmla="*/ 624049 h 885784"/>
                <a:gd name="connsiteX279" fmla="*/ 1325277 w 1350737"/>
                <a:gd name="connsiteY279" fmla="*/ 629800 h 885784"/>
                <a:gd name="connsiteX280" fmla="*/ 1324396 w 1350737"/>
                <a:gd name="connsiteY280" fmla="*/ 625673 h 885784"/>
                <a:gd name="connsiteX281" fmla="*/ 1321798 w 1350737"/>
                <a:gd name="connsiteY281" fmla="*/ 624313 h 885784"/>
                <a:gd name="connsiteX282" fmla="*/ 1326714 w 1350737"/>
                <a:gd name="connsiteY282" fmla="*/ 622118 h 885784"/>
                <a:gd name="connsiteX283" fmla="*/ 1324952 w 1350737"/>
                <a:gd name="connsiteY283" fmla="*/ 616059 h 885784"/>
                <a:gd name="connsiteX284" fmla="*/ 1318877 w 1350737"/>
                <a:gd name="connsiteY284" fmla="*/ 610001 h 885784"/>
                <a:gd name="connsiteX285" fmla="*/ 1313682 w 1350737"/>
                <a:gd name="connsiteY285" fmla="*/ 610001 h 885784"/>
                <a:gd name="connsiteX286" fmla="*/ 1307885 w 1350737"/>
                <a:gd name="connsiteY286" fmla="*/ 611362 h 885784"/>
                <a:gd name="connsiteX287" fmla="*/ 1306448 w 1350737"/>
                <a:gd name="connsiteY287" fmla="*/ 614655 h 885784"/>
                <a:gd name="connsiteX288" fmla="*/ 1302969 w 1350737"/>
                <a:gd name="connsiteY288" fmla="*/ 616586 h 885784"/>
                <a:gd name="connsiteX289" fmla="*/ 1297775 w 1350737"/>
                <a:gd name="connsiteY289" fmla="*/ 620449 h 885784"/>
                <a:gd name="connsiteX290" fmla="*/ 1293137 w 1350737"/>
                <a:gd name="connsiteY290" fmla="*/ 622118 h 885784"/>
                <a:gd name="connsiteX291" fmla="*/ 1291375 w 1350737"/>
                <a:gd name="connsiteY291" fmla="*/ 625410 h 885784"/>
                <a:gd name="connsiteX292" fmla="*/ 1281543 w 1350737"/>
                <a:gd name="connsiteY292" fmla="*/ 627605 h 885784"/>
                <a:gd name="connsiteX293" fmla="*/ 1278946 w 1350737"/>
                <a:gd name="connsiteY293" fmla="*/ 634190 h 885784"/>
                <a:gd name="connsiteX294" fmla="*/ 1278065 w 1350737"/>
                <a:gd name="connsiteY294" fmla="*/ 631161 h 885784"/>
                <a:gd name="connsiteX295" fmla="*/ 1273984 w 1350737"/>
                <a:gd name="connsiteY295" fmla="*/ 631688 h 885784"/>
                <a:gd name="connsiteX296" fmla="*/ 1277740 w 1350737"/>
                <a:gd name="connsiteY296" fmla="*/ 628966 h 885784"/>
                <a:gd name="connsiteX297" fmla="*/ 1280059 w 1350737"/>
                <a:gd name="connsiteY297" fmla="*/ 624839 h 885784"/>
                <a:gd name="connsiteX298" fmla="*/ 1284418 w 1350737"/>
                <a:gd name="connsiteY298" fmla="*/ 620186 h 885784"/>
                <a:gd name="connsiteX299" fmla="*/ 1289334 w 1350737"/>
                <a:gd name="connsiteY299" fmla="*/ 619923 h 885784"/>
                <a:gd name="connsiteX300" fmla="*/ 1295410 w 1350737"/>
                <a:gd name="connsiteY300" fmla="*/ 617201 h 885784"/>
                <a:gd name="connsiteX301" fmla="*/ 1301810 w 1350737"/>
                <a:gd name="connsiteY301" fmla="*/ 613908 h 885784"/>
                <a:gd name="connsiteX302" fmla="*/ 1306448 w 1350737"/>
                <a:gd name="connsiteY302" fmla="*/ 610045 h 885784"/>
                <a:gd name="connsiteX303" fmla="*/ 1313961 w 1350737"/>
                <a:gd name="connsiteY303" fmla="*/ 607016 h 885784"/>
                <a:gd name="connsiteX304" fmla="*/ 1321474 w 1350737"/>
                <a:gd name="connsiteY304" fmla="*/ 605348 h 885784"/>
                <a:gd name="connsiteX305" fmla="*/ 1324071 w 1350737"/>
                <a:gd name="connsiteY305" fmla="*/ 601792 h 885784"/>
                <a:gd name="connsiteX306" fmla="*/ 1326112 w 1350737"/>
                <a:gd name="connsiteY306" fmla="*/ 599860 h 885784"/>
                <a:gd name="connsiteX307" fmla="*/ 1317114 w 1350737"/>
                <a:gd name="connsiteY307" fmla="*/ 598499 h 885784"/>
                <a:gd name="connsiteX308" fmla="*/ 1313914 w 1350737"/>
                <a:gd name="connsiteY308" fmla="*/ 596304 h 885784"/>
                <a:gd name="connsiteX309" fmla="*/ 1312755 w 1350737"/>
                <a:gd name="connsiteY309" fmla="*/ 593275 h 885784"/>
                <a:gd name="connsiteX310" fmla="*/ 1308674 w 1350737"/>
                <a:gd name="connsiteY310" fmla="*/ 595470 h 885784"/>
                <a:gd name="connsiteX311" fmla="*/ 1303155 w 1350737"/>
                <a:gd name="connsiteY311" fmla="*/ 595207 h 885784"/>
                <a:gd name="connsiteX312" fmla="*/ 1299677 w 1350737"/>
                <a:gd name="connsiteY312" fmla="*/ 593846 h 885784"/>
                <a:gd name="connsiteX313" fmla="*/ 1298517 w 1350737"/>
                <a:gd name="connsiteY313" fmla="*/ 591914 h 885784"/>
                <a:gd name="connsiteX314" fmla="*/ 1297358 w 1350737"/>
                <a:gd name="connsiteY314" fmla="*/ 588358 h 885784"/>
                <a:gd name="connsiteX315" fmla="*/ 1298517 w 1350737"/>
                <a:gd name="connsiteY315" fmla="*/ 586998 h 885784"/>
                <a:gd name="connsiteX316" fmla="*/ 1296755 w 1350737"/>
                <a:gd name="connsiteY316" fmla="*/ 585329 h 885784"/>
                <a:gd name="connsiteX317" fmla="*/ 1296477 w 1350737"/>
                <a:gd name="connsiteY317" fmla="*/ 582037 h 885784"/>
                <a:gd name="connsiteX318" fmla="*/ 1285763 w 1350737"/>
                <a:gd name="connsiteY318" fmla="*/ 591344 h 885784"/>
                <a:gd name="connsiteX319" fmla="*/ 1290401 w 1350737"/>
                <a:gd name="connsiteY319" fmla="*/ 584495 h 885784"/>
                <a:gd name="connsiteX320" fmla="*/ 1287526 w 1350737"/>
                <a:gd name="connsiteY320" fmla="*/ 585593 h 885784"/>
                <a:gd name="connsiteX321" fmla="*/ 1284928 w 1350737"/>
                <a:gd name="connsiteY321" fmla="*/ 585593 h 885784"/>
                <a:gd name="connsiteX322" fmla="*/ 1285485 w 1350737"/>
                <a:gd name="connsiteY322" fmla="*/ 580939 h 885784"/>
                <a:gd name="connsiteX323" fmla="*/ 1281729 w 1350737"/>
                <a:gd name="connsiteY323" fmla="*/ 582871 h 885784"/>
                <a:gd name="connsiteX324" fmla="*/ 1278250 w 1350737"/>
                <a:gd name="connsiteY324" fmla="*/ 583398 h 885784"/>
                <a:gd name="connsiteX325" fmla="*/ 1274169 w 1350737"/>
                <a:gd name="connsiteY325" fmla="*/ 585329 h 885784"/>
                <a:gd name="connsiteX326" fmla="*/ 1276766 w 1350737"/>
                <a:gd name="connsiteY326" fmla="*/ 580939 h 885784"/>
                <a:gd name="connsiteX327" fmla="*/ 1277323 w 1350737"/>
                <a:gd name="connsiteY327" fmla="*/ 576022 h 885784"/>
                <a:gd name="connsiteX328" fmla="*/ 1275004 w 1350737"/>
                <a:gd name="connsiteY328" fmla="*/ 571896 h 885784"/>
                <a:gd name="connsiteX329" fmla="*/ 1275885 w 1350737"/>
                <a:gd name="connsiteY329" fmla="*/ 568340 h 885784"/>
                <a:gd name="connsiteX330" fmla="*/ 1273288 w 1350737"/>
                <a:gd name="connsiteY330" fmla="*/ 567813 h 885784"/>
                <a:gd name="connsiteX331" fmla="*/ 1273010 w 1350737"/>
                <a:gd name="connsiteY331" fmla="*/ 573301 h 885784"/>
                <a:gd name="connsiteX332" fmla="*/ 1270969 w 1350737"/>
                <a:gd name="connsiteY332" fmla="*/ 568911 h 885784"/>
                <a:gd name="connsiteX333" fmla="*/ 1266331 w 1350737"/>
                <a:gd name="connsiteY333" fmla="*/ 567550 h 885784"/>
                <a:gd name="connsiteX334" fmla="*/ 1259931 w 1350737"/>
                <a:gd name="connsiteY334" fmla="*/ 567550 h 885784"/>
                <a:gd name="connsiteX335" fmla="*/ 1259653 w 1350737"/>
                <a:gd name="connsiteY335" fmla="*/ 563687 h 885784"/>
                <a:gd name="connsiteX336" fmla="*/ 1259931 w 1350737"/>
                <a:gd name="connsiteY336" fmla="*/ 555741 h 885784"/>
                <a:gd name="connsiteX337" fmla="*/ 1254412 w 1350737"/>
                <a:gd name="connsiteY337" fmla="*/ 557409 h 885784"/>
                <a:gd name="connsiteX338" fmla="*/ 1249496 w 1350737"/>
                <a:gd name="connsiteY338" fmla="*/ 555741 h 885784"/>
                <a:gd name="connsiteX339" fmla="*/ 1254412 w 1350737"/>
                <a:gd name="connsiteY339" fmla="*/ 555214 h 885784"/>
                <a:gd name="connsiteX340" fmla="*/ 1252372 w 1350737"/>
                <a:gd name="connsiteY340" fmla="*/ 551658 h 885784"/>
                <a:gd name="connsiteX341" fmla="*/ 1248615 w 1350737"/>
                <a:gd name="connsiteY341" fmla="*/ 549463 h 885784"/>
                <a:gd name="connsiteX342" fmla="*/ 1258447 w 1350737"/>
                <a:gd name="connsiteY342" fmla="*/ 550297 h 885784"/>
                <a:gd name="connsiteX343" fmla="*/ 1257009 w 1350737"/>
                <a:gd name="connsiteY343" fmla="*/ 548102 h 885784"/>
                <a:gd name="connsiteX344" fmla="*/ 1250934 w 1350737"/>
                <a:gd name="connsiteY344" fmla="*/ 547575 h 885784"/>
                <a:gd name="connsiteX345" fmla="*/ 1247177 w 1350737"/>
                <a:gd name="connsiteY345" fmla="*/ 547048 h 885784"/>
                <a:gd name="connsiteX346" fmla="*/ 1246296 w 1350737"/>
                <a:gd name="connsiteY346" fmla="*/ 544590 h 885784"/>
                <a:gd name="connsiteX347" fmla="*/ 1255572 w 1350737"/>
                <a:gd name="connsiteY347" fmla="*/ 545117 h 885784"/>
                <a:gd name="connsiteX348" fmla="*/ 1258169 w 1350737"/>
                <a:gd name="connsiteY348" fmla="*/ 546478 h 885784"/>
                <a:gd name="connsiteX349" fmla="*/ 1261369 w 1350737"/>
                <a:gd name="connsiteY349" fmla="*/ 544810 h 885784"/>
                <a:gd name="connsiteX350" fmla="*/ 1257891 w 1350737"/>
                <a:gd name="connsiteY350" fmla="*/ 542088 h 885784"/>
                <a:gd name="connsiteX351" fmla="*/ 1261091 w 1350737"/>
                <a:gd name="connsiteY351" fmla="*/ 539893 h 885784"/>
                <a:gd name="connsiteX352" fmla="*/ 1257891 w 1350737"/>
                <a:gd name="connsiteY352" fmla="*/ 537434 h 885784"/>
                <a:gd name="connsiteX353" fmla="*/ 1259653 w 1350737"/>
                <a:gd name="connsiteY353" fmla="*/ 535766 h 885784"/>
                <a:gd name="connsiteX354" fmla="*/ 1260534 w 1350737"/>
                <a:gd name="connsiteY354" fmla="*/ 531113 h 885784"/>
                <a:gd name="connsiteX355" fmla="*/ 1254134 w 1350737"/>
                <a:gd name="connsiteY355" fmla="*/ 531640 h 885784"/>
                <a:gd name="connsiteX356" fmla="*/ 1250656 w 1350737"/>
                <a:gd name="connsiteY356" fmla="*/ 530279 h 885784"/>
                <a:gd name="connsiteX357" fmla="*/ 1252418 w 1350737"/>
                <a:gd name="connsiteY357" fmla="*/ 528347 h 885784"/>
                <a:gd name="connsiteX358" fmla="*/ 1252418 w 1350737"/>
                <a:gd name="connsiteY358" fmla="*/ 525055 h 885784"/>
                <a:gd name="connsiteX359" fmla="*/ 1254737 w 1350737"/>
                <a:gd name="connsiteY359" fmla="*/ 527250 h 885784"/>
                <a:gd name="connsiteX360" fmla="*/ 1257937 w 1350737"/>
                <a:gd name="connsiteY360" fmla="*/ 526152 h 885784"/>
                <a:gd name="connsiteX361" fmla="*/ 1255618 w 1350737"/>
                <a:gd name="connsiteY361" fmla="*/ 523430 h 885784"/>
                <a:gd name="connsiteX362" fmla="*/ 1253578 w 1350737"/>
                <a:gd name="connsiteY362" fmla="*/ 520138 h 885784"/>
                <a:gd name="connsiteX363" fmla="*/ 1248662 w 1350737"/>
                <a:gd name="connsiteY363" fmla="*/ 521499 h 885784"/>
                <a:gd name="connsiteX364" fmla="*/ 1244024 w 1350737"/>
                <a:gd name="connsiteY364" fmla="*/ 523694 h 885784"/>
                <a:gd name="connsiteX365" fmla="*/ 1248662 w 1350737"/>
                <a:gd name="connsiteY365" fmla="*/ 519304 h 885784"/>
                <a:gd name="connsiteX366" fmla="*/ 1251259 w 1350737"/>
                <a:gd name="connsiteY366" fmla="*/ 516275 h 885784"/>
                <a:gd name="connsiteX367" fmla="*/ 1250980 w 1350737"/>
                <a:gd name="connsiteY367" fmla="*/ 511358 h 885784"/>
                <a:gd name="connsiteX368" fmla="*/ 1247224 w 1350737"/>
                <a:gd name="connsiteY368" fmla="*/ 508636 h 885784"/>
                <a:gd name="connsiteX369" fmla="*/ 1245183 w 1350737"/>
                <a:gd name="connsiteY369" fmla="*/ 510831 h 885784"/>
                <a:gd name="connsiteX370" fmla="*/ 1242864 w 1350737"/>
                <a:gd name="connsiteY370" fmla="*/ 510831 h 885784"/>
                <a:gd name="connsiteX371" fmla="*/ 1243143 w 1350737"/>
                <a:gd name="connsiteY371" fmla="*/ 506968 h 885784"/>
                <a:gd name="connsiteX372" fmla="*/ 1241983 w 1350737"/>
                <a:gd name="connsiteY372" fmla="*/ 505300 h 885784"/>
                <a:gd name="connsiteX373" fmla="*/ 1238783 w 1350737"/>
                <a:gd name="connsiteY373" fmla="*/ 502578 h 885784"/>
                <a:gd name="connsiteX374" fmla="*/ 1235583 w 1350737"/>
                <a:gd name="connsiteY374" fmla="*/ 506441 h 885784"/>
                <a:gd name="connsiteX375" fmla="*/ 1230389 w 1350737"/>
                <a:gd name="connsiteY375" fmla="*/ 506441 h 885784"/>
                <a:gd name="connsiteX376" fmla="*/ 1233589 w 1350737"/>
                <a:gd name="connsiteY376" fmla="*/ 503982 h 885784"/>
                <a:gd name="connsiteX377" fmla="*/ 1235630 w 1350737"/>
                <a:gd name="connsiteY377" fmla="*/ 501524 h 885784"/>
                <a:gd name="connsiteX378" fmla="*/ 1240824 w 1350737"/>
                <a:gd name="connsiteY378" fmla="*/ 500690 h 885784"/>
                <a:gd name="connsiteX379" fmla="*/ 1240267 w 1350737"/>
                <a:gd name="connsiteY379" fmla="*/ 496827 h 885784"/>
                <a:gd name="connsiteX380" fmla="*/ 1239386 w 1350737"/>
                <a:gd name="connsiteY380" fmla="*/ 493271 h 885784"/>
                <a:gd name="connsiteX381" fmla="*/ 1233589 w 1350737"/>
                <a:gd name="connsiteY381" fmla="*/ 496827 h 885784"/>
                <a:gd name="connsiteX382" fmla="*/ 1231827 w 1350737"/>
                <a:gd name="connsiteY382" fmla="*/ 494895 h 885784"/>
                <a:gd name="connsiteX383" fmla="*/ 1225427 w 1350737"/>
                <a:gd name="connsiteY383" fmla="*/ 499812 h 885784"/>
                <a:gd name="connsiteX384" fmla="*/ 1227189 w 1350737"/>
                <a:gd name="connsiteY384" fmla="*/ 495949 h 885784"/>
                <a:gd name="connsiteX385" fmla="*/ 1229229 w 1350737"/>
                <a:gd name="connsiteY385" fmla="*/ 493490 h 885784"/>
                <a:gd name="connsiteX386" fmla="*/ 1233867 w 1350737"/>
                <a:gd name="connsiteY386" fmla="*/ 493227 h 885784"/>
                <a:gd name="connsiteX387" fmla="*/ 1239061 w 1350737"/>
                <a:gd name="connsiteY387" fmla="*/ 488310 h 885784"/>
                <a:gd name="connsiteX388" fmla="*/ 1234145 w 1350737"/>
                <a:gd name="connsiteY388" fmla="*/ 488310 h 885784"/>
                <a:gd name="connsiteX389" fmla="*/ 1235583 w 1350737"/>
                <a:gd name="connsiteY389" fmla="*/ 484447 h 885784"/>
                <a:gd name="connsiteX390" fmla="*/ 1233543 w 1350737"/>
                <a:gd name="connsiteY390" fmla="*/ 481154 h 885784"/>
                <a:gd name="connsiteX391" fmla="*/ 1230667 w 1350737"/>
                <a:gd name="connsiteY391" fmla="*/ 483349 h 885784"/>
                <a:gd name="connsiteX392" fmla="*/ 1230667 w 1350737"/>
                <a:gd name="connsiteY392" fmla="*/ 479223 h 885784"/>
                <a:gd name="connsiteX393" fmla="*/ 1228905 w 1350737"/>
                <a:gd name="connsiteY393" fmla="*/ 476194 h 885784"/>
                <a:gd name="connsiteX394" fmla="*/ 1222505 w 1350737"/>
                <a:gd name="connsiteY394" fmla="*/ 479486 h 885784"/>
                <a:gd name="connsiteX395" fmla="*/ 1227699 w 1350737"/>
                <a:gd name="connsiteY395" fmla="*/ 473428 h 885784"/>
                <a:gd name="connsiteX396" fmla="*/ 1225658 w 1350737"/>
                <a:gd name="connsiteY396" fmla="*/ 470136 h 885784"/>
                <a:gd name="connsiteX397" fmla="*/ 1221577 w 1350737"/>
                <a:gd name="connsiteY397" fmla="*/ 469609 h 885784"/>
                <a:gd name="connsiteX398" fmla="*/ 1217218 w 1350737"/>
                <a:gd name="connsiteY398" fmla="*/ 467941 h 885784"/>
                <a:gd name="connsiteX399" fmla="*/ 1223896 w 1350737"/>
                <a:gd name="connsiteY399" fmla="*/ 466272 h 885784"/>
                <a:gd name="connsiteX400" fmla="*/ 1223339 w 1350737"/>
                <a:gd name="connsiteY400" fmla="*/ 462980 h 885784"/>
                <a:gd name="connsiteX401" fmla="*/ 1220139 w 1350737"/>
                <a:gd name="connsiteY401" fmla="*/ 462453 h 885784"/>
                <a:gd name="connsiteX402" fmla="*/ 1217264 w 1350737"/>
                <a:gd name="connsiteY402" fmla="*/ 461926 h 885784"/>
                <a:gd name="connsiteX403" fmla="*/ 1219026 w 1350737"/>
                <a:gd name="connsiteY403" fmla="*/ 459204 h 885784"/>
                <a:gd name="connsiteX404" fmla="*/ 1214110 w 1350737"/>
                <a:gd name="connsiteY404" fmla="*/ 458941 h 885784"/>
                <a:gd name="connsiteX405" fmla="*/ 1216151 w 1350737"/>
                <a:gd name="connsiteY405" fmla="*/ 457580 h 885784"/>
                <a:gd name="connsiteX406" fmla="*/ 1215595 w 1350737"/>
                <a:gd name="connsiteY406" fmla="*/ 454024 h 885784"/>
                <a:gd name="connsiteX407" fmla="*/ 1212719 w 1350737"/>
                <a:gd name="connsiteY407" fmla="*/ 450732 h 885784"/>
                <a:gd name="connsiteX408" fmla="*/ 1210957 w 1350737"/>
                <a:gd name="connsiteY408" fmla="*/ 451566 h 885784"/>
                <a:gd name="connsiteX409" fmla="*/ 1208916 w 1350737"/>
                <a:gd name="connsiteY409" fmla="*/ 448010 h 885784"/>
                <a:gd name="connsiteX410" fmla="*/ 1210679 w 1350737"/>
                <a:gd name="connsiteY410" fmla="*/ 446649 h 885784"/>
                <a:gd name="connsiteX411" fmla="*/ 1212441 w 1350737"/>
                <a:gd name="connsiteY411" fmla="*/ 443620 h 885784"/>
                <a:gd name="connsiteX412" fmla="*/ 1210400 w 1350737"/>
                <a:gd name="connsiteY412" fmla="*/ 440591 h 885784"/>
                <a:gd name="connsiteX413" fmla="*/ 1212719 w 1350737"/>
                <a:gd name="connsiteY413" fmla="*/ 439757 h 885784"/>
                <a:gd name="connsiteX414" fmla="*/ 1212441 w 1350737"/>
                <a:gd name="connsiteY414" fmla="*/ 435894 h 885784"/>
                <a:gd name="connsiteX415" fmla="*/ 1207803 w 1350737"/>
                <a:gd name="connsiteY415" fmla="*/ 435630 h 885784"/>
                <a:gd name="connsiteX416" fmla="*/ 1204047 w 1350737"/>
                <a:gd name="connsiteY416" fmla="*/ 435103 h 885784"/>
                <a:gd name="connsiteX417" fmla="*/ 1205809 w 1350737"/>
                <a:gd name="connsiteY417" fmla="*/ 439757 h 885784"/>
                <a:gd name="connsiteX418" fmla="*/ 1203768 w 1350737"/>
                <a:gd name="connsiteY418" fmla="*/ 440284 h 885784"/>
                <a:gd name="connsiteX419" fmla="*/ 1202609 w 1350737"/>
                <a:gd name="connsiteY419" fmla="*/ 445200 h 885784"/>
                <a:gd name="connsiteX420" fmla="*/ 1200847 w 1350737"/>
                <a:gd name="connsiteY420" fmla="*/ 448493 h 885784"/>
                <a:gd name="connsiteX421" fmla="*/ 1202284 w 1350737"/>
                <a:gd name="connsiteY421" fmla="*/ 451785 h 885784"/>
                <a:gd name="connsiteX422" fmla="*/ 1200522 w 1350737"/>
                <a:gd name="connsiteY422" fmla="*/ 453980 h 885784"/>
                <a:gd name="connsiteX423" fmla="*/ 1197647 w 1350737"/>
                <a:gd name="connsiteY423" fmla="*/ 455341 h 885784"/>
                <a:gd name="connsiteX424" fmla="*/ 1193890 w 1350737"/>
                <a:gd name="connsiteY424" fmla="*/ 459995 h 885784"/>
                <a:gd name="connsiteX425" fmla="*/ 1197971 w 1350737"/>
                <a:gd name="connsiteY425" fmla="*/ 465482 h 885784"/>
                <a:gd name="connsiteX426" fmla="*/ 1196533 w 1350737"/>
                <a:gd name="connsiteY426" fmla="*/ 469609 h 885784"/>
                <a:gd name="connsiteX427" fmla="*/ 1193055 w 1350737"/>
                <a:gd name="connsiteY427" fmla="*/ 473165 h 885784"/>
                <a:gd name="connsiteX428" fmla="*/ 1193055 w 1350737"/>
                <a:gd name="connsiteY428" fmla="*/ 477818 h 885784"/>
                <a:gd name="connsiteX429" fmla="*/ 1188139 w 1350737"/>
                <a:gd name="connsiteY429" fmla="*/ 481945 h 885784"/>
                <a:gd name="connsiteX430" fmla="*/ 1186980 w 1350737"/>
                <a:gd name="connsiteY430" fmla="*/ 484403 h 885784"/>
                <a:gd name="connsiteX431" fmla="*/ 1188417 w 1350737"/>
                <a:gd name="connsiteY431" fmla="*/ 492656 h 885784"/>
                <a:gd name="connsiteX432" fmla="*/ 1186655 w 1350737"/>
                <a:gd name="connsiteY432" fmla="*/ 494325 h 885784"/>
                <a:gd name="connsiteX433" fmla="*/ 1186377 w 1350737"/>
                <a:gd name="connsiteY433" fmla="*/ 489408 h 885784"/>
                <a:gd name="connsiteX434" fmla="*/ 1183501 w 1350737"/>
                <a:gd name="connsiteY434" fmla="*/ 486686 h 885784"/>
                <a:gd name="connsiteX435" fmla="*/ 1180626 w 1350737"/>
                <a:gd name="connsiteY435" fmla="*/ 484491 h 885784"/>
                <a:gd name="connsiteX436" fmla="*/ 1176545 w 1350737"/>
                <a:gd name="connsiteY436" fmla="*/ 493271 h 885784"/>
                <a:gd name="connsiteX437" fmla="*/ 1161472 w 1350737"/>
                <a:gd name="connsiteY437" fmla="*/ 503719 h 885784"/>
                <a:gd name="connsiteX438" fmla="*/ 1159710 w 1350737"/>
                <a:gd name="connsiteY438" fmla="*/ 499329 h 885784"/>
                <a:gd name="connsiteX439" fmla="*/ 1158829 w 1350737"/>
                <a:gd name="connsiteY439" fmla="*/ 495202 h 885784"/>
                <a:gd name="connsiteX440" fmla="*/ 1157391 w 1350737"/>
                <a:gd name="connsiteY440" fmla="*/ 502622 h 885784"/>
                <a:gd name="connsiteX441" fmla="*/ 1152753 w 1350737"/>
                <a:gd name="connsiteY441" fmla="*/ 505651 h 885784"/>
                <a:gd name="connsiteX442" fmla="*/ 1155351 w 1350737"/>
                <a:gd name="connsiteY442" fmla="*/ 500427 h 885784"/>
                <a:gd name="connsiteX443" fmla="*/ 1156510 w 1350737"/>
                <a:gd name="connsiteY443" fmla="*/ 492173 h 885784"/>
                <a:gd name="connsiteX444" fmla="*/ 1154469 w 1350737"/>
                <a:gd name="connsiteY444" fmla="*/ 493842 h 885784"/>
                <a:gd name="connsiteX445" fmla="*/ 1152151 w 1350737"/>
                <a:gd name="connsiteY445" fmla="*/ 495202 h 885784"/>
                <a:gd name="connsiteX446" fmla="*/ 1151594 w 1350737"/>
                <a:gd name="connsiteY446" fmla="*/ 489978 h 885784"/>
                <a:gd name="connsiteX447" fmla="*/ 1147513 w 1350737"/>
                <a:gd name="connsiteY447" fmla="*/ 483393 h 885784"/>
                <a:gd name="connsiteX448" fmla="*/ 1135037 w 1350737"/>
                <a:gd name="connsiteY448" fmla="*/ 482867 h 885784"/>
                <a:gd name="connsiteX449" fmla="*/ 1129240 w 1350737"/>
                <a:gd name="connsiteY449" fmla="*/ 487257 h 885784"/>
                <a:gd name="connsiteX450" fmla="*/ 1124324 w 1350737"/>
                <a:gd name="connsiteY450" fmla="*/ 488617 h 885784"/>
                <a:gd name="connsiteX451" fmla="*/ 1122005 w 1350737"/>
                <a:gd name="connsiteY451" fmla="*/ 484491 h 885784"/>
                <a:gd name="connsiteX452" fmla="*/ 1124602 w 1350737"/>
                <a:gd name="connsiteY452" fmla="*/ 483130 h 885784"/>
                <a:gd name="connsiteX453" fmla="*/ 1126040 w 1350737"/>
                <a:gd name="connsiteY453" fmla="*/ 477642 h 885784"/>
                <a:gd name="connsiteX454" fmla="*/ 1128081 w 1350737"/>
                <a:gd name="connsiteY454" fmla="*/ 484227 h 885784"/>
                <a:gd name="connsiteX455" fmla="*/ 1131281 w 1350737"/>
                <a:gd name="connsiteY455" fmla="*/ 482296 h 885784"/>
                <a:gd name="connsiteX456" fmla="*/ 1132162 w 1350737"/>
                <a:gd name="connsiteY456" fmla="*/ 478169 h 885784"/>
                <a:gd name="connsiteX457" fmla="*/ 1134202 w 1350737"/>
                <a:gd name="connsiteY457" fmla="*/ 479837 h 885784"/>
                <a:gd name="connsiteX458" fmla="*/ 1136800 w 1350737"/>
                <a:gd name="connsiteY458" fmla="*/ 479837 h 885784"/>
                <a:gd name="connsiteX459" fmla="*/ 1137078 w 1350737"/>
                <a:gd name="connsiteY459" fmla="*/ 473779 h 885784"/>
                <a:gd name="connsiteX460" fmla="*/ 1133878 w 1350737"/>
                <a:gd name="connsiteY460" fmla="*/ 475974 h 885784"/>
                <a:gd name="connsiteX461" fmla="*/ 1132718 w 1350737"/>
                <a:gd name="connsiteY461" fmla="*/ 472945 h 885784"/>
                <a:gd name="connsiteX462" fmla="*/ 1135918 w 1350737"/>
                <a:gd name="connsiteY462" fmla="*/ 472111 h 885784"/>
                <a:gd name="connsiteX463" fmla="*/ 1132718 w 1350737"/>
                <a:gd name="connsiteY463" fmla="*/ 467984 h 885784"/>
                <a:gd name="connsiteX464" fmla="*/ 1128637 w 1350737"/>
                <a:gd name="connsiteY464" fmla="*/ 469082 h 885784"/>
                <a:gd name="connsiteX465" fmla="*/ 1128081 w 1350737"/>
                <a:gd name="connsiteY465" fmla="*/ 463594 h 885784"/>
                <a:gd name="connsiteX466" fmla="*/ 1131559 w 1350737"/>
                <a:gd name="connsiteY466" fmla="*/ 461663 h 885784"/>
                <a:gd name="connsiteX467" fmla="*/ 1129518 w 1350737"/>
                <a:gd name="connsiteY467" fmla="*/ 459204 h 885784"/>
                <a:gd name="connsiteX468" fmla="*/ 1130956 w 1350737"/>
                <a:gd name="connsiteY468" fmla="*/ 453980 h 885784"/>
                <a:gd name="connsiteX469" fmla="*/ 1127478 w 1350737"/>
                <a:gd name="connsiteY469" fmla="*/ 450951 h 885784"/>
                <a:gd name="connsiteX470" fmla="*/ 1122562 w 1350737"/>
                <a:gd name="connsiteY470" fmla="*/ 450951 h 885784"/>
                <a:gd name="connsiteX471" fmla="*/ 1115605 w 1350737"/>
                <a:gd name="connsiteY471" fmla="*/ 448756 h 885784"/>
                <a:gd name="connsiteX472" fmla="*/ 1122005 w 1350737"/>
                <a:gd name="connsiteY472" fmla="*/ 448756 h 885784"/>
                <a:gd name="connsiteX473" fmla="*/ 1127524 w 1350737"/>
                <a:gd name="connsiteY473" fmla="*/ 447659 h 885784"/>
                <a:gd name="connsiteX474" fmla="*/ 1131281 w 1350737"/>
                <a:gd name="connsiteY474" fmla="*/ 443532 h 885784"/>
                <a:gd name="connsiteX475" fmla="*/ 1128081 w 1350737"/>
                <a:gd name="connsiteY475" fmla="*/ 439976 h 885784"/>
                <a:gd name="connsiteX476" fmla="*/ 1128359 w 1350737"/>
                <a:gd name="connsiteY476" fmla="*/ 437518 h 885784"/>
                <a:gd name="connsiteX477" fmla="*/ 1127200 w 1350737"/>
                <a:gd name="connsiteY477" fmla="*/ 433962 h 885784"/>
                <a:gd name="connsiteX478" fmla="*/ 1128637 w 1350737"/>
                <a:gd name="connsiteY478" fmla="*/ 432294 h 885784"/>
                <a:gd name="connsiteX479" fmla="*/ 1128915 w 1350737"/>
                <a:gd name="connsiteY479" fmla="*/ 427904 h 885784"/>
                <a:gd name="connsiteX480" fmla="*/ 1133831 w 1350737"/>
                <a:gd name="connsiteY480" fmla="*/ 424348 h 885784"/>
                <a:gd name="connsiteX481" fmla="*/ 1132950 w 1350737"/>
                <a:gd name="connsiteY481" fmla="*/ 421626 h 885784"/>
                <a:gd name="connsiteX482" fmla="*/ 1130075 w 1350737"/>
                <a:gd name="connsiteY482" fmla="*/ 415875 h 885784"/>
                <a:gd name="connsiteX483" fmla="*/ 1127200 w 1350737"/>
                <a:gd name="connsiteY483" fmla="*/ 421363 h 885784"/>
                <a:gd name="connsiteX484" fmla="*/ 1125159 w 1350737"/>
                <a:gd name="connsiteY484" fmla="*/ 425226 h 885784"/>
                <a:gd name="connsiteX485" fmla="*/ 1122284 w 1350737"/>
                <a:gd name="connsiteY485" fmla="*/ 421933 h 885784"/>
                <a:gd name="connsiteX486" fmla="*/ 1122005 w 1350737"/>
                <a:gd name="connsiteY486" fmla="*/ 417280 h 885784"/>
                <a:gd name="connsiteX487" fmla="*/ 1112452 w 1350737"/>
                <a:gd name="connsiteY487" fmla="*/ 416446 h 885784"/>
                <a:gd name="connsiteX488" fmla="*/ 1097379 w 1350737"/>
                <a:gd name="connsiteY488" fmla="*/ 408500 h 885784"/>
                <a:gd name="connsiteX489" fmla="*/ 1095941 w 1350737"/>
                <a:gd name="connsiteY489" fmla="*/ 406305 h 885784"/>
                <a:gd name="connsiteX490" fmla="*/ 1095941 w 1350737"/>
                <a:gd name="connsiteY490" fmla="*/ 402749 h 885784"/>
                <a:gd name="connsiteX491" fmla="*/ 1098817 w 1350737"/>
                <a:gd name="connsiteY491" fmla="*/ 400554 h 885784"/>
                <a:gd name="connsiteX492" fmla="*/ 1093019 w 1350737"/>
                <a:gd name="connsiteY492" fmla="*/ 397261 h 885784"/>
                <a:gd name="connsiteX493" fmla="*/ 1091257 w 1350737"/>
                <a:gd name="connsiteY493" fmla="*/ 399983 h 885784"/>
                <a:gd name="connsiteX494" fmla="*/ 1091257 w 1350737"/>
                <a:gd name="connsiteY494" fmla="*/ 395066 h 885784"/>
                <a:gd name="connsiteX495" fmla="*/ 1084022 w 1350737"/>
                <a:gd name="connsiteY495" fmla="*/ 390150 h 885784"/>
                <a:gd name="connsiteX496" fmla="*/ 1080822 w 1350737"/>
                <a:gd name="connsiteY496" fmla="*/ 391510 h 885784"/>
                <a:gd name="connsiteX497" fmla="*/ 1081982 w 1350737"/>
                <a:gd name="connsiteY497" fmla="*/ 386594 h 885784"/>
                <a:gd name="connsiteX498" fmla="*/ 1081425 w 1350737"/>
                <a:gd name="connsiteY498" fmla="*/ 382467 h 885784"/>
                <a:gd name="connsiteX499" fmla="*/ 1077947 w 1350737"/>
                <a:gd name="connsiteY499" fmla="*/ 383565 h 885784"/>
                <a:gd name="connsiteX500" fmla="*/ 1070712 w 1350737"/>
                <a:gd name="connsiteY500" fmla="*/ 376716 h 885784"/>
                <a:gd name="connsiteX501" fmla="*/ 1067837 w 1350737"/>
                <a:gd name="connsiteY501" fmla="*/ 375619 h 885784"/>
                <a:gd name="connsiteX502" fmla="*/ 1065239 w 1350737"/>
                <a:gd name="connsiteY502" fmla="*/ 371755 h 885784"/>
                <a:gd name="connsiteX503" fmla="*/ 1055083 w 1350737"/>
                <a:gd name="connsiteY503" fmla="*/ 378867 h 885784"/>
                <a:gd name="connsiteX504" fmla="*/ 1049286 w 1350737"/>
                <a:gd name="connsiteY504" fmla="*/ 380228 h 885784"/>
                <a:gd name="connsiteX505" fmla="*/ 1049842 w 1350737"/>
                <a:gd name="connsiteY505" fmla="*/ 382950 h 885784"/>
                <a:gd name="connsiteX506" fmla="*/ 1042607 w 1350737"/>
                <a:gd name="connsiteY506" fmla="*/ 378297 h 885784"/>
                <a:gd name="connsiteX507" fmla="*/ 1034770 w 1350737"/>
                <a:gd name="connsiteY507" fmla="*/ 378033 h 885784"/>
                <a:gd name="connsiteX508" fmla="*/ 1024938 w 1350737"/>
                <a:gd name="connsiteY508" fmla="*/ 375004 h 885784"/>
                <a:gd name="connsiteX509" fmla="*/ 1017981 w 1350737"/>
                <a:gd name="connsiteY509" fmla="*/ 372809 h 885784"/>
                <a:gd name="connsiteX510" fmla="*/ 1013343 w 1350737"/>
                <a:gd name="connsiteY510" fmla="*/ 370614 h 885784"/>
                <a:gd name="connsiteX511" fmla="*/ 999430 w 1350737"/>
                <a:gd name="connsiteY511" fmla="*/ 372546 h 885784"/>
                <a:gd name="connsiteX512" fmla="*/ 994792 w 1350737"/>
                <a:gd name="connsiteY512" fmla="*/ 389842 h 885784"/>
                <a:gd name="connsiteX513" fmla="*/ 1001749 w 1350737"/>
                <a:gd name="connsiteY513" fmla="*/ 399720 h 885784"/>
                <a:gd name="connsiteX514" fmla="*/ 1001192 w 1350737"/>
                <a:gd name="connsiteY514" fmla="*/ 403276 h 885784"/>
                <a:gd name="connsiteX515" fmla="*/ 1000311 w 1350737"/>
                <a:gd name="connsiteY515" fmla="*/ 413724 h 885784"/>
                <a:gd name="connsiteX516" fmla="*/ 991917 w 1350737"/>
                <a:gd name="connsiteY516" fmla="*/ 423865 h 885784"/>
                <a:gd name="connsiteX517" fmla="*/ 986120 w 1350737"/>
                <a:gd name="connsiteY517" fmla="*/ 428782 h 885784"/>
                <a:gd name="connsiteX518" fmla="*/ 995952 w 1350737"/>
                <a:gd name="connsiteY518" fmla="*/ 426587 h 885784"/>
                <a:gd name="connsiteX519" fmla="*/ 1002630 w 1350737"/>
                <a:gd name="connsiteY519" fmla="*/ 424918 h 885784"/>
                <a:gd name="connsiteX520" fmla="*/ 998549 w 1350737"/>
                <a:gd name="connsiteY520" fmla="*/ 430669 h 885784"/>
                <a:gd name="connsiteX521" fmla="*/ 1002908 w 1350737"/>
                <a:gd name="connsiteY521" fmla="*/ 433391 h 885784"/>
                <a:gd name="connsiteX522" fmla="*/ 1001749 w 1350737"/>
                <a:gd name="connsiteY522" fmla="*/ 441337 h 885784"/>
                <a:gd name="connsiteX523" fmla="*/ 1004346 w 1350737"/>
                <a:gd name="connsiteY523" fmla="*/ 445464 h 885784"/>
                <a:gd name="connsiteX524" fmla="*/ 1006108 w 1350737"/>
                <a:gd name="connsiteY524" fmla="*/ 449590 h 885784"/>
                <a:gd name="connsiteX525" fmla="*/ 1005227 w 1350737"/>
                <a:gd name="connsiteY525" fmla="*/ 453980 h 885784"/>
                <a:gd name="connsiteX526" fmla="*/ 1006665 w 1350737"/>
                <a:gd name="connsiteY526" fmla="*/ 453980 h 885784"/>
                <a:gd name="connsiteX527" fmla="*/ 1004068 w 1350737"/>
                <a:gd name="connsiteY527" fmla="*/ 457844 h 885784"/>
                <a:gd name="connsiteX528" fmla="*/ 999708 w 1350737"/>
                <a:gd name="connsiteY528" fmla="*/ 462760 h 885784"/>
                <a:gd name="connsiteX529" fmla="*/ 999430 w 1350737"/>
                <a:gd name="connsiteY529" fmla="*/ 468819 h 885784"/>
                <a:gd name="connsiteX530" fmla="*/ 986955 w 1350737"/>
                <a:gd name="connsiteY530" fmla="*/ 489408 h 885784"/>
                <a:gd name="connsiteX531" fmla="*/ 1012462 w 1350737"/>
                <a:gd name="connsiteY531" fmla="*/ 513816 h 885784"/>
                <a:gd name="connsiteX532" fmla="*/ 1019697 w 1350737"/>
                <a:gd name="connsiteY532" fmla="*/ 540683 h 885784"/>
                <a:gd name="connsiteX533" fmla="*/ 1015059 w 1350737"/>
                <a:gd name="connsiteY533" fmla="*/ 565355 h 885784"/>
                <a:gd name="connsiteX534" fmla="*/ 1001146 w 1350737"/>
                <a:gd name="connsiteY534" fmla="*/ 580720 h 885784"/>
                <a:gd name="connsiteX535" fmla="*/ 983755 w 1350737"/>
                <a:gd name="connsiteY535" fmla="*/ 592529 h 885784"/>
                <a:gd name="connsiteX536" fmla="*/ 972439 w 1350737"/>
                <a:gd name="connsiteY536" fmla="*/ 601309 h 885784"/>
                <a:gd name="connsiteX537" fmla="*/ 979673 w 1350737"/>
                <a:gd name="connsiteY537" fmla="*/ 612021 h 885784"/>
                <a:gd name="connsiteX538" fmla="*/ 979673 w 1350737"/>
                <a:gd name="connsiteY538" fmla="*/ 615050 h 885784"/>
                <a:gd name="connsiteX539" fmla="*/ 981111 w 1350737"/>
                <a:gd name="connsiteY539" fmla="*/ 624927 h 885784"/>
                <a:gd name="connsiteX540" fmla="*/ 981111 w 1350737"/>
                <a:gd name="connsiteY540" fmla="*/ 631249 h 885784"/>
                <a:gd name="connsiteX541" fmla="*/ 983152 w 1350737"/>
                <a:gd name="connsiteY541" fmla="*/ 641960 h 885784"/>
                <a:gd name="connsiteX542" fmla="*/ 984311 w 1350737"/>
                <a:gd name="connsiteY542" fmla="*/ 648282 h 885784"/>
                <a:gd name="connsiteX543" fmla="*/ 988671 w 1350737"/>
                <a:gd name="connsiteY543" fmla="*/ 654340 h 885784"/>
                <a:gd name="connsiteX544" fmla="*/ 987789 w 1350737"/>
                <a:gd name="connsiteY544" fmla="*/ 660091 h 885784"/>
                <a:gd name="connsiteX545" fmla="*/ 979952 w 1350737"/>
                <a:gd name="connsiteY545" fmla="*/ 670232 h 885784"/>
                <a:gd name="connsiteX546" fmla="*/ 985471 w 1350737"/>
                <a:gd name="connsiteY546" fmla="*/ 677081 h 885784"/>
                <a:gd name="connsiteX547" fmla="*/ 981111 w 1350737"/>
                <a:gd name="connsiteY547" fmla="*/ 680636 h 885784"/>
                <a:gd name="connsiteX548" fmla="*/ 978514 w 1350737"/>
                <a:gd name="connsiteY548" fmla="*/ 676773 h 885784"/>
                <a:gd name="connsiteX549" fmla="*/ 972439 w 1350737"/>
                <a:gd name="connsiteY549" fmla="*/ 674578 h 885784"/>
                <a:gd name="connsiteX550" fmla="*/ 967801 w 1350737"/>
                <a:gd name="connsiteY550" fmla="*/ 684456 h 885784"/>
                <a:gd name="connsiteX551" fmla="*/ 959082 w 1350737"/>
                <a:gd name="connsiteY551" fmla="*/ 680066 h 885784"/>
                <a:gd name="connsiteX552" fmla="*/ 940809 w 1350737"/>
                <a:gd name="connsiteY552" fmla="*/ 660047 h 885784"/>
                <a:gd name="connsiteX553" fmla="*/ 937053 w 1350737"/>
                <a:gd name="connsiteY553" fmla="*/ 650170 h 885784"/>
                <a:gd name="connsiteX554" fmla="*/ 930096 w 1350737"/>
                <a:gd name="connsiteY554" fmla="*/ 641653 h 885784"/>
                <a:gd name="connsiteX555" fmla="*/ 928334 w 1350737"/>
                <a:gd name="connsiteY555" fmla="*/ 637263 h 885784"/>
                <a:gd name="connsiteX556" fmla="*/ 930374 w 1350737"/>
                <a:gd name="connsiteY556" fmla="*/ 623566 h 885784"/>
                <a:gd name="connsiteX557" fmla="*/ 927174 w 1350737"/>
                <a:gd name="connsiteY557" fmla="*/ 610133 h 885784"/>
                <a:gd name="connsiteX558" fmla="*/ 927174 w 1350737"/>
                <a:gd name="connsiteY558" fmla="*/ 587085 h 885784"/>
                <a:gd name="connsiteX559" fmla="*/ 886316 w 1350737"/>
                <a:gd name="connsiteY559" fmla="*/ 583222 h 885784"/>
                <a:gd name="connsiteX560" fmla="*/ 865446 w 1350737"/>
                <a:gd name="connsiteY560" fmla="*/ 570886 h 885784"/>
                <a:gd name="connsiteX561" fmla="*/ 849771 w 1350737"/>
                <a:gd name="connsiteY561" fmla="*/ 564828 h 885784"/>
                <a:gd name="connsiteX562" fmla="*/ 840773 w 1350737"/>
                <a:gd name="connsiteY562" fmla="*/ 553326 h 885784"/>
                <a:gd name="connsiteX563" fmla="*/ 833817 w 1350737"/>
                <a:gd name="connsiteY563" fmla="*/ 547839 h 885784"/>
                <a:gd name="connsiteX564" fmla="*/ 810628 w 1350737"/>
                <a:gd name="connsiteY564" fmla="*/ 536864 h 885784"/>
                <a:gd name="connsiteX565" fmla="*/ 799915 w 1350737"/>
                <a:gd name="connsiteY565" fmla="*/ 530542 h 885784"/>
                <a:gd name="connsiteX566" fmla="*/ 774686 w 1350737"/>
                <a:gd name="connsiteY566" fmla="*/ 534405 h 885784"/>
                <a:gd name="connsiteX567" fmla="*/ 763973 w 1350737"/>
                <a:gd name="connsiteY567" fmla="*/ 537127 h 885784"/>
                <a:gd name="connsiteX568" fmla="*/ 767729 w 1350737"/>
                <a:gd name="connsiteY568" fmla="*/ 523957 h 885784"/>
                <a:gd name="connsiteX569" fmla="*/ 756691 w 1350737"/>
                <a:gd name="connsiteY569" fmla="*/ 492700 h 885784"/>
                <a:gd name="connsiteX570" fmla="*/ 737584 w 1350737"/>
                <a:gd name="connsiteY570" fmla="*/ 487476 h 885784"/>
                <a:gd name="connsiteX571" fmla="*/ 730906 w 1350737"/>
                <a:gd name="connsiteY571" fmla="*/ 477862 h 885784"/>
                <a:gd name="connsiteX572" fmla="*/ 730627 w 1350737"/>
                <a:gd name="connsiteY572" fmla="*/ 460565 h 885784"/>
                <a:gd name="connsiteX573" fmla="*/ 732390 w 1350737"/>
                <a:gd name="connsiteY573" fmla="*/ 441337 h 885784"/>
                <a:gd name="connsiteX574" fmla="*/ 729514 w 1350737"/>
                <a:gd name="connsiteY574" fmla="*/ 434752 h 885784"/>
                <a:gd name="connsiteX575" fmla="*/ 735915 w 1350737"/>
                <a:gd name="connsiteY575" fmla="*/ 430099 h 885784"/>
                <a:gd name="connsiteX576" fmla="*/ 742871 w 1350737"/>
                <a:gd name="connsiteY576" fmla="*/ 410870 h 885784"/>
                <a:gd name="connsiteX577" fmla="*/ 744031 w 1350737"/>
                <a:gd name="connsiteY577" fmla="*/ 405383 h 885784"/>
                <a:gd name="connsiteX578" fmla="*/ 751544 w 1350737"/>
                <a:gd name="connsiteY578" fmla="*/ 397700 h 885784"/>
                <a:gd name="connsiteX579" fmla="*/ 749503 w 1350737"/>
                <a:gd name="connsiteY579" fmla="*/ 393047 h 885784"/>
                <a:gd name="connsiteX580" fmla="*/ 750384 w 1350737"/>
                <a:gd name="connsiteY580" fmla="*/ 391115 h 885784"/>
                <a:gd name="connsiteX581" fmla="*/ 755300 w 1350737"/>
                <a:gd name="connsiteY581" fmla="*/ 391950 h 885784"/>
                <a:gd name="connsiteX582" fmla="*/ 757341 w 1350737"/>
                <a:gd name="connsiteY582" fmla="*/ 393618 h 885784"/>
                <a:gd name="connsiteX583" fmla="*/ 759938 w 1350737"/>
                <a:gd name="connsiteY583" fmla="*/ 390589 h 885784"/>
                <a:gd name="connsiteX584" fmla="*/ 755022 w 1350737"/>
                <a:gd name="connsiteY584" fmla="*/ 389754 h 885784"/>
                <a:gd name="connsiteX585" fmla="*/ 756784 w 1350737"/>
                <a:gd name="connsiteY585" fmla="*/ 388086 h 885784"/>
                <a:gd name="connsiteX586" fmla="*/ 757341 w 1350737"/>
                <a:gd name="connsiteY586" fmla="*/ 384223 h 885784"/>
                <a:gd name="connsiteX587" fmla="*/ 759660 w 1350737"/>
                <a:gd name="connsiteY587" fmla="*/ 381765 h 885784"/>
                <a:gd name="connsiteX588" fmla="*/ 762535 w 1350737"/>
                <a:gd name="connsiteY588" fmla="*/ 381238 h 885784"/>
                <a:gd name="connsiteX589" fmla="*/ 760216 w 1350737"/>
                <a:gd name="connsiteY589" fmla="*/ 377375 h 885784"/>
                <a:gd name="connsiteX590" fmla="*/ 763416 w 1350737"/>
                <a:gd name="connsiteY590" fmla="*/ 379570 h 885784"/>
                <a:gd name="connsiteX591" fmla="*/ 765735 w 1350737"/>
                <a:gd name="connsiteY591" fmla="*/ 383433 h 885784"/>
                <a:gd name="connsiteX592" fmla="*/ 766013 w 1350737"/>
                <a:gd name="connsiteY592" fmla="*/ 377375 h 885784"/>
                <a:gd name="connsiteX593" fmla="*/ 761932 w 1350737"/>
                <a:gd name="connsiteY593" fmla="*/ 375706 h 885784"/>
                <a:gd name="connsiteX594" fmla="*/ 765132 w 1350737"/>
                <a:gd name="connsiteY594" fmla="*/ 372985 h 885784"/>
                <a:gd name="connsiteX595" fmla="*/ 768889 w 1350737"/>
                <a:gd name="connsiteY595" fmla="*/ 369956 h 885784"/>
                <a:gd name="connsiteX596" fmla="*/ 774686 w 1350737"/>
                <a:gd name="connsiteY596" fmla="*/ 369956 h 885784"/>
                <a:gd name="connsiteX597" fmla="*/ 776726 w 1350737"/>
                <a:gd name="connsiteY597" fmla="*/ 368858 h 885784"/>
                <a:gd name="connsiteX598" fmla="*/ 772367 w 1350737"/>
                <a:gd name="connsiteY598" fmla="*/ 364995 h 885784"/>
                <a:gd name="connsiteX599" fmla="*/ 768610 w 1350737"/>
                <a:gd name="connsiteY599" fmla="*/ 362273 h 885784"/>
                <a:gd name="connsiteX600" fmla="*/ 769492 w 1350737"/>
                <a:gd name="connsiteY600" fmla="*/ 360078 h 885784"/>
                <a:gd name="connsiteX601" fmla="*/ 773851 w 1350737"/>
                <a:gd name="connsiteY601" fmla="*/ 363107 h 885784"/>
                <a:gd name="connsiteX602" fmla="*/ 775613 w 1350737"/>
                <a:gd name="connsiteY602" fmla="*/ 360385 h 885784"/>
                <a:gd name="connsiteX603" fmla="*/ 777932 w 1350737"/>
                <a:gd name="connsiteY603" fmla="*/ 361746 h 885784"/>
                <a:gd name="connsiteX604" fmla="*/ 789805 w 1350737"/>
                <a:gd name="connsiteY604" fmla="*/ 358717 h 885784"/>
                <a:gd name="connsiteX605" fmla="*/ 797040 w 1350737"/>
                <a:gd name="connsiteY605" fmla="*/ 350200 h 885784"/>
                <a:gd name="connsiteX606" fmla="*/ 784008 w 1350737"/>
                <a:gd name="connsiteY606" fmla="*/ 338391 h 885784"/>
                <a:gd name="connsiteX607" fmla="*/ 781132 w 1350737"/>
                <a:gd name="connsiteY607" fmla="*/ 335362 h 885784"/>
                <a:gd name="connsiteX608" fmla="*/ 769260 w 1350737"/>
                <a:gd name="connsiteY608" fmla="*/ 335889 h 885784"/>
                <a:gd name="connsiteX609" fmla="*/ 766663 w 1350737"/>
                <a:gd name="connsiteY609" fmla="*/ 335626 h 885784"/>
                <a:gd name="connsiteX610" fmla="*/ 771857 w 1350737"/>
                <a:gd name="connsiteY610" fmla="*/ 332070 h 885784"/>
                <a:gd name="connsiteX611" fmla="*/ 767219 w 1350737"/>
                <a:gd name="connsiteY611" fmla="*/ 330138 h 885784"/>
                <a:gd name="connsiteX612" fmla="*/ 761422 w 1350737"/>
                <a:gd name="connsiteY612" fmla="*/ 328207 h 885784"/>
                <a:gd name="connsiteX613" fmla="*/ 753584 w 1350737"/>
                <a:gd name="connsiteY613" fmla="*/ 324343 h 885784"/>
                <a:gd name="connsiteX614" fmla="*/ 752147 w 1350737"/>
                <a:gd name="connsiteY614" fmla="*/ 325704 h 885784"/>
                <a:gd name="connsiteX615" fmla="*/ 748390 w 1350737"/>
                <a:gd name="connsiteY615" fmla="*/ 324870 h 885784"/>
                <a:gd name="connsiteX616" fmla="*/ 747509 w 1350737"/>
                <a:gd name="connsiteY616" fmla="*/ 322675 h 885784"/>
                <a:gd name="connsiteX617" fmla="*/ 756506 w 1350737"/>
                <a:gd name="connsiteY617" fmla="*/ 321841 h 885784"/>
                <a:gd name="connsiteX618" fmla="*/ 762025 w 1350737"/>
                <a:gd name="connsiteY618" fmla="*/ 325968 h 885784"/>
                <a:gd name="connsiteX619" fmla="*/ 771857 w 1350737"/>
                <a:gd name="connsiteY619" fmla="*/ 329831 h 885784"/>
                <a:gd name="connsiteX620" fmla="*/ 778535 w 1350737"/>
                <a:gd name="connsiteY620" fmla="*/ 330358 h 885784"/>
                <a:gd name="connsiteX621" fmla="*/ 787532 w 1350737"/>
                <a:gd name="connsiteY621" fmla="*/ 334221 h 885784"/>
                <a:gd name="connsiteX622" fmla="*/ 793932 w 1350737"/>
                <a:gd name="connsiteY622" fmla="*/ 338348 h 885784"/>
                <a:gd name="connsiteX623" fmla="*/ 796808 w 1350737"/>
                <a:gd name="connsiteY623" fmla="*/ 335889 h 885784"/>
                <a:gd name="connsiteX624" fmla="*/ 804646 w 1350737"/>
                <a:gd name="connsiteY624" fmla="*/ 323246 h 885784"/>
                <a:gd name="connsiteX625" fmla="*/ 809562 w 1350737"/>
                <a:gd name="connsiteY625" fmla="*/ 324914 h 885784"/>
                <a:gd name="connsiteX626" fmla="*/ 810721 w 1350737"/>
                <a:gd name="connsiteY626" fmla="*/ 320261 h 885784"/>
                <a:gd name="connsiteX627" fmla="*/ 820878 w 1350737"/>
                <a:gd name="connsiteY627" fmla="*/ 322456 h 885784"/>
                <a:gd name="connsiteX628" fmla="*/ 834234 w 1350737"/>
                <a:gd name="connsiteY628" fmla="*/ 317802 h 885784"/>
                <a:gd name="connsiteX629" fmla="*/ 840913 w 1350737"/>
                <a:gd name="connsiteY629" fmla="*/ 304896 h 885784"/>
                <a:gd name="connsiteX630" fmla="*/ 854548 w 1350737"/>
                <a:gd name="connsiteY630" fmla="*/ 283780 h 885784"/>
                <a:gd name="connsiteX631" fmla="*/ 820924 w 1350737"/>
                <a:gd name="connsiteY631" fmla="*/ 274166 h 885784"/>
                <a:gd name="connsiteX632" fmla="*/ 793654 w 1350737"/>
                <a:gd name="connsiteY632" fmla="*/ 254147 h 885784"/>
                <a:gd name="connsiteX633" fmla="*/ 810767 w 1350737"/>
                <a:gd name="connsiteY633" fmla="*/ 257703 h 885784"/>
                <a:gd name="connsiteX634" fmla="*/ 810489 w 1350737"/>
                <a:gd name="connsiteY634" fmla="*/ 254981 h 885784"/>
                <a:gd name="connsiteX635" fmla="*/ 809330 w 1350737"/>
                <a:gd name="connsiteY635" fmla="*/ 252259 h 885784"/>
                <a:gd name="connsiteX636" fmla="*/ 820367 w 1350737"/>
                <a:gd name="connsiteY636" fmla="*/ 260205 h 885784"/>
                <a:gd name="connsiteX637" fmla="*/ 825886 w 1350737"/>
                <a:gd name="connsiteY637" fmla="*/ 262400 h 885784"/>
                <a:gd name="connsiteX638" fmla="*/ 841237 w 1350737"/>
                <a:gd name="connsiteY638" fmla="*/ 274736 h 885784"/>
                <a:gd name="connsiteX639" fmla="*/ 854269 w 1350737"/>
                <a:gd name="connsiteY639" fmla="*/ 268151 h 885784"/>
                <a:gd name="connsiteX640" fmla="*/ 863545 w 1350737"/>
                <a:gd name="connsiteY640" fmla="*/ 256079 h 885784"/>
                <a:gd name="connsiteX641" fmla="*/ 872542 w 1350737"/>
                <a:gd name="connsiteY641" fmla="*/ 244006 h 885784"/>
                <a:gd name="connsiteX642" fmla="*/ 860066 w 1350737"/>
                <a:gd name="connsiteY642" fmla="*/ 237158 h 885784"/>
                <a:gd name="connsiteX643" fmla="*/ 859510 w 1350737"/>
                <a:gd name="connsiteY643" fmla="*/ 234436 h 885784"/>
                <a:gd name="connsiteX644" fmla="*/ 858629 w 1350737"/>
                <a:gd name="connsiteY644" fmla="*/ 231407 h 885784"/>
                <a:gd name="connsiteX645" fmla="*/ 865864 w 1350737"/>
                <a:gd name="connsiteY645" fmla="*/ 231144 h 885784"/>
                <a:gd name="connsiteX646" fmla="*/ 879220 w 1350737"/>
                <a:gd name="connsiteY646" fmla="*/ 228685 h 885784"/>
                <a:gd name="connsiteX647" fmla="*/ 885017 w 1350737"/>
                <a:gd name="connsiteY647" fmla="*/ 242119 h 885784"/>
                <a:gd name="connsiteX648" fmla="*/ 894571 w 1350737"/>
                <a:gd name="connsiteY648" fmla="*/ 245148 h 885784"/>
                <a:gd name="connsiteX649" fmla="*/ 898049 w 1350737"/>
                <a:gd name="connsiteY649" fmla="*/ 244050 h 885784"/>
                <a:gd name="connsiteX650" fmla="*/ 895174 w 1350737"/>
                <a:gd name="connsiteY650" fmla="*/ 241855 h 885784"/>
                <a:gd name="connsiteX651" fmla="*/ 894293 w 1350737"/>
                <a:gd name="connsiteY651" fmla="*/ 236938 h 885784"/>
                <a:gd name="connsiteX652" fmla="*/ 899209 w 1350737"/>
                <a:gd name="connsiteY652" fmla="*/ 240231 h 885784"/>
                <a:gd name="connsiteX653" fmla="*/ 901806 w 1350737"/>
                <a:gd name="connsiteY653" fmla="*/ 244357 h 885784"/>
                <a:gd name="connsiteX654" fmla="*/ 907000 w 1350737"/>
                <a:gd name="connsiteY654" fmla="*/ 244094 h 885784"/>
                <a:gd name="connsiteX655" fmla="*/ 906119 w 1350737"/>
                <a:gd name="connsiteY655" fmla="*/ 239177 h 885784"/>
                <a:gd name="connsiteX656" fmla="*/ 903522 w 1350737"/>
                <a:gd name="connsiteY656" fmla="*/ 235314 h 885784"/>
                <a:gd name="connsiteX657" fmla="*/ 896844 w 1350737"/>
                <a:gd name="connsiteY657" fmla="*/ 222978 h 885784"/>
                <a:gd name="connsiteX658" fmla="*/ 903244 w 1350737"/>
                <a:gd name="connsiteY658" fmla="*/ 220783 h 885784"/>
                <a:gd name="connsiteX659" fmla="*/ 908763 w 1350737"/>
                <a:gd name="connsiteY659" fmla="*/ 232592 h 885784"/>
                <a:gd name="connsiteX660" fmla="*/ 912241 w 1350737"/>
                <a:gd name="connsiteY660" fmla="*/ 237246 h 885784"/>
                <a:gd name="connsiteX661" fmla="*/ 918641 w 1350737"/>
                <a:gd name="connsiteY661" fmla="*/ 229827 h 885784"/>
                <a:gd name="connsiteX662" fmla="*/ 927638 w 1350737"/>
                <a:gd name="connsiteY662" fmla="*/ 224076 h 885784"/>
                <a:gd name="connsiteX663" fmla="*/ 934595 w 1350737"/>
                <a:gd name="connsiteY663" fmla="*/ 214769 h 885784"/>
                <a:gd name="connsiteX664" fmla="*/ 944427 w 1350737"/>
                <a:gd name="connsiteY664" fmla="*/ 205989 h 885784"/>
                <a:gd name="connsiteX665" fmla="*/ 945308 w 1350737"/>
                <a:gd name="connsiteY665" fmla="*/ 192555 h 885784"/>
                <a:gd name="connsiteX666" fmla="*/ 931673 w 1350737"/>
                <a:gd name="connsiteY666" fmla="*/ 177454 h 885784"/>
                <a:gd name="connsiteX667" fmla="*/ 933435 w 1350737"/>
                <a:gd name="connsiteY667" fmla="*/ 167005 h 885784"/>
                <a:gd name="connsiteX668" fmla="*/ 930235 w 1350737"/>
                <a:gd name="connsiteY668" fmla="*/ 168103 h 885784"/>
                <a:gd name="connsiteX669" fmla="*/ 929076 w 1350737"/>
                <a:gd name="connsiteY669" fmla="*/ 165908 h 885784"/>
                <a:gd name="connsiteX670" fmla="*/ 926200 w 1350737"/>
                <a:gd name="connsiteY670" fmla="*/ 161342 h 885784"/>
                <a:gd name="connsiteX671" fmla="*/ 930560 w 1350737"/>
                <a:gd name="connsiteY671" fmla="*/ 161342 h 885784"/>
                <a:gd name="connsiteX672" fmla="*/ 923603 w 1350737"/>
                <a:gd name="connsiteY672" fmla="*/ 157962 h 885784"/>
                <a:gd name="connsiteX673" fmla="*/ 924484 w 1350737"/>
                <a:gd name="connsiteY673" fmla="*/ 154494 h 885784"/>
                <a:gd name="connsiteX674" fmla="*/ 930884 w 1350737"/>
                <a:gd name="connsiteY674" fmla="*/ 156557 h 885784"/>
                <a:gd name="connsiteX675" fmla="*/ 931441 w 1350737"/>
                <a:gd name="connsiteY675" fmla="*/ 153001 h 885784"/>
                <a:gd name="connsiteX676" fmla="*/ 933760 w 1350737"/>
                <a:gd name="connsiteY676" fmla="*/ 156294 h 885784"/>
                <a:gd name="connsiteX677" fmla="*/ 936960 w 1350737"/>
                <a:gd name="connsiteY677" fmla="*/ 156030 h 885784"/>
                <a:gd name="connsiteX678" fmla="*/ 938119 w 1350737"/>
                <a:gd name="connsiteY678" fmla="*/ 153309 h 885784"/>
                <a:gd name="connsiteX679" fmla="*/ 945633 w 1350737"/>
                <a:gd name="connsiteY679" fmla="*/ 140139 h 885784"/>
                <a:gd name="connsiteX680" fmla="*/ 941273 w 1350737"/>
                <a:gd name="connsiteY680" fmla="*/ 139305 h 885784"/>
                <a:gd name="connsiteX681" fmla="*/ 936635 w 1350737"/>
                <a:gd name="connsiteY681" fmla="*/ 137373 h 885784"/>
                <a:gd name="connsiteX682" fmla="*/ 938954 w 1350737"/>
                <a:gd name="connsiteY682" fmla="*/ 134344 h 885784"/>
                <a:gd name="connsiteX683" fmla="*/ 945911 w 1350737"/>
                <a:gd name="connsiteY683" fmla="*/ 128286 h 885784"/>
                <a:gd name="connsiteX684" fmla="*/ 940392 w 1350737"/>
                <a:gd name="connsiteY684" fmla="*/ 124379 h 885784"/>
                <a:gd name="connsiteX685" fmla="*/ 930838 w 1350737"/>
                <a:gd name="connsiteY685" fmla="*/ 122798 h 885784"/>
                <a:gd name="connsiteX686" fmla="*/ 929400 w 1350737"/>
                <a:gd name="connsiteY686" fmla="*/ 118935 h 885784"/>
                <a:gd name="connsiteX687" fmla="*/ 924299 w 1350737"/>
                <a:gd name="connsiteY687" fmla="*/ 113140 h 885784"/>
                <a:gd name="connsiteX688" fmla="*/ 930282 w 1350737"/>
                <a:gd name="connsiteY688" fmla="*/ 114238 h 885784"/>
                <a:gd name="connsiteX689" fmla="*/ 932879 w 1350737"/>
                <a:gd name="connsiteY689" fmla="*/ 113096 h 885784"/>
                <a:gd name="connsiteX690" fmla="*/ 927082 w 1350737"/>
                <a:gd name="connsiteY690" fmla="*/ 110374 h 885784"/>
                <a:gd name="connsiteX691" fmla="*/ 922722 w 1350737"/>
                <a:gd name="connsiteY691" fmla="*/ 108399 h 885784"/>
                <a:gd name="connsiteX692" fmla="*/ 925319 w 1350737"/>
                <a:gd name="connsiteY692" fmla="*/ 106643 h 885784"/>
                <a:gd name="connsiteX693" fmla="*/ 930235 w 1350737"/>
                <a:gd name="connsiteY693" fmla="*/ 105414 h 885784"/>
                <a:gd name="connsiteX694" fmla="*/ 925319 w 1350737"/>
                <a:gd name="connsiteY694" fmla="*/ 104053 h 885784"/>
                <a:gd name="connsiteX695" fmla="*/ 908809 w 1350737"/>
                <a:gd name="connsiteY695" fmla="*/ 103526 h 885784"/>
                <a:gd name="connsiteX696" fmla="*/ 907928 w 1350737"/>
                <a:gd name="connsiteY696" fmla="*/ 101331 h 885784"/>
                <a:gd name="connsiteX697" fmla="*/ 908809 w 1350737"/>
                <a:gd name="connsiteY697" fmla="*/ 98039 h 885784"/>
                <a:gd name="connsiteX698" fmla="*/ 903893 w 1350737"/>
                <a:gd name="connsiteY698" fmla="*/ 98039 h 885784"/>
                <a:gd name="connsiteX699" fmla="*/ 905655 w 1350737"/>
                <a:gd name="connsiteY699" fmla="*/ 101902 h 885784"/>
                <a:gd name="connsiteX700" fmla="*/ 900739 w 1350737"/>
                <a:gd name="connsiteY700" fmla="*/ 100541 h 885784"/>
                <a:gd name="connsiteX701" fmla="*/ 886548 w 1350737"/>
                <a:gd name="connsiteY701" fmla="*/ 98609 h 885784"/>
                <a:gd name="connsiteX702" fmla="*/ 882791 w 1350737"/>
                <a:gd name="connsiteY702" fmla="*/ 98082 h 885784"/>
                <a:gd name="connsiteX703" fmla="*/ 879313 w 1350737"/>
                <a:gd name="connsiteY703" fmla="*/ 96414 h 885784"/>
                <a:gd name="connsiteX704" fmla="*/ 875232 w 1350737"/>
                <a:gd name="connsiteY704" fmla="*/ 96941 h 885784"/>
                <a:gd name="connsiteX705" fmla="*/ 875232 w 1350737"/>
                <a:gd name="connsiteY705" fmla="*/ 98873 h 885784"/>
                <a:gd name="connsiteX706" fmla="*/ 879591 w 1350737"/>
                <a:gd name="connsiteY706" fmla="*/ 98873 h 885784"/>
                <a:gd name="connsiteX707" fmla="*/ 880751 w 1350737"/>
                <a:gd name="connsiteY707" fmla="*/ 100541 h 885784"/>
                <a:gd name="connsiteX708" fmla="*/ 878710 w 1350737"/>
                <a:gd name="connsiteY708" fmla="*/ 108443 h 885784"/>
                <a:gd name="connsiteX709" fmla="*/ 880148 w 1350737"/>
                <a:gd name="connsiteY709" fmla="*/ 114808 h 885784"/>
                <a:gd name="connsiteX710" fmla="*/ 883904 w 1350737"/>
                <a:gd name="connsiteY710" fmla="*/ 126881 h 885784"/>
                <a:gd name="connsiteX711" fmla="*/ 886502 w 1350737"/>
                <a:gd name="connsiteY711" fmla="*/ 130173 h 885784"/>
                <a:gd name="connsiteX712" fmla="*/ 889980 w 1350737"/>
                <a:gd name="connsiteY712" fmla="*/ 130437 h 885784"/>
                <a:gd name="connsiteX713" fmla="*/ 888217 w 1350737"/>
                <a:gd name="connsiteY713" fmla="*/ 132105 h 885784"/>
                <a:gd name="connsiteX714" fmla="*/ 889099 w 1350737"/>
                <a:gd name="connsiteY714" fmla="*/ 134827 h 885784"/>
                <a:gd name="connsiteX715" fmla="*/ 884183 w 1350737"/>
                <a:gd name="connsiteY715" fmla="*/ 134827 h 885784"/>
                <a:gd name="connsiteX716" fmla="*/ 883301 w 1350737"/>
                <a:gd name="connsiteY716" fmla="*/ 136188 h 885784"/>
                <a:gd name="connsiteX717" fmla="*/ 886177 w 1350737"/>
                <a:gd name="connsiteY717" fmla="*/ 136188 h 885784"/>
                <a:gd name="connsiteX718" fmla="*/ 884739 w 1350737"/>
                <a:gd name="connsiteY718" fmla="*/ 141104 h 885784"/>
                <a:gd name="connsiteX719" fmla="*/ 890258 w 1350737"/>
                <a:gd name="connsiteY719" fmla="*/ 141104 h 885784"/>
                <a:gd name="connsiteX720" fmla="*/ 890536 w 1350737"/>
                <a:gd name="connsiteY720" fmla="*/ 145890 h 885784"/>
                <a:gd name="connsiteX721" fmla="*/ 885899 w 1350737"/>
                <a:gd name="connsiteY721" fmla="*/ 143343 h 885784"/>
                <a:gd name="connsiteX722" fmla="*/ 882142 w 1350737"/>
                <a:gd name="connsiteY722" fmla="*/ 143870 h 885784"/>
                <a:gd name="connsiteX723" fmla="*/ 879823 w 1350737"/>
                <a:gd name="connsiteY723" fmla="*/ 141104 h 885784"/>
                <a:gd name="connsiteX724" fmla="*/ 874304 w 1350737"/>
                <a:gd name="connsiteY724" fmla="*/ 150631 h 885784"/>
                <a:gd name="connsiteX725" fmla="*/ 872264 w 1350737"/>
                <a:gd name="connsiteY725" fmla="*/ 164679 h 885784"/>
                <a:gd name="connsiteX726" fmla="*/ 871707 w 1350737"/>
                <a:gd name="connsiteY726" fmla="*/ 172405 h 885784"/>
                <a:gd name="connsiteX727" fmla="*/ 862710 w 1350737"/>
                <a:gd name="connsiteY727" fmla="*/ 186936 h 885784"/>
                <a:gd name="connsiteX728" fmla="*/ 862153 w 1350737"/>
                <a:gd name="connsiteY728" fmla="*/ 197077 h 885784"/>
                <a:gd name="connsiteX729" fmla="*/ 854316 w 1350737"/>
                <a:gd name="connsiteY729" fmla="*/ 199799 h 885784"/>
                <a:gd name="connsiteX730" fmla="*/ 851719 w 1350737"/>
                <a:gd name="connsiteY730" fmla="*/ 207481 h 885784"/>
                <a:gd name="connsiteX731" fmla="*/ 849400 w 1350737"/>
                <a:gd name="connsiteY731" fmla="*/ 206120 h 885784"/>
                <a:gd name="connsiteX732" fmla="*/ 846524 w 1350737"/>
                <a:gd name="connsiteY732" fmla="*/ 197340 h 885784"/>
                <a:gd name="connsiteX733" fmla="*/ 833168 w 1350737"/>
                <a:gd name="connsiteY733" fmla="*/ 172669 h 885784"/>
                <a:gd name="connsiteX734" fmla="*/ 834605 w 1350737"/>
                <a:gd name="connsiteY734" fmla="*/ 170210 h 885784"/>
                <a:gd name="connsiteX735" fmla="*/ 834884 w 1350737"/>
                <a:gd name="connsiteY735" fmla="*/ 167488 h 885784"/>
                <a:gd name="connsiteX736" fmla="*/ 832565 w 1350737"/>
                <a:gd name="connsiteY736" fmla="*/ 166128 h 885784"/>
                <a:gd name="connsiteX737" fmla="*/ 832843 w 1350737"/>
                <a:gd name="connsiteY737" fmla="*/ 163406 h 885784"/>
                <a:gd name="connsiteX738" fmla="*/ 836321 w 1350737"/>
                <a:gd name="connsiteY738" fmla="*/ 159279 h 885784"/>
                <a:gd name="connsiteX739" fmla="*/ 836321 w 1350737"/>
                <a:gd name="connsiteY739" fmla="*/ 164723 h 885784"/>
                <a:gd name="connsiteX740" fmla="*/ 841840 w 1350737"/>
                <a:gd name="connsiteY740" fmla="*/ 164723 h 885784"/>
                <a:gd name="connsiteX741" fmla="*/ 842397 w 1350737"/>
                <a:gd name="connsiteY741" fmla="*/ 153660 h 885784"/>
                <a:gd name="connsiteX742" fmla="*/ 839521 w 1350737"/>
                <a:gd name="connsiteY742" fmla="*/ 149402 h 885784"/>
                <a:gd name="connsiteX743" fmla="*/ 838084 w 1350737"/>
                <a:gd name="connsiteY743" fmla="*/ 138163 h 885784"/>
                <a:gd name="connsiteX744" fmla="*/ 827371 w 1350737"/>
                <a:gd name="connsiteY744" fmla="*/ 129120 h 885784"/>
                <a:gd name="connsiteX745" fmla="*/ 818652 w 1350737"/>
                <a:gd name="connsiteY745" fmla="*/ 122008 h 885784"/>
                <a:gd name="connsiteX746" fmla="*/ 814570 w 1350737"/>
                <a:gd name="connsiteY746" fmla="*/ 129120 h 885784"/>
                <a:gd name="connsiteX747" fmla="*/ 811370 w 1350737"/>
                <a:gd name="connsiteY747" fmla="*/ 138163 h 885784"/>
                <a:gd name="connsiteX748" fmla="*/ 811370 w 1350737"/>
                <a:gd name="connsiteY748" fmla="*/ 143914 h 885784"/>
                <a:gd name="connsiteX749" fmla="*/ 808495 w 1350737"/>
                <a:gd name="connsiteY749" fmla="*/ 139787 h 885784"/>
                <a:gd name="connsiteX750" fmla="*/ 806733 w 1350737"/>
                <a:gd name="connsiteY750" fmla="*/ 141148 h 885784"/>
                <a:gd name="connsiteX751" fmla="*/ 806454 w 1350737"/>
                <a:gd name="connsiteY751" fmla="*/ 145933 h 885784"/>
                <a:gd name="connsiteX752" fmla="*/ 808217 w 1350737"/>
                <a:gd name="connsiteY752" fmla="*/ 146899 h 885784"/>
                <a:gd name="connsiteX753" fmla="*/ 808495 w 1350737"/>
                <a:gd name="connsiteY753" fmla="*/ 153704 h 885784"/>
                <a:gd name="connsiteX754" fmla="*/ 804414 w 1350737"/>
                <a:gd name="connsiteY754" fmla="*/ 163713 h 885784"/>
                <a:gd name="connsiteX755" fmla="*/ 797457 w 1350737"/>
                <a:gd name="connsiteY755" fmla="*/ 155767 h 885784"/>
                <a:gd name="connsiteX756" fmla="*/ 798617 w 1350737"/>
                <a:gd name="connsiteY756" fmla="*/ 149445 h 885784"/>
                <a:gd name="connsiteX757" fmla="*/ 796019 w 1350737"/>
                <a:gd name="connsiteY757" fmla="*/ 132720 h 885784"/>
                <a:gd name="connsiteX758" fmla="*/ 794257 w 1350737"/>
                <a:gd name="connsiteY758" fmla="*/ 125652 h 885784"/>
                <a:gd name="connsiteX759" fmla="*/ 787857 w 1350737"/>
                <a:gd name="connsiteY759" fmla="*/ 120384 h 885784"/>
                <a:gd name="connsiteX760" fmla="*/ 790454 w 1350737"/>
                <a:gd name="connsiteY760" fmla="*/ 120384 h 885784"/>
                <a:gd name="connsiteX761" fmla="*/ 793329 w 1350737"/>
                <a:gd name="connsiteY761" fmla="*/ 122052 h 885784"/>
                <a:gd name="connsiteX762" fmla="*/ 795092 w 1350737"/>
                <a:gd name="connsiteY762" fmla="*/ 121218 h 885784"/>
                <a:gd name="connsiteX763" fmla="*/ 796854 w 1350737"/>
                <a:gd name="connsiteY763" fmla="*/ 124422 h 885784"/>
                <a:gd name="connsiteX764" fmla="*/ 799173 w 1350737"/>
                <a:gd name="connsiteY764" fmla="*/ 124422 h 885784"/>
                <a:gd name="connsiteX765" fmla="*/ 800611 w 1350737"/>
                <a:gd name="connsiteY765" fmla="*/ 122315 h 885784"/>
                <a:gd name="connsiteX766" fmla="*/ 802651 w 1350737"/>
                <a:gd name="connsiteY766" fmla="*/ 122579 h 885784"/>
                <a:gd name="connsiteX767" fmla="*/ 804414 w 1350737"/>
                <a:gd name="connsiteY767" fmla="*/ 119023 h 885784"/>
                <a:gd name="connsiteX768" fmla="*/ 804414 w 1350737"/>
                <a:gd name="connsiteY768" fmla="*/ 114633 h 885784"/>
                <a:gd name="connsiteX769" fmla="*/ 800657 w 1350737"/>
                <a:gd name="connsiteY769" fmla="*/ 112921 h 885784"/>
                <a:gd name="connsiteX770" fmla="*/ 797782 w 1350737"/>
                <a:gd name="connsiteY770" fmla="*/ 109979 h 885784"/>
                <a:gd name="connsiteX771" fmla="*/ 795185 w 1350737"/>
                <a:gd name="connsiteY771" fmla="*/ 110243 h 885784"/>
                <a:gd name="connsiteX772" fmla="*/ 793747 w 1350737"/>
                <a:gd name="connsiteY772" fmla="*/ 111604 h 885784"/>
                <a:gd name="connsiteX773" fmla="*/ 790871 w 1350737"/>
                <a:gd name="connsiteY773" fmla="*/ 111340 h 885784"/>
                <a:gd name="connsiteX774" fmla="*/ 792031 w 1350737"/>
                <a:gd name="connsiteY774" fmla="*/ 106775 h 885784"/>
                <a:gd name="connsiteX775" fmla="*/ 789156 w 1350737"/>
                <a:gd name="connsiteY775" fmla="*/ 108531 h 885784"/>
                <a:gd name="connsiteX776" fmla="*/ 787996 w 1350737"/>
                <a:gd name="connsiteY776" fmla="*/ 110243 h 885784"/>
                <a:gd name="connsiteX777" fmla="*/ 783080 w 1350737"/>
                <a:gd name="connsiteY777" fmla="*/ 111340 h 885784"/>
                <a:gd name="connsiteX778" fmla="*/ 788599 w 1350737"/>
                <a:gd name="connsiteY778" fmla="*/ 106775 h 885784"/>
                <a:gd name="connsiteX779" fmla="*/ 788321 w 1350737"/>
                <a:gd name="connsiteY779" fmla="*/ 104448 h 885784"/>
                <a:gd name="connsiteX780" fmla="*/ 783683 w 1350737"/>
                <a:gd name="connsiteY780" fmla="*/ 106775 h 885784"/>
                <a:gd name="connsiteX781" fmla="*/ 778767 w 1350737"/>
                <a:gd name="connsiteY781" fmla="*/ 111033 h 885784"/>
                <a:gd name="connsiteX782" fmla="*/ 774408 w 1350737"/>
                <a:gd name="connsiteY782" fmla="*/ 109672 h 885784"/>
                <a:gd name="connsiteX783" fmla="*/ 764576 w 1350737"/>
                <a:gd name="connsiteY783" fmla="*/ 102560 h 885784"/>
                <a:gd name="connsiteX784" fmla="*/ 767451 w 1350737"/>
                <a:gd name="connsiteY784" fmla="*/ 98434 h 885784"/>
                <a:gd name="connsiteX785" fmla="*/ 776170 w 1350737"/>
                <a:gd name="connsiteY785" fmla="*/ 90180 h 885784"/>
                <a:gd name="connsiteX786" fmla="*/ 774732 w 1350737"/>
                <a:gd name="connsiteY786" fmla="*/ 86888 h 885784"/>
                <a:gd name="connsiteX787" fmla="*/ 768935 w 1350737"/>
                <a:gd name="connsiteY787" fmla="*/ 86361 h 885784"/>
                <a:gd name="connsiteX788" fmla="*/ 768935 w 1350737"/>
                <a:gd name="connsiteY788" fmla="*/ 81708 h 885784"/>
                <a:gd name="connsiteX789" fmla="*/ 771810 w 1350737"/>
                <a:gd name="connsiteY789" fmla="*/ 81971 h 885784"/>
                <a:gd name="connsiteX790" fmla="*/ 776170 w 1350737"/>
                <a:gd name="connsiteY790" fmla="*/ 85264 h 885784"/>
                <a:gd name="connsiteX791" fmla="*/ 779927 w 1350737"/>
                <a:gd name="connsiteY791" fmla="*/ 85000 h 885784"/>
                <a:gd name="connsiteX792" fmla="*/ 782802 w 1350737"/>
                <a:gd name="connsiteY792" fmla="*/ 82805 h 885784"/>
                <a:gd name="connsiteX793" fmla="*/ 780761 w 1350737"/>
                <a:gd name="connsiteY793" fmla="*/ 78942 h 885784"/>
                <a:gd name="connsiteX794" fmla="*/ 780483 w 1350737"/>
                <a:gd name="connsiteY794" fmla="*/ 74289 h 885784"/>
                <a:gd name="connsiteX795" fmla="*/ 777886 w 1350737"/>
                <a:gd name="connsiteY795" fmla="*/ 74289 h 885784"/>
                <a:gd name="connsiteX796" fmla="*/ 774408 w 1350737"/>
                <a:gd name="connsiteY796" fmla="*/ 78679 h 885784"/>
                <a:gd name="connsiteX797" fmla="*/ 774964 w 1350737"/>
                <a:gd name="connsiteY797" fmla="*/ 71567 h 885784"/>
                <a:gd name="connsiteX798" fmla="*/ 772367 w 1350737"/>
                <a:gd name="connsiteY798" fmla="*/ 68845 h 885784"/>
                <a:gd name="connsiteX799" fmla="*/ 770929 w 1350737"/>
                <a:gd name="connsiteY799" fmla="*/ 66650 h 885784"/>
                <a:gd name="connsiteX800" fmla="*/ 765410 w 1350737"/>
                <a:gd name="connsiteY800" fmla="*/ 61426 h 885784"/>
                <a:gd name="connsiteX801" fmla="*/ 761654 w 1350737"/>
                <a:gd name="connsiteY801" fmla="*/ 52909 h 885784"/>
                <a:gd name="connsiteX802" fmla="*/ 759752 w 1350737"/>
                <a:gd name="connsiteY802" fmla="*/ 26833 h 885784"/>
                <a:gd name="connsiteX803" fmla="*/ 750060 w 1350737"/>
                <a:gd name="connsiteY803" fmla="*/ 17789 h 885784"/>
                <a:gd name="connsiteX804" fmla="*/ 747741 w 1350737"/>
                <a:gd name="connsiteY804" fmla="*/ 14233 h 885784"/>
                <a:gd name="connsiteX805" fmla="*/ 749781 w 1350737"/>
                <a:gd name="connsiteY805" fmla="*/ 12565 h 885784"/>
                <a:gd name="connsiteX806" fmla="*/ 749503 w 1350737"/>
                <a:gd name="connsiteY806" fmla="*/ 9009 h 885784"/>
                <a:gd name="connsiteX807" fmla="*/ 742546 w 1350737"/>
                <a:gd name="connsiteY807" fmla="*/ 9536 h 885784"/>
                <a:gd name="connsiteX808" fmla="*/ 741665 w 1350737"/>
                <a:gd name="connsiteY808" fmla="*/ 7078 h 885784"/>
                <a:gd name="connsiteX809" fmla="*/ 737306 w 1350737"/>
                <a:gd name="connsiteY809" fmla="*/ 13663 h 885784"/>
                <a:gd name="connsiteX810" fmla="*/ 737306 w 1350737"/>
                <a:gd name="connsiteY810" fmla="*/ 9273 h 885784"/>
                <a:gd name="connsiteX811" fmla="*/ 734709 w 1350737"/>
                <a:gd name="connsiteY811" fmla="*/ 8438 h 885784"/>
                <a:gd name="connsiteX812" fmla="*/ 736146 w 1350737"/>
                <a:gd name="connsiteY812" fmla="*/ 5409 h 885784"/>
                <a:gd name="connsiteX813" fmla="*/ 731230 w 1350737"/>
                <a:gd name="connsiteY813" fmla="*/ 185 h 885784"/>
                <a:gd name="connsiteX814" fmla="*/ 725155 w 1350737"/>
                <a:gd name="connsiteY814" fmla="*/ 7297 h 885784"/>
                <a:gd name="connsiteX815" fmla="*/ 722233 w 1350737"/>
                <a:gd name="connsiteY815" fmla="*/ 5936 h 885784"/>
                <a:gd name="connsiteX816" fmla="*/ 722233 w 1350737"/>
                <a:gd name="connsiteY816" fmla="*/ 9492 h 885784"/>
                <a:gd name="connsiteX817" fmla="*/ 713561 w 1350737"/>
                <a:gd name="connsiteY817" fmla="*/ 16911 h 885784"/>
                <a:gd name="connsiteX818" fmla="*/ 722233 w 1350737"/>
                <a:gd name="connsiteY818" fmla="*/ 22399 h 885784"/>
                <a:gd name="connsiteX819" fmla="*/ 719961 w 1350737"/>
                <a:gd name="connsiteY819" fmla="*/ 26789 h 885784"/>
                <a:gd name="connsiteX820" fmla="*/ 719080 w 1350737"/>
                <a:gd name="connsiteY820" fmla="*/ 32627 h 885784"/>
                <a:gd name="connsiteX821" fmla="*/ 714998 w 1350737"/>
                <a:gd name="connsiteY821" fmla="*/ 31486 h 885784"/>
                <a:gd name="connsiteX822" fmla="*/ 711520 w 1350737"/>
                <a:gd name="connsiteY822" fmla="*/ 26569 h 885784"/>
                <a:gd name="connsiteX823" fmla="*/ 707439 w 1350737"/>
                <a:gd name="connsiteY823" fmla="*/ 32671 h 885784"/>
                <a:gd name="connsiteX824" fmla="*/ 705676 w 1350737"/>
                <a:gd name="connsiteY824" fmla="*/ 37808 h 885784"/>
                <a:gd name="connsiteX825" fmla="*/ 704007 w 1350737"/>
                <a:gd name="connsiteY825" fmla="*/ 42724 h 885784"/>
                <a:gd name="connsiteX826" fmla="*/ 703682 w 1350737"/>
                <a:gd name="connsiteY826" fmla="*/ 49573 h 885784"/>
                <a:gd name="connsiteX827" fmla="*/ 704842 w 1350737"/>
                <a:gd name="connsiteY827" fmla="*/ 56421 h 885784"/>
                <a:gd name="connsiteX828" fmla="*/ 708320 w 1350737"/>
                <a:gd name="connsiteY828" fmla="*/ 61338 h 885784"/>
                <a:gd name="connsiteX829" fmla="*/ 714998 w 1350737"/>
                <a:gd name="connsiteY829" fmla="*/ 59143 h 885784"/>
                <a:gd name="connsiteX830" fmla="*/ 713561 w 1350737"/>
                <a:gd name="connsiteY830" fmla="*/ 61338 h 885784"/>
                <a:gd name="connsiteX831" fmla="*/ 711520 w 1350737"/>
                <a:gd name="connsiteY831" fmla="*/ 63796 h 885784"/>
                <a:gd name="connsiteX832" fmla="*/ 703404 w 1350737"/>
                <a:gd name="connsiteY832" fmla="*/ 78898 h 885784"/>
                <a:gd name="connsiteX833" fmla="*/ 711520 w 1350737"/>
                <a:gd name="connsiteY833" fmla="*/ 92902 h 885784"/>
                <a:gd name="connsiteX834" fmla="*/ 717874 w 1350737"/>
                <a:gd name="connsiteY834" fmla="*/ 99487 h 885784"/>
                <a:gd name="connsiteX835" fmla="*/ 725155 w 1350737"/>
                <a:gd name="connsiteY835" fmla="*/ 106731 h 885784"/>
                <a:gd name="connsiteX836" fmla="*/ 731230 w 1350737"/>
                <a:gd name="connsiteY836" fmla="*/ 110726 h 885784"/>
                <a:gd name="connsiteX837" fmla="*/ 732668 w 1350737"/>
                <a:gd name="connsiteY837" fmla="*/ 108487 h 885784"/>
                <a:gd name="connsiteX838" fmla="*/ 732112 w 1350737"/>
                <a:gd name="connsiteY838" fmla="*/ 104975 h 885784"/>
                <a:gd name="connsiteX839" fmla="*/ 734430 w 1350737"/>
                <a:gd name="connsiteY839" fmla="*/ 104975 h 885784"/>
                <a:gd name="connsiteX840" fmla="*/ 739625 w 1350737"/>
                <a:gd name="connsiteY840" fmla="*/ 113184 h 885784"/>
                <a:gd name="connsiteX841" fmla="*/ 751219 w 1350737"/>
                <a:gd name="connsiteY841" fmla="*/ 110462 h 885784"/>
                <a:gd name="connsiteX842" fmla="*/ 753538 w 1350737"/>
                <a:gd name="connsiteY842" fmla="*/ 113184 h 885784"/>
                <a:gd name="connsiteX843" fmla="*/ 751775 w 1350737"/>
                <a:gd name="connsiteY843" fmla="*/ 115950 h 885784"/>
                <a:gd name="connsiteX844" fmla="*/ 753538 w 1350737"/>
                <a:gd name="connsiteY844" fmla="*/ 117881 h 885784"/>
                <a:gd name="connsiteX845" fmla="*/ 749457 w 1350737"/>
                <a:gd name="connsiteY845" fmla="*/ 124379 h 885784"/>
                <a:gd name="connsiteX846" fmla="*/ 746581 w 1350737"/>
                <a:gd name="connsiteY846" fmla="*/ 124379 h 885784"/>
                <a:gd name="connsiteX847" fmla="*/ 746303 w 1350737"/>
                <a:gd name="connsiteY847" fmla="*/ 121701 h 885784"/>
                <a:gd name="connsiteX848" fmla="*/ 749503 w 1350737"/>
                <a:gd name="connsiteY848" fmla="*/ 118979 h 885784"/>
                <a:gd name="connsiteX849" fmla="*/ 749503 w 1350737"/>
                <a:gd name="connsiteY849" fmla="*/ 116257 h 885784"/>
                <a:gd name="connsiteX850" fmla="*/ 746303 w 1350737"/>
                <a:gd name="connsiteY850" fmla="*/ 117925 h 885784"/>
                <a:gd name="connsiteX851" fmla="*/ 739068 w 1350737"/>
                <a:gd name="connsiteY851" fmla="*/ 122052 h 885784"/>
                <a:gd name="connsiteX852" fmla="*/ 741387 w 1350737"/>
                <a:gd name="connsiteY852" fmla="*/ 129471 h 885784"/>
                <a:gd name="connsiteX853" fmla="*/ 737630 w 1350737"/>
                <a:gd name="connsiteY853" fmla="*/ 134124 h 885784"/>
                <a:gd name="connsiteX854" fmla="*/ 734430 w 1350737"/>
                <a:gd name="connsiteY854" fmla="*/ 141236 h 885784"/>
                <a:gd name="connsiteX855" fmla="*/ 744587 w 1350737"/>
                <a:gd name="connsiteY855" fmla="*/ 141236 h 885784"/>
                <a:gd name="connsiteX856" fmla="*/ 743428 w 1350737"/>
                <a:gd name="connsiteY856" fmla="*/ 137680 h 885784"/>
                <a:gd name="connsiteX857" fmla="*/ 744587 w 1350737"/>
                <a:gd name="connsiteY857" fmla="*/ 136319 h 885784"/>
                <a:gd name="connsiteX858" fmla="*/ 745468 w 1350737"/>
                <a:gd name="connsiteY858" fmla="*/ 132456 h 885784"/>
                <a:gd name="connsiteX859" fmla="*/ 749828 w 1350737"/>
                <a:gd name="connsiteY859" fmla="*/ 133817 h 885784"/>
                <a:gd name="connsiteX860" fmla="*/ 750106 w 1350737"/>
                <a:gd name="connsiteY860" fmla="*/ 141192 h 885784"/>
                <a:gd name="connsiteX861" fmla="*/ 751265 w 1350737"/>
                <a:gd name="connsiteY861" fmla="*/ 149445 h 885784"/>
                <a:gd name="connsiteX862" fmla="*/ 747787 w 1350737"/>
                <a:gd name="connsiteY862" fmla="*/ 153704 h 885784"/>
                <a:gd name="connsiteX863" fmla="*/ 739671 w 1350737"/>
                <a:gd name="connsiteY863" fmla="*/ 163186 h 885784"/>
                <a:gd name="connsiteX864" fmla="*/ 732158 w 1350737"/>
                <a:gd name="connsiteY864" fmla="*/ 171703 h 885784"/>
                <a:gd name="connsiteX865" fmla="*/ 722280 w 1350737"/>
                <a:gd name="connsiteY865" fmla="*/ 172537 h 885784"/>
                <a:gd name="connsiteX866" fmla="*/ 719126 w 1350737"/>
                <a:gd name="connsiteY866" fmla="*/ 182678 h 885784"/>
                <a:gd name="connsiteX867" fmla="*/ 717966 w 1350737"/>
                <a:gd name="connsiteY867" fmla="*/ 184873 h 885784"/>
                <a:gd name="connsiteX868" fmla="*/ 722280 w 1350737"/>
                <a:gd name="connsiteY868" fmla="*/ 190360 h 885784"/>
                <a:gd name="connsiteX869" fmla="*/ 722280 w 1350737"/>
                <a:gd name="connsiteY869" fmla="*/ 200809 h 885784"/>
                <a:gd name="connsiteX870" fmla="*/ 725201 w 1350737"/>
                <a:gd name="connsiteY870" fmla="*/ 203838 h 885784"/>
                <a:gd name="connsiteX871" fmla="*/ 723764 w 1350737"/>
                <a:gd name="connsiteY871" fmla="*/ 207130 h 885784"/>
                <a:gd name="connsiteX872" fmla="*/ 722280 w 1350737"/>
                <a:gd name="connsiteY872" fmla="*/ 207130 h 885784"/>
                <a:gd name="connsiteX873" fmla="*/ 722280 w 1350737"/>
                <a:gd name="connsiteY873" fmla="*/ 203574 h 885784"/>
                <a:gd name="connsiteX874" fmla="*/ 715926 w 1350737"/>
                <a:gd name="connsiteY874" fmla="*/ 207130 h 885784"/>
                <a:gd name="connsiteX875" fmla="*/ 719126 w 1350737"/>
                <a:gd name="connsiteY875" fmla="*/ 200018 h 885784"/>
                <a:gd name="connsiteX876" fmla="*/ 716250 w 1350737"/>
                <a:gd name="connsiteY876" fmla="*/ 198921 h 885784"/>
                <a:gd name="connsiteX877" fmla="*/ 711613 w 1350737"/>
                <a:gd name="connsiteY877" fmla="*/ 203838 h 885784"/>
                <a:gd name="connsiteX878" fmla="*/ 709016 w 1350737"/>
                <a:gd name="connsiteY878" fmla="*/ 203838 h 885784"/>
                <a:gd name="connsiteX879" fmla="*/ 711613 w 1350737"/>
                <a:gd name="connsiteY879" fmla="*/ 196419 h 885784"/>
                <a:gd name="connsiteX880" fmla="*/ 705816 w 1350737"/>
                <a:gd name="connsiteY880" fmla="*/ 193697 h 885784"/>
                <a:gd name="connsiteX881" fmla="*/ 709294 w 1350737"/>
                <a:gd name="connsiteY881" fmla="*/ 189834 h 885784"/>
                <a:gd name="connsiteX882" fmla="*/ 709850 w 1350737"/>
                <a:gd name="connsiteY882" fmla="*/ 183775 h 885784"/>
                <a:gd name="connsiteX883" fmla="*/ 713607 w 1350737"/>
                <a:gd name="connsiteY883" fmla="*/ 181054 h 885784"/>
                <a:gd name="connsiteX884" fmla="*/ 710129 w 1350737"/>
                <a:gd name="connsiteY884" fmla="*/ 179956 h 885784"/>
                <a:gd name="connsiteX885" fmla="*/ 710129 w 1350737"/>
                <a:gd name="connsiteY885" fmla="*/ 176663 h 885784"/>
                <a:gd name="connsiteX886" fmla="*/ 713607 w 1350737"/>
                <a:gd name="connsiteY886" fmla="*/ 168147 h 885784"/>
                <a:gd name="connsiteX887" fmla="*/ 713607 w 1350737"/>
                <a:gd name="connsiteY887" fmla="*/ 164810 h 885784"/>
                <a:gd name="connsiteX888" fmla="*/ 703450 w 1350737"/>
                <a:gd name="connsiteY888" fmla="*/ 172010 h 885784"/>
                <a:gd name="connsiteX889" fmla="*/ 700575 w 1350737"/>
                <a:gd name="connsiteY889" fmla="*/ 172273 h 885784"/>
                <a:gd name="connsiteX890" fmla="*/ 700575 w 1350737"/>
                <a:gd name="connsiteY890" fmla="*/ 169552 h 885784"/>
                <a:gd name="connsiteX891" fmla="*/ 705769 w 1350737"/>
                <a:gd name="connsiteY891" fmla="*/ 164854 h 885784"/>
                <a:gd name="connsiteX892" fmla="*/ 698256 w 1350737"/>
                <a:gd name="connsiteY892" fmla="*/ 163537 h 885784"/>
                <a:gd name="connsiteX893" fmla="*/ 693340 w 1350737"/>
                <a:gd name="connsiteY893" fmla="*/ 156996 h 885784"/>
                <a:gd name="connsiteX894" fmla="*/ 690882 w 1350737"/>
                <a:gd name="connsiteY894" fmla="*/ 154582 h 885784"/>
                <a:gd name="connsiteX895" fmla="*/ 681746 w 1350737"/>
                <a:gd name="connsiteY895" fmla="*/ 153792 h 885784"/>
                <a:gd name="connsiteX896" fmla="*/ 681746 w 1350737"/>
                <a:gd name="connsiteY896" fmla="*/ 159411 h 885784"/>
                <a:gd name="connsiteX897" fmla="*/ 678546 w 1350737"/>
                <a:gd name="connsiteY897" fmla="*/ 161430 h 885784"/>
                <a:gd name="connsiteX898" fmla="*/ 670151 w 1350737"/>
                <a:gd name="connsiteY898" fmla="*/ 159411 h 885784"/>
                <a:gd name="connsiteX899" fmla="*/ 676830 w 1350737"/>
                <a:gd name="connsiteY899" fmla="*/ 168191 h 885784"/>
                <a:gd name="connsiteX900" fmla="*/ 676552 w 1350737"/>
                <a:gd name="connsiteY900" fmla="*/ 169859 h 885784"/>
                <a:gd name="connsiteX901" fmla="*/ 672192 w 1350737"/>
                <a:gd name="connsiteY901" fmla="*/ 166830 h 885784"/>
                <a:gd name="connsiteX902" fmla="*/ 675067 w 1350737"/>
                <a:gd name="connsiteY902" fmla="*/ 173942 h 885784"/>
                <a:gd name="connsiteX903" fmla="*/ 671311 w 1350737"/>
                <a:gd name="connsiteY903" fmla="*/ 170078 h 885784"/>
                <a:gd name="connsiteX904" fmla="*/ 669502 w 1350737"/>
                <a:gd name="connsiteY904" fmla="*/ 176663 h 885784"/>
                <a:gd name="connsiteX905" fmla="*/ 674789 w 1350737"/>
                <a:gd name="connsiteY905" fmla="*/ 180790 h 885784"/>
                <a:gd name="connsiteX906" fmla="*/ 674789 w 1350737"/>
                <a:gd name="connsiteY906" fmla="*/ 183249 h 885784"/>
                <a:gd name="connsiteX907" fmla="*/ 665514 w 1350737"/>
                <a:gd name="connsiteY907" fmla="*/ 185444 h 885784"/>
                <a:gd name="connsiteX908" fmla="*/ 641908 w 1350737"/>
                <a:gd name="connsiteY908" fmla="*/ 181580 h 885784"/>
                <a:gd name="connsiteX909" fmla="*/ 638893 w 1350737"/>
                <a:gd name="connsiteY909" fmla="*/ 180746 h 885784"/>
                <a:gd name="connsiteX910" fmla="*/ 633374 w 1350737"/>
                <a:gd name="connsiteY910" fmla="*/ 182941 h 885784"/>
                <a:gd name="connsiteX911" fmla="*/ 626696 w 1350737"/>
                <a:gd name="connsiteY911" fmla="*/ 186804 h 885784"/>
                <a:gd name="connsiteX912" fmla="*/ 613061 w 1350737"/>
                <a:gd name="connsiteY912" fmla="*/ 185444 h 885784"/>
                <a:gd name="connsiteX913" fmla="*/ 596273 w 1350737"/>
                <a:gd name="connsiteY913" fmla="*/ 173108 h 885784"/>
                <a:gd name="connsiteX914" fmla="*/ 596273 w 1350737"/>
                <a:gd name="connsiteY914" fmla="*/ 169552 h 885784"/>
                <a:gd name="connsiteX915" fmla="*/ 593954 w 1350737"/>
                <a:gd name="connsiteY915" fmla="*/ 169815 h 885784"/>
                <a:gd name="connsiteX916" fmla="*/ 593954 w 1350737"/>
                <a:gd name="connsiteY916" fmla="*/ 171483 h 885784"/>
                <a:gd name="connsiteX917" fmla="*/ 579901 w 1350737"/>
                <a:gd name="connsiteY917" fmla="*/ 172844 h 885784"/>
                <a:gd name="connsiteX918" fmla="*/ 578556 w 1350737"/>
                <a:gd name="connsiteY918" fmla="*/ 170122 h 885784"/>
                <a:gd name="connsiteX919" fmla="*/ 579901 w 1350737"/>
                <a:gd name="connsiteY919" fmla="*/ 167093 h 885784"/>
                <a:gd name="connsiteX920" fmla="*/ 575681 w 1350737"/>
                <a:gd name="connsiteY920" fmla="*/ 167927 h 885784"/>
                <a:gd name="connsiteX921" fmla="*/ 576840 w 1350737"/>
                <a:gd name="connsiteY921" fmla="*/ 164854 h 885784"/>
                <a:gd name="connsiteX922" fmla="*/ 570440 w 1350737"/>
                <a:gd name="connsiteY922" fmla="*/ 164854 h 885784"/>
                <a:gd name="connsiteX923" fmla="*/ 570440 w 1350737"/>
                <a:gd name="connsiteY923" fmla="*/ 162967 h 885784"/>
                <a:gd name="connsiteX924" fmla="*/ 572852 w 1350737"/>
                <a:gd name="connsiteY924" fmla="*/ 161430 h 885784"/>
                <a:gd name="connsiteX925" fmla="*/ 570440 w 1350737"/>
                <a:gd name="connsiteY925" fmla="*/ 159411 h 885784"/>
                <a:gd name="connsiteX926" fmla="*/ 565803 w 1350737"/>
                <a:gd name="connsiteY926" fmla="*/ 159411 h 885784"/>
                <a:gd name="connsiteX927" fmla="*/ 562927 w 1350737"/>
                <a:gd name="connsiteY927" fmla="*/ 156996 h 885784"/>
                <a:gd name="connsiteX928" fmla="*/ 562927 w 1350737"/>
                <a:gd name="connsiteY928" fmla="*/ 144046 h 885784"/>
                <a:gd name="connsiteX929" fmla="*/ 551055 w 1350737"/>
                <a:gd name="connsiteY929" fmla="*/ 136363 h 885784"/>
                <a:gd name="connsiteX930" fmla="*/ 544098 w 1350737"/>
                <a:gd name="connsiteY930" fmla="*/ 141280 h 885784"/>
                <a:gd name="connsiteX931" fmla="*/ 533385 w 1350737"/>
                <a:gd name="connsiteY931" fmla="*/ 146065 h 885784"/>
                <a:gd name="connsiteX932" fmla="*/ 525872 w 1350737"/>
                <a:gd name="connsiteY932" fmla="*/ 148172 h 885784"/>
                <a:gd name="connsiteX933" fmla="*/ 516596 w 1350737"/>
                <a:gd name="connsiteY933" fmla="*/ 149533 h 885784"/>
                <a:gd name="connsiteX934" fmla="*/ 511680 w 1350737"/>
                <a:gd name="connsiteY934" fmla="*/ 164854 h 885784"/>
                <a:gd name="connsiteX935" fmla="*/ 516318 w 1350737"/>
                <a:gd name="connsiteY935" fmla="*/ 162703 h 885784"/>
                <a:gd name="connsiteX936" fmla="*/ 517478 w 1350737"/>
                <a:gd name="connsiteY936" fmla="*/ 164854 h 885784"/>
                <a:gd name="connsiteX937" fmla="*/ 516318 w 1350737"/>
                <a:gd name="connsiteY937" fmla="*/ 169288 h 885784"/>
                <a:gd name="connsiteX938" fmla="*/ 518637 w 1350737"/>
                <a:gd name="connsiteY938" fmla="*/ 169288 h 885784"/>
                <a:gd name="connsiteX939" fmla="*/ 520678 w 1350737"/>
                <a:gd name="connsiteY939" fmla="*/ 168191 h 885784"/>
                <a:gd name="connsiteX940" fmla="*/ 523553 w 1350737"/>
                <a:gd name="connsiteY940" fmla="*/ 167927 h 885784"/>
                <a:gd name="connsiteX941" fmla="*/ 526428 w 1350737"/>
                <a:gd name="connsiteY941" fmla="*/ 166259 h 885784"/>
                <a:gd name="connsiteX942" fmla="*/ 524388 w 1350737"/>
                <a:gd name="connsiteY942" fmla="*/ 164854 h 885784"/>
                <a:gd name="connsiteX943" fmla="*/ 524944 w 1350737"/>
                <a:gd name="connsiteY943" fmla="*/ 161474 h 885784"/>
                <a:gd name="connsiteX944" fmla="*/ 530139 w 1350737"/>
                <a:gd name="connsiteY944" fmla="*/ 161474 h 885784"/>
                <a:gd name="connsiteX945" fmla="*/ 533895 w 1350737"/>
                <a:gd name="connsiteY945" fmla="*/ 163011 h 885784"/>
                <a:gd name="connsiteX946" fmla="*/ 537373 w 1350737"/>
                <a:gd name="connsiteY946" fmla="*/ 161474 h 885784"/>
                <a:gd name="connsiteX947" fmla="*/ 537930 w 1350737"/>
                <a:gd name="connsiteY947" fmla="*/ 159455 h 885784"/>
                <a:gd name="connsiteX948" fmla="*/ 541130 w 1350737"/>
                <a:gd name="connsiteY948" fmla="*/ 159455 h 885784"/>
                <a:gd name="connsiteX949" fmla="*/ 542011 w 1350737"/>
                <a:gd name="connsiteY949" fmla="*/ 161474 h 885784"/>
                <a:gd name="connsiteX950" fmla="*/ 545768 w 1350737"/>
                <a:gd name="connsiteY950" fmla="*/ 159455 h 885784"/>
                <a:gd name="connsiteX951" fmla="*/ 544005 w 1350737"/>
                <a:gd name="connsiteY951" fmla="*/ 154626 h 885784"/>
                <a:gd name="connsiteX952" fmla="*/ 548921 w 1350737"/>
                <a:gd name="connsiteY952" fmla="*/ 152036 h 885784"/>
                <a:gd name="connsiteX953" fmla="*/ 554997 w 1350737"/>
                <a:gd name="connsiteY953" fmla="*/ 149577 h 885784"/>
                <a:gd name="connsiteX954" fmla="*/ 558753 w 1350737"/>
                <a:gd name="connsiteY954" fmla="*/ 149577 h 885784"/>
                <a:gd name="connsiteX955" fmla="*/ 559310 w 1350737"/>
                <a:gd name="connsiteY955" fmla="*/ 152299 h 885784"/>
                <a:gd name="connsiteX956" fmla="*/ 557548 w 1350737"/>
                <a:gd name="connsiteY956" fmla="*/ 157040 h 885784"/>
                <a:gd name="connsiteX957" fmla="*/ 549432 w 1350737"/>
                <a:gd name="connsiteY957" fmla="*/ 159455 h 885784"/>
                <a:gd name="connsiteX958" fmla="*/ 549432 w 1350737"/>
                <a:gd name="connsiteY958" fmla="*/ 161474 h 885784"/>
                <a:gd name="connsiteX959" fmla="*/ 547994 w 1350737"/>
                <a:gd name="connsiteY959" fmla="*/ 164854 h 885784"/>
                <a:gd name="connsiteX960" fmla="*/ 543356 w 1350737"/>
                <a:gd name="connsiteY960" fmla="*/ 164854 h 885784"/>
                <a:gd name="connsiteX961" fmla="*/ 541315 w 1350737"/>
                <a:gd name="connsiteY961" fmla="*/ 168762 h 885784"/>
                <a:gd name="connsiteX962" fmla="*/ 540759 w 1350737"/>
                <a:gd name="connsiteY962" fmla="*/ 170693 h 885784"/>
                <a:gd name="connsiteX963" fmla="*/ 534684 w 1350737"/>
                <a:gd name="connsiteY963" fmla="*/ 169596 h 885784"/>
                <a:gd name="connsiteX964" fmla="*/ 533246 w 1350737"/>
                <a:gd name="connsiteY964" fmla="*/ 171791 h 885784"/>
                <a:gd name="connsiteX965" fmla="*/ 526567 w 1350737"/>
                <a:gd name="connsiteY965" fmla="*/ 172054 h 885784"/>
                <a:gd name="connsiteX966" fmla="*/ 526011 w 1350737"/>
                <a:gd name="connsiteY966" fmla="*/ 170693 h 885784"/>
                <a:gd name="connsiteX967" fmla="*/ 521651 w 1350737"/>
                <a:gd name="connsiteY967" fmla="*/ 172625 h 885784"/>
                <a:gd name="connsiteX968" fmla="*/ 523089 w 1350737"/>
                <a:gd name="connsiteY968" fmla="*/ 174293 h 885784"/>
                <a:gd name="connsiteX969" fmla="*/ 528886 w 1350737"/>
                <a:gd name="connsiteY969" fmla="*/ 178420 h 885784"/>
                <a:gd name="connsiteX970" fmla="*/ 524249 w 1350737"/>
                <a:gd name="connsiteY970" fmla="*/ 180088 h 885784"/>
                <a:gd name="connsiteX971" fmla="*/ 522811 w 1350737"/>
                <a:gd name="connsiteY971" fmla="*/ 185575 h 885784"/>
                <a:gd name="connsiteX972" fmla="*/ 527449 w 1350737"/>
                <a:gd name="connsiteY972" fmla="*/ 191633 h 885784"/>
                <a:gd name="connsiteX973" fmla="*/ 527727 w 1350737"/>
                <a:gd name="connsiteY973" fmla="*/ 200413 h 885784"/>
                <a:gd name="connsiteX974" fmla="*/ 529489 w 1350737"/>
                <a:gd name="connsiteY974" fmla="*/ 207262 h 885784"/>
                <a:gd name="connsiteX975" fmla="*/ 537327 w 1350737"/>
                <a:gd name="connsiteY975" fmla="*/ 207262 h 885784"/>
                <a:gd name="connsiteX976" fmla="*/ 534452 w 1350737"/>
                <a:gd name="connsiteY976" fmla="*/ 210818 h 885784"/>
                <a:gd name="connsiteX977" fmla="*/ 530695 w 1350737"/>
                <a:gd name="connsiteY977" fmla="*/ 209150 h 885784"/>
                <a:gd name="connsiteX978" fmla="*/ 535611 w 1350737"/>
                <a:gd name="connsiteY978" fmla="*/ 215735 h 885784"/>
                <a:gd name="connsiteX979" fmla="*/ 532736 w 1350737"/>
                <a:gd name="connsiteY979" fmla="*/ 217095 h 885784"/>
                <a:gd name="connsiteX980" fmla="*/ 528979 w 1350737"/>
                <a:gd name="connsiteY980" fmla="*/ 217095 h 885784"/>
                <a:gd name="connsiteX981" fmla="*/ 527541 w 1350737"/>
                <a:gd name="connsiteY981" fmla="*/ 212969 h 885784"/>
                <a:gd name="connsiteX982" fmla="*/ 526660 w 1350737"/>
                <a:gd name="connsiteY982" fmla="*/ 219290 h 885784"/>
                <a:gd name="connsiteX983" fmla="*/ 527217 w 1350737"/>
                <a:gd name="connsiteY983" fmla="*/ 223417 h 885784"/>
                <a:gd name="connsiteX984" fmla="*/ 530973 w 1350737"/>
                <a:gd name="connsiteY984" fmla="*/ 227807 h 885784"/>
                <a:gd name="connsiteX985" fmla="*/ 532411 w 1350737"/>
                <a:gd name="connsiteY985" fmla="*/ 231363 h 885784"/>
                <a:gd name="connsiteX986" fmla="*/ 535889 w 1350737"/>
                <a:gd name="connsiteY986" fmla="*/ 236587 h 885784"/>
                <a:gd name="connsiteX987" fmla="*/ 535889 w 1350737"/>
                <a:gd name="connsiteY987" fmla="*/ 242909 h 885784"/>
                <a:gd name="connsiteX988" fmla="*/ 533014 w 1350737"/>
                <a:gd name="connsiteY988" fmla="*/ 242909 h 885784"/>
                <a:gd name="connsiteX989" fmla="*/ 533014 w 1350737"/>
                <a:gd name="connsiteY989" fmla="*/ 237421 h 885784"/>
                <a:gd name="connsiteX990" fmla="*/ 530417 w 1350737"/>
                <a:gd name="connsiteY990" fmla="*/ 232504 h 885784"/>
                <a:gd name="connsiteX991" fmla="*/ 529536 w 1350737"/>
                <a:gd name="connsiteY991" fmla="*/ 229212 h 885784"/>
                <a:gd name="connsiteX992" fmla="*/ 527217 w 1350737"/>
                <a:gd name="connsiteY992" fmla="*/ 228114 h 885784"/>
                <a:gd name="connsiteX993" fmla="*/ 525454 w 1350737"/>
                <a:gd name="connsiteY993" fmla="*/ 223988 h 885784"/>
                <a:gd name="connsiteX994" fmla="*/ 523136 w 1350737"/>
                <a:gd name="connsiteY994" fmla="*/ 225349 h 885784"/>
                <a:gd name="connsiteX995" fmla="*/ 523136 w 1350737"/>
                <a:gd name="connsiteY995" fmla="*/ 220695 h 885784"/>
                <a:gd name="connsiteX996" fmla="*/ 521373 w 1350737"/>
                <a:gd name="connsiteY996" fmla="*/ 218764 h 885784"/>
                <a:gd name="connsiteX997" fmla="*/ 520492 w 1350737"/>
                <a:gd name="connsiteY997" fmla="*/ 214900 h 885784"/>
                <a:gd name="connsiteX998" fmla="*/ 513814 w 1350737"/>
                <a:gd name="connsiteY998" fmla="*/ 211608 h 885784"/>
                <a:gd name="connsiteX999" fmla="*/ 514695 w 1350737"/>
                <a:gd name="connsiteY999" fmla="*/ 209413 h 885784"/>
                <a:gd name="connsiteX1000" fmla="*/ 519054 w 1350737"/>
                <a:gd name="connsiteY1000" fmla="*/ 212135 h 885784"/>
                <a:gd name="connsiteX1001" fmla="*/ 524249 w 1350737"/>
                <a:gd name="connsiteY1001" fmla="*/ 210467 h 885784"/>
                <a:gd name="connsiteX1002" fmla="*/ 522486 w 1350737"/>
                <a:gd name="connsiteY1002" fmla="*/ 202521 h 885784"/>
                <a:gd name="connsiteX1003" fmla="*/ 517570 w 1350737"/>
                <a:gd name="connsiteY1003" fmla="*/ 197297 h 885784"/>
                <a:gd name="connsiteX1004" fmla="*/ 516133 w 1350737"/>
                <a:gd name="connsiteY1004" fmla="*/ 197560 h 885784"/>
                <a:gd name="connsiteX1005" fmla="*/ 516133 w 1350737"/>
                <a:gd name="connsiteY1005" fmla="*/ 199228 h 885784"/>
                <a:gd name="connsiteX1006" fmla="*/ 514092 w 1350737"/>
                <a:gd name="connsiteY1006" fmla="*/ 200062 h 885784"/>
                <a:gd name="connsiteX1007" fmla="*/ 512933 w 1350737"/>
                <a:gd name="connsiteY1007" fmla="*/ 188560 h 885784"/>
                <a:gd name="connsiteX1008" fmla="*/ 510706 w 1350737"/>
                <a:gd name="connsiteY1008" fmla="*/ 189658 h 885784"/>
                <a:gd name="connsiteX1009" fmla="*/ 510706 w 1350737"/>
                <a:gd name="connsiteY1009" fmla="*/ 196770 h 885784"/>
                <a:gd name="connsiteX1010" fmla="*/ 508851 w 1350737"/>
                <a:gd name="connsiteY1010" fmla="*/ 199492 h 885784"/>
                <a:gd name="connsiteX1011" fmla="*/ 508851 w 1350737"/>
                <a:gd name="connsiteY1011" fmla="*/ 190185 h 885784"/>
                <a:gd name="connsiteX1012" fmla="*/ 505651 w 1350737"/>
                <a:gd name="connsiteY1012" fmla="*/ 185268 h 885784"/>
                <a:gd name="connsiteX1013" fmla="*/ 498973 w 1350737"/>
                <a:gd name="connsiteY1013" fmla="*/ 185795 h 885784"/>
                <a:gd name="connsiteX1014" fmla="*/ 495495 w 1350737"/>
                <a:gd name="connsiteY1014" fmla="*/ 183073 h 885784"/>
                <a:gd name="connsiteX1015" fmla="*/ 495495 w 1350737"/>
                <a:gd name="connsiteY1015" fmla="*/ 179780 h 885784"/>
                <a:gd name="connsiteX1016" fmla="*/ 490857 w 1350737"/>
                <a:gd name="connsiteY1016" fmla="*/ 179517 h 885784"/>
                <a:gd name="connsiteX1017" fmla="*/ 490857 w 1350737"/>
                <a:gd name="connsiteY1017" fmla="*/ 173766 h 885784"/>
                <a:gd name="connsiteX1018" fmla="*/ 485060 w 1350737"/>
                <a:gd name="connsiteY1018" fmla="*/ 175127 h 885784"/>
                <a:gd name="connsiteX1019" fmla="*/ 474022 w 1350737"/>
                <a:gd name="connsiteY1019" fmla="*/ 182810 h 885784"/>
                <a:gd name="connsiteX1020" fmla="*/ 472260 w 1350737"/>
                <a:gd name="connsiteY1020" fmla="*/ 180878 h 885784"/>
                <a:gd name="connsiteX1021" fmla="*/ 469060 w 1350737"/>
                <a:gd name="connsiteY1021" fmla="*/ 182546 h 885784"/>
                <a:gd name="connsiteX1022" fmla="*/ 450509 w 1350737"/>
                <a:gd name="connsiteY1022" fmla="*/ 186409 h 885784"/>
                <a:gd name="connsiteX1023" fmla="*/ 419807 w 1350737"/>
                <a:gd name="connsiteY1023" fmla="*/ 183688 h 885784"/>
                <a:gd name="connsiteX1024" fmla="*/ 410810 w 1350737"/>
                <a:gd name="connsiteY1024" fmla="*/ 182590 h 885784"/>
                <a:gd name="connsiteX1025" fmla="*/ 403853 w 1350737"/>
                <a:gd name="connsiteY1025" fmla="*/ 177673 h 885784"/>
                <a:gd name="connsiteX1026" fmla="*/ 408213 w 1350737"/>
                <a:gd name="connsiteY1026" fmla="*/ 175478 h 885784"/>
                <a:gd name="connsiteX1027" fmla="*/ 409372 w 1350737"/>
                <a:gd name="connsiteY1027" fmla="*/ 166962 h 885784"/>
                <a:gd name="connsiteX1028" fmla="*/ 414891 w 1350737"/>
                <a:gd name="connsiteY1028" fmla="*/ 164986 h 885784"/>
                <a:gd name="connsiteX1029" fmla="*/ 422126 w 1350737"/>
                <a:gd name="connsiteY1029" fmla="*/ 164986 h 885784"/>
                <a:gd name="connsiteX1030" fmla="*/ 427320 w 1350737"/>
                <a:gd name="connsiteY1030" fmla="*/ 161606 h 885784"/>
                <a:gd name="connsiteX1031" fmla="*/ 429639 w 1350737"/>
                <a:gd name="connsiteY1031" fmla="*/ 159586 h 885784"/>
                <a:gd name="connsiteX1032" fmla="*/ 429639 w 1350737"/>
                <a:gd name="connsiteY1032" fmla="*/ 157172 h 885784"/>
                <a:gd name="connsiteX1033" fmla="*/ 426764 w 1350737"/>
                <a:gd name="connsiteY1033" fmla="*/ 157172 h 885784"/>
                <a:gd name="connsiteX1034" fmla="*/ 420966 w 1350737"/>
                <a:gd name="connsiteY1034" fmla="*/ 147163 h 885784"/>
                <a:gd name="connsiteX1035" fmla="*/ 416607 w 1350737"/>
                <a:gd name="connsiteY1035" fmla="*/ 144221 h 885784"/>
                <a:gd name="connsiteX1036" fmla="*/ 408491 w 1350737"/>
                <a:gd name="connsiteY1036" fmla="*/ 138470 h 885784"/>
                <a:gd name="connsiteX1037" fmla="*/ 396618 w 1350737"/>
                <a:gd name="connsiteY1037" fmla="*/ 134607 h 885784"/>
                <a:gd name="connsiteX1038" fmla="*/ 390821 w 1350737"/>
                <a:gd name="connsiteY1038" fmla="*/ 135134 h 885784"/>
                <a:gd name="connsiteX1039" fmla="*/ 395459 w 1350737"/>
                <a:gd name="connsiteY1039" fmla="*/ 139524 h 885784"/>
                <a:gd name="connsiteX1040" fmla="*/ 393418 w 1350737"/>
                <a:gd name="connsiteY1040" fmla="*/ 141412 h 885784"/>
                <a:gd name="connsiteX1041" fmla="*/ 390821 w 1350737"/>
                <a:gd name="connsiteY1041" fmla="*/ 139261 h 885784"/>
                <a:gd name="connsiteX1042" fmla="*/ 382705 w 1350737"/>
                <a:gd name="connsiteY1042" fmla="*/ 138734 h 885784"/>
                <a:gd name="connsiteX1043" fmla="*/ 382705 w 1350737"/>
                <a:gd name="connsiteY1043" fmla="*/ 135178 h 885784"/>
                <a:gd name="connsiteX1044" fmla="*/ 378624 w 1350737"/>
                <a:gd name="connsiteY1044" fmla="*/ 136539 h 885784"/>
                <a:gd name="connsiteX1045" fmla="*/ 378624 w 1350737"/>
                <a:gd name="connsiteY1045" fmla="*/ 138734 h 885784"/>
                <a:gd name="connsiteX1046" fmla="*/ 366751 w 1350737"/>
                <a:gd name="connsiteY1046" fmla="*/ 133817 h 885784"/>
                <a:gd name="connsiteX1047" fmla="*/ 356919 w 1350737"/>
                <a:gd name="connsiteY1047" fmla="*/ 127232 h 885784"/>
                <a:gd name="connsiteX1048" fmla="*/ 333174 w 1350737"/>
                <a:gd name="connsiteY1048" fmla="*/ 119550 h 885784"/>
                <a:gd name="connsiteX1049" fmla="*/ 319261 w 1350737"/>
                <a:gd name="connsiteY1049" fmla="*/ 108794 h 885784"/>
                <a:gd name="connsiteX1050" fmla="*/ 298113 w 1350737"/>
                <a:gd name="connsiteY1050" fmla="*/ 98960 h 885784"/>
                <a:gd name="connsiteX1051" fmla="*/ 283040 w 1350737"/>
                <a:gd name="connsiteY1051" fmla="*/ 99224 h 885784"/>
                <a:gd name="connsiteX1052" fmla="*/ 281603 w 1350737"/>
                <a:gd name="connsiteY1052" fmla="*/ 111867 h 885784"/>
                <a:gd name="connsiteX1053" fmla="*/ 278403 w 1350737"/>
                <a:gd name="connsiteY1053" fmla="*/ 112701 h 885784"/>
                <a:gd name="connsiteX1054" fmla="*/ 276084 w 1350737"/>
                <a:gd name="connsiteY1054" fmla="*/ 116828 h 885784"/>
                <a:gd name="connsiteX1055" fmla="*/ 272884 w 1350737"/>
                <a:gd name="connsiteY1055" fmla="*/ 120384 h 885784"/>
                <a:gd name="connsiteX1056" fmla="*/ 271446 w 1350737"/>
                <a:gd name="connsiteY1056" fmla="*/ 117925 h 885784"/>
                <a:gd name="connsiteX1057" fmla="*/ 267968 w 1350737"/>
                <a:gd name="connsiteY1057" fmla="*/ 120120 h 885784"/>
                <a:gd name="connsiteX1058" fmla="*/ 263330 w 1350737"/>
                <a:gd name="connsiteY1058" fmla="*/ 119593 h 885784"/>
                <a:gd name="connsiteX1059" fmla="*/ 263330 w 1350737"/>
                <a:gd name="connsiteY1059" fmla="*/ 114106 h 885784"/>
                <a:gd name="connsiteX1060" fmla="*/ 267087 w 1350737"/>
                <a:gd name="connsiteY1060" fmla="*/ 103965 h 885784"/>
                <a:gd name="connsiteX1061" fmla="*/ 261568 w 1350737"/>
                <a:gd name="connsiteY1061" fmla="*/ 102867 h 885784"/>
                <a:gd name="connsiteX1062" fmla="*/ 261568 w 1350737"/>
                <a:gd name="connsiteY1062" fmla="*/ 86668 h 885784"/>
                <a:gd name="connsiteX1063" fmla="*/ 258971 w 1350737"/>
                <a:gd name="connsiteY1063" fmla="*/ 86668 h 885784"/>
                <a:gd name="connsiteX1064" fmla="*/ 254611 w 1350737"/>
                <a:gd name="connsiteY1064" fmla="*/ 87766 h 885784"/>
                <a:gd name="connsiteX1065" fmla="*/ 249417 w 1350737"/>
                <a:gd name="connsiteY1065" fmla="*/ 90224 h 885784"/>
                <a:gd name="connsiteX1066" fmla="*/ 249417 w 1350737"/>
                <a:gd name="connsiteY1066" fmla="*/ 91892 h 885784"/>
                <a:gd name="connsiteX1067" fmla="*/ 256095 w 1350737"/>
                <a:gd name="connsiteY1067" fmla="*/ 91629 h 885784"/>
                <a:gd name="connsiteX1068" fmla="*/ 254333 w 1350737"/>
                <a:gd name="connsiteY1068" fmla="*/ 95185 h 885784"/>
                <a:gd name="connsiteX1069" fmla="*/ 252014 w 1350737"/>
                <a:gd name="connsiteY1069" fmla="*/ 99048 h 885784"/>
                <a:gd name="connsiteX1070" fmla="*/ 249417 w 1350737"/>
                <a:gd name="connsiteY1070" fmla="*/ 96853 h 885784"/>
                <a:gd name="connsiteX1071" fmla="*/ 246542 w 1350737"/>
                <a:gd name="connsiteY1071" fmla="*/ 98214 h 885784"/>
                <a:gd name="connsiteX1072" fmla="*/ 250020 w 1350737"/>
                <a:gd name="connsiteY1072" fmla="*/ 100936 h 885784"/>
                <a:gd name="connsiteX1073" fmla="*/ 254658 w 1350737"/>
                <a:gd name="connsiteY1073" fmla="*/ 101463 h 885784"/>
                <a:gd name="connsiteX1074" fmla="*/ 254658 w 1350737"/>
                <a:gd name="connsiteY1074" fmla="*/ 105853 h 885784"/>
                <a:gd name="connsiteX1075" fmla="*/ 249139 w 1350737"/>
                <a:gd name="connsiteY1075" fmla="*/ 103658 h 885784"/>
                <a:gd name="connsiteX1076" fmla="*/ 246542 w 1350737"/>
                <a:gd name="connsiteY1076" fmla="*/ 106116 h 885784"/>
                <a:gd name="connsiteX1077" fmla="*/ 248582 w 1350737"/>
                <a:gd name="connsiteY1077" fmla="*/ 108838 h 885784"/>
                <a:gd name="connsiteX1078" fmla="*/ 248026 w 1350737"/>
                <a:gd name="connsiteY1078" fmla="*/ 113228 h 885784"/>
                <a:gd name="connsiteX1079" fmla="*/ 244547 w 1350737"/>
                <a:gd name="connsiteY1079" fmla="*/ 113228 h 885784"/>
                <a:gd name="connsiteX1080" fmla="*/ 244547 w 1350737"/>
                <a:gd name="connsiteY1080" fmla="*/ 114896 h 885784"/>
                <a:gd name="connsiteX1081" fmla="*/ 251226 w 1350737"/>
                <a:gd name="connsiteY1081" fmla="*/ 115730 h 885784"/>
                <a:gd name="connsiteX1082" fmla="*/ 250066 w 1350737"/>
                <a:gd name="connsiteY1082" fmla="*/ 117925 h 885784"/>
                <a:gd name="connsiteX1083" fmla="*/ 244547 w 1350737"/>
                <a:gd name="connsiteY1083" fmla="*/ 119593 h 885784"/>
                <a:gd name="connsiteX1084" fmla="*/ 240466 w 1350737"/>
                <a:gd name="connsiteY1084" fmla="*/ 117398 h 885784"/>
                <a:gd name="connsiteX1085" fmla="*/ 224791 w 1350737"/>
                <a:gd name="connsiteY1085" fmla="*/ 100936 h 885784"/>
                <a:gd name="connsiteX1086" fmla="*/ 205683 w 1350737"/>
                <a:gd name="connsiteY1086" fmla="*/ 65816 h 885784"/>
                <a:gd name="connsiteX1087" fmla="*/ 203921 w 1350737"/>
                <a:gd name="connsiteY1087" fmla="*/ 74332 h 885784"/>
                <a:gd name="connsiteX1088" fmla="*/ 207121 w 1350737"/>
                <a:gd name="connsiteY1088" fmla="*/ 75167 h 885784"/>
                <a:gd name="connsiteX1089" fmla="*/ 203040 w 1350737"/>
                <a:gd name="connsiteY1089" fmla="*/ 77098 h 885784"/>
                <a:gd name="connsiteX1090" fmla="*/ 205637 w 1350737"/>
                <a:gd name="connsiteY1090" fmla="*/ 80127 h 885784"/>
                <a:gd name="connsiteX1091" fmla="*/ 210831 w 1350737"/>
                <a:gd name="connsiteY1091" fmla="*/ 80654 h 885784"/>
                <a:gd name="connsiteX1092" fmla="*/ 206472 w 1350737"/>
                <a:gd name="connsiteY1092" fmla="*/ 82849 h 885784"/>
                <a:gd name="connsiteX1093" fmla="*/ 199515 w 1350737"/>
                <a:gd name="connsiteY1093" fmla="*/ 89961 h 885784"/>
                <a:gd name="connsiteX1094" fmla="*/ 201277 w 1350737"/>
                <a:gd name="connsiteY1094" fmla="*/ 93517 h 885784"/>
                <a:gd name="connsiteX1095" fmla="*/ 190240 w 1350737"/>
                <a:gd name="connsiteY1095" fmla="*/ 103658 h 885784"/>
                <a:gd name="connsiteX1096" fmla="*/ 187921 w 1350737"/>
                <a:gd name="connsiteY1096" fmla="*/ 104755 h 885784"/>
                <a:gd name="connsiteX1097" fmla="*/ 185880 w 1350737"/>
                <a:gd name="connsiteY1097" fmla="*/ 97643 h 885784"/>
                <a:gd name="connsiteX1098" fmla="*/ 165567 w 1350737"/>
                <a:gd name="connsiteY1098" fmla="*/ 109979 h 885784"/>
                <a:gd name="connsiteX1099" fmla="*/ 159770 w 1350737"/>
                <a:gd name="connsiteY1099" fmla="*/ 121701 h 885784"/>
                <a:gd name="connsiteX1100" fmla="*/ 159770 w 1350737"/>
                <a:gd name="connsiteY1100" fmla="*/ 117662 h 885784"/>
                <a:gd name="connsiteX1101" fmla="*/ 157451 w 1350737"/>
                <a:gd name="connsiteY1101" fmla="*/ 114369 h 885784"/>
                <a:gd name="connsiteX1102" fmla="*/ 152813 w 1350737"/>
                <a:gd name="connsiteY1102" fmla="*/ 113272 h 885784"/>
                <a:gd name="connsiteX1103" fmla="*/ 149335 w 1350737"/>
                <a:gd name="connsiteY1103" fmla="*/ 114369 h 885784"/>
                <a:gd name="connsiteX1104" fmla="*/ 144697 w 1350737"/>
                <a:gd name="connsiteY1104" fmla="*/ 116038 h 885784"/>
                <a:gd name="connsiteX1105" fmla="*/ 144697 w 1350737"/>
                <a:gd name="connsiteY1105" fmla="*/ 119901 h 885784"/>
                <a:gd name="connsiteX1106" fmla="*/ 140941 w 1350737"/>
                <a:gd name="connsiteY1106" fmla="*/ 124554 h 885784"/>
                <a:gd name="connsiteX1107" fmla="*/ 136025 w 1350737"/>
                <a:gd name="connsiteY1107" fmla="*/ 127583 h 885784"/>
                <a:gd name="connsiteX1108" fmla="*/ 133427 w 1350737"/>
                <a:gd name="connsiteY1108" fmla="*/ 130305 h 885784"/>
                <a:gd name="connsiteX1109" fmla="*/ 128790 w 1350737"/>
                <a:gd name="connsiteY1109" fmla="*/ 133027 h 885784"/>
                <a:gd name="connsiteX1110" fmla="*/ 128790 w 1350737"/>
                <a:gd name="connsiteY1110" fmla="*/ 139348 h 885784"/>
                <a:gd name="connsiteX1111" fmla="*/ 134865 w 1350737"/>
                <a:gd name="connsiteY1111" fmla="*/ 139348 h 885784"/>
                <a:gd name="connsiteX1112" fmla="*/ 135143 w 1350737"/>
                <a:gd name="connsiteY1112" fmla="*/ 142378 h 885784"/>
                <a:gd name="connsiteX1113" fmla="*/ 127074 w 1350737"/>
                <a:gd name="connsiteY1113" fmla="*/ 142378 h 885784"/>
                <a:gd name="connsiteX1114" fmla="*/ 123224 w 1350737"/>
                <a:gd name="connsiteY1114" fmla="*/ 139085 h 885784"/>
                <a:gd name="connsiteX1115" fmla="*/ 121184 w 1350737"/>
                <a:gd name="connsiteY1115" fmla="*/ 139085 h 885784"/>
                <a:gd name="connsiteX1116" fmla="*/ 123224 w 1350737"/>
                <a:gd name="connsiteY1116" fmla="*/ 133598 h 885784"/>
                <a:gd name="connsiteX1117" fmla="*/ 126981 w 1350737"/>
                <a:gd name="connsiteY1117" fmla="*/ 131139 h 885784"/>
                <a:gd name="connsiteX1118" fmla="*/ 128743 w 1350737"/>
                <a:gd name="connsiteY1118" fmla="*/ 124818 h 885784"/>
                <a:gd name="connsiteX1119" fmla="*/ 131619 w 1350737"/>
                <a:gd name="connsiteY1119" fmla="*/ 121701 h 885784"/>
                <a:gd name="connsiteX1120" fmla="*/ 133659 w 1350737"/>
                <a:gd name="connsiteY1120" fmla="*/ 124818 h 885784"/>
                <a:gd name="connsiteX1121" fmla="*/ 136535 w 1350737"/>
                <a:gd name="connsiteY1121" fmla="*/ 121701 h 885784"/>
                <a:gd name="connsiteX1122" fmla="*/ 141172 w 1350737"/>
                <a:gd name="connsiteY1122" fmla="*/ 117398 h 885784"/>
                <a:gd name="connsiteX1123" fmla="*/ 141451 w 1350737"/>
                <a:gd name="connsiteY1123" fmla="*/ 113008 h 885784"/>
                <a:gd name="connsiteX1124" fmla="*/ 155642 w 1350737"/>
                <a:gd name="connsiteY1124" fmla="*/ 109452 h 885784"/>
                <a:gd name="connsiteX1125" fmla="*/ 164036 w 1350737"/>
                <a:gd name="connsiteY1125" fmla="*/ 101507 h 885784"/>
                <a:gd name="connsiteX1126" fmla="*/ 181428 w 1350737"/>
                <a:gd name="connsiteY1126" fmla="*/ 91366 h 885784"/>
                <a:gd name="connsiteX1127" fmla="*/ 183190 w 1350737"/>
                <a:gd name="connsiteY1127" fmla="*/ 84781 h 885784"/>
                <a:gd name="connsiteX1128" fmla="*/ 178831 w 1350737"/>
                <a:gd name="connsiteY1128" fmla="*/ 85044 h 885784"/>
                <a:gd name="connsiteX1129" fmla="*/ 179990 w 1350737"/>
                <a:gd name="connsiteY1129" fmla="*/ 80654 h 885784"/>
                <a:gd name="connsiteX1130" fmla="*/ 176512 w 1350737"/>
                <a:gd name="connsiteY1130" fmla="*/ 81752 h 885784"/>
                <a:gd name="connsiteX1131" fmla="*/ 175955 w 1350737"/>
                <a:gd name="connsiteY1131" fmla="*/ 84210 h 885784"/>
                <a:gd name="connsiteX1132" fmla="*/ 173915 w 1350737"/>
                <a:gd name="connsiteY1132" fmla="*/ 87766 h 885784"/>
                <a:gd name="connsiteX1133" fmla="*/ 171318 w 1350737"/>
                <a:gd name="connsiteY1133" fmla="*/ 88600 h 885784"/>
                <a:gd name="connsiteX1134" fmla="*/ 168720 w 1350737"/>
                <a:gd name="connsiteY1134" fmla="*/ 86405 h 885784"/>
                <a:gd name="connsiteX1135" fmla="*/ 164083 w 1350737"/>
                <a:gd name="connsiteY1135" fmla="*/ 85878 h 885784"/>
                <a:gd name="connsiteX1136" fmla="*/ 157683 w 1350737"/>
                <a:gd name="connsiteY1136" fmla="*/ 87546 h 885784"/>
                <a:gd name="connsiteX1137" fmla="*/ 157683 w 1350737"/>
                <a:gd name="connsiteY1137" fmla="*/ 91410 h 885784"/>
                <a:gd name="connsiteX1138" fmla="*/ 155086 w 1350737"/>
                <a:gd name="connsiteY1138" fmla="*/ 94702 h 885784"/>
                <a:gd name="connsiteX1139" fmla="*/ 152488 w 1350737"/>
                <a:gd name="connsiteY1139" fmla="*/ 93605 h 885784"/>
                <a:gd name="connsiteX1140" fmla="*/ 149288 w 1350737"/>
                <a:gd name="connsiteY1140" fmla="*/ 95800 h 885784"/>
                <a:gd name="connsiteX1141" fmla="*/ 141172 w 1350737"/>
                <a:gd name="connsiteY1141" fmla="*/ 104316 h 885784"/>
                <a:gd name="connsiteX1142" fmla="*/ 136813 w 1350737"/>
                <a:gd name="connsiteY1142" fmla="*/ 102648 h 885784"/>
                <a:gd name="connsiteX1143" fmla="*/ 132732 w 1350737"/>
                <a:gd name="connsiteY1143" fmla="*/ 102648 h 885784"/>
                <a:gd name="connsiteX1144" fmla="*/ 130413 w 1350737"/>
                <a:gd name="connsiteY1144" fmla="*/ 106204 h 885784"/>
                <a:gd name="connsiteX1145" fmla="*/ 127213 w 1350737"/>
                <a:gd name="connsiteY1145" fmla="*/ 106467 h 885784"/>
                <a:gd name="connsiteX1146" fmla="*/ 125451 w 1350737"/>
                <a:gd name="connsiteY1146" fmla="*/ 114721 h 885784"/>
                <a:gd name="connsiteX1147" fmla="*/ 121091 w 1350737"/>
                <a:gd name="connsiteY1147" fmla="*/ 117179 h 885784"/>
                <a:gd name="connsiteX1148" fmla="*/ 117010 w 1350737"/>
                <a:gd name="connsiteY1148" fmla="*/ 117179 h 885784"/>
                <a:gd name="connsiteX1149" fmla="*/ 114691 w 1350737"/>
                <a:gd name="connsiteY1149" fmla="*/ 119111 h 885784"/>
                <a:gd name="connsiteX1150" fmla="*/ 109172 w 1350737"/>
                <a:gd name="connsiteY1150" fmla="*/ 119945 h 885784"/>
                <a:gd name="connsiteX1151" fmla="*/ 107131 w 1350737"/>
                <a:gd name="connsiteY1151" fmla="*/ 127056 h 885784"/>
                <a:gd name="connsiteX1152" fmla="*/ 101613 w 1350737"/>
                <a:gd name="connsiteY1152" fmla="*/ 132807 h 885784"/>
                <a:gd name="connsiteX1153" fmla="*/ 99850 w 1350737"/>
                <a:gd name="connsiteY1153" fmla="*/ 130612 h 885784"/>
                <a:gd name="connsiteX1154" fmla="*/ 104766 w 1350737"/>
                <a:gd name="connsiteY1154" fmla="*/ 126222 h 885784"/>
                <a:gd name="connsiteX1155" fmla="*/ 107085 w 1350737"/>
                <a:gd name="connsiteY1155" fmla="*/ 118540 h 885784"/>
                <a:gd name="connsiteX1156" fmla="*/ 111723 w 1350737"/>
                <a:gd name="connsiteY1156" fmla="*/ 116872 h 885784"/>
                <a:gd name="connsiteX1157" fmla="*/ 114598 w 1350737"/>
                <a:gd name="connsiteY1157" fmla="*/ 111955 h 885784"/>
                <a:gd name="connsiteX1158" fmla="*/ 110239 w 1350737"/>
                <a:gd name="connsiteY1158" fmla="*/ 111691 h 885784"/>
                <a:gd name="connsiteX1159" fmla="*/ 107363 w 1350737"/>
                <a:gd name="connsiteY1159" fmla="*/ 110023 h 885784"/>
                <a:gd name="connsiteX1160" fmla="*/ 107920 w 1350737"/>
                <a:gd name="connsiteY1160" fmla="*/ 105370 h 885784"/>
                <a:gd name="connsiteX1161" fmla="*/ 103560 w 1350737"/>
                <a:gd name="connsiteY1161" fmla="*/ 103702 h 885784"/>
                <a:gd name="connsiteX1162" fmla="*/ 101798 w 1350737"/>
                <a:gd name="connsiteY1162" fmla="*/ 108618 h 885784"/>
                <a:gd name="connsiteX1163" fmla="*/ 99758 w 1350737"/>
                <a:gd name="connsiteY1163" fmla="*/ 111647 h 885784"/>
                <a:gd name="connsiteX1164" fmla="*/ 102958 w 1350737"/>
                <a:gd name="connsiteY1164" fmla="*/ 113579 h 885784"/>
                <a:gd name="connsiteX1165" fmla="*/ 95723 w 1350737"/>
                <a:gd name="connsiteY1165" fmla="*/ 113579 h 885784"/>
                <a:gd name="connsiteX1166" fmla="*/ 88210 w 1350737"/>
                <a:gd name="connsiteY1166" fmla="*/ 115511 h 885784"/>
                <a:gd name="connsiteX1167" fmla="*/ 85334 w 1350737"/>
                <a:gd name="connsiteY1167" fmla="*/ 117706 h 885784"/>
                <a:gd name="connsiteX1168" fmla="*/ 92847 w 1350737"/>
                <a:gd name="connsiteY1168" fmla="*/ 121745 h 885784"/>
                <a:gd name="connsiteX1169" fmla="*/ 91688 w 1350737"/>
                <a:gd name="connsiteY1169" fmla="*/ 124027 h 885784"/>
                <a:gd name="connsiteX1170" fmla="*/ 85288 w 1350737"/>
                <a:gd name="connsiteY1170" fmla="*/ 120164 h 885784"/>
                <a:gd name="connsiteX1171" fmla="*/ 83247 w 1350737"/>
                <a:gd name="connsiteY1171" fmla="*/ 121701 h 885784"/>
                <a:gd name="connsiteX1172" fmla="*/ 80928 w 1350737"/>
                <a:gd name="connsiteY1172" fmla="*/ 121701 h 885784"/>
                <a:gd name="connsiteX1173" fmla="*/ 78609 w 1350737"/>
                <a:gd name="connsiteY1173" fmla="*/ 123720 h 885784"/>
                <a:gd name="connsiteX1174" fmla="*/ 74250 w 1350737"/>
                <a:gd name="connsiteY1174" fmla="*/ 126442 h 885784"/>
                <a:gd name="connsiteX1175" fmla="*/ 74250 w 1350737"/>
                <a:gd name="connsiteY1175" fmla="*/ 129734 h 885784"/>
                <a:gd name="connsiteX1176" fmla="*/ 78007 w 1350737"/>
                <a:gd name="connsiteY1176" fmla="*/ 129998 h 885784"/>
                <a:gd name="connsiteX1177" fmla="*/ 80325 w 1350737"/>
                <a:gd name="connsiteY1177" fmla="*/ 129734 h 885784"/>
                <a:gd name="connsiteX1178" fmla="*/ 83525 w 1350737"/>
                <a:gd name="connsiteY1178" fmla="*/ 132193 h 885784"/>
                <a:gd name="connsiteX1179" fmla="*/ 87004 w 1350737"/>
                <a:gd name="connsiteY1179" fmla="*/ 134915 h 885784"/>
                <a:gd name="connsiteX1180" fmla="*/ 89323 w 1350737"/>
                <a:gd name="connsiteY1180" fmla="*/ 138470 h 885784"/>
                <a:gd name="connsiteX1181" fmla="*/ 84963 w 1350737"/>
                <a:gd name="connsiteY1181" fmla="*/ 138997 h 885784"/>
                <a:gd name="connsiteX1182" fmla="*/ 92198 w 1350737"/>
                <a:gd name="connsiteY1182" fmla="*/ 147250 h 885784"/>
                <a:gd name="connsiteX1183" fmla="*/ 88720 w 1350737"/>
                <a:gd name="connsiteY1183" fmla="*/ 148348 h 885784"/>
                <a:gd name="connsiteX1184" fmla="*/ 84360 w 1350737"/>
                <a:gd name="connsiteY1184" fmla="*/ 144485 h 885784"/>
                <a:gd name="connsiteX1185" fmla="*/ 78841 w 1350737"/>
                <a:gd name="connsiteY1185" fmla="*/ 139831 h 885784"/>
                <a:gd name="connsiteX1186" fmla="*/ 72441 w 1350737"/>
                <a:gd name="connsiteY1186" fmla="*/ 139305 h 885784"/>
                <a:gd name="connsiteX1187" fmla="*/ 70122 w 1350737"/>
                <a:gd name="connsiteY1187" fmla="*/ 137636 h 885784"/>
                <a:gd name="connsiteX1188" fmla="*/ 66041 w 1350737"/>
                <a:gd name="connsiteY1188" fmla="*/ 139305 h 885784"/>
                <a:gd name="connsiteX1189" fmla="*/ 61960 w 1350737"/>
                <a:gd name="connsiteY1189" fmla="*/ 135749 h 885784"/>
                <a:gd name="connsiteX1190" fmla="*/ 55282 w 1350737"/>
                <a:gd name="connsiteY1190" fmla="*/ 133817 h 885784"/>
                <a:gd name="connsiteX1191" fmla="*/ 43966 w 1350737"/>
                <a:gd name="connsiteY1191" fmla="*/ 123940 h 885784"/>
                <a:gd name="connsiteX1192" fmla="*/ 37890 w 1350737"/>
                <a:gd name="connsiteY1192" fmla="*/ 123413 h 885784"/>
                <a:gd name="connsiteX1193" fmla="*/ 28058 w 1350737"/>
                <a:gd name="connsiteY1193" fmla="*/ 111911 h 885784"/>
                <a:gd name="connsiteX1194" fmla="*/ 21983 w 1350737"/>
                <a:gd name="connsiteY1194" fmla="*/ 109979 h 885784"/>
                <a:gd name="connsiteX1195" fmla="*/ 16789 w 1350737"/>
                <a:gd name="connsiteY1195" fmla="*/ 106687 h 885784"/>
                <a:gd name="connsiteX1196" fmla="*/ 10713 w 1350737"/>
                <a:gd name="connsiteY1196" fmla="*/ 107784 h 885784"/>
                <a:gd name="connsiteX1197" fmla="*/ 2319 w 1350737"/>
                <a:gd name="connsiteY1197" fmla="*/ 107257 h 885784"/>
                <a:gd name="connsiteX1198" fmla="*/ 0 w 1350737"/>
                <a:gd name="connsiteY1198" fmla="*/ 106028 h 885784"/>
                <a:gd name="connsiteX1199" fmla="*/ 0 w 1350737"/>
                <a:gd name="connsiteY1199" fmla="*/ 440196 h 885784"/>
                <a:gd name="connsiteX1200" fmla="*/ 4359 w 1350737"/>
                <a:gd name="connsiteY1200" fmla="*/ 441996 h 885784"/>
                <a:gd name="connsiteX1201" fmla="*/ 6771 w 1350737"/>
                <a:gd name="connsiteY1201" fmla="*/ 440284 h 885784"/>
                <a:gd name="connsiteX1202" fmla="*/ 7606 w 1350737"/>
                <a:gd name="connsiteY1202" fmla="*/ 438659 h 885784"/>
                <a:gd name="connsiteX1203" fmla="*/ 8765 w 1350737"/>
                <a:gd name="connsiteY1203" fmla="*/ 440108 h 885784"/>
                <a:gd name="connsiteX1204" fmla="*/ 13635 w 1350737"/>
                <a:gd name="connsiteY1204" fmla="*/ 444322 h 885784"/>
                <a:gd name="connsiteX1205" fmla="*/ 18551 w 1350737"/>
                <a:gd name="connsiteY1205" fmla="*/ 440020 h 885784"/>
                <a:gd name="connsiteX1206" fmla="*/ 18829 w 1350737"/>
                <a:gd name="connsiteY1206" fmla="*/ 439801 h 885784"/>
                <a:gd name="connsiteX1207" fmla="*/ 21426 w 1350737"/>
                <a:gd name="connsiteY1207" fmla="*/ 438440 h 885784"/>
                <a:gd name="connsiteX1208" fmla="*/ 31305 w 1350737"/>
                <a:gd name="connsiteY1208" fmla="*/ 438440 h 885784"/>
                <a:gd name="connsiteX1209" fmla="*/ 31166 w 1350737"/>
                <a:gd name="connsiteY1209" fmla="*/ 442786 h 885784"/>
                <a:gd name="connsiteX1210" fmla="*/ 29589 w 1350737"/>
                <a:gd name="connsiteY1210" fmla="*/ 445551 h 885784"/>
                <a:gd name="connsiteX1211" fmla="*/ 29589 w 1350737"/>
                <a:gd name="connsiteY1211" fmla="*/ 446956 h 885784"/>
                <a:gd name="connsiteX1212" fmla="*/ 38725 w 1350737"/>
                <a:gd name="connsiteY1212" fmla="*/ 456483 h 885784"/>
                <a:gd name="connsiteX1213" fmla="*/ 54215 w 1350737"/>
                <a:gd name="connsiteY1213" fmla="*/ 471979 h 885784"/>
                <a:gd name="connsiteX1214" fmla="*/ 54215 w 1350737"/>
                <a:gd name="connsiteY1214" fmla="*/ 481286 h 885784"/>
                <a:gd name="connsiteX1215" fmla="*/ 56859 w 1350737"/>
                <a:gd name="connsiteY1215" fmla="*/ 479969 h 885784"/>
                <a:gd name="connsiteX1216" fmla="*/ 64835 w 1350737"/>
                <a:gd name="connsiteY1216" fmla="*/ 473209 h 885784"/>
                <a:gd name="connsiteX1217" fmla="*/ 68128 w 1350737"/>
                <a:gd name="connsiteY1217" fmla="*/ 473428 h 885784"/>
                <a:gd name="connsiteX1218" fmla="*/ 68128 w 1350737"/>
                <a:gd name="connsiteY1218" fmla="*/ 464516 h 885784"/>
                <a:gd name="connsiteX1219" fmla="*/ 72209 w 1350737"/>
                <a:gd name="connsiteY1219" fmla="*/ 464253 h 885784"/>
                <a:gd name="connsiteX1220" fmla="*/ 72209 w 1350737"/>
                <a:gd name="connsiteY1220" fmla="*/ 460390 h 885784"/>
                <a:gd name="connsiteX1221" fmla="*/ 86354 w 1350737"/>
                <a:gd name="connsiteY1221" fmla="*/ 455824 h 885784"/>
                <a:gd name="connsiteX1222" fmla="*/ 95862 w 1350737"/>
                <a:gd name="connsiteY1222" fmla="*/ 462672 h 885784"/>
                <a:gd name="connsiteX1223" fmla="*/ 94146 w 1350737"/>
                <a:gd name="connsiteY1223" fmla="*/ 468380 h 885784"/>
                <a:gd name="connsiteX1224" fmla="*/ 104302 w 1350737"/>
                <a:gd name="connsiteY1224" fmla="*/ 476940 h 885784"/>
                <a:gd name="connsiteX1225" fmla="*/ 104813 w 1350737"/>
                <a:gd name="connsiteY1225" fmla="*/ 478169 h 885784"/>
                <a:gd name="connsiteX1226" fmla="*/ 109497 w 1350737"/>
                <a:gd name="connsiteY1226" fmla="*/ 484622 h 885784"/>
                <a:gd name="connsiteX1227" fmla="*/ 121184 w 1350737"/>
                <a:gd name="connsiteY1227" fmla="*/ 495510 h 885784"/>
                <a:gd name="connsiteX1228" fmla="*/ 121045 w 1350737"/>
                <a:gd name="connsiteY1228" fmla="*/ 496037 h 885784"/>
                <a:gd name="connsiteX1229" fmla="*/ 119329 w 1350737"/>
                <a:gd name="connsiteY1229" fmla="*/ 499066 h 885784"/>
                <a:gd name="connsiteX1230" fmla="*/ 139039 w 1350737"/>
                <a:gd name="connsiteY1230" fmla="*/ 530015 h 885784"/>
                <a:gd name="connsiteX1231" fmla="*/ 137323 w 1350737"/>
                <a:gd name="connsiteY1231" fmla="*/ 533220 h 885784"/>
                <a:gd name="connsiteX1232" fmla="*/ 142378 w 1350737"/>
                <a:gd name="connsiteY1232" fmla="*/ 534932 h 885784"/>
                <a:gd name="connsiteX1233" fmla="*/ 140848 w 1350737"/>
                <a:gd name="connsiteY1233" fmla="*/ 538971 h 885784"/>
                <a:gd name="connsiteX1234" fmla="*/ 143630 w 1350737"/>
                <a:gd name="connsiteY1234" fmla="*/ 540639 h 885784"/>
                <a:gd name="connsiteX1235" fmla="*/ 144975 w 1350737"/>
                <a:gd name="connsiteY1235" fmla="*/ 545468 h 885784"/>
                <a:gd name="connsiteX1236" fmla="*/ 150541 w 1350737"/>
                <a:gd name="connsiteY1236" fmla="*/ 545468 h 885784"/>
                <a:gd name="connsiteX1237" fmla="*/ 167283 w 1350737"/>
                <a:gd name="connsiteY1237" fmla="*/ 556136 h 885784"/>
                <a:gd name="connsiteX1238" fmla="*/ 167283 w 1350737"/>
                <a:gd name="connsiteY1238" fmla="*/ 558111 h 885784"/>
                <a:gd name="connsiteX1239" fmla="*/ 172152 w 1350737"/>
                <a:gd name="connsiteY1239" fmla="*/ 558111 h 885784"/>
                <a:gd name="connsiteX1240" fmla="*/ 175260 w 1350737"/>
                <a:gd name="connsiteY1240" fmla="*/ 565574 h 885784"/>
                <a:gd name="connsiteX1241" fmla="*/ 172894 w 1350737"/>
                <a:gd name="connsiteY1241" fmla="*/ 569789 h 885784"/>
                <a:gd name="connsiteX1242" fmla="*/ 175213 w 1350737"/>
                <a:gd name="connsiteY1242" fmla="*/ 582256 h 885784"/>
                <a:gd name="connsiteX1243" fmla="*/ 164639 w 1350737"/>
                <a:gd name="connsiteY1243" fmla="*/ 594768 h 885784"/>
                <a:gd name="connsiteX1244" fmla="*/ 164361 w 1350737"/>
                <a:gd name="connsiteY1244" fmla="*/ 596568 h 885784"/>
                <a:gd name="connsiteX1245" fmla="*/ 166448 w 1350737"/>
                <a:gd name="connsiteY1245" fmla="*/ 596217 h 885784"/>
                <a:gd name="connsiteX1246" fmla="*/ 168489 w 1350737"/>
                <a:gd name="connsiteY1246" fmla="*/ 593495 h 885784"/>
                <a:gd name="connsiteX1247" fmla="*/ 173126 w 1350737"/>
                <a:gd name="connsiteY1247" fmla="*/ 589632 h 885784"/>
                <a:gd name="connsiteX1248" fmla="*/ 176883 w 1350737"/>
                <a:gd name="connsiteY1248" fmla="*/ 579183 h 885784"/>
                <a:gd name="connsiteX1249" fmla="*/ 180083 w 1350737"/>
                <a:gd name="connsiteY1249" fmla="*/ 580017 h 885784"/>
                <a:gd name="connsiteX1250" fmla="*/ 175167 w 1350737"/>
                <a:gd name="connsiteY1250" fmla="*/ 590466 h 885784"/>
                <a:gd name="connsiteX1251" fmla="*/ 169973 w 1350737"/>
                <a:gd name="connsiteY1251" fmla="*/ 595690 h 885784"/>
                <a:gd name="connsiteX1252" fmla="*/ 167097 w 1350737"/>
                <a:gd name="connsiteY1252" fmla="*/ 598982 h 885784"/>
                <a:gd name="connsiteX1253" fmla="*/ 166819 w 1350737"/>
                <a:gd name="connsiteY1253" fmla="*/ 606665 h 885784"/>
                <a:gd name="connsiteX1254" fmla="*/ 169138 w 1350737"/>
                <a:gd name="connsiteY1254" fmla="*/ 611582 h 885784"/>
                <a:gd name="connsiteX1255" fmla="*/ 171735 w 1350737"/>
                <a:gd name="connsiteY1255" fmla="*/ 611582 h 885784"/>
                <a:gd name="connsiteX1256" fmla="*/ 178692 w 1350737"/>
                <a:gd name="connsiteY1256" fmla="*/ 609650 h 885784"/>
                <a:gd name="connsiteX1257" fmla="*/ 179851 w 1350737"/>
                <a:gd name="connsiteY1257" fmla="*/ 611582 h 885784"/>
                <a:gd name="connsiteX1258" fmla="*/ 171735 w 1350737"/>
                <a:gd name="connsiteY1258" fmla="*/ 614303 h 885784"/>
                <a:gd name="connsiteX1259" fmla="*/ 171735 w 1350737"/>
                <a:gd name="connsiteY1259" fmla="*/ 617596 h 885784"/>
                <a:gd name="connsiteX1260" fmla="*/ 168535 w 1350737"/>
                <a:gd name="connsiteY1260" fmla="*/ 617596 h 885784"/>
                <a:gd name="connsiteX1261" fmla="*/ 168535 w 1350737"/>
                <a:gd name="connsiteY1261" fmla="*/ 614040 h 885784"/>
                <a:gd name="connsiteX1262" fmla="*/ 164778 w 1350737"/>
                <a:gd name="connsiteY1262" fmla="*/ 612942 h 885784"/>
                <a:gd name="connsiteX1263" fmla="*/ 159862 w 1350737"/>
                <a:gd name="connsiteY1263" fmla="*/ 609913 h 885784"/>
                <a:gd name="connsiteX1264" fmla="*/ 161625 w 1350737"/>
                <a:gd name="connsiteY1264" fmla="*/ 615137 h 885784"/>
                <a:gd name="connsiteX1265" fmla="*/ 163062 w 1350737"/>
                <a:gd name="connsiteY1265" fmla="*/ 617596 h 885784"/>
                <a:gd name="connsiteX1266" fmla="*/ 167144 w 1350737"/>
                <a:gd name="connsiteY1266" fmla="*/ 620625 h 885784"/>
                <a:gd name="connsiteX1267" fmla="*/ 166865 w 1350737"/>
                <a:gd name="connsiteY1267" fmla="*/ 623347 h 885784"/>
                <a:gd name="connsiteX1268" fmla="*/ 164825 w 1350737"/>
                <a:gd name="connsiteY1268" fmla="*/ 623347 h 885784"/>
                <a:gd name="connsiteX1269" fmla="*/ 166587 w 1350737"/>
                <a:gd name="connsiteY1269" fmla="*/ 628000 h 885784"/>
                <a:gd name="connsiteX1270" fmla="*/ 175584 w 1350737"/>
                <a:gd name="connsiteY1270" fmla="*/ 635683 h 885784"/>
                <a:gd name="connsiteX1271" fmla="*/ 178460 w 1350737"/>
                <a:gd name="connsiteY1271" fmla="*/ 635683 h 885784"/>
                <a:gd name="connsiteX1272" fmla="*/ 181335 w 1350737"/>
                <a:gd name="connsiteY1272" fmla="*/ 633488 h 885784"/>
                <a:gd name="connsiteX1273" fmla="*/ 183376 w 1350737"/>
                <a:gd name="connsiteY1273" fmla="*/ 632654 h 885784"/>
                <a:gd name="connsiteX1274" fmla="*/ 184813 w 1350737"/>
                <a:gd name="connsiteY1274" fmla="*/ 629098 h 885784"/>
                <a:gd name="connsiteX1275" fmla="*/ 185092 w 1350737"/>
                <a:gd name="connsiteY1275" fmla="*/ 624971 h 885784"/>
                <a:gd name="connsiteX1276" fmla="*/ 186529 w 1350737"/>
                <a:gd name="connsiteY1276" fmla="*/ 631293 h 885784"/>
                <a:gd name="connsiteX1277" fmla="*/ 189729 w 1350737"/>
                <a:gd name="connsiteY1277" fmla="*/ 630195 h 885784"/>
                <a:gd name="connsiteX1278" fmla="*/ 190889 w 1350737"/>
                <a:gd name="connsiteY1278" fmla="*/ 632390 h 885784"/>
                <a:gd name="connsiteX1279" fmla="*/ 187411 w 1350737"/>
                <a:gd name="connsiteY1279" fmla="*/ 635683 h 885784"/>
                <a:gd name="connsiteX1280" fmla="*/ 185648 w 1350737"/>
                <a:gd name="connsiteY1280" fmla="*/ 634322 h 885784"/>
                <a:gd name="connsiteX1281" fmla="*/ 183051 w 1350737"/>
                <a:gd name="connsiteY1281" fmla="*/ 637351 h 885784"/>
                <a:gd name="connsiteX1282" fmla="*/ 180454 w 1350737"/>
                <a:gd name="connsiteY1282" fmla="*/ 637351 h 885784"/>
                <a:gd name="connsiteX1283" fmla="*/ 179016 w 1350737"/>
                <a:gd name="connsiteY1283" fmla="*/ 639809 h 885784"/>
                <a:gd name="connsiteX1284" fmla="*/ 180454 w 1350737"/>
                <a:gd name="connsiteY1284" fmla="*/ 639809 h 885784"/>
                <a:gd name="connsiteX1285" fmla="*/ 184535 w 1350737"/>
                <a:gd name="connsiteY1285" fmla="*/ 641170 h 885784"/>
                <a:gd name="connsiteX1286" fmla="*/ 186298 w 1350737"/>
                <a:gd name="connsiteY1286" fmla="*/ 638712 h 885784"/>
                <a:gd name="connsiteX1287" fmla="*/ 188060 w 1350737"/>
                <a:gd name="connsiteY1287" fmla="*/ 642838 h 885784"/>
                <a:gd name="connsiteX1288" fmla="*/ 187782 w 1350737"/>
                <a:gd name="connsiteY1288" fmla="*/ 646394 h 885784"/>
                <a:gd name="connsiteX1289" fmla="*/ 185741 w 1350737"/>
                <a:gd name="connsiteY1289" fmla="*/ 646394 h 885784"/>
                <a:gd name="connsiteX1290" fmla="*/ 184582 w 1350737"/>
                <a:gd name="connsiteY1290" fmla="*/ 649116 h 885784"/>
                <a:gd name="connsiteX1291" fmla="*/ 188060 w 1350737"/>
                <a:gd name="connsiteY1291" fmla="*/ 653506 h 885784"/>
                <a:gd name="connsiteX1292" fmla="*/ 190657 w 1350737"/>
                <a:gd name="connsiteY1292" fmla="*/ 653506 h 885784"/>
                <a:gd name="connsiteX1293" fmla="*/ 190379 w 1350737"/>
                <a:gd name="connsiteY1293" fmla="*/ 648853 h 885784"/>
                <a:gd name="connsiteX1294" fmla="*/ 193579 w 1350737"/>
                <a:gd name="connsiteY1294" fmla="*/ 648853 h 885784"/>
                <a:gd name="connsiteX1295" fmla="*/ 193579 w 1350737"/>
                <a:gd name="connsiteY1295" fmla="*/ 658467 h 885784"/>
                <a:gd name="connsiteX1296" fmla="*/ 196454 w 1350737"/>
                <a:gd name="connsiteY1296" fmla="*/ 658467 h 885784"/>
                <a:gd name="connsiteX1297" fmla="*/ 196732 w 1350737"/>
                <a:gd name="connsiteY1297" fmla="*/ 653550 h 885784"/>
                <a:gd name="connsiteX1298" fmla="*/ 201092 w 1350737"/>
                <a:gd name="connsiteY1298" fmla="*/ 650521 h 885784"/>
                <a:gd name="connsiteX1299" fmla="*/ 206008 w 1350737"/>
                <a:gd name="connsiteY1299" fmla="*/ 645604 h 885784"/>
                <a:gd name="connsiteX1300" fmla="*/ 199330 w 1350737"/>
                <a:gd name="connsiteY1300" fmla="*/ 654911 h 885784"/>
                <a:gd name="connsiteX1301" fmla="*/ 199051 w 1350737"/>
                <a:gd name="connsiteY1301" fmla="*/ 658467 h 885784"/>
                <a:gd name="connsiteX1302" fmla="*/ 204570 w 1350737"/>
                <a:gd name="connsiteY1302" fmla="*/ 658467 h 885784"/>
                <a:gd name="connsiteX1303" fmla="*/ 204570 w 1350737"/>
                <a:gd name="connsiteY1303" fmla="*/ 663120 h 885784"/>
                <a:gd name="connsiteX1304" fmla="*/ 201092 w 1350737"/>
                <a:gd name="connsiteY1304" fmla="*/ 665842 h 885784"/>
                <a:gd name="connsiteX1305" fmla="*/ 201648 w 1350737"/>
                <a:gd name="connsiteY1305" fmla="*/ 669398 h 885784"/>
                <a:gd name="connsiteX1306" fmla="*/ 203689 w 1350737"/>
                <a:gd name="connsiteY1306" fmla="*/ 671066 h 885784"/>
                <a:gd name="connsiteX1307" fmla="*/ 205730 w 1350737"/>
                <a:gd name="connsiteY1307" fmla="*/ 668871 h 885784"/>
                <a:gd name="connsiteX1308" fmla="*/ 206611 w 1350737"/>
                <a:gd name="connsiteY1308" fmla="*/ 663954 h 885784"/>
                <a:gd name="connsiteX1309" fmla="*/ 208373 w 1350737"/>
                <a:gd name="connsiteY1309" fmla="*/ 664218 h 885784"/>
                <a:gd name="connsiteX1310" fmla="*/ 207492 w 1350737"/>
                <a:gd name="connsiteY1310" fmla="*/ 669705 h 885784"/>
                <a:gd name="connsiteX1311" fmla="*/ 208048 w 1350737"/>
                <a:gd name="connsiteY1311" fmla="*/ 674929 h 885784"/>
                <a:gd name="connsiteX1312" fmla="*/ 209486 w 1350737"/>
                <a:gd name="connsiteY1312" fmla="*/ 677124 h 885784"/>
                <a:gd name="connsiteX1313" fmla="*/ 215005 w 1350737"/>
                <a:gd name="connsiteY1313" fmla="*/ 671637 h 885784"/>
                <a:gd name="connsiteX1314" fmla="*/ 216767 w 1350737"/>
                <a:gd name="connsiteY1314" fmla="*/ 672734 h 885784"/>
                <a:gd name="connsiteX1315" fmla="*/ 212408 w 1350737"/>
                <a:gd name="connsiteY1315" fmla="*/ 679056 h 885784"/>
                <a:gd name="connsiteX1316" fmla="*/ 208651 w 1350737"/>
                <a:gd name="connsiteY1316" fmla="*/ 679056 h 885784"/>
                <a:gd name="connsiteX1317" fmla="*/ 208373 w 1350737"/>
                <a:gd name="connsiteY1317" fmla="*/ 683183 h 885784"/>
                <a:gd name="connsiteX1318" fmla="*/ 212733 w 1350737"/>
                <a:gd name="connsiteY1318" fmla="*/ 683183 h 885784"/>
                <a:gd name="connsiteX1319" fmla="*/ 208976 w 1350737"/>
                <a:gd name="connsiteY1319" fmla="*/ 685904 h 885784"/>
                <a:gd name="connsiteX1320" fmla="*/ 219689 w 1350737"/>
                <a:gd name="connsiteY1320" fmla="*/ 693587 h 885784"/>
                <a:gd name="connsiteX1321" fmla="*/ 222286 w 1350737"/>
                <a:gd name="connsiteY1321" fmla="*/ 693587 h 885784"/>
                <a:gd name="connsiteX1322" fmla="*/ 226924 w 1350737"/>
                <a:gd name="connsiteY1322" fmla="*/ 696309 h 885784"/>
                <a:gd name="connsiteX1323" fmla="*/ 231562 w 1350737"/>
                <a:gd name="connsiteY1323" fmla="*/ 697670 h 885784"/>
                <a:gd name="connsiteX1324" fmla="*/ 235318 w 1350737"/>
                <a:gd name="connsiteY1324" fmla="*/ 697670 h 885784"/>
                <a:gd name="connsiteX1325" fmla="*/ 227805 w 1350737"/>
                <a:gd name="connsiteY1325" fmla="*/ 699865 h 885784"/>
                <a:gd name="connsiteX1326" fmla="*/ 236802 w 1350737"/>
                <a:gd name="connsiteY1326" fmla="*/ 701226 h 885784"/>
                <a:gd name="connsiteX1327" fmla="*/ 232721 w 1350737"/>
                <a:gd name="connsiteY1327" fmla="*/ 702586 h 885784"/>
                <a:gd name="connsiteX1328" fmla="*/ 224605 w 1350737"/>
                <a:gd name="connsiteY1328" fmla="*/ 700391 h 885784"/>
                <a:gd name="connsiteX1329" fmla="*/ 214773 w 1350737"/>
                <a:gd name="connsiteY1329" fmla="*/ 695738 h 885784"/>
                <a:gd name="connsiteX1330" fmla="*/ 201741 w 1350737"/>
                <a:gd name="connsiteY1330" fmla="*/ 692709 h 885784"/>
                <a:gd name="connsiteX1331" fmla="*/ 206379 w 1350737"/>
                <a:gd name="connsiteY1331" fmla="*/ 702586 h 885784"/>
                <a:gd name="connsiteX1332" fmla="*/ 211898 w 1350737"/>
                <a:gd name="connsiteY1332" fmla="*/ 709698 h 885784"/>
                <a:gd name="connsiteX1333" fmla="*/ 218298 w 1350737"/>
                <a:gd name="connsiteY1333" fmla="*/ 713254 h 885784"/>
                <a:gd name="connsiteX1334" fmla="*/ 220617 w 1350737"/>
                <a:gd name="connsiteY1334" fmla="*/ 716283 h 885784"/>
                <a:gd name="connsiteX1335" fmla="*/ 227573 w 1350737"/>
                <a:gd name="connsiteY1335" fmla="*/ 720937 h 885784"/>
                <a:gd name="connsiteX1336" fmla="*/ 235689 w 1350737"/>
                <a:gd name="connsiteY1336" fmla="*/ 729717 h 885784"/>
                <a:gd name="connsiteX1337" fmla="*/ 239168 w 1350737"/>
                <a:gd name="connsiteY1337" fmla="*/ 729848 h 885784"/>
                <a:gd name="connsiteX1338" fmla="*/ 238611 w 1350737"/>
                <a:gd name="connsiteY1338" fmla="*/ 733273 h 885784"/>
                <a:gd name="connsiteX1339" fmla="*/ 242089 w 1350737"/>
                <a:gd name="connsiteY1339" fmla="*/ 735731 h 885784"/>
                <a:gd name="connsiteX1340" fmla="*/ 247608 w 1350737"/>
                <a:gd name="connsiteY1340" fmla="*/ 735731 h 885784"/>
                <a:gd name="connsiteX1341" fmla="*/ 251968 w 1350737"/>
                <a:gd name="connsiteY1341" fmla="*/ 737663 h 885784"/>
                <a:gd name="connsiteX1342" fmla="*/ 249092 w 1350737"/>
                <a:gd name="connsiteY1342" fmla="*/ 741218 h 885784"/>
                <a:gd name="connsiteX1343" fmla="*/ 261243 w 1350737"/>
                <a:gd name="connsiteY1343" fmla="*/ 746443 h 885784"/>
                <a:gd name="connsiteX1344" fmla="*/ 277197 w 1350737"/>
                <a:gd name="connsiteY1344" fmla="*/ 751096 h 885784"/>
                <a:gd name="connsiteX1345" fmla="*/ 279794 w 1350737"/>
                <a:gd name="connsiteY1345" fmla="*/ 745038 h 885784"/>
                <a:gd name="connsiteX1346" fmla="*/ 276037 w 1350737"/>
                <a:gd name="connsiteY1346" fmla="*/ 745565 h 885784"/>
                <a:gd name="connsiteX1347" fmla="*/ 275759 w 1350737"/>
                <a:gd name="connsiteY1347" fmla="*/ 742009 h 885784"/>
                <a:gd name="connsiteX1348" fmla="*/ 278356 w 1350737"/>
                <a:gd name="connsiteY1348" fmla="*/ 740911 h 885784"/>
                <a:gd name="connsiteX1349" fmla="*/ 276919 w 1350737"/>
                <a:gd name="connsiteY1349" fmla="*/ 737619 h 885784"/>
                <a:gd name="connsiteX1350" fmla="*/ 272003 w 1350737"/>
                <a:gd name="connsiteY1350" fmla="*/ 737619 h 885784"/>
                <a:gd name="connsiteX1351" fmla="*/ 269962 w 1350737"/>
                <a:gd name="connsiteY1351" fmla="*/ 731868 h 885784"/>
                <a:gd name="connsiteX1352" fmla="*/ 255168 w 1350737"/>
                <a:gd name="connsiteY1352" fmla="*/ 724449 h 885784"/>
                <a:gd name="connsiteX1353" fmla="*/ 254287 w 1350737"/>
                <a:gd name="connsiteY1353" fmla="*/ 719795 h 885784"/>
                <a:gd name="connsiteX1354" fmla="*/ 249092 w 1350737"/>
                <a:gd name="connsiteY1354" fmla="*/ 714044 h 885784"/>
                <a:gd name="connsiteX1355" fmla="*/ 249092 w 1350737"/>
                <a:gd name="connsiteY1355" fmla="*/ 709918 h 885784"/>
                <a:gd name="connsiteX1356" fmla="*/ 252292 w 1350737"/>
                <a:gd name="connsiteY1356" fmla="*/ 710444 h 885784"/>
                <a:gd name="connsiteX1357" fmla="*/ 256049 w 1350737"/>
                <a:gd name="connsiteY1357" fmla="*/ 709347 h 885784"/>
                <a:gd name="connsiteX1358" fmla="*/ 258646 w 1350737"/>
                <a:gd name="connsiteY1358" fmla="*/ 709610 h 885784"/>
                <a:gd name="connsiteX1359" fmla="*/ 255446 w 1350737"/>
                <a:gd name="connsiteY1359" fmla="*/ 713474 h 885784"/>
                <a:gd name="connsiteX1360" fmla="*/ 261521 w 1350737"/>
                <a:gd name="connsiteY1360" fmla="*/ 717864 h 885784"/>
                <a:gd name="connsiteX1361" fmla="*/ 265000 w 1350737"/>
                <a:gd name="connsiteY1361" fmla="*/ 717864 h 885784"/>
                <a:gd name="connsiteX1362" fmla="*/ 269081 w 1350737"/>
                <a:gd name="connsiteY1362" fmla="*/ 712947 h 885784"/>
                <a:gd name="connsiteX1363" fmla="*/ 269637 w 1350737"/>
                <a:gd name="connsiteY1363" fmla="*/ 718698 h 885784"/>
                <a:gd name="connsiteX1364" fmla="*/ 264721 w 1350737"/>
                <a:gd name="connsiteY1364" fmla="*/ 720366 h 885784"/>
                <a:gd name="connsiteX1365" fmla="*/ 269081 w 1350737"/>
                <a:gd name="connsiteY1365" fmla="*/ 724756 h 885784"/>
                <a:gd name="connsiteX1366" fmla="*/ 272838 w 1350737"/>
                <a:gd name="connsiteY1366" fmla="*/ 726688 h 885784"/>
                <a:gd name="connsiteX1367" fmla="*/ 277197 w 1350737"/>
                <a:gd name="connsiteY1367" fmla="*/ 726161 h 885784"/>
                <a:gd name="connsiteX1368" fmla="*/ 279238 w 1350737"/>
                <a:gd name="connsiteY1368" fmla="*/ 723439 h 885784"/>
                <a:gd name="connsiteX1369" fmla="*/ 281278 w 1350737"/>
                <a:gd name="connsiteY1369" fmla="*/ 727566 h 885784"/>
                <a:gd name="connsiteX1370" fmla="*/ 281556 w 1350737"/>
                <a:gd name="connsiteY1370" fmla="*/ 734151 h 885784"/>
                <a:gd name="connsiteX1371" fmla="*/ 282577 w 1350737"/>
                <a:gd name="connsiteY1371" fmla="*/ 734677 h 885784"/>
                <a:gd name="connsiteX1372" fmla="*/ 724366 w 1350737"/>
                <a:gd name="connsiteY1372" fmla="*/ 734677 h 885784"/>
                <a:gd name="connsiteX1373" fmla="*/ 724366 w 1350737"/>
                <a:gd name="connsiteY1373" fmla="*/ 734326 h 885784"/>
                <a:gd name="connsiteX1374" fmla="*/ 1275004 w 1350737"/>
                <a:gd name="connsiteY1374" fmla="*/ 798991 h 885784"/>
                <a:gd name="connsiteX1375" fmla="*/ 1269485 w 1350737"/>
                <a:gd name="connsiteY1375" fmla="*/ 802679 h 885784"/>
                <a:gd name="connsiteX1376" fmla="*/ 1267723 w 1350737"/>
                <a:gd name="connsiteY1376" fmla="*/ 798991 h 885784"/>
                <a:gd name="connsiteX1377" fmla="*/ 1274957 w 1350737"/>
                <a:gd name="connsiteY1377" fmla="*/ 798991 h 885784"/>
                <a:gd name="connsiteX1378" fmla="*/ 1267723 w 1350737"/>
                <a:gd name="connsiteY1378" fmla="*/ 803908 h 885784"/>
                <a:gd name="connsiteX1379" fmla="*/ 1272917 w 1350737"/>
                <a:gd name="connsiteY1379" fmla="*/ 805005 h 885784"/>
                <a:gd name="connsiteX1380" fmla="*/ 1267723 w 1350737"/>
                <a:gd name="connsiteY1380" fmla="*/ 808034 h 885784"/>
                <a:gd name="connsiteX1381" fmla="*/ 1265404 w 1350737"/>
                <a:gd name="connsiteY1381" fmla="*/ 806542 h 885784"/>
                <a:gd name="connsiteX1382" fmla="*/ 1267723 w 1350737"/>
                <a:gd name="connsiteY1382" fmla="*/ 803952 h 885784"/>
                <a:gd name="connsiteX1383" fmla="*/ 1198760 w 1350737"/>
                <a:gd name="connsiteY1383" fmla="*/ 648809 h 885784"/>
                <a:gd name="connsiteX1384" fmla="*/ 1196162 w 1350737"/>
                <a:gd name="connsiteY1384" fmla="*/ 645341 h 885784"/>
                <a:gd name="connsiteX1385" fmla="*/ 1198760 w 1350737"/>
                <a:gd name="connsiteY1385" fmla="*/ 641873 h 885784"/>
                <a:gd name="connsiteX1386" fmla="*/ 1201357 w 1350737"/>
                <a:gd name="connsiteY1386" fmla="*/ 645604 h 885784"/>
                <a:gd name="connsiteX1387" fmla="*/ 1198760 w 1350737"/>
                <a:gd name="connsiteY1387" fmla="*/ 648809 h 885784"/>
                <a:gd name="connsiteX1388" fmla="*/ 1207432 w 1350737"/>
                <a:gd name="connsiteY1388" fmla="*/ 651618 h 885784"/>
                <a:gd name="connsiteX1389" fmla="*/ 1207432 w 1350737"/>
                <a:gd name="connsiteY1389" fmla="*/ 644507 h 885784"/>
                <a:gd name="connsiteX1390" fmla="*/ 1210493 w 1350737"/>
                <a:gd name="connsiteY1390" fmla="*/ 641873 h 885784"/>
                <a:gd name="connsiteX1391" fmla="*/ 1210632 w 1350737"/>
                <a:gd name="connsiteY1391" fmla="*/ 651662 h 885784"/>
                <a:gd name="connsiteX1392" fmla="*/ 1207432 w 1350737"/>
                <a:gd name="connsiteY1392" fmla="*/ 651662 h 885784"/>
                <a:gd name="connsiteX1393" fmla="*/ 1213276 w 1350737"/>
                <a:gd name="connsiteY1393" fmla="*/ 572335 h 885784"/>
                <a:gd name="connsiteX1394" fmla="*/ 1218470 w 1350737"/>
                <a:gd name="connsiteY1394" fmla="*/ 577252 h 885784"/>
                <a:gd name="connsiteX1395" fmla="*/ 1213276 w 1350737"/>
                <a:gd name="connsiteY1395" fmla="*/ 579183 h 885784"/>
                <a:gd name="connsiteX1396" fmla="*/ 1210679 w 1350737"/>
                <a:gd name="connsiteY1396" fmla="*/ 575759 h 885784"/>
                <a:gd name="connsiteX1397" fmla="*/ 1213276 w 1350737"/>
                <a:gd name="connsiteY1397" fmla="*/ 572335 h 885784"/>
                <a:gd name="connsiteX1398" fmla="*/ 1199038 w 1350737"/>
                <a:gd name="connsiteY1398" fmla="*/ 609387 h 885784"/>
                <a:gd name="connsiteX1399" fmla="*/ 1210632 w 1350737"/>
                <a:gd name="connsiteY1399" fmla="*/ 607850 h 885784"/>
                <a:gd name="connsiteX1400" fmla="*/ 1210632 w 1350737"/>
                <a:gd name="connsiteY1400" fmla="*/ 604162 h 885784"/>
                <a:gd name="connsiteX1401" fmla="*/ 1214528 w 1350737"/>
                <a:gd name="connsiteY1401" fmla="*/ 597577 h 885784"/>
                <a:gd name="connsiteX1402" fmla="*/ 1216429 w 1350737"/>
                <a:gd name="connsiteY1402" fmla="*/ 606357 h 885784"/>
                <a:gd name="connsiteX1403" fmla="*/ 1220511 w 1350737"/>
                <a:gd name="connsiteY1403" fmla="*/ 609387 h 885784"/>
                <a:gd name="connsiteX1404" fmla="*/ 1226029 w 1350737"/>
                <a:gd name="connsiteY1404" fmla="*/ 615137 h 885784"/>
                <a:gd name="connsiteX1405" fmla="*/ 1220835 w 1350737"/>
                <a:gd name="connsiteY1405" fmla="*/ 618079 h 885784"/>
                <a:gd name="connsiteX1406" fmla="*/ 1215919 w 1350737"/>
                <a:gd name="connsiteY1406" fmla="*/ 618079 h 885784"/>
                <a:gd name="connsiteX1407" fmla="*/ 1215919 w 1350737"/>
                <a:gd name="connsiteY1407" fmla="*/ 613733 h 885784"/>
                <a:gd name="connsiteX1408" fmla="*/ 1212719 w 1350737"/>
                <a:gd name="connsiteY1408" fmla="*/ 613733 h 885784"/>
                <a:gd name="connsiteX1409" fmla="*/ 1208963 w 1350737"/>
                <a:gd name="connsiteY1409" fmla="*/ 616498 h 885784"/>
                <a:gd name="connsiteX1410" fmla="*/ 1195328 w 1350737"/>
                <a:gd name="connsiteY1410" fmla="*/ 616498 h 885784"/>
                <a:gd name="connsiteX1411" fmla="*/ 1199084 w 1350737"/>
                <a:gd name="connsiteY1411" fmla="*/ 609387 h 885784"/>
                <a:gd name="connsiteX1412" fmla="*/ 1196162 w 1350737"/>
                <a:gd name="connsiteY1412" fmla="*/ 625015 h 885784"/>
                <a:gd name="connsiteX1413" fmla="*/ 1196162 w 1350737"/>
                <a:gd name="connsiteY1413" fmla="*/ 622293 h 885784"/>
                <a:gd name="connsiteX1414" fmla="*/ 1199919 w 1350737"/>
                <a:gd name="connsiteY1414" fmla="*/ 622293 h 885784"/>
                <a:gd name="connsiteX1415" fmla="*/ 1199919 w 1350737"/>
                <a:gd name="connsiteY1415" fmla="*/ 627781 h 885784"/>
                <a:gd name="connsiteX1416" fmla="*/ 1192406 w 1350737"/>
                <a:gd name="connsiteY1416" fmla="*/ 627781 h 885784"/>
                <a:gd name="connsiteX1417" fmla="*/ 1196162 w 1350737"/>
                <a:gd name="connsiteY1417" fmla="*/ 625059 h 885784"/>
                <a:gd name="connsiteX1418" fmla="*/ 1183965 w 1350737"/>
                <a:gd name="connsiteY1418" fmla="*/ 641873 h 885784"/>
                <a:gd name="connsiteX1419" fmla="*/ 1187444 w 1350737"/>
                <a:gd name="connsiteY1419" fmla="*/ 648853 h 885784"/>
                <a:gd name="connsiteX1420" fmla="*/ 1188881 w 1350737"/>
                <a:gd name="connsiteY1420" fmla="*/ 651662 h 885784"/>
                <a:gd name="connsiteX1421" fmla="*/ 1184800 w 1350737"/>
                <a:gd name="connsiteY1421" fmla="*/ 653594 h 885784"/>
                <a:gd name="connsiteX1422" fmla="*/ 1181322 w 1350737"/>
                <a:gd name="connsiteY1422" fmla="*/ 651223 h 885784"/>
                <a:gd name="connsiteX1423" fmla="*/ 1183919 w 1350737"/>
                <a:gd name="connsiteY1423" fmla="*/ 641917 h 885784"/>
                <a:gd name="connsiteX1424" fmla="*/ 1176452 w 1350737"/>
                <a:gd name="connsiteY1424" fmla="*/ 588534 h 885784"/>
                <a:gd name="connsiteX1425" fmla="*/ 1181368 w 1350737"/>
                <a:gd name="connsiteY1425" fmla="*/ 587173 h 885784"/>
                <a:gd name="connsiteX1426" fmla="*/ 1181368 w 1350737"/>
                <a:gd name="connsiteY1426" fmla="*/ 592397 h 885784"/>
                <a:gd name="connsiteX1427" fmla="*/ 1176452 w 1350737"/>
                <a:gd name="connsiteY1427" fmla="*/ 591300 h 885784"/>
                <a:gd name="connsiteX1428" fmla="*/ 1176452 w 1350737"/>
                <a:gd name="connsiteY1428" fmla="*/ 588578 h 885784"/>
                <a:gd name="connsiteX1429" fmla="*/ 1181368 w 1350737"/>
                <a:gd name="connsiteY1429" fmla="*/ 597577 h 885784"/>
                <a:gd name="connsiteX1430" fmla="*/ 1181368 w 1350737"/>
                <a:gd name="connsiteY1430" fmla="*/ 598938 h 885784"/>
                <a:gd name="connsiteX1431" fmla="*/ 1177890 w 1350737"/>
                <a:gd name="connsiteY1431" fmla="*/ 602802 h 885784"/>
                <a:gd name="connsiteX1432" fmla="*/ 1176452 w 1350737"/>
                <a:gd name="connsiteY1432" fmla="*/ 597577 h 885784"/>
                <a:gd name="connsiteX1433" fmla="*/ 1181368 w 1350737"/>
                <a:gd name="connsiteY1433" fmla="*/ 597577 h 885784"/>
                <a:gd name="connsiteX1434" fmla="*/ 1176452 w 1350737"/>
                <a:gd name="connsiteY1434" fmla="*/ 632302 h 885784"/>
                <a:gd name="connsiteX1435" fmla="*/ 1181368 w 1350737"/>
                <a:gd name="connsiteY1435" fmla="*/ 632302 h 885784"/>
                <a:gd name="connsiteX1436" fmla="*/ 1176452 w 1350737"/>
                <a:gd name="connsiteY1436" fmla="*/ 639019 h 885784"/>
                <a:gd name="connsiteX1437" fmla="*/ 1173855 w 1350737"/>
                <a:gd name="connsiteY1437" fmla="*/ 635639 h 885784"/>
                <a:gd name="connsiteX1438" fmla="*/ 1176452 w 1350737"/>
                <a:gd name="connsiteY1438" fmla="*/ 632258 h 885784"/>
                <a:gd name="connsiteX1439" fmla="*/ 1123118 w 1350737"/>
                <a:gd name="connsiteY1439" fmla="*/ 671944 h 885784"/>
                <a:gd name="connsiteX1440" fmla="*/ 1119362 w 1350737"/>
                <a:gd name="connsiteY1440" fmla="*/ 677432 h 885784"/>
                <a:gd name="connsiteX1441" fmla="*/ 1119362 w 1350737"/>
                <a:gd name="connsiteY1441" fmla="*/ 671110 h 885784"/>
                <a:gd name="connsiteX1442" fmla="*/ 1123118 w 1350737"/>
                <a:gd name="connsiteY1442" fmla="*/ 668081 h 885784"/>
                <a:gd name="connsiteX1443" fmla="*/ 1123118 w 1350737"/>
                <a:gd name="connsiteY1443" fmla="*/ 671944 h 885784"/>
                <a:gd name="connsiteX1444" fmla="*/ 1147049 w 1350737"/>
                <a:gd name="connsiteY1444" fmla="*/ 669617 h 885784"/>
                <a:gd name="connsiteX1445" fmla="*/ 1152939 w 1350737"/>
                <a:gd name="connsiteY1445" fmla="*/ 672076 h 885784"/>
                <a:gd name="connsiteX1446" fmla="*/ 1152939 w 1350737"/>
                <a:gd name="connsiteY1446" fmla="*/ 681163 h 885784"/>
                <a:gd name="connsiteX1447" fmla="*/ 1148069 w 1350737"/>
                <a:gd name="connsiteY1447" fmla="*/ 688143 h 885784"/>
                <a:gd name="connsiteX1448" fmla="*/ 1142921 w 1350737"/>
                <a:gd name="connsiteY1448" fmla="*/ 688056 h 885784"/>
                <a:gd name="connsiteX1449" fmla="*/ 1138469 w 1350737"/>
                <a:gd name="connsiteY1449" fmla="*/ 686168 h 885784"/>
                <a:gd name="connsiteX1450" fmla="*/ 1136614 w 1350737"/>
                <a:gd name="connsiteY1450" fmla="*/ 678573 h 885784"/>
                <a:gd name="connsiteX1451" fmla="*/ 1140417 w 1350737"/>
                <a:gd name="connsiteY1451" fmla="*/ 673700 h 885784"/>
                <a:gd name="connsiteX1452" fmla="*/ 1147049 w 1350737"/>
                <a:gd name="connsiteY1452" fmla="*/ 669617 h 885784"/>
                <a:gd name="connsiteX1453" fmla="*/ 1118481 w 1350737"/>
                <a:gd name="connsiteY1453" fmla="*/ 601967 h 885784"/>
                <a:gd name="connsiteX1454" fmla="*/ 1122562 w 1350737"/>
                <a:gd name="connsiteY1454" fmla="*/ 602802 h 885784"/>
                <a:gd name="connsiteX1455" fmla="*/ 1120799 w 1350737"/>
                <a:gd name="connsiteY1455" fmla="*/ 596743 h 885784"/>
                <a:gd name="connsiteX1456" fmla="*/ 1124278 w 1350737"/>
                <a:gd name="connsiteY1456" fmla="*/ 595075 h 885784"/>
                <a:gd name="connsiteX1457" fmla="*/ 1128498 w 1350737"/>
                <a:gd name="connsiteY1457" fmla="*/ 592353 h 885784"/>
                <a:gd name="connsiteX1458" fmla="*/ 1133553 w 1350737"/>
                <a:gd name="connsiteY1458" fmla="*/ 595646 h 885784"/>
                <a:gd name="connsiteX1459" fmla="*/ 1140232 w 1350737"/>
                <a:gd name="connsiteY1459" fmla="*/ 595119 h 885784"/>
                <a:gd name="connsiteX1460" fmla="*/ 1140232 w 1350737"/>
                <a:gd name="connsiteY1460" fmla="*/ 601704 h 885784"/>
                <a:gd name="connsiteX1461" fmla="*/ 1138469 w 1350737"/>
                <a:gd name="connsiteY1461" fmla="*/ 605260 h 885784"/>
                <a:gd name="connsiteX1462" fmla="*/ 1135269 w 1350737"/>
                <a:gd name="connsiteY1462" fmla="*/ 605260 h 885784"/>
                <a:gd name="connsiteX1463" fmla="*/ 1135269 w 1350737"/>
                <a:gd name="connsiteY1463" fmla="*/ 600168 h 885784"/>
                <a:gd name="connsiteX1464" fmla="*/ 1128034 w 1350737"/>
                <a:gd name="connsiteY1464" fmla="*/ 597007 h 885784"/>
                <a:gd name="connsiteX1465" fmla="*/ 1125437 w 1350737"/>
                <a:gd name="connsiteY1465" fmla="*/ 598938 h 885784"/>
                <a:gd name="connsiteX1466" fmla="*/ 1129194 w 1350737"/>
                <a:gd name="connsiteY1466" fmla="*/ 602231 h 885784"/>
                <a:gd name="connsiteX1467" fmla="*/ 1129194 w 1350737"/>
                <a:gd name="connsiteY1467" fmla="*/ 605260 h 885784"/>
                <a:gd name="connsiteX1468" fmla="*/ 1127153 w 1350737"/>
                <a:gd name="connsiteY1468" fmla="*/ 607455 h 885784"/>
                <a:gd name="connsiteX1469" fmla="*/ 1132811 w 1350737"/>
                <a:gd name="connsiteY1469" fmla="*/ 609913 h 885784"/>
                <a:gd name="connsiteX1470" fmla="*/ 1134713 w 1350737"/>
                <a:gd name="connsiteY1470" fmla="*/ 613777 h 885784"/>
                <a:gd name="connsiteX1471" fmla="*/ 1130353 w 1350737"/>
                <a:gd name="connsiteY1471" fmla="*/ 616498 h 885784"/>
                <a:gd name="connsiteX1472" fmla="*/ 1128591 w 1350737"/>
                <a:gd name="connsiteY1472" fmla="*/ 619220 h 885784"/>
                <a:gd name="connsiteX1473" fmla="*/ 1125391 w 1350737"/>
                <a:gd name="connsiteY1473" fmla="*/ 616498 h 885784"/>
                <a:gd name="connsiteX1474" fmla="*/ 1125391 w 1350737"/>
                <a:gd name="connsiteY1474" fmla="*/ 612942 h 885784"/>
                <a:gd name="connsiteX1475" fmla="*/ 1120197 w 1350737"/>
                <a:gd name="connsiteY1475" fmla="*/ 611582 h 885784"/>
                <a:gd name="connsiteX1476" fmla="*/ 1120197 w 1350737"/>
                <a:gd name="connsiteY1476" fmla="*/ 608860 h 885784"/>
                <a:gd name="connsiteX1477" fmla="*/ 1116718 w 1350737"/>
                <a:gd name="connsiteY1477" fmla="*/ 603943 h 885784"/>
                <a:gd name="connsiteX1478" fmla="*/ 1118481 w 1350737"/>
                <a:gd name="connsiteY1478" fmla="*/ 602011 h 885784"/>
                <a:gd name="connsiteX1479" fmla="*/ 1110643 w 1350737"/>
                <a:gd name="connsiteY1479" fmla="*/ 643365 h 885784"/>
                <a:gd name="connsiteX1480" fmla="*/ 1114724 w 1350737"/>
                <a:gd name="connsiteY1480" fmla="*/ 639019 h 885784"/>
                <a:gd name="connsiteX1481" fmla="*/ 1116765 w 1350737"/>
                <a:gd name="connsiteY1481" fmla="*/ 645341 h 885784"/>
                <a:gd name="connsiteX1482" fmla="*/ 1110689 w 1350737"/>
                <a:gd name="connsiteY1482" fmla="*/ 647711 h 885784"/>
                <a:gd name="connsiteX1483" fmla="*/ 1110689 w 1350737"/>
                <a:gd name="connsiteY1483" fmla="*/ 643365 h 885784"/>
                <a:gd name="connsiteX1484" fmla="*/ 1108927 w 1350737"/>
                <a:gd name="connsiteY1484" fmla="*/ 689812 h 885784"/>
                <a:gd name="connsiteX1485" fmla="*/ 1115002 w 1350737"/>
                <a:gd name="connsiteY1485" fmla="*/ 692533 h 885784"/>
                <a:gd name="connsiteX1486" fmla="*/ 1115002 w 1350737"/>
                <a:gd name="connsiteY1486" fmla="*/ 697450 h 885784"/>
                <a:gd name="connsiteX1487" fmla="*/ 1111524 w 1350737"/>
                <a:gd name="connsiteY1487" fmla="*/ 697450 h 885784"/>
                <a:gd name="connsiteX1488" fmla="*/ 1106330 w 1350737"/>
                <a:gd name="connsiteY1488" fmla="*/ 692533 h 885784"/>
                <a:gd name="connsiteX1489" fmla="*/ 1108927 w 1350737"/>
                <a:gd name="connsiteY1489" fmla="*/ 689812 h 885784"/>
                <a:gd name="connsiteX1490" fmla="*/ 1012972 w 1350737"/>
                <a:gd name="connsiteY1490" fmla="*/ 695255 h 885784"/>
                <a:gd name="connsiteX1491" fmla="*/ 1010375 w 1350737"/>
                <a:gd name="connsiteY1491" fmla="*/ 691392 h 885784"/>
                <a:gd name="connsiteX1492" fmla="*/ 1012972 w 1350737"/>
                <a:gd name="connsiteY1492" fmla="*/ 689768 h 885784"/>
                <a:gd name="connsiteX1493" fmla="*/ 1015848 w 1350737"/>
                <a:gd name="connsiteY1493" fmla="*/ 691128 h 885784"/>
                <a:gd name="connsiteX1494" fmla="*/ 1012972 w 1350737"/>
                <a:gd name="connsiteY1494" fmla="*/ 695255 h 885784"/>
                <a:gd name="connsiteX1495" fmla="*/ 1020207 w 1350737"/>
                <a:gd name="connsiteY1495" fmla="*/ 658774 h 885784"/>
                <a:gd name="connsiteX1496" fmla="*/ 1015848 w 1350737"/>
                <a:gd name="connsiteY1496" fmla="*/ 656316 h 885784"/>
                <a:gd name="connsiteX1497" fmla="*/ 1022804 w 1350737"/>
                <a:gd name="connsiteY1497" fmla="*/ 652628 h 885784"/>
                <a:gd name="connsiteX1498" fmla="*/ 1017285 w 1350737"/>
                <a:gd name="connsiteY1498" fmla="*/ 651399 h 885784"/>
                <a:gd name="connsiteX1499" fmla="*/ 1018723 w 1350737"/>
                <a:gd name="connsiteY1499" fmla="*/ 646482 h 885784"/>
                <a:gd name="connsiteX1500" fmla="*/ 1024242 w 1350737"/>
                <a:gd name="connsiteY1500" fmla="*/ 646482 h 885784"/>
                <a:gd name="connsiteX1501" fmla="*/ 1026561 w 1350737"/>
                <a:gd name="connsiteY1501" fmla="*/ 653067 h 885784"/>
                <a:gd name="connsiteX1502" fmla="*/ 1020161 w 1350737"/>
                <a:gd name="connsiteY1502" fmla="*/ 658818 h 885784"/>
                <a:gd name="connsiteX1503" fmla="*/ 1052671 w 1350737"/>
                <a:gd name="connsiteY1503" fmla="*/ 750394 h 885784"/>
                <a:gd name="connsiteX1504" fmla="*/ 1045436 w 1350737"/>
                <a:gd name="connsiteY1504" fmla="*/ 746706 h 885784"/>
                <a:gd name="connsiteX1505" fmla="*/ 1043674 w 1350737"/>
                <a:gd name="connsiteY1505" fmla="*/ 743018 h 885784"/>
                <a:gd name="connsiteX1506" fmla="*/ 1048033 w 1350737"/>
                <a:gd name="connsiteY1506" fmla="*/ 743018 h 885784"/>
                <a:gd name="connsiteX1507" fmla="*/ 1052671 w 1350737"/>
                <a:gd name="connsiteY1507" fmla="*/ 746574 h 885784"/>
                <a:gd name="connsiteX1508" fmla="*/ 1052671 w 1350737"/>
                <a:gd name="connsiteY1508" fmla="*/ 750438 h 885784"/>
                <a:gd name="connsiteX1509" fmla="*/ 1075582 w 1350737"/>
                <a:gd name="connsiteY1509" fmla="*/ 684543 h 885784"/>
                <a:gd name="connsiteX1510" fmla="*/ 1067744 w 1350737"/>
                <a:gd name="connsiteY1510" fmla="*/ 691963 h 885784"/>
                <a:gd name="connsiteX1511" fmla="*/ 1060787 w 1350737"/>
                <a:gd name="connsiteY1511" fmla="*/ 700479 h 885784"/>
                <a:gd name="connsiteX1512" fmla="*/ 1060787 w 1350737"/>
                <a:gd name="connsiteY1512" fmla="*/ 691172 h 885784"/>
                <a:gd name="connsiteX1513" fmla="*/ 1068115 w 1350737"/>
                <a:gd name="connsiteY1513" fmla="*/ 685114 h 885784"/>
                <a:gd name="connsiteX1514" fmla="*/ 1075582 w 1350737"/>
                <a:gd name="connsiteY1514" fmla="*/ 679056 h 885784"/>
                <a:gd name="connsiteX1515" fmla="*/ 1075582 w 1350737"/>
                <a:gd name="connsiteY1515" fmla="*/ 684543 h 885784"/>
                <a:gd name="connsiteX1516" fmla="*/ 1068300 w 1350737"/>
                <a:gd name="connsiteY1516" fmla="*/ 619264 h 885784"/>
                <a:gd name="connsiteX1517" fmla="*/ 1064822 w 1350737"/>
                <a:gd name="connsiteY1517" fmla="*/ 616542 h 885784"/>
                <a:gd name="connsiteX1518" fmla="*/ 1071779 w 1350737"/>
                <a:gd name="connsiteY1518" fmla="*/ 611626 h 885784"/>
                <a:gd name="connsiteX1519" fmla="*/ 1077854 w 1350737"/>
                <a:gd name="connsiteY1519" fmla="*/ 611626 h 885784"/>
                <a:gd name="connsiteX1520" fmla="*/ 1075535 w 1350737"/>
                <a:gd name="connsiteY1520" fmla="*/ 619308 h 885784"/>
                <a:gd name="connsiteX1521" fmla="*/ 1068300 w 1350737"/>
                <a:gd name="connsiteY1521" fmla="*/ 619308 h 885784"/>
                <a:gd name="connsiteX1522" fmla="*/ 1101970 w 1350737"/>
                <a:gd name="connsiteY1522" fmla="*/ 785821 h 885784"/>
                <a:gd name="connsiteX1523" fmla="*/ 1101970 w 1350737"/>
                <a:gd name="connsiteY1523" fmla="*/ 789377 h 885784"/>
                <a:gd name="connsiteX1524" fmla="*/ 1092973 w 1350737"/>
                <a:gd name="connsiteY1524" fmla="*/ 789377 h 885784"/>
                <a:gd name="connsiteX1525" fmla="*/ 1076741 w 1350737"/>
                <a:gd name="connsiteY1525" fmla="*/ 800879 h 885784"/>
                <a:gd name="connsiteX1526" fmla="*/ 1076741 w 1350737"/>
                <a:gd name="connsiteY1526" fmla="*/ 798947 h 885784"/>
                <a:gd name="connsiteX1527" fmla="*/ 1091814 w 1350737"/>
                <a:gd name="connsiteY1527" fmla="*/ 787445 h 885784"/>
                <a:gd name="connsiteX1528" fmla="*/ 1101970 w 1350737"/>
                <a:gd name="connsiteY1528" fmla="*/ 785777 h 885784"/>
                <a:gd name="connsiteX1529" fmla="*/ 1087454 w 1350737"/>
                <a:gd name="connsiteY1529" fmla="*/ 742448 h 885784"/>
                <a:gd name="connsiteX1530" fmla="*/ 1095570 w 1350737"/>
                <a:gd name="connsiteY1530" fmla="*/ 744906 h 885784"/>
                <a:gd name="connsiteX1531" fmla="*/ 1089495 w 1350737"/>
                <a:gd name="connsiteY1531" fmla="*/ 748199 h 885784"/>
                <a:gd name="connsiteX1532" fmla="*/ 1087454 w 1350737"/>
                <a:gd name="connsiteY1532" fmla="*/ 742448 h 885784"/>
                <a:gd name="connsiteX1533" fmla="*/ 1086434 w 1350737"/>
                <a:gd name="connsiteY1533" fmla="*/ 582783 h 885784"/>
                <a:gd name="connsiteX1534" fmla="*/ 1068115 w 1350737"/>
                <a:gd name="connsiteY1534" fmla="*/ 588841 h 885784"/>
                <a:gd name="connsiteX1535" fmla="*/ 1086434 w 1350737"/>
                <a:gd name="connsiteY1535" fmla="*/ 582783 h 885784"/>
                <a:gd name="connsiteX1536" fmla="*/ 1069182 w 1350737"/>
                <a:gd name="connsiteY1536" fmla="*/ 431767 h 885784"/>
                <a:gd name="connsiteX1537" fmla="*/ 1070944 w 1350737"/>
                <a:gd name="connsiteY1537" fmla="*/ 437649 h 885784"/>
                <a:gd name="connsiteX1538" fmla="*/ 1061112 w 1350737"/>
                <a:gd name="connsiteY1538" fmla="*/ 431767 h 885784"/>
                <a:gd name="connsiteX1539" fmla="*/ 1063431 w 1350737"/>
                <a:gd name="connsiteY1539" fmla="*/ 429396 h 885784"/>
                <a:gd name="connsiteX1540" fmla="*/ 1069228 w 1350737"/>
                <a:gd name="connsiteY1540" fmla="*/ 431767 h 885784"/>
                <a:gd name="connsiteX1541" fmla="*/ 1057309 w 1350737"/>
                <a:gd name="connsiteY1541" fmla="*/ 419519 h 885784"/>
                <a:gd name="connsiteX1542" fmla="*/ 1066028 w 1350737"/>
                <a:gd name="connsiteY1542" fmla="*/ 417324 h 885784"/>
                <a:gd name="connsiteX1543" fmla="*/ 1066028 w 1350737"/>
                <a:gd name="connsiteY1543" fmla="*/ 419519 h 885784"/>
                <a:gd name="connsiteX1544" fmla="*/ 1057309 w 1350737"/>
                <a:gd name="connsiteY1544" fmla="*/ 421714 h 885784"/>
                <a:gd name="connsiteX1545" fmla="*/ 1057309 w 1350737"/>
                <a:gd name="connsiteY1545" fmla="*/ 419519 h 885784"/>
                <a:gd name="connsiteX1546" fmla="*/ 1055871 w 1350737"/>
                <a:gd name="connsiteY1546" fmla="*/ 555609 h 885784"/>
                <a:gd name="connsiteX1547" fmla="*/ 1060648 w 1350737"/>
                <a:gd name="connsiteY1547" fmla="*/ 557672 h 885784"/>
                <a:gd name="connsiteX1548" fmla="*/ 1058747 w 1350737"/>
                <a:gd name="connsiteY1548" fmla="*/ 565750 h 885784"/>
                <a:gd name="connsiteX1549" fmla="*/ 1053831 w 1350737"/>
                <a:gd name="connsiteY1549" fmla="*/ 559999 h 885784"/>
                <a:gd name="connsiteX1550" fmla="*/ 1047431 w 1350737"/>
                <a:gd name="connsiteY1550" fmla="*/ 555258 h 885784"/>
                <a:gd name="connsiteX1551" fmla="*/ 1055825 w 1350737"/>
                <a:gd name="connsiteY1551" fmla="*/ 555609 h 885784"/>
                <a:gd name="connsiteX1552" fmla="*/ 1037320 w 1350737"/>
                <a:gd name="connsiteY1552" fmla="*/ 443532 h 885784"/>
                <a:gd name="connsiteX1553" fmla="*/ 1041958 w 1350737"/>
                <a:gd name="connsiteY1553" fmla="*/ 445025 h 885784"/>
                <a:gd name="connsiteX1554" fmla="*/ 1041958 w 1350737"/>
                <a:gd name="connsiteY1554" fmla="*/ 448888 h 885784"/>
                <a:gd name="connsiteX1555" fmla="*/ 1037320 w 1350737"/>
                <a:gd name="connsiteY1555" fmla="*/ 448888 h 885784"/>
                <a:gd name="connsiteX1556" fmla="*/ 1037320 w 1350737"/>
                <a:gd name="connsiteY1556" fmla="*/ 443532 h 885784"/>
                <a:gd name="connsiteX1557" fmla="*/ 1037320 w 1350737"/>
                <a:gd name="connsiteY1557" fmla="*/ 531727 h 885784"/>
                <a:gd name="connsiteX1558" fmla="*/ 1050955 w 1350737"/>
                <a:gd name="connsiteY1558" fmla="*/ 522421 h 885784"/>
                <a:gd name="connsiteX1559" fmla="*/ 1054341 w 1350737"/>
                <a:gd name="connsiteY1559" fmla="*/ 522421 h 885784"/>
                <a:gd name="connsiteX1560" fmla="*/ 1037320 w 1350737"/>
                <a:gd name="connsiteY1560" fmla="*/ 534493 h 885784"/>
                <a:gd name="connsiteX1561" fmla="*/ 1037320 w 1350737"/>
                <a:gd name="connsiteY1561" fmla="*/ 531771 h 885784"/>
                <a:gd name="connsiteX1562" fmla="*/ 1030085 w 1350737"/>
                <a:gd name="connsiteY1562" fmla="*/ 622820 h 885784"/>
                <a:gd name="connsiteX1563" fmla="*/ 1033286 w 1350737"/>
                <a:gd name="connsiteY1563" fmla="*/ 620625 h 885784"/>
                <a:gd name="connsiteX1564" fmla="*/ 1033286 w 1350737"/>
                <a:gd name="connsiteY1564" fmla="*/ 616498 h 885784"/>
                <a:gd name="connsiteX1565" fmla="*/ 1043442 w 1350737"/>
                <a:gd name="connsiteY1565" fmla="*/ 617859 h 885784"/>
                <a:gd name="connsiteX1566" fmla="*/ 1048080 w 1350737"/>
                <a:gd name="connsiteY1566" fmla="*/ 616498 h 885784"/>
                <a:gd name="connsiteX1567" fmla="*/ 1053877 w 1350737"/>
                <a:gd name="connsiteY1567" fmla="*/ 616498 h 885784"/>
                <a:gd name="connsiteX1568" fmla="*/ 1048683 w 1350737"/>
                <a:gd name="connsiteY1568" fmla="*/ 620362 h 885784"/>
                <a:gd name="connsiteX1569" fmla="*/ 1051883 w 1350737"/>
                <a:gd name="connsiteY1569" fmla="*/ 621854 h 885784"/>
                <a:gd name="connsiteX1570" fmla="*/ 1046086 w 1350737"/>
                <a:gd name="connsiteY1570" fmla="*/ 625849 h 885784"/>
                <a:gd name="connsiteX1571" fmla="*/ 1042004 w 1350737"/>
                <a:gd name="connsiteY1571" fmla="*/ 621854 h 885784"/>
                <a:gd name="connsiteX1572" fmla="*/ 1039129 w 1350737"/>
                <a:gd name="connsiteY1572" fmla="*/ 627210 h 885784"/>
                <a:gd name="connsiteX1573" fmla="*/ 1030132 w 1350737"/>
                <a:gd name="connsiteY1573" fmla="*/ 627210 h 885784"/>
                <a:gd name="connsiteX1574" fmla="*/ 1030132 w 1350737"/>
                <a:gd name="connsiteY1574" fmla="*/ 622820 h 885784"/>
                <a:gd name="connsiteX1575" fmla="*/ 1022804 w 1350737"/>
                <a:gd name="connsiteY1575" fmla="*/ 551219 h 885784"/>
                <a:gd name="connsiteX1576" fmla="*/ 1027998 w 1350737"/>
                <a:gd name="connsiteY1576" fmla="*/ 555609 h 885784"/>
                <a:gd name="connsiteX1577" fmla="*/ 1025401 w 1350737"/>
                <a:gd name="connsiteY1577" fmla="*/ 559999 h 885784"/>
                <a:gd name="connsiteX1578" fmla="*/ 1021181 w 1350737"/>
                <a:gd name="connsiteY1578" fmla="*/ 559999 h 885784"/>
                <a:gd name="connsiteX1579" fmla="*/ 1022758 w 1350737"/>
                <a:gd name="connsiteY1579" fmla="*/ 551219 h 885784"/>
                <a:gd name="connsiteX1580" fmla="*/ 1004856 w 1350737"/>
                <a:gd name="connsiteY1580" fmla="*/ 619835 h 885784"/>
                <a:gd name="connsiteX1581" fmla="*/ 1010375 w 1350737"/>
                <a:gd name="connsiteY1581" fmla="*/ 622030 h 885784"/>
                <a:gd name="connsiteX1582" fmla="*/ 1014271 w 1350737"/>
                <a:gd name="connsiteY1582" fmla="*/ 616806 h 885784"/>
                <a:gd name="connsiteX1583" fmla="*/ 1017888 w 1350737"/>
                <a:gd name="connsiteY1583" fmla="*/ 612942 h 885784"/>
                <a:gd name="connsiteX1584" fmla="*/ 1026607 w 1350737"/>
                <a:gd name="connsiteY1584" fmla="*/ 609913 h 885784"/>
                <a:gd name="connsiteX1585" fmla="*/ 1026607 w 1350737"/>
                <a:gd name="connsiteY1585" fmla="*/ 614830 h 885784"/>
                <a:gd name="connsiteX1586" fmla="*/ 1017610 w 1350737"/>
                <a:gd name="connsiteY1586" fmla="*/ 621415 h 885784"/>
                <a:gd name="connsiteX1587" fmla="*/ 1021227 w 1350737"/>
                <a:gd name="connsiteY1587" fmla="*/ 621415 h 885784"/>
                <a:gd name="connsiteX1588" fmla="*/ 1022109 w 1350737"/>
                <a:gd name="connsiteY1588" fmla="*/ 625805 h 885784"/>
                <a:gd name="connsiteX1589" fmla="*/ 1007453 w 1350737"/>
                <a:gd name="connsiteY1589" fmla="*/ 625805 h 885784"/>
                <a:gd name="connsiteX1590" fmla="*/ 1001934 w 1350737"/>
                <a:gd name="connsiteY1590" fmla="*/ 621942 h 885784"/>
                <a:gd name="connsiteX1591" fmla="*/ 1004810 w 1350737"/>
                <a:gd name="connsiteY1591" fmla="*/ 619747 h 885784"/>
                <a:gd name="connsiteX1592" fmla="*/ 979070 w 1350737"/>
                <a:gd name="connsiteY1592" fmla="*/ 838764 h 885784"/>
                <a:gd name="connsiteX1593" fmla="*/ 970676 w 1350737"/>
                <a:gd name="connsiteY1593" fmla="*/ 838764 h 885784"/>
                <a:gd name="connsiteX1594" fmla="*/ 973273 w 1350737"/>
                <a:gd name="connsiteY1594" fmla="*/ 833277 h 885784"/>
                <a:gd name="connsiteX1595" fmla="*/ 976752 w 1350737"/>
                <a:gd name="connsiteY1595" fmla="*/ 830555 h 885784"/>
                <a:gd name="connsiteX1596" fmla="*/ 979070 w 1350737"/>
                <a:gd name="connsiteY1596" fmla="*/ 838808 h 885784"/>
                <a:gd name="connsiteX1597" fmla="*/ 962375 w 1350737"/>
                <a:gd name="connsiteY1597" fmla="*/ 735599 h 885784"/>
                <a:gd name="connsiteX1598" fmla="*/ 966595 w 1350737"/>
                <a:gd name="connsiteY1598" fmla="*/ 736433 h 885784"/>
                <a:gd name="connsiteX1599" fmla="*/ 967847 w 1350737"/>
                <a:gd name="connsiteY1599" fmla="*/ 740297 h 885784"/>
                <a:gd name="connsiteX1600" fmla="*/ 973505 w 1350737"/>
                <a:gd name="connsiteY1600" fmla="*/ 740560 h 885784"/>
                <a:gd name="connsiteX1601" fmla="*/ 975036 w 1350737"/>
                <a:gd name="connsiteY1601" fmla="*/ 743018 h 885784"/>
                <a:gd name="connsiteX1602" fmla="*/ 969099 w 1350737"/>
                <a:gd name="connsiteY1602" fmla="*/ 744950 h 885784"/>
                <a:gd name="connsiteX1603" fmla="*/ 962421 w 1350737"/>
                <a:gd name="connsiteY1603" fmla="*/ 740560 h 885784"/>
                <a:gd name="connsiteX1604" fmla="*/ 962421 w 1350737"/>
                <a:gd name="connsiteY1604" fmla="*/ 735643 h 885784"/>
                <a:gd name="connsiteX1605" fmla="*/ 963395 w 1350737"/>
                <a:gd name="connsiteY1605" fmla="*/ 794294 h 885784"/>
                <a:gd name="connsiteX1606" fmla="*/ 974989 w 1350737"/>
                <a:gd name="connsiteY1606" fmla="*/ 795655 h 885784"/>
                <a:gd name="connsiteX1607" fmla="*/ 973459 w 1350737"/>
                <a:gd name="connsiteY1607" fmla="*/ 799781 h 885784"/>
                <a:gd name="connsiteX1608" fmla="*/ 969053 w 1350737"/>
                <a:gd name="connsiteY1608" fmla="*/ 798113 h 885784"/>
                <a:gd name="connsiteX1609" fmla="*/ 959638 w 1350737"/>
                <a:gd name="connsiteY1609" fmla="*/ 797015 h 885784"/>
                <a:gd name="connsiteX1610" fmla="*/ 963395 w 1350737"/>
                <a:gd name="connsiteY1610" fmla="*/ 794294 h 885784"/>
                <a:gd name="connsiteX1611" fmla="*/ 824541 w 1350737"/>
                <a:gd name="connsiteY1611" fmla="*/ 712815 h 885784"/>
                <a:gd name="connsiteX1612" fmla="*/ 825098 w 1350737"/>
                <a:gd name="connsiteY1612" fmla="*/ 707328 h 885784"/>
                <a:gd name="connsiteX1613" fmla="*/ 831173 w 1350737"/>
                <a:gd name="connsiteY1613" fmla="*/ 707328 h 885784"/>
                <a:gd name="connsiteX1614" fmla="*/ 837573 w 1350737"/>
                <a:gd name="connsiteY1614" fmla="*/ 712552 h 885784"/>
                <a:gd name="connsiteX1615" fmla="*/ 835811 w 1350737"/>
                <a:gd name="connsiteY1615" fmla="*/ 719137 h 885784"/>
                <a:gd name="connsiteX1616" fmla="*/ 835811 w 1350737"/>
                <a:gd name="connsiteY1616" fmla="*/ 725195 h 885784"/>
                <a:gd name="connsiteX1617" fmla="*/ 831173 w 1350737"/>
                <a:gd name="connsiteY1617" fmla="*/ 726029 h 885784"/>
                <a:gd name="connsiteX1618" fmla="*/ 824495 w 1350737"/>
                <a:gd name="connsiteY1618" fmla="*/ 722473 h 885784"/>
                <a:gd name="connsiteX1619" fmla="*/ 822454 w 1350737"/>
                <a:gd name="connsiteY1619" fmla="*/ 716722 h 885784"/>
                <a:gd name="connsiteX1620" fmla="*/ 824495 w 1350737"/>
                <a:gd name="connsiteY1620" fmla="*/ 712859 h 885784"/>
                <a:gd name="connsiteX1621" fmla="*/ 807753 w 1350737"/>
                <a:gd name="connsiteY1621" fmla="*/ 617069 h 885784"/>
                <a:gd name="connsiteX1622" fmla="*/ 812947 w 1350737"/>
                <a:gd name="connsiteY1622" fmla="*/ 622557 h 885784"/>
                <a:gd name="connsiteX1623" fmla="*/ 807753 w 1350737"/>
                <a:gd name="connsiteY1623" fmla="*/ 623917 h 885784"/>
                <a:gd name="connsiteX1624" fmla="*/ 801677 w 1350737"/>
                <a:gd name="connsiteY1624" fmla="*/ 620493 h 885784"/>
                <a:gd name="connsiteX1625" fmla="*/ 807753 w 1350737"/>
                <a:gd name="connsiteY1625" fmla="*/ 617069 h 885784"/>
                <a:gd name="connsiteX1626" fmla="*/ 796715 w 1350737"/>
                <a:gd name="connsiteY1626" fmla="*/ 683490 h 885784"/>
                <a:gd name="connsiteX1627" fmla="*/ 801631 w 1350737"/>
                <a:gd name="connsiteY1627" fmla="*/ 684719 h 885784"/>
                <a:gd name="connsiteX1628" fmla="*/ 790037 w 1350737"/>
                <a:gd name="connsiteY1628" fmla="*/ 690909 h 885784"/>
                <a:gd name="connsiteX1629" fmla="*/ 788599 w 1350737"/>
                <a:gd name="connsiteY1629" fmla="*/ 687836 h 885784"/>
                <a:gd name="connsiteX1630" fmla="*/ 796715 w 1350737"/>
                <a:gd name="connsiteY1630" fmla="*/ 683534 h 885784"/>
                <a:gd name="connsiteX1631" fmla="*/ 774129 w 1350737"/>
                <a:gd name="connsiteY1631" fmla="*/ 699777 h 885784"/>
                <a:gd name="connsiteX1632" fmla="*/ 779045 w 1350737"/>
                <a:gd name="connsiteY1632" fmla="*/ 696353 h 885784"/>
                <a:gd name="connsiteX1633" fmla="*/ 777283 w 1350737"/>
                <a:gd name="connsiteY1633" fmla="*/ 703201 h 885784"/>
                <a:gd name="connsiteX1634" fmla="*/ 775242 w 1350737"/>
                <a:gd name="connsiteY1634" fmla="*/ 707328 h 885784"/>
                <a:gd name="connsiteX1635" fmla="*/ 763370 w 1350737"/>
                <a:gd name="connsiteY1635" fmla="*/ 707328 h 885784"/>
                <a:gd name="connsiteX1636" fmla="*/ 756691 w 1350737"/>
                <a:gd name="connsiteY1636" fmla="*/ 696353 h 885784"/>
                <a:gd name="connsiteX1637" fmla="*/ 761329 w 1350737"/>
                <a:gd name="connsiteY1637" fmla="*/ 700216 h 885784"/>
                <a:gd name="connsiteX1638" fmla="*/ 763370 w 1350737"/>
                <a:gd name="connsiteY1638" fmla="*/ 696353 h 885784"/>
                <a:gd name="connsiteX1639" fmla="*/ 763880 w 1350737"/>
                <a:gd name="connsiteY1639" fmla="*/ 697670 h 885784"/>
                <a:gd name="connsiteX1640" fmla="*/ 765967 w 1350737"/>
                <a:gd name="connsiteY1640" fmla="*/ 703201 h 885784"/>
                <a:gd name="connsiteX1641" fmla="*/ 772042 w 1350737"/>
                <a:gd name="connsiteY1641" fmla="*/ 703201 h 885784"/>
                <a:gd name="connsiteX1642" fmla="*/ 774083 w 1350737"/>
                <a:gd name="connsiteY1642" fmla="*/ 699777 h 885784"/>
                <a:gd name="connsiteX1643" fmla="*/ 757016 w 1350737"/>
                <a:gd name="connsiteY1643" fmla="*/ 637922 h 885784"/>
                <a:gd name="connsiteX1644" fmla="*/ 766013 w 1350737"/>
                <a:gd name="connsiteY1644" fmla="*/ 637922 h 885784"/>
                <a:gd name="connsiteX1645" fmla="*/ 767776 w 1350737"/>
                <a:gd name="connsiteY1645" fmla="*/ 639590 h 885784"/>
                <a:gd name="connsiteX1646" fmla="*/ 761979 w 1350737"/>
                <a:gd name="connsiteY1646" fmla="*/ 641873 h 885784"/>
                <a:gd name="connsiteX1647" fmla="*/ 755022 w 1350737"/>
                <a:gd name="connsiteY1647" fmla="*/ 639897 h 885784"/>
                <a:gd name="connsiteX1648" fmla="*/ 757063 w 1350737"/>
                <a:gd name="connsiteY1648" fmla="*/ 637922 h 885784"/>
                <a:gd name="connsiteX1649" fmla="*/ 756738 w 1350737"/>
                <a:gd name="connsiteY1649" fmla="*/ 681295 h 885784"/>
                <a:gd name="connsiteX1650" fmla="*/ 759057 w 1350737"/>
                <a:gd name="connsiteY1650" fmla="*/ 684587 h 885784"/>
                <a:gd name="connsiteX1651" fmla="*/ 754976 w 1350737"/>
                <a:gd name="connsiteY1651" fmla="*/ 687617 h 885784"/>
                <a:gd name="connsiteX1652" fmla="*/ 750894 w 1350737"/>
                <a:gd name="connsiteY1652" fmla="*/ 683227 h 885784"/>
                <a:gd name="connsiteX1653" fmla="*/ 756691 w 1350737"/>
                <a:gd name="connsiteY1653" fmla="*/ 681295 h 885784"/>
                <a:gd name="connsiteX1654" fmla="*/ 40766 w 1350737"/>
                <a:gd name="connsiteY1654" fmla="*/ 419519 h 885784"/>
                <a:gd name="connsiteX1655" fmla="*/ 37890 w 1350737"/>
                <a:gd name="connsiteY1655" fmla="*/ 419519 h 885784"/>
                <a:gd name="connsiteX1656" fmla="*/ 37890 w 1350737"/>
                <a:gd name="connsiteY1656" fmla="*/ 412934 h 885784"/>
                <a:gd name="connsiteX1657" fmla="*/ 31212 w 1350737"/>
                <a:gd name="connsiteY1657" fmla="*/ 409071 h 885784"/>
                <a:gd name="connsiteX1658" fmla="*/ 31212 w 1350737"/>
                <a:gd name="connsiteY1658" fmla="*/ 406041 h 885784"/>
                <a:gd name="connsiteX1659" fmla="*/ 37287 w 1350737"/>
                <a:gd name="connsiteY1659" fmla="*/ 408500 h 885784"/>
                <a:gd name="connsiteX1660" fmla="*/ 40766 w 1350737"/>
                <a:gd name="connsiteY1660" fmla="*/ 416182 h 885784"/>
                <a:gd name="connsiteX1661" fmla="*/ 40766 w 1350737"/>
                <a:gd name="connsiteY1661" fmla="*/ 419475 h 885784"/>
                <a:gd name="connsiteX1662" fmla="*/ 51525 w 1350737"/>
                <a:gd name="connsiteY1662" fmla="*/ 465350 h 885784"/>
                <a:gd name="connsiteX1663" fmla="*/ 46609 w 1350737"/>
                <a:gd name="connsiteY1663" fmla="*/ 462058 h 885784"/>
                <a:gd name="connsiteX1664" fmla="*/ 46609 w 1350737"/>
                <a:gd name="connsiteY1664" fmla="*/ 459029 h 885784"/>
                <a:gd name="connsiteX1665" fmla="*/ 51525 w 1350737"/>
                <a:gd name="connsiteY1665" fmla="*/ 462058 h 885784"/>
                <a:gd name="connsiteX1666" fmla="*/ 51525 w 1350737"/>
                <a:gd name="connsiteY1666" fmla="*/ 465350 h 885784"/>
                <a:gd name="connsiteX1667" fmla="*/ 63119 w 1350737"/>
                <a:gd name="connsiteY1667" fmla="*/ 416226 h 885784"/>
                <a:gd name="connsiteX1668" fmla="*/ 59363 w 1350737"/>
                <a:gd name="connsiteY1668" fmla="*/ 407446 h 885784"/>
                <a:gd name="connsiteX1669" fmla="*/ 55606 w 1350737"/>
                <a:gd name="connsiteY1669" fmla="*/ 401959 h 885784"/>
                <a:gd name="connsiteX1670" fmla="*/ 58482 w 1350737"/>
                <a:gd name="connsiteY1670" fmla="*/ 400290 h 885784"/>
                <a:gd name="connsiteX1671" fmla="*/ 60244 w 1350737"/>
                <a:gd name="connsiteY1671" fmla="*/ 403846 h 885784"/>
                <a:gd name="connsiteX1672" fmla="*/ 64882 w 1350737"/>
                <a:gd name="connsiteY1672" fmla="*/ 412890 h 885784"/>
                <a:gd name="connsiteX1673" fmla="*/ 63119 w 1350737"/>
                <a:gd name="connsiteY1673" fmla="*/ 416182 h 885784"/>
                <a:gd name="connsiteX1674" fmla="*/ 142239 w 1350737"/>
                <a:gd name="connsiteY1674" fmla="*/ 187682 h 885784"/>
                <a:gd name="connsiteX1675" fmla="*/ 146877 w 1350737"/>
                <a:gd name="connsiteY1675" fmla="*/ 183029 h 885784"/>
                <a:gd name="connsiteX1676" fmla="*/ 148315 w 1350737"/>
                <a:gd name="connsiteY1676" fmla="*/ 186892 h 885784"/>
                <a:gd name="connsiteX1677" fmla="*/ 142239 w 1350737"/>
                <a:gd name="connsiteY1677" fmla="*/ 190755 h 885784"/>
                <a:gd name="connsiteX1678" fmla="*/ 142239 w 1350737"/>
                <a:gd name="connsiteY1678" fmla="*/ 187726 h 885784"/>
                <a:gd name="connsiteX1679" fmla="*/ 97021 w 1350737"/>
                <a:gd name="connsiteY1679" fmla="*/ 135002 h 885784"/>
                <a:gd name="connsiteX1680" fmla="*/ 106853 w 1350737"/>
                <a:gd name="connsiteY1680" fmla="*/ 144046 h 885784"/>
                <a:gd name="connsiteX1681" fmla="*/ 104256 w 1350737"/>
                <a:gd name="connsiteY1681" fmla="*/ 144046 h 885784"/>
                <a:gd name="connsiteX1682" fmla="*/ 97021 w 1350737"/>
                <a:gd name="connsiteY1682" fmla="*/ 137197 h 885784"/>
                <a:gd name="connsiteX1683" fmla="*/ 97021 w 1350737"/>
                <a:gd name="connsiteY1683" fmla="*/ 135002 h 885784"/>
                <a:gd name="connsiteX1684" fmla="*/ 95259 w 1350737"/>
                <a:gd name="connsiteY1684" fmla="*/ 327065 h 885784"/>
                <a:gd name="connsiteX1685" fmla="*/ 100453 w 1350737"/>
                <a:gd name="connsiteY1685" fmla="*/ 329963 h 885784"/>
                <a:gd name="connsiteX1686" fmla="*/ 95259 w 1350737"/>
                <a:gd name="connsiteY1686" fmla="*/ 332860 h 885784"/>
                <a:gd name="connsiteX1687" fmla="*/ 91178 w 1350737"/>
                <a:gd name="connsiteY1687" fmla="*/ 329568 h 885784"/>
                <a:gd name="connsiteX1688" fmla="*/ 95259 w 1350737"/>
                <a:gd name="connsiteY1688" fmla="*/ 327109 h 885784"/>
                <a:gd name="connsiteX1689" fmla="*/ 105416 w 1350737"/>
                <a:gd name="connsiteY1689" fmla="*/ 382774 h 885784"/>
                <a:gd name="connsiteX1690" fmla="*/ 97578 w 1350737"/>
                <a:gd name="connsiteY1690" fmla="*/ 382774 h 885784"/>
                <a:gd name="connsiteX1691" fmla="*/ 94981 w 1350737"/>
                <a:gd name="connsiteY1691" fmla="*/ 381106 h 885784"/>
                <a:gd name="connsiteX1692" fmla="*/ 105416 w 1350737"/>
                <a:gd name="connsiteY1692" fmla="*/ 381106 h 885784"/>
                <a:gd name="connsiteX1693" fmla="*/ 105416 w 1350737"/>
                <a:gd name="connsiteY1693" fmla="*/ 382774 h 885784"/>
                <a:gd name="connsiteX1694" fmla="*/ 113253 w 1350737"/>
                <a:gd name="connsiteY1694" fmla="*/ 471935 h 885784"/>
                <a:gd name="connsiteX1695" fmla="*/ 113253 w 1350737"/>
                <a:gd name="connsiteY1695" fmla="*/ 474965 h 885784"/>
                <a:gd name="connsiteX1696" fmla="*/ 110934 w 1350737"/>
                <a:gd name="connsiteY1696" fmla="*/ 474965 h 885784"/>
                <a:gd name="connsiteX1697" fmla="*/ 109775 w 1350737"/>
                <a:gd name="connsiteY1697" fmla="*/ 469214 h 885784"/>
                <a:gd name="connsiteX1698" fmla="*/ 113253 w 1350737"/>
                <a:gd name="connsiteY1698" fmla="*/ 469214 h 885784"/>
                <a:gd name="connsiteX1699" fmla="*/ 114691 w 1350737"/>
                <a:gd name="connsiteY1699" fmla="*/ 466755 h 885784"/>
                <a:gd name="connsiteX1700" fmla="*/ 111491 w 1350737"/>
                <a:gd name="connsiteY1700" fmla="*/ 459907 h 885784"/>
                <a:gd name="connsiteX1701" fmla="*/ 113253 w 1350737"/>
                <a:gd name="connsiteY1701" fmla="*/ 453322 h 885784"/>
                <a:gd name="connsiteX1702" fmla="*/ 106853 w 1350737"/>
                <a:gd name="connsiteY1702" fmla="*/ 447132 h 885784"/>
                <a:gd name="connsiteX1703" fmla="*/ 108013 w 1350737"/>
                <a:gd name="connsiteY1703" fmla="*/ 444805 h 885784"/>
                <a:gd name="connsiteX1704" fmla="*/ 114691 w 1350737"/>
                <a:gd name="connsiteY1704" fmla="*/ 451917 h 885784"/>
                <a:gd name="connsiteX1705" fmla="*/ 114691 w 1350737"/>
                <a:gd name="connsiteY1705" fmla="*/ 460960 h 885784"/>
                <a:gd name="connsiteX1706" fmla="*/ 118448 w 1350737"/>
                <a:gd name="connsiteY1706" fmla="*/ 467809 h 885784"/>
                <a:gd name="connsiteX1707" fmla="*/ 113253 w 1350737"/>
                <a:gd name="connsiteY1707" fmla="*/ 471935 h 885784"/>
                <a:gd name="connsiteX1708" fmla="*/ 124848 w 1350737"/>
                <a:gd name="connsiteY1708" fmla="*/ 207437 h 885784"/>
                <a:gd name="connsiteX1709" fmla="*/ 116592 w 1350737"/>
                <a:gd name="connsiteY1709" fmla="*/ 197823 h 885784"/>
                <a:gd name="connsiteX1710" fmla="*/ 106900 w 1350737"/>
                <a:gd name="connsiteY1710" fmla="*/ 189570 h 885784"/>
                <a:gd name="connsiteX1711" fmla="*/ 104581 w 1350737"/>
                <a:gd name="connsiteY1711" fmla="*/ 187902 h 885784"/>
                <a:gd name="connsiteX1712" fmla="*/ 104581 w 1350737"/>
                <a:gd name="connsiteY1712" fmla="*/ 185180 h 885784"/>
                <a:gd name="connsiteX1713" fmla="*/ 101984 w 1350737"/>
                <a:gd name="connsiteY1713" fmla="*/ 177498 h 885784"/>
                <a:gd name="connsiteX1714" fmla="*/ 101984 w 1350737"/>
                <a:gd name="connsiteY1714" fmla="*/ 164064 h 885784"/>
                <a:gd name="connsiteX1715" fmla="*/ 106900 w 1350737"/>
                <a:gd name="connsiteY1715" fmla="*/ 159938 h 885784"/>
                <a:gd name="connsiteX1716" fmla="*/ 112975 w 1350737"/>
                <a:gd name="connsiteY1716" fmla="*/ 155548 h 885784"/>
                <a:gd name="connsiteX1717" fmla="*/ 112975 w 1350737"/>
                <a:gd name="connsiteY1717" fmla="*/ 161035 h 885784"/>
                <a:gd name="connsiteX1718" fmla="*/ 109497 w 1350737"/>
                <a:gd name="connsiteY1718" fmla="*/ 161035 h 885784"/>
                <a:gd name="connsiteX1719" fmla="*/ 104581 w 1350737"/>
                <a:gd name="connsiteY1719" fmla="*/ 164591 h 885784"/>
                <a:gd name="connsiteX1720" fmla="*/ 104581 w 1350737"/>
                <a:gd name="connsiteY1720" fmla="*/ 176663 h 885784"/>
                <a:gd name="connsiteX1721" fmla="*/ 108801 w 1350737"/>
                <a:gd name="connsiteY1721" fmla="*/ 187112 h 885784"/>
                <a:gd name="connsiteX1722" fmla="*/ 116778 w 1350737"/>
                <a:gd name="connsiteY1722" fmla="*/ 195628 h 885784"/>
                <a:gd name="connsiteX1723" fmla="*/ 128651 w 1350737"/>
                <a:gd name="connsiteY1723" fmla="*/ 204408 h 885784"/>
                <a:gd name="connsiteX1724" fmla="*/ 124894 w 1350737"/>
                <a:gd name="connsiteY1724" fmla="*/ 207437 h 885784"/>
                <a:gd name="connsiteX1725" fmla="*/ 130042 w 1350737"/>
                <a:gd name="connsiteY1725" fmla="*/ 157216 h 885784"/>
                <a:gd name="connsiteX1726" fmla="*/ 130042 w 1350737"/>
                <a:gd name="connsiteY1726" fmla="*/ 146768 h 885784"/>
                <a:gd name="connsiteX1727" fmla="*/ 134680 w 1350737"/>
                <a:gd name="connsiteY1727" fmla="*/ 151992 h 885784"/>
                <a:gd name="connsiteX1728" fmla="*/ 131480 w 1350737"/>
                <a:gd name="connsiteY1728" fmla="*/ 157216 h 885784"/>
                <a:gd name="connsiteX1729" fmla="*/ 130042 w 1350737"/>
                <a:gd name="connsiteY1729" fmla="*/ 157216 h 885784"/>
                <a:gd name="connsiteX1730" fmla="*/ 134680 w 1350737"/>
                <a:gd name="connsiteY1730" fmla="*/ 204979 h 885784"/>
                <a:gd name="connsiteX1731" fmla="*/ 132361 w 1350737"/>
                <a:gd name="connsiteY1731" fmla="*/ 201687 h 885784"/>
                <a:gd name="connsiteX1732" fmla="*/ 148315 w 1350737"/>
                <a:gd name="connsiteY1732" fmla="*/ 194575 h 885784"/>
                <a:gd name="connsiteX1733" fmla="*/ 152396 w 1350737"/>
                <a:gd name="connsiteY1733" fmla="*/ 196243 h 885784"/>
                <a:gd name="connsiteX1734" fmla="*/ 134726 w 1350737"/>
                <a:gd name="connsiteY1734" fmla="*/ 205023 h 885784"/>
                <a:gd name="connsiteX1735" fmla="*/ 699045 w 1350737"/>
                <a:gd name="connsiteY1735" fmla="*/ 606665 h 885784"/>
                <a:gd name="connsiteX1736" fmla="*/ 703961 w 1350737"/>
                <a:gd name="connsiteY1736" fmla="*/ 607762 h 885784"/>
                <a:gd name="connsiteX1737" fmla="*/ 702198 w 1350737"/>
                <a:gd name="connsiteY1737" fmla="*/ 611318 h 885784"/>
                <a:gd name="connsiteX1738" fmla="*/ 694082 w 1350737"/>
                <a:gd name="connsiteY1738" fmla="*/ 609518 h 885784"/>
                <a:gd name="connsiteX1739" fmla="*/ 698998 w 1350737"/>
                <a:gd name="connsiteY1739" fmla="*/ 606621 h 885784"/>
                <a:gd name="connsiteX1740" fmla="*/ 681653 w 1350737"/>
                <a:gd name="connsiteY1740" fmla="*/ 461356 h 885784"/>
                <a:gd name="connsiteX1741" fmla="*/ 685131 w 1350737"/>
                <a:gd name="connsiteY1741" fmla="*/ 457931 h 885784"/>
                <a:gd name="connsiteX1742" fmla="*/ 685131 w 1350737"/>
                <a:gd name="connsiteY1742" fmla="*/ 463155 h 885784"/>
                <a:gd name="connsiteX1743" fmla="*/ 681653 w 1350737"/>
                <a:gd name="connsiteY1743" fmla="*/ 464824 h 885784"/>
                <a:gd name="connsiteX1744" fmla="*/ 681653 w 1350737"/>
                <a:gd name="connsiteY1744" fmla="*/ 461399 h 885784"/>
                <a:gd name="connsiteX1745" fmla="*/ 680215 w 1350737"/>
                <a:gd name="connsiteY1745" fmla="*/ 482076 h 885784"/>
                <a:gd name="connsiteX1746" fmla="*/ 686894 w 1350737"/>
                <a:gd name="connsiteY1746" fmla="*/ 483437 h 885784"/>
                <a:gd name="connsiteX1747" fmla="*/ 685131 w 1350737"/>
                <a:gd name="connsiteY1747" fmla="*/ 486466 h 885784"/>
                <a:gd name="connsiteX1748" fmla="*/ 678175 w 1350737"/>
                <a:gd name="connsiteY1748" fmla="*/ 484974 h 885784"/>
                <a:gd name="connsiteX1749" fmla="*/ 680215 w 1350737"/>
                <a:gd name="connsiteY1749" fmla="*/ 482076 h 885784"/>
                <a:gd name="connsiteX1750" fmla="*/ 685131 w 1350737"/>
                <a:gd name="connsiteY1750" fmla="*/ 530893 h 885784"/>
                <a:gd name="connsiteX1751" fmla="*/ 685131 w 1350737"/>
                <a:gd name="connsiteY1751" fmla="*/ 534581 h 885784"/>
                <a:gd name="connsiteX1752" fmla="*/ 681653 w 1350737"/>
                <a:gd name="connsiteY1752" fmla="*/ 538268 h 885784"/>
                <a:gd name="connsiteX1753" fmla="*/ 683415 w 1350737"/>
                <a:gd name="connsiteY1753" fmla="*/ 530849 h 885784"/>
                <a:gd name="connsiteX1754" fmla="*/ 685178 w 1350737"/>
                <a:gd name="connsiteY1754" fmla="*/ 530849 h 885784"/>
                <a:gd name="connsiteX1755" fmla="*/ 676412 w 1350737"/>
                <a:gd name="connsiteY1755" fmla="*/ 486466 h 885784"/>
                <a:gd name="connsiteX1756" fmla="*/ 678175 w 1350737"/>
                <a:gd name="connsiteY1756" fmla="*/ 493578 h 885784"/>
                <a:gd name="connsiteX1757" fmla="*/ 674696 w 1350737"/>
                <a:gd name="connsiteY1757" fmla="*/ 493578 h 885784"/>
                <a:gd name="connsiteX1758" fmla="*/ 671821 w 1350737"/>
                <a:gd name="connsiteY1758" fmla="*/ 490022 h 885784"/>
                <a:gd name="connsiteX1759" fmla="*/ 676459 w 1350737"/>
                <a:gd name="connsiteY1759" fmla="*/ 486466 h 885784"/>
                <a:gd name="connsiteX1760" fmla="*/ 668621 w 1350737"/>
                <a:gd name="connsiteY1760" fmla="*/ 482076 h 885784"/>
                <a:gd name="connsiteX1761" fmla="*/ 675021 w 1350737"/>
                <a:gd name="connsiteY1761" fmla="*/ 482076 h 885784"/>
                <a:gd name="connsiteX1762" fmla="*/ 673583 w 1350737"/>
                <a:gd name="connsiteY1762" fmla="*/ 484271 h 885784"/>
                <a:gd name="connsiteX1763" fmla="*/ 668667 w 1350737"/>
                <a:gd name="connsiteY1763" fmla="*/ 484271 h 885784"/>
                <a:gd name="connsiteX1764" fmla="*/ 668667 w 1350737"/>
                <a:gd name="connsiteY1764" fmla="*/ 482076 h 885784"/>
                <a:gd name="connsiteX1765" fmla="*/ 666859 w 1350737"/>
                <a:gd name="connsiteY1765" fmla="*/ 531859 h 885784"/>
                <a:gd name="connsiteX1766" fmla="*/ 671775 w 1350737"/>
                <a:gd name="connsiteY1766" fmla="*/ 530366 h 885784"/>
                <a:gd name="connsiteX1767" fmla="*/ 670337 w 1350737"/>
                <a:gd name="connsiteY1767" fmla="*/ 521586 h 885784"/>
                <a:gd name="connsiteX1768" fmla="*/ 673815 w 1350737"/>
                <a:gd name="connsiteY1768" fmla="*/ 517723 h 885784"/>
                <a:gd name="connsiteX1769" fmla="*/ 678175 w 1350737"/>
                <a:gd name="connsiteY1769" fmla="*/ 517723 h 885784"/>
                <a:gd name="connsiteX1770" fmla="*/ 674975 w 1350737"/>
                <a:gd name="connsiteY1770" fmla="*/ 523474 h 885784"/>
                <a:gd name="connsiteX1771" fmla="*/ 676552 w 1350737"/>
                <a:gd name="connsiteY1771" fmla="*/ 525932 h 885784"/>
                <a:gd name="connsiteX1772" fmla="*/ 674975 w 1350737"/>
                <a:gd name="connsiteY1772" fmla="*/ 532254 h 885784"/>
                <a:gd name="connsiteX1773" fmla="*/ 668575 w 1350737"/>
                <a:gd name="connsiteY1773" fmla="*/ 535283 h 885784"/>
                <a:gd name="connsiteX1774" fmla="*/ 668575 w 1350737"/>
                <a:gd name="connsiteY1774" fmla="*/ 539673 h 885784"/>
                <a:gd name="connsiteX1775" fmla="*/ 662499 w 1350737"/>
                <a:gd name="connsiteY1775" fmla="*/ 539673 h 885784"/>
                <a:gd name="connsiteX1776" fmla="*/ 660737 w 1350737"/>
                <a:gd name="connsiteY1776" fmla="*/ 542702 h 885784"/>
                <a:gd name="connsiteX1777" fmla="*/ 657398 w 1350737"/>
                <a:gd name="connsiteY1777" fmla="*/ 544063 h 885784"/>
                <a:gd name="connsiteX1778" fmla="*/ 652343 w 1350737"/>
                <a:gd name="connsiteY1778" fmla="*/ 545995 h 885784"/>
                <a:gd name="connsiteX1779" fmla="*/ 652343 w 1350737"/>
                <a:gd name="connsiteY1779" fmla="*/ 542132 h 885784"/>
                <a:gd name="connsiteX1780" fmla="*/ 657398 w 1350737"/>
                <a:gd name="connsiteY1780" fmla="*/ 541034 h 885784"/>
                <a:gd name="connsiteX1781" fmla="*/ 658975 w 1350737"/>
                <a:gd name="connsiteY1781" fmla="*/ 538005 h 885784"/>
                <a:gd name="connsiteX1782" fmla="*/ 664772 w 1350737"/>
                <a:gd name="connsiteY1782" fmla="*/ 535810 h 885784"/>
                <a:gd name="connsiteX1783" fmla="*/ 666812 w 1350737"/>
                <a:gd name="connsiteY1783" fmla="*/ 531815 h 885784"/>
                <a:gd name="connsiteX1784" fmla="*/ 631937 w 1350737"/>
                <a:gd name="connsiteY1784" fmla="*/ 610747 h 885784"/>
                <a:gd name="connsiteX1785" fmla="*/ 634673 w 1350737"/>
                <a:gd name="connsiteY1785" fmla="*/ 612679 h 885784"/>
                <a:gd name="connsiteX1786" fmla="*/ 634673 w 1350737"/>
                <a:gd name="connsiteY1786" fmla="*/ 616235 h 885784"/>
                <a:gd name="connsiteX1787" fmla="*/ 629154 w 1350737"/>
                <a:gd name="connsiteY1787" fmla="*/ 612679 h 885784"/>
                <a:gd name="connsiteX1788" fmla="*/ 631890 w 1350737"/>
                <a:gd name="connsiteY1788" fmla="*/ 610747 h 885784"/>
                <a:gd name="connsiteX1789" fmla="*/ 631519 w 1350737"/>
                <a:gd name="connsiteY1789" fmla="*/ 609255 h 885784"/>
                <a:gd name="connsiteX1790" fmla="*/ 632679 w 1350737"/>
                <a:gd name="connsiteY1790" fmla="*/ 607762 h 885784"/>
                <a:gd name="connsiteX1791" fmla="*/ 637873 w 1350737"/>
                <a:gd name="connsiteY1791" fmla="*/ 607762 h 885784"/>
                <a:gd name="connsiteX1792" fmla="*/ 637873 w 1350737"/>
                <a:gd name="connsiteY1792" fmla="*/ 610791 h 885784"/>
                <a:gd name="connsiteX1793" fmla="*/ 631473 w 1350737"/>
                <a:gd name="connsiteY1793" fmla="*/ 609299 h 885784"/>
                <a:gd name="connsiteX1794" fmla="*/ 636713 w 1350737"/>
                <a:gd name="connsiteY1794" fmla="*/ 628307 h 885784"/>
                <a:gd name="connsiteX1795" fmla="*/ 639311 w 1350737"/>
                <a:gd name="connsiteY1795" fmla="*/ 628307 h 885784"/>
                <a:gd name="connsiteX1796" fmla="*/ 639867 w 1350737"/>
                <a:gd name="connsiteY1796" fmla="*/ 625586 h 885784"/>
                <a:gd name="connsiteX1797" fmla="*/ 643067 w 1350737"/>
                <a:gd name="connsiteY1797" fmla="*/ 627781 h 885784"/>
                <a:gd name="connsiteX1798" fmla="*/ 647612 w 1350737"/>
                <a:gd name="connsiteY1798" fmla="*/ 625586 h 885784"/>
                <a:gd name="connsiteX1799" fmla="*/ 651183 w 1350737"/>
                <a:gd name="connsiteY1799" fmla="*/ 629712 h 885784"/>
                <a:gd name="connsiteX1800" fmla="*/ 655543 w 1350737"/>
                <a:gd name="connsiteY1800" fmla="*/ 631907 h 885784"/>
                <a:gd name="connsiteX1801" fmla="*/ 659021 w 1350737"/>
                <a:gd name="connsiteY1801" fmla="*/ 636034 h 885784"/>
                <a:gd name="connsiteX1802" fmla="*/ 655543 w 1350737"/>
                <a:gd name="connsiteY1802" fmla="*/ 638756 h 885784"/>
                <a:gd name="connsiteX1803" fmla="*/ 652343 w 1350737"/>
                <a:gd name="connsiteY1803" fmla="*/ 635332 h 885784"/>
                <a:gd name="connsiteX1804" fmla="*/ 647612 w 1350737"/>
                <a:gd name="connsiteY1804" fmla="*/ 638756 h 885784"/>
                <a:gd name="connsiteX1805" fmla="*/ 643067 w 1350737"/>
                <a:gd name="connsiteY1805" fmla="*/ 633839 h 885784"/>
                <a:gd name="connsiteX1806" fmla="*/ 634673 w 1350737"/>
                <a:gd name="connsiteY1806" fmla="*/ 628351 h 885784"/>
                <a:gd name="connsiteX1807" fmla="*/ 636713 w 1350737"/>
                <a:gd name="connsiteY1807" fmla="*/ 628351 h 885784"/>
                <a:gd name="connsiteX1808" fmla="*/ 647148 w 1350737"/>
                <a:gd name="connsiteY1808" fmla="*/ 607718 h 885784"/>
                <a:gd name="connsiteX1809" fmla="*/ 651230 w 1350737"/>
                <a:gd name="connsiteY1809" fmla="*/ 609211 h 885784"/>
                <a:gd name="connsiteX1810" fmla="*/ 649328 w 1350737"/>
                <a:gd name="connsiteY1810" fmla="*/ 616191 h 885784"/>
                <a:gd name="connsiteX1811" fmla="*/ 647427 w 1350737"/>
                <a:gd name="connsiteY1811" fmla="*/ 612679 h 885784"/>
                <a:gd name="connsiteX1812" fmla="*/ 644551 w 1350737"/>
                <a:gd name="connsiteY1812" fmla="*/ 616191 h 885784"/>
                <a:gd name="connsiteX1813" fmla="*/ 643114 w 1350737"/>
                <a:gd name="connsiteY1813" fmla="*/ 614830 h 885784"/>
                <a:gd name="connsiteX1814" fmla="*/ 644551 w 1350737"/>
                <a:gd name="connsiteY1814" fmla="*/ 609211 h 885784"/>
                <a:gd name="connsiteX1815" fmla="*/ 647148 w 1350737"/>
                <a:gd name="connsiteY1815" fmla="*/ 607718 h 885784"/>
                <a:gd name="connsiteX1816" fmla="*/ 646267 w 1350737"/>
                <a:gd name="connsiteY1816" fmla="*/ 464780 h 885784"/>
                <a:gd name="connsiteX1817" fmla="*/ 649328 w 1350737"/>
                <a:gd name="connsiteY1817" fmla="*/ 461751 h 885784"/>
                <a:gd name="connsiteX1818" fmla="*/ 652389 w 1350737"/>
                <a:gd name="connsiteY1818" fmla="*/ 461751 h 885784"/>
                <a:gd name="connsiteX1819" fmla="*/ 649328 w 1350737"/>
                <a:gd name="connsiteY1819" fmla="*/ 465877 h 885784"/>
                <a:gd name="connsiteX1820" fmla="*/ 649328 w 1350737"/>
                <a:gd name="connsiteY1820" fmla="*/ 467809 h 885784"/>
                <a:gd name="connsiteX1821" fmla="*/ 646267 w 1350737"/>
                <a:gd name="connsiteY1821" fmla="*/ 464780 h 885784"/>
                <a:gd name="connsiteX1822" fmla="*/ 644551 w 1350737"/>
                <a:gd name="connsiteY1822" fmla="*/ 619659 h 885784"/>
                <a:gd name="connsiteX1823" fmla="*/ 647659 w 1350737"/>
                <a:gd name="connsiteY1823" fmla="*/ 619659 h 885784"/>
                <a:gd name="connsiteX1824" fmla="*/ 651230 w 1350737"/>
                <a:gd name="connsiteY1824" fmla="*/ 616235 h 885784"/>
                <a:gd name="connsiteX1825" fmla="*/ 654105 w 1350737"/>
                <a:gd name="connsiteY1825" fmla="*/ 616235 h 885784"/>
                <a:gd name="connsiteX1826" fmla="*/ 652343 w 1350737"/>
                <a:gd name="connsiteY1826" fmla="*/ 620362 h 885784"/>
                <a:gd name="connsiteX1827" fmla="*/ 646267 w 1350737"/>
                <a:gd name="connsiteY1827" fmla="*/ 623083 h 885784"/>
                <a:gd name="connsiteX1828" fmla="*/ 641212 w 1350737"/>
                <a:gd name="connsiteY1828" fmla="*/ 621415 h 885784"/>
                <a:gd name="connsiteX1829" fmla="*/ 644551 w 1350737"/>
                <a:gd name="connsiteY1829" fmla="*/ 619615 h 885784"/>
                <a:gd name="connsiteX1830" fmla="*/ 660273 w 1350737"/>
                <a:gd name="connsiteY1830" fmla="*/ 440108 h 885784"/>
                <a:gd name="connsiteX1831" fmla="*/ 660273 w 1350737"/>
                <a:gd name="connsiteY1831" fmla="*/ 443971 h 885784"/>
                <a:gd name="connsiteX1832" fmla="*/ 664818 w 1350737"/>
                <a:gd name="connsiteY1832" fmla="*/ 440942 h 885784"/>
                <a:gd name="connsiteX1833" fmla="*/ 664818 w 1350737"/>
                <a:gd name="connsiteY1833" fmla="*/ 444805 h 885784"/>
                <a:gd name="connsiteX1834" fmla="*/ 660737 w 1350737"/>
                <a:gd name="connsiteY1834" fmla="*/ 447527 h 885784"/>
                <a:gd name="connsiteX1835" fmla="*/ 657398 w 1350737"/>
                <a:gd name="connsiteY1835" fmla="*/ 442303 h 885784"/>
                <a:gd name="connsiteX1836" fmla="*/ 654059 w 1350737"/>
                <a:gd name="connsiteY1836" fmla="*/ 443664 h 885784"/>
                <a:gd name="connsiteX1837" fmla="*/ 654059 w 1350737"/>
                <a:gd name="connsiteY1837" fmla="*/ 452180 h 885784"/>
                <a:gd name="connsiteX1838" fmla="*/ 657398 w 1350737"/>
                <a:gd name="connsiteY1838" fmla="*/ 455473 h 885784"/>
                <a:gd name="connsiteX1839" fmla="*/ 654059 w 1350737"/>
                <a:gd name="connsiteY1839" fmla="*/ 457931 h 885784"/>
                <a:gd name="connsiteX1840" fmla="*/ 646221 w 1350737"/>
                <a:gd name="connsiteY1840" fmla="*/ 453015 h 885784"/>
                <a:gd name="connsiteX1841" fmla="*/ 649282 w 1350737"/>
                <a:gd name="connsiteY1841" fmla="*/ 446693 h 885784"/>
                <a:gd name="connsiteX1842" fmla="*/ 652343 w 1350737"/>
                <a:gd name="connsiteY1842" fmla="*/ 442566 h 885784"/>
                <a:gd name="connsiteX1843" fmla="*/ 655543 w 1350737"/>
                <a:gd name="connsiteY1843" fmla="*/ 440766 h 885784"/>
                <a:gd name="connsiteX1844" fmla="*/ 652343 w 1350737"/>
                <a:gd name="connsiteY1844" fmla="*/ 432689 h 885784"/>
                <a:gd name="connsiteX1845" fmla="*/ 655543 w 1350737"/>
                <a:gd name="connsiteY1845" fmla="*/ 432425 h 885784"/>
                <a:gd name="connsiteX1846" fmla="*/ 660737 w 1350737"/>
                <a:gd name="connsiteY1846" fmla="*/ 423645 h 885784"/>
                <a:gd name="connsiteX1847" fmla="*/ 663056 w 1350737"/>
                <a:gd name="connsiteY1847" fmla="*/ 425314 h 885784"/>
                <a:gd name="connsiteX1848" fmla="*/ 657398 w 1350737"/>
                <a:gd name="connsiteY1848" fmla="*/ 438484 h 885784"/>
                <a:gd name="connsiteX1849" fmla="*/ 660227 w 1350737"/>
                <a:gd name="connsiteY1849" fmla="*/ 440152 h 885784"/>
                <a:gd name="connsiteX1850" fmla="*/ 646267 w 1350737"/>
                <a:gd name="connsiteY1850" fmla="*/ 404417 h 885784"/>
                <a:gd name="connsiteX1851" fmla="*/ 649745 w 1350737"/>
                <a:gd name="connsiteY1851" fmla="*/ 404417 h 885784"/>
                <a:gd name="connsiteX1852" fmla="*/ 652343 w 1350737"/>
                <a:gd name="connsiteY1852" fmla="*/ 406085 h 885784"/>
                <a:gd name="connsiteX1853" fmla="*/ 652343 w 1350737"/>
                <a:gd name="connsiteY1853" fmla="*/ 410739 h 885784"/>
                <a:gd name="connsiteX1854" fmla="*/ 646267 w 1350737"/>
                <a:gd name="connsiteY1854" fmla="*/ 404417 h 885784"/>
                <a:gd name="connsiteX1855" fmla="*/ 654105 w 1350737"/>
                <a:gd name="connsiteY1855" fmla="*/ 415963 h 885784"/>
                <a:gd name="connsiteX1856" fmla="*/ 657444 w 1350737"/>
                <a:gd name="connsiteY1856" fmla="*/ 410739 h 885784"/>
                <a:gd name="connsiteX1857" fmla="*/ 660783 w 1350737"/>
                <a:gd name="connsiteY1857" fmla="*/ 410739 h 885784"/>
                <a:gd name="connsiteX1858" fmla="*/ 656424 w 1350737"/>
                <a:gd name="connsiteY1858" fmla="*/ 417851 h 885784"/>
                <a:gd name="connsiteX1859" fmla="*/ 654105 w 1350737"/>
                <a:gd name="connsiteY1859" fmla="*/ 415919 h 885784"/>
                <a:gd name="connsiteX1860" fmla="*/ 653548 w 1350737"/>
                <a:gd name="connsiteY1860" fmla="*/ 356434 h 885784"/>
                <a:gd name="connsiteX1861" fmla="*/ 658186 w 1350737"/>
                <a:gd name="connsiteY1861" fmla="*/ 350683 h 885784"/>
                <a:gd name="connsiteX1862" fmla="*/ 660505 w 1350737"/>
                <a:gd name="connsiteY1862" fmla="*/ 355073 h 885784"/>
                <a:gd name="connsiteX1863" fmla="*/ 662824 w 1350737"/>
                <a:gd name="connsiteY1863" fmla="*/ 356742 h 885784"/>
                <a:gd name="connsiteX1864" fmla="*/ 660505 w 1350737"/>
                <a:gd name="connsiteY1864" fmla="*/ 360034 h 885784"/>
                <a:gd name="connsiteX1865" fmla="*/ 653548 w 1350737"/>
                <a:gd name="connsiteY1865" fmla="*/ 362229 h 885784"/>
                <a:gd name="connsiteX1866" fmla="*/ 653548 w 1350737"/>
                <a:gd name="connsiteY1866" fmla="*/ 356478 h 885784"/>
                <a:gd name="connsiteX1867" fmla="*/ 645711 w 1350737"/>
                <a:gd name="connsiteY1867" fmla="*/ 376716 h 885784"/>
                <a:gd name="connsiteX1868" fmla="*/ 648308 w 1350737"/>
                <a:gd name="connsiteY1868" fmla="*/ 379745 h 885784"/>
                <a:gd name="connsiteX1869" fmla="*/ 653502 w 1350737"/>
                <a:gd name="connsiteY1869" fmla="*/ 376716 h 885784"/>
                <a:gd name="connsiteX1870" fmla="*/ 655543 w 1350737"/>
                <a:gd name="connsiteY1870" fmla="*/ 379745 h 885784"/>
                <a:gd name="connsiteX1871" fmla="*/ 653502 w 1350737"/>
                <a:gd name="connsiteY1871" fmla="*/ 383301 h 885784"/>
                <a:gd name="connsiteX1872" fmla="*/ 647102 w 1350737"/>
                <a:gd name="connsiteY1872" fmla="*/ 383301 h 885784"/>
                <a:gd name="connsiteX1873" fmla="*/ 641027 w 1350737"/>
                <a:gd name="connsiteY1873" fmla="*/ 376716 h 885784"/>
                <a:gd name="connsiteX1874" fmla="*/ 645664 w 1350737"/>
                <a:gd name="connsiteY1874" fmla="*/ 376716 h 885784"/>
                <a:gd name="connsiteX1875" fmla="*/ 643114 w 1350737"/>
                <a:gd name="connsiteY1875" fmla="*/ 552316 h 885784"/>
                <a:gd name="connsiteX1876" fmla="*/ 644551 w 1350737"/>
                <a:gd name="connsiteY1876" fmla="*/ 554775 h 885784"/>
                <a:gd name="connsiteX1877" fmla="*/ 641676 w 1350737"/>
                <a:gd name="connsiteY1877" fmla="*/ 556443 h 885784"/>
                <a:gd name="connsiteX1878" fmla="*/ 637919 w 1350737"/>
                <a:gd name="connsiteY1878" fmla="*/ 556443 h 885784"/>
                <a:gd name="connsiteX1879" fmla="*/ 637919 w 1350737"/>
                <a:gd name="connsiteY1879" fmla="*/ 552316 h 885784"/>
                <a:gd name="connsiteX1880" fmla="*/ 643114 w 1350737"/>
                <a:gd name="connsiteY1880" fmla="*/ 552316 h 885784"/>
                <a:gd name="connsiteX1881" fmla="*/ 632679 w 1350737"/>
                <a:gd name="connsiteY1881" fmla="*/ 336372 h 885784"/>
                <a:gd name="connsiteX1882" fmla="*/ 638198 w 1350737"/>
                <a:gd name="connsiteY1882" fmla="*/ 336372 h 885784"/>
                <a:gd name="connsiteX1883" fmla="*/ 638198 w 1350737"/>
                <a:gd name="connsiteY1883" fmla="*/ 341596 h 885784"/>
                <a:gd name="connsiteX1884" fmla="*/ 634998 w 1350737"/>
                <a:gd name="connsiteY1884" fmla="*/ 346250 h 885784"/>
                <a:gd name="connsiteX1885" fmla="*/ 631519 w 1350737"/>
                <a:gd name="connsiteY1885" fmla="*/ 341333 h 885784"/>
                <a:gd name="connsiteX1886" fmla="*/ 632679 w 1350737"/>
                <a:gd name="connsiteY1886" fmla="*/ 336416 h 885784"/>
                <a:gd name="connsiteX1887" fmla="*/ 619647 w 1350737"/>
                <a:gd name="connsiteY1887" fmla="*/ 346250 h 885784"/>
                <a:gd name="connsiteX1888" fmla="*/ 626742 w 1350737"/>
                <a:gd name="connsiteY1888" fmla="*/ 338830 h 885784"/>
                <a:gd name="connsiteX1889" fmla="*/ 630963 w 1350737"/>
                <a:gd name="connsiteY1889" fmla="*/ 349279 h 885784"/>
                <a:gd name="connsiteX1890" fmla="*/ 635044 w 1350737"/>
                <a:gd name="connsiteY1890" fmla="*/ 355030 h 885784"/>
                <a:gd name="connsiteX1891" fmla="*/ 632725 w 1350737"/>
                <a:gd name="connsiteY1891" fmla="*/ 358541 h 885784"/>
                <a:gd name="connsiteX1892" fmla="*/ 633885 w 1350737"/>
                <a:gd name="connsiteY1892" fmla="*/ 362185 h 885784"/>
                <a:gd name="connsiteX1893" fmla="*/ 628690 w 1350737"/>
                <a:gd name="connsiteY1893" fmla="*/ 366444 h 885784"/>
                <a:gd name="connsiteX1894" fmla="*/ 624841 w 1350737"/>
                <a:gd name="connsiteY1894" fmla="*/ 365214 h 885784"/>
                <a:gd name="connsiteX1895" fmla="*/ 628690 w 1350737"/>
                <a:gd name="connsiteY1895" fmla="*/ 363546 h 885784"/>
                <a:gd name="connsiteX1896" fmla="*/ 628690 w 1350737"/>
                <a:gd name="connsiteY1896" fmla="*/ 358893 h 885784"/>
                <a:gd name="connsiteX1897" fmla="*/ 624841 w 1350737"/>
                <a:gd name="connsiteY1897" fmla="*/ 357532 h 885784"/>
                <a:gd name="connsiteX1898" fmla="*/ 623496 w 1350737"/>
                <a:gd name="connsiteY1898" fmla="*/ 362185 h 885784"/>
                <a:gd name="connsiteX1899" fmla="*/ 613664 w 1350737"/>
                <a:gd name="connsiteY1899" fmla="*/ 350683 h 885784"/>
                <a:gd name="connsiteX1900" fmla="*/ 619739 w 1350737"/>
                <a:gd name="connsiteY1900" fmla="*/ 346293 h 885784"/>
                <a:gd name="connsiteX1901" fmla="*/ 599890 w 1350737"/>
                <a:gd name="connsiteY1901" fmla="*/ 426806 h 885784"/>
                <a:gd name="connsiteX1902" fmla="*/ 606847 w 1350737"/>
                <a:gd name="connsiteY1902" fmla="*/ 422284 h 885784"/>
                <a:gd name="connsiteX1903" fmla="*/ 601049 w 1350737"/>
                <a:gd name="connsiteY1903" fmla="*/ 435191 h 885784"/>
                <a:gd name="connsiteX1904" fmla="*/ 597896 w 1350737"/>
                <a:gd name="connsiteY1904" fmla="*/ 432733 h 885784"/>
                <a:gd name="connsiteX1905" fmla="*/ 599890 w 1350737"/>
                <a:gd name="connsiteY1905" fmla="*/ 426850 h 885784"/>
                <a:gd name="connsiteX1906" fmla="*/ 591542 w 1350737"/>
                <a:gd name="connsiteY1906" fmla="*/ 366444 h 885784"/>
                <a:gd name="connsiteX1907" fmla="*/ 596736 w 1350737"/>
                <a:gd name="connsiteY1907" fmla="*/ 365214 h 885784"/>
                <a:gd name="connsiteX1908" fmla="*/ 596736 w 1350737"/>
                <a:gd name="connsiteY1908" fmla="*/ 370702 h 885784"/>
                <a:gd name="connsiteX1909" fmla="*/ 591542 w 1350737"/>
                <a:gd name="connsiteY1909" fmla="*/ 379745 h 885784"/>
                <a:gd name="connsiteX1910" fmla="*/ 589501 w 1350737"/>
                <a:gd name="connsiteY1910" fmla="*/ 377550 h 885784"/>
                <a:gd name="connsiteX1911" fmla="*/ 593119 w 1350737"/>
                <a:gd name="connsiteY1911" fmla="*/ 370702 h 885784"/>
                <a:gd name="connsiteX1912" fmla="*/ 591542 w 1350737"/>
                <a:gd name="connsiteY1912" fmla="*/ 366444 h 885784"/>
                <a:gd name="connsiteX1913" fmla="*/ 579762 w 1350737"/>
                <a:gd name="connsiteY1913" fmla="*/ 424172 h 885784"/>
                <a:gd name="connsiteX1914" fmla="*/ 584817 w 1350737"/>
                <a:gd name="connsiteY1914" fmla="*/ 425006 h 885784"/>
                <a:gd name="connsiteX1915" fmla="*/ 591496 w 1350737"/>
                <a:gd name="connsiteY1915" fmla="*/ 420880 h 885784"/>
                <a:gd name="connsiteX1916" fmla="*/ 592933 w 1350737"/>
                <a:gd name="connsiteY1916" fmla="*/ 422241 h 885784"/>
                <a:gd name="connsiteX1917" fmla="*/ 584817 w 1350737"/>
                <a:gd name="connsiteY1917" fmla="*/ 429352 h 885784"/>
                <a:gd name="connsiteX1918" fmla="*/ 588296 w 1350737"/>
                <a:gd name="connsiteY1918" fmla="*/ 429352 h 885784"/>
                <a:gd name="connsiteX1919" fmla="*/ 588296 w 1350737"/>
                <a:gd name="connsiteY1919" fmla="*/ 432645 h 885784"/>
                <a:gd name="connsiteX1920" fmla="*/ 582777 w 1350737"/>
                <a:gd name="connsiteY1920" fmla="*/ 432645 h 885784"/>
                <a:gd name="connsiteX1921" fmla="*/ 576701 w 1350737"/>
                <a:gd name="connsiteY1921" fmla="*/ 428782 h 885784"/>
                <a:gd name="connsiteX1922" fmla="*/ 579762 w 1350737"/>
                <a:gd name="connsiteY1922" fmla="*/ 424128 h 885784"/>
                <a:gd name="connsiteX1923" fmla="*/ 579762 w 1350737"/>
                <a:gd name="connsiteY1923" fmla="*/ 442303 h 885784"/>
                <a:gd name="connsiteX1924" fmla="*/ 581339 w 1350737"/>
                <a:gd name="connsiteY1924" fmla="*/ 448361 h 885784"/>
                <a:gd name="connsiteX1925" fmla="*/ 582777 w 1350737"/>
                <a:gd name="connsiteY1925" fmla="*/ 450820 h 885784"/>
                <a:gd name="connsiteX1926" fmla="*/ 578139 w 1350737"/>
                <a:gd name="connsiteY1926" fmla="*/ 456044 h 885784"/>
                <a:gd name="connsiteX1927" fmla="*/ 578139 w 1350737"/>
                <a:gd name="connsiteY1927" fmla="*/ 452180 h 885784"/>
                <a:gd name="connsiteX1928" fmla="*/ 571924 w 1350737"/>
                <a:gd name="connsiteY1928" fmla="*/ 450512 h 885784"/>
                <a:gd name="connsiteX1929" fmla="*/ 579762 w 1350737"/>
                <a:gd name="connsiteY1929" fmla="*/ 442259 h 885784"/>
                <a:gd name="connsiteX1930" fmla="*/ 582823 w 1350737"/>
                <a:gd name="connsiteY1930" fmla="*/ 502095 h 885784"/>
                <a:gd name="connsiteX1931" fmla="*/ 578742 w 1350737"/>
                <a:gd name="connsiteY1931" fmla="*/ 506221 h 885784"/>
                <a:gd name="connsiteX1932" fmla="*/ 576701 w 1350737"/>
                <a:gd name="connsiteY1932" fmla="*/ 500470 h 885784"/>
                <a:gd name="connsiteX1933" fmla="*/ 580783 w 1350737"/>
                <a:gd name="connsiteY1933" fmla="*/ 500470 h 885784"/>
                <a:gd name="connsiteX1934" fmla="*/ 582823 w 1350737"/>
                <a:gd name="connsiteY1934" fmla="*/ 502139 h 885784"/>
                <a:gd name="connsiteX1935" fmla="*/ 564272 w 1350737"/>
                <a:gd name="connsiteY1935" fmla="*/ 346250 h 885784"/>
                <a:gd name="connsiteX1936" fmla="*/ 566591 w 1350737"/>
                <a:gd name="connsiteY1936" fmla="*/ 350376 h 885784"/>
                <a:gd name="connsiteX1937" fmla="*/ 561953 w 1350737"/>
                <a:gd name="connsiteY1937" fmla="*/ 355030 h 885784"/>
                <a:gd name="connsiteX1938" fmla="*/ 556156 w 1350737"/>
                <a:gd name="connsiteY1938" fmla="*/ 352835 h 885784"/>
                <a:gd name="connsiteX1939" fmla="*/ 564272 w 1350737"/>
                <a:gd name="connsiteY1939" fmla="*/ 346250 h 885784"/>
                <a:gd name="connsiteX1940" fmla="*/ 539321 w 1350737"/>
                <a:gd name="connsiteY1940" fmla="*/ 309769 h 885784"/>
                <a:gd name="connsiteX1941" fmla="*/ 541779 w 1350737"/>
                <a:gd name="connsiteY1941" fmla="*/ 305379 h 885784"/>
                <a:gd name="connsiteX1942" fmla="*/ 544237 w 1350737"/>
                <a:gd name="connsiteY1942" fmla="*/ 313324 h 885784"/>
                <a:gd name="connsiteX1943" fmla="*/ 539321 w 1350737"/>
                <a:gd name="connsiteY1943" fmla="*/ 313324 h 885784"/>
                <a:gd name="connsiteX1944" fmla="*/ 539321 w 1350737"/>
                <a:gd name="connsiteY1944" fmla="*/ 309769 h 885784"/>
                <a:gd name="connsiteX1945" fmla="*/ 541362 w 1350737"/>
                <a:gd name="connsiteY1945" fmla="*/ 362185 h 885784"/>
                <a:gd name="connsiteX1946" fmla="*/ 541362 w 1350737"/>
                <a:gd name="connsiteY1946" fmla="*/ 366048 h 885784"/>
                <a:gd name="connsiteX1947" fmla="*/ 539460 w 1350737"/>
                <a:gd name="connsiteY1947" fmla="*/ 370702 h 885784"/>
                <a:gd name="connsiteX1948" fmla="*/ 537559 w 1350737"/>
                <a:gd name="connsiteY1948" fmla="*/ 362185 h 885784"/>
                <a:gd name="connsiteX1949" fmla="*/ 541315 w 1350737"/>
                <a:gd name="connsiteY1949" fmla="*/ 362185 h 885784"/>
                <a:gd name="connsiteX1950" fmla="*/ 529489 w 1350737"/>
                <a:gd name="connsiteY1950" fmla="*/ 317978 h 885784"/>
                <a:gd name="connsiteX1951" fmla="*/ 536446 w 1350737"/>
                <a:gd name="connsiteY1951" fmla="*/ 324563 h 885784"/>
                <a:gd name="connsiteX1952" fmla="*/ 532968 w 1350737"/>
                <a:gd name="connsiteY1952" fmla="*/ 328953 h 885784"/>
                <a:gd name="connsiteX1953" fmla="*/ 529489 w 1350737"/>
                <a:gd name="connsiteY1953" fmla="*/ 325660 h 885784"/>
                <a:gd name="connsiteX1954" fmla="*/ 526892 w 1350737"/>
                <a:gd name="connsiteY1954" fmla="*/ 325660 h 885784"/>
                <a:gd name="connsiteX1955" fmla="*/ 525454 w 1350737"/>
                <a:gd name="connsiteY1955" fmla="*/ 319909 h 885784"/>
                <a:gd name="connsiteX1956" fmla="*/ 529536 w 1350737"/>
                <a:gd name="connsiteY1956" fmla="*/ 317978 h 885784"/>
                <a:gd name="connsiteX1957" fmla="*/ 528005 w 1350737"/>
                <a:gd name="connsiteY1957" fmla="*/ 342123 h 885784"/>
                <a:gd name="connsiteX1958" fmla="*/ 530881 w 1350737"/>
                <a:gd name="connsiteY1958" fmla="*/ 345415 h 885784"/>
                <a:gd name="connsiteX1959" fmla="*/ 526799 w 1350737"/>
                <a:gd name="connsiteY1959" fmla="*/ 350640 h 885784"/>
                <a:gd name="connsiteX1960" fmla="*/ 516086 w 1350737"/>
                <a:gd name="connsiteY1960" fmla="*/ 359156 h 885784"/>
                <a:gd name="connsiteX1961" fmla="*/ 523321 w 1350737"/>
                <a:gd name="connsiteY1961" fmla="*/ 347654 h 885784"/>
                <a:gd name="connsiteX1962" fmla="*/ 521883 w 1350737"/>
                <a:gd name="connsiteY1962" fmla="*/ 344933 h 885784"/>
                <a:gd name="connsiteX1963" fmla="*/ 527959 w 1350737"/>
                <a:gd name="connsiteY1963" fmla="*/ 342211 h 885784"/>
                <a:gd name="connsiteX1964" fmla="*/ 492109 w 1350737"/>
                <a:gd name="connsiteY1964" fmla="*/ 417587 h 885784"/>
                <a:gd name="connsiteX1965" fmla="*/ 489512 w 1350737"/>
                <a:gd name="connsiteY1965" fmla="*/ 420616 h 885784"/>
                <a:gd name="connsiteX1966" fmla="*/ 486034 w 1350737"/>
                <a:gd name="connsiteY1966" fmla="*/ 420616 h 885784"/>
                <a:gd name="connsiteX1967" fmla="*/ 488074 w 1350737"/>
                <a:gd name="connsiteY1967" fmla="*/ 414734 h 885784"/>
                <a:gd name="connsiteX1968" fmla="*/ 486034 w 1350737"/>
                <a:gd name="connsiteY1968" fmla="*/ 411836 h 885784"/>
                <a:gd name="connsiteX1969" fmla="*/ 492109 w 1350737"/>
                <a:gd name="connsiteY1969" fmla="*/ 408807 h 885784"/>
                <a:gd name="connsiteX1970" fmla="*/ 492109 w 1350737"/>
                <a:gd name="connsiteY1970" fmla="*/ 413197 h 885784"/>
                <a:gd name="connsiteX1971" fmla="*/ 499344 w 1350737"/>
                <a:gd name="connsiteY1971" fmla="*/ 411002 h 885784"/>
                <a:gd name="connsiteX1972" fmla="*/ 499344 w 1350737"/>
                <a:gd name="connsiteY1972" fmla="*/ 413197 h 885784"/>
                <a:gd name="connsiteX1973" fmla="*/ 492109 w 1350737"/>
                <a:gd name="connsiteY1973" fmla="*/ 417587 h 885784"/>
                <a:gd name="connsiteX1974" fmla="*/ 494985 w 1350737"/>
                <a:gd name="connsiteY1974" fmla="*/ 432118 h 885784"/>
                <a:gd name="connsiteX1975" fmla="*/ 492666 w 1350737"/>
                <a:gd name="connsiteY1975" fmla="*/ 439537 h 885784"/>
                <a:gd name="connsiteX1976" fmla="*/ 492109 w 1350737"/>
                <a:gd name="connsiteY1976" fmla="*/ 431021 h 885784"/>
                <a:gd name="connsiteX1977" fmla="*/ 494985 w 1350737"/>
                <a:gd name="connsiteY1977" fmla="*/ 432118 h 885784"/>
                <a:gd name="connsiteX1978" fmla="*/ 498463 w 1350737"/>
                <a:gd name="connsiteY1978" fmla="*/ 396208 h 885784"/>
                <a:gd name="connsiteX1979" fmla="*/ 500364 w 1350737"/>
                <a:gd name="connsiteY1979" fmla="*/ 393749 h 885784"/>
                <a:gd name="connsiteX1980" fmla="*/ 501663 w 1350737"/>
                <a:gd name="connsiteY1980" fmla="*/ 391028 h 885784"/>
                <a:gd name="connsiteX1981" fmla="*/ 504538 w 1350737"/>
                <a:gd name="connsiteY1981" fmla="*/ 390194 h 885784"/>
                <a:gd name="connsiteX1982" fmla="*/ 506579 w 1350737"/>
                <a:gd name="connsiteY1982" fmla="*/ 393486 h 885784"/>
                <a:gd name="connsiteX1983" fmla="*/ 501385 w 1350737"/>
                <a:gd name="connsiteY1983" fmla="*/ 396208 h 885784"/>
                <a:gd name="connsiteX1984" fmla="*/ 501385 w 1350737"/>
                <a:gd name="connsiteY1984" fmla="*/ 403320 h 885784"/>
                <a:gd name="connsiteX1985" fmla="*/ 498509 w 1350737"/>
                <a:gd name="connsiteY1985" fmla="*/ 403320 h 885784"/>
                <a:gd name="connsiteX1986" fmla="*/ 496190 w 1350737"/>
                <a:gd name="connsiteY1986" fmla="*/ 400290 h 885784"/>
                <a:gd name="connsiteX1987" fmla="*/ 494150 w 1350737"/>
                <a:gd name="connsiteY1987" fmla="*/ 400027 h 885784"/>
                <a:gd name="connsiteX1988" fmla="*/ 492109 w 1350737"/>
                <a:gd name="connsiteY1988" fmla="*/ 396735 h 885784"/>
                <a:gd name="connsiteX1989" fmla="*/ 492109 w 1350737"/>
                <a:gd name="connsiteY1989" fmla="*/ 393442 h 885784"/>
                <a:gd name="connsiteX1990" fmla="*/ 504585 w 1350737"/>
                <a:gd name="connsiteY1990" fmla="*/ 380272 h 885784"/>
                <a:gd name="connsiteX1991" fmla="*/ 504585 w 1350737"/>
                <a:gd name="connsiteY1991" fmla="*/ 382994 h 885784"/>
                <a:gd name="connsiteX1992" fmla="*/ 496190 w 1350737"/>
                <a:gd name="connsiteY1992" fmla="*/ 393705 h 885784"/>
                <a:gd name="connsiteX1993" fmla="*/ 498509 w 1350737"/>
                <a:gd name="connsiteY1993" fmla="*/ 396164 h 885784"/>
                <a:gd name="connsiteX1994" fmla="*/ 506579 w 1350737"/>
                <a:gd name="connsiteY1994" fmla="*/ 453541 h 885784"/>
                <a:gd name="connsiteX1995" fmla="*/ 510938 w 1350737"/>
                <a:gd name="connsiteY1995" fmla="*/ 457097 h 885784"/>
                <a:gd name="connsiteX1996" fmla="*/ 499344 w 1350737"/>
                <a:gd name="connsiteY1996" fmla="*/ 453541 h 885784"/>
                <a:gd name="connsiteX1997" fmla="*/ 506579 w 1350737"/>
                <a:gd name="connsiteY1997" fmla="*/ 453541 h 885784"/>
                <a:gd name="connsiteX1998" fmla="*/ 507135 w 1350737"/>
                <a:gd name="connsiteY1998" fmla="*/ 336943 h 885784"/>
                <a:gd name="connsiteX1999" fmla="*/ 507135 w 1350737"/>
                <a:gd name="connsiteY1999" fmla="*/ 331719 h 885784"/>
                <a:gd name="connsiteX2000" fmla="*/ 511773 w 1350737"/>
                <a:gd name="connsiteY2000" fmla="*/ 334309 h 885784"/>
                <a:gd name="connsiteX2001" fmla="*/ 513211 w 1350737"/>
                <a:gd name="connsiteY2001" fmla="*/ 336899 h 885784"/>
                <a:gd name="connsiteX2002" fmla="*/ 507135 w 1350737"/>
                <a:gd name="connsiteY2002" fmla="*/ 336899 h 885784"/>
                <a:gd name="connsiteX2003" fmla="*/ 516133 w 1350737"/>
                <a:gd name="connsiteY2003" fmla="*/ 339664 h 885784"/>
                <a:gd name="connsiteX2004" fmla="*/ 516133 w 1350737"/>
                <a:gd name="connsiteY2004" fmla="*/ 344318 h 885784"/>
                <a:gd name="connsiteX2005" fmla="*/ 511773 w 1350737"/>
                <a:gd name="connsiteY2005" fmla="*/ 341991 h 885784"/>
                <a:gd name="connsiteX2006" fmla="*/ 516133 w 1350737"/>
                <a:gd name="connsiteY2006" fmla="*/ 339664 h 885784"/>
                <a:gd name="connsiteX2007" fmla="*/ 510196 w 1350737"/>
                <a:gd name="connsiteY2007" fmla="*/ 317714 h 885784"/>
                <a:gd name="connsiteX2008" fmla="*/ 513953 w 1350737"/>
                <a:gd name="connsiteY2008" fmla="*/ 316749 h 885784"/>
                <a:gd name="connsiteX2009" fmla="*/ 511773 w 1350737"/>
                <a:gd name="connsiteY2009" fmla="*/ 310866 h 885784"/>
                <a:gd name="connsiteX2010" fmla="*/ 513953 w 1350737"/>
                <a:gd name="connsiteY2010" fmla="*/ 308671 h 885784"/>
                <a:gd name="connsiteX2011" fmla="*/ 516133 w 1350737"/>
                <a:gd name="connsiteY2011" fmla="*/ 314729 h 885784"/>
                <a:gd name="connsiteX2012" fmla="*/ 522533 w 1350737"/>
                <a:gd name="connsiteY2012" fmla="*/ 318856 h 885784"/>
                <a:gd name="connsiteX2013" fmla="*/ 517617 w 1350737"/>
                <a:gd name="connsiteY2013" fmla="*/ 318856 h 885784"/>
                <a:gd name="connsiteX2014" fmla="*/ 511820 w 1350737"/>
                <a:gd name="connsiteY2014" fmla="*/ 320788 h 885784"/>
                <a:gd name="connsiteX2015" fmla="*/ 516179 w 1350737"/>
                <a:gd name="connsiteY2015" fmla="*/ 323509 h 885784"/>
                <a:gd name="connsiteX2016" fmla="*/ 513999 w 1350737"/>
                <a:gd name="connsiteY2016" fmla="*/ 324870 h 885784"/>
                <a:gd name="connsiteX2017" fmla="*/ 503704 w 1350737"/>
                <a:gd name="connsiteY2017" fmla="*/ 318812 h 885784"/>
                <a:gd name="connsiteX2018" fmla="*/ 510243 w 1350737"/>
                <a:gd name="connsiteY2018" fmla="*/ 317714 h 885784"/>
                <a:gd name="connsiteX2019" fmla="*/ 506579 w 1350737"/>
                <a:gd name="connsiteY2019" fmla="*/ 361615 h 885784"/>
                <a:gd name="connsiteX2020" fmla="*/ 501941 w 1350737"/>
                <a:gd name="connsiteY2020" fmla="*/ 368726 h 885784"/>
                <a:gd name="connsiteX2021" fmla="*/ 469755 w 1350737"/>
                <a:gd name="connsiteY2021" fmla="*/ 366795 h 885784"/>
                <a:gd name="connsiteX2022" fmla="*/ 467158 w 1350737"/>
                <a:gd name="connsiteY2022" fmla="*/ 365434 h 885784"/>
                <a:gd name="connsiteX2023" fmla="*/ 506579 w 1350737"/>
                <a:gd name="connsiteY2023" fmla="*/ 361571 h 885784"/>
                <a:gd name="connsiteX2024" fmla="*/ 475692 w 1350737"/>
                <a:gd name="connsiteY2024" fmla="*/ 301559 h 885784"/>
                <a:gd name="connsiteX2025" fmla="*/ 481350 w 1350737"/>
                <a:gd name="connsiteY2025" fmla="*/ 303359 h 885784"/>
                <a:gd name="connsiteX2026" fmla="*/ 483251 w 1350737"/>
                <a:gd name="connsiteY2026" fmla="*/ 301559 h 885784"/>
                <a:gd name="connsiteX2027" fmla="*/ 485709 w 1350737"/>
                <a:gd name="connsiteY2027" fmla="*/ 303359 h 885784"/>
                <a:gd name="connsiteX2028" fmla="*/ 494103 w 1350737"/>
                <a:gd name="connsiteY2028" fmla="*/ 299672 h 885784"/>
                <a:gd name="connsiteX2029" fmla="*/ 488306 w 1350737"/>
                <a:gd name="connsiteY2029" fmla="*/ 305422 h 885784"/>
                <a:gd name="connsiteX2030" fmla="*/ 486869 w 1350737"/>
                <a:gd name="connsiteY2030" fmla="*/ 307091 h 885784"/>
                <a:gd name="connsiteX2031" fmla="*/ 479912 w 1350737"/>
                <a:gd name="connsiteY2031" fmla="*/ 307091 h 885784"/>
                <a:gd name="connsiteX2032" fmla="*/ 472399 w 1350737"/>
                <a:gd name="connsiteY2032" fmla="*/ 301340 h 885784"/>
                <a:gd name="connsiteX2033" fmla="*/ 475738 w 1350737"/>
                <a:gd name="connsiteY2033" fmla="*/ 301603 h 885784"/>
                <a:gd name="connsiteX2034" fmla="*/ 468596 w 1350737"/>
                <a:gd name="connsiteY2034" fmla="*/ 290848 h 885784"/>
                <a:gd name="connsiteX2035" fmla="*/ 470034 w 1350737"/>
                <a:gd name="connsiteY2035" fmla="*/ 284789 h 885784"/>
                <a:gd name="connsiteX2036" fmla="*/ 473790 w 1350737"/>
                <a:gd name="connsiteY2036" fmla="*/ 288082 h 885784"/>
                <a:gd name="connsiteX2037" fmla="*/ 473790 w 1350737"/>
                <a:gd name="connsiteY2037" fmla="*/ 290804 h 885784"/>
                <a:gd name="connsiteX2038" fmla="*/ 468596 w 1350737"/>
                <a:gd name="connsiteY2038" fmla="*/ 290804 h 885784"/>
                <a:gd name="connsiteX2039" fmla="*/ 468596 w 1350737"/>
                <a:gd name="connsiteY2039" fmla="*/ 249933 h 885784"/>
                <a:gd name="connsiteX2040" fmla="*/ 476990 w 1350737"/>
                <a:gd name="connsiteY2040" fmla="*/ 257615 h 885784"/>
                <a:gd name="connsiteX2041" fmla="*/ 489141 w 1350737"/>
                <a:gd name="connsiteY2041" fmla="*/ 268327 h 885784"/>
                <a:gd name="connsiteX2042" fmla="*/ 487982 w 1350737"/>
                <a:gd name="connsiteY2042" fmla="*/ 271619 h 885784"/>
                <a:gd name="connsiteX2043" fmla="*/ 494057 w 1350737"/>
                <a:gd name="connsiteY2043" fmla="*/ 277370 h 885784"/>
                <a:gd name="connsiteX2044" fmla="*/ 484782 w 1350737"/>
                <a:gd name="connsiteY2044" fmla="*/ 273507 h 885784"/>
                <a:gd name="connsiteX2045" fmla="*/ 483205 w 1350737"/>
                <a:gd name="connsiteY2045" fmla="*/ 279829 h 885784"/>
                <a:gd name="connsiteX2046" fmla="*/ 477268 w 1350737"/>
                <a:gd name="connsiteY2046" fmla="*/ 273507 h 885784"/>
                <a:gd name="connsiteX2047" fmla="*/ 481025 w 1350737"/>
                <a:gd name="connsiteY2047" fmla="*/ 270785 h 885784"/>
                <a:gd name="connsiteX2048" fmla="*/ 478984 w 1350737"/>
                <a:gd name="connsiteY2048" fmla="*/ 263673 h 885784"/>
                <a:gd name="connsiteX2049" fmla="*/ 473790 w 1350737"/>
                <a:gd name="connsiteY2049" fmla="*/ 263673 h 885784"/>
                <a:gd name="connsiteX2050" fmla="*/ 471193 w 1350737"/>
                <a:gd name="connsiteY2050" fmla="*/ 259020 h 885784"/>
                <a:gd name="connsiteX2051" fmla="*/ 465999 w 1350737"/>
                <a:gd name="connsiteY2051" fmla="*/ 259020 h 885784"/>
                <a:gd name="connsiteX2052" fmla="*/ 468596 w 1350737"/>
                <a:gd name="connsiteY2052" fmla="*/ 249977 h 885784"/>
                <a:gd name="connsiteX2053" fmla="*/ 467715 w 1350737"/>
                <a:gd name="connsiteY2053" fmla="*/ 322368 h 885784"/>
                <a:gd name="connsiteX2054" fmla="*/ 471796 w 1350737"/>
                <a:gd name="connsiteY2054" fmla="*/ 322368 h 885784"/>
                <a:gd name="connsiteX2055" fmla="*/ 475692 w 1350737"/>
                <a:gd name="connsiteY2055" fmla="*/ 323729 h 885784"/>
                <a:gd name="connsiteX2056" fmla="*/ 477871 w 1350737"/>
                <a:gd name="connsiteY2056" fmla="*/ 325660 h 885784"/>
                <a:gd name="connsiteX2057" fmla="*/ 484271 w 1350737"/>
                <a:gd name="connsiteY2057" fmla="*/ 319909 h 885784"/>
                <a:gd name="connsiteX2058" fmla="*/ 491785 w 1350737"/>
                <a:gd name="connsiteY2058" fmla="*/ 313061 h 885784"/>
                <a:gd name="connsiteX2059" fmla="*/ 491785 w 1350737"/>
                <a:gd name="connsiteY2059" fmla="*/ 316090 h 885784"/>
                <a:gd name="connsiteX2060" fmla="*/ 485987 w 1350737"/>
                <a:gd name="connsiteY2060" fmla="*/ 322675 h 885784"/>
                <a:gd name="connsiteX2061" fmla="*/ 476155 w 1350737"/>
                <a:gd name="connsiteY2061" fmla="*/ 328733 h 885784"/>
                <a:gd name="connsiteX2062" fmla="*/ 471518 w 1350737"/>
                <a:gd name="connsiteY2062" fmla="*/ 326275 h 885784"/>
                <a:gd name="connsiteX2063" fmla="*/ 468921 w 1350737"/>
                <a:gd name="connsiteY2063" fmla="*/ 328865 h 885784"/>
                <a:gd name="connsiteX2064" fmla="*/ 472677 w 1350737"/>
                <a:gd name="connsiteY2064" fmla="*/ 328865 h 885784"/>
                <a:gd name="connsiteX2065" fmla="*/ 462845 w 1350737"/>
                <a:gd name="connsiteY2065" fmla="*/ 331763 h 885784"/>
                <a:gd name="connsiteX2066" fmla="*/ 459645 w 1350737"/>
                <a:gd name="connsiteY2066" fmla="*/ 329831 h 885784"/>
                <a:gd name="connsiteX2067" fmla="*/ 467761 w 1350737"/>
                <a:gd name="connsiteY2067" fmla="*/ 322412 h 885784"/>
                <a:gd name="connsiteX2068" fmla="*/ 453523 w 1350737"/>
                <a:gd name="connsiteY2068" fmla="*/ 252128 h 885784"/>
                <a:gd name="connsiteX2069" fmla="*/ 457883 w 1350737"/>
                <a:gd name="connsiteY2069" fmla="*/ 256254 h 885784"/>
                <a:gd name="connsiteX2070" fmla="*/ 455703 w 1350737"/>
                <a:gd name="connsiteY2070" fmla="*/ 258976 h 885784"/>
                <a:gd name="connsiteX2071" fmla="*/ 453523 w 1350737"/>
                <a:gd name="connsiteY2071" fmla="*/ 258976 h 885784"/>
                <a:gd name="connsiteX2072" fmla="*/ 450045 w 1350737"/>
                <a:gd name="connsiteY2072" fmla="*/ 252128 h 885784"/>
                <a:gd name="connsiteX2073" fmla="*/ 453523 w 1350737"/>
                <a:gd name="connsiteY2073" fmla="*/ 252128 h 885784"/>
                <a:gd name="connsiteX2074" fmla="*/ 437569 w 1350737"/>
                <a:gd name="connsiteY2074" fmla="*/ 199755 h 885784"/>
                <a:gd name="connsiteX2075" fmla="*/ 440306 w 1350737"/>
                <a:gd name="connsiteY2075" fmla="*/ 198087 h 885784"/>
                <a:gd name="connsiteX2076" fmla="*/ 439888 w 1350737"/>
                <a:gd name="connsiteY2076" fmla="*/ 204935 h 885784"/>
                <a:gd name="connsiteX2077" fmla="*/ 437569 w 1350737"/>
                <a:gd name="connsiteY2077" fmla="*/ 204935 h 885784"/>
                <a:gd name="connsiteX2078" fmla="*/ 437569 w 1350737"/>
                <a:gd name="connsiteY2078" fmla="*/ 199711 h 885784"/>
                <a:gd name="connsiteX2079" fmla="*/ 437569 w 1350737"/>
                <a:gd name="connsiteY2079" fmla="*/ 217008 h 885784"/>
                <a:gd name="connsiteX2080" fmla="*/ 442207 w 1350737"/>
                <a:gd name="connsiteY2080" fmla="*/ 217008 h 885784"/>
                <a:gd name="connsiteX2081" fmla="*/ 441280 w 1350737"/>
                <a:gd name="connsiteY2081" fmla="*/ 221925 h 885784"/>
                <a:gd name="connsiteX2082" fmla="*/ 437569 w 1350737"/>
                <a:gd name="connsiteY2082" fmla="*/ 219466 h 885784"/>
                <a:gd name="connsiteX2083" fmla="*/ 437569 w 1350737"/>
                <a:gd name="connsiteY2083" fmla="*/ 217008 h 885784"/>
                <a:gd name="connsiteX2084" fmla="*/ 434416 w 1350737"/>
                <a:gd name="connsiteY2084" fmla="*/ 237597 h 885784"/>
                <a:gd name="connsiteX2085" fmla="*/ 441651 w 1350737"/>
                <a:gd name="connsiteY2085" fmla="*/ 241153 h 885784"/>
                <a:gd name="connsiteX2086" fmla="*/ 443088 w 1350737"/>
                <a:gd name="connsiteY2086" fmla="*/ 245806 h 885784"/>
                <a:gd name="connsiteX2087" fmla="*/ 443088 w 1350737"/>
                <a:gd name="connsiteY2087" fmla="*/ 239484 h 885784"/>
                <a:gd name="connsiteX2088" fmla="*/ 438729 w 1350737"/>
                <a:gd name="connsiteY2088" fmla="*/ 232636 h 885784"/>
                <a:gd name="connsiteX2089" fmla="*/ 443088 w 1350737"/>
                <a:gd name="connsiteY2089" fmla="*/ 232636 h 885784"/>
                <a:gd name="connsiteX2090" fmla="*/ 446288 w 1350737"/>
                <a:gd name="connsiteY2090" fmla="*/ 235665 h 885784"/>
                <a:gd name="connsiteX2091" fmla="*/ 446288 w 1350737"/>
                <a:gd name="connsiteY2091" fmla="*/ 244709 h 885784"/>
                <a:gd name="connsiteX2092" fmla="*/ 443413 w 1350737"/>
                <a:gd name="connsiteY2092" fmla="*/ 249933 h 885784"/>
                <a:gd name="connsiteX2093" fmla="*/ 434416 w 1350737"/>
                <a:gd name="connsiteY2093" fmla="*/ 242821 h 885784"/>
                <a:gd name="connsiteX2094" fmla="*/ 434416 w 1350737"/>
                <a:gd name="connsiteY2094" fmla="*/ 237597 h 885784"/>
                <a:gd name="connsiteX2095" fmla="*/ 443088 w 1350737"/>
                <a:gd name="connsiteY2095" fmla="*/ 347918 h 885784"/>
                <a:gd name="connsiteX2096" fmla="*/ 439332 w 1350737"/>
                <a:gd name="connsiteY2096" fmla="*/ 358629 h 885784"/>
                <a:gd name="connsiteX2097" fmla="*/ 435854 w 1350737"/>
                <a:gd name="connsiteY2097" fmla="*/ 358629 h 885784"/>
                <a:gd name="connsiteX2098" fmla="*/ 439332 w 1350737"/>
                <a:gd name="connsiteY2098" fmla="*/ 347918 h 885784"/>
                <a:gd name="connsiteX2099" fmla="*/ 443088 w 1350737"/>
                <a:gd name="connsiteY2099" fmla="*/ 347918 h 885784"/>
                <a:gd name="connsiteX2100" fmla="*/ 393836 w 1350737"/>
                <a:gd name="connsiteY2100" fmla="*/ 307310 h 885784"/>
                <a:gd name="connsiteX2101" fmla="*/ 393836 w 1350737"/>
                <a:gd name="connsiteY2101" fmla="*/ 315256 h 885784"/>
                <a:gd name="connsiteX2102" fmla="*/ 392398 w 1350737"/>
                <a:gd name="connsiteY2102" fmla="*/ 320173 h 885784"/>
                <a:gd name="connsiteX2103" fmla="*/ 390357 w 1350737"/>
                <a:gd name="connsiteY2103" fmla="*/ 310559 h 885784"/>
                <a:gd name="connsiteX2104" fmla="*/ 393836 w 1350737"/>
                <a:gd name="connsiteY2104" fmla="*/ 307266 h 885784"/>
                <a:gd name="connsiteX2105" fmla="*/ 381082 w 1350737"/>
                <a:gd name="connsiteY2105" fmla="*/ 159147 h 885784"/>
                <a:gd name="connsiteX2106" fmla="*/ 389476 w 1350737"/>
                <a:gd name="connsiteY2106" fmla="*/ 162440 h 885784"/>
                <a:gd name="connsiteX2107" fmla="*/ 386276 w 1350737"/>
                <a:gd name="connsiteY2107" fmla="*/ 165732 h 885784"/>
                <a:gd name="connsiteX2108" fmla="*/ 381082 w 1350737"/>
                <a:gd name="connsiteY2108" fmla="*/ 164064 h 885784"/>
                <a:gd name="connsiteX2109" fmla="*/ 381082 w 1350737"/>
                <a:gd name="connsiteY2109" fmla="*/ 159147 h 885784"/>
                <a:gd name="connsiteX2110" fmla="*/ 374960 w 1350737"/>
                <a:gd name="connsiteY2110" fmla="*/ 325529 h 885784"/>
                <a:gd name="connsiteX2111" fmla="*/ 374960 w 1350737"/>
                <a:gd name="connsiteY2111" fmla="*/ 321534 h 885784"/>
                <a:gd name="connsiteX2112" fmla="*/ 377001 w 1350737"/>
                <a:gd name="connsiteY2112" fmla="*/ 321534 h 885784"/>
                <a:gd name="connsiteX2113" fmla="*/ 379598 w 1350737"/>
                <a:gd name="connsiteY2113" fmla="*/ 325924 h 885784"/>
                <a:gd name="connsiteX2114" fmla="*/ 374914 w 1350737"/>
                <a:gd name="connsiteY2114" fmla="*/ 329480 h 885784"/>
                <a:gd name="connsiteX2115" fmla="*/ 374914 w 1350737"/>
                <a:gd name="connsiteY2115" fmla="*/ 325485 h 885784"/>
                <a:gd name="connsiteX2116" fmla="*/ 372085 w 1350737"/>
                <a:gd name="connsiteY2116" fmla="*/ 352308 h 885784"/>
                <a:gd name="connsiteX2117" fmla="*/ 359331 w 1350737"/>
                <a:gd name="connsiteY2117" fmla="*/ 346557 h 885784"/>
                <a:gd name="connsiteX2118" fmla="*/ 353534 w 1350737"/>
                <a:gd name="connsiteY2118" fmla="*/ 345459 h 885784"/>
                <a:gd name="connsiteX2119" fmla="*/ 355575 w 1350737"/>
                <a:gd name="connsiteY2119" fmla="*/ 341069 h 885784"/>
                <a:gd name="connsiteX2120" fmla="*/ 361372 w 1350737"/>
                <a:gd name="connsiteY2120" fmla="*/ 335845 h 885784"/>
                <a:gd name="connsiteX2121" fmla="*/ 365128 w 1350737"/>
                <a:gd name="connsiteY2121" fmla="*/ 341069 h 885784"/>
                <a:gd name="connsiteX2122" fmla="*/ 373847 w 1350737"/>
                <a:gd name="connsiteY2122" fmla="*/ 345986 h 885784"/>
                <a:gd name="connsiteX2123" fmla="*/ 372085 w 1350737"/>
                <a:gd name="connsiteY2123" fmla="*/ 352308 h 885784"/>
                <a:gd name="connsiteX2124" fmla="*/ 360212 w 1350737"/>
                <a:gd name="connsiteY2124" fmla="*/ 350376 h 885784"/>
                <a:gd name="connsiteX2125" fmla="*/ 360212 w 1350737"/>
                <a:gd name="connsiteY2125" fmla="*/ 355293 h 885784"/>
                <a:gd name="connsiteX2126" fmla="*/ 356734 w 1350737"/>
                <a:gd name="connsiteY2126" fmla="*/ 355293 h 885784"/>
                <a:gd name="connsiteX2127" fmla="*/ 356734 w 1350737"/>
                <a:gd name="connsiteY2127" fmla="*/ 350376 h 885784"/>
                <a:gd name="connsiteX2128" fmla="*/ 360212 w 1350737"/>
                <a:gd name="connsiteY2128" fmla="*/ 350376 h 885784"/>
                <a:gd name="connsiteX2129" fmla="*/ 349777 w 1350737"/>
                <a:gd name="connsiteY2129" fmla="*/ 280136 h 885784"/>
                <a:gd name="connsiteX2130" fmla="*/ 353534 w 1350737"/>
                <a:gd name="connsiteY2130" fmla="*/ 277414 h 885784"/>
                <a:gd name="connsiteX2131" fmla="*/ 356734 w 1350737"/>
                <a:gd name="connsiteY2131" fmla="*/ 277414 h 885784"/>
                <a:gd name="connsiteX2132" fmla="*/ 360212 w 1350737"/>
                <a:gd name="connsiteY2132" fmla="*/ 280136 h 885784"/>
                <a:gd name="connsiteX2133" fmla="*/ 358450 w 1350737"/>
                <a:gd name="connsiteY2133" fmla="*/ 284789 h 885784"/>
                <a:gd name="connsiteX2134" fmla="*/ 358450 w 1350737"/>
                <a:gd name="connsiteY2134" fmla="*/ 289179 h 885784"/>
                <a:gd name="connsiteX2135" fmla="*/ 361650 w 1350737"/>
                <a:gd name="connsiteY2135" fmla="*/ 293569 h 885784"/>
                <a:gd name="connsiteX2136" fmla="*/ 358450 w 1350737"/>
                <a:gd name="connsiteY2136" fmla="*/ 293569 h 885784"/>
                <a:gd name="connsiteX2137" fmla="*/ 352235 w 1350737"/>
                <a:gd name="connsiteY2137" fmla="*/ 290014 h 885784"/>
                <a:gd name="connsiteX2138" fmla="*/ 352235 w 1350737"/>
                <a:gd name="connsiteY2138" fmla="*/ 284263 h 885784"/>
                <a:gd name="connsiteX2139" fmla="*/ 349777 w 1350737"/>
                <a:gd name="connsiteY2139" fmla="*/ 280136 h 885784"/>
                <a:gd name="connsiteX2140" fmla="*/ 356734 w 1350737"/>
                <a:gd name="connsiteY2140" fmla="*/ 263673 h 885784"/>
                <a:gd name="connsiteX2141" fmla="*/ 360212 w 1350737"/>
                <a:gd name="connsiteY2141" fmla="*/ 261083 h 885784"/>
                <a:gd name="connsiteX2142" fmla="*/ 364247 w 1350737"/>
                <a:gd name="connsiteY2142" fmla="*/ 257396 h 885784"/>
                <a:gd name="connsiteX2143" fmla="*/ 365406 w 1350737"/>
                <a:gd name="connsiteY2143" fmla="*/ 261786 h 885784"/>
                <a:gd name="connsiteX2144" fmla="*/ 360212 w 1350737"/>
                <a:gd name="connsiteY2144" fmla="*/ 264815 h 885784"/>
                <a:gd name="connsiteX2145" fmla="*/ 356734 w 1350737"/>
                <a:gd name="connsiteY2145" fmla="*/ 263717 h 885784"/>
                <a:gd name="connsiteX2146" fmla="*/ 336421 w 1350737"/>
                <a:gd name="connsiteY2146" fmla="*/ 149270 h 885784"/>
                <a:gd name="connsiteX2147" fmla="*/ 336421 w 1350737"/>
                <a:gd name="connsiteY2147" fmla="*/ 142421 h 885784"/>
                <a:gd name="connsiteX2148" fmla="*/ 340177 w 1350737"/>
                <a:gd name="connsiteY2148" fmla="*/ 142421 h 885784"/>
                <a:gd name="connsiteX2149" fmla="*/ 340177 w 1350737"/>
                <a:gd name="connsiteY2149" fmla="*/ 157260 h 885784"/>
                <a:gd name="connsiteX2150" fmla="*/ 338137 w 1350737"/>
                <a:gd name="connsiteY2150" fmla="*/ 164108 h 885784"/>
                <a:gd name="connsiteX2151" fmla="*/ 334519 w 1350737"/>
                <a:gd name="connsiteY2151" fmla="*/ 164108 h 885784"/>
                <a:gd name="connsiteX2152" fmla="*/ 332618 w 1350737"/>
                <a:gd name="connsiteY2152" fmla="*/ 152036 h 885784"/>
                <a:gd name="connsiteX2153" fmla="*/ 336374 w 1350737"/>
                <a:gd name="connsiteY2153" fmla="*/ 149314 h 885784"/>
                <a:gd name="connsiteX2154" fmla="*/ 291481 w 1350737"/>
                <a:gd name="connsiteY2154" fmla="*/ 194136 h 885784"/>
                <a:gd name="connsiteX2155" fmla="*/ 296397 w 1350737"/>
                <a:gd name="connsiteY2155" fmla="*/ 191546 h 885784"/>
                <a:gd name="connsiteX2156" fmla="*/ 296397 w 1350737"/>
                <a:gd name="connsiteY2156" fmla="*/ 196770 h 885784"/>
                <a:gd name="connsiteX2157" fmla="*/ 289441 w 1350737"/>
                <a:gd name="connsiteY2157" fmla="*/ 196770 h 885784"/>
                <a:gd name="connsiteX2158" fmla="*/ 291481 w 1350737"/>
                <a:gd name="connsiteY2158" fmla="*/ 194180 h 885784"/>
                <a:gd name="connsiteX2159" fmla="*/ 253684 w 1350737"/>
                <a:gd name="connsiteY2159" fmla="*/ 190668 h 885784"/>
                <a:gd name="connsiteX2160" fmla="*/ 257904 w 1350737"/>
                <a:gd name="connsiteY2160" fmla="*/ 190668 h 885784"/>
                <a:gd name="connsiteX2161" fmla="*/ 257904 w 1350737"/>
                <a:gd name="connsiteY2161" fmla="*/ 196155 h 885784"/>
                <a:gd name="connsiteX2162" fmla="*/ 252385 w 1350737"/>
                <a:gd name="connsiteY2162" fmla="*/ 197823 h 885784"/>
                <a:gd name="connsiteX2163" fmla="*/ 249510 w 1350737"/>
                <a:gd name="connsiteY2163" fmla="*/ 194531 h 885784"/>
                <a:gd name="connsiteX2164" fmla="*/ 253730 w 1350737"/>
                <a:gd name="connsiteY2164" fmla="*/ 190668 h 885784"/>
                <a:gd name="connsiteX2165" fmla="*/ 246727 w 1350737"/>
                <a:gd name="connsiteY2165" fmla="*/ 214813 h 885784"/>
                <a:gd name="connsiteX2166" fmla="*/ 249463 w 1350737"/>
                <a:gd name="connsiteY2166" fmla="*/ 214813 h 885784"/>
                <a:gd name="connsiteX2167" fmla="*/ 255539 w 1350737"/>
                <a:gd name="connsiteY2167" fmla="*/ 222759 h 885784"/>
                <a:gd name="connsiteX2168" fmla="*/ 252942 w 1350737"/>
                <a:gd name="connsiteY2168" fmla="*/ 226051 h 885784"/>
                <a:gd name="connsiteX2169" fmla="*/ 246727 w 1350737"/>
                <a:gd name="connsiteY2169" fmla="*/ 221661 h 885784"/>
                <a:gd name="connsiteX2170" fmla="*/ 246727 w 1350737"/>
                <a:gd name="connsiteY2170" fmla="*/ 214813 h 885784"/>
                <a:gd name="connsiteX2171" fmla="*/ 246310 w 1350737"/>
                <a:gd name="connsiteY2171" fmla="*/ 263937 h 885784"/>
                <a:gd name="connsiteX2172" fmla="*/ 249510 w 1350737"/>
                <a:gd name="connsiteY2172" fmla="*/ 271049 h 885784"/>
                <a:gd name="connsiteX2173" fmla="*/ 246310 w 1350737"/>
                <a:gd name="connsiteY2173" fmla="*/ 271049 h 885784"/>
                <a:gd name="connsiteX2174" fmla="*/ 243991 w 1350737"/>
                <a:gd name="connsiteY2174" fmla="*/ 267493 h 885784"/>
                <a:gd name="connsiteX2175" fmla="*/ 246310 w 1350737"/>
                <a:gd name="connsiteY2175" fmla="*/ 263937 h 885784"/>
                <a:gd name="connsiteX2176" fmla="*/ 241347 w 1350737"/>
                <a:gd name="connsiteY2176" fmla="*/ 207437 h 885784"/>
                <a:gd name="connsiteX2177" fmla="*/ 240188 w 1350737"/>
                <a:gd name="connsiteY2177" fmla="*/ 212662 h 885784"/>
                <a:gd name="connsiteX2178" fmla="*/ 233649 w 1350737"/>
                <a:gd name="connsiteY2178" fmla="*/ 212662 h 885784"/>
                <a:gd name="connsiteX2179" fmla="*/ 232072 w 1350737"/>
                <a:gd name="connsiteY2179" fmla="*/ 207437 h 885784"/>
                <a:gd name="connsiteX2180" fmla="*/ 240188 w 1350737"/>
                <a:gd name="connsiteY2180" fmla="*/ 202213 h 885784"/>
                <a:gd name="connsiteX2181" fmla="*/ 241347 w 1350737"/>
                <a:gd name="connsiteY2181" fmla="*/ 207437 h 885784"/>
                <a:gd name="connsiteX2182" fmla="*/ 242507 w 1350737"/>
                <a:gd name="connsiteY2182" fmla="*/ 240363 h 885784"/>
                <a:gd name="connsiteX2183" fmla="*/ 237869 w 1350737"/>
                <a:gd name="connsiteY2183" fmla="*/ 240363 h 885784"/>
                <a:gd name="connsiteX2184" fmla="*/ 237869 w 1350737"/>
                <a:gd name="connsiteY2184" fmla="*/ 238431 h 885784"/>
                <a:gd name="connsiteX2185" fmla="*/ 241069 w 1350737"/>
                <a:gd name="connsiteY2185" fmla="*/ 236499 h 885784"/>
                <a:gd name="connsiteX2186" fmla="*/ 242507 w 1350737"/>
                <a:gd name="connsiteY2186" fmla="*/ 240363 h 885784"/>
                <a:gd name="connsiteX2187" fmla="*/ 235272 w 1350737"/>
                <a:gd name="connsiteY2187" fmla="*/ 214813 h 885784"/>
                <a:gd name="connsiteX2188" fmla="*/ 235272 w 1350737"/>
                <a:gd name="connsiteY2188" fmla="*/ 218369 h 885784"/>
                <a:gd name="connsiteX2189" fmla="*/ 233695 w 1350737"/>
                <a:gd name="connsiteY2189" fmla="*/ 222759 h 885784"/>
                <a:gd name="connsiteX2190" fmla="*/ 232118 w 1350737"/>
                <a:gd name="connsiteY2190" fmla="*/ 222759 h 885784"/>
                <a:gd name="connsiteX2191" fmla="*/ 232118 w 1350737"/>
                <a:gd name="connsiteY2191" fmla="*/ 212618 h 885784"/>
                <a:gd name="connsiteX2192" fmla="*/ 235318 w 1350737"/>
                <a:gd name="connsiteY2192" fmla="*/ 214813 h 885784"/>
                <a:gd name="connsiteX2193" fmla="*/ 228037 w 1350737"/>
                <a:gd name="connsiteY2193" fmla="*/ 190668 h 885784"/>
                <a:gd name="connsiteX2194" fmla="*/ 232118 w 1350737"/>
                <a:gd name="connsiteY2194" fmla="*/ 196419 h 885784"/>
                <a:gd name="connsiteX2195" fmla="*/ 232397 w 1350737"/>
                <a:gd name="connsiteY2195" fmla="*/ 199711 h 885784"/>
                <a:gd name="connsiteX2196" fmla="*/ 235272 w 1350737"/>
                <a:gd name="connsiteY2196" fmla="*/ 202169 h 885784"/>
                <a:gd name="connsiteX2197" fmla="*/ 229475 w 1350737"/>
                <a:gd name="connsiteY2197" fmla="*/ 204891 h 885784"/>
                <a:gd name="connsiteX2198" fmla="*/ 229892 w 1350737"/>
                <a:gd name="connsiteY2198" fmla="*/ 200765 h 885784"/>
                <a:gd name="connsiteX2199" fmla="*/ 227991 w 1350737"/>
                <a:gd name="connsiteY2199" fmla="*/ 196111 h 885784"/>
                <a:gd name="connsiteX2200" fmla="*/ 224512 w 1350737"/>
                <a:gd name="connsiteY2200" fmla="*/ 190624 h 885784"/>
                <a:gd name="connsiteX2201" fmla="*/ 227991 w 1350737"/>
                <a:gd name="connsiteY2201" fmla="*/ 190624 h 885784"/>
                <a:gd name="connsiteX2202" fmla="*/ 218159 w 1350737"/>
                <a:gd name="connsiteY2202" fmla="*/ 189877 h 885784"/>
                <a:gd name="connsiteX2203" fmla="*/ 220478 w 1350737"/>
                <a:gd name="connsiteY2203" fmla="*/ 188780 h 885784"/>
                <a:gd name="connsiteX2204" fmla="*/ 221637 w 1350737"/>
                <a:gd name="connsiteY2204" fmla="*/ 190712 h 885784"/>
                <a:gd name="connsiteX2205" fmla="*/ 218159 w 1350737"/>
                <a:gd name="connsiteY2205" fmla="*/ 194267 h 885784"/>
                <a:gd name="connsiteX2206" fmla="*/ 218159 w 1350737"/>
                <a:gd name="connsiteY2206" fmla="*/ 189877 h 885784"/>
                <a:gd name="connsiteX2207" fmla="*/ 213846 w 1350737"/>
                <a:gd name="connsiteY2207" fmla="*/ 245718 h 885784"/>
                <a:gd name="connsiteX2208" fmla="*/ 213846 w 1350737"/>
                <a:gd name="connsiteY2208" fmla="*/ 242031 h 885784"/>
                <a:gd name="connsiteX2209" fmla="*/ 218205 w 1350737"/>
                <a:gd name="connsiteY2209" fmla="*/ 242031 h 885784"/>
                <a:gd name="connsiteX2210" fmla="*/ 213846 w 1350737"/>
                <a:gd name="connsiteY2210" fmla="*/ 248879 h 885784"/>
                <a:gd name="connsiteX2211" fmla="*/ 213846 w 1350737"/>
                <a:gd name="connsiteY2211" fmla="*/ 245718 h 885784"/>
                <a:gd name="connsiteX2212" fmla="*/ 179063 w 1350737"/>
                <a:gd name="connsiteY2212" fmla="*/ 117179 h 885784"/>
                <a:gd name="connsiteX2213" fmla="*/ 175584 w 1350737"/>
                <a:gd name="connsiteY2213" fmla="*/ 118540 h 885784"/>
                <a:gd name="connsiteX2214" fmla="*/ 175584 w 1350737"/>
                <a:gd name="connsiteY2214" fmla="*/ 116081 h 885784"/>
                <a:gd name="connsiteX2215" fmla="*/ 177347 w 1350737"/>
                <a:gd name="connsiteY2215" fmla="*/ 113623 h 885784"/>
                <a:gd name="connsiteX2216" fmla="*/ 179109 w 1350737"/>
                <a:gd name="connsiteY2216" fmla="*/ 117179 h 885784"/>
                <a:gd name="connsiteX2217" fmla="*/ 171781 w 1350737"/>
                <a:gd name="connsiteY2217" fmla="*/ 106467 h 885784"/>
                <a:gd name="connsiteX2218" fmla="*/ 175538 w 1350737"/>
                <a:gd name="connsiteY2218" fmla="*/ 106467 h 885784"/>
                <a:gd name="connsiteX2219" fmla="*/ 175538 w 1350737"/>
                <a:gd name="connsiteY2219" fmla="*/ 110594 h 885784"/>
                <a:gd name="connsiteX2220" fmla="*/ 171781 w 1350737"/>
                <a:gd name="connsiteY2220" fmla="*/ 110594 h 885784"/>
                <a:gd name="connsiteX2221" fmla="*/ 171781 w 1350737"/>
                <a:gd name="connsiteY2221" fmla="*/ 106467 h 885784"/>
                <a:gd name="connsiteX2222" fmla="*/ 188895 w 1350737"/>
                <a:gd name="connsiteY2222" fmla="*/ 622557 h 885784"/>
                <a:gd name="connsiteX2223" fmla="*/ 188895 w 1350737"/>
                <a:gd name="connsiteY2223" fmla="*/ 618430 h 885784"/>
                <a:gd name="connsiteX2224" fmla="*/ 197011 w 1350737"/>
                <a:gd name="connsiteY2224" fmla="*/ 618430 h 885784"/>
                <a:gd name="connsiteX2225" fmla="*/ 188895 w 1350737"/>
                <a:gd name="connsiteY2225" fmla="*/ 622557 h 885784"/>
                <a:gd name="connsiteX2226" fmla="*/ 238472 w 1350737"/>
                <a:gd name="connsiteY2226" fmla="*/ 291638 h 885784"/>
                <a:gd name="connsiteX2227" fmla="*/ 234391 w 1350737"/>
                <a:gd name="connsiteY2227" fmla="*/ 288609 h 885784"/>
                <a:gd name="connsiteX2228" fmla="*/ 231515 w 1350737"/>
                <a:gd name="connsiteY2228" fmla="*/ 283955 h 885784"/>
                <a:gd name="connsiteX2229" fmla="*/ 225115 w 1350737"/>
                <a:gd name="connsiteY2229" fmla="*/ 279302 h 885784"/>
                <a:gd name="connsiteX2230" fmla="*/ 218437 w 1350737"/>
                <a:gd name="connsiteY2230" fmla="*/ 277370 h 885784"/>
                <a:gd name="connsiteX2231" fmla="*/ 212037 w 1350737"/>
                <a:gd name="connsiteY2231" fmla="*/ 271312 h 885784"/>
                <a:gd name="connsiteX2232" fmla="*/ 203643 w 1350737"/>
                <a:gd name="connsiteY2232" fmla="*/ 266395 h 885784"/>
                <a:gd name="connsiteX2233" fmla="*/ 195248 w 1350737"/>
                <a:gd name="connsiteY2233" fmla="*/ 264464 h 885784"/>
                <a:gd name="connsiteX2234" fmla="*/ 187735 w 1350737"/>
                <a:gd name="connsiteY2234" fmla="*/ 256518 h 885784"/>
                <a:gd name="connsiteX2235" fmla="*/ 188013 w 1350737"/>
                <a:gd name="connsiteY2235" fmla="*/ 243611 h 885784"/>
                <a:gd name="connsiteX2236" fmla="*/ 192651 w 1350737"/>
                <a:gd name="connsiteY2236" fmla="*/ 240889 h 885784"/>
                <a:gd name="connsiteX2237" fmla="*/ 192651 w 1350737"/>
                <a:gd name="connsiteY2237" fmla="*/ 237597 h 885784"/>
                <a:gd name="connsiteX2238" fmla="*/ 186576 w 1350737"/>
                <a:gd name="connsiteY2238" fmla="*/ 231275 h 885784"/>
                <a:gd name="connsiteX2239" fmla="*/ 171781 w 1350737"/>
                <a:gd name="connsiteY2239" fmla="*/ 220827 h 885784"/>
                <a:gd name="connsiteX2240" fmla="*/ 168025 w 1350737"/>
                <a:gd name="connsiteY2240" fmla="*/ 204935 h 885784"/>
                <a:gd name="connsiteX2241" fmla="*/ 161347 w 1350737"/>
                <a:gd name="connsiteY2241" fmla="*/ 199711 h 885784"/>
                <a:gd name="connsiteX2242" fmla="*/ 164222 w 1350737"/>
                <a:gd name="connsiteY2242" fmla="*/ 199711 h 885784"/>
                <a:gd name="connsiteX2243" fmla="*/ 169741 w 1350737"/>
                <a:gd name="connsiteY2243" fmla="*/ 203574 h 885784"/>
                <a:gd name="connsiteX2244" fmla="*/ 173637 w 1350737"/>
                <a:gd name="connsiteY2244" fmla="*/ 218939 h 885784"/>
                <a:gd name="connsiteX2245" fmla="*/ 188570 w 1350737"/>
                <a:gd name="connsiteY2245" fmla="*/ 229914 h 885784"/>
                <a:gd name="connsiteX2246" fmla="*/ 194970 w 1350737"/>
                <a:gd name="connsiteY2246" fmla="*/ 236236 h 885784"/>
                <a:gd name="connsiteX2247" fmla="*/ 195851 w 1350737"/>
                <a:gd name="connsiteY2247" fmla="*/ 240889 h 885784"/>
                <a:gd name="connsiteX2248" fmla="*/ 190054 w 1350737"/>
                <a:gd name="connsiteY2248" fmla="*/ 245674 h 885784"/>
                <a:gd name="connsiteX2249" fmla="*/ 190332 w 1350737"/>
                <a:gd name="connsiteY2249" fmla="*/ 255420 h 885784"/>
                <a:gd name="connsiteX2250" fmla="*/ 196129 w 1350737"/>
                <a:gd name="connsiteY2250" fmla="*/ 261742 h 885784"/>
                <a:gd name="connsiteX2251" fmla="*/ 203967 w 1350737"/>
                <a:gd name="connsiteY2251" fmla="*/ 263937 h 885784"/>
                <a:gd name="connsiteX2252" fmla="*/ 213521 w 1350737"/>
                <a:gd name="connsiteY2252" fmla="*/ 268854 h 885784"/>
                <a:gd name="connsiteX2253" fmla="*/ 219596 w 1350737"/>
                <a:gd name="connsiteY2253" fmla="*/ 275175 h 885784"/>
                <a:gd name="connsiteX2254" fmla="*/ 225996 w 1350737"/>
                <a:gd name="connsiteY2254" fmla="*/ 277370 h 885784"/>
                <a:gd name="connsiteX2255" fmla="*/ 232953 w 1350737"/>
                <a:gd name="connsiteY2255" fmla="*/ 282024 h 885784"/>
                <a:gd name="connsiteX2256" fmla="*/ 236153 w 1350737"/>
                <a:gd name="connsiteY2256" fmla="*/ 287511 h 885784"/>
                <a:gd name="connsiteX2257" fmla="*/ 239631 w 1350737"/>
                <a:gd name="connsiteY2257" fmla="*/ 289970 h 885784"/>
                <a:gd name="connsiteX2258" fmla="*/ 249463 w 1350737"/>
                <a:gd name="connsiteY2258" fmla="*/ 289706 h 885784"/>
                <a:gd name="connsiteX2259" fmla="*/ 249463 w 1350737"/>
                <a:gd name="connsiteY2259" fmla="*/ 291638 h 885784"/>
                <a:gd name="connsiteX2260" fmla="*/ 238426 w 1350737"/>
                <a:gd name="connsiteY2260" fmla="*/ 291638 h 885784"/>
                <a:gd name="connsiteX2261" fmla="*/ 245707 w 1350737"/>
                <a:gd name="connsiteY2261" fmla="*/ 631863 h 885784"/>
                <a:gd name="connsiteX2262" fmla="*/ 245707 w 1350737"/>
                <a:gd name="connsiteY2262" fmla="*/ 627210 h 885784"/>
                <a:gd name="connsiteX2263" fmla="*/ 249602 w 1350737"/>
                <a:gd name="connsiteY2263" fmla="*/ 625849 h 885784"/>
                <a:gd name="connsiteX2264" fmla="*/ 253498 w 1350737"/>
                <a:gd name="connsiteY2264" fmla="*/ 629537 h 885784"/>
                <a:gd name="connsiteX2265" fmla="*/ 245660 w 1350737"/>
                <a:gd name="connsiteY2265" fmla="*/ 631863 h 885784"/>
                <a:gd name="connsiteX2266" fmla="*/ 265139 w 1350737"/>
                <a:gd name="connsiteY2266" fmla="*/ 607455 h 885784"/>
                <a:gd name="connsiteX2267" fmla="*/ 253545 w 1350737"/>
                <a:gd name="connsiteY2267" fmla="*/ 598938 h 885784"/>
                <a:gd name="connsiteX2268" fmla="*/ 258182 w 1350737"/>
                <a:gd name="connsiteY2268" fmla="*/ 598938 h 885784"/>
                <a:gd name="connsiteX2269" fmla="*/ 265139 w 1350737"/>
                <a:gd name="connsiteY2269" fmla="*/ 604162 h 885784"/>
                <a:gd name="connsiteX2270" fmla="*/ 265139 w 1350737"/>
                <a:gd name="connsiteY2270" fmla="*/ 607455 h 885784"/>
                <a:gd name="connsiteX2271" fmla="*/ 272652 w 1350737"/>
                <a:gd name="connsiteY2271" fmla="*/ 583881 h 885784"/>
                <a:gd name="connsiteX2272" fmla="*/ 263933 w 1350737"/>
                <a:gd name="connsiteY2272" fmla="*/ 586339 h 885784"/>
                <a:gd name="connsiteX2273" fmla="*/ 263933 w 1350737"/>
                <a:gd name="connsiteY2273" fmla="*/ 583881 h 885784"/>
                <a:gd name="connsiteX2274" fmla="*/ 272652 w 1350737"/>
                <a:gd name="connsiteY2274" fmla="*/ 581949 h 885784"/>
                <a:gd name="connsiteX2275" fmla="*/ 272652 w 1350737"/>
                <a:gd name="connsiteY2275" fmla="*/ 583881 h 885784"/>
                <a:gd name="connsiteX2276" fmla="*/ 296722 w 1350737"/>
                <a:gd name="connsiteY2276" fmla="*/ 561931 h 885784"/>
                <a:gd name="connsiteX2277" fmla="*/ 272652 w 1350737"/>
                <a:gd name="connsiteY2277" fmla="*/ 563028 h 885784"/>
                <a:gd name="connsiteX2278" fmla="*/ 283968 w 1350737"/>
                <a:gd name="connsiteY2278" fmla="*/ 581949 h 885784"/>
                <a:gd name="connsiteX2279" fmla="*/ 282206 w 1350737"/>
                <a:gd name="connsiteY2279" fmla="*/ 583881 h 885784"/>
                <a:gd name="connsiteX2280" fmla="*/ 253498 w 1350737"/>
                <a:gd name="connsiteY2280" fmla="*/ 539981 h 885784"/>
                <a:gd name="connsiteX2281" fmla="*/ 259295 w 1350737"/>
                <a:gd name="connsiteY2281" fmla="*/ 541649 h 885784"/>
                <a:gd name="connsiteX2282" fmla="*/ 272652 w 1350737"/>
                <a:gd name="connsiteY2282" fmla="*/ 560877 h 885784"/>
                <a:gd name="connsiteX2283" fmla="*/ 296722 w 1350737"/>
                <a:gd name="connsiteY2283" fmla="*/ 558682 h 885784"/>
                <a:gd name="connsiteX2284" fmla="*/ 296722 w 1350737"/>
                <a:gd name="connsiteY2284" fmla="*/ 561975 h 885784"/>
                <a:gd name="connsiteX2285" fmla="*/ 280211 w 1350737"/>
                <a:gd name="connsiteY2285" fmla="*/ 323070 h 885784"/>
                <a:gd name="connsiteX2286" fmla="*/ 285127 w 1350737"/>
                <a:gd name="connsiteY2286" fmla="*/ 320173 h 885784"/>
                <a:gd name="connsiteX2287" fmla="*/ 285127 w 1350737"/>
                <a:gd name="connsiteY2287" fmla="*/ 325924 h 885784"/>
                <a:gd name="connsiteX2288" fmla="*/ 280211 w 1350737"/>
                <a:gd name="connsiteY2288" fmla="*/ 323026 h 885784"/>
                <a:gd name="connsiteX2289" fmla="*/ 315551 w 1350737"/>
                <a:gd name="connsiteY2289" fmla="*/ 434620 h 885784"/>
                <a:gd name="connsiteX2290" fmla="*/ 308594 w 1350737"/>
                <a:gd name="connsiteY2290" fmla="*/ 434620 h 885784"/>
                <a:gd name="connsiteX2291" fmla="*/ 312397 w 1350737"/>
                <a:gd name="connsiteY2291" fmla="*/ 431899 h 885784"/>
                <a:gd name="connsiteX2292" fmla="*/ 310635 w 1350737"/>
                <a:gd name="connsiteY2292" fmla="*/ 426367 h 885784"/>
                <a:gd name="connsiteX2293" fmla="*/ 315551 w 1350737"/>
                <a:gd name="connsiteY2293" fmla="*/ 434620 h 885784"/>
                <a:gd name="connsiteX2294" fmla="*/ 304281 w 1350737"/>
                <a:gd name="connsiteY2294" fmla="*/ 325968 h 885784"/>
                <a:gd name="connsiteX2295" fmla="*/ 304281 w 1350737"/>
                <a:gd name="connsiteY2295" fmla="*/ 323070 h 885784"/>
                <a:gd name="connsiteX2296" fmla="*/ 308641 w 1350737"/>
                <a:gd name="connsiteY2296" fmla="*/ 320173 h 885784"/>
                <a:gd name="connsiteX2297" fmla="*/ 308641 w 1350737"/>
                <a:gd name="connsiteY2297" fmla="*/ 325924 h 885784"/>
                <a:gd name="connsiteX2298" fmla="*/ 304281 w 1350737"/>
                <a:gd name="connsiteY2298" fmla="*/ 325924 h 885784"/>
                <a:gd name="connsiteX2299" fmla="*/ 339064 w 1350737"/>
                <a:gd name="connsiteY2299" fmla="*/ 275746 h 885784"/>
                <a:gd name="connsiteX2300" fmla="*/ 335586 w 1350737"/>
                <a:gd name="connsiteY2300" fmla="*/ 274385 h 885784"/>
                <a:gd name="connsiteX2301" fmla="*/ 329789 w 1350737"/>
                <a:gd name="connsiteY2301" fmla="*/ 279873 h 885784"/>
                <a:gd name="connsiteX2302" fmla="*/ 314716 w 1350737"/>
                <a:gd name="connsiteY2302" fmla="*/ 291945 h 885784"/>
                <a:gd name="connsiteX2303" fmla="*/ 308641 w 1350737"/>
                <a:gd name="connsiteY2303" fmla="*/ 291945 h 885784"/>
                <a:gd name="connsiteX2304" fmla="*/ 310681 w 1350737"/>
                <a:gd name="connsiteY2304" fmla="*/ 288653 h 885784"/>
                <a:gd name="connsiteX2305" fmla="*/ 317313 w 1350737"/>
                <a:gd name="connsiteY2305" fmla="*/ 282902 h 885784"/>
                <a:gd name="connsiteX2306" fmla="*/ 323389 w 1350737"/>
                <a:gd name="connsiteY2306" fmla="*/ 265868 h 885784"/>
                <a:gd name="connsiteX2307" fmla="*/ 306275 w 1350737"/>
                <a:gd name="connsiteY2307" fmla="*/ 282068 h 885784"/>
                <a:gd name="connsiteX2308" fmla="*/ 300757 w 1350737"/>
                <a:gd name="connsiteY2308" fmla="*/ 289179 h 885784"/>
                <a:gd name="connsiteX2309" fmla="*/ 276409 w 1350737"/>
                <a:gd name="connsiteY2309" fmla="*/ 283429 h 885784"/>
                <a:gd name="connsiteX2310" fmla="*/ 277568 w 1350737"/>
                <a:gd name="connsiteY2310" fmla="*/ 280399 h 885784"/>
                <a:gd name="connsiteX2311" fmla="*/ 287400 w 1350737"/>
                <a:gd name="connsiteY2311" fmla="*/ 269161 h 885784"/>
                <a:gd name="connsiteX2312" fmla="*/ 292594 w 1350737"/>
                <a:gd name="connsiteY2312" fmla="*/ 254630 h 885784"/>
                <a:gd name="connsiteX2313" fmla="*/ 292316 w 1350737"/>
                <a:gd name="connsiteY2313" fmla="*/ 251908 h 885784"/>
                <a:gd name="connsiteX2314" fmla="*/ 308548 w 1350737"/>
                <a:gd name="connsiteY2314" fmla="*/ 254103 h 885784"/>
                <a:gd name="connsiteX2315" fmla="*/ 307991 w 1350737"/>
                <a:gd name="connsiteY2315" fmla="*/ 246421 h 885784"/>
                <a:gd name="connsiteX2316" fmla="*/ 295238 w 1350737"/>
                <a:gd name="connsiteY2316" fmla="*/ 240670 h 885784"/>
                <a:gd name="connsiteX2317" fmla="*/ 283922 w 1350737"/>
                <a:gd name="connsiteY2317" fmla="*/ 247782 h 885784"/>
                <a:gd name="connsiteX2318" fmla="*/ 271168 w 1350737"/>
                <a:gd name="connsiteY2318" fmla="*/ 246684 h 885784"/>
                <a:gd name="connsiteX2319" fmla="*/ 267087 w 1350737"/>
                <a:gd name="connsiteY2319" fmla="*/ 246684 h 885784"/>
                <a:gd name="connsiteX2320" fmla="*/ 265324 w 1350737"/>
                <a:gd name="connsiteY2320" fmla="*/ 244753 h 885784"/>
                <a:gd name="connsiteX2321" fmla="*/ 260408 w 1350737"/>
                <a:gd name="connsiteY2321" fmla="*/ 246421 h 885784"/>
                <a:gd name="connsiteX2322" fmla="*/ 260408 w 1350737"/>
                <a:gd name="connsiteY2322" fmla="*/ 251338 h 885784"/>
                <a:gd name="connsiteX2323" fmla="*/ 254611 w 1350737"/>
                <a:gd name="connsiteY2323" fmla="*/ 251338 h 885784"/>
                <a:gd name="connsiteX2324" fmla="*/ 250855 w 1350737"/>
                <a:gd name="connsiteY2324" fmla="*/ 243392 h 885784"/>
                <a:gd name="connsiteX2325" fmla="*/ 258089 w 1350737"/>
                <a:gd name="connsiteY2325" fmla="*/ 241460 h 885784"/>
                <a:gd name="connsiteX2326" fmla="*/ 261568 w 1350737"/>
                <a:gd name="connsiteY2326" fmla="*/ 240538 h 885784"/>
                <a:gd name="connsiteX2327" fmla="*/ 263887 w 1350737"/>
                <a:gd name="connsiteY2327" fmla="*/ 239002 h 885784"/>
                <a:gd name="connsiteX2328" fmla="*/ 270287 w 1350737"/>
                <a:gd name="connsiteY2328" fmla="*/ 239002 h 885784"/>
                <a:gd name="connsiteX2329" fmla="*/ 278681 w 1350737"/>
                <a:gd name="connsiteY2329" fmla="*/ 234348 h 885784"/>
                <a:gd name="connsiteX2330" fmla="*/ 285916 w 1350737"/>
                <a:gd name="connsiteY2330" fmla="*/ 231056 h 885784"/>
                <a:gd name="connsiteX2331" fmla="*/ 304745 w 1350737"/>
                <a:gd name="connsiteY2331" fmla="*/ 224998 h 885784"/>
                <a:gd name="connsiteX2332" fmla="*/ 312583 w 1350737"/>
                <a:gd name="connsiteY2332" fmla="*/ 218413 h 885784"/>
                <a:gd name="connsiteX2333" fmla="*/ 323018 w 1350737"/>
                <a:gd name="connsiteY2333" fmla="*/ 215691 h 885784"/>
                <a:gd name="connsiteX2334" fmla="*/ 334612 w 1350737"/>
                <a:gd name="connsiteY2334" fmla="*/ 211827 h 885784"/>
                <a:gd name="connsiteX2335" fmla="*/ 343006 w 1350737"/>
                <a:gd name="connsiteY2335" fmla="*/ 216481 h 885784"/>
                <a:gd name="connsiteX2336" fmla="*/ 343006 w 1350737"/>
                <a:gd name="connsiteY2336" fmla="*/ 219773 h 885784"/>
                <a:gd name="connsiteX2337" fmla="*/ 338369 w 1350737"/>
                <a:gd name="connsiteY2337" fmla="*/ 223066 h 885784"/>
                <a:gd name="connsiteX2338" fmla="*/ 324455 w 1350737"/>
                <a:gd name="connsiteY2338" fmla="*/ 235402 h 885784"/>
                <a:gd name="connsiteX2339" fmla="*/ 328815 w 1350737"/>
                <a:gd name="connsiteY2339" fmla="*/ 235929 h 885784"/>
                <a:gd name="connsiteX2340" fmla="*/ 340131 w 1350737"/>
                <a:gd name="connsiteY2340" fmla="*/ 238124 h 885784"/>
                <a:gd name="connsiteX2341" fmla="*/ 356363 w 1350737"/>
                <a:gd name="connsiteY2341" fmla="*/ 237860 h 885784"/>
                <a:gd name="connsiteX2342" fmla="*/ 361001 w 1350737"/>
                <a:gd name="connsiteY2342" fmla="*/ 231539 h 885784"/>
                <a:gd name="connsiteX2343" fmla="*/ 365082 w 1350737"/>
                <a:gd name="connsiteY2343" fmla="*/ 226622 h 885784"/>
                <a:gd name="connsiteX2344" fmla="*/ 367957 w 1350737"/>
                <a:gd name="connsiteY2344" fmla="*/ 227719 h 885784"/>
                <a:gd name="connsiteX2345" fmla="*/ 366520 w 1350737"/>
                <a:gd name="connsiteY2345" fmla="*/ 234568 h 885784"/>
                <a:gd name="connsiteX2346" fmla="*/ 370879 w 1350737"/>
                <a:gd name="connsiteY2346" fmla="*/ 234304 h 885784"/>
                <a:gd name="connsiteX2347" fmla="*/ 368282 w 1350737"/>
                <a:gd name="connsiteY2347" fmla="*/ 238168 h 885784"/>
                <a:gd name="connsiteX2348" fmla="*/ 363088 w 1350737"/>
                <a:gd name="connsiteY2348" fmla="*/ 239265 h 885784"/>
                <a:gd name="connsiteX2349" fmla="*/ 362809 w 1350737"/>
                <a:gd name="connsiteY2349" fmla="*/ 241197 h 885784"/>
                <a:gd name="connsiteX2350" fmla="*/ 368004 w 1350737"/>
                <a:gd name="connsiteY2350" fmla="*/ 240933 h 885784"/>
                <a:gd name="connsiteX2351" fmla="*/ 368282 w 1350737"/>
                <a:gd name="connsiteY2351" fmla="*/ 244489 h 885784"/>
                <a:gd name="connsiteX2352" fmla="*/ 362206 w 1350737"/>
                <a:gd name="connsiteY2352" fmla="*/ 249143 h 885784"/>
                <a:gd name="connsiteX2353" fmla="*/ 359609 w 1350737"/>
                <a:gd name="connsiteY2353" fmla="*/ 257659 h 885784"/>
                <a:gd name="connsiteX2354" fmla="*/ 354415 w 1350737"/>
                <a:gd name="connsiteY2354" fmla="*/ 263717 h 885784"/>
                <a:gd name="connsiteX2355" fmla="*/ 348896 w 1350737"/>
                <a:gd name="connsiteY2355" fmla="*/ 258801 h 885784"/>
                <a:gd name="connsiteX2356" fmla="*/ 337580 w 1350737"/>
                <a:gd name="connsiteY2356" fmla="*/ 258537 h 885784"/>
                <a:gd name="connsiteX2357" fmla="*/ 332942 w 1350737"/>
                <a:gd name="connsiteY2357" fmla="*/ 267844 h 885784"/>
                <a:gd name="connsiteX2358" fmla="*/ 338137 w 1350737"/>
                <a:gd name="connsiteY2358" fmla="*/ 270039 h 885784"/>
                <a:gd name="connsiteX2359" fmla="*/ 339899 w 1350737"/>
                <a:gd name="connsiteY2359" fmla="*/ 273595 h 885784"/>
                <a:gd name="connsiteX2360" fmla="*/ 339018 w 1350737"/>
                <a:gd name="connsiteY2360" fmla="*/ 275790 h 885784"/>
                <a:gd name="connsiteX2361" fmla="*/ 341661 w 1350737"/>
                <a:gd name="connsiteY2361" fmla="*/ 411309 h 885784"/>
                <a:gd name="connsiteX2362" fmla="*/ 351215 w 1350737"/>
                <a:gd name="connsiteY2362" fmla="*/ 409114 h 885784"/>
                <a:gd name="connsiteX2363" fmla="*/ 360212 w 1350737"/>
                <a:gd name="connsiteY2363" fmla="*/ 400334 h 885784"/>
                <a:gd name="connsiteX2364" fmla="*/ 362809 w 1350737"/>
                <a:gd name="connsiteY2364" fmla="*/ 405822 h 885784"/>
                <a:gd name="connsiteX2365" fmla="*/ 353534 w 1350737"/>
                <a:gd name="connsiteY2365" fmla="*/ 411046 h 885784"/>
                <a:gd name="connsiteX2366" fmla="*/ 341661 w 1350737"/>
                <a:gd name="connsiteY2366" fmla="*/ 414075 h 885784"/>
                <a:gd name="connsiteX2367" fmla="*/ 341661 w 1350737"/>
                <a:gd name="connsiteY2367" fmla="*/ 411353 h 885784"/>
                <a:gd name="connsiteX2368" fmla="*/ 364247 w 1350737"/>
                <a:gd name="connsiteY2368" fmla="*/ 417060 h 885784"/>
                <a:gd name="connsiteX2369" fmla="*/ 374960 w 1350737"/>
                <a:gd name="connsiteY2369" fmla="*/ 421187 h 885784"/>
                <a:gd name="connsiteX2370" fmla="*/ 371528 w 1350737"/>
                <a:gd name="connsiteY2370" fmla="*/ 423645 h 885784"/>
                <a:gd name="connsiteX2371" fmla="*/ 362809 w 1350737"/>
                <a:gd name="connsiteY2371" fmla="*/ 419255 h 885784"/>
                <a:gd name="connsiteX2372" fmla="*/ 364247 w 1350737"/>
                <a:gd name="connsiteY2372" fmla="*/ 417060 h 885784"/>
                <a:gd name="connsiteX2373" fmla="*/ 351215 w 1350737"/>
                <a:gd name="connsiteY2373" fmla="*/ 485632 h 885784"/>
                <a:gd name="connsiteX2374" fmla="*/ 343980 w 1350737"/>
                <a:gd name="connsiteY2374" fmla="*/ 489188 h 885784"/>
                <a:gd name="connsiteX2375" fmla="*/ 346299 w 1350737"/>
                <a:gd name="connsiteY2375" fmla="*/ 482867 h 885784"/>
                <a:gd name="connsiteX2376" fmla="*/ 351215 w 1350737"/>
                <a:gd name="connsiteY2376" fmla="*/ 482867 h 885784"/>
                <a:gd name="connsiteX2377" fmla="*/ 351215 w 1350737"/>
                <a:gd name="connsiteY2377" fmla="*/ 485588 h 885784"/>
                <a:gd name="connsiteX2378" fmla="*/ 350056 w 1350737"/>
                <a:gd name="connsiteY2378" fmla="*/ 459292 h 885784"/>
                <a:gd name="connsiteX2379" fmla="*/ 345974 w 1350737"/>
                <a:gd name="connsiteY2379" fmla="*/ 456570 h 885784"/>
                <a:gd name="connsiteX2380" fmla="*/ 343934 w 1350737"/>
                <a:gd name="connsiteY2380" fmla="*/ 456044 h 885784"/>
                <a:gd name="connsiteX2381" fmla="*/ 352189 w 1350737"/>
                <a:gd name="connsiteY2381" fmla="*/ 454375 h 885784"/>
                <a:gd name="connsiteX2382" fmla="*/ 358404 w 1350737"/>
                <a:gd name="connsiteY2382" fmla="*/ 460697 h 885784"/>
                <a:gd name="connsiteX2383" fmla="*/ 350009 w 1350737"/>
                <a:gd name="connsiteY2383" fmla="*/ 459336 h 885784"/>
                <a:gd name="connsiteX2384" fmla="*/ 372966 w 1350737"/>
                <a:gd name="connsiteY2384" fmla="*/ 437430 h 885784"/>
                <a:gd name="connsiteX2385" fmla="*/ 362809 w 1350737"/>
                <a:gd name="connsiteY2385" fmla="*/ 433962 h 885784"/>
                <a:gd name="connsiteX2386" fmla="*/ 372966 w 1350737"/>
                <a:gd name="connsiteY2386" fmla="*/ 430494 h 885784"/>
                <a:gd name="connsiteX2387" fmla="*/ 377047 w 1350737"/>
                <a:gd name="connsiteY2387" fmla="*/ 434357 h 885784"/>
                <a:gd name="connsiteX2388" fmla="*/ 372966 w 1350737"/>
                <a:gd name="connsiteY2388" fmla="*/ 437430 h 885784"/>
                <a:gd name="connsiteX2389" fmla="*/ 408630 w 1350737"/>
                <a:gd name="connsiteY2389" fmla="*/ 579183 h 885784"/>
                <a:gd name="connsiteX2390" fmla="*/ 396479 w 1350737"/>
                <a:gd name="connsiteY2390" fmla="*/ 579183 h 885784"/>
                <a:gd name="connsiteX2391" fmla="*/ 394160 w 1350737"/>
                <a:gd name="connsiteY2391" fmla="*/ 576066 h 885784"/>
                <a:gd name="connsiteX2392" fmla="*/ 406311 w 1350737"/>
                <a:gd name="connsiteY2392" fmla="*/ 576066 h 885784"/>
                <a:gd name="connsiteX2393" fmla="*/ 412990 w 1350737"/>
                <a:gd name="connsiteY2393" fmla="*/ 574530 h 885784"/>
                <a:gd name="connsiteX2394" fmla="*/ 414752 w 1350737"/>
                <a:gd name="connsiteY2394" fmla="*/ 581949 h 885784"/>
                <a:gd name="connsiteX2395" fmla="*/ 408676 w 1350737"/>
                <a:gd name="connsiteY2395" fmla="*/ 579227 h 885784"/>
                <a:gd name="connsiteX2396" fmla="*/ 407749 w 1350737"/>
                <a:gd name="connsiteY2396" fmla="*/ 446430 h 885784"/>
                <a:gd name="connsiteX2397" fmla="*/ 400792 w 1350737"/>
                <a:gd name="connsiteY2397" fmla="*/ 445069 h 885784"/>
                <a:gd name="connsiteX2398" fmla="*/ 395273 w 1350737"/>
                <a:gd name="connsiteY2398" fmla="*/ 443137 h 885784"/>
                <a:gd name="connsiteX2399" fmla="*/ 397592 w 1350737"/>
                <a:gd name="connsiteY2399" fmla="*/ 441952 h 885784"/>
                <a:gd name="connsiteX2400" fmla="*/ 402972 w 1350737"/>
                <a:gd name="connsiteY2400" fmla="*/ 441952 h 885784"/>
                <a:gd name="connsiteX2401" fmla="*/ 407749 w 1350737"/>
                <a:gd name="connsiteY2401" fmla="*/ 437474 h 885784"/>
                <a:gd name="connsiteX2402" fmla="*/ 410624 w 1350737"/>
                <a:gd name="connsiteY2402" fmla="*/ 440986 h 885784"/>
                <a:gd name="connsiteX2403" fmla="*/ 407749 w 1350737"/>
                <a:gd name="connsiteY2403" fmla="*/ 446473 h 885784"/>
                <a:gd name="connsiteX2404" fmla="*/ 409465 w 1350737"/>
                <a:gd name="connsiteY2404" fmla="*/ 563028 h 885784"/>
                <a:gd name="connsiteX2405" fmla="*/ 405708 w 1350737"/>
                <a:gd name="connsiteY2405" fmla="*/ 569086 h 885784"/>
                <a:gd name="connsiteX2406" fmla="*/ 402230 w 1350737"/>
                <a:gd name="connsiteY2406" fmla="*/ 566057 h 885784"/>
                <a:gd name="connsiteX2407" fmla="*/ 409465 w 1350737"/>
                <a:gd name="connsiteY2407" fmla="*/ 563028 h 885784"/>
                <a:gd name="connsiteX2408" fmla="*/ 461639 w 1350737"/>
                <a:gd name="connsiteY2408" fmla="*/ 498275 h 885784"/>
                <a:gd name="connsiteX2409" fmla="*/ 453523 w 1350737"/>
                <a:gd name="connsiteY2409" fmla="*/ 495246 h 885784"/>
                <a:gd name="connsiteX2410" fmla="*/ 451483 w 1350737"/>
                <a:gd name="connsiteY2410" fmla="*/ 491383 h 885784"/>
                <a:gd name="connsiteX2411" fmla="*/ 456120 w 1350737"/>
                <a:gd name="connsiteY2411" fmla="*/ 484535 h 885784"/>
                <a:gd name="connsiteX2412" fmla="*/ 463355 w 1350737"/>
                <a:gd name="connsiteY2412" fmla="*/ 488661 h 885784"/>
                <a:gd name="connsiteX2413" fmla="*/ 461593 w 1350737"/>
                <a:gd name="connsiteY2413" fmla="*/ 498275 h 885784"/>
                <a:gd name="connsiteX2414" fmla="*/ 468318 w 1350737"/>
                <a:gd name="connsiteY2414" fmla="*/ 383565 h 885784"/>
                <a:gd name="connsiteX2415" fmla="*/ 461639 w 1350737"/>
                <a:gd name="connsiteY2415" fmla="*/ 383828 h 885784"/>
                <a:gd name="connsiteX2416" fmla="*/ 459320 w 1350737"/>
                <a:gd name="connsiteY2416" fmla="*/ 386286 h 885784"/>
                <a:gd name="connsiteX2417" fmla="*/ 457558 w 1350737"/>
                <a:gd name="connsiteY2417" fmla="*/ 387955 h 885784"/>
                <a:gd name="connsiteX2418" fmla="*/ 452920 w 1350737"/>
                <a:gd name="connsiteY2418" fmla="*/ 385760 h 885784"/>
                <a:gd name="connsiteX2419" fmla="*/ 447726 w 1350737"/>
                <a:gd name="connsiteY2419" fmla="*/ 388218 h 885784"/>
                <a:gd name="connsiteX2420" fmla="*/ 446845 w 1350737"/>
                <a:gd name="connsiteY2420" fmla="*/ 390676 h 885784"/>
                <a:gd name="connsiteX2421" fmla="*/ 452364 w 1350737"/>
                <a:gd name="connsiteY2421" fmla="*/ 390940 h 885784"/>
                <a:gd name="connsiteX2422" fmla="*/ 444248 w 1350737"/>
                <a:gd name="connsiteY2422" fmla="*/ 393969 h 885784"/>
                <a:gd name="connsiteX2423" fmla="*/ 444526 w 1350737"/>
                <a:gd name="connsiteY2423" fmla="*/ 397261 h 885784"/>
                <a:gd name="connsiteX2424" fmla="*/ 447726 w 1350737"/>
                <a:gd name="connsiteY2424" fmla="*/ 401125 h 885784"/>
                <a:gd name="connsiteX2425" fmla="*/ 453245 w 1350737"/>
                <a:gd name="connsiteY2425" fmla="*/ 398095 h 885784"/>
                <a:gd name="connsiteX2426" fmla="*/ 451204 w 1350737"/>
                <a:gd name="connsiteY2426" fmla="*/ 395374 h 885784"/>
                <a:gd name="connsiteX2427" fmla="*/ 455564 w 1350737"/>
                <a:gd name="connsiteY2427" fmla="*/ 390457 h 885784"/>
                <a:gd name="connsiteX2428" fmla="*/ 459923 w 1350737"/>
                <a:gd name="connsiteY2428" fmla="*/ 389930 h 885784"/>
                <a:gd name="connsiteX2429" fmla="*/ 462520 w 1350737"/>
                <a:gd name="connsiteY2429" fmla="*/ 386638 h 885784"/>
                <a:gd name="connsiteX2430" fmla="*/ 468318 w 1350737"/>
                <a:gd name="connsiteY2430" fmla="*/ 386901 h 885784"/>
                <a:gd name="connsiteX2431" fmla="*/ 460202 w 1350737"/>
                <a:gd name="connsiteY2431" fmla="*/ 394013 h 885784"/>
                <a:gd name="connsiteX2432" fmla="*/ 454404 w 1350737"/>
                <a:gd name="connsiteY2432" fmla="*/ 400071 h 885784"/>
                <a:gd name="connsiteX2433" fmla="*/ 447448 w 1350737"/>
                <a:gd name="connsiteY2433" fmla="*/ 404988 h 885784"/>
                <a:gd name="connsiteX2434" fmla="*/ 443691 w 1350737"/>
                <a:gd name="connsiteY2434" fmla="*/ 405251 h 885784"/>
                <a:gd name="connsiteX2435" fmla="*/ 431541 w 1350737"/>
                <a:gd name="connsiteY2435" fmla="*/ 409114 h 885784"/>
                <a:gd name="connsiteX2436" fmla="*/ 432978 w 1350737"/>
                <a:gd name="connsiteY2436" fmla="*/ 416534 h 885784"/>
                <a:gd name="connsiteX2437" fmla="*/ 428062 w 1350737"/>
                <a:gd name="connsiteY2437" fmla="*/ 420397 h 885784"/>
                <a:gd name="connsiteX2438" fmla="*/ 424306 w 1350737"/>
                <a:gd name="connsiteY2438" fmla="*/ 419036 h 885784"/>
                <a:gd name="connsiteX2439" fmla="*/ 420224 w 1350737"/>
                <a:gd name="connsiteY2439" fmla="*/ 422592 h 885784"/>
                <a:gd name="connsiteX2440" fmla="*/ 414706 w 1350737"/>
                <a:gd name="connsiteY2440" fmla="*/ 422065 h 885784"/>
                <a:gd name="connsiteX2441" fmla="*/ 407471 w 1350737"/>
                <a:gd name="connsiteY2441" fmla="*/ 424523 h 885784"/>
                <a:gd name="connsiteX2442" fmla="*/ 390079 w 1350737"/>
                <a:gd name="connsiteY2442" fmla="*/ 422855 h 885784"/>
                <a:gd name="connsiteX2443" fmla="*/ 385998 w 1350737"/>
                <a:gd name="connsiteY2443" fmla="*/ 418202 h 885784"/>
                <a:gd name="connsiteX2444" fmla="*/ 375563 w 1350737"/>
                <a:gd name="connsiteY2444" fmla="*/ 416007 h 885784"/>
                <a:gd name="connsiteX2445" fmla="*/ 371482 w 1350737"/>
                <a:gd name="connsiteY2445" fmla="*/ 411617 h 885784"/>
                <a:gd name="connsiteX2446" fmla="*/ 371482 w 1350737"/>
                <a:gd name="connsiteY2446" fmla="*/ 410256 h 885784"/>
                <a:gd name="connsiteX2447" fmla="*/ 376120 w 1350737"/>
                <a:gd name="connsiteY2447" fmla="*/ 413812 h 885784"/>
                <a:gd name="connsiteX2448" fmla="*/ 379876 w 1350737"/>
                <a:gd name="connsiteY2448" fmla="*/ 414075 h 885784"/>
                <a:gd name="connsiteX2449" fmla="*/ 387389 w 1350737"/>
                <a:gd name="connsiteY2449" fmla="*/ 416007 h 885784"/>
                <a:gd name="connsiteX2450" fmla="*/ 383308 w 1350737"/>
                <a:gd name="connsiteY2450" fmla="*/ 409422 h 885784"/>
                <a:gd name="connsiteX2451" fmla="*/ 390821 w 1350737"/>
                <a:gd name="connsiteY2451" fmla="*/ 410519 h 885784"/>
                <a:gd name="connsiteX2452" fmla="*/ 396897 w 1350737"/>
                <a:gd name="connsiteY2452" fmla="*/ 413812 h 885784"/>
                <a:gd name="connsiteX2453" fmla="*/ 397175 w 1350737"/>
                <a:gd name="connsiteY2453" fmla="*/ 408061 h 885784"/>
                <a:gd name="connsiteX2454" fmla="*/ 400375 w 1350737"/>
                <a:gd name="connsiteY2454" fmla="*/ 403934 h 885784"/>
                <a:gd name="connsiteX2455" fmla="*/ 400931 w 1350737"/>
                <a:gd name="connsiteY2455" fmla="*/ 395988 h 885784"/>
                <a:gd name="connsiteX2456" fmla="*/ 413082 w 1350737"/>
                <a:gd name="connsiteY2456" fmla="*/ 395988 h 885784"/>
                <a:gd name="connsiteX2457" fmla="*/ 415958 w 1350737"/>
                <a:gd name="connsiteY2457" fmla="*/ 391598 h 885784"/>
                <a:gd name="connsiteX2458" fmla="*/ 414195 w 1350737"/>
                <a:gd name="connsiteY2458" fmla="*/ 388042 h 885784"/>
                <a:gd name="connsiteX2459" fmla="*/ 409836 w 1350737"/>
                <a:gd name="connsiteY2459" fmla="*/ 385584 h 885784"/>
                <a:gd name="connsiteX2460" fmla="*/ 409836 w 1350737"/>
                <a:gd name="connsiteY2460" fmla="*/ 380931 h 885784"/>
                <a:gd name="connsiteX2461" fmla="*/ 404920 w 1350737"/>
                <a:gd name="connsiteY2461" fmla="*/ 380931 h 885784"/>
                <a:gd name="connsiteX2462" fmla="*/ 404920 w 1350737"/>
                <a:gd name="connsiteY2462" fmla="*/ 374346 h 885784"/>
                <a:gd name="connsiteX2463" fmla="*/ 400282 w 1350737"/>
                <a:gd name="connsiteY2463" fmla="*/ 372677 h 885784"/>
                <a:gd name="connsiteX2464" fmla="*/ 394207 w 1350737"/>
                <a:gd name="connsiteY2464" fmla="*/ 366356 h 885784"/>
                <a:gd name="connsiteX2465" fmla="*/ 397082 w 1350737"/>
                <a:gd name="connsiteY2465" fmla="*/ 363634 h 885784"/>
                <a:gd name="connsiteX2466" fmla="*/ 416793 w 1350737"/>
                <a:gd name="connsiteY2466" fmla="*/ 377067 h 885784"/>
                <a:gd name="connsiteX2467" fmla="*/ 421987 w 1350737"/>
                <a:gd name="connsiteY2467" fmla="*/ 374609 h 885784"/>
                <a:gd name="connsiteX2468" fmla="*/ 422265 w 1350737"/>
                <a:gd name="connsiteY2468" fmla="*/ 377901 h 885784"/>
                <a:gd name="connsiteX2469" fmla="*/ 434740 w 1350737"/>
                <a:gd name="connsiteY2469" fmla="*/ 388350 h 885784"/>
                <a:gd name="connsiteX2470" fmla="*/ 461686 w 1350737"/>
                <a:gd name="connsiteY2470" fmla="*/ 373248 h 885784"/>
                <a:gd name="connsiteX2471" fmla="*/ 468642 w 1350737"/>
                <a:gd name="connsiteY2471" fmla="*/ 369692 h 885784"/>
                <a:gd name="connsiteX2472" fmla="*/ 478196 w 1350737"/>
                <a:gd name="connsiteY2472" fmla="*/ 367761 h 885784"/>
                <a:gd name="connsiteX2473" fmla="*/ 485153 w 1350737"/>
                <a:gd name="connsiteY2473" fmla="*/ 365566 h 885784"/>
                <a:gd name="connsiteX2474" fmla="*/ 493547 w 1350737"/>
                <a:gd name="connsiteY2474" fmla="*/ 365829 h 885784"/>
                <a:gd name="connsiteX2475" fmla="*/ 488028 w 1350737"/>
                <a:gd name="connsiteY2475" fmla="*/ 371316 h 885784"/>
                <a:gd name="connsiteX2476" fmla="*/ 479634 w 1350737"/>
                <a:gd name="connsiteY2476" fmla="*/ 375180 h 885784"/>
                <a:gd name="connsiteX2477" fmla="*/ 475552 w 1350737"/>
                <a:gd name="connsiteY2477" fmla="*/ 376014 h 885784"/>
                <a:gd name="connsiteX2478" fmla="*/ 470637 w 1350737"/>
                <a:gd name="connsiteY2478" fmla="*/ 378209 h 885784"/>
                <a:gd name="connsiteX2479" fmla="*/ 468039 w 1350737"/>
                <a:gd name="connsiteY2479" fmla="*/ 383696 h 885784"/>
                <a:gd name="connsiteX2480" fmla="*/ 487750 w 1350737"/>
                <a:gd name="connsiteY2480" fmla="*/ 603899 h 885784"/>
                <a:gd name="connsiteX2481" fmla="*/ 485709 w 1350737"/>
                <a:gd name="connsiteY2481" fmla="*/ 598982 h 885784"/>
                <a:gd name="connsiteX2482" fmla="*/ 490347 w 1350737"/>
                <a:gd name="connsiteY2482" fmla="*/ 598982 h 885784"/>
                <a:gd name="connsiteX2483" fmla="*/ 492387 w 1350737"/>
                <a:gd name="connsiteY2483" fmla="*/ 600343 h 885784"/>
                <a:gd name="connsiteX2484" fmla="*/ 487750 w 1350737"/>
                <a:gd name="connsiteY2484" fmla="*/ 603899 h 885784"/>
                <a:gd name="connsiteX2485" fmla="*/ 496422 w 1350737"/>
                <a:gd name="connsiteY2485" fmla="*/ 592090 h 885784"/>
                <a:gd name="connsiteX2486" fmla="*/ 490903 w 1350737"/>
                <a:gd name="connsiteY2486" fmla="*/ 594022 h 885784"/>
                <a:gd name="connsiteX2487" fmla="*/ 490903 w 1350737"/>
                <a:gd name="connsiteY2487" fmla="*/ 590158 h 885784"/>
                <a:gd name="connsiteX2488" fmla="*/ 496422 w 1350737"/>
                <a:gd name="connsiteY2488" fmla="*/ 587963 h 885784"/>
                <a:gd name="connsiteX2489" fmla="*/ 496422 w 1350737"/>
                <a:gd name="connsiteY2489" fmla="*/ 592090 h 885784"/>
                <a:gd name="connsiteX2490" fmla="*/ 497582 w 1350737"/>
                <a:gd name="connsiteY2490" fmla="*/ 476018 h 885784"/>
                <a:gd name="connsiteX2491" fmla="*/ 483112 w 1350737"/>
                <a:gd name="connsiteY2491" fmla="*/ 490286 h 885784"/>
                <a:gd name="connsiteX2492" fmla="*/ 472955 w 1350737"/>
                <a:gd name="connsiteY2492" fmla="*/ 487564 h 885784"/>
                <a:gd name="connsiteX2493" fmla="*/ 480468 w 1350737"/>
                <a:gd name="connsiteY2493" fmla="*/ 479618 h 885784"/>
                <a:gd name="connsiteX2494" fmla="*/ 488584 w 1350737"/>
                <a:gd name="connsiteY2494" fmla="*/ 472199 h 885784"/>
                <a:gd name="connsiteX2495" fmla="*/ 494985 w 1350737"/>
                <a:gd name="connsiteY2495" fmla="*/ 468336 h 885784"/>
                <a:gd name="connsiteX2496" fmla="*/ 502822 w 1350737"/>
                <a:gd name="connsiteY2496" fmla="*/ 461751 h 885784"/>
                <a:gd name="connsiteX2497" fmla="*/ 509222 w 1350737"/>
                <a:gd name="connsiteY2497" fmla="*/ 468599 h 885784"/>
                <a:gd name="connsiteX2498" fmla="*/ 514138 w 1350737"/>
                <a:gd name="connsiteY2498" fmla="*/ 465877 h 885784"/>
                <a:gd name="connsiteX2499" fmla="*/ 528933 w 1350737"/>
                <a:gd name="connsiteY2499" fmla="*/ 467809 h 885784"/>
                <a:gd name="connsiteX2500" fmla="*/ 542846 w 1350737"/>
                <a:gd name="connsiteY2500" fmla="*/ 470004 h 885784"/>
                <a:gd name="connsiteX2501" fmla="*/ 542846 w 1350737"/>
                <a:gd name="connsiteY2501" fmla="*/ 472462 h 885784"/>
                <a:gd name="connsiteX2502" fmla="*/ 528052 w 1350737"/>
                <a:gd name="connsiteY2502" fmla="*/ 470794 h 885784"/>
                <a:gd name="connsiteX2503" fmla="*/ 523692 w 1350737"/>
                <a:gd name="connsiteY2503" fmla="*/ 471321 h 885784"/>
                <a:gd name="connsiteX2504" fmla="*/ 497628 w 1350737"/>
                <a:gd name="connsiteY2504" fmla="*/ 475974 h 885784"/>
                <a:gd name="connsiteX2505" fmla="*/ 534684 w 1350737"/>
                <a:gd name="connsiteY2505" fmla="*/ 585505 h 885784"/>
                <a:gd name="connsiteX2506" fmla="*/ 534684 w 1350737"/>
                <a:gd name="connsiteY2506" fmla="*/ 589061 h 885784"/>
                <a:gd name="connsiteX2507" fmla="*/ 531808 w 1350737"/>
                <a:gd name="connsiteY2507" fmla="*/ 589061 h 885784"/>
                <a:gd name="connsiteX2508" fmla="*/ 531808 w 1350737"/>
                <a:gd name="connsiteY2508" fmla="*/ 583310 h 885784"/>
                <a:gd name="connsiteX2509" fmla="*/ 534684 w 1350737"/>
                <a:gd name="connsiteY2509" fmla="*/ 585505 h 885784"/>
                <a:gd name="connsiteX2510" fmla="*/ 516411 w 1350737"/>
                <a:gd name="connsiteY2510" fmla="*/ 549287 h 885784"/>
                <a:gd name="connsiteX2511" fmla="*/ 522486 w 1350737"/>
                <a:gd name="connsiteY2511" fmla="*/ 550648 h 885784"/>
                <a:gd name="connsiteX2512" fmla="*/ 522486 w 1350737"/>
                <a:gd name="connsiteY2512" fmla="*/ 553107 h 885784"/>
                <a:gd name="connsiteX2513" fmla="*/ 515251 w 1350737"/>
                <a:gd name="connsiteY2513" fmla="*/ 553107 h 885784"/>
                <a:gd name="connsiteX2514" fmla="*/ 510335 w 1350737"/>
                <a:gd name="connsiteY2514" fmla="*/ 548190 h 885784"/>
                <a:gd name="connsiteX2515" fmla="*/ 510335 w 1350737"/>
                <a:gd name="connsiteY2515" fmla="*/ 541341 h 885784"/>
                <a:gd name="connsiteX2516" fmla="*/ 512793 w 1350737"/>
                <a:gd name="connsiteY2516" fmla="*/ 541341 h 885784"/>
                <a:gd name="connsiteX2517" fmla="*/ 512793 w 1350737"/>
                <a:gd name="connsiteY2517" fmla="*/ 545468 h 885784"/>
                <a:gd name="connsiteX2518" fmla="*/ 516411 w 1350737"/>
                <a:gd name="connsiteY2518" fmla="*/ 549331 h 885784"/>
                <a:gd name="connsiteX2519" fmla="*/ 510335 w 1350737"/>
                <a:gd name="connsiteY2519" fmla="*/ 565486 h 885784"/>
                <a:gd name="connsiteX2520" fmla="*/ 505419 w 1350737"/>
                <a:gd name="connsiteY2520" fmla="*/ 564257 h 885784"/>
                <a:gd name="connsiteX2521" fmla="*/ 505419 w 1350737"/>
                <a:gd name="connsiteY2521" fmla="*/ 559999 h 885784"/>
                <a:gd name="connsiteX2522" fmla="*/ 506857 w 1350737"/>
                <a:gd name="connsiteY2522" fmla="*/ 558638 h 885784"/>
                <a:gd name="connsiteX2523" fmla="*/ 512793 w 1350737"/>
                <a:gd name="connsiteY2523" fmla="*/ 564257 h 885784"/>
                <a:gd name="connsiteX2524" fmla="*/ 515530 w 1350737"/>
                <a:gd name="connsiteY2524" fmla="*/ 562457 h 885784"/>
                <a:gd name="connsiteX2525" fmla="*/ 515530 w 1350737"/>
                <a:gd name="connsiteY2525" fmla="*/ 559999 h 885784"/>
                <a:gd name="connsiteX2526" fmla="*/ 517849 w 1350737"/>
                <a:gd name="connsiteY2526" fmla="*/ 558638 h 885784"/>
                <a:gd name="connsiteX2527" fmla="*/ 520167 w 1350737"/>
                <a:gd name="connsiteY2527" fmla="*/ 560570 h 885784"/>
                <a:gd name="connsiteX2528" fmla="*/ 517849 w 1350737"/>
                <a:gd name="connsiteY2528" fmla="*/ 566057 h 885784"/>
                <a:gd name="connsiteX2529" fmla="*/ 512654 w 1350737"/>
                <a:gd name="connsiteY2529" fmla="*/ 569920 h 885784"/>
                <a:gd name="connsiteX2530" fmla="*/ 510335 w 1350737"/>
                <a:gd name="connsiteY2530" fmla="*/ 565530 h 885784"/>
                <a:gd name="connsiteX2531" fmla="*/ 525130 w 1350737"/>
                <a:gd name="connsiteY2531" fmla="*/ 583310 h 885784"/>
                <a:gd name="connsiteX2532" fmla="*/ 522533 w 1350737"/>
                <a:gd name="connsiteY2532" fmla="*/ 582212 h 885784"/>
                <a:gd name="connsiteX2533" fmla="*/ 517895 w 1350737"/>
                <a:gd name="connsiteY2533" fmla="*/ 571764 h 885784"/>
                <a:gd name="connsiteX2534" fmla="*/ 520214 w 1350737"/>
                <a:gd name="connsiteY2534" fmla="*/ 569833 h 885784"/>
                <a:gd name="connsiteX2535" fmla="*/ 523275 w 1350737"/>
                <a:gd name="connsiteY2535" fmla="*/ 578876 h 885784"/>
                <a:gd name="connsiteX2536" fmla="*/ 526011 w 1350737"/>
                <a:gd name="connsiteY2536" fmla="*/ 567067 h 885784"/>
                <a:gd name="connsiteX2537" fmla="*/ 528608 w 1350737"/>
                <a:gd name="connsiteY2537" fmla="*/ 567067 h 885784"/>
                <a:gd name="connsiteX2538" fmla="*/ 525130 w 1350737"/>
                <a:gd name="connsiteY2538" fmla="*/ 583266 h 885784"/>
                <a:gd name="connsiteX2539" fmla="*/ 534684 w 1350737"/>
                <a:gd name="connsiteY2539" fmla="*/ 598938 h 885784"/>
                <a:gd name="connsiteX2540" fmla="*/ 530324 w 1350737"/>
                <a:gd name="connsiteY2540" fmla="*/ 594022 h 885784"/>
                <a:gd name="connsiteX2541" fmla="*/ 534684 w 1350737"/>
                <a:gd name="connsiteY2541" fmla="*/ 592353 h 885784"/>
                <a:gd name="connsiteX2542" fmla="*/ 534684 w 1350737"/>
                <a:gd name="connsiteY2542" fmla="*/ 598938 h 885784"/>
                <a:gd name="connsiteX2543" fmla="*/ 540481 w 1350737"/>
                <a:gd name="connsiteY2543" fmla="*/ 601441 h 885784"/>
                <a:gd name="connsiteX2544" fmla="*/ 538718 w 1350737"/>
                <a:gd name="connsiteY2544" fmla="*/ 598543 h 885784"/>
                <a:gd name="connsiteX2545" fmla="*/ 540481 w 1350737"/>
                <a:gd name="connsiteY2545" fmla="*/ 595646 h 885784"/>
                <a:gd name="connsiteX2546" fmla="*/ 543959 w 1350737"/>
                <a:gd name="connsiteY2546" fmla="*/ 595646 h 885784"/>
                <a:gd name="connsiteX2547" fmla="*/ 540481 w 1350737"/>
                <a:gd name="connsiteY2547" fmla="*/ 601441 h 885784"/>
                <a:gd name="connsiteX2548" fmla="*/ 543959 w 1350737"/>
                <a:gd name="connsiteY2548" fmla="*/ 565486 h 885784"/>
                <a:gd name="connsiteX2549" fmla="*/ 543959 w 1350737"/>
                <a:gd name="connsiteY2549" fmla="*/ 553151 h 885784"/>
                <a:gd name="connsiteX2550" fmla="*/ 546556 w 1350737"/>
                <a:gd name="connsiteY2550" fmla="*/ 564257 h 885784"/>
                <a:gd name="connsiteX2551" fmla="*/ 543959 w 1350737"/>
                <a:gd name="connsiteY2551" fmla="*/ 565486 h 885784"/>
                <a:gd name="connsiteX2552" fmla="*/ 541362 w 1350737"/>
                <a:gd name="connsiteY2552" fmla="*/ 525976 h 885784"/>
                <a:gd name="connsiteX2553" fmla="*/ 536168 w 1350737"/>
                <a:gd name="connsiteY2553" fmla="*/ 527908 h 885784"/>
                <a:gd name="connsiteX2554" fmla="*/ 536168 w 1350737"/>
                <a:gd name="connsiteY2554" fmla="*/ 524045 h 885784"/>
                <a:gd name="connsiteX2555" fmla="*/ 540805 w 1350737"/>
                <a:gd name="connsiteY2555" fmla="*/ 522245 h 885784"/>
                <a:gd name="connsiteX2556" fmla="*/ 546881 w 1350737"/>
                <a:gd name="connsiteY2556" fmla="*/ 519655 h 885784"/>
                <a:gd name="connsiteX2557" fmla="*/ 550359 w 1350737"/>
                <a:gd name="connsiteY2557" fmla="*/ 516626 h 885784"/>
                <a:gd name="connsiteX2558" fmla="*/ 551797 w 1350737"/>
                <a:gd name="connsiteY2558" fmla="*/ 516626 h 885784"/>
                <a:gd name="connsiteX2559" fmla="*/ 551797 w 1350737"/>
                <a:gd name="connsiteY2559" fmla="*/ 522113 h 885784"/>
                <a:gd name="connsiteX2560" fmla="*/ 546603 w 1350737"/>
                <a:gd name="connsiteY2560" fmla="*/ 525976 h 885784"/>
                <a:gd name="connsiteX2561" fmla="*/ 541408 w 1350737"/>
                <a:gd name="connsiteY2561" fmla="*/ 525976 h 885784"/>
                <a:gd name="connsiteX2562" fmla="*/ 556156 w 1350737"/>
                <a:gd name="connsiteY2562" fmla="*/ 711191 h 885784"/>
                <a:gd name="connsiteX2563" fmla="*/ 551797 w 1350737"/>
                <a:gd name="connsiteY2563" fmla="*/ 711191 h 885784"/>
                <a:gd name="connsiteX2564" fmla="*/ 550034 w 1350737"/>
                <a:gd name="connsiteY2564" fmla="*/ 708996 h 885784"/>
                <a:gd name="connsiteX2565" fmla="*/ 553095 w 1350737"/>
                <a:gd name="connsiteY2565" fmla="*/ 707328 h 885784"/>
                <a:gd name="connsiteX2566" fmla="*/ 556156 w 1350737"/>
                <a:gd name="connsiteY2566" fmla="*/ 708996 h 885784"/>
                <a:gd name="connsiteX2567" fmla="*/ 556156 w 1350737"/>
                <a:gd name="connsiteY2567" fmla="*/ 711191 h 885784"/>
                <a:gd name="connsiteX2568" fmla="*/ 554719 w 1350737"/>
                <a:gd name="connsiteY2568" fmla="*/ 483174 h 885784"/>
                <a:gd name="connsiteX2569" fmla="*/ 551843 w 1350737"/>
                <a:gd name="connsiteY2569" fmla="*/ 480979 h 885784"/>
                <a:gd name="connsiteX2570" fmla="*/ 556481 w 1350737"/>
                <a:gd name="connsiteY2570" fmla="*/ 476589 h 885784"/>
                <a:gd name="connsiteX2571" fmla="*/ 562000 w 1350737"/>
                <a:gd name="connsiteY2571" fmla="*/ 472199 h 885784"/>
                <a:gd name="connsiteX2572" fmla="*/ 568956 w 1350737"/>
                <a:gd name="connsiteY2572" fmla="*/ 470004 h 885784"/>
                <a:gd name="connsiteX2573" fmla="*/ 568956 w 1350737"/>
                <a:gd name="connsiteY2573" fmla="*/ 474394 h 885784"/>
                <a:gd name="connsiteX2574" fmla="*/ 563437 w 1350737"/>
                <a:gd name="connsiteY2574" fmla="*/ 474394 h 885784"/>
                <a:gd name="connsiteX2575" fmla="*/ 559078 w 1350737"/>
                <a:gd name="connsiteY2575" fmla="*/ 478257 h 885784"/>
                <a:gd name="connsiteX2576" fmla="*/ 554719 w 1350737"/>
                <a:gd name="connsiteY2576" fmla="*/ 483174 h 885784"/>
                <a:gd name="connsiteX2577" fmla="*/ 561953 w 1350737"/>
                <a:gd name="connsiteY2577" fmla="*/ 497178 h 885784"/>
                <a:gd name="connsiteX2578" fmla="*/ 566591 w 1350737"/>
                <a:gd name="connsiteY2578" fmla="*/ 493885 h 885784"/>
                <a:gd name="connsiteX2579" fmla="*/ 566591 w 1350737"/>
                <a:gd name="connsiteY2579" fmla="*/ 496080 h 885784"/>
                <a:gd name="connsiteX2580" fmla="*/ 563113 w 1350737"/>
                <a:gd name="connsiteY2580" fmla="*/ 500470 h 885784"/>
                <a:gd name="connsiteX2581" fmla="*/ 561953 w 1350737"/>
                <a:gd name="connsiteY2581" fmla="*/ 497178 h 885784"/>
                <a:gd name="connsiteX2582" fmla="*/ 567751 w 1350737"/>
                <a:gd name="connsiteY2582" fmla="*/ 590992 h 885784"/>
                <a:gd name="connsiteX2583" fmla="*/ 566591 w 1350737"/>
                <a:gd name="connsiteY2583" fmla="*/ 581115 h 885784"/>
                <a:gd name="connsiteX2584" fmla="*/ 578185 w 1350737"/>
                <a:gd name="connsiteY2584" fmla="*/ 583310 h 885784"/>
                <a:gd name="connsiteX2585" fmla="*/ 574104 w 1350737"/>
                <a:gd name="connsiteY2585" fmla="*/ 586032 h 885784"/>
                <a:gd name="connsiteX2586" fmla="*/ 567704 w 1350737"/>
                <a:gd name="connsiteY2586" fmla="*/ 590948 h 885784"/>
                <a:gd name="connsiteX2587" fmla="*/ 582823 w 1350737"/>
                <a:gd name="connsiteY2587" fmla="*/ 667554 h 885784"/>
                <a:gd name="connsiteX2588" fmla="*/ 579762 w 1350737"/>
                <a:gd name="connsiteY2588" fmla="*/ 670013 h 885784"/>
                <a:gd name="connsiteX2589" fmla="*/ 576701 w 1350737"/>
                <a:gd name="connsiteY2589" fmla="*/ 670013 h 885784"/>
                <a:gd name="connsiteX2590" fmla="*/ 579762 w 1350737"/>
                <a:gd name="connsiteY2590" fmla="*/ 663954 h 885784"/>
                <a:gd name="connsiteX2591" fmla="*/ 587136 w 1350737"/>
                <a:gd name="connsiteY2591" fmla="*/ 663954 h 885784"/>
                <a:gd name="connsiteX2592" fmla="*/ 588296 w 1350737"/>
                <a:gd name="connsiteY2592" fmla="*/ 666983 h 885784"/>
                <a:gd name="connsiteX2593" fmla="*/ 582777 w 1350737"/>
                <a:gd name="connsiteY2593" fmla="*/ 667510 h 885784"/>
                <a:gd name="connsiteX2594" fmla="*/ 594696 w 1350737"/>
                <a:gd name="connsiteY2594" fmla="*/ 601441 h 885784"/>
                <a:gd name="connsiteX2595" fmla="*/ 588296 w 1350737"/>
                <a:gd name="connsiteY2595" fmla="*/ 598982 h 885784"/>
                <a:gd name="connsiteX2596" fmla="*/ 593490 w 1350737"/>
                <a:gd name="connsiteY2596" fmla="*/ 595646 h 885784"/>
                <a:gd name="connsiteX2597" fmla="*/ 594649 w 1350737"/>
                <a:gd name="connsiteY2597" fmla="*/ 594022 h 885784"/>
                <a:gd name="connsiteX2598" fmla="*/ 594649 w 1350737"/>
                <a:gd name="connsiteY2598" fmla="*/ 601441 h 885784"/>
                <a:gd name="connsiteX2599" fmla="*/ 592377 w 1350737"/>
                <a:gd name="connsiteY2599" fmla="*/ 498802 h 885784"/>
                <a:gd name="connsiteX2600" fmla="*/ 592377 w 1350737"/>
                <a:gd name="connsiteY2600" fmla="*/ 497134 h 885784"/>
                <a:gd name="connsiteX2601" fmla="*/ 596736 w 1350737"/>
                <a:gd name="connsiteY2601" fmla="*/ 493842 h 885784"/>
                <a:gd name="connsiteX2602" fmla="*/ 604249 w 1350737"/>
                <a:gd name="connsiteY2602" fmla="*/ 497134 h 885784"/>
                <a:gd name="connsiteX2603" fmla="*/ 597015 w 1350737"/>
                <a:gd name="connsiteY2603" fmla="*/ 506177 h 885784"/>
                <a:gd name="connsiteX2604" fmla="*/ 592377 w 1350737"/>
                <a:gd name="connsiteY2604" fmla="*/ 498758 h 885784"/>
                <a:gd name="connsiteX2605" fmla="*/ 615287 w 1350737"/>
                <a:gd name="connsiteY2605" fmla="*/ 536688 h 885784"/>
                <a:gd name="connsiteX2606" fmla="*/ 611531 w 1350737"/>
                <a:gd name="connsiteY2606" fmla="*/ 541341 h 885784"/>
                <a:gd name="connsiteX2607" fmla="*/ 609490 w 1350737"/>
                <a:gd name="connsiteY2607" fmla="*/ 545468 h 885784"/>
                <a:gd name="connsiteX2608" fmla="*/ 600493 w 1350737"/>
                <a:gd name="connsiteY2608" fmla="*/ 551219 h 885784"/>
                <a:gd name="connsiteX2609" fmla="*/ 597896 w 1350737"/>
                <a:gd name="connsiteY2609" fmla="*/ 549024 h 885784"/>
                <a:gd name="connsiteX2610" fmla="*/ 600493 w 1350737"/>
                <a:gd name="connsiteY2610" fmla="*/ 546302 h 885784"/>
                <a:gd name="connsiteX2611" fmla="*/ 604249 w 1350737"/>
                <a:gd name="connsiteY2611" fmla="*/ 547268 h 885784"/>
                <a:gd name="connsiteX2612" fmla="*/ 609165 w 1350737"/>
                <a:gd name="connsiteY2612" fmla="*/ 539717 h 885784"/>
                <a:gd name="connsiteX2613" fmla="*/ 609165 w 1350737"/>
                <a:gd name="connsiteY2613" fmla="*/ 536161 h 885784"/>
                <a:gd name="connsiteX2614" fmla="*/ 604667 w 1350737"/>
                <a:gd name="connsiteY2614" fmla="*/ 532605 h 885784"/>
                <a:gd name="connsiteX2615" fmla="*/ 606522 w 1350737"/>
                <a:gd name="connsiteY2615" fmla="*/ 527952 h 885784"/>
                <a:gd name="connsiteX2616" fmla="*/ 604203 w 1350737"/>
                <a:gd name="connsiteY2616" fmla="*/ 524396 h 885784"/>
                <a:gd name="connsiteX2617" fmla="*/ 607960 w 1350737"/>
                <a:gd name="connsiteY2617" fmla="*/ 522333 h 885784"/>
                <a:gd name="connsiteX2618" fmla="*/ 611438 w 1350737"/>
                <a:gd name="connsiteY2618" fmla="*/ 522333 h 885784"/>
                <a:gd name="connsiteX2619" fmla="*/ 615519 w 1350737"/>
                <a:gd name="connsiteY2619" fmla="*/ 506265 h 885784"/>
                <a:gd name="connsiteX2620" fmla="*/ 615519 w 1350737"/>
                <a:gd name="connsiteY2620" fmla="*/ 524352 h 885784"/>
                <a:gd name="connsiteX2621" fmla="*/ 618116 w 1350737"/>
                <a:gd name="connsiteY2621" fmla="*/ 527908 h 885784"/>
                <a:gd name="connsiteX2622" fmla="*/ 612597 w 1350737"/>
                <a:gd name="connsiteY2622" fmla="*/ 532561 h 885784"/>
                <a:gd name="connsiteX2623" fmla="*/ 615195 w 1350737"/>
                <a:gd name="connsiteY2623" fmla="*/ 536688 h 885784"/>
                <a:gd name="connsiteX2624" fmla="*/ 616447 w 1350737"/>
                <a:gd name="connsiteY2624" fmla="*/ 449151 h 885784"/>
                <a:gd name="connsiteX2625" fmla="*/ 610649 w 1350737"/>
                <a:gd name="connsiteY2625" fmla="*/ 440635 h 885784"/>
                <a:gd name="connsiteX2626" fmla="*/ 610649 w 1350737"/>
                <a:gd name="connsiteY2626" fmla="*/ 430757 h 885784"/>
                <a:gd name="connsiteX2627" fmla="*/ 613525 w 1350737"/>
                <a:gd name="connsiteY2627" fmla="*/ 428694 h 885784"/>
                <a:gd name="connsiteX2628" fmla="*/ 615102 w 1350737"/>
                <a:gd name="connsiteY2628" fmla="*/ 433786 h 885784"/>
                <a:gd name="connsiteX2629" fmla="*/ 618163 w 1350737"/>
                <a:gd name="connsiteY2629" fmla="*/ 439976 h 885784"/>
                <a:gd name="connsiteX2630" fmla="*/ 619600 w 1350737"/>
                <a:gd name="connsiteY2630" fmla="*/ 446693 h 885784"/>
                <a:gd name="connsiteX2631" fmla="*/ 616400 w 1350737"/>
                <a:gd name="connsiteY2631" fmla="*/ 449151 h 885784"/>
                <a:gd name="connsiteX2632" fmla="*/ 618163 w 1350737"/>
                <a:gd name="connsiteY2632" fmla="*/ 377901 h 885784"/>
                <a:gd name="connsiteX2633" fmla="*/ 620760 w 1350737"/>
                <a:gd name="connsiteY2633" fmla="*/ 376716 h 885784"/>
                <a:gd name="connsiteX2634" fmla="*/ 617003 w 1350737"/>
                <a:gd name="connsiteY2634" fmla="*/ 372458 h 885784"/>
                <a:gd name="connsiteX2635" fmla="*/ 619600 w 1350737"/>
                <a:gd name="connsiteY2635" fmla="*/ 370658 h 885784"/>
                <a:gd name="connsiteX2636" fmla="*/ 624238 w 1350737"/>
                <a:gd name="connsiteY2636" fmla="*/ 374521 h 885784"/>
                <a:gd name="connsiteX2637" fmla="*/ 632632 w 1350737"/>
                <a:gd name="connsiteY2637" fmla="*/ 372458 h 885784"/>
                <a:gd name="connsiteX2638" fmla="*/ 634951 w 1350737"/>
                <a:gd name="connsiteY2638" fmla="*/ 377550 h 885784"/>
                <a:gd name="connsiteX2639" fmla="*/ 624702 w 1350737"/>
                <a:gd name="connsiteY2639" fmla="*/ 377550 h 885784"/>
                <a:gd name="connsiteX2640" fmla="*/ 619600 w 1350737"/>
                <a:gd name="connsiteY2640" fmla="*/ 383301 h 885784"/>
                <a:gd name="connsiteX2641" fmla="*/ 618163 w 1350737"/>
                <a:gd name="connsiteY2641" fmla="*/ 377901 h 885784"/>
                <a:gd name="connsiteX2642" fmla="*/ 624748 w 1350737"/>
                <a:gd name="connsiteY2642" fmla="*/ 415392 h 885784"/>
                <a:gd name="connsiteX2643" fmla="*/ 628319 w 1350737"/>
                <a:gd name="connsiteY2643" fmla="*/ 418685 h 885784"/>
                <a:gd name="connsiteX2644" fmla="*/ 632679 w 1350737"/>
                <a:gd name="connsiteY2644" fmla="*/ 418158 h 885784"/>
                <a:gd name="connsiteX2645" fmla="*/ 632679 w 1350737"/>
                <a:gd name="connsiteY2645" fmla="*/ 422284 h 885784"/>
                <a:gd name="connsiteX2646" fmla="*/ 623125 w 1350737"/>
                <a:gd name="connsiteY2646" fmla="*/ 428738 h 885784"/>
                <a:gd name="connsiteX2647" fmla="*/ 620806 w 1350737"/>
                <a:gd name="connsiteY2647" fmla="*/ 426806 h 885784"/>
                <a:gd name="connsiteX2648" fmla="*/ 626742 w 1350737"/>
                <a:gd name="connsiteY2648" fmla="*/ 422284 h 885784"/>
                <a:gd name="connsiteX2649" fmla="*/ 624748 w 1350737"/>
                <a:gd name="connsiteY2649" fmla="*/ 415436 h 885784"/>
                <a:gd name="connsiteX2650" fmla="*/ 622800 w 1350737"/>
                <a:gd name="connsiteY2650" fmla="*/ 580852 h 885784"/>
                <a:gd name="connsiteX2651" fmla="*/ 631519 w 1350737"/>
                <a:gd name="connsiteY2651" fmla="*/ 580852 h 885784"/>
                <a:gd name="connsiteX2652" fmla="*/ 629757 w 1350737"/>
                <a:gd name="connsiteY2652" fmla="*/ 584978 h 885784"/>
                <a:gd name="connsiteX2653" fmla="*/ 626000 w 1350737"/>
                <a:gd name="connsiteY2653" fmla="*/ 588271 h 885784"/>
                <a:gd name="connsiteX2654" fmla="*/ 622800 w 1350737"/>
                <a:gd name="connsiteY2654" fmla="*/ 580852 h 885784"/>
                <a:gd name="connsiteX2655" fmla="*/ 644551 w 1350737"/>
                <a:gd name="connsiteY2655" fmla="*/ 657150 h 885784"/>
                <a:gd name="connsiteX2656" fmla="*/ 651230 w 1350737"/>
                <a:gd name="connsiteY2656" fmla="*/ 656316 h 885784"/>
                <a:gd name="connsiteX2657" fmla="*/ 649328 w 1350737"/>
                <a:gd name="connsiteY2657" fmla="*/ 651662 h 885784"/>
                <a:gd name="connsiteX2658" fmla="*/ 647659 w 1350737"/>
                <a:gd name="connsiteY2658" fmla="*/ 645341 h 885784"/>
                <a:gd name="connsiteX2659" fmla="*/ 644551 w 1350737"/>
                <a:gd name="connsiteY2659" fmla="*/ 643980 h 885784"/>
                <a:gd name="connsiteX2660" fmla="*/ 644551 w 1350737"/>
                <a:gd name="connsiteY2660" fmla="*/ 647272 h 885784"/>
                <a:gd name="connsiteX2661" fmla="*/ 641212 w 1350737"/>
                <a:gd name="connsiteY2661" fmla="*/ 647272 h 885784"/>
                <a:gd name="connsiteX2662" fmla="*/ 641212 w 1350737"/>
                <a:gd name="connsiteY2662" fmla="*/ 641214 h 885784"/>
                <a:gd name="connsiteX2663" fmla="*/ 639032 w 1350737"/>
                <a:gd name="connsiteY2663" fmla="*/ 641214 h 885784"/>
                <a:gd name="connsiteX2664" fmla="*/ 637873 w 1350737"/>
                <a:gd name="connsiteY2664" fmla="*/ 644770 h 885784"/>
                <a:gd name="connsiteX2665" fmla="*/ 634673 w 1350737"/>
                <a:gd name="connsiteY2665" fmla="*/ 644770 h 885784"/>
                <a:gd name="connsiteX2666" fmla="*/ 634673 w 1350737"/>
                <a:gd name="connsiteY2666" fmla="*/ 640380 h 885784"/>
                <a:gd name="connsiteX2667" fmla="*/ 629154 w 1350737"/>
                <a:gd name="connsiteY2667" fmla="*/ 637658 h 885784"/>
                <a:gd name="connsiteX2668" fmla="*/ 634673 w 1350737"/>
                <a:gd name="connsiteY2668" fmla="*/ 636297 h 885784"/>
                <a:gd name="connsiteX2669" fmla="*/ 639589 w 1350737"/>
                <a:gd name="connsiteY2669" fmla="*/ 636297 h 885784"/>
                <a:gd name="connsiteX2670" fmla="*/ 651183 w 1350737"/>
                <a:gd name="connsiteY2670" fmla="*/ 642882 h 885784"/>
                <a:gd name="connsiteX2671" fmla="*/ 654059 w 1350737"/>
                <a:gd name="connsiteY2671" fmla="*/ 648370 h 885784"/>
                <a:gd name="connsiteX2672" fmla="*/ 652296 w 1350737"/>
                <a:gd name="connsiteY2672" fmla="*/ 652496 h 885784"/>
                <a:gd name="connsiteX2673" fmla="*/ 654059 w 1350737"/>
                <a:gd name="connsiteY2673" fmla="*/ 657721 h 885784"/>
                <a:gd name="connsiteX2674" fmla="*/ 652296 w 1350737"/>
                <a:gd name="connsiteY2674" fmla="*/ 661847 h 885784"/>
                <a:gd name="connsiteX2675" fmla="*/ 652296 w 1350737"/>
                <a:gd name="connsiteY2675" fmla="*/ 667598 h 885784"/>
                <a:gd name="connsiteX2676" fmla="*/ 654059 w 1350737"/>
                <a:gd name="connsiteY2676" fmla="*/ 668959 h 885784"/>
                <a:gd name="connsiteX2677" fmla="*/ 654059 w 1350737"/>
                <a:gd name="connsiteY2677" fmla="*/ 673876 h 885784"/>
                <a:gd name="connsiteX2678" fmla="*/ 651183 w 1350737"/>
                <a:gd name="connsiteY2678" fmla="*/ 673876 h 885784"/>
                <a:gd name="connsiteX2679" fmla="*/ 651183 w 1350737"/>
                <a:gd name="connsiteY2679" fmla="*/ 671417 h 885784"/>
                <a:gd name="connsiteX2680" fmla="*/ 646824 w 1350737"/>
                <a:gd name="connsiteY2680" fmla="*/ 668959 h 885784"/>
                <a:gd name="connsiteX2681" fmla="*/ 644505 w 1350737"/>
                <a:gd name="connsiteY2681" fmla="*/ 657150 h 885784"/>
                <a:gd name="connsiteX2682" fmla="*/ 652389 w 1350737"/>
                <a:gd name="connsiteY2682" fmla="*/ 686212 h 885784"/>
                <a:gd name="connsiteX2683" fmla="*/ 649189 w 1350737"/>
                <a:gd name="connsiteY2683" fmla="*/ 682919 h 885784"/>
                <a:gd name="connsiteX2684" fmla="*/ 651230 w 1350737"/>
                <a:gd name="connsiteY2684" fmla="*/ 679627 h 885784"/>
                <a:gd name="connsiteX2685" fmla="*/ 656749 w 1350737"/>
                <a:gd name="connsiteY2685" fmla="*/ 684543 h 885784"/>
                <a:gd name="connsiteX2686" fmla="*/ 652389 w 1350737"/>
                <a:gd name="connsiteY2686" fmla="*/ 686212 h 885784"/>
                <a:gd name="connsiteX2687" fmla="*/ 671775 w 1350737"/>
                <a:gd name="connsiteY2687" fmla="*/ 707898 h 885784"/>
                <a:gd name="connsiteX2688" fmla="*/ 668575 w 1350737"/>
                <a:gd name="connsiteY2688" fmla="*/ 699382 h 885784"/>
                <a:gd name="connsiteX2689" fmla="*/ 666534 w 1350737"/>
                <a:gd name="connsiteY2689" fmla="*/ 692270 h 885784"/>
                <a:gd name="connsiteX2690" fmla="*/ 666534 w 1350737"/>
                <a:gd name="connsiteY2690" fmla="*/ 686212 h 885784"/>
                <a:gd name="connsiteX2691" fmla="*/ 664215 w 1350737"/>
                <a:gd name="connsiteY2691" fmla="*/ 682919 h 885784"/>
                <a:gd name="connsiteX2692" fmla="*/ 661015 w 1350737"/>
                <a:gd name="connsiteY2692" fmla="*/ 677432 h 885784"/>
                <a:gd name="connsiteX2693" fmla="*/ 656656 w 1350737"/>
                <a:gd name="connsiteY2693" fmla="*/ 671681 h 885784"/>
                <a:gd name="connsiteX2694" fmla="*/ 661850 w 1350737"/>
                <a:gd name="connsiteY2694" fmla="*/ 671681 h 885784"/>
                <a:gd name="connsiteX2695" fmla="*/ 665189 w 1350737"/>
                <a:gd name="connsiteY2695" fmla="*/ 675544 h 885784"/>
                <a:gd name="connsiteX2696" fmla="*/ 665189 w 1350737"/>
                <a:gd name="connsiteY2696" fmla="*/ 671681 h 885784"/>
                <a:gd name="connsiteX2697" fmla="*/ 668528 w 1350737"/>
                <a:gd name="connsiteY2697" fmla="*/ 671681 h 885784"/>
                <a:gd name="connsiteX2698" fmla="*/ 668528 w 1350737"/>
                <a:gd name="connsiteY2698" fmla="*/ 679627 h 885784"/>
                <a:gd name="connsiteX2699" fmla="*/ 671728 w 1350737"/>
                <a:gd name="connsiteY2699" fmla="*/ 682919 h 885784"/>
                <a:gd name="connsiteX2700" fmla="*/ 668528 w 1350737"/>
                <a:gd name="connsiteY2700" fmla="*/ 687309 h 885784"/>
                <a:gd name="connsiteX2701" fmla="*/ 671728 w 1350737"/>
                <a:gd name="connsiteY2701" fmla="*/ 691436 h 885784"/>
                <a:gd name="connsiteX2702" fmla="*/ 681560 w 1350737"/>
                <a:gd name="connsiteY2702" fmla="*/ 703772 h 885784"/>
                <a:gd name="connsiteX2703" fmla="*/ 671728 w 1350737"/>
                <a:gd name="connsiteY2703" fmla="*/ 707898 h 885784"/>
                <a:gd name="connsiteX2704" fmla="*/ 671775 w 1350737"/>
                <a:gd name="connsiteY2704" fmla="*/ 677432 h 885784"/>
                <a:gd name="connsiteX2705" fmla="*/ 671775 w 1350737"/>
                <a:gd name="connsiteY2705" fmla="*/ 670847 h 885784"/>
                <a:gd name="connsiteX2706" fmla="*/ 674975 w 1350737"/>
                <a:gd name="connsiteY2706" fmla="*/ 670847 h 885784"/>
                <a:gd name="connsiteX2707" fmla="*/ 671775 w 1350737"/>
                <a:gd name="connsiteY2707" fmla="*/ 677432 h 885784"/>
                <a:gd name="connsiteX2708" fmla="*/ 706882 w 1350737"/>
                <a:gd name="connsiteY2708" fmla="*/ 697187 h 885784"/>
                <a:gd name="connsiteX2709" fmla="*/ 702523 w 1350737"/>
                <a:gd name="connsiteY2709" fmla="*/ 697187 h 885784"/>
                <a:gd name="connsiteX2710" fmla="*/ 702523 w 1350737"/>
                <a:gd name="connsiteY2710" fmla="*/ 703772 h 885784"/>
                <a:gd name="connsiteX2711" fmla="*/ 697329 w 1350737"/>
                <a:gd name="connsiteY2711" fmla="*/ 692270 h 885784"/>
                <a:gd name="connsiteX2712" fmla="*/ 700529 w 1350737"/>
                <a:gd name="connsiteY2712" fmla="*/ 687880 h 885784"/>
                <a:gd name="connsiteX2713" fmla="*/ 700529 w 1350737"/>
                <a:gd name="connsiteY2713" fmla="*/ 681295 h 885784"/>
                <a:gd name="connsiteX2714" fmla="*/ 696772 w 1350737"/>
                <a:gd name="connsiteY2714" fmla="*/ 684851 h 885784"/>
                <a:gd name="connsiteX2715" fmla="*/ 695334 w 1350737"/>
                <a:gd name="connsiteY2715" fmla="*/ 682392 h 885784"/>
                <a:gd name="connsiteX2716" fmla="*/ 700529 w 1350737"/>
                <a:gd name="connsiteY2716" fmla="*/ 675281 h 885784"/>
                <a:gd name="connsiteX2717" fmla="*/ 698210 w 1350737"/>
                <a:gd name="connsiteY2717" fmla="*/ 672822 h 885784"/>
                <a:gd name="connsiteX2718" fmla="*/ 693016 w 1350737"/>
                <a:gd name="connsiteY2718" fmla="*/ 679671 h 885784"/>
                <a:gd name="connsiteX2719" fmla="*/ 693016 w 1350737"/>
                <a:gd name="connsiteY2719" fmla="*/ 665140 h 885784"/>
                <a:gd name="connsiteX2720" fmla="*/ 686940 w 1350737"/>
                <a:gd name="connsiteY2720" fmla="*/ 664613 h 885784"/>
                <a:gd name="connsiteX2721" fmla="*/ 686940 w 1350737"/>
                <a:gd name="connsiteY2721" fmla="*/ 661584 h 885784"/>
                <a:gd name="connsiteX2722" fmla="*/ 683462 w 1350737"/>
                <a:gd name="connsiteY2722" fmla="*/ 661584 h 885784"/>
                <a:gd name="connsiteX2723" fmla="*/ 683462 w 1350737"/>
                <a:gd name="connsiteY2723" fmla="*/ 667335 h 885784"/>
                <a:gd name="connsiteX2724" fmla="*/ 679705 w 1350737"/>
                <a:gd name="connsiteY2724" fmla="*/ 667335 h 885784"/>
                <a:gd name="connsiteX2725" fmla="*/ 679705 w 1350737"/>
                <a:gd name="connsiteY2725" fmla="*/ 662418 h 885784"/>
                <a:gd name="connsiteX2726" fmla="*/ 673630 w 1350737"/>
                <a:gd name="connsiteY2726" fmla="*/ 655306 h 885784"/>
                <a:gd name="connsiteX2727" fmla="*/ 674511 w 1350737"/>
                <a:gd name="connsiteY2727" fmla="*/ 653374 h 885784"/>
                <a:gd name="connsiteX2728" fmla="*/ 666998 w 1350737"/>
                <a:gd name="connsiteY2728" fmla="*/ 643497 h 885784"/>
                <a:gd name="connsiteX2729" fmla="*/ 673398 w 1350737"/>
                <a:gd name="connsiteY2729" fmla="*/ 641038 h 885784"/>
                <a:gd name="connsiteX2730" fmla="*/ 673398 w 1350737"/>
                <a:gd name="connsiteY2730" fmla="*/ 639370 h 885784"/>
                <a:gd name="connsiteX2731" fmla="*/ 665004 w 1350737"/>
                <a:gd name="connsiteY2731" fmla="*/ 638009 h 885784"/>
                <a:gd name="connsiteX2732" fmla="*/ 663566 w 1350737"/>
                <a:gd name="connsiteY2732" fmla="*/ 627868 h 885784"/>
                <a:gd name="connsiteX2733" fmla="*/ 668204 w 1350737"/>
                <a:gd name="connsiteY2733" fmla="*/ 618825 h 885784"/>
                <a:gd name="connsiteX2734" fmla="*/ 677201 w 1350737"/>
                <a:gd name="connsiteY2734" fmla="*/ 620186 h 885784"/>
                <a:gd name="connsiteX2735" fmla="*/ 693711 w 1350737"/>
                <a:gd name="connsiteY2735" fmla="*/ 652014 h 885784"/>
                <a:gd name="connsiteX2736" fmla="*/ 707068 w 1350737"/>
                <a:gd name="connsiteY2736" fmla="*/ 683007 h 885784"/>
                <a:gd name="connsiteX2737" fmla="*/ 705630 w 1350737"/>
                <a:gd name="connsiteY2737" fmla="*/ 686299 h 885784"/>
                <a:gd name="connsiteX2738" fmla="*/ 707068 w 1350737"/>
                <a:gd name="connsiteY2738" fmla="*/ 697274 h 885784"/>
                <a:gd name="connsiteX2739" fmla="*/ 742546 w 1350737"/>
                <a:gd name="connsiteY2739" fmla="*/ 622557 h 885784"/>
                <a:gd name="connsiteX2740" fmla="*/ 732714 w 1350737"/>
                <a:gd name="connsiteY2740" fmla="*/ 622557 h 885784"/>
                <a:gd name="connsiteX2741" fmla="*/ 726917 w 1350737"/>
                <a:gd name="connsiteY2741" fmla="*/ 616235 h 885784"/>
                <a:gd name="connsiteX2742" fmla="*/ 730999 w 1350737"/>
                <a:gd name="connsiteY2742" fmla="*/ 614874 h 885784"/>
                <a:gd name="connsiteX2743" fmla="*/ 734755 w 1350737"/>
                <a:gd name="connsiteY2743" fmla="*/ 618737 h 885784"/>
                <a:gd name="connsiteX2744" fmla="*/ 742593 w 1350737"/>
                <a:gd name="connsiteY2744" fmla="*/ 618737 h 885784"/>
                <a:gd name="connsiteX2745" fmla="*/ 742593 w 1350737"/>
                <a:gd name="connsiteY2745" fmla="*/ 622601 h 885784"/>
                <a:gd name="connsiteX2746" fmla="*/ 748019 w 1350737"/>
                <a:gd name="connsiteY2746" fmla="*/ 592090 h 885784"/>
                <a:gd name="connsiteX2747" fmla="*/ 744262 w 1350737"/>
                <a:gd name="connsiteY2747" fmla="*/ 597577 h 885784"/>
                <a:gd name="connsiteX2748" fmla="*/ 737584 w 1350737"/>
                <a:gd name="connsiteY2748" fmla="*/ 600299 h 885784"/>
                <a:gd name="connsiteX2749" fmla="*/ 732668 w 1350737"/>
                <a:gd name="connsiteY2749" fmla="*/ 603592 h 885784"/>
                <a:gd name="connsiteX2750" fmla="*/ 737584 w 1350737"/>
                <a:gd name="connsiteY2750" fmla="*/ 594285 h 885784"/>
                <a:gd name="connsiteX2751" fmla="*/ 748019 w 1350737"/>
                <a:gd name="connsiteY2751" fmla="*/ 592090 h 885784"/>
                <a:gd name="connsiteX2752" fmla="*/ 725433 w 1350737"/>
                <a:gd name="connsiteY2752" fmla="*/ 547663 h 885784"/>
                <a:gd name="connsiteX2753" fmla="*/ 732668 w 1350737"/>
                <a:gd name="connsiteY2753" fmla="*/ 552053 h 885784"/>
                <a:gd name="connsiteX2754" fmla="*/ 725433 w 1350737"/>
                <a:gd name="connsiteY2754" fmla="*/ 553985 h 885784"/>
                <a:gd name="connsiteX2755" fmla="*/ 721677 w 1350737"/>
                <a:gd name="connsiteY2755" fmla="*/ 549331 h 885784"/>
                <a:gd name="connsiteX2756" fmla="*/ 725433 w 1350737"/>
                <a:gd name="connsiteY2756" fmla="*/ 547663 h 885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</a:cxnLst>
              <a:rect l="l" t="t" r="r" b="b"/>
              <a:pathLst>
                <a:path w="1350737" h="885784">
                  <a:moveTo>
                    <a:pt x="724459" y="733887"/>
                  </a:moveTo>
                  <a:lnTo>
                    <a:pt x="723114" y="733141"/>
                  </a:lnTo>
                  <a:lnTo>
                    <a:pt x="724459" y="732526"/>
                  </a:lnTo>
                  <a:lnTo>
                    <a:pt x="724459" y="727653"/>
                  </a:lnTo>
                  <a:cubicBezTo>
                    <a:pt x="724459" y="727039"/>
                    <a:pt x="724969" y="726556"/>
                    <a:pt x="725619" y="726556"/>
                  </a:cubicBezTo>
                  <a:lnTo>
                    <a:pt x="728123" y="726556"/>
                  </a:lnTo>
                  <a:lnTo>
                    <a:pt x="726871" y="719971"/>
                  </a:lnTo>
                  <a:lnTo>
                    <a:pt x="730627" y="723834"/>
                  </a:lnTo>
                  <a:lnTo>
                    <a:pt x="734709" y="719971"/>
                  </a:lnTo>
                  <a:lnTo>
                    <a:pt x="738465" y="716678"/>
                  </a:lnTo>
                  <a:lnTo>
                    <a:pt x="738465" y="723263"/>
                  </a:lnTo>
                  <a:lnTo>
                    <a:pt x="732668" y="724932"/>
                  </a:lnTo>
                  <a:lnTo>
                    <a:pt x="732668" y="727653"/>
                  </a:lnTo>
                  <a:lnTo>
                    <a:pt x="742500" y="732307"/>
                  </a:lnTo>
                  <a:lnTo>
                    <a:pt x="733920" y="737575"/>
                  </a:lnTo>
                  <a:lnTo>
                    <a:pt x="734430" y="739287"/>
                  </a:lnTo>
                  <a:lnTo>
                    <a:pt x="741341" y="741131"/>
                  </a:lnTo>
                  <a:lnTo>
                    <a:pt x="748993" y="744862"/>
                  </a:lnTo>
                  <a:lnTo>
                    <a:pt x="754651" y="743589"/>
                  </a:lnTo>
                  <a:lnTo>
                    <a:pt x="754697" y="743589"/>
                  </a:lnTo>
                  <a:lnTo>
                    <a:pt x="753723" y="738365"/>
                  </a:lnTo>
                  <a:lnTo>
                    <a:pt x="753445" y="737004"/>
                  </a:lnTo>
                  <a:lnTo>
                    <a:pt x="756645" y="734809"/>
                  </a:lnTo>
                  <a:lnTo>
                    <a:pt x="756645" y="742228"/>
                  </a:lnTo>
                  <a:lnTo>
                    <a:pt x="761283" y="739199"/>
                  </a:lnTo>
                  <a:lnTo>
                    <a:pt x="767683" y="745257"/>
                  </a:lnTo>
                  <a:lnTo>
                    <a:pt x="765457" y="746487"/>
                  </a:lnTo>
                  <a:lnTo>
                    <a:pt x="766199" y="747716"/>
                  </a:lnTo>
                  <a:lnTo>
                    <a:pt x="770002" y="749384"/>
                  </a:lnTo>
                  <a:lnTo>
                    <a:pt x="774083" y="749384"/>
                  </a:lnTo>
                  <a:cubicBezTo>
                    <a:pt x="774361" y="749384"/>
                    <a:pt x="774639" y="749472"/>
                    <a:pt x="774825" y="749647"/>
                  </a:cubicBezTo>
                  <a:lnTo>
                    <a:pt x="781874" y="755310"/>
                  </a:lnTo>
                  <a:lnTo>
                    <a:pt x="787625" y="753554"/>
                  </a:lnTo>
                  <a:lnTo>
                    <a:pt x="792959" y="752413"/>
                  </a:lnTo>
                  <a:cubicBezTo>
                    <a:pt x="793469" y="752281"/>
                    <a:pt x="793979" y="752545"/>
                    <a:pt x="794211" y="752940"/>
                  </a:cubicBezTo>
                  <a:lnTo>
                    <a:pt x="795602" y="755398"/>
                  </a:lnTo>
                  <a:lnTo>
                    <a:pt x="805944" y="755398"/>
                  </a:lnTo>
                  <a:cubicBezTo>
                    <a:pt x="806176" y="755398"/>
                    <a:pt x="806454" y="755486"/>
                    <a:pt x="806640" y="755618"/>
                  </a:cubicBezTo>
                  <a:lnTo>
                    <a:pt x="808634" y="757066"/>
                  </a:lnTo>
                  <a:lnTo>
                    <a:pt x="815730" y="757066"/>
                  </a:lnTo>
                  <a:lnTo>
                    <a:pt x="819533" y="754037"/>
                  </a:lnTo>
                  <a:lnTo>
                    <a:pt x="819533" y="750745"/>
                  </a:lnTo>
                  <a:lnTo>
                    <a:pt x="825933" y="745652"/>
                  </a:lnTo>
                  <a:lnTo>
                    <a:pt x="825933" y="750745"/>
                  </a:lnTo>
                  <a:lnTo>
                    <a:pt x="831730" y="740604"/>
                  </a:lnTo>
                  <a:lnTo>
                    <a:pt x="831730" y="747452"/>
                  </a:lnTo>
                  <a:lnTo>
                    <a:pt x="839846" y="741701"/>
                  </a:lnTo>
                  <a:lnTo>
                    <a:pt x="836646" y="739506"/>
                  </a:lnTo>
                  <a:lnTo>
                    <a:pt x="836646" y="735116"/>
                  </a:lnTo>
                  <a:cubicBezTo>
                    <a:pt x="841284" y="740340"/>
                    <a:pt x="863916" y="741965"/>
                    <a:pt x="863916" y="741965"/>
                  </a:cubicBezTo>
                  <a:cubicBezTo>
                    <a:pt x="865353" y="749647"/>
                    <a:pt x="872913" y="756803"/>
                    <a:pt x="872913" y="756803"/>
                  </a:cubicBezTo>
                  <a:lnTo>
                    <a:pt x="880426" y="760666"/>
                  </a:lnTo>
                  <a:lnTo>
                    <a:pt x="888820" y="758998"/>
                  </a:lnTo>
                  <a:lnTo>
                    <a:pt x="886502" y="766154"/>
                  </a:lnTo>
                  <a:lnTo>
                    <a:pt x="893736" y="772739"/>
                  </a:lnTo>
                  <a:lnTo>
                    <a:pt x="890861" y="776602"/>
                  </a:lnTo>
                  <a:lnTo>
                    <a:pt x="890861" y="780992"/>
                  </a:lnTo>
                  <a:lnTo>
                    <a:pt x="895777" y="781519"/>
                  </a:lnTo>
                  <a:lnTo>
                    <a:pt x="894015" y="785382"/>
                  </a:lnTo>
                  <a:lnTo>
                    <a:pt x="894015" y="788411"/>
                  </a:lnTo>
                  <a:lnTo>
                    <a:pt x="892113" y="790826"/>
                  </a:lnTo>
                  <a:cubicBezTo>
                    <a:pt x="893412" y="791352"/>
                    <a:pt x="897400" y="791045"/>
                    <a:pt x="899904" y="790650"/>
                  </a:cubicBezTo>
                  <a:cubicBezTo>
                    <a:pt x="900276" y="790606"/>
                    <a:pt x="900693" y="790738"/>
                    <a:pt x="900971" y="791001"/>
                  </a:cubicBezTo>
                  <a:cubicBezTo>
                    <a:pt x="901249" y="791265"/>
                    <a:pt x="901342" y="791660"/>
                    <a:pt x="901249" y="792011"/>
                  </a:cubicBezTo>
                  <a:cubicBezTo>
                    <a:pt x="900878" y="793416"/>
                    <a:pt x="900183" y="797674"/>
                    <a:pt x="901899" y="799079"/>
                  </a:cubicBezTo>
                  <a:cubicBezTo>
                    <a:pt x="903105" y="800045"/>
                    <a:pt x="905470" y="799386"/>
                    <a:pt x="907325" y="798596"/>
                  </a:cubicBezTo>
                  <a:lnTo>
                    <a:pt x="905748" y="796664"/>
                  </a:lnTo>
                  <a:lnTo>
                    <a:pt x="922722" y="798025"/>
                  </a:lnTo>
                  <a:lnTo>
                    <a:pt x="935198" y="800484"/>
                  </a:lnTo>
                  <a:lnTo>
                    <a:pt x="930838" y="803513"/>
                  </a:lnTo>
                  <a:lnTo>
                    <a:pt x="917806" y="803513"/>
                  </a:lnTo>
                  <a:lnTo>
                    <a:pt x="915487" y="805971"/>
                  </a:lnTo>
                  <a:lnTo>
                    <a:pt x="927082" y="810098"/>
                  </a:lnTo>
                  <a:lnTo>
                    <a:pt x="936635" y="813390"/>
                  </a:lnTo>
                  <a:lnTo>
                    <a:pt x="939511" y="806805"/>
                  </a:lnTo>
                  <a:lnTo>
                    <a:pt x="935754" y="803513"/>
                  </a:lnTo>
                  <a:lnTo>
                    <a:pt x="953749" y="803513"/>
                  </a:lnTo>
                  <a:lnTo>
                    <a:pt x="958108" y="810624"/>
                  </a:lnTo>
                  <a:lnTo>
                    <a:pt x="970259" y="828185"/>
                  </a:lnTo>
                  <a:lnTo>
                    <a:pt x="964183" y="827658"/>
                  </a:lnTo>
                  <a:lnTo>
                    <a:pt x="964183" y="834506"/>
                  </a:lnTo>
                  <a:lnTo>
                    <a:pt x="956948" y="832575"/>
                  </a:lnTo>
                  <a:lnTo>
                    <a:pt x="948832" y="828711"/>
                  </a:lnTo>
                  <a:lnTo>
                    <a:pt x="944751" y="818570"/>
                  </a:lnTo>
                  <a:lnTo>
                    <a:pt x="939232" y="819405"/>
                  </a:lnTo>
                  <a:lnTo>
                    <a:pt x="944751" y="829853"/>
                  </a:lnTo>
                  <a:lnTo>
                    <a:pt x="937795" y="843857"/>
                  </a:lnTo>
                  <a:lnTo>
                    <a:pt x="937795" y="857554"/>
                  </a:lnTo>
                  <a:cubicBezTo>
                    <a:pt x="937795" y="857554"/>
                    <a:pt x="934595" y="865500"/>
                    <a:pt x="929400" y="865236"/>
                  </a:cubicBezTo>
                  <a:cubicBezTo>
                    <a:pt x="929076" y="865236"/>
                    <a:pt x="928798" y="865104"/>
                    <a:pt x="928519" y="864973"/>
                  </a:cubicBezTo>
                  <a:lnTo>
                    <a:pt x="926154" y="872392"/>
                  </a:lnTo>
                  <a:cubicBezTo>
                    <a:pt x="926061" y="872655"/>
                    <a:pt x="925876" y="872875"/>
                    <a:pt x="925598" y="873050"/>
                  </a:cubicBezTo>
                  <a:cubicBezTo>
                    <a:pt x="925598" y="873050"/>
                    <a:pt x="925134" y="873314"/>
                    <a:pt x="924484" y="873753"/>
                  </a:cubicBezTo>
                  <a:lnTo>
                    <a:pt x="925319" y="873753"/>
                  </a:lnTo>
                  <a:cubicBezTo>
                    <a:pt x="926479" y="874280"/>
                    <a:pt x="927638" y="878670"/>
                    <a:pt x="927638" y="878670"/>
                  </a:cubicBezTo>
                  <a:lnTo>
                    <a:pt x="919383" y="878670"/>
                  </a:lnTo>
                  <a:cubicBezTo>
                    <a:pt x="918177" y="880382"/>
                    <a:pt x="917250" y="882445"/>
                    <a:pt x="917296" y="884772"/>
                  </a:cubicBezTo>
                  <a:cubicBezTo>
                    <a:pt x="917296" y="884903"/>
                    <a:pt x="917342" y="885035"/>
                    <a:pt x="917389" y="885167"/>
                  </a:cubicBezTo>
                  <a:cubicBezTo>
                    <a:pt x="921795" y="886308"/>
                    <a:pt x="927638" y="885518"/>
                    <a:pt x="927638" y="885518"/>
                  </a:cubicBezTo>
                  <a:cubicBezTo>
                    <a:pt x="929076" y="882225"/>
                    <a:pt x="937795" y="878670"/>
                    <a:pt x="937795" y="878670"/>
                  </a:cubicBezTo>
                  <a:cubicBezTo>
                    <a:pt x="940392" y="865763"/>
                    <a:pt x="958943" y="873753"/>
                    <a:pt x="958943" y="873753"/>
                  </a:cubicBezTo>
                  <a:cubicBezTo>
                    <a:pt x="960195" y="868616"/>
                    <a:pt x="972299" y="868178"/>
                    <a:pt x="979070" y="868309"/>
                  </a:cubicBezTo>
                  <a:lnTo>
                    <a:pt x="980230" y="867782"/>
                  </a:lnTo>
                  <a:lnTo>
                    <a:pt x="978097" y="859836"/>
                  </a:lnTo>
                  <a:cubicBezTo>
                    <a:pt x="972207" y="861241"/>
                    <a:pt x="968821" y="859441"/>
                    <a:pt x="968821" y="859441"/>
                  </a:cubicBezTo>
                  <a:cubicBezTo>
                    <a:pt x="974015" y="844076"/>
                    <a:pt x="997204" y="846271"/>
                    <a:pt x="997204" y="846271"/>
                  </a:cubicBezTo>
                  <a:cubicBezTo>
                    <a:pt x="997204" y="846271"/>
                    <a:pt x="1000079" y="840213"/>
                    <a:pt x="1003882" y="844910"/>
                  </a:cubicBezTo>
                  <a:cubicBezTo>
                    <a:pt x="1007685" y="849608"/>
                    <a:pt x="1011998" y="846842"/>
                    <a:pt x="1011998" y="846842"/>
                  </a:cubicBezTo>
                  <a:cubicBezTo>
                    <a:pt x="1011766" y="841662"/>
                    <a:pt x="1019048" y="839730"/>
                    <a:pt x="1022155" y="839116"/>
                  </a:cubicBezTo>
                  <a:lnTo>
                    <a:pt x="1022526" y="838413"/>
                  </a:lnTo>
                  <a:cubicBezTo>
                    <a:pt x="1022526" y="838413"/>
                    <a:pt x="1022712" y="838150"/>
                    <a:pt x="1022851" y="838018"/>
                  </a:cubicBezTo>
                  <a:lnTo>
                    <a:pt x="1043442" y="822917"/>
                  </a:lnTo>
                  <a:cubicBezTo>
                    <a:pt x="1043442" y="822917"/>
                    <a:pt x="1043906" y="822697"/>
                    <a:pt x="1044138" y="822697"/>
                  </a:cubicBezTo>
                  <a:lnTo>
                    <a:pt x="1098028" y="822697"/>
                  </a:lnTo>
                  <a:cubicBezTo>
                    <a:pt x="1098028" y="821073"/>
                    <a:pt x="1098353" y="818219"/>
                    <a:pt x="1100254" y="816814"/>
                  </a:cubicBezTo>
                  <a:cubicBezTo>
                    <a:pt x="1101414" y="815980"/>
                    <a:pt x="1102851" y="815805"/>
                    <a:pt x="1104614" y="816288"/>
                  </a:cubicBezTo>
                  <a:cubicBezTo>
                    <a:pt x="1106237" y="815497"/>
                    <a:pt x="1109020" y="814927"/>
                    <a:pt x="1111292" y="816419"/>
                  </a:cubicBezTo>
                  <a:lnTo>
                    <a:pt x="1112266" y="814268"/>
                  </a:lnTo>
                  <a:lnTo>
                    <a:pt x="1112266" y="810932"/>
                  </a:lnTo>
                  <a:cubicBezTo>
                    <a:pt x="1112266" y="810668"/>
                    <a:pt x="1112359" y="810405"/>
                    <a:pt x="1112544" y="810185"/>
                  </a:cubicBezTo>
                  <a:lnTo>
                    <a:pt x="1117739" y="804742"/>
                  </a:lnTo>
                  <a:lnTo>
                    <a:pt x="1117739" y="797762"/>
                  </a:lnTo>
                  <a:cubicBezTo>
                    <a:pt x="1117739" y="797762"/>
                    <a:pt x="1117739" y="797498"/>
                    <a:pt x="1117831" y="797367"/>
                  </a:cubicBezTo>
                  <a:cubicBezTo>
                    <a:pt x="1118527" y="795698"/>
                    <a:pt x="1124695" y="780860"/>
                    <a:pt x="1128266" y="777743"/>
                  </a:cubicBezTo>
                  <a:cubicBezTo>
                    <a:pt x="1131513" y="774934"/>
                    <a:pt x="1133739" y="769929"/>
                    <a:pt x="1133785" y="769885"/>
                  </a:cubicBezTo>
                  <a:cubicBezTo>
                    <a:pt x="1133971" y="769490"/>
                    <a:pt x="1134388" y="769227"/>
                    <a:pt x="1134852" y="769227"/>
                  </a:cubicBezTo>
                  <a:lnTo>
                    <a:pt x="1138979" y="769227"/>
                  </a:lnTo>
                  <a:cubicBezTo>
                    <a:pt x="1139350" y="769227"/>
                    <a:pt x="1139675" y="769358"/>
                    <a:pt x="1139907" y="769622"/>
                  </a:cubicBezTo>
                  <a:cubicBezTo>
                    <a:pt x="1140139" y="769885"/>
                    <a:pt x="1140185" y="770236"/>
                    <a:pt x="1140139" y="770544"/>
                  </a:cubicBezTo>
                  <a:cubicBezTo>
                    <a:pt x="1139860" y="771641"/>
                    <a:pt x="1139768" y="773529"/>
                    <a:pt x="1140324" y="774187"/>
                  </a:cubicBezTo>
                  <a:cubicBezTo>
                    <a:pt x="1140417" y="774319"/>
                    <a:pt x="1140556" y="774407"/>
                    <a:pt x="1140927" y="774407"/>
                  </a:cubicBezTo>
                  <a:cubicBezTo>
                    <a:pt x="1143292" y="774407"/>
                    <a:pt x="1148208" y="771949"/>
                    <a:pt x="1149924" y="770983"/>
                  </a:cubicBezTo>
                  <a:cubicBezTo>
                    <a:pt x="1150342" y="770763"/>
                    <a:pt x="1150898" y="770807"/>
                    <a:pt x="1151269" y="771070"/>
                  </a:cubicBezTo>
                  <a:lnTo>
                    <a:pt x="1159664" y="777655"/>
                  </a:lnTo>
                  <a:cubicBezTo>
                    <a:pt x="1159942" y="777875"/>
                    <a:pt x="1160081" y="778182"/>
                    <a:pt x="1160081" y="778490"/>
                  </a:cubicBezTo>
                  <a:lnTo>
                    <a:pt x="1160081" y="808825"/>
                  </a:lnTo>
                  <a:lnTo>
                    <a:pt x="1164440" y="808825"/>
                  </a:lnTo>
                  <a:cubicBezTo>
                    <a:pt x="1165090" y="808825"/>
                    <a:pt x="1165600" y="809308"/>
                    <a:pt x="1165600" y="809922"/>
                  </a:cubicBezTo>
                  <a:lnTo>
                    <a:pt x="1165600" y="818790"/>
                  </a:lnTo>
                  <a:lnTo>
                    <a:pt x="1168197" y="819405"/>
                  </a:lnTo>
                  <a:cubicBezTo>
                    <a:pt x="1168522" y="819492"/>
                    <a:pt x="1168754" y="819668"/>
                    <a:pt x="1168939" y="819931"/>
                  </a:cubicBezTo>
                  <a:lnTo>
                    <a:pt x="1171165" y="823663"/>
                  </a:lnTo>
                  <a:lnTo>
                    <a:pt x="1171675" y="824146"/>
                  </a:lnTo>
                  <a:lnTo>
                    <a:pt x="1171675" y="821292"/>
                  </a:lnTo>
                  <a:lnTo>
                    <a:pt x="1173438" y="823487"/>
                  </a:lnTo>
                  <a:lnTo>
                    <a:pt x="1176035" y="823224"/>
                  </a:lnTo>
                  <a:lnTo>
                    <a:pt x="1182713" y="820502"/>
                  </a:lnTo>
                  <a:lnTo>
                    <a:pt x="1191107" y="818570"/>
                  </a:lnTo>
                  <a:lnTo>
                    <a:pt x="1193426" y="816112"/>
                  </a:lnTo>
                  <a:lnTo>
                    <a:pt x="1198620" y="814180"/>
                  </a:lnTo>
                  <a:lnTo>
                    <a:pt x="1203815" y="811985"/>
                  </a:lnTo>
                  <a:lnTo>
                    <a:pt x="1207571" y="805927"/>
                  </a:lnTo>
                  <a:lnTo>
                    <a:pt x="1211652" y="805927"/>
                  </a:lnTo>
                  <a:lnTo>
                    <a:pt x="1211931" y="808649"/>
                  </a:lnTo>
                  <a:lnTo>
                    <a:pt x="1205531" y="812512"/>
                  </a:lnTo>
                  <a:lnTo>
                    <a:pt x="1203490" y="816639"/>
                  </a:lnTo>
                  <a:lnTo>
                    <a:pt x="1206968" y="816902"/>
                  </a:lnTo>
                  <a:lnTo>
                    <a:pt x="1210447" y="815234"/>
                  </a:lnTo>
                  <a:lnTo>
                    <a:pt x="1225519" y="815761"/>
                  </a:lnTo>
                  <a:lnTo>
                    <a:pt x="1224638" y="817122"/>
                  </a:lnTo>
                  <a:lnTo>
                    <a:pt x="1216522" y="819317"/>
                  </a:lnTo>
                  <a:lnTo>
                    <a:pt x="1215641" y="821248"/>
                  </a:lnTo>
                  <a:lnTo>
                    <a:pt x="1211884" y="821248"/>
                  </a:lnTo>
                  <a:lnTo>
                    <a:pt x="1211003" y="817956"/>
                  </a:lnTo>
                  <a:cubicBezTo>
                    <a:pt x="1211003" y="817956"/>
                    <a:pt x="1188371" y="826999"/>
                    <a:pt x="1184336" y="837448"/>
                  </a:cubicBezTo>
                  <a:cubicBezTo>
                    <a:pt x="1180301" y="847896"/>
                    <a:pt x="1188974" y="850354"/>
                    <a:pt x="1188974" y="850354"/>
                  </a:cubicBezTo>
                  <a:lnTo>
                    <a:pt x="1190736" y="854217"/>
                  </a:lnTo>
                  <a:lnTo>
                    <a:pt x="1196255" y="854481"/>
                  </a:lnTo>
                  <a:lnTo>
                    <a:pt x="1196533" y="850925"/>
                  </a:lnTo>
                  <a:cubicBezTo>
                    <a:pt x="1196533" y="850925"/>
                    <a:pt x="1199409" y="850925"/>
                    <a:pt x="1202934" y="849257"/>
                  </a:cubicBezTo>
                  <a:cubicBezTo>
                    <a:pt x="1206458" y="847588"/>
                    <a:pt x="1206690" y="844867"/>
                    <a:pt x="1206690" y="844867"/>
                  </a:cubicBezTo>
                  <a:cubicBezTo>
                    <a:pt x="1206690" y="844867"/>
                    <a:pt x="1213647" y="841003"/>
                    <a:pt x="1213925" y="835823"/>
                  </a:cubicBezTo>
                  <a:lnTo>
                    <a:pt x="1219444" y="831960"/>
                  </a:lnTo>
                  <a:lnTo>
                    <a:pt x="1221763" y="834989"/>
                  </a:lnTo>
                  <a:cubicBezTo>
                    <a:pt x="1221763" y="834989"/>
                    <a:pt x="1238551" y="827570"/>
                    <a:pt x="1245230" y="825375"/>
                  </a:cubicBezTo>
                  <a:cubicBezTo>
                    <a:pt x="1251908" y="823180"/>
                    <a:pt x="1256546" y="820722"/>
                    <a:pt x="1256546" y="820722"/>
                  </a:cubicBezTo>
                  <a:lnTo>
                    <a:pt x="1265265" y="818263"/>
                  </a:lnTo>
                  <a:lnTo>
                    <a:pt x="1265821" y="816068"/>
                  </a:lnTo>
                  <a:lnTo>
                    <a:pt x="1259421" y="816068"/>
                  </a:lnTo>
                  <a:lnTo>
                    <a:pt x="1260580" y="811942"/>
                  </a:lnTo>
                  <a:lnTo>
                    <a:pt x="1265775" y="813302"/>
                  </a:lnTo>
                  <a:lnTo>
                    <a:pt x="1268372" y="810844"/>
                  </a:lnTo>
                  <a:lnTo>
                    <a:pt x="1272453" y="810581"/>
                  </a:lnTo>
                  <a:cubicBezTo>
                    <a:pt x="1272453" y="810581"/>
                    <a:pt x="1283166" y="806191"/>
                    <a:pt x="1283769" y="803469"/>
                  </a:cubicBezTo>
                  <a:cubicBezTo>
                    <a:pt x="1284372" y="800747"/>
                    <a:pt x="1284047" y="797981"/>
                    <a:pt x="1284047" y="797981"/>
                  </a:cubicBezTo>
                  <a:lnTo>
                    <a:pt x="1280569" y="797147"/>
                  </a:lnTo>
                  <a:lnTo>
                    <a:pt x="1274772" y="795479"/>
                  </a:lnTo>
                  <a:lnTo>
                    <a:pt x="1273334" y="794382"/>
                  </a:lnTo>
                  <a:lnTo>
                    <a:pt x="1275653" y="790826"/>
                  </a:lnTo>
                  <a:lnTo>
                    <a:pt x="1276210" y="783977"/>
                  </a:lnTo>
                  <a:lnTo>
                    <a:pt x="1274772" y="779850"/>
                  </a:lnTo>
                  <a:lnTo>
                    <a:pt x="1271294" y="779587"/>
                  </a:lnTo>
                  <a:lnTo>
                    <a:pt x="1271015" y="781782"/>
                  </a:lnTo>
                  <a:cubicBezTo>
                    <a:pt x="1271015" y="781782"/>
                    <a:pt x="1264615" y="786699"/>
                    <a:pt x="1263502" y="791923"/>
                  </a:cubicBezTo>
                  <a:lnTo>
                    <a:pt x="1262621" y="795216"/>
                  </a:lnTo>
                  <a:cubicBezTo>
                    <a:pt x="1262621" y="795216"/>
                    <a:pt x="1251583" y="801274"/>
                    <a:pt x="1257983" y="808649"/>
                  </a:cubicBezTo>
                  <a:lnTo>
                    <a:pt x="1251027" y="808912"/>
                  </a:lnTo>
                  <a:lnTo>
                    <a:pt x="1249867" y="805357"/>
                  </a:lnTo>
                  <a:cubicBezTo>
                    <a:pt x="1249867" y="805357"/>
                    <a:pt x="1248430" y="808078"/>
                    <a:pt x="1246389" y="808912"/>
                  </a:cubicBezTo>
                  <a:cubicBezTo>
                    <a:pt x="1244348" y="809747"/>
                    <a:pt x="1240592" y="809439"/>
                    <a:pt x="1240592" y="809439"/>
                  </a:cubicBezTo>
                  <a:lnTo>
                    <a:pt x="1237392" y="807771"/>
                  </a:lnTo>
                  <a:cubicBezTo>
                    <a:pt x="1237392" y="807771"/>
                    <a:pt x="1229554" y="804742"/>
                    <a:pt x="1225797" y="806937"/>
                  </a:cubicBezTo>
                  <a:cubicBezTo>
                    <a:pt x="1225797" y="806937"/>
                    <a:pt x="1226957" y="803644"/>
                    <a:pt x="1221716" y="804742"/>
                  </a:cubicBezTo>
                  <a:lnTo>
                    <a:pt x="1218841" y="802547"/>
                  </a:lnTo>
                  <a:lnTo>
                    <a:pt x="1220882" y="799518"/>
                  </a:lnTo>
                  <a:lnTo>
                    <a:pt x="1208406" y="796489"/>
                  </a:lnTo>
                  <a:lnTo>
                    <a:pt x="1206366" y="792625"/>
                  </a:lnTo>
                  <a:lnTo>
                    <a:pt x="1206922" y="786875"/>
                  </a:lnTo>
                  <a:lnTo>
                    <a:pt x="1203165" y="785777"/>
                  </a:lnTo>
                  <a:lnTo>
                    <a:pt x="1203722" y="781650"/>
                  </a:lnTo>
                  <a:lnTo>
                    <a:pt x="1206319" y="778095"/>
                  </a:lnTo>
                  <a:lnTo>
                    <a:pt x="1197600" y="778929"/>
                  </a:lnTo>
                  <a:lnTo>
                    <a:pt x="1204557" y="771817"/>
                  </a:lnTo>
                  <a:lnTo>
                    <a:pt x="1205113" y="767690"/>
                  </a:lnTo>
                  <a:lnTo>
                    <a:pt x="1210910" y="760842"/>
                  </a:lnTo>
                  <a:lnTo>
                    <a:pt x="1203073" y="762510"/>
                  </a:lnTo>
                  <a:cubicBezTo>
                    <a:pt x="1203073" y="762510"/>
                    <a:pt x="1196116" y="763037"/>
                    <a:pt x="1193519" y="765539"/>
                  </a:cubicBezTo>
                  <a:lnTo>
                    <a:pt x="1190922" y="765539"/>
                  </a:lnTo>
                  <a:cubicBezTo>
                    <a:pt x="1190922" y="765539"/>
                    <a:pt x="1190365" y="758427"/>
                    <a:pt x="1179606" y="757286"/>
                  </a:cubicBezTo>
                  <a:lnTo>
                    <a:pt x="1181646" y="755925"/>
                  </a:lnTo>
                  <a:cubicBezTo>
                    <a:pt x="1181646" y="755925"/>
                    <a:pt x="1187165" y="757286"/>
                    <a:pt x="1188046" y="752896"/>
                  </a:cubicBezTo>
                  <a:cubicBezTo>
                    <a:pt x="1188046" y="752896"/>
                    <a:pt x="1194122" y="759744"/>
                    <a:pt x="1199641" y="757286"/>
                  </a:cubicBezTo>
                  <a:cubicBezTo>
                    <a:pt x="1205160" y="754828"/>
                    <a:pt x="1208638" y="750174"/>
                    <a:pt x="1208638" y="750174"/>
                  </a:cubicBezTo>
                  <a:cubicBezTo>
                    <a:pt x="1208638" y="750174"/>
                    <a:pt x="1213554" y="751535"/>
                    <a:pt x="1213832" y="746311"/>
                  </a:cubicBezTo>
                  <a:lnTo>
                    <a:pt x="1216151" y="743589"/>
                  </a:lnTo>
                  <a:lnTo>
                    <a:pt x="1211513" y="739463"/>
                  </a:lnTo>
                  <a:lnTo>
                    <a:pt x="1214992" y="739463"/>
                  </a:lnTo>
                  <a:cubicBezTo>
                    <a:pt x="1214992" y="739463"/>
                    <a:pt x="1213229" y="731209"/>
                    <a:pt x="1203676" y="730682"/>
                  </a:cubicBezTo>
                  <a:cubicBezTo>
                    <a:pt x="1194122" y="730156"/>
                    <a:pt x="1181368" y="727390"/>
                    <a:pt x="1166852" y="737004"/>
                  </a:cubicBezTo>
                  <a:cubicBezTo>
                    <a:pt x="1166852" y="737004"/>
                    <a:pt x="1148858" y="743589"/>
                    <a:pt x="1144545" y="749077"/>
                  </a:cubicBezTo>
                  <a:cubicBezTo>
                    <a:pt x="1144545" y="749077"/>
                    <a:pt x="1130075" y="756496"/>
                    <a:pt x="1128313" y="764442"/>
                  </a:cubicBezTo>
                  <a:lnTo>
                    <a:pt x="1121634" y="772958"/>
                  </a:lnTo>
                  <a:cubicBezTo>
                    <a:pt x="1121634" y="772958"/>
                    <a:pt x="1115559" y="779807"/>
                    <a:pt x="1111199" y="782002"/>
                  </a:cubicBezTo>
                  <a:cubicBezTo>
                    <a:pt x="1106840" y="784197"/>
                    <a:pt x="1104799" y="783933"/>
                    <a:pt x="1104799" y="783933"/>
                  </a:cubicBezTo>
                  <a:lnTo>
                    <a:pt x="1110875" y="779543"/>
                  </a:lnTo>
                  <a:cubicBezTo>
                    <a:pt x="1110875" y="779543"/>
                    <a:pt x="1114075" y="778446"/>
                    <a:pt x="1114353" y="771861"/>
                  </a:cubicBezTo>
                  <a:cubicBezTo>
                    <a:pt x="1114353" y="771861"/>
                    <a:pt x="1118712" y="770763"/>
                    <a:pt x="1122747" y="765539"/>
                  </a:cubicBezTo>
                  <a:cubicBezTo>
                    <a:pt x="1122747" y="765539"/>
                    <a:pt x="1127107" y="760622"/>
                    <a:pt x="1127942" y="754564"/>
                  </a:cubicBezTo>
                  <a:cubicBezTo>
                    <a:pt x="1127942" y="754564"/>
                    <a:pt x="1137495" y="747979"/>
                    <a:pt x="1138098" y="740867"/>
                  </a:cubicBezTo>
                  <a:cubicBezTo>
                    <a:pt x="1138098" y="740867"/>
                    <a:pt x="1146214" y="737838"/>
                    <a:pt x="1147374" y="733755"/>
                  </a:cubicBezTo>
                  <a:cubicBezTo>
                    <a:pt x="1147374" y="733755"/>
                    <a:pt x="1150574" y="735950"/>
                    <a:pt x="1152568" y="731297"/>
                  </a:cubicBezTo>
                  <a:lnTo>
                    <a:pt x="1154608" y="729365"/>
                  </a:lnTo>
                  <a:cubicBezTo>
                    <a:pt x="1154608" y="729365"/>
                    <a:pt x="1162122" y="731034"/>
                    <a:pt x="1165925" y="726644"/>
                  </a:cubicBezTo>
                  <a:cubicBezTo>
                    <a:pt x="1169727" y="722254"/>
                    <a:pt x="1167687" y="717029"/>
                    <a:pt x="1171443" y="713474"/>
                  </a:cubicBezTo>
                  <a:cubicBezTo>
                    <a:pt x="1175200" y="709918"/>
                    <a:pt x="1183919" y="704430"/>
                    <a:pt x="1205067" y="705528"/>
                  </a:cubicBezTo>
                  <a:cubicBezTo>
                    <a:pt x="1226215" y="706625"/>
                    <a:pt x="1245044" y="706625"/>
                    <a:pt x="1245925" y="706625"/>
                  </a:cubicBezTo>
                  <a:cubicBezTo>
                    <a:pt x="1246806" y="706625"/>
                    <a:pt x="1252604" y="708557"/>
                    <a:pt x="1252604" y="708557"/>
                  </a:cubicBezTo>
                  <a:cubicBezTo>
                    <a:pt x="1252604" y="708557"/>
                    <a:pt x="1257798" y="710488"/>
                    <a:pt x="1260441" y="708293"/>
                  </a:cubicBezTo>
                  <a:cubicBezTo>
                    <a:pt x="1260441" y="708293"/>
                    <a:pt x="1280430" y="708820"/>
                    <a:pt x="1282192" y="706362"/>
                  </a:cubicBezTo>
                  <a:lnTo>
                    <a:pt x="1283955" y="703903"/>
                  </a:lnTo>
                  <a:lnTo>
                    <a:pt x="1296708" y="694289"/>
                  </a:lnTo>
                  <a:lnTo>
                    <a:pt x="1298471" y="689636"/>
                  </a:lnTo>
                  <a:lnTo>
                    <a:pt x="1302552" y="687704"/>
                  </a:lnTo>
                  <a:lnTo>
                    <a:pt x="1306911" y="683051"/>
                  </a:lnTo>
                  <a:lnTo>
                    <a:pt x="1311271" y="682787"/>
                  </a:lnTo>
                  <a:lnTo>
                    <a:pt x="1315352" y="679758"/>
                  </a:lnTo>
                  <a:lnTo>
                    <a:pt x="1321428" y="677300"/>
                  </a:lnTo>
                  <a:lnTo>
                    <a:pt x="1324628" y="678134"/>
                  </a:lnTo>
                  <a:lnTo>
                    <a:pt x="1329822" y="678397"/>
                  </a:lnTo>
                  <a:lnTo>
                    <a:pt x="1333300" y="675676"/>
                  </a:lnTo>
                  <a:lnTo>
                    <a:pt x="1342019" y="670452"/>
                  </a:lnTo>
                  <a:cubicBezTo>
                    <a:pt x="1342019" y="670452"/>
                    <a:pt x="1353057" y="663340"/>
                    <a:pt x="1347538" y="658116"/>
                  </a:cubicBezTo>
                  <a:lnTo>
                    <a:pt x="1350738" y="656447"/>
                  </a:lnTo>
                  <a:lnTo>
                    <a:pt x="1350181" y="652892"/>
                  </a:lnTo>
                  <a:lnTo>
                    <a:pt x="1348141" y="649862"/>
                  </a:lnTo>
                  <a:lnTo>
                    <a:pt x="1344662" y="646833"/>
                  </a:lnTo>
                  <a:lnTo>
                    <a:pt x="1347538" y="645472"/>
                  </a:lnTo>
                  <a:lnTo>
                    <a:pt x="1346981" y="642180"/>
                  </a:lnTo>
                  <a:lnTo>
                    <a:pt x="1346703" y="639722"/>
                  </a:lnTo>
                  <a:lnTo>
                    <a:pt x="1348465" y="638887"/>
                  </a:lnTo>
                  <a:lnTo>
                    <a:pt x="1349022" y="635024"/>
                  </a:lnTo>
                  <a:lnTo>
                    <a:pt x="1347260" y="632566"/>
                  </a:lnTo>
                  <a:lnTo>
                    <a:pt x="1346703" y="628439"/>
                  </a:lnTo>
                  <a:lnTo>
                    <a:pt x="1344106" y="626244"/>
                  </a:lnTo>
                  <a:lnTo>
                    <a:pt x="1338587" y="624883"/>
                  </a:lnTo>
                  <a:lnTo>
                    <a:pt x="1337149" y="622688"/>
                  </a:lnTo>
                  <a:lnTo>
                    <a:pt x="1338309" y="619659"/>
                  </a:lnTo>
                  <a:lnTo>
                    <a:pt x="1333115" y="621591"/>
                  </a:lnTo>
                  <a:lnTo>
                    <a:pt x="1327596" y="624049"/>
                  </a:lnTo>
                  <a:lnTo>
                    <a:pt x="1325277" y="629800"/>
                  </a:lnTo>
                  <a:lnTo>
                    <a:pt x="1324396" y="625673"/>
                  </a:lnTo>
                  <a:lnTo>
                    <a:pt x="1321798" y="624313"/>
                  </a:lnTo>
                  <a:lnTo>
                    <a:pt x="1326714" y="622118"/>
                  </a:lnTo>
                  <a:cubicBezTo>
                    <a:pt x="1326714" y="622118"/>
                    <a:pt x="1328755" y="617464"/>
                    <a:pt x="1324952" y="616059"/>
                  </a:cubicBezTo>
                  <a:cubicBezTo>
                    <a:pt x="1324952" y="616059"/>
                    <a:pt x="1324674" y="609738"/>
                    <a:pt x="1318877" y="610001"/>
                  </a:cubicBezTo>
                  <a:lnTo>
                    <a:pt x="1313682" y="610001"/>
                  </a:lnTo>
                  <a:lnTo>
                    <a:pt x="1307885" y="611362"/>
                  </a:lnTo>
                  <a:lnTo>
                    <a:pt x="1306448" y="614655"/>
                  </a:lnTo>
                  <a:lnTo>
                    <a:pt x="1302969" y="616586"/>
                  </a:lnTo>
                  <a:lnTo>
                    <a:pt x="1297775" y="620449"/>
                  </a:lnTo>
                  <a:lnTo>
                    <a:pt x="1293137" y="622118"/>
                  </a:lnTo>
                  <a:lnTo>
                    <a:pt x="1291375" y="625410"/>
                  </a:lnTo>
                  <a:lnTo>
                    <a:pt x="1281543" y="627605"/>
                  </a:lnTo>
                  <a:lnTo>
                    <a:pt x="1278946" y="634190"/>
                  </a:lnTo>
                  <a:lnTo>
                    <a:pt x="1278065" y="631161"/>
                  </a:lnTo>
                  <a:lnTo>
                    <a:pt x="1273984" y="631688"/>
                  </a:lnTo>
                  <a:lnTo>
                    <a:pt x="1277740" y="628966"/>
                  </a:lnTo>
                  <a:lnTo>
                    <a:pt x="1280059" y="624839"/>
                  </a:lnTo>
                  <a:lnTo>
                    <a:pt x="1284418" y="620186"/>
                  </a:lnTo>
                  <a:lnTo>
                    <a:pt x="1289334" y="619923"/>
                  </a:lnTo>
                  <a:lnTo>
                    <a:pt x="1295410" y="617201"/>
                  </a:lnTo>
                  <a:lnTo>
                    <a:pt x="1301810" y="613908"/>
                  </a:lnTo>
                  <a:lnTo>
                    <a:pt x="1306448" y="610045"/>
                  </a:lnTo>
                  <a:lnTo>
                    <a:pt x="1313961" y="607016"/>
                  </a:lnTo>
                  <a:lnTo>
                    <a:pt x="1321474" y="605348"/>
                  </a:lnTo>
                  <a:lnTo>
                    <a:pt x="1324071" y="601792"/>
                  </a:lnTo>
                  <a:lnTo>
                    <a:pt x="1326112" y="599860"/>
                  </a:lnTo>
                  <a:lnTo>
                    <a:pt x="1317114" y="598499"/>
                  </a:lnTo>
                  <a:lnTo>
                    <a:pt x="1313914" y="596304"/>
                  </a:lnTo>
                  <a:lnTo>
                    <a:pt x="1312755" y="593275"/>
                  </a:lnTo>
                  <a:lnTo>
                    <a:pt x="1308674" y="595470"/>
                  </a:lnTo>
                  <a:lnTo>
                    <a:pt x="1303155" y="595207"/>
                  </a:lnTo>
                  <a:lnTo>
                    <a:pt x="1299677" y="593846"/>
                  </a:lnTo>
                  <a:lnTo>
                    <a:pt x="1298517" y="591914"/>
                  </a:lnTo>
                  <a:lnTo>
                    <a:pt x="1297358" y="588358"/>
                  </a:lnTo>
                  <a:lnTo>
                    <a:pt x="1298517" y="586998"/>
                  </a:lnTo>
                  <a:lnTo>
                    <a:pt x="1296755" y="585329"/>
                  </a:lnTo>
                  <a:lnTo>
                    <a:pt x="1296477" y="582037"/>
                  </a:lnTo>
                  <a:lnTo>
                    <a:pt x="1285763" y="591344"/>
                  </a:lnTo>
                  <a:lnTo>
                    <a:pt x="1290401" y="584495"/>
                  </a:lnTo>
                  <a:lnTo>
                    <a:pt x="1287526" y="585593"/>
                  </a:lnTo>
                  <a:lnTo>
                    <a:pt x="1284928" y="585593"/>
                  </a:lnTo>
                  <a:lnTo>
                    <a:pt x="1285485" y="580939"/>
                  </a:lnTo>
                  <a:lnTo>
                    <a:pt x="1281729" y="582871"/>
                  </a:lnTo>
                  <a:lnTo>
                    <a:pt x="1278250" y="583398"/>
                  </a:lnTo>
                  <a:lnTo>
                    <a:pt x="1274169" y="585329"/>
                  </a:lnTo>
                  <a:lnTo>
                    <a:pt x="1276766" y="580939"/>
                  </a:lnTo>
                  <a:lnTo>
                    <a:pt x="1277323" y="576022"/>
                  </a:lnTo>
                  <a:lnTo>
                    <a:pt x="1275004" y="571896"/>
                  </a:lnTo>
                  <a:lnTo>
                    <a:pt x="1275885" y="568340"/>
                  </a:lnTo>
                  <a:lnTo>
                    <a:pt x="1273288" y="567813"/>
                  </a:lnTo>
                  <a:lnTo>
                    <a:pt x="1273010" y="573301"/>
                  </a:lnTo>
                  <a:lnTo>
                    <a:pt x="1270969" y="568911"/>
                  </a:lnTo>
                  <a:lnTo>
                    <a:pt x="1266331" y="567550"/>
                  </a:lnTo>
                  <a:lnTo>
                    <a:pt x="1259931" y="567550"/>
                  </a:lnTo>
                  <a:lnTo>
                    <a:pt x="1259653" y="563687"/>
                  </a:lnTo>
                  <a:lnTo>
                    <a:pt x="1259931" y="555741"/>
                  </a:lnTo>
                  <a:lnTo>
                    <a:pt x="1254412" y="557409"/>
                  </a:lnTo>
                  <a:lnTo>
                    <a:pt x="1249496" y="555741"/>
                  </a:lnTo>
                  <a:lnTo>
                    <a:pt x="1254412" y="555214"/>
                  </a:lnTo>
                  <a:lnTo>
                    <a:pt x="1252372" y="551658"/>
                  </a:lnTo>
                  <a:lnTo>
                    <a:pt x="1248615" y="549463"/>
                  </a:lnTo>
                  <a:lnTo>
                    <a:pt x="1258447" y="550297"/>
                  </a:lnTo>
                  <a:lnTo>
                    <a:pt x="1257009" y="548102"/>
                  </a:lnTo>
                  <a:lnTo>
                    <a:pt x="1250934" y="547575"/>
                  </a:lnTo>
                  <a:lnTo>
                    <a:pt x="1247177" y="547048"/>
                  </a:lnTo>
                  <a:cubicBezTo>
                    <a:pt x="1247177" y="547048"/>
                    <a:pt x="1245415" y="544590"/>
                    <a:pt x="1246296" y="544590"/>
                  </a:cubicBezTo>
                  <a:cubicBezTo>
                    <a:pt x="1247177" y="544590"/>
                    <a:pt x="1255572" y="545117"/>
                    <a:pt x="1255572" y="545117"/>
                  </a:cubicBezTo>
                  <a:lnTo>
                    <a:pt x="1258169" y="546478"/>
                  </a:lnTo>
                  <a:lnTo>
                    <a:pt x="1261369" y="544810"/>
                  </a:lnTo>
                  <a:lnTo>
                    <a:pt x="1257891" y="542088"/>
                  </a:lnTo>
                  <a:lnTo>
                    <a:pt x="1261091" y="539893"/>
                  </a:lnTo>
                  <a:lnTo>
                    <a:pt x="1257891" y="537434"/>
                  </a:lnTo>
                  <a:lnTo>
                    <a:pt x="1259653" y="535766"/>
                  </a:lnTo>
                  <a:lnTo>
                    <a:pt x="1260534" y="531113"/>
                  </a:lnTo>
                  <a:lnTo>
                    <a:pt x="1254134" y="531640"/>
                  </a:lnTo>
                  <a:lnTo>
                    <a:pt x="1250656" y="530279"/>
                  </a:lnTo>
                  <a:lnTo>
                    <a:pt x="1252418" y="528347"/>
                  </a:lnTo>
                  <a:lnTo>
                    <a:pt x="1252418" y="525055"/>
                  </a:lnTo>
                  <a:lnTo>
                    <a:pt x="1254737" y="527250"/>
                  </a:lnTo>
                  <a:lnTo>
                    <a:pt x="1257937" y="526152"/>
                  </a:lnTo>
                  <a:lnTo>
                    <a:pt x="1255618" y="523430"/>
                  </a:lnTo>
                  <a:lnTo>
                    <a:pt x="1253578" y="520138"/>
                  </a:lnTo>
                  <a:lnTo>
                    <a:pt x="1248662" y="521499"/>
                  </a:lnTo>
                  <a:lnTo>
                    <a:pt x="1244024" y="523694"/>
                  </a:lnTo>
                  <a:lnTo>
                    <a:pt x="1248662" y="519304"/>
                  </a:lnTo>
                  <a:lnTo>
                    <a:pt x="1251259" y="516275"/>
                  </a:lnTo>
                  <a:lnTo>
                    <a:pt x="1250980" y="511358"/>
                  </a:lnTo>
                  <a:lnTo>
                    <a:pt x="1247224" y="508636"/>
                  </a:lnTo>
                  <a:lnTo>
                    <a:pt x="1245183" y="510831"/>
                  </a:lnTo>
                  <a:lnTo>
                    <a:pt x="1242864" y="510831"/>
                  </a:lnTo>
                  <a:lnTo>
                    <a:pt x="1243143" y="506968"/>
                  </a:lnTo>
                  <a:lnTo>
                    <a:pt x="1241983" y="505300"/>
                  </a:lnTo>
                  <a:lnTo>
                    <a:pt x="1238783" y="502578"/>
                  </a:lnTo>
                  <a:lnTo>
                    <a:pt x="1235583" y="506441"/>
                  </a:lnTo>
                  <a:lnTo>
                    <a:pt x="1230389" y="506441"/>
                  </a:lnTo>
                  <a:lnTo>
                    <a:pt x="1233589" y="503982"/>
                  </a:lnTo>
                  <a:lnTo>
                    <a:pt x="1235630" y="501524"/>
                  </a:lnTo>
                  <a:lnTo>
                    <a:pt x="1240824" y="500690"/>
                  </a:lnTo>
                  <a:lnTo>
                    <a:pt x="1240267" y="496827"/>
                  </a:lnTo>
                  <a:cubicBezTo>
                    <a:pt x="1240267" y="496827"/>
                    <a:pt x="1240267" y="493271"/>
                    <a:pt x="1239386" y="493271"/>
                  </a:cubicBezTo>
                  <a:cubicBezTo>
                    <a:pt x="1238505" y="493271"/>
                    <a:pt x="1233589" y="496827"/>
                    <a:pt x="1233589" y="496827"/>
                  </a:cubicBezTo>
                  <a:lnTo>
                    <a:pt x="1231827" y="494895"/>
                  </a:lnTo>
                  <a:lnTo>
                    <a:pt x="1225427" y="499812"/>
                  </a:lnTo>
                  <a:lnTo>
                    <a:pt x="1227189" y="495949"/>
                  </a:lnTo>
                  <a:lnTo>
                    <a:pt x="1229229" y="493490"/>
                  </a:lnTo>
                  <a:lnTo>
                    <a:pt x="1233867" y="493227"/>
                  </a:lnTo>
                  <a:lnTo>
                    <a:pt x="1239061" y="488310"/>
                  </a:lnTo>
                  <a:lnTo>
                    <a:pt x="1234145" y="488310"/>
                  </a:lnTo>
                  <a:lnTo>
                    <a:pt x="1235583" y="484447"/>
                  </a:lnTo>
                  <a:lnTo>
                    <a:pt x="1233543" y="481154"/>
                  </a:lnTo>
                  <a:lnTo>
                    <a:pt x="1230667" y="483349"/>
                  </a:lnTo>
                  <a:lnTo>
                    <a:pt x="1230667" y="479223"/>
                  </a:lnTo>
                  <a:lnTo>
                    <a:pt x="1228905" y="476194"/>
                  </a:lnTo>
                  <a:lnTo>
                    <a:pt x="1222505" y="479486"/>
                  </a:lnTo>
                  <a:lnTo>
                    <a:pt x="1227699" y="473428"/>
                  </a:lnTo>
                  <a:lnTo>
                    <a:pt x="1225658" y="470136"/>
                  </a:lnTo>
                  <a:lnTo>
                    <a:pt x="1221577" y="469609"/>
                  </a:lnTo>
                  <a:lnTo>
                    <a:pt x="1217218" y="467941"/>
                  </a:lnTo>
                  <a:lnTo>
                    <a:pt x="1223896" y="466272"/>
                  </a:lnTo>
                  <a:lnTo>
                    <a:pt x="1223339" y="462980"/>
                  </a:lnTo>
                  <a:lnTo>
                    <a:pt x="1220139" y="462453"/>
                  </a:lnTo>
                  <a:lnTo>
                    <a:pt x="1217264" y="461926"/>
                  </a:lnTo>
                  <a:lnTo>
                    <a:pt x="1219026" y="459204"/>
                  </a:lnTo>
                  <a:lnTo>
                    <a:pt x="1214110" y="458941"/>
                  </a:lnTo>
                  <a:lnTo>
                    <a:pt x="1216151" y="457580"/>
                  </a:lnTo>
                  <a:lnTo>
                    <a:pt x="1215595" y="454024"/>
                  </a:lnTo>
                  <a:lnTo>
                    <a:pt x="1212719" y="450732"/>
                  </a:lnTo>
                  <a:lnTo>
                    <a:pt x="1210957" y="451566"/>
                  </a:lnTo>
                  <a:lnTo>
                    <a:pt x="1208916" y="448010"/>
                  </a:lnTo>
                  <a:lnTo>
                    <a:pt x="1210679" y="446649"/>
                  </a:lnTo>
                  <a:lnTo>
                    <a:pt x="1212441" y="443620"/>
                  </a:lnTo>
                  <a:lnTo>
                    <a:pt x="1210400" y="440591"/>
                  </a:lnTo>
                  <a:lnTo>
                    <a:pt x="1212719" y="439757"/>
                  </a:lnTo>
                  <a:lnTo>
                    <a:pt x="1212441" y="435894"/>
                  </a:lnTo>
                  <a:lnTo>
                    <a:pt x="1207803" y="435630"/>
                  </a:lnTo>
                  <a:lnTo>
                    <a:pt x="1204047" y="435103"/>
                  </a:lnTo>
                  <a:lnTo>
                    <a:pt x="1205809" y="439757"/>
                  </a:lnTo>
                  <a:lnTo>
                    <a:pt x="1203768" y="440284"/>
                  </a:lnTo>
                  <a:lnTo>
                    <a:pt x="1202609" y="445200"/>
                  </a:lnTo>
                  <a:lnTo>
                    <a:pt x="1200847" y="448493"/>
                  </a:lnTo>
                  <a:lnTo>
                    <a:pt x="1202284" y="451785"/>
                  </a:lnTo>
                  <a:lnTo>
                    <a:pt x="1200522" y="453980"/>
                  </a:lnTo>
                  <a:lnTo>
                    <a:pt x="1197647" y="455341"/>
                  </a:lnTo>
                  <a:cubicBezTo>
                    <a:pt x="1197647" y="455341"/>
                    <a:pt x="1193009" y="455868"/>
                    <a:pt x="1193890" y="459995"/>
                  </a:cubicBezTo>
                  <a:cubicBezTo>
                    <a:pt x="1194771" y="464121"/>
                    <a:pt x="1197971" y="465482"/>
                    <a:pt x="1197971" y="465482"/>
                  </a:cubicBezTo>
                  <a:lnTo>
                    <a:pt x="1196533" y="469609"/>
                  </a:lnTo>
                  <a:cubicBezTo>
                    <a:pt x="1196533" y="469609"/>
                    <a:pt x="1193333" y="469609"/>
                    <a:pt x="1193055" y="473165"/>
                  </a:cubicBezTo>
                  <a:cubicBezTo>
                    <a:pt x="1193055" y="473165"/>
                    <a:pt x="1188696" y="471496"/>
                    <a:pt x="1193055" y="477818"/>
                  </a:cubicBezTo>
                  <a:lnTo>
                    <a:pt x="1188139" y="481945"/>
                  </a:lnTo>
                  <a:lnTo>
                    <a:pt x="1186980" y="484403"/>
                  </a:lnTo>
                  <a:lnTo>
                    <a:pt x="1188417" y="492656"/>
                  </a:lnTo>
                  <a:lnTo>
                    <a:pt x="1186655" y="494325"/>
                  </a:lnTo>
                  <a:lnTo>
                    <a:pt x="1186377" y="489408"/>
                  </a:lnTo>
                  <a:lnTo>
                    <a:pt x="1183501" y="486686"/>
                  </a:lnTo>
                  <a:lnTo>
                    <a:pt x="1180626" y="484491"/>
                  </a:lnTo>
                  <a:cubicBezTo>
                    <a:pt x="1180626" y="484491"/>
                    <a:pt x="1176267" y="488354"/>
                    <a:pt x="1176545" y="493271"/>
                  </a:cubicBezTo>
                  <a:cubicBezTo>
                    <a:pt x="1176545" y="493271"/>
                    <a:pt x="1162353" y="499022"/>
                    <a:pt x="1161472" y="503719"/>
                  </a:cubicBezTo>
                  <a:lnTo>
                    <a:pt x="1159710" y="499329"/>
                  </a:lnTo>
                  <a:lnTo>
                    <a:pt x="1158829" y="495202"/>
                  </a:lnTo>
                  <a:lnTo>
                    <a:pt x="1157391" y="502622"/>
                  </a:lnTo>
                  <a:lnTo>
                    <a:pt x="1152753" y="505651"/>
                  </a:lnTo>
                  <a:lnTo>
                    <a:pt x="1155351" y="500427"/>
                  </a:lnTo>
                  <a:lnTo>
                    <a:pt x="1156510" y="492173"/>
                  </a:lnTo>
                  <a:lnTo>
                    <a:pt x="1154469" y="493842"/>
                  </a:lnTo>
                  <a:lnTo>
                    <a:pt x="1152151" y="495202"/>
                  </a:lnTo>
                  <a:lnTo>
                    <a:pt x="1151594" y="489978"/>
                  </a:lnTo>
                  <a:cubicBezTo>
                    <a:pt x="1151594" y="489978"/>
                    <a:pt x="1148997" y="484491"/>
                    <a:pt x="1147513" y="483393"/>
                  </a:cubicBezTo>
                  <a:cubicBezTo>
                    <a:pt x="1146029" y="482296"/>
                    <a:pt x="1135037" y="482867"/>
                    <a:pt x="1135037" y="482867"/>
                  </a:cubicBezTo>
                  <a:lnTo>
                    <a:pt x="1129240" y="487257"/>
                  </a:lnTo>
                  <a:lnTo>
                    <a:pt x="1124324" y="488617"/>
                  </a:lnTo>
                  <a:lnTo>
                    <a:pt x="1122005" y="484491"/>
                  </a:lnTo>
                  <a:lnTo>
                    <a:pt x="1124602" y="483130"/>
                  </a:lnTo>
                  <a:lnTo>
                    <a:pt x="1126040" y="477642"/>
                  </a:lnTo>
                  <a:lnTo>
                    <a:pt x="1128081" y="484227"/>
                  </a:lnTo>
                  <a:lnTo>
                    <a:pt x="1131281" y="482296"/>
                  </a:lnTo>
                  <a:lnTo>
                    <a:pt x="1132162" y="478169"/>
                  </a:lnTo>
                  <a:lnTo>
                    <a:pt x="1134202" y="479837"/>
                  </a:lnTo>
                  <a:lnTo>
                    <a:pt x="1136800" y="479837"/>
                  </a:lnTo>
                  <a:lnTo>
                    <a:pt x="1137078" y="473779"/>
                  </a:lnTo>
                  <a:lnTo>
                    <a:pt x="1133878" y="475974"/>
                  </a:lnTo>
                  <a:lnTo>
                    <a:pt x="1132718" y="472945"/>
                  </a:lnTo>
                  <a:lnTo>
                    <a:pt x="1135918" y="472111"/>
                  </a:lnTo>
                  <a:cubicBezTo>
                    <a:pt x="1135918" y="472111"/>
                    <a:pt x="1134481" y="467984"/>
                    <a:pt x="1132718" y="467984"/>
                  </a:cubicBezTo>
                  <a:cubicBezTo>
                    <a:pt x="1130956" y="467984"/>
                    <a:pt x="1128637" y="469082"/>
                    <a:pt x="1128637" y="469082"/>
                  </a:cubicBezTo>
                  <a:lnTo>
                    <a:pt x="1128081" y="463594"/>
                  </a:lnTo>
                  <a:lnTo>
                    <a:pt x="1131559" y="461663"/>
                  </a:lnTo>
                  <a:lnTo>
                    <a:pt x="1129518" y="459204"/>
                  </a:lnTo>
                  <a:lnTo>
                    <a:pt x="1130956" y="453980"/>
                  </a:lnTo>
                  <a:lnTo>
                    <a:pt x="1127478" y="450951"/>
                  </a:lnTo>
                  <a:lnTo>
                    <a:pt x="1122562" y="450951"/>
                  </a:lnTo>
                  <a:lnTo>
                    <a:pt x="1115605" y="448756"/>
                  </a:lnTo>
                  <a:lnTo>
                    <a:pt x="1122005" y="448756"/>
                  </a:lnTo>
                  <a:lnTo>
                    <a:pt x="1127524" y="447659"/>
                  </a:lnTo>
                  <a:lnTo>
                    <a:pt x="1131281" y="443532"/>
                  </a:lnTo>
                  <a:lnTo>
                    <a:pt x="1128081" y="439976"/>
                  </a:lnTo>
                  <a:lnTo>
                    <a:pt x="1128359" y="437518"/>
                  </a:lnTo>
                  <a:lnTo>
                    <a:pt x="1127200" y="433962"/>
                  </a:lnTo>
                  <a:lnTo>
                    <a:pt x="1128637" y="432294"/>
                  </a:lnTo>
                  <a:lnTo>
                    <a:pt x="1128915" y="427904"/>
                  </a:lnTo>
                  <a:lnTo>
                    <a:pt x="1133831" y="424348"/>
                  </a:lnTo>
                  <a:lnTo>
                    <a:pt x="1132950" y="421626"/>
                  </a:lnTo>
                  <a:lnTo>
                    <a:pt x="1130075" y="415875"/>
                  </a:lnTo>
                  <a:lnTo>
                    <a:pt x="1127200" y="421363"/>
                  </a:lnTo>
                  <a:lnTo>
                    <a:pt x="1125159" y="425226"/>
                  </a:lnTo>
                  <a:lnTo>
                    <a:pt x="1122284" y="421933"/>
                  </a:lnTo>
                  <a:lnTo>
                    <a:pt x="1122005" y="417280"/>
                  </a:lnTo>
                  <a:cubicBezTo>
                    <a:pt x="1122005" y="417280"/>
                    <a:pt x="1118249" y="417543"/>
                    <a:pt x="1112452" y="416446"/>
                  </a:cubicBezTo>
                  <a:cubicBezTo>
                    <a:pt x="1106654" y="415348"/>
                    <a:pt x="1099095" y="412319"/>
                    <a:pt x="1097379" y="408500"/>
                  </a:cubicBezTo>
                  <a:lnTo>
                    <a:pt x="1095941" y="406305"/>
                  </a:lnTo>
                  <a:lnTo>
                    <a:pt x="1095941" y="402749"/>
                  </a:lnTo>
                  <a:lnTo>
                    <a:pt x="1098817" y="400554"/>
                  </a:lnTo>
                  <a:lnTo>
                    <a:pt x="1093019" y="397261"/>
                  </a:lnTo>
                  <a:lnTo>
                    <a:pt x="1091257" y="399983"/>
                  </a:lnTo>
                  <a:lnTo>
                    <a:pt x="1091257" y="395066"/>
                  </a:lnTo>
                  <a:lnTo>
                    <a:pt x="1084022" y="390150"/>
                  </a:lnTo>
                  <a:lnTo>
                    <a:pt x="1080822" y="391510"/>
                  </a:lnTo>
                  <a:lnTo>
                    <a:pt x="1081982" y="386594"/>
                  </a:lnTo>
                  <a:lnTo>
                    <a:pt x="1081425" y="382467"/>
                  </a:lnTo>
                  <a:lnTo>
                    <a:pt x="1077947" y="383565"/>
                  </a:lnTo>
                  <a:lnTo>
                    <a:pt x="1070712" y="376716"/>
                  </a:lnTo>
                  <a:lnTo>
                    <a:pt x="1067837" y="375619"/>
                  </a:lnTo>
                  <a:lnTo>
                    <a:pt x="1065239" y="371755"/>
                  </a:lnTo>
                  <a:lnTo>
                    <a:pt x="1055083" y="378867"/>
                  </a:lnTo>
                  <a:lnTo>
                    <a:pt x="1049286" y="380228"/>
                  </a:lnTo>
                  <a:lnTo>
                    <a:pt x="1049842" y="382950"/>
                  </a:lnTo>
                  <a:lnTo>
                    <a:pt x="1042607" y="378297"/>
                  </a:lnTo>
                  <a:lnTo>
                    <a:pt x="1034770" y="378033"/>
                  </a:lnTo>
                  <a:lnTo>
                    <a:pt x="1024938" y="375004"/>
                  </a:lnTo>
                  <a:lnTo>
                    <a:pt x="1017981" y="372809"/>
                  </a:lnTo>
                  <a:lnTo>
                    <a:pt x="1013343" y="370614"/>
                  </a:lnTo>
                  <a:cubicBezTo>
                    <a:pt x="1013343" y="370614"/>
                    <a:pt x="1005505" y="368419"/>
                    <a:pt x="999430" y="372546"/>
                  </a:cubicBezTo>
                  <a:cubicBezTo>
                    <a:pt x="993355" y="376672"/>
                    <a:pt x="994792" y="389842"/>
                    <a:pt x="994792" y="389842"/>
                  </a:cubicBezTo>
                  <a:cubicBezTo>
                    <a:pt x="994792" y="389842"/>
                    <a:pt x="994236" y="398095"/>
                    <a:pt x="1001749" y="399720"/>
                  </a:cubicBezTo>
                  <a:lnTo>
                    <a:pt x="1001192" y="403276"/>
                  </a:lnTo>
                  <a:lnTo>
                    <a:pt x="1000311" y="413724"/>
                  </a:lnTo>
                  <a:cubicBezTo>
                    <a:pt x="1000311" y="413724"/>
                    <a:pt x="995952" y="423031"/>
                    <a:pt x="991917" y="423865"/>
                  </a:cubicBezTo>
                  <a:cubicBezTo>
                    <a:pt x="987882" y="424699"/>
                    <a:pt x="986120" y="428782"/>
                    <a:pt x="986120" y="428782"/>
                  </a:cubicBezTo>
                  <a:cubicBezTo>
                    <a:pt x="986120" y="428782"/>
                    <a:pt x="991314" y="426323"/>
                    <a:pt x="995952" y="426587"/>
                  </a:cubicBezTo>
                  <a:cubicBezTo>
                    <a:pt x="1000589" y="426850"/>
                    <a:pt x="1002630" y="424918"/>
                    <a:pt x="1002630" y="424918"/>
                  </a:cubicBezTo>
                  <a:cubicBezTo>
                    <a:pt x="1002630" y="424918"/>
                    <a:pt x="997992" y="429309"/>
                    <a:pt x="998549" y="430669"/>
                  </a:cubicBezTo>
                  <a:cubicBezTo>
                    <a:pt x="999106" y="432030"/>
                    <a:pt x="1002908" y="433391"/>
                    <a:pt x="1002908" y="433391"/>
                  </a:cubicBezTo>
                  <a:cubicBezTo>
                    <a:pt x="1002908" y="433391"/>
                    <a:pt x="997714" y="438879"/>
                    <a:pt x="1001749" y="441337"/>
                  </a:cubicBezTo>
                  <a:lnTo>
                    <a:pt x="1004346" y="445464"/>
                  </a:lnTo>
                  <a:cubicBezTo>
                    <a:pt x="1004346" y="445464"/>
                    <a:pt x="1001146" y="447395"/>
                    <a:pt x="1006108" y="449590"/>
                  </a:cubicBezTo>
                  <a:lnTo>
                    <a:pt x="1005227" y="453980"/>
                  </a:lnTo>
                  <a:lnTo>
                    <a:pt x="1006665" y="453980"/>
                  </a:lnTo>
                  <a:lnTo>
                    <a:pt x="1004068" y="457844"/>
                  </a:lnTo>
                  <a:cubicBezTo>
                    <a:pt x="1004068" y="457844"/>
                    <a:pt x="1000311" y="460302"/>
                    <a:pt x="999708" y="462760"/>
                  </a:cubicBezTo>
                  <a:cubicBezTo>
                    <a:pt x="999708" y="462760"/>
                    <a:pt x="996230" y="467984"/>
                    <a:pt x="999430" y="468819"/>
                  </a:cubicBezTo>
                  <a:cubicBezTo>
                    <a:pt x="999430" y="468819"/>
                    <a:pt x="981760" y="482823"/>
                    <a:pt x="986955" y="489408"/>
                  </a:cubicBezTo>
                  <a:cubicBezTo>
                    <a:pt x="992149" y="495993"/>
                    <a:pt x="1007824" y="501217"/>
                    <a:pt x="1012462" y="513816"/>
                  </a:cubicBezTo>
                  <a:cubicBezTo>
                    <a:pt x="1017100" y="526415"/>
                    <a:pt x="1019697" y="535503"/>
                    <a:pt x="1019697" y="540683"/>
                  </a:cubicBezTo>
                  <a:cubicBezTo>
                    <a:pt x="1019697" y="545863"/>
                    <a:pt x="1019140" y="560965"/>
                    <a:pt x="1015059" y="565355"/>
                  </a:cubicBezTo>
                  <a:cubicBezTo>
                    <a:pt x="1010978" y="569745"/>
                    <a:pt x="1002908" y="579622"/>
                    <a:pt x="1001146" y="580720"/>
                  </a:cubicBezTo>
                  <a:cubicBezTo>
                    <a:pt x="999384" y="581817"/>
                    <a:pt x="988392" y="590861"/>
                    <a:pt x="983755" y="592529"/>
                  </a:cubicBezTo>
                  <a:cubicBezTo>
                    <a:pt x="979117" y="594197"/>
                    <a:pt x="966363" y="596656"/>
                    <a:pt x="972439" y="601309"/>
                  </a:cubicBezTo>
                  <a:cubicBezTo>
                    <a:pt x="972439" y="601309"/>
                    <a:pt x="971001" y="609562"/>
                    <a:pt x="979673" y="612021"/>
                  </a:cubicBezTo>
                  <a:lnTo>
                    <a:pt x="979673" y="615050"/>
                  </a:lnTo>
                  <a:cubicBezTo>
                    <a:pt x="979673" y="615050"/>
                    <a:pt x="976798" y="621898"/>
                    <a:pt x="981111" y="624927"/>
                  </a:cubicBezTo>
                  <a:cubicBezTo>
                    <a:pt x="981111" y="624927"/>
                    <a:pt x="975917" y="627956"/>
                    <a:pt x="981111" y="631249"/>
                  </a:cubicBezTo>
                  <a:cubicBezTo>
                    <a:pt x="981111" y="631249"/>
                    <a:pt x="977355" y="640556"/>
                    <a:pt x="983152" y="641960"/>
                  </a:cubicBezTo>
                  <a:cubicBezTo>
                    <a:pt x="983152" y="641960"/>
                    <a:pt x="979673" y="646877"/>
                    <a:pt x="984311" y="648282"/>
                  </a:cubicBezTo>
                  <a:cubicBezTo>
                    <a:pt x="984311" y="648282"/>
                    <a:pt x="983430" y="653769"/>
                    <a:pt x="988671" y="654340"/>
                  </a:cubicBezTo>
                  <a:lnTo>
                    <a:pt x="987789" y="660091"/>
                  </a:lnTo>
                  <a:cubicBezTo>
                    <a:pt x="987789" y="660091"/>
                    <a:pt x="979952" y="668871"/>
                    <a:pt x="979952" y="670232"/>
                  </a:cubicBezTo>
                  <a:cubicBezTo>
                    <a:pt x="979952" y="671593"/>
                    <a:pt x="985471" y="677081"/>
                    <a:pt x="985471" y="677081"/>
                  </a:cubicBezTo>
                  <a:lnTo>
                    <a:pt x="981111" y="680636"/>
                  </a:lnTo>
                  <a:lnTo>
                    <a:pt x="978514" y="676773"/>
                  </a:lnTo>
                  <a:cubicBezTo>
                    <a:pt x="978514" y="676773"/>
                    <a:pt x="975639" y="672383"/>
                    <a:pt x="972439" y="674578"/>
                  </a:cubicBezTo>
                  <a:cubicBezTo>
                    <a:pt x="969239" y="676773"/>
                    <a:pt x="967801" y="684456"/>
                    <a:pt x="967801" y="684456"/>
                  </a:cubicBezTo>
                  <a:cubicBezTo>
                    <a:pt x="967801" y="684456"/>
                    <a:pt x="961123" y="680066"/>
                    <a:pt x="959082" y="680066"/>
                  </a:cubicBezTo>
                  <a:cubicBezTo>
                    <a:pt x="959082" y="680066"/>
                    <a:pt x="959082" y="667159"/>
                    <a:pt x="940809" y="660047"/>
                  </a:cubicBezTo>
                  <a:cubicBezTo>
                    <a:pt x="940809" y="660047"/>
                    <a:pt x="942850" y="653199"/>
                    <a:pt x="937053" y="650170"/>
                  </a:cubicBezTo>
                  <a:lnTo>
                    <a:pt x="930096" y="641653"/>
                  </a:lnTo>
                  <a:lnTo>
                    <a:pt x="928334" y="637263"/>
                  </a:lnTo>
                  <a:cubicBezTo>
                    <a:pt x="928334" y="637263"/>
                    <a:pt x="936172" y="630151"/>
                    <a:pt x="930374" y="623566"/>
                  </a:cubicBezTo>
                  <a:cubicBezTo>
                    <a:pt x="930374" y="623566"/>
                    <a:pt x="935893" y="616718"/>
                    <a:pt x="927174" y="610133"/>
                  </a:cubicBezTo>
                  <a:cubicBezTo>
                    <a:pt x="927174" y="610133"/>
                    <a:pt x="932369" y="593670"/>
                    <a:pt x="927174" y="587085"/>
                  </a:cubicBezTo>
                  <a:cubicBezTo>
                    <a:pt x="921980" y="580500"/>
                    <a:pt x="886316" y="583222"/>
                    <a:pt x="886316" y="583222"/>
                  </a:cubicBezTo>
                  <a:cubicBezTo>
                    <a:pt x="886316" y="583222"/>
                    <a:pt x="873562" y="573081"/>
                    <a:pt x="865446" y="570886"/>
                  </a:cubicBezTo>
                  <a:cubicBezTo>
                    <a:pt x="865446" y="570886"/>
                    <a:pt x="857330" y="564565"/>
                    <a:pt x="849771" y="564828"/>
                  </a:cubicBezTo>
                  <a:cubicBezTo>
                    <a:pt x="849771" y="564828"/>
                    <a:pt x="843092" y="557980"/>
                    <a:pt x="840773" y="553326"/>
                  </a:cubicBezTo>
                  <a:cubicBezTo>
                    <a:pt x="838455" y="548673"/>
                    <a:pt x="833817" y="547839"/>
                    <a:pt x="833817" y="547839"/>
                  </a:cubicBezTo>
                  <a:cubicBezTo>
                    <a:pt x="833817" y="547839"/>
                    <a:pt x="821944" y="536864"/>
                    <a:pt x="810628" y="536864"/>
                  </a:cubicBezTo>
                  <a:cubicBezTo>
                    <a:pt x="810628" y="536864"/>
                    <a:pt x="802790" y="532474"/>
                    <a:pt x="799915" y="530542"/>
                  </a:cubicBezTo>
                  <a:cubicBezTo>
                    <a:pt x="797040" y="528610"/>
                    <a:pt x="786883" y="526986"/>
                    <a:pt x="774686" y="534405"/>
                  </a:cubicBezTo>
                  <a:cubicBezTo>
                    <a:pt x="774686" y="534405"/>
                    <a:pt x="770929" y="532737"/>
                    <a:pt x="763973" y="537127"/>
                  </a:cubicBezTo>
                  <a:cubicBezTo>
                    <a:pt x="763973" y="537127"/>
                    <a:pt x="769770" y="529181"/>
                    <a:pt x="767729" y="523957"/>
                  </a:cubicBezTo>
                  <a:cubicBezTo>
                    <a:pt x="765689" y="518733"/>
                    <a:pt x="757016" y="496256"/>
                    <a:pt x="756691" y="492700"/>
                  </a:cubicBezTo>
                  <a:cubicBezTo>
                    <a:pt x="756367" y="489144"/>
                    <a:pt x="754373" y="481725"/>
                    <a:pt x="737584" y="487476"/>
                  </a:cubicBezTo>
                  <a:cubicBezTo>
                    <a:pt x="737584" y="487476"/>
                    <a:pt x="732390" y="477862"/>
                    <a:pt x="730906" y="477862"/>
                  </a:cubicBezTo>
                  <a:cubicBezTo>
                    <a:pt x="730906" y="477862"/>
                    <a:pt x="731462" y="464692"/>
                    <a:pt x="730627" y="460565"/>
                  </a:cubicBezTo>
                  <a:cubicBezTo>
                    <a:pt x="729793" y="456439"/>
                    <a:pt x="732065" y="443005"/>
                    <a:pt x="732390" y="441337"/>
                  </a:cubicBezTo>
                  <a:cubicBezTo>
                    <a:pt x="732714" y="439669"/>
                    <a:pt x="732390" y="435850"/>
                    <a:pt x="729514" y="434752"/>
                  </a:cubicBezTo>
                  <a:cubicBezTo>
                    <a:pt x="729514" y="434752"/>
                    <a:pt x="732993" y="435015"/>
                    <a:pt x="735915" y="430099"/>
                  </a:cubicBezTo>
                  <a:cubicBezTo>
                    <a:pt x="738836" y="425182"/>
                    <a:pt x="742871" y="414997"/>
                    <a:pt x="742871" y="410870"/>
                  </a:cubicBezTo>
                  <a:cubicBezTo>
                    <a:pt x="742871" y="410870"/>
                    <a:pt x="747509" y="408412"/>
                    <a:pt x="744031" y="405383"/>
                  </a:cubicBezTo>
                  <a:lnTo>
                    <a:pt x="751544" y="397700"/>
                  </a:lnTo>
                  <a:cubicBezTo>
                    <a:pt x="751544" y="397700"/>
                    <a:pt x="758778" y="394408"/>
                    <a:pt x="749503" y="393047"/>
                  </a:cubicBezTo>
                  <a:lnTo>
                    <a:pt x="750384" y="391115"/>
                  </a:lnTo>
                  <a:lnTo>
                    <a:pt x="755300" y="391950"/>
                  </a:lnTo>
                  <a:lnTo>
                    <a:pt x="757341" y="393618"/>
                  </a:lnTo>
                  <a:lnTo>
                    <a:pt x="759938" y="390589"/>
                  </a:lnTo>
                  <a:lnTo>
                    <a:pt x="755022" y="389754"/>
                  </a:lnTo>
                  <a:lnTo>
                    <a:pt x="756784" y="388086"/>
                  </a:lnTo>
                  <a:lnTo>
                    <a:pt x="757341" y="384223"/>
                  </a:lnTo>
                  <a:lnTo>
                    <a:pt x="759660" y="381765"/>
                  </a:lnTo>
                  <a:lnTo>
                    <a:pt x="762535" y="381238"/>
                  </a:lnTo>
                  <a:lnTo>
                    <a:pt x="760216" y="377375"/>
                  </a:lnTo>
                  <a:lnTo>
                    <a:pt x="763416" y="379570"/>
                  </a:lnTo>
                  <a:lnTo>
                    <a:pt x="765735" y="383433"/>
                  </a:lnTo>
                  <a:lnTo>
                    <a:pt x="766013" y="377375"/>
                  </a:lnTo>
                  <a:lnTo>
                    <a:pt x="761932" y="375706"/>
                  </a:lnTo>
                  <a:lnTo>
                    <a:pt x="765132" y="372985"/>
                  </a:lnTo>
                  <a:lnTo>
                    <a:pt x="768889" y="369956"/>
                  </a:lnTo>
                  <a:lnTo>
                    <a:pt x="774686" y="369956"/>
                  </a:lnTo>
                  <a:lnTo>
                    <a:pt x="776726" y="368858"/>
                  </a:lnTo>
                  <a:lnTo>
                    <a:pt x="772367" y="364995"/>
                  </a:lnTo>
                  <a:lnTo>
                    <a:pt x="768610" y="362273"/>
                  </a:lnTo>
                  <a:lnTo>
                    <a:pt x="769492" y="360078"/>
                  </a:lnTo>
                  <a:lnTo>
                    <a:pt x="773851" y="363107"/>
                  </a:lnTo>
                  <a:lnTo>
                    <a:pt x="775613" y="360385"/>
                  </a:lnTo>
                  <a:lnTo>
                    <a:pt x="777932" y="361746"/>
                  </a:lnTo>
                  <a:cubicBezTo>
                    <a:pt x="777932" y="361746"/>
                    <a:pt x="786651" y="364468"/>
                    <a:pt x="789805" y="358717"/>
                  </a:cubicBezTo>
                  <a:cubicBezTo>
                    <a:pt x="789805" y="358717"/>
                    <a:pt x="798199" y="359815"/>
                    <a:pt x="797040" y="350200"/>
                  </a:cubicBezTo>
                  <a:cubicBezTo>
                    <a:pt x="795880" y="340586"/>
                    <a:pt x="784008" y="338391"/>
                    <a:pt x="784008" y="338391"/>
                  </a:cubicBezTo>
                  <a:cubicBezTo>
                    <a:pt x="784008" y="338391"/>
                    <a:pt x="785445" y="334528"/>
                    <a:pt x="781132" y="335362"/>
                  </a:cubicBezTo>
                  <a:cubicBezTo>
                    <a:pt x="781132" y="335362"/>
                    <a:pt x="781411" y="327680"/>
                    <a:pt x="769260" y="335889"/>
                  </a:cubicBezTo>
                  <a:lnTo>
                    <a:pt x="766663" y="335626"/>
                  </a:lnTo>
                  <a:lnTo>
                    <a:pt x="771857" y="332070"/>
                  </a:lnTo>
                  <a:lnTo>
                    <a:pt x="767219" y="330138"/>
                  </a:lnTo>
                  <a:lnTo>
                    <a:pt x="761422" y="328207"/>
                  </a:lnTo>
                  <a:lnTo>
                    <a:pt x="753584" y="324343"/>
                  </a:lnTo>
                  <a:lnTo>
                    <a:pt x="752147" y="325704"/>
                  </a:lnTo>
                  <a:lnTo>
                    <a:pt x="748390" y="324870"/>
                  </a:lnTo>
                  <a:lnTo>
                    <a:pt x="747509" y="322675"/>
                  </a:lnTo>
                  <a:lnTo>
                    <a:pt x="756506" y="321841"/>
                  </a:lnTo>
                  <a:lnTo>
                    <a:pt x="762025" y="325968"/>
                  </a:lnTo>
                  <a:lnTo>
                    <a:pt x="771857" y="329831"/>
                  </a:lnTo>
                  <a:lnTo>
                    <a:pt x="778535" y="330358"/>
                  </a:lnTo>
                  <a:lnTo>
                    <a:pt x="787532" y="334221"/>
                  </a:lnTo>
                  <a:lnTo>
                    <a:pt x="793932" y="338348"/>
                  </a:lnTo>
                  <a:cubicBezTo>
                    <a:pt x="793932" y="338348"/>
                    <a:pt x="798570" y="340543"/>
                    <a:pt x="796808" y="335889"/>
                  </a:cubicBezTo>
                  <a:cubicBezTo>
                    <a:pt x="796808" y="335889"/>
                    <a:pt x="811602" y="333167"/>
                    <a:pt x="804646" y="323246"/>
                  </a:cubicBezTo>
                  <a:cubicBezTo>
                    <a:pt x="804646" y="323246"/>
                    <a:pt x="808124" y="325178"/>
                    <a:pt x="809562" y="324914"/>
                  </a:cubicBezTo>
                  <a:cubicBezTo>
                    <a:pt x="810999" y="324651"/>
                    <a:pt x="810721" y="320261"/>
                    <a:pt x="810721" y="320261"/>
                  </a:cubicBezTo>
                  <a:cubicBezTo>
                    <a:pt x="810721" y="320261"/>
                    <a:pt x="816240" y="322983"/>
                    <a:pt x="820878" y="322456"/>
                  </a:cubicBezTo>
                  <a:cubicBezTo>
                    <a:pt x="825515" y="321929"/>
                    <a:pt x="830153" y="327109"/>
                    <a:pt x="834234" y="317802"/>
                  </a:cubicBezTo>
                  <a:cubicBezTo>
                    <a:pt x="834234" y="317802"/>
                    <a:pt x="840913" y="312315"/>
                    <a:pt x="840913" y="304896"/>
                  </a:cubicBezTo>
                  <a:cubicBezTo>
                    <a:pt x="840913" y="304896"/>
                    <a:pt x="853063" y="294755"/>
                    <a:pt x="854548" y="283780"/>
                  </a:cubicBezTo>
                  <a:cubicBezTo>
                    <a:pt x="856032" y="272805"/>
                    <a:pt x="823846" y="279390"/>
                    <a:pt x="820924" y="274166"/>
                  </a:cubicBezTo>
                  <a:cubicBezTo>
                    <a:pt x="818002" y="268942"/>
                    <a:pt x="810211" y="255245"/>
                    <a:pt x="793654" y="254147"/>
                  </a:cubicBezTo>
                  <a:cubicBezTo>
                    <a:pt x="793654" y="254147"/>
                    <a:pt x="805248" y="254147"/>
                    <a:pt x="810767" y="257703"/>
                  </a:cubicBezTo>
                  <a:lnTo>
                    <a:pt x="810489" y="254981"/>
                  </a:lnTo>
                  <a:lnTo>
                    <a:pt x="809330" y="252259"/>
                  </a:lnTo>
                  <a:lnTo>
                    <a:pt x="820367" y="260205"/>
                  </a:lnTo>
                  <a:lnTo>
                    <a:pt x="825886" y="262400"/>
                  </a:lnTo>
                  <a:cubicBezTo>
                    <a:pt x="825886" y="262400"/>
                    <a:pt x="832286" y="273902"/>
                    <a:pt x="841237" y="274736"/>
                  </a:cubicBezTo>
                  <a:cubicBezTo>
                    <a:pt x="850188" y="275570"/>
                    <a:pt x="852553" y="276668"/>
                    <a:pt x="854269" y="268151"/>
                  </a:cubicBezTo>
                  <a:cubicBezTo>
                    <a:pt x="854269" y="268151"/>
                    <a:pt x="862664" y="265122"/>
                    <a:pt x="863545" y="256079"/>
                  </a:cubicBezTo>
                  <a:cubicBezTo>
                    <a:pt x="863545" y="256079"/>
                    <a:pt x="871382" y="252786"/>
                    <a:pt x="872542" y="244006"/>
                  </a:cubicBezTo>
                  <a:cubicBezTo>
                    <a:pt x="872542" y="244006"/>
                    <a:pt x="865307" y="238782"/>
                    <a:pt x="860066" y="237158"/>
                  </a:cubicBezTo>
                  <a:lnTo>
                    <a:pt x="859510" y="234436"/>
                  </a:lnTo>
                  <a:lnTo>
                    <a:pt x="858629" y="231407"/>
                  </a:lnTo>
                  <a:lnTo>
                    <a:pt x="865864" y="231144"/>
                  </a:lnTo>
                  <a:cubicBezTo>
                    <a:pt x="865864" y="231144"/>
                    <a:pt x="874861" y="235007"/>
                    <a:pt x="879220" y="228685"/>
                  </a:cubicBezTo>
                  <a:cubicBezTo>
                    <a:pt x="879220" y="228685"/>
                    <a:pt x="881539" y="241592"/>
                    <a:pt x="885017" y="242119"/>
                  </a:cubicBezTo>
                  <a:cubicBezTo>
                    <a:pt x="888496" y="242645"/>
                    <a:pt x="894571" y="245148"/>
                    <a:pt x="894571" y="245148"/>
                  </a:cubicBezTo>
                  <a:lnTo>
                    <a:pt x="898049" y="244050"/>
                  </a:lnTo>
                  <a:lnTo>
                    <a:pt x="895174" y="241855"/>
                  </a:lnTo>
                  <a:lnTo>
                    <a:pt x="894293" y="236938"/>
                  </a:lnTo>
                  <a:lnTo>
                    <a:pt x="899209" y="240231"/>
                  </a:lnTo>
                  <a:lnTo>
                    <a:pt x="901806" y="244357"/>
                  </a:lnTo>
                  <a:lnTo>
                    <a:pt x="907000" y="244094"/>
                  </a:lnTo>
                  <a:lnTo>
                    <a:pt x="906119" y="239177"/>
                  </a:lnTo>
                  <a:lnTo>
                    <a:pt x="903522" y="235314"/>
                  </a:lnTo>
                  <a:cubicBezTo>
                    <a:pt x="903522" y="235314"/>
                    <a:pt x="900925" y="225173"/>
                    <a:pt x="896844" y="222978"/>
                  </a:cubicBezTo>
                  <a:cubicBezTo>
                    <a:pt x="896844" y="222978"/>
                    <a:pt x="901481" y="224646"/>
                    <a:pt x="903244" y="220783"/>
                  </a:cubicBezTo>
                  <a:cubicBezTo>
                    <a:pt x="903244" y="220783"/>
                    <a:pt x="898884" y="229563"/>
                    <a:pt x="908763" y="232592"/>
                  </a:cubicBezTo>
                  <a:cubicBezTo>
                    <a:pt x="908763" y="232592"/>
                    <a:pt x="907325" y="238914"/>
                    <a:pt x="912241" y="237246"/>
                  </a:cubicBezTo>
                  <a:cubicBezTo>
                    <a:pt x="917157" y="235577"/>
                    <a:pt x="918641" y="229827"/>
                    <a:pt x="918641" y="229827"/>
                  </a:cubicBezTo>
                  <a:cubicBezTo>
                    <a:pt x="918641" y="229827"/>
                    <a:pt x="923835" y="231495"/>
                    <a:pt x="927638" y="224076"/>
                  </a:cubicBezTo>
                  <a:cubicBezTo>
                    <a:pt x="927638" y="224076"/>
                    <a:pt x="933435" y="223812"/>
                    <a:pt x="934595" y="214769"/>
                  </a:cubicBezTo>
                  <a:cubicBezTo>
                    <a:pt x="934595" y="214769"/>
                    <a:pt x="941830" y="216130"/>
                    <a:pt x="944427" y="205989"/>
                  </a:cubicBezTo>
                  <a:cubicBezTo>
                    <a:pt x="947024" y="195848"/>
                    <a:pt x="945308" y="192555"/>
                    <a:pt x="945308" y="192555"/>
                  </a:cubicBezTo>
                  <a:cubicBezTo>
                    <a:pt x="945308" y="192555"/>
                    <a:pt x="931951" y="178859"/>
                    <a:pt x="931673" y="177454"/>
                  </a:cubicBezTo>
                  <a:cubicBezTo>
                    <a:pt x="931395" y="176049"/>
                    <a:pt x="933435" y="167005"/>
                    <a:pt x="933435" y="167005"/>
                  </a:cubicBezTo>
                  <a:lnTo>
                    <a:pt x="930235" y="168103"/>
                  </a:lnTo>
                  <a:lnTo>
                    <a:pt x="929076" y="165908"/>
                  </a:lnTo>
                  <a:lnTo>
                    <a:pt x="926200" y="161342"/>
                  </a:lnTo>
                  <a:lnTo>
                    <a:pt x="930560" y="161342"/>
                  </a:lnTo>
                  <a:lnTo>
                    <a:pt x="923603" y="157962"/>
                  </a:lnTo>
                  <a:lnTo>
                    <a:pt x="924484" y="154494"/>
                  </a:lnTo>
                  <a:lnTo>
                    <a:pt x="930884" y="156557"/>
                  </a:lnTo>
                  <a:lnTo>
                    <a:pt x="931441" y="153001"/>
                  </a:lnTo>
                  <a:lnTo>
                    <a:pt x="933760" y="156294"/>
                  </a:lnTo>
                  <a:lnTo>
                    <a:pt x="936960" y="156030"/>
                  </a:lnTo>
                  <a:lnTo>
                    <a:pt x="938119" y="153309"/>
                  </a:lnTo>
                  <a:cubicBezTo>
                    <a:pt x="938119" y="153309"/>
                    <a:pt x="950595" y="150850"/>
                    <a:pt x="945633" y="140139"/>
                  </a:cubicBezTo>
                  <a:lnTo>
                    <a:pt x="941273" y="139305"/>
                  </a:lnTo>
                  <a:lnTo>
                    <a:pt x="936635" y="137373"/>
                  </a:lnTo>
                  <a:lnTo>
                    <a:pt x="938954" y="134344"/>
                  </a:lnTo>
                  <a:cubicBezTo>
                    <a:pt x="938954" y="134344"/>
                    <a:pt x="946467" y="132412"/>
                    <a:pt x="945911" y="128286"/>
                  </a:cubicBezTo>
                  <a:cubicBezTo>
                    <a:pt x="945354" y="124159"/>
                    <a:pt x="940392" y="124379"/>
                    <a:pt x="940392" y="124379"/>
                  </a:cubicBezTo>
                  <a:cubicBezTo>
                    <a:pt x="940392" y="124379"/>
                    <a:pt x="942154" y="117574"/>
                    <a:pt x="930838" y="122798"/>
                  </a:cubicBezTo>
                  <a:lnTo>
                    <a:pt x="929400" y="118935"/>
                  </a:lnTo>
                  <a:cubicBezTo>
                    <a:pt x="929400" y="118935"/>
                    <a:pt x="928056" y="114457"/>
                    <a:pt x="924299" y="113140"/>
                  </a:cubicBezTo>
                  <a:lnTo>
                    <a:pt x="930282" y="114238"/>
                  </a:lnTo>
                  <a:lnTo>
                    <a:pt x="932879" y="113096"/>
                  </a:lnTo>
                  <a:lnTo>
                    <a:pt x="927082" y="110374"/>
                  </a:lnTo>
                  <a:lnTo>
                    <a:pt x="922722" y="108399"/>
                  </a:lnTo>
                  <a:lnTo>
                    <a:pt x="925319" y="106643"/>
                  </a:lnTo>
                  <a:lnTo>
                    <a:pt x="930235" y="105414"/>
                  </a:lnTo>
                  <a:lnTo>
                    <a:pt x="925319" y="104053"/>
                  </a:lnTo>
                  <a:lnTo>
                    <a:pt x="908809" y="103526"/>
                  </a:lnTo>
                  <a:lnTo>
                    <a:pt x="907928" y="101331"/>
                  </a:lnTo>
                  <a:lnTo>
                    <a:pt x="908809" y="98039"/>
                  </a:lnTo>
                  <a:lnTo>
                    <a:pt x="903893" y="98039"/>
                  </a:lnTo>
                  <a:lnTo>
                    <a:pt x="905655" y="101902"/>
                  </a:lnTo>
                  <a:lnTo>
                    <a:pt x="900739" y="100541"/>
                  </a:lnTo>
                  <a:cubicBezTo>
                    <a:pt x="900739" y="100541"/>
                    <a:pt x="899302" y="92858"/>
                    <a:pt x="886548" y="98609"/>
                  </a:cubicBezTo>
                  <a:lnTo>
                    <a:pt x="882791" y="98082"/>
                  </a:lnTo>
                  <a:lnTo>
                    <a:pt x="879313" y="96414"/>
                  </a:lnTo>
                  <a:lnTo>
                    <a:pt x="875232" y="96941"/>
                  </a:lnTo>
                  <a:lnTo>
                    <a:pt x="875232" y="98873"/>
                  </a:lnTo>
                  <a:lnTo>
                    <a:pt x="879591" y="98873"/>
                  </a:lnTo>
                  <a:lnTo>
                    <a:pt x="880751" y="100541"/>
                  </a:lnTo>
                  <a:cubicBezTo>
                    <a:pt x="880751" y="100541"/>
                    <a:pt x="878154" y="106467"/>
                    <a:pt x="878710" y="108443"/>
                  </a:cubicBezTo>
                  <a:cubicBezTo>
                    <a:pt x="878710" y="108443"/>
                    <a:pt x="876669" y="113447"/>
                    <a:pt x="880148" y="114808"/>
                  </a:cubicBezTo>
                  <a:cubicBezTo>
                    <a:pt x="880148" y="114808"/>
                    <a:pt x="878385" y="127144"/>
                    <a:pt x="883904" y="126881"/>
                  </a:cubicBezTo>
                  <a:lnTo>
                    <a:pt x="886502" y="130173"/>
                  </a:lnTo>
                  <a:lnTo>
                    <a:pt x="889980" y="130437"/>
                  </a:lnTo>
                  <a:lnTo>
                    <a:pt x="888217" y="132105"/>
                  </a:lnTo>
                  <a:lnTo>
                    <a:pt x="889099" y="134827"/>
                  </a:lnTo>
                  <a:lnTo>
                    <a:pt x="884183" y="134827"/>
                  </a:lnTo>
                  <a:lnTo>
                    <a:pt x="883301" y="136188"/>
                  </a:lnTo>
                  <a:lnTo>
                    <a:pt x="886177" y="136188"/>
                  </a:lnTo>
                  <a:lnTo>
                    <a:pt x="884739" y="141104"/>
                  </a:lnTo>
                  <a:lnTo>
                    <a:pt x="890258" y="141104"/>
                  </a:lnTo>
                  <a:lnTo>
                    <a:pt x="890536" y="145890"/>
                  </a:lnTo>
                  <a:lnTo>
                    <a:pt x="885899" y="143343"/>
                  </a:lnTo>
                  <a:lnTo>
                    <a:pt x="882142" y="143870"/>
                  </a:lnTo>
                  <a:lnTo>
                    <a:pt x="879823" y="141104"/>
                  </a:lnTo>
                  <a:cubicBezTo>
                    <a:pt x="879823" y="141104"/>
                    <a:pt x="873748" y="144529"/>
                    <a:pt x="874304" y="150631"/>
                  </a:cubicBezTo>
                  <a:cubicBezTo>
                    <a:pt x="874861" y="156777"/>
                    <a:pt x="873423" y="162967"/>
                    <a:pt x="872264" y="164679"/>
                  </a:cubicBezTo>
                  <a:cubicBezTo>
                    <a:pt x="871104" y="166391"/>
                    <a:pt x="871707" y="172405"/>
                    <a:pt x="871707" y="172405"/>
                  </a:cubicBezTo>
                  <a:cubicBezTo>
                    <a:pt x="871707" y="172405"/>
                    <a:pt x="863591" y="182019"/>
                    <a:pt x="862710" y="186936"/>
                  </a:cubicBezTo>
                  <a:cubicBezTo>
                    <a:pt x="861829" y="191853"/>
                    <a:pt x="862153" y="197077"/>
                    <a:pt x="862153" y="197077"/>
                  </a:cubicBezTo>
                  <a:cubicBezTo>
                    <a:pt x="862153" y="197077"/>
                    <a:pt x="855197" y="196243"/>
                    <a:pt x="854316" y="199799"/>
                  </a:cubicBezTo>
                  <a:cubicBezTo>
                    <a:pt x="853434" y="203355"/>
                    <a:pt x="851719" y="207481"/>
                    <a:pt x="851719" y="207481"/>
                  </a:cubicBezTo>
                  <a:lnTo>
                    <a:pt x="849400" y="206120"/>
                  </a:lnTo>
                  <a:cubicBezTo>
                    <a:pt x="849400" y="206120"/>
                    <a:pt x="849678" y="200896"/>
                    <a:pt x="846524" y="197340"/>
                  </a:cubicBezTo>
                  <a:cubicBezTo>
                    <a:pt x="843371" y="193785"/>
                    <a:pt x="831730" y="179780"/>
                    <a:pt x="833168" y="172669"/>
                  </a:cubicBezTo>
                  <a:lnTo>
                    <a:pt x="834605" y="170210"/>
                  </a:lnTo>
                  <a:lnTo>
                    <a:pt x="834884" y="167488"/>
                  </a:lnTo>
                  <a:lnTo>
                    <a:pt x="832565" y="166128"/>
                  </a:lnTo>
                  <a:lnTo>
                    <a:pt x="832843" y="163406"/>
                  </a:lnTo>
                  <a:lnTo>
                    <a:pt x="836321" y="159279"/>
                  </a:lnTo>
                  <a:lnTo>
                    <a:pt x="836321" y="164723"/>
                  </a:lnTo>
                  <a:cubicBezTo>
                    <a:pt x="836321" y="164723"/>
                    <a:pt x="841516" y="166303"/>
                    <a:pt x="841840" y="164723"/>
                  </a:cubicBezTo>
                  <a:cubicBezTo>
                    <a:pt x="842165" y="163142"/>
                    <a:pt x="842397" y="153660"/>
                    <a:pt x="842397" y="153660"/>
                  </a:cubicBezTo>
                  <a:lnTo>
                    <a:pt x="839521" y="149402"/>
                  </a:lnTo>
                  <a:cubicBezTo>
                    <a:pt x="839521" y="149402"/>
                    <a:pt x="841284" y="140885"/>
                    <a:pt x="838084" y="138163"/>
                  </a:cubicBezTo>
                  <a:cubicBezTo>
                    <a:pt x="834884" y="135441"/>
                    <a:pt x="828808" y="132105"/>
                    <a:pt x="827371" y="129120"/>
                  </a:cubicBezTo>
                  <a:cubicBezTo>
                    <a:pt x="825933" y="126135"/>
                    <a:pt x="822733" y="120340"/>
                    <a:pt x="818652" y="122008"/>
                  </a:cubicBezTo>
                  <a:cubicBezTo>
                    <a:pt x="814570" y="123676"/>
                    <a:pt x="814570" y="129120"/>
                    <a:pt x="814570" y="129120"/>
                  </a:cubicBezTo>
                  <a:cubicBezTo>
                    <a:pt x="814570" y="129120"/>
                    <a:pt x="810489" y="132983"/>
                    <a:pt x="811370" y="138163"/>
                  </a:cubicBezTo>
                  <a:lnTo>
                    <a:pt x="811370" y="143914"/>
                  </a:lnTo>
                  <a:lnTo>
                    <a:pt x="808495" y="139787"/>
                  </a:lnTo>
                  <a:lnTo>
                    <a:pt x="806733" y="141148"/>
                  </a:lnTo>
                  <a:lnTo>
                    <a:pt x="806454" y="145933"/>
                  </a:lnTo>
                  <a:lnTo>
                    <a:pt x="808217" y="146899"/>
                  </a:lnTo>
                  <a:lnTo>
                    <a:pt x="808495" y="153704"/>
                  </a:lnTo>
                  <a:cubicBezTo>
                    <a:pt x="808495" y="153704"/>
                    <a:pt x="807057" y="163976"/>
                    <a:pt x="804414" y="163713"/>
                  </a:cubicBezTo>
                  <a:cubicBezTo>
                    <a:pt x="801770" y="163450"/>
                    <a:pt x="802373" y="156294"/>
                    <a:pt x="797457" y="155767"/>
                  </a:cubicBezTo>
                  <a:cubicBezTo>
                    <a:pt x="797457" y="155767"/>
                    <a:pt x="800054" y="154099"/>
                    <a:pt x="798617" y="149445"/>
                  </a:cubicBezTo>
                  <a:cubicBezTo>
                    <a:pt x="798617" y="149445"/>
                    <a:pt x="802976" y="137373"/>
                    <a:pt x="796019" y="132720"/>
                  </a:cubicBezTo>
                  <a:cubicBezTo>
                    <a:pt x="796019" y="132720"/>
                    <a:pt x="798895" y="128461"/>
                    <a:pt x="794257" y="125652"/>
                  </a:cubicBezTo>
                  <a:cubicBezTo>
                    <a:pt x="789619" y="122842"/>
                    <a:pt x="787857" y="120384"/>
                    <a:pt x="787857" y="120384"/>
                  </a:cubicBezTo>
                  <a:lnTo>
                    <a:pt x="790454" y="120384"/>
                  </a:lnTo>
                  <a:lnTo>
                    <a:pt x="793329" y="122052"/>
                  </a:lnTo>
                  <a:lnTo>
                    <a:pt x="795092" y="121218"/>
                  </a:lnTo>
                  <a:lnTo>
                    <a:pt x="796854" y="124422"/>
                  </a:lnTo>
                  <a:lnTo>
                    <a:pt x="799173" y="124422"/>
                  </a:lnTo>
                  <a:lnTo>
                    <a:pt x="800611" y="122315"/>
                  </a:lnTo>
                  <a:lnTo>
                    <a:pt x="802651" y="122579"/>
                  </a:lnTo>
                  <a:lnTo>
                    <a:pt x="804414" y="119023"/>
                  </a:lnTo>
                  <a:lnTo>
                    <a:pt x="804414" y="114633"/>
                  </a:lnTo>
                  <a:lnTo>
                    <a:pt x="800657" y="112921"/>
                  </a:lnTo>
                  <a:lnTo>
                    <a:pt x="797782" y="109979"/>
                  </a:lnTo>
                  <a:lnTo>
                    <a:pt x="795185" y="110243"/>
                  </a:lnTo>
                  <a:lnTo>
                    <a:pt x="793747" y="111604"/>
                  </a:lnTo>
                  <a:lnTo>
                    <a:pt x="790871" y="111340"/>
                  </a:lnTo>
                  <a:lnTo>
                    <a:pt x="792031" y="106775"/>
                  </a:lnTo>
                  <a:lnTo>
                    <a:pt x="789156" y="108531"/>
                  </a:lnTo>
                  <a:lnTo>
                    <a:pt x="787996" y="110243"/>
                  </a:lnTo>
                  <a:lnTo>
                    <a:pt x="783080" y="111340"/>
                  </a:lnTo>
                  <a:lnTo>
                    <a:pt x="788599" y="106775"/>
                  </a:lnTo>
                  <a:lnTo>
                    <a:pt x="788321" y="104448"/>
                  </a:lnTo>
                  <a:lnTo>
                    <a:pt x="783683" y="106775"/>
                  </a:lnTo>
                  <a:lnTo>
                    <a:pt x="778767" y="111033"/>
                  </a:lnTo>
                  <a:lnTo>
                    <a:pt x="774408" y="109672"/>
                  </a:lnTo>
                  <a:cubicBezTo>
                    <a:pt x="774408" y="109672"/>
                    <a:pt x="772089" y="103087"/>
                    <a:pt x="764576" y="102560"/>
                  </a:cubicBezTo>
                  <a:lnTo>
                    <a:pt x="767451" y="98434"/>
                  </a:lnTo>
                  <a:lnTo>
                    <a:pt x="776170" y="90180"/>
                  </a:lnTo>
                  <a:cubicBezTo>
                    <a:pt x="776170" y="90180"/>
                    <a:pt x="778211" y="87459"/>
                    <a:pt x="774732" y="86888"/>
                  </a:cubicBezTo>
                  <a:lnTo>
                    <a:pt x="768935" y="86361"/>
                  </a:lnTo>
                  <a:lnTo>
                    <a:pt x="768935" y="81708"/>
                  </a:lnTo>
                  <a:lnTo>
                    <a:pt x="771810" y="81971"/>
                  </a:lnTo>
                  <a:lnTo>
                    <a:pt x="776170" y="85264"/>
                  </a:lnTo>
                  <a:lnTo>
                    <a:pt x="779927" y="85000"/>
                  </a:lnTo>
                  <a:lnTo>
                    <a:pt x="782802" y="82805"/>
                  </a:lnTo>
                  <a:lnTo>
                    <a:pt x="780761" y="78942"/>
                  </a:lnTo>
                  <a:lnTo>
                    <a:pt x="780483" y="74289"/>
                  </a:lnTo>
                  <a:lnTo>
                    <a:pt x="777886" y="74289"/>
                  </a:lnTo>
                  <a:lnTo>
                    <a:pt x="774408" y="78679"/>
                  </a:lnTo>
                  <a:lnTo>
                    <a:pt x="774964" y="71567"/>
                  </a:lnTo>
                  <a:lnTo>
                    <a:pt x="772367" y="68845"/>
                  </a:lnTo>
                  <a:lnTo>
                    <a:pt x="770929" y="66650"/>
                  </a:lnTo>
                  <a:cubicBezTo>
                    <a:pt x="770929" y="66650"/>
                    <a:pt x="776124" y="61997"/>
                    <a:pt x="765410" y="61426"/>
                  </a:cubicBezTo>
                  <a:cubicBezTo>
                    <a:pt x="765410" y="61426"/>
                    <a:pt x="765689" y="53480"/>
                    <a:pt x="761654" y="52909"/>
                  </a:cubicBezTo>
                  <a:cubicBezTo>
                    <a:pt x="761654" y="52909"/>
                    <a:pt x="766013" y="29862"/>
                    <a:pt x="759752" y="26833"/>
                  </a:cubicBezTo>
                  <a:cubicBezTo>
                    <a:pt x="759752" y="26833"/>
                    <a:pt x="753816" y="17789"/>
                    <a:pt x="750060" y="17789"/>
                  </a:cubicBezTo>
                  <a:lnTo>
                    <a:pt x="747741" y="14233"/>
                  </a:lnTo>
                  <a:lnTo>
                    <a:pt x="749781" y="12565"/>
                  </a:lnTo>
                  <a:lnTo>
                    <a:pt x="749503" y="9009"/>
                  </a:lnTo>
                  <a:lnTo>
                    <a:pt x="742546" y="9536"/>
                  </a:lnTo>
                  <a:lnTo>
                    <a:pt x="741665" y="7078"/>
                  </a:lnTo>
                  <a:lnTo>
                    <a:pt x="737306" y="13663"/>
                  </a:lnTo>
                  <a:lnTo>
                    <a:pt x="737306" y="9273"/>
                  </a:lnTo>
                  <a:lnTo>
                    <a:pt x="734709" y="8438"/>
                  </a:lnTo>
                  <a:lnTo>
                    <a:pt x="736146" y="5409"/>
                  </a:lnTo>
                  <a:cubicBezTo>
                    <a:pt x="736146" y="5409"/>
                    <a:pt x="738187" y="-1176"/>
                    <a:pt x="731230" y="185"/>
                  </a:cubicBezTo>
                  <a:cubicBezTo>
                    <a:pt x="724274" y="1546"/>
                    <a:pt x="725155" y="3741"/>
                    <a:pt x="725155" y="7297"/>
                  </a:cubicBezTo>
                  <a:lnTo>
                    <a:pt x="722233" y="5936"/>
                  </a:lnTo>
                  <a:lnTo>
                    <a:pt x="722233" y="9492"/>
                  </a:lnTo>
                  <a:cubicBezTo>
                    <a:pt x="722233" y="9492"/>
                    <a:pt x="713282" y="14980"/>
                    <a:pt x="713561" y="16911"/>
                  </a:cubicBezTo>
                  <a:cubicBezTo>
                    <a:pt x="713839" y="18843"/>
                    <a:pt x="714674" y="23233"/>
                    <a:pt x="722233" y="22399"/>
                  </a:cubicBezTo>
                  <a:lnTo>
                    <a:pt x="719961" y="26789"/>
                  </a:lnTo>
                  <a:lnTo>
                    <a:pt x="719080" y="32627"/>
                  </a:lnTo>
                  <a:lnTo>
                    <a:pt x="714998" y="31486"/>
                  </a:lnTo>
                  <a:cubicBezTo>
                    <a:pt x="714998" y="31486"/>
                    <a:pt x="717595" y="26569"/>
                    <a:pt x="711520" y="26569"/>
                  </a:cubicBezTo>
                  <a:cubicBezTo>
                    <a:pt x="705445" y="26569"/>
                    <a:pt x="707439" y="32671"/>
                    <a:pt x="707439" y="32671"/>
                  </a:cubicBezTo>
                  <a:cubicBezTo>
                    <a:pt x="707439" y="32671"/>
                    <a:pt x="701039" y="32627"/>
                    <a:pt x="705676" y="37808"/>
                  </a:cubicBezTo>
                  <a:cubicBezTo>
                    <a:pt x="705676" y="37808"/>
                    <a:pt x="700853" y="40003"/>
                    <a:pt x="704007" y="42724"/>
                  </a:cubicBezTo>
                  <a:lnTo>
                    <a:pt x="703682" y="49573"/>
                  </a:lnTo>
                  <a:cubicBezTo>
                    <a:pt x="703682" y="49573"/>
                    <a:pt x="699045" y="55324"/>
                    <a:pt x="704842" y="56421"/>
                  </a:cubicBezTo>
                  <a:cubicBezTo>
                    <a:pt x="704842" y="56421"/>
                    <a:pt x="704285" y="61338"/>
                    <a:pt x="708320" y="61338"/>
                  </a:cubicBezTo>
                  <a:lnTo>
                    <a:pt x="714998" y="59143"/>
                  </a:lnTo>
                  <a:lnTo>
                    <a:pt x="713561" y="61338"/>
                  </a:lnTo>
                  <a:lnTo>
                    <a:pt x="711520" y="63796"/>
                  </a:lnTo>
                  <a:cubicBezTo>
                    <a:pt x="711520" y="63796"/>
                    <a:pt x="702801" y="74245"/>
                    <a:pt x="703404" y="78898"/>
                  </a:cubicBezTo>
                  <a:cubicBezTo>
                    <a:pt x="704007" y="83551"/>
                    <a:pt x="704842" y="92331"/>
                    <a:pt x="711520" y="92902"/>
                  </a:cubicBezTo>
                  <a:cubicBezTo>
                    <a:pt x="711520" y="92902"/>
                    <a:pt x="707439" y="101419"/>
                    <a:pt x="717874" y="99487"/>
                  </a:cubicBezTo>
                  <a:cubicBezTo>
                    <a:pt x="717874" y="99487"/>
                    <a:pt x="720795" y="106599"/>
                    <a:pt x="725155" y="106731"/>
                  </a:cubicBezTo>
                  <a:cubicBezTo>
                    <a:pt x="729514" y="106906"/>
                    <a:pt x="731230" y="110726"/>
                    <a:pt x="731230" y="110726"/>
                  </a:cubicBezTo>
                  <a:lnTo>
                    <a:pt x="732668" y="108487"/>
                  </a:lnTo>
                  <a:lnTo>
                    <a:pt x="732112" y="104975"/>
                  </a:lnTo>
                  <a:lnTo>
                    <a:pt x="734430" y="104975"/>
                  </a:lnTo>
                  <a:cubicBezTo>
                    <a:pt x="734430" y="104975"/>
                    <a:pt x="734709" y="112043"/>
                    <a:pt x="739625" y="113184"/>
                  </a:cubicBezTo>
                  <a:cubicBezTo>
                    <a:pt x="744541" y="114325"/>
                    <a:pt x="751219" y="110462"/>
                    <a:pt x="751219" y="110462"/>
                  </a:cubicBezTo>
                  <a:lnTo>
                    <a:pt x="753538" y="113184"/>
                  </a:lnTo>
                  <a:lnTo>
                    <a:pt x="751775" y="115950"/>
                  </a:lnTo>
                  <a:lnTo>
                    <a:pt x="753538" y="117881"/>
                  </a:lnTo>
                  <a:lnTo>
                    <a:pt x="749457" y="124379"/>
                  </a:lnTo>
                  <a:lnTo>
                    <a:pt x="746581" y="124379"/>
                  </a:lnTo>
                  <a:lnTo>
                    <a:pt x="746303" y="121701"/>
                  </a:lnTo>
                  <a:lnTo>
                    <a:pt x="749503" y="118979"/>
                  </a:lnTo>
                  <a:lnTo>
                    <a:pt x="749503" y="116257"/>
                  </a:lnTo>
                  <a:lnTo>
                    <a:pt x="746303" y="117925"/>
                  </a:lnTo>
                  <a:cubicBezTo>
                    <a:pt x="746303" y="117925"/>
                    <a:pt x="739625" y="118189"/>
                    <a:pt x="739068" y="122052"/>
                  </a:cubicBezTo>
                  <a:cubicBezTo>
                    <a:pt x="738512" y="125915"/>
                    <a:pt x="741387" y="129471"/>
                    <a:pt x="741387" y="129471"/>
                  </a:cubicBezTo>
                  <a:lnTo>
                    <a:pt x="737630" y="134124"/>
                  </a:lnTo>
                  <a:cubicBezTo>
                    <a:pt x="737630" y="134124"/>
                    <a:pt x="732993" y="134080"/>
                    <a:pt x="734430" y="141236"/>
                  </a:cubicBezTo>
                  <a:cubicBezTo>
                    <a:pt x="735868" y="148392"/>
                    <a:pt x="744587" y="141236"/>
                    <a:pt x="744587" y="141236"/>
                  </a:cubicBezTo>
                  <a:lnTo>
                    <a:pt x="743428" y="137680"/>
                  </a:lnTo>
                  <a:lnTo>
                    <a:pt x="744587" y="136319"/>
                  </a:lnTo>
                  <a:lnTo>
                    <a:pt x="745468" y="132456"/>
                  </a:lnTo>
                  <a:lnTo>
                    <a:pt x="749828" y="133817"/>
                  </a:lnTo>
                  <a:cubicBezTo>
                    <a:pt x="749828" y="133817"/>
                    <a:pt x="750987" y="139261"/>
                    <a:pt x="750106" y="141192"/>
                  </a:cubicBezTo>
                  <a:cubicBezTo>
                    <a:pt x="749225" y="143124"/>
                    <a:pt x="743149" y="148919"/>
                    <a:pt x="751265" y="149445"/>
                  </a:cubicBezTo>
                  <a:lnTo>
                    <a:pt x="747787" y="153704"/>
                  </a:lnTo>
                  <a:cubicBezTo>
                    <a:pt x="747787" y="153704"/>
                    <a:pt x="738512" y="154099"/>
                    <a:pt x="739671" y="163186"/>
                  </a:cubicBezTo>
                  <a:lnTo>
                    <a:pt x="732158" y="171703"/>
                  </a:lnTo>
                  <a:lnTo>
                    <a:pt x="722280" y="172537"/>
                  </a:lnTo>
                  <a:lnTo>
                    <a:pt x="719126" y="182678"/>
                  </a:lnTo>
                  <a:lnTo>
                    <a:pt x="717966" y="184873"/>
                  </a:lnTo>
                  <a:lnTo>
                    <a:pt x="722280" y="190360"/>
                  </a:lnTo>
                  <a:lnTo>
                    <a:pt x="722280" y="200809"/>
                  </a:lnTo>
                  <a:lnTo>
                    <a:pt x="725201" y="203838"/>
                  </a:lnTo>
                  <a:lnTo>
                    <a:pt x="723764" y="207130"/>
                  </a:lnTo>
                  <a:lnTo>
                    <a:pt x="722280" y="207130"/>
                  </a:lnTo>
                  <a:lnTo>
                    <a:pt x="722280" y="203574"/>
                  </a:lnTo>
                  <a:lnTo>
                    <a:pt x="715926" y="207130"/>
                  </a:lnTo>
                  <a:lnTo>
                    <a:pt x="719126" y="200018"/>
                  </a:lnTo>
                  <a:lnTo>
                    <a:pt x="716250" y="198921"/>
                  </a:lnTo>
                  <a:lnTo>
                    <a:pt x="711613" y="203838"/>
                  </a:lnTo>
                  <a:lnTo>
                    <a:pt x="709016" y="203838"/>
                  </a:lnTo>
                  <a:lnTo>
                    <a:pt x="711613" y="196419"/>
                  </a:lnTo>
                  <a:lnTo>
                    <a:pt x="705816" y="193697"/>
                  </a:lnTo>
                  <a:cubicBezTo>
                    <a:pt x="705816" y="193697"/>
                    <a:pt x="705537" y="190141"/>
                    <a:pt x="709294" y="189834"/>
                  </a:cubicBezTo>
                  <a:lnTo>
                    <a:pt x="709850" y="183775"/>
                  </a:lnTo>
                  <a:lnTo>
                    <a:pt x="713607" y="181054"/>
                  </a:lnTo>
                  <a:lnTo>
                    <a:pt x="710129" y="179956"/>
                  </a:lnTo>
                  <a:lnTo>
                    <a:pt x="710129" y="176663"/>
                  </a:lnTo>
                  <a:lnTo>
                    <a:pt x="713607" y="168147"/>
                  </a:lnTo>
                  <a:lnTo>
                    <a:pt x="713607" y="164810"/>
                  </a:lnTo>
                  <a:cubicBezTo>
                    <a:pt x="713607" y="164810"/>
                    <a:pt x="704610" y="164854"/>
                    <a:pt x="703450" y="172010"/>
                  </a:cubicBezTo>
                  <a:lnTo>
                    <a:pt x="700575" y="172273"/>
                  </a:lnTo>
                  <a:lnTo>
                    <a:pt x="700575" y="169552"/>
                  </a:lnTo>
                  <a:lnTo>
                    <a:pt x="705769" y="164854"/>
                  </a:lnTo>
                  <a:lnTo>
                    <a:pt x="698256" y="163537"/>
                  </a:lnTo>
                  <a:lnTo>
                    <a:pt x="693340" y="156996"/>
                  </a:lnTo>
                  <a:lnTo>
                    <a:pt x="690882" y="154582"/>
                  </a:lnTo>
                  <a:cubicBezTo>
                    <a:pt x="690882" y="154582"/>
                    <a:pt x="683786" y="150894"/>
                    <a:pt x="681746" y="153792"/>
                  </a:cubicBezTo>
                  <a:cubicBezTo>
                    <a:pt x="679705" y="156689"/>
                    <a:pt x="681746" y="159411"/>
                    <a:pt x="681746" y="159411"/>
                  </a:cubicBezTo>
                  <a:lnTo>
                    <a:pt x="678546" y="161430"/>
                  </a:lnTo>
                  <a:cubicBezTo>
                    <a:pt x="678546" y="161430"/>
                    <a:pt x="673352" y="157743"/>
                    <a:pt x="670151" y="159411"/>
                  </a:cubicBezTo>
                  <a:cubicBezTo>
                    <a:pt x="666951" y="161079"/>
                    <a:pt x="676830" y="168191"/>
                    <a:pt x="676830" y="168191"/>
                  </a:cubicBezTo>
                  <a:lnTo>
                    <a:pt x="676552" y="169859"/>
                  </a:lnTo>
                  <a:lnTo>
                    <a:pt x="672192" y="166830"/>
                  </a:lnTo>
                  <a:lnTo>
                    <a:pt x="675067" y="173942"/>
                  </a:lnTo>
                  <a:lnTo>
                    <a:pt x="671311" y="170078"/>
                  </a:lnTo>
                  <a:cubicBezTo>
                    <a:pt x="671311" y="170078"/>
                    <a:pt x="667137" y="172800"/>
                    <a:pt x="669502" y="176663"/>
                  </a:cubicBezTo>
                  <a:cubicBezTo>
                    <a:pt x="671868" y="180527"/>
                    <a:pt x="674789" y="180790"/>
                    <a:pt x="674789" y="180790"/>
                  </a:cubicBezTo>
                  <a:lnTo>
                    <a:pt x="674789" y="183249"/>
                  </a:lnTo>
                  <a:cubicBezTo>
                    <a:pt x="674789" y="183249"/>
                    <a:pt x="670430" y="181580"/>
                    <a:pt x="665514" y="185444"/>
                  </a:cubicBezTo>
                  <a:cubicBezTo>
                    <a:pt x="665514" y="185444"/>
                    <a:pt x="649606" y="176137"/>
                    <a:pt x="641908" y="181580"/>
                  </a:cubicBezTo>
                  <a:lnTo>
                    <a:pt x="638893" y="180746"/>
                  </a:lnTo>
                  <a:lnTo>
                    <a:pt x="633374" y="182941"/>
                  </a:lnTo>
                  <a:cubicBezTo>
                    <a:pt x="633374" y="182941"/>
                    <a:pt x="628737" y="183205"/>
                    <a:pt x="626696" y="186804"/>
                  </a:cubicBezTo>
                  <a:cubicBezTo>
                    <a:pt x="626696" y="186804"/>
                    <a:pt x="615658" y="182151"/>
                    <a:pt x="613061" y="185444"/>
                  </a:cubicBezTo>
                  <a:lnTo>
                    <a:pt x="596273" y="173108"/>
                  </a:lnTo>
                  <a:lnTo>
                    <a:pt x="596273" y="169552"/>
                  </a:lnTo>
                  <a:lnTo>
                    <a:pt x="593954" y="169815"/>
                  </a:lnTo>
                  <a:lnTo>
                    <a:pt x="593954" y="171483"/>
                  </a:lnTo>
                  <a:lnTo>
                    <a:pt x="579901" y="172844"/>
                  </a:lnTo>
                  <a:lnTo>
                    <a:pt x="578556" y="170122"/>
                  </a:lnTo>
                  <a:lnTo>
                    <a:pt x="579901" y="167093"/>
                  </a:lnTo>
                  <a:lnTo>
                    <a:pt x="575681" y="167927"/>
                  </a:lnTo>
                  <a:lnTo>
                    <a:pt x="576840" y="164854"/>
                  </a:lnTo>
                  <a:lnTo>
                    <a:pt x="570440" y="164854"/>
                  </a:lnTo>
                  <a:lnTo>
                    <a:pt x="570440" y="162967"/>
                  </a:lnTo>
                  <a:lnTo>
                    <a:pt x="572852" y="161430"/>
                  </a:lnTo>
                  <a:lnTo>
                    <a:pt x="570440" y="159411"/>
                  </a:lnTo>
                  <a:lnTo>
                    <a:pt x="565803" y="159411"/>
                  </a:lnTo>
                  <a:lnTo>
                    <a:pt x="562927" y="156996"/>
                  </a:lnTo>
                  <a:lnTo>
                    <a:pt x="562927" y="144046"/>
                  </a:lnTo>
                  <a:cubicBezTo>
                    <a:pt x="562927" y="144046"/>
                    <a:pt x="554208" y="135002"/>
                    <a:pt x="551055" y="136363"/>
                  </a:cubicBezTo>
                  <a:cubicBezTo>
                    <a:pt x="547901" y="137724"/>
                    <a:pt x="544098" y="141280"/>
                    <a:pt x="544098" y="141280"/>
                  </a:cubicBezTo>
                  <a:cubicBezTo>
                    <a:pt x="544098" y="141280"/>
                    <a:pt x="539182" y="140622"/>
                    <a:pt x="533385" y="146065"/>
                  </a:cubicBezTo>
                  <a:lnTo>
                    <a:pt x="525872" y="148172"/>
                  </a:lnTo>
                  <a:cubicBezTo>
                    <a:pt x="525872" y="148172"/>
                    <a:pt x="518359" y="146504"/>
                    <a:pt x="516596" y="149533"/>
                  </a:cubicBezTo>
                  <a:cubicBezTo>
                    <a:pt x="514834" y="152562"/>
                    <a:pt x="508759" y="162045"/>
                    <a:pt x="511680" y="164854"/>
                  </a:cubicBezTo>
                  <a:lnTo>
                    <a:pt x="516318" y="162703"/>
                  </a:lnTo>
                  <a:lnTo>
                    <a:pt x="517478" y="164854"/>
                  </a:lnTo>
                  <a:lnTo>
                    <a:pt x="516318" y="169288"/>
                  </a:lnTo>
                  <a:lnTo>
                    <a:pt x="518637" y="169288"/>
                  </a:lnTo>
                  <a:lnTo>
                    <a:pt x="520678" y="168191"/>
                  </a:lnTo>
                  <a:lnTo>
                    <a:pt x="523553" y="167927"/>
                  </a:lnTo>
                  <a:lnTo>
                    <a:pt x="526428" y="166259"/>
                  </a:lnTo>
                  <a:lnTo>
                    <a:pt x="524388" y="164854"/>
                  </a:lnTo>
                  <a:lnTo>
                    <a:pt x="524944" y="161474"/>
                  </a:lnTo>
                  <a:lnTo>
                    <a:pt x="530139" y="161474"/>
                  </a:lnTo>
                  <a:lnTo>
                    <a:pt x="533895" y="163011"/>
                  </a:lnTo>
                  <a:lnTo>
                    <a:pt x="537373" y="161474"/>
                  </a:lnTo>
                  <a:lnTo>
                    <a:pt x="537930" y="159455"/>
                  </a:lnTo>
                  <a:lnTo>
                    <a:pt x="541130" y="159455"/>
                  </a:lnTo>
                  <a:lnTo>
                    <a:pt x="542011" y="161474"/>
                  </a:lnTo>
                  <a:lnTo>
                    <a:pt x="545768" y="159455"/>
                  </a:lnTo>
                  <a:lnTo>
                    <a:pt x="544005" y="154626"/>
                  </a:lnTo>
                  <a:lnTo>
                    <a:pt x="548921" y="152036"/>
                  </a:lnTo>
                  <a:lnTo>
                    <a:pt x="554997" y="149577"/>
                  </a:lnTo>
                  <a:lnTo>
                    <a:pt x="558753" y="149577"/>
                  </a:lnTo>
                  <a:lnTo>
                    <a:pt x="559310" y="152299"/>
                  </a:lnTo>
                  <a:lnTo>
                    <a:pt x="557548" y="157040"/>
                  </a:lnTo>
                  <a:lnTo>
                    <a:pt x="549432" y="159455"/>
                  </a:lnTo>
                  <a:lnTo>
                    <a:pt x="549432" y="161474"/>
                  </a:lnTo>
                  <a:lnTo>
                    <a:pt x="547994" y="164854"/>
                  </a:lnTo>
                  <a:lnTo>
                    <a:pt x="543356" y="164854"/>
                  </a:lnTo>
                  <a:lnTo>
                    <a:pt x="541315" y="168762"/>
                  </a:lnTo>
                  <a:lnTo>
                    <a:pt x="540759" y="170693"/>
                  </a:lnTo>
                  <a:lnTo>
                    <a:pt x="534684" y="169596"/>
                  </a:lnTo>
                  <a:lnTo>
                    <a:pt x="533246" y="171791"/>
                  </a:lnTo>
                  <a:lnTo>
                    <a:pt x="526567" y="172054"/>
                  </a:lnTo>
                  <a:lnTo>
                    <a:pt x="526011" y="170693"/>
                  </a:lnTo>
                  <a:lnTo>
                    <a:pt x="521651" y="172625"/>
                  </a:lnTo>
                  <a:lnTo>
                    <a:pt x="523089" y="174293"/>
                  </a:lnTo>
                  <a:lnTo>
                    <a:pt x="528886" y="178420"/>
                  </a:lnTo>
                  <a:lnTo>
                    <a:pt x="524249" y="180088"/>
                  </a:lnTo>
                  <a:lnTo>
                    <a:pt x="522811" y="185575"/>
                  </a:lnTo>
                  <a:lnTo>
                    <a:pt x="527449" y="191633"/>
                  </a:lnTo>
                  <a:lnTo>
                    <a:pt x="527727" y="200413"/>
                  </a:lnTo>
                  <a:lnTo>
                    <a:pt x="529489" y="207262"/>
                  </a:lnTo>
                  <a:lnTo>
                    <a:pt x="537327" y="207262"/>
                  </a:lnTo>
                  <a:lnTo>
                    <a:pt x="534452" y="210818"/>
                  </a:lnTo>
                  <a:lnTo>
                    <a:pt x="530695" y="209150"/>
                  </a:lnTo>
                  <a:lnTo>
                    <a:pt x="535611" y="215735"/>
                  </a:lnTo>
                  <a:lnTo>
                    <a:pt x="532736" y="217095"/>
                  </a:lnTo>
                  <a:lnTo>
                    <a:pt x="528979" y="217095"/>
                  </a:lnTo>
                  <a:lnTo>
                    <a:pt x="527541" y="212969"/>
                  </a:lnTo>
                  <a:lnTo>
                    <a:pt x="526660" y="219290"/>
                  </a:lnTo>
                  <a:cubicBezTo>
                    <a:pt x="526660" y="219290"/>
                    <a:pt x="526104" y="222846"/>
                    <a:pt x="527217" y="223417"/>
                  </a:cubicBezTo>
                  <a:cubicBezTo>
                    <a:pt x="528330" y="223988"/>
                    <a:pt x="530973" y="227807"/>
                    <a:pt x="530973" y="227807"/>
                  </a:cubicBezTo>
                  <a:lnTo>
                    <a:pt x="532411" y="231363"/>
                  </a:lnTo>
                  <a:lnTo>
                    <a:pt x="535889" y="236587"/>
                  </a:lnTo>
                  <a:lnTo>
                    <a:pt x="535889" y="242909"/>
                  </a:lnTo>
                  <a:lnTo>
                    <a:pt x="533014" y="242909"/>
                  </a:lnTo>
                  <a:lnTo>
                    <a:pt x="533014" y="237421"/>
                  </a:lnTo>
                  <a:lnTo>
                    <a:pt x="530417" y="232504"/>
                  </a:lnTo>
                  <a:lnTo>
                    <a:pt x="529536" y="229212"/>
                  </a:lnTo>
                  <a:lnTo>
                    <a:pt x="527217" y="228114"/>
                  </a:lnTo>
                  <a:lnTo>
                    <a:pt x="525454" y="223988"/>
                  </a:lnTo>
                  <a:lnTo>
                    <a:pt x="523136" y="225349"/>
                  </a:lnTo>
                  <a:lnTo>
                    <a:pt x="523136" y="220695"/>
                  </a:lnTo>
                  <a:lnTo>
                    <a:pt x="521373" y="218764"/>
                  </a:lnTo>
                  <a:lnTo>
                    <a:pt x="520492" y="214900"/>
                  </a:lnTo>
                  <a:lnTo>
                    <a:pt x="513814" y="211608"/>
                  </a:lnTo>
                  <a:lnTo>
                    <a:pt x="514695" y="209413"/>
                  </a:lnTo>
                  <a:lnTo>
                    <a:pt x="519054" y="212135"/>
                  </a:lnTo>
                  <a:lnTo>
                    <a:pt x="524249" y="210467"/>
                  </a:lnTo>
                  <a:cubicBezTo>
                    <a:pt x="524249" y="210467"/>
                    <a:pt x="523970" y="204145"/>
                    <a:pt x="522486" y="202521"/>
                  </a:cubicBezTo>
                  <a:cubicBezTo>
                    <a:pt x="521002" y="200896"/>
                    <a:pt x="517570" y="197297"/>
                    <a:pt x="517570" y="197297"/>
                  </a:cubicBezTo>
                  <a:lnTo>
                    <a:pt x="516133" y="197560"/>
                  </a:lnTo>
                  <a:lnTo>
                    <a:pt x="516133" y="199228"/>
                  </a:lnTo>
                  <a:lnTo>
                    <a:pt x="514092" y="200062"/>
                  </a:lnTo>
                  <a:lnTo>
                    <a:pt x="512933" y="188560"/>
                  </a:lnTo>
                  <a:lnTo>
                    <a:pt x="510706" y="189658"/>
                  </a:lnTo>
                  <a:lnTo>
                    <a:pt x="510706" y="196770"/>
                  </a:lnTo>
                  <a:lnTo>
                    <a:pt x="508851" y="199492"/>
                  </a:lnTo>
                  <a:lnTo>
                    <a:pt x="508851" y="190185"/>
                  </a:lnTo>
                  <a:cubicBezTo>
                    <a:pt x="508851" y="190185"/>
                    <a:pt x="508573" y="186629"/>
                    <a:pt x="505651" y="185268"/>
                  </a:cubicBezTo>
                  <a:cubicBezTo>
                    <a:pt x="502730" y="183907"/>
                    <a:pt x="498973" y="185795"/>
                    <a:pt x="498973" y="185795"/>
                  </a:cubicBezTo>
                  <a:lnTo>
                    <a:pt x="495495" y="183073"/>
                  </a:lnTo>
                  <a:lnTo>
                    <a:pt x="495495" y="179780"/>
                  </a:lnTo>
                  <a:lnTo>
                    <a:pt x="490857" y="179517"/>
                  </a:lnTo>
                  <a:lnTo>
                    <a:pt x="490857" y="173766"/>
                  </a:lnTo>
                  <a:cubicBezTo>
                    <a:pt x="490857" y="173766"/>
                    <a:pt x="488260" y="172932"/>
                    <a:pt x="485060" y="175127"/>
                  </a:cubicBezTo>
                  <a:cubicBezTo>
                    <a:pt x="481860" y="177322"/>
                    <a:pt x="474022" y="182810"/>
                    <a:pt x="474022" y="182810"/>
                  </a:cubicBezTo>
                  <a:lnTo>
                    <a:pt x="472260" y="180878"/>
                  </a:lnTo>
                  <a:lnTo>
                    <a:pt x="469060" y="182546"/>
                  </a:lnTo>
                  <a:cubicBezTo>
                    <a:pt x="469060" y="182546"/>
                    <a:pt x="453384" y="185005"/>
                    <a:pt x="450509" y="186409"/>
                  </a:cubicBezTo>
                  <a:cubicBezTo>
                    <a:pt x="450509" y="186409"/>
                    <a:pt x="422961" y="186936"/>
                    <a:pt x="419807" y="183688"/>
                  </a:cubicBezTo>
                  <a:cubicBezTo>
                    <a:pt x="416653" y="180439"/>
                    <a:pt x="410810" y="182590"/>
                    <a:pt x="410810" y="182590"/>
                  </a:cubicBezTo>
                  <a:lnTo>
                    <a:pt x="403853" y="177673"/>
                  </a:lnTo>
                  <a:lnTo>
                    <a:pt x="408213" y="175478"/>
                  </a:lnTo>
                  <a:cubicBezTo>
                    <a:pt x="408213" y="175478"/>
                    <a:pt x="407656" y="167225"/>
                    <a:pt x="409372" y="166962"/>
                  </a:cubicBezTo>
                  <a:cubicBezTo>
                    <a:pt x="411088" y="166698"/>
                    <a:pt x="413732" y="169069"/>
                    <a:pt x="414891" y="164986"/>
                  </a:cubicBezTo>
                  <a:cubicBezTo>
                    <a:pt x="414891" y="164986"/>
                    <a:pt x="418091" y="163845"/>
                    <a:pt x="422126" y="164986"/>
                  </a:cubicBezTo>
                  <a:cubicBezTo>
                    <a:pt x="426161" y="166128"/>
                    <a:pt x="428201" y="163625"/>
                    <a:pt x="427320" y="161606"/>
                  </a:cubicBezTo>
                  <a:cubicBezTo>
                    <a:pt x="426439" y="159586"/>
                    <a:pt x="429639" y="159586"/>
                    <a:pt x="429639" y="159586"/>
                  </a:cubicBezTo>
                  <a:lnTo>
                    <a:pt x="429639" y="157172"/>
                  </a:lnTo>
                  <a:lnTo>
                    <a:pt x="426764" y="157172"/>
                  </a:lnTo>
                  <a:cubicBezTo>
                    <a:pt x="426764" y="157172"/>
                    <a:pt x="424445" y="151245"/>
                    <a:pt x="420966" y="147163"/>
                  </a:cubicBezTo>
                  <a:lnTo>
                    <a:pt x="416607" y="144221"/>
                  </a:lnTo>
                  <a:cubicBezTo>
                    <a:pt x="416607" y="144221"/>
                    <a:pt x="415448" y="137110"/>
                    <a:pt x="408491" y="138470"/>
                  </a:cubicBezTo>
                  <a:cubicBezTo>
                    <a:pt x="408491" y="138470"/>
                    <a:pt x="403297" y="131622"/>
                    <a:pt x="396618" y="134607"/>
                  </a:cubicBezTo>
                  <a:lnTo>
                    <a:pt x="390821" y="135134"/>
                  </a:lnTo>
                  <a:lnTo>
                    <a:pt x="395459" y="139524"/>
                  </a:lnTo>
                  <a:lnTo>
                    <a:pt x="393418" y="141412"/>
                  </a:lnTo>
                  <a:lnTo>
                    <a:pt x="390821" y="139261"/>
                  </a:lnTo>
                  <a:lnTo>
                    <a:pt x="382705" y="138734"/>
                  </a:lnTo>
                  <a:lnTo>
                    <a:pt x="382705" y="135178"/>
                  </a:lnTo>
                  <a:lnTo>
                    <a:pt x="378624" y="136539"/>
                  </a:lnTo>
                  <a:lnTo>
                    <a:pt x="378624" y="138734"/>
                  </a:lnTo>
                  <a:cubicBezTo>
                    <a:pt x="378624" y="138734"/>
                    <a:pt x="374265" y="134871"/>
                    <a:pt x="366751" y="133817"/>
                  </a:cubicBezTo>
                  <a:cubicBezTo>
                    <a:pt x="366751" y="133817"/>
                    <a:pt x="359517" y="129954"/>
                    <a:pt x="356919" y="127232"/>
                  </a:cubicBezTo>
                  <a:cubicBezTo>
                    <a:pt x="354322" y="124510"/>
                    <a:pt x="345882" y="118452"/>
                    <a:pt x="333174" y="119550"/>
                  </a:cubicBezTo>
                  <a:cubicBezTo>
                    <a:pt x="333174" y="119550"/>
                    <a:pt x="324780" y="116696"/>
                    <a:pt x="319261" y="108794"/>
                  </a:cubicBezTo>
                  <a:cubicBezTo>
                    <a:pt x="313742" y="100892"/>
                    <a:pt x="298113" y="98960"/>
                    <a:pt x="298113" y="98960"/>
                  </a:cubicBezTo>
                  <a:lnTo>
                    <a:pt x="283040" y="99224"/>
                  </a:lnTo>
                  <a:lnTo>
                    <a:pt x="281603" y="111867"/>
                  </a:lnTo>
                  <a:lnTo>
                    <a:pt x="278403" y="112701"/>
                  </a:lnTo>
                  <a:lnTo>
                    <a:pt x="276084" y="116828"/>
                  </a:lnTo>
                  <a:lnTo>
                    <a:pt x="272884" y="120384"/>
                  </a:lnTo>
                  <a:lnTo>
                    <a:pt x="271446" y="117925"/>
                  </a:lnTo>
                  <a:lnTo>
                    <a:pt x="267968" y="120120"/>
                  </a:lnTo>
                  <a:lnTo>
                    <a:pt x="263330" y="119593"/>
                  </a:lnTo>
                  <a:lnTo>
                    <a:pt x="263330" y="114106"/>
                  </a:lnTo>
                  <a:lnTo>
                    <a:pt x="267087" y="103965"/>
                  </a:lnTo>
                  <a:lnTo>
                    <a:pt x="261568" y="102867"/>
                  </a:lnTo>
                  <a:lnTo>
                    <a:pt x="261568" y="86668"/>
                  </a:lnTo>
                  <a:lnTo>
                    <a:pt x="258971" y="86668"/>
                  </a:lnTo>
                  <a:lnTo>
                    <a:pt x="254611" y="87766"/>
                  </a:lnTo>
                  <a:lnTo>
                    <a:pt x="249417" y="90224"/>
                  </a:lnTo>
                  <a:lnTo>
                    <a:pt x="249417" y="91892"/>
                  </a:lnTo>
                  <a:lnTo>
                    <a:pt x="256095" y="91629"/>
                  </a:lnTo>
                  <a:lnTo>
                    <a:pt x="254333" y="95185"/>
                  </a:lnTo>
                  <a:lnTo>
                    <a:pt x="252014" y="99048"/>
                  </a:lnTo>
                  <a:lnTo>
                    <a:pt x="249417" y="96853"/>
                  </a:lnTo>
                  <a:lnTo>
                    <a:pt x="246542" y="98214"/>
                  </a:lnTo>
                  <a:lnTo>
                    <a:pt x="250020" y="100936"/>
                  </a:lnTo>
                  <a:lnTo>
                    <a:pt x="254658" y="101463"/>
                  </a:lnTo>
                  <a:lnTo>
                    <a:pt x="254658" y="105853"/>
                  </a:lnTo>
                  <a:lnTo>
                    <a:pt x="249139" y="103658"/>
                  </a:lnTo>
                  <a:lnTo>
                    <a:pt x="246542" y="106116"/>
                  </a:lnTo>
                  <a:lnTo>
                    <a:pt x="248582" y="108838"/>
                  </a:lnTo>
                  <a:lnTo>
                    <a:pt x="248026" y="113228"/>
                  </a:lnTo>
                  <a:lnTo>
                    <a:pt x="244547" y="113228"/>
                  </a:lnTo>
                  <a:lnTo>
                    <a:pt x="244547" y="114896"/>
                  </a:lnTo>
                  <a:lnTo>
                    <a:pt x="251226" y="115730"/>
                  </a:lnTo>
                  <a:lnTo>
                    <a:pt x="250066" y="117925"/>
                  </a:lnTo>
                  <a:lnTo>
                    <a:pt x="244547" y="119593"/>
                  </a:lnTo>
                  <a:lnTo>
                    <a:pt x="240466" y="117398"/>
                  </a:lnTo>
                  <a:lnTo>
                    <a:pt x="224791" y="100936"/>
                  </a:lnTo>
                  <a:cubicBezTo>
                    <a:pt x="224791" y="100936"/>
                    <a:pt x="224234" y="78986"/>
                    <a:pt x="205683" y="65816"/>
                  </a:cubicBezTo>
                  <a:cubicBezTo>
                    <a:pt x="205683" y="65816"/>
                    <a:pt x="197289" y="71567"/>
                    <a:pt x="203921" y="74332"/>
                  </a:cubicBezTo>
                  <a:lnTo>
                    <a:pt x="207121" y="75167"/>
                  </a:lnTo>
                  <a:lnTo>
                    <a:pt x="203040" y="77098"/>
                  </a:lnTo>
                  <a:lnTo>
                    <a:pt x="205637" y="80127"/>
                  </a:lnTo>
                  <a:lnTo>
                    <a:pt x="210831" y="80654"/>
                  </a:lnTo>
                  <a:lnTo>
                    <a:pt x="206472" y="82849"/>
                  </a:lnTo>
                  <a:cubicBezTo>
                    <a:pt x="206472" y="82849"/>
                    <a:pt x="197753" y="82586"/>
                    <a:pt x="199515" y="89961"/>
                  </a:cubicBezTo>
                  <a:lnTo>
                    <a:pt x="201277" y="93517"/>
                  </a:lnTo>
                  <a:cubicBezTo>
                    <a:pt x="201277" y="93517"/>
                    <a:pt x="194042" y="95975"/>
                    <a:pt x="190240" y="103658"/>
                  </a:cubicBezTo>
                  <a:lnTo>
                    <a:pt x="187921" y="104755"/>
                  </a:lnTo>
                  <a:cubicBezTo>
                    <a:pt x="187921" y="104755"/>
                    <a:pt x="187364" y="97643"/>
                    <a:pt x="185880" y="97643"/>
                  </a:cubicBezTo>
                  <a:cubicBezTo>
                    <a:pt x="184396" y="97643"/>
                    <a:pt x="168489" y="103131"/>
                    <a:pt x="165567" y="109979"/>
                  </a:cubicBezTo>
                  <a:cubicBezTo>
                    <a:pt x="162645" y="116828"/>
                    <a:pt x="159770" y="121701"/>
                    <a:pt x="159770" y="121701"/>
                  </a:cubicBezTo>
                  <a:lnTo>
                    <a:pt x="159770" y="117662"/>
                  </a:lnTo>
                  <a:lnTo>
                    <a:pt x="157451" y="114369"/>
                  </a:lnTo>
                  <a:lnTo>
                    <a:pt x="152813" y="113272"/>
                  </a:lnTo>
                  <a:lnTo>
                    <a:pt x="149335" y="114369"/>
                  </a:lnTo>
                  <a:lnTo>
                    <a:pt x="144697" y="116038"/>
                  </a:lnTo>
                  <a:lnTo>
                    <a:pt x="144697" y="119901"/>
                  </a:lnTo>
                  <a:lnTo>
                    <a:pt x="140941" y="124554"/>
                  </a:lnTo>
                  <a:lnTo>
                    <a:pt x="136025" y="127583"/>
                  </a:lnTo>
                  <a:lnTo>
                    <a:pt x="133427" y="130305"/>
                  </a:lnTo>
                  <a:lnTo>
                    <a:pt x="128790" y="133027"/>
                  </a:lnTo>
                  <a:cubicBezTo>
                    <a:pt x="128790" y="133027"/>
                    <a:pt x="125033" y="138251"/>
                    <a:pt x="128790" y="139348"/>
                  </a:cubicBezTo>
                  <a:cubicBezTo>
                    <a:pt x="132546" y="140446"/>
                    <a:pt x="134865" y="139348"/>
                    <a:pt x="134865" y="139348"/>
                  </a:cubicBezTo>
                  <a:lnTo>
                    <a:pt x="135143" y="142378"/>
                  </a:lnTo>
                  <a:lnTo>
                    <a:pt x="127074" y="142378"/>
                  </a:lnTo>
                  <a:lnTo>
                    <a:pt x="123224" y="139085"/>
                  </a:lnTo>
                  <a:lnTo>
                    <a:pt x="121184" y="139085"/>
                  </a:lnTo>
                  <a:lnTo>
                    <a:pt x="123224" y="133598"/>
                  </a:lnTo>
                  <a:lnTo>
                    <a:pt x="126981" y="131139"/>
                  </a:lnTo>
                  <a:lnTo>
                    <a:pt x="128743" y="124818"/>
                  </a:lnTo>
                  <a:lnTo>
                    <a:pt x="131619" y="121701"/>
                  </a:lnTo>
                  <a:lnTo>
                    <a:pt x="133659" y="124818"/>
                  </a:lnTo>
                  <a:lnTo>
                    <a:pt x="136535" y="121701"/>
                  </a:lnTo>
                  <a:lnTo>
                    <a:pt x="141172" y="117398"/>
                  </a:lnTo>
                  <a:lnTo>
                    <a:pt x="141451" y="113008"/>
                  </a:lnTo>
                  <a:cubicBezTo>
                    <a:pt x="141451" y="113008"/>
                    <a:pt x="150170" y="108618"/>
                    <a:pt x="155642" y="109452"/>
                  </a:cubicBezTo>
                  <a:cubicBezTo>
                    <a:pt x="161115" y="110287"/>
                    <a:pt x="160836" y="102867"/>
                    <a:pt x="164036" y="101507"/>
                  </a:cubicBezTo>
                  <a:cubicBezTo>
                    <a:pt x="167236" y="100146"/>
                    <a:pt x="176790" y="93561"/>
                    <a:pt x="181428" y="91366"/>
                  </a:cubicBezTo>
                  <a:cubicBezTo>
                    <a:pt x="181428" y="91366"/>
                    <a:pt x="183747" y="86712"/>
                    <a:pt x="183190" y="84781"/>
                  </a:cubicBezTo>
                  <a:lnTo>
                    <a:pt x="178831" y="85044"/>
                  </a:lnTo>
                  <a:lnTo>
                    <a:pt x="179990" y="80654"/>
                  </a:lnTo>
                  <a:lnTo>
                    <a:pt x="176512" y="81752"/>
                  </a:lnTo>
                  <a:lnTo>
                    <a:pt x="175955" y="84210"/>
                  </a:lnTo>
                  <a:lnTo>
                    <a:pt x="173915" y="87766"/>
                  </a:lnTo>
                  <a:lnTo>
                    <a:pt x="171318" y="88600"/>
                  </a:lnTo>
                  <a:lnTo>
                    <a:pt x="168720" y="86405"/>
                  </a:lnTo>
                  <a:lnTo>
                    <a:pt x="164083" y="85878"/>
                  </a:lnTo>
                  <a:lnTo>
                    <a:pt x="157683" y="87546"/>
                  </a:lnTo>
                  <a:lnTo>
                    <a:pt x="157683" y="91410"/>
                  </a:lnTo>
                  <a:lnTo>
                    <a:pt x="155086" y="94702"/>
                  </a:lnTo>
                  <a:lnTo>
                    <a:pt x="152488" y="93605"/>
                  </a:lnTo>
                  <a:lnTo>
                    <a:pt x="149288" y="95800"/>
                  </a:lnTo>
                  <a:lnTo>
                    <a:pt x="141172" y="104316"/>
                  </a:lnTo>
                  <a:lnTo>
                    <a:pt x="136813" y="102648"/>
                  </a:lnTo>
                  <a:lnTo>
                    <a:pt x="132732" y="102648"/>
                  </a:lnTo>
                  <a:lnTo>
                    <a:pt x="130413" y="106204"/>
                  </a:lnTo>
                  <a:lnTo>
                    <a:pt x="127213" y="106467"/>
                  </a:lnTo>
                  <a:lnTo>
                    <a:pt x="125451" y="114721"/>
                  </a:lnTo>
                  <a:lnTo>
                    <a:pt x="121091" y="117179"/>
                  </a:lnTo>
                  <a:lnTo>
                    <a:pt x="117010" y="117179"/>
                  </a:lnTo>
                  <a:lnTo>
                    <a:pt x="114691" y="119111"/>
                  </a:lnTo>
                  <a:lnTo>
                    <a:pt x="109172" y="119945"/>
                  </a:lnTo>
                  <a:lnTo>
                    <a:pt x="107131" y="127056"/>
                  </a:lnTo>
                  <a:lnTo>
                    <a:pt x="101613" y="132807"/>
                  </a:lnTo>
                  <a:lnTo>
                    <a:pt x="99850" y="130612"/>
                  </a:lnTo>
                  <a:lnTo>
                    <a:pt x="104766" y="126222"/>
                  </a:lnTo>
                  <a:lnTo>
                    <a:pt x="107085" y="118540"/>
                  </a:lnTo>
                  <a:lnTo>
                    <a:pt x="111723" y="116872"/>
                  </a:lnTo>
                  <a:lnTo>
                    <a:pt x="114598" y="111955"/>
                  </a:lnTo>
                  <a:lnTo>
                    <a:pt x="110239" y="111691"/>
                  </a:lnTo>
                  <a:lnTo>
                    <a:pt x="107363" y="110023"/>
                  </a:lnTo>
                  <a:lnTo>
                    <a:pt x="107920" y="105370"/>
                  </a:lnTo>
                  <a:lnTo>
                    <a:pt x="103560" y="103702"/>
                  </a:lnTo>
                  <a:lnTo>
                    <a:pt x="101798" y="108618"/>
                  </a:lnTo>
                  <a:lnTo>
                    <a:pt x="99758" y="111647"/>
                  </a:lnTo>
                  <a:lnTo>
                    <a:pt x="102958" y="113579"/>
                  </a:lnTo>
                  <a:lnTo>
                    <a:pt x="95723" y="113579"/>
                  </a:lnTo>
                  <a:lnTo>
                    <a:pt x="88210" y="115511"/>
                  </a:lnTo>
                  <a:lnTo>
                    <a:pt x="85334" y="117706"/>
                  </a:lnTo>
                  <a:lnTo>
                    <a:pt x="92847" y="121745"/>
                  </a:lnTo>
                  <a:lnTo>
                    <a:pt x="91688" y="124027"/>
                  </a:lnTo>
                  <a:lnTo>
                    <a:pt x="85288" y="120164"/>
                  </a:lnTo>
                  <a:lnTo>
                    <a:pt x="83247" y="121701"/>
                  </a:lnTo>
                  <a:lnTo>
                    <a:pt x="80928" y="121701"/>
                  </a:lnTo>
                  <a:lnTo>
                    <a:pt x="78609" y="123720"/>
                  </a:lnTo>
                  <a:lnTo>
                    <a:pt x="74250" y="126442"/>
                  </a:lnTo>
                  <a:lnTo>
                    <a:pt x="74250" y="129734"/>
                  </a:lnTo>
                  <a:lnTo>
                    <a:pt x="78007" y="129998"/>
                  </a:lnTo>
                  <a:lnTo>
                    <a:pt x="80325" y="129734"/>
                  </a:lnTo>
                  <a:lnTo>
                    <a:pt x="83525" y="132193"/>
                  </a:lnTo>
                  <a:lnTo>
                    <a:pt x="87004" y="134915"/>
                  </a:lnTo>
                  <a:lnTo>
                    <a:pt x="89323" y="138470"/>
                  </a:lnTo>
                  <a:lnTo>
                    <a:pt x="84963" y="138997"/>
                  </a:lnTo>
                  <a:lnTo>
                    <a:pt x="92198" y="147250"/>
                  </a:lnTo>
                  <a:lnTo>
                    <a:pt x="88720" y="148348"/>
                  </a:lnTo>
                  <a:lnTo>
                    <a:pt x="84360" y="144485"/>
                  </a:lnTo>
                  <a:lnTo>
                    <a:pt x="78841" y="139831"/>
                  </a:lnTo>
                  <a:lnTo>
                    <a:pt x="72441" y="139305"/>
                  </a:lnTo>
                  <a:lnTo>
                    <a:pt x="70122" y="137636"/>
                  </a:lnTo>
                  <a:lnTo>
                    <a:pt x="66041" y="139305"/>
                  </a:lnTo>
                  <a:lnTo>
                    <a:pt x="61960" y="135749"/>
                  </a:lnTo>
                  <a:lnTo>
                    <a:pt x="55282" y="133817"/>
                  </a:lnTo>
                  <a:cubicBezTo>
                    <a:pt x="55282" y="133817"/>
                    <a:pt x="44847" y="123940"/>
                    <a:pt x="43966" y="123940"/>
                  </a:cubicBezTo>
                  <a:cubicBezTo>
                    <a:pt x="43084" y="123940"/>
                    <a:pt x="37890" y="123413"/>
                    <a:pt x="37890" y="123413"/>
                  </a:cubicBezTo>
                  <a:lnTo>
                    <a:pt x="28058" y="111911"/>
                  </a:lnTo>
                  <a:lnTo>
                    <a:pt x="21983" y="109979"/>
                  </a:lnTo>
                  <a:lnTo>
                    <a:pt x="16789" y="106687"/>
                  </a:lnTo>
                  <a:lnTo>
                    <a:pt x="10713" y="107784"/>
                  </a:lnTo>
                  <a:lnTo>
                    <a:pt x="2319" y="107257"/>
                  </a:lnTo>
                  <a:lnTo>
                    <a:pt x="0" y="106028"/>
                  </a:lnTo>
                  <a:lnTo>
                    <a:pt x="0" y="440196"/>
                  </a:lnTo>
                  <a:cubicBezTo>
                    <a:pt x="1067" y="440898"/>
                    <a:pt x="3015" y="441996"/>
                    <a:pt x="4359" y="441996"/>
                  </a:cubicBezTo>
                  <a:cubicBezTo>
                    <a:pt x="5890" y="441996"/>
                    <a:pt x="6771" y="440284"/>
                    <a:pt x="6771" y="440284"/>
                  </a:cubicBezTo>
                  <a:lnTo>
                    <a:pt x="7606" y="438659"/>
                  </a:lnTo>
                  <a:lnTo>
                    <a:pt x="8765" y="440108"/>
                  </a:lnTo>
                  <a:cubicBezTo>
                    <a:pt x="10713" y="442610"/>
                    <a:pt x="12939" y="444498"/>
                    <a:pt x="13635" y="444322"/>
                  </a:cubicBezTo>
                  <a:cubicBezTo>
                    <a:pt x="15165" y="443488"/>
                    <a:pt x="17716" y="440942"/>
                    <a:pt x="18551" y="440020"/>
                  </a:cubicBezTo>
                  <a:lnTo>
                    <a:pt x="18829" y="439801"/>
                  </a:lnTo>
                  <a:lnTo>
                    <a:pt x="21426" y="438440"/>
                  </a:lnTo>
                  <a:lnTo>
                    <a:pt x="31305" y="438440"/>
                  </a:lnTo>
                  <a:lnTo>
                    <a:pt x="31166" y="442786"/>
                  </a:lnTo>
                  <a:lnTo>
                    <a:pt x="29589" y="445551"/>
                  </a:lnTo>
                  <a:lnTo>
                    <a:pt x="29589" y="446956"/>
                  </a:lnTo>
                  <a:cubicBezTo>
                    <a:pt x="31490" y="448010"/>
                    <a:pt x="37055" y="451434"/>
                    <a:pt x="38725" y="456483"/>
                  </a:cubicBezTo>
                  <a:lnTo>
                    <a:pt x="54215" y="471979"/>
                  </a:lnTo>
                  <a:lnTo>
                    <a:pt x="54215" y="481286"/>
                  </a:lnTo>
                  <a:lnTo>
                    <a:pt x="56859" y="479969"/>
                  </a:lnTo>
                  <a:lnTo>
                    <a:pt x="64835" y="473209"/>
                  </a:lnTo>
                  <a:lnTo>
                    <a:pt x="68128" y="473428"/>
                  </a:lnTo>
                  <a:lnTo>
                    <a:pt x="68128" y="464516"/>
                  </a:lnTo>
                  <a:lnTo>
                    <a:pt x="72209" y="464253"/>
                  </a:lnTo>
                  <a:lnTo>
                    <a:pt x="72209" y="460390"/>
                  </a:lnTo>
                  <a:lnTo>
                    <a:pt x="86354" y="455824"/>
                  </a:lnTo>
                  <a:lnTo>
                    <a:pt x="95862" y="462672"/>
                  </a:lnTo>
                  <a:lnTo>
                    <a:pt x="94146" y="468380"/>
                  </a:lnTo>
                  <a:cubicBezTo>
                    <a:pt x="96465" y="469784"/>
                    <a:pt x="102958" y="473911"/>
                    <a:pt x="104302" y="476940"/>
                  </a:cubicBezTo>
                  <a:lnTo>
                    <a:pt x="104813" y="478169"/>
                  </a:lnTo>
                  <a:cubicBezTo>
                    <a:pt x="106018" y="480935"/>
                    <a:pt x="107131" y="483569"/>
                    <a:pt x="109497" y="484622"/>
                  </a:cubicBezTo>
                  <a:cubicBezTo>
                    <a:pt x="112558" y="485940"/>
                    <a:pt x="121184" y="493051"/>
                    <a:pt x="121184" y="495510"/>
                  </a:cubicBezTo>
                  <a:lnTo>
                    <a:pt x="121045" y="496037"/>
                  </a:lnTo>
                  <a:lnTo>
                    <a:pt x="119329" y="499066"/>
                  </a:lnTo>
                  <a:lnTo>
                    <a:pt x="139039" y="530015"/>
                  </a:lnTo>
                  <a:lnTo>
                    <a:pt x="137323" y="533220"/>
                  </a:lnTo>
                  <a:lnTo>
                    <a:pt x="142378" y="534932"/>
                  </a:lnTo>
                  <a:lnTo>
                    <a:pt x="140848" y="538971"/>
                  </a:lnTo>
                  <a:lnTo>
                    <a:pt x="143630" y="540639"/>
                  </a:lnTo>
                  <a:lnTo>
                    <a:pt x="144975" y="545468"/>
                  </a:lnTo>
                  <a:lnTo>
                    <a:pt x="150541" y="545468"/>
                  </a:lnTo>
                  <a:lnTo>
                    <a:pt x="167283" y="556136"/>
                  </a:lnTo>
                  <a:lnTo>
                    <a:pt x="167283" y="558111"/>
                  </a:lnTo>
                  <a:lnTo>
                    <a:pt x="172152" y="558111"/>
                  </a:lnTo>
                  <a:lnTo>
                    <a:pt x="175260" y="565574"/>
                  </a:lnTo>
                  <a:lnTo>
                    <a:pt x="172894" y="569789"/>
                  </a:lnTo>
                  <a:lnTo>
                    <a:pt x="175213" y="582256"/>
                  </a:lnTo>
                  <a:lnTo>
                    <a:pt x="164639" y="594768"/>
                  </a:lnTo>
                  <a:lnTo>
                    <a:pt x="164361" y="596568"/>
                  </a:lnTo>
                  <a:lnTo>
                    <a:pt x="166448" y="596217"/>
                  </a:lnTo>
                  <a:lnTo>
                    <a:pt x="168489" y="593495"/>
                  </a:lnTo>
                  <a:lnTo>
                    <a:pt x="173126" y="589632"/>
                  </a:lnTo>
                  <a:lnTo>
                    <a:pt x="176883" y="579183"/>
                  </a:lnTo>
                  <a:lnTo>
                    <a:pt x="180083" y="580017"/>
                  </a:lnTo>
                  <a:lnTo>
                    <a:pt x="175167" y="590466"/>
                  </a:lnTo>
                  <a:lnTo>
                    <a:pt x="169973" y="595690"/>
                  </a:lnTo>
                  <a:lnTo>
                    <a:pt x="167097" y="598982"/>
                  </a:lnTo>
                  <a:lnTo>
                    <a:pt x="166819" y="606665"/>
                  </a:lnTo>
                  <a:lnTo>
                    <a:pt x="169138" y="611582"/>
                  </a:lnTo>
                  <a:lnTo>
                    <a:pt x="171735" y="611582"/>
                  </a:lnTo>
                  <a:lnTo>
                    <a:pt x="178692" y="609650"/>
                  </a:lnTo>
                  <a:lnTo>
                    <a:pt x="179851" y="611582"/>
                  </a:lnTo>
                  <a:lnTo>
                    <a:pt x="171735" y="614303"/>
                  </a:lnTo>
                  <a:lnTo>
                    <a:pt x="171735" y="617596"/>
                  </a:lnTo>
                  <a:lnTo>
                    <a:pt x="168535" y="617596"/>
                  </a:lnTo>
                  <a:lnTo>
                    <a:pt x="168535" y="614040"/>
                  </a:lnTo>
                  <a:lnTo>
                    <a:pt x="164778" y="612942"/>
                  </a:lnTo>
                  <a:lnTo>
                    <a:pt x="159862" y="609913"/>
                  </a:lnTo>
                  <a:lnTo>
                    <a:pt x="161625" y="615137"/>
                  </a:lnTo>
                  <a:lnTo>
                    <a:pt x="163062" y="617596"/>
                  </a:lnTo>
                  <a:lnTo>
                    <a:pt x="167144" y="620625"/>
                  </a:lnTo>
                  <a:lnTo>
                    <a:pt x="166865" y="623347"/>
                  </a:lnTo>
                  <a:lnTo>
                    <a:pt x="164825" y="623347"/>
                  </a:lnTo>
                  <a:lnTo>
                    <a:pt x="166587" y="628000"/>
                  </a:lnTo>
                  <a:lnTo>
                    <a:pt x="175584" y="635683"/>
                  </a:lnTo>
                  <a:lnTo>
                    <a:pt x="178460" y="635683"/>
                  </a:lnTo>
                  <a:lnTo>
                    <a:pt x="181335" y="633488"/>
                  </a:lnTo>
                  <a:lnTo>
                    <a:pt x="183376" y="632654"/>
                  </a:lnTo>
                  <a:lnTo>
                    <a:pt x="184813" y="629098"/>
                  </a:lnTo>
                  <a:lnTo>
                    <a:pt x="185092" y="624971"/>
                  </a:lnTo>
                  <a:lnTo>
                    <a:pt x="186529" y="631293"/>
                  </a:lnTo>
                  <a:lnTo>
                    <a:pt x="189729" y="630195"/>
                  </a:lnTo>
                  <a:lnTo>
                    <a:pt x="190889" y="632390"/>
                  </a:lnTo>
                  <a:lnTo>
                    <a:pt x="187411" y="635683"/>
                  </a:lnTo>
                  <a:lnTo>
                    <a:pt x="185648" y="634322"/>
                  </a:lnTo>
                  <a:lnTo>
                    <a:pt x="183051" y="637351"/>
                  </a:lnTo>
                  <a:lnTo>
                    <a:pt x="180454" y="637351"/>
                  </a:lnTo>
                  <a:lnTo>
                    <a:pt x="179016" y="639809"/>
                  </a:lnTo>
                  <a:lnTo>
                    <a:pt x="180454" y="639809"/>
                  </a:lnTo>
                  <a:lnTo>
                    <a:pt x="184535" y="641170"/>
                  </a:lnTo>
                  <a:lnTo>
                    <a:pt x="186298" y="638712"/>
                  </a:lnTo>
                  <a:lnTo>
                    <a:pt x="188060" y="642838"/>
                  </a:lnTo>
                  <a:lnTo>
                    <a:pt x="187782" y="646394"/>
                  </a:lnTo>
                  <a:lnTo>
                    <a:pt x="185741" y="646394"/>
                  </a:lnTo>
                  <a:lnTo>
                    <a:pt x="184582" y="649116"/>
                  </a:lnTo>
                  <a:lnTo>
                    <a:pt x="188060" y="653506"/>
                  </a:lnTo>
                  <a:lnTo>
                    <a:pt x="190657" y="653506"/>
                  </a:lnTo>
                  <a:lnTo>
                    <a:pt x="190379" y="648853"/>
                  </a:lnTo>
                  <a:lnTo>
                    <a:pt x="193579" y="648853"/>
                  </a:lnTo>
                  <a:lnTo>
                    <a:pt x="193579" y="658467"/>
                  </a:lnTo>
                  <a:lnTo>
                    <a:pt x="196454" y="658467"/>
                  </a:lnTo>
                  <a:lnTo>
                    <a:pt x="196732" y="653550"/>
                  </a:lnTo>
                  <a:lnTo>
                    <a:pt x="201092" y="650521"/>
                  </a:lnTo>
                  <a:lnTo>
                    <a:pt x="206008" y="645604"/>
                  </a:lnTo>
                  <a:lnTo>
                    <a:pt x="199330" y="654911"/>
                  </a:lnTo>
                  <a:lnTo>
                    <a:pt x="199051" y="658467"/>
                  </a:lnTo>
                  <a:lnTo>
                    <a:pt x="204570" y="658467"/>
                  </a:lnTo>
                  <a:lnTo>
                    <a:pt x="204570" y="663120"/>
                  </a:lnTo>
                  <a:lnTo>
                    <a:pt x="201092" y="665842"/>
                  </a:lnTo>
                  <a:lnTo>
                    <a:pt x="201648" y="669398"/>
                  </a:lnTo>
                  <a:lnTo>
                    <a:pt x="203689" y="671066"/>
                  </a:lnTo>
                  <a:lnTo>
                    <a:pt x="205730" y="668871"/>
                  </a:lnTo>
                  <a:lnTo>
                    <a:pt x="206611" y="663954"/>
                  </a:lnTo>
                  <a:lnTo>
                    <a:pt x="208373" y="664218"/>
                  </a:lnTo>
                  <a:lnTo>
                    <a:pt x="207492" y="669705"/>
                  </a:lnTo>
                  <a:lnTo>
                    <a:pt x="208048" y="674929"/>
                  </a:lnTo>
                  <a:lnTo>
                    <a:pt x="209486" y="677124"/>
                  </a:lnTo>
                  <a:lnTo>
                    <a:pt x="215005" y="671637"/>
                  </a:lnTo>
                  <a:lnTo>
                    <a:pt x="216767" y="672734"/>
                  </a:lnTo>
                  <a:lnTo>
                    <a:pt x="212408" y="679056"/>
                  </a:lnTo>
                  <a:lnTo>
                    <a:pt x="208651" y="679056"/>
                  </a:lnTo>
                  <a:lnTo>
                    <a:pt x="208373" y="683183"/>
                  </a:lnTo>
                  <a:lnTo>
                    <a:pt x="212733" y="683183"/>
                  </a:lnTo>
                  <a:lnTo>
                    <a:pt x="208976" y="685904"/>
                  </a:lnTo>
                  <a:lnTo>
                    <a:pt x="219689" y="693587"/>
                  </a:lnTo>
                  <a:lnTo>
                    <a:pt x="222286" y="693587"/>
                  </a:lnTo>
                  <a:lnTo>
                    <a:pt x="226924" y="696309"/>
                  </a:lnTo>
                  <a:lnTo>
                    <a:pt x="231562" y="697670"/>
                  </a:lnTo>
                  <a:lnTo>
                    <a:pt x="235318" y="697670"/>
                  </a:lnTo>
                  <a:lnTo>
                    <a:pt x="227805" y="699865"/>
                  </a:lnTo>
                  <a:lnTo>
                    <a:pt x="236802" y="701226"/>
                  </a:lnTo>
                  <a:lnTo>
                    <a:pt x="232721" y="702586"/>
                  </a:lnTo>
                  <a:lnTo>
                    <a:pt x="224605" y="700391"/>
                  </a:lnTo>
                  <a:lnTo>
                    <a:pt x="214773" y="695738"/>
                  </a:lnTo>
                  <a:cubicBezTo>
                    <a:pt x="214773" y="695738"/>
                    <a:pt x="206054" y="690251"/>
                    <a:pt x="201741" y="692709"/>
                  </a:cubicBezTo>
                  <a:cubicBezTo>
                    <a:pt x="197428" y="695167"/>
                    <a:pt x="200303" y="703157"/>
                    <a:pt x="206379" y="702586"/>
                  </a:cubicBezTo>
                  <a:cubicBezTo>
                    <a:pt x="206379" y="702586"/>
                    <a:pt x="204060" y="709435"/>
                    <a:pt x="211898" y="709698"/>
                  </a:cubicBezTo>
                  <a:cubicBezTo>
                    <a:pt x="211898" y="709698"/>
                    <a:pt x="213660" y="713825"/>
                    <a:pt x="218298" y="713254"/>
                  </a:cubicBezTo>
                  <a:cubicBezTo>
                    <a:pt x="218298" y="713254"/>
                    <a:pt x="215701" y="716283"/>
                    <a:pt x="220617" y="716283"/>
                  </a:cubicBezTo>
                  <a:cubicBezTo>
                    <a:pt x="220617" y="716283"/>
                    <a:pt x="223214" y="727522"/>
                    <a:pt x="227573" y="720937"/>
                  </a:cubicBezTo>
                  <a:cubicBezTo>
                    <a:pt x="227573" y="720937"/>
                    <a:pt x="228454" y="731078"/>
                    <a:pt x="235689" y="729717"/>
                  </a:cubicBezTo>
                  <a:lnTo>
                    <a:pt x="239168" y="729848"/>
                  </a:lnTo>
                  <a:lnTo>
                    <a:pt x="238611" y="733273"/>
                  </a:lnTo>
                  <a:lnTo>
                    <a:pt x="242089" y="735731"/>
                  </a:lnTo>
                  <a:lnTo>
                    <a:pt x="247608" y="735731"/>
                  </a:lnTo>
                  <a:lnTo>
                    <a:pt x="251968" y="737663"/>
                  </a:lnTo>
                  <a:lnTo>
                    <a:pt x="249092" y="741218"/>
                  </a:lnTo>
                  <a:cubicBezTo>
                    <a:pt x="249092" y="741218"/>
                    <a:pt x="254611" y="744511"/>
                    <a:pt x="261243" y="746443"/>
                  </a:cubicBezTo>
                  <a:cubicBezTo>
                    <a:pt x="261243" y="746443"/>
                    <a:pt x="272559" y="753028"/>
                    <a:pt x="277197" y="751096"/>
                  </a:cubicBezTo>
                  <a:cubicBezTo>
                    <a:pt x="281835" y="749164"/>
                    <a:pt x="279794" y="745038"/>
                    <a:pt x="279794" y="745038"/>
                  </a:cubicBezTo>
                  <a:lnTo>
                    <a:pt x="276037" y="745565"/>
                  </a:lnTo>
                  <a:lnTo>
                    <a:pt x="275759" y="742009"/>
                  </a:lnTo>
                  <a:lnTo>
                    <a:pt x="278356" y="740911"/>
                  </a:lnTo>
                  <a:lnTo>
                    <a:pt x="276919" y="737619"/>
                  </a:lnTo>
                  <a:lnTo>
                    <a:pt x="272003" y="737619"/>
                  </a:lnTo>
                  <a:lnTo>
                    <a:pt x="269962" y="731868"/>
                  </a:lnTo>
                  <a:lnTo>
                    <a:pt x="255168" y="724449"/>
                  </a:lnTo>
                  <a:lnTo>
                    <a:pt x="254287" y="719795"/>
                  </a:lnTo>
                  <a:lnTo>
                    <a:pt x="249092" y="714044"/>
                  </a:lnTo>
                  <a:lnTo>
                    <a:pt x="249092" y="709918"/>
                  </a:lnTo>
                  <a:lnTo>
                    <a:pt x="252292" y="710444"/>
                  </a:lnTo>
                  <a:lnTo>
                    <a:pt x="256049" y="709347"/>
                  </a:lnTo>
                  <a:lnTo>
                    <a:pt x="258646" y="709610"/>
                  </a:lnTo>
                  <a:lnTo>
                    <a:pt x="255446" y="713474"/>
                  </a:lnTo>
                  <a:lnTo>
                    <a:pt x="261521" y="717864"/>
                  </a:lnTo>
                  <a:lnTo>
                    <a:pt x="265000" y="717864"/>
                  </a:lnTo>
                  <a:lnTo>
                    <a:pt x="269081" y="712947"/>
                  </a:lnTo>
                  <a:lnTo>
                    <a:pt x="269637" y="718698"/>
                  </a:lnTo>
                  <a:lnTo>
                    <a:pt x="264721" y="720366"/>
                  </a:lnTo>
                  <a:lnTo>
                    <a:pt x="269081" y="724756"/>
                  </a:lnTo>
                  <a:lnTo>
                    <a:pt x="272838" y="726688"/>
                  </a:lnTo>
                  <a:lnTo>
                    <a:pt x="277197" y="726161"/>
                  </a:lnTo>
                  <a:lnTo>
                    <a:pt x="279238" y="723439"/>
                  </a:lnTo>
                  <a:lnTo>
                    <a:pt x="281278" y="727566"/>
                  </a:lnTo>
                  <a:cubicBezTo>
                    <a:pt x="281278" y="727566"/>
                    <a:pt x="279840" y="733053"/>
                    <a:pt x="281556" y="734151"/>
                  </a:cubicBezTo>
                  <a:cubicBezTo>
                    <a:pt x="281835" y="734326"/>
                    <a:pt x="282206" y="734502"/>
                    <a:pt x="282577" y="734677"/>
                  </a:cubicBezTo>
                  <a:lnTo>
                    <a:pt x="724366" y="734677"/>
                  </a:lnTo>
                  <a:lnTo>
                    <a:pt x="724366" y="734326"/>
                  </a:lnTo>
                  <a:close/>
                  <a:moveTo>
                    <a:pt x="1275004" y="798991"/>
                  </a:moveTo>
                  <a:lnTo>
                    <a:pt x="1269485" y="802679"/>
                  </a:lnTo>
                  <a:lnTo>
                    <a:pt x="1267723" y="798991"/>
                  </a:lnTo>
                  <a:lnTo>
                    <a:pt x="1274957" y="798991"/>
                  </a:lnTo>
                  <a:close/>
                  <a:moveTo>
                    <a:pt x="1267723" y="803908"/>
                  </a:moveTo>
                  <a:lnTo>
                    <a:pt x="1272917" y="805005"/>
                  </a:lnTo>
                  <a:lnTo>
                    <a:pt x="1267723" y="808034"/>
                  </a:lnTo>
                  <a:lnTo>
                    <a:pt x="1265404" y="806542"/>
                  </a:lnTo>
                  <a:lnTo>
                    <a:pt x="1267723" y="803952"/>
                  </a:lnTo>
                  <a:close/>
                  <a:moveTo>
                    <a:pt x="1198760" y="648809"/>
                  </a:moveTo>
                  <a:lnTo>
                    <a:pt x="1196162" y="645341"/>
                  </a:lnTo>
                  <a:lnTo>
                    <a:pt x="1198760" y="641873"/>
                  </a:lnTo>
                  <a:lnTo>
                    <a:pt x="1201357" y="645604"/>
                  </a:lnTo>
                  <a:lnTo>
                    <a:pt x="1198760" y="648809"/>
                  </a:lnTo>
                  <a:close/>
                  <a:moveTo>
                    <a:pt x="1207432" y="651618"/>
                  </a:moveTo>
                  <a:lnTo>
                    <a:pt x="1207432" y="644507"/>
                  </a:lnTo>
                  <a:lnTo>
                    <a:pt x="1210493" y="641873"/>
                  </a:lnTo>
                  <a:lnTo>
                    <a:pt x="1210632" y="651662"/>
                  </a:lnTo>
                  <a:lnTo>
                    <a:pt x="1207432" y="651662"/>
                  </a:lnTo>
                  <a:close/>
                  <a:moveTo>
                    <a:pt x="1213276" y="572335"/>
                  </a:moveTo>
                  <a:lnTo>
                    <a:pt x="1218470" y="577252"/>
                  </a:lnTo>
                  <a:lnTo>
                    <a:pt x="1213276" y="579183"/>
                  </a:lnTo>
                  <a:lnTo>
                    <a:pt x="1210679" y="575759"/>
                  </a:lnTo>
                  <a:lnTo>
                    <a:pt x="1213276" y="572335"/>
                  </a:lnTo>
                  <a:close/>
                  <a:moveTo>
                    <a:pt x="1199038" y="609387"/>
                  </a:moveTo>
                  <a:cubicBezTo>
                    <a:pt x="1202702" y="605172"/>
                    <a:pt x="1210632" y="607850"/>
                    <a:pt x="1210632" y="607850"/>
                  </a:cubicBezTo>
                  <a:lnTo>
                    <a:pt x="1210632" y="604162"/>
                  </a:lnTo>
                  <a:lnTo>
                    <a:pt x="1214528" y="597577"/>
                  </a:lnTo>
                  <a:lnTo>
                    <a:pt x="1216429" y="606357"/>
                  </a:lnTo>
                  <a:lnTo>
                    <a:pt x="1220511" y="609387"/>
                  </a:lnTo>
                  <a:lnTo>
                    <a:pt x="1226029" y="615137"/>
                  </a:lnTo>
                  <a:lnTo>
                    <a:pt x="1220835" y="618079"/>
                  </a:lnTo>
                  <a:lnTo>
                    <a:pt x="1215919" y="618079"/>
                  </a:lnTo>
                  <a:lnTo>
                    <a:pt x="1215919" y="613733"/>
                  </a:lnTo>
                  <a:lnTo>
                    <a:pt x="1212719" y="613733"/>
                  </a:lnTo>
                  <a:lnTo>
                    <a:pt x="1208963" y="616498"/>
                  </a:lnTo>
                  <a:cubicBezTo>
                    <a:pt x="1208963" y="616498"/>
                    <a:pt x="1196812" y="620054"/>
                    <a:pt x="1195328" y="616498"/>
                  </a:cubicBezTo>
                  <a:cubicBezTo>
                    <a:pt x="1193844" y="612942"/>
                    <a:pt x="1199084" y="609387"/>
                    <a:pt x="1199084" y="609387"/>
                  </a:cubicBezTo>
                  <a:close/>
                  <a:moveTo>
                    <a:pt x="1196162" y="625015"/>
                  </a:moveTo>
                  <a:lnTo>
                    <a:pt x="1196162" y="622293"/>
                  </a:lnTo>
                  <a:lnTo>
                    <a:pt x="1199919" y="622293"/>
                  </a:lnTo>
                  <a:lnTo>
                    <a:pt x="1199919" y="627781"/>
                  </a:lnTo>
                  <a:lnTo>
                    <a:pt x="1192406" y="627781"/>
                  </a:lnTo>
                  <a:lnTo>
                    <a:pt x="1196162" y="625059"/>
                  </a:lnTo>
                  <a:close/>
                  <a:moveTo>
                    <a:pt x="1183965" y="641873"/>
                  </a:moveTo>
                  <a:lnTo>
                    <a:pt x="1187444" y="648853"/>
                  </a:lnTo>
                  <a:lnTo>
                    <a:pt x="1188881" y="651662"/>
                  </a:lnTo>
                  <a:lnTo>
                    <a:pt x="1184800" y="653594"/>
                  </a:lnTo>
                  <a:lnTo>
                    <a:pt x="1181322" y="651223"/>
                  </a:lnTo>
                  <a:lnTo>
                    <a:pt x="1183919" y="641917"/>
                  </a:lnTo>
                  <a:close/>
                  <a:moveTo>
                    <a:pt x="1176452" y="588534"/>
                  </a:moveTo>
                  <a:lnTo>
                    <a:pt x="1181368" y="587173"/>
                  </a:lnTo>
                  <a:lnTo>
                    <a:pt x="1181368" y="592397"/>
                  </a:lnTo>
                  <a:lnTo>
                    <a:pt x="1176452" y="591300"/>
                  </a:lnTo>
                  <a:lnTo>
                    <a:pt x="1176452" y="588578"/>
                  </a:lnTo>
                  <a:close/>
                  <a:moveTo>
                    <a:pt x="1181368" y="597577"/>
                  </a:moveTo>
                  <a:lnTo>
                    <a:pt x="1181368" y="598938"/>
                  </a:lnTo>
                  <a:lnTo>
                    <a:pt x="1177890" y="602802"/>
                  </a:lnTo>
                  <a:lnTo>
                    <a:pt x="1176452" y="597577"/>
                  </a:lnTo>
                  <a:lnTo>
                    <a:pt x="1181368" y="597577"/>
                  </a:lnTo>
                  <a:close/>
                  <a:moveTo>
                    <a:pt x="1176452" y="632302"/>
                  </a:moveTo>
                  <a:lnTo>
                    <a:pt x="1181368" y="632302"/>
                  </a:lnTo>
                  <a:lnTo>
                    <a:pt x="1176452" y="639019"/>
                  </a:lnTo>
                  <a:lnTo>
                    <a:pt x="1173855" y="635639"/>
                  </a:lnTo>
                  <a:lnTo>
                    <a:pt x="1176452" y="632258"/>
                  </a:lnTo>
                  <a:close/>
                  <a:moveTo>
                    <a:pt x="1123118" y="671944"/>
                  </a:moveTo>
                  <a:lnTo>
                    <a:pt x="1119362" y="677432"/>
                  </a:lnTo>
                  <a:cubicBezTo>
                    <a:pt x="1119362" y="677432"/>
                    <a:pt x="1119918" y="671944"/>
                    <a:pt x="1119362" y="671110"/>
                  </a:cubicBezTo>
                  <a:cubicBezTo>
                    <a:pt x="1118805" y="670276"/>
                    <a:pt x="1123118" y="668081"/>
                    <a:pt x="1123118" y="668081"/>
                  </a:cubicBezTo>
                  <a:lnTo>
                    <a:pt x="1123118" y="671944"/>
                  </a:lnTo>
                  <a:close/>
                  <a:moveTo>
                    <a:pt x="1147049" y="669617"/>
                  </a:moveTo>
                  <a:lnTo>
                    <a:pt x="1152939" y="672076"/>
                  </a:lnTo>
                  <a:lnTo>
                    <a:pt x="1152939" y="681163"/>
                  </a:lnTo>
                  <a:lnTo>
                    <a:pt x="1148069" y="688143"/>
                  </a:lnTo>
                  <a:lnTo>
                    <a:pt x="1142921" y="688056"/>
                  </a:lnTo>
                  <a:lnTo>
                    <a:pt x="1138469" y="686168"/>
                  </a:lnTo>
                  <a:lnTo>
                    <a:pt x="1136614" y="678573"/>
                  </a:lnTo>
                  <a:lnTo>
                    <a:pt x="1140417" y="673700"/>
                  </a:lnTo>
                  <a:lnTo>
                    <a:pt x="1147049" y="669617"/>
                  </a:lnTo>
                  <a:close/>
                  <a:moveTo>
                    <a:pt x="1118481" y="601967"/>
                  </a:moveTo>
                  <a:lnTo>
                    <a:pt x="1122562" y="602802"/>
                  </a:lnTo>
                  <a:lnTo>
                    <a:pt x="1120799" y="596743"/>
                  </a:lnTo>
                  <a:lnTo>
                    <a:pt x="1124278" y="595075"/>
                  </a:lnTo>
                  <a:lnTo>
                    <a:pt x="1128498" y="592353"/>
                  </a:lnTo>
                  <a:lnTo>
                    <a:pt x="1133553" y="595646"/>
                  </a:lnTo>
                  <a:lnTo>
                    <a:pt x="1140232" y="595119"/>
                  </a:lnTo>
                  <a:lnTo>
                    <a:pt x="1140232" y="601704"/>
                  </a:lnTo>
                  <a:lnTo>
                    <a:pt x="1138469" y="605260"/>
                  </a:lnTo>
                  <a:lnTo>
                    <a:pt x="1135269" y="605260"/>
                  </a:lnTo>
                  <a:lnTo>
                    <a:pt x="1135269" y="600168"/>
                  </a:lnTo>
                  <a:lnTo>
                    <a:pt x="1128034" y="597007"/>
                  </a:lnTo>
                  <a:lnTo>
                    <a:pt x="1125437" y="598938"/>
                  </a:lnTo>
                  <a:lnTo>
                    <a:pt x="1129194" y="602231"/>
                  </a:lnTo>
                  <a:lnTo>
                    <a:pt x="1129194" y="605260"/>
                  </a:lnTo>
                  <a:lnTo>
                    <a:pt x="1127153" y="607455"/>
                  </a:lnTo>
                  <a:lnTo>
                    <a:pt x="1132811" y="609913"/>
                  </a:lnTo>
                  <a:lnTo>
                    <a:pt x="1134713" y="613777"/>
                  </a:lnTo>
                  <a:lnTo>
                    <a:pt x="1130353" y="616498"/>
                  </a:lnTo>
                  <a:lnTo>
                    <a:pt x="1128591" y="619220"/>
                  </a:lnTo>
                  <a:lnTo>
                    <a:pt x="1125391" y="616498"/>
                  </a:lnTo>
                  <a:lnTo>
                    <a:pt x="1125391" y="612942"/>
                  </a:lnTo>
                  <a:lnTo>
                    <a:pt x="1120197" y="611582"/>
                  </a:lnTo>
                  <a:lnTo>
                    <a:pt x="1120197" y="608860"/>
                  </a:lnTo>
                  <a:lnTo>
                    <a:pt x="1116718" y="603943"/>
                  </a:lnTo>
                  <a:lnTo>
                    <a:pt x="1118481" y="602011"/>
                  </a:lnTo>
                  <a:close/>
                  <a:moveTo>
                    <a:pt x="1110643" y="643365"/>
                  </a:moveTo>
                  <a:lnTo>
                    <a:pt x="1114724" y="639019"/>
                  </a:lnTo>
                  <a:lnTo>
                    <a:pt x="1116765" y="645341"/>
                  </a:lnTo>
                  <a:lnTo>
                    <a:pt x="1110689" y="647711"/>
                  </a:lnTo>
                  <a:lnTo>
                    <a:pt x="1110689" y="643365"/>
                  </a:lnTo>
                  <a:close/>
                  <a:moveTo>
                    <a:pt x="1108927" y="689812"/>
                  </a:moveTo>
                  <a:lnTo>
                    <a:pt x="1115002" y="692533"/>
                  </a:lnTo>
                  <a:lnTo>
                    <a:pt x="1115002" y="697450"/>
                  </a:lnTo>
                  <a:lnTo>
                    <a:pt x="1111524" y="697450"/>
                  </a:lnTo>
                  <a:lnTo>
                    <a:pt x="1106330" y="692533"/>
                  </a:lnTo>
                  <a:lnTo>
                    <a:pt x="1108927" y="689812"/>
                  </a:lnTo>
                  <a:close/>
                  <a:moveTo>
                    <a:pt x="1012972" y="695255"/>
                  </a:moveTo>
                  <a:lnTo>
                    <a:pt x="1010375" y="691392"/>
                  </a:lnTo>
                  <a:lnTo>
                    <a:pt x="1012972" y="689768"/>
                  </a:lnTo>
                  <a:lnTo>
                    <a:pt x="1015848" y="691128"/>
                  </a:lnTo>
                  <a:lnTo>
                    <a:pt x="1012972" y="695255"/>
                  </a:lnTo>
                  <a:close/>
                  <a:moveTo>
                    <a:pt x="1020207" y="658774"/>
                  </a:moveTo>
                  <a:lnTo>
                    <a:pt x="1015848" y="656316"/>
                  </a:lnTo>
                  <a:lnTo>
                    <a:pt x="1022804" y="652628"/>
                  </a:lnTo>
                  <a:lnTo>
                    <a:pt x="1017285" y="651399"/>
                  </a:lnTo>
                  <a:lnTo>
                    <a:pt x="1018723" y="646482"/>
                  </a:lnTo>
                  <a:lnTo>
                    <a:pt x="1024242" y="646482"/>
                  </a:lnTo>
                  <a:lnTo>
                    <a:pt x="1026561" y="653067"/>
                  </a:lnTo>
                  <a:lnTo>
                    <a:pt x="1020161" y="658818"/>
                  </a:lnTo>
                  <a:close/>
                  <a:moveTo>
                    <a:pt x="1052671" y="750394"/>
                  </a:moveTo>
                  <a:lnTo>
                    <a:pt x="1045436" y="746706"/>
                  </a:lnTo>
                  <a:lnTo>
                    <a:pt x="1043674" y="743018"/>
                  </a:lnTo>
                  <a:lnTo>
                    <a:pt x="1048033" y="743018"/>
                  </a:lnTo>
                  <a:lnTo>
                    <a:pt x="1052671" y="746574"/>
                  </a:lnTo>
                  <a:lnTo>
                    <a:pt x="1052671" y="750438"/>
                  </a:lnTo>
                  <a:close/>
                  <a:moveTo>
                    <a:pt x="1075582" y="684543"/>
                  </a:moveTo>
                  <a:lnTo>
                    <a:pt x="1067744" y="691963"/>
                  </a:lnTo>
                  <a:cubicBezTo>
                    <a:pt x="1067744" y="691963"/>
                    <a:pt x="1061065" y="699645"/>
                    <a:pt x="1060787" y="700479"/>
                  </a:cubicBezTo>
                  <a:cubicBezTo>
                    <a:pt x="1060509" y="701313"/>
                    <a:pt x="1060787" y="691172"/>
                    <a:pt x="1060787" y="691172"/>
                  </a:cubicBezTo>
                  <a:lnTo>
                    <a:pt x="1068115" y="685114"/>
                  </a:lnTo>
                  <a:lnTo>
                    <a:pt x="1075582" y="679056"/>
                  </a:lnTo>
                  <a:lnTo>
                    <a:pt x="1075582" y="684543"/>
                  </a:lnTo>
                  <a:close/>
                  <a:moveTo>
                    <a:pt x="1068300" y="619264"/>
                  </a:moveTo>
                  <a:lnTo>
                    <a:pt x="1064822" y="616542"/>
                  </a:lnTo>
                  <a:lnTo>
                    <a:pt x="1071779" y="611626"/>
                  </a:lnTo>
                  <a:lnTo>
                    <a:pt x="1077854" y="611626"/>
                  </a:lnTo>
                  <a:lnTo>
                    <a:pt x="1075535" y="619308"/>
                  </a:lnTo>
                  <a:lnTo>
                    <a:pt x="1068300" y="619308"/>
                  </a:lnTo>
                  <a:close/>
                  <a:moveTo>
                    <a:pt x="1101970" y="785821"/>
                  </a:moveTo>
                  <a:lnTo>
                    <a:pt x="1101970" y="789377"/>
                  </a:lnTo>
                  <a:lnTo>
                    <a:pt x="1092973" y="789377"/>
                  </a:lnTo>
                  <a:lnTo>
                    <a:pt x="1076741" y="800879"/>
                  </a:lnTo>
                  <a:lnTo>
                    <a:pt x="1076741" y="798947"/>
                  </a:lnTo>
                  <a:lnTo>
                    <a:pt x="1091814" y="787445"/>
                  </a:lnTo>
                  <a:lnTo>
                    <a:pt x="1101970" y="785777"/>
                  </a:lnTo>
                  <a:close/>
                  <a:moveTo>
                    <a:pt x="1087454" y="742448"/>
                  </a:moveTo>
                  <a:cubicBezTo>
                    <a:pt x="1087454" y="742448"/>
                    <a:pt x="1093854" y="740516"/>
                    <a:pt x="1095570" y="744906"/>
                  </a:cubicBezTo>
                  <a:cubicBezTo>
                    <a:pt x="1097286" y="749296"/>
                    <a:pt x="1089495" y="748199"/>
                    <a:pt x="1089495" y="748199"/>
                  </a:cubicBezTo>
                  <a:cubicBezTo>
                    <a:pt x="1089495" y="748199"/>
                    <a:pt x="1084301" y="744906"/>
                    <a:pt x="1087454" y="742448"/>
                  </a:cubicBezTo>
                  <a:close/>
                  <a:moveTo>
                    <a:pt x="1086434" y="582783"/>
                  </a:moveTo>
                  <a:cubicBezTo>
                    <a:pt x="1086434" y="582783"/>
                    <a:pt x="1083280" y="593758"/>
                    <a:pt x="1068115" y="588841"/>
                  </a:cubicBezTo>
                  <a:cubicBezTo>
                    <a:pt x="1068115" y="588841"/>
                    <a:pt x="1067141" y="583354"/>
                    <a:pt x="1086434" y="582783"/>
                  </a:cubicBezTo>
                  <a:close/>
                  <a:moveTo>
                    <a:pt x="1069182" y="431767"/>
                  </a:moveTo>
                  <a:cubicBezTo>
                    <a:pt x="1069182" y="431767"/>
                    <a:pt x="1073819" y="438220"/>
                    <a:pt x="1070944" y="437649"/>
                  </a:cubicBezTo>
                  <a:cubicBezTo>
                    <a:pt x="1068069" y="437079"/>
                    <a:pt x="1061112" y="431767"/>
                    <a:pt x="1061112" y="431767"/>
                  </a:cubicBezTo>
                  <a:lnTo>
                    <a:pt x="1063431" y="429396"/>
                  </a:lnTo>
                  <a:lnTo>
                    <a:pt x="1069228" y="431767"/>
                  </a:lnTo>
                  <a:close/>
                  <a:moveTo>
                    <a:pt x="1057309" y="419519"/>
                  </a:moveTo>
                  <a:lnTo>
                    <a:pt x="1066028" y="417324"/>
                  </a:lnTo>
                  <a:lnTo>
                    <a:pt x="1066028" y="419519"/>
                  </a:lnTo>
                  <a:lnTo>
                    <a:pt x="1057309" y="421714"/>
                  </a:lnTo>
                  <a:lnTo>
                    <a:pt x="1057309" y="419519"/>
                  </a:lnTo>
                  <a:close/>
                  <a:moveTo>
                    <a:pt x="1055871" y="555609"/>
                  </a:moveTo>
                  <a:cubicBezTo>
                    <a:pt x="1055871" y="558067"/>
                    <a:pt x="1060648" y="557672"/>
                    <a:pt x="1060648" y="557672"/>
                  </a:cubicBezTo>
                  <a:cubicBezTo>
                    <a:pt x="1060648" y="557672"/>
                    <a:pt x="1062828" y="566321"/>
                    <a:pt x="1058747" y="565750"/>
                  </a:cubicBezTo>
                  <a:cubicBezTo>
                    <a:pt x="1054665" y="565179"/>
                    <a:pt x="1053831" y="559999"/>
                    <a:pt x="1053831" y="559999"/>
                  </a:cubicBezTo>
                  <a:cubicBezTo>
                    <a:pt x="1053831" y="559999"/>
                    <a:pt x="1047152" y="561799"/>
                    <a:pt x="1047431" y="555258"/>
                  </a:cubicBezTo>
                  <a:cubicBezTo>
                    <a:pt x="1047709" y="548717"/>
                    <a:pt x="1055825" y="553151"/>
                    <a:pt x="1055825" y="555609"/>
                  </a:cubicBezTo>
                  <a:close/>
                  <a:moveTo>
                    <a:pt x="1037320" y="443532"/>
                  </a:moveTo>
                  <a:lnTo>
                    <a:pt x="1041958" y="445025"/>
                  </a:lnTo>
                  <a:lnTo>
                    <a:pt x="1041958" y="448888"/>
                  </a:lnTo>
                  <a:lnTo>
                    <a:pt x="1037320" y="448888"/>
                  </a:lnTo>
                  <a:lnTo>
                    <a:pt x="1037320" y="443532"/>
                  </a:lnTo>
                  <a:close/>
                  <a:moveTo>
                    <a:pt x="1037320" y="531727"/>
                  </a:moveTo>
                  <a:lnTo>
                    <a:pt x="1050955" y="522421"/>
                  </a:lnTo>
                  <a:lnTo>
                    <a:pt x="1054341" y="522421"/>
                  </a:lnTo>
                  <a:lnTo>
                    <a:pt x="1037320" y="534493"/>
                  </a:lnTo>
                  <a:lnTo>
                    <a:pt x="1037320" y="531771"/>
                  </a:lnTo>
                  <a:close/>
                  <a:moveTo>
                    <a:pt x="1030085" y="622820"/>
                  </a:moveTo>
                  <a:lnTo>
                    <a:pt x="1033286" y="620625"/>
                  </a:lnTo>
                  <a:lnTo>
                    <a:pt x="1033286" y="616498"/>
                  </a:lnTo>
                  <a:lnTo>
                    <a:pt x="1043442" y="617859"/>
                  </a:lnTo>
                  <a:lnTo>
                    <a:pt x="1048080" y="616498"/>
                  </a:lnTo>
                  <a:lnTo>
                    <a:pt x="1053877" y="616498"/>
                  </a:lnTo>
                  <a:lnTo>
                    <a:pt x="1048683" y="620362"/>
                  </a:lnTo>
                  <a:lnTo>
                    <a:pt x="1051883" y="621854"/>
                  </a:lnTo>
                  <a:lnTo>
                    <a:pt x="1046086" y="625849"/>
                  </a:lnTo>
                  <a:lnTo>
                    <a:pt x="1042004" y="621854"/>
                  </a:lnTo>
                  <a:lnTo>
                    <a:pt x="1039129" y="627210"/>
                  </a:lnTo>
                  <a:lnTo>
                    <a:pt x="1030132" y="627210"/>
                  </a:lnTo>
                  <a:lnTo>
                    <a:pt x="1030132" y="622820"/>
                  </a:lnTo>
                  <a:close/>
                  <a:moveTo>
                    <a:pt x="1022804" y="551219"/>
                  </a:moveTo>
                  <a:lnTo>
                    <a:pt x="1027998" y="555609"/>
                  </a:lnTo>
                  <a:lnTo>
                    <a:pt x="1025401" y="559999"/>
                  </a:lnTo>
                  <a:lnTo>
                    <a:pt x="1021181" y="559999"/>
                  </a:lnTo>
                  <a:lnTo>
                    <a:pt x="1022758" y="551219"/>
                  </a:lnTo>
                  <a:close/>
                  <a:moveTo>
                    <a:pt x="1004856" y="619835"/>
                  </a:moveTo>
                  <a:lnTo>
                    <a:pt x="1010375" y="622030"/>
                  </a:lnTo>
                  <a:lnTo>
                    <a:pt x="1014271" y="616806"/>
                  </a:lnTo>
                  <a:lnTo>
                    <a:pt x="1017888" y="612942"/>
                  </a:lnTo>
                  <a:lnTo>
                    <a:pt x="1026607" y="609913"/>
                  </a:lnTo>
                  <a:lnTo>
                    <a:pt x="1026607" y="614830"/>
                  </a:lnTo>
                  <a:lnTo>
                    <a:pt x="1017610" y="621415"/>
                  </a:lnTo>
                  <a:lnTo>
                    <a:pt x="1021227" y="621415"/>
                  </a:lnTo>
                  <a:lnTo>
                    <a:pt x="1022109" y="625805"/>
                  </a:lnTo>
                  <a:lnTo>
                    <a:pt x="1007453" y="625805"/>
                  </a:lnTo>
                  <a:lnTo>
                    <a:pt x="1001934" y="621942"/>
                  </a:lnTo>
                  <a:lnTo>
                    <a:pt x="1004810" y="619747"/>
                  </a:lnTo>
                  <a:close/>
                  <a:moveTo>
                    <a:pt x="979070" y="838764"/>
                  </a:moveTo>
                  <a:lnTo>
                    <a:pt x="970676" y="838764"/>
                  </a:lnTo>
                  <a:lnTo>
                    <a:pt x="973273" y="833277"/>
                  </a:lnTo>
                  <a:lnTo>
                    <a:pt x="976752" y="830555"/>
                  </a:lnTo>
                  <a:lnTo>
                    <a:pt x="979070" y="838808"/>
                  </a:lnTo>
                  <a:close/>
                  <a:moveTo>
                    <a:pt x="962375" y="735599"/>
                  </a:moveTo>
                  <a:lnTo>
                    <a:pt x="966595" y="736433"/>
                  </a:lnTo>
                  <a:lnTo>
                    <a:pt x="967847" y="740297"/>
                  </a:lnTo>
                  <a:lnTo>
                    <a:pt x="973505" y="740560"/>
                  </a:lnTo>
                  <a:lnTo>
                    <a:pt x="975036" y="743018"/>
                  </a:lnTo>
                  <a:lnTo>
                    <a:pt x="969099" y="744950"/>
                  </a:lnTo>
                  <a:lnTo>
                    <a:pt x="962421" y="740560"/>
                  </a:lnTo>
                  <a:lnTo>
                    <a:pt x="962421" y="735643"/>
                  </a:lnTo>
                  <a:close/>
                  <a:moveTo>
                    <a:pt x="963395" y="794294"/>
                  </a:moveTo>
                  <a:lnTo>
                    <a:pt x="974989" y="795655"/>
                  </a:lnTo>
                  <a:lnTo>
                    <a:pt x="973459" y="799781"/>
                  </a:lnTo>
                  <a:lnTo>
                    <a:pt x="969053" y="798113"/>
                  </a:lnTo>
                  <a:lnTo>
                    <a:pt x="959638" y="797015"/>
                  </a:lnTo>
                  <a:lnTo>
                    <a:pt x="963395" y="794294"/>
                  </a:lnTo>
                  <a:close/>
                  <a:moveTo>
                    <a:pt x="824541" y="712815"/>
                  </a:moveTo>
                  <a:lnTo>
                    <a:pt x="825098" y="707328"/>
                  </a:lnTo>
                  <a:lnTo>
                    <a:pt x="831173" y="707328"/>
                  </a:lnTo>
                  <a:cubicBezTo>
                    <a:pt x="832055" y="707591"/>
                    <a:pt x="837573" y="712552"/>
                    <a:pt x="837573" y="712552"/>
                  </a:cubicBezTo>
                  <a:lnTo>
                    <a:pt x="835811" y="719137"/>
                  </a:lnTo>
                  <a:lnTo>
                    <a:pt x="835811" y="725195"/>
                  </a:lnTo>
                  <a:lnTo>
                    <a:pt x="831173" y="726029"/>
                  </a:lnTo>
                  <a:lnTo>
                    <a:pt x="824495" y="722473"/>
                  </a:lnTo>
                  <a:lnTo>
                    <a:pt x="822454" y="716722"/>
                  </a:lnTo>
                  <a:lnTo>
                    <a:pt x="824495" y="712859"/>
                  </a:lnTo>
                  <a:close/>
                  <a:moveTo>
                    <a:pt x="807753" y="617069"/>
                  </a:moveTo>
                  <a:lnTo>
                    <a:pt x="812947" y="622557"/>
                  </a:lnTo>
                  <a:lnTo>
                    <a:pt x="807753" y="623917"/>
                  </a:lnTo>
                  <a:lnTo>
                    <a:pt x="801677" y="620493"/>
                  </a:lnTo>
                  <a:lnTo>
                    <a:pt x="807753" y="617069"/>
                  </a:lnTo>
                  <a:close/>
                  <a:moveTo>
                    <a:pt x="796715" y="683490"/>
                  </a:moveTo>
                  <a:lnTo>
                    <a:pt x="801631" y="684719"/>
                  </a:lnTo>
                  <a:lnTo>
                    <a:pt x="790037" y="690909"/>
                  </a:lnTo>
                  <a:lnTo>
                    <a:pt x="788599" y="687836"/>
                  </a:lnTo>
                  <a:lnTo>
                    <a:pt x="796715" y="683534"/>
                  </a:lnTo>
                  <a:close/>
                  <a:moveTo>
                    <a:pt x="774129" y="699777"/>
                  </a:moveTo>
                  <a:lnTo>
                    <a:pt x="779045" y="696353"/>
                  </a:lnTo>
                  <a:lnTo>
                    <a:pt x="777283" y="703201"/>
                  </a:lnTo>
                  <a:lnTo>
                    <a:pt x="775242" y="707328"/>
                  </a:lnTo>
                  <a:lnTo>
                    <a:pt x="763370" y="707328"/>
                  </a:lnTo>
                  <a:lnTo>
                    <a:pt x="756691" y="696353"/>
                  </a:lnTo>
                  <a:lnTo>
                    <a:pt x="761329" y="700216"/>
                  </a:lnTo>
                  <a:lnTo>
                    <a:pt x="763370" y="696353"/>
                  </a:lnTo>
                  <a:lnTo>
                    <a:pt x="763880" y="697670"/>
                  </a:lnTo>
                  <a:lnTo>
                    <a:pt x="765967" y="703201"/>
                  </a:lnTo>
                  <a:lnTo>
                    <a:pt x="772042" y="703201"/>
                  </a:lnTo>
                  <a:lnTo>
                    <a:pt x="774083" y="699777"/>
                  </a:lnTo>
                  <a:close/>
                  <a:moveTo>
                    <a:pt x="757016" y="637922"/>
                  </a:moveTo>
                  <a:lnTo>
                    <a:pt x="766013" y="637922"/>
                  </a:lnTo>
                  <a:lnTo>
                    <a:pt x="767776" y="639590"/>
                  </a:lnTo>
                  <a:lnTo>
                    <a:pt x="761979" y="641873"/>
                  </a:lnTo>
                  <a:lnTo>
                    <a:pt x="755022" y="639897"/>
                  </a:lnTo>
                  <a:lnTo>
                    <a:pt x="757063" y="637922"/>
                  </a:lnTo>
                  <a:close/>
                  <a:moveTo>
                    <a:pt x="756738" y="681295"/>
                  </a:moveTo>
                  <a:lnTo>
                    <a:pt x="759057" y="684587"/>
                  </a:lnTo>
                  <a:cubicBezTo>
                    <a:pt x="759057" y="684587"/>
                    <a:pt x="756181" y="689812"/>
                    <a:pt x="754976" y="687617"/>
                  </a:cubicBezTo>
                  <a:cubicBezTo>
                    <a:pt x="753770" y="685422"/>
                    <a:pt x="750894" y="683227"/>
                    <a:pt x="750894" y="683227"/>
                  </a:cubicBezTo>
                  <a:lnTo>
                    <a:pt x="756691" y="681295"/>
                  </a:lnTo>
                  <a:close/>
                  <a:moveTo>
                    <a:pt x="40766" y="419519"/>
                  </a:moveTo>
                  <a:lnTo>
                    <a:pt x="37890" y="419519"/>
                  </a:lnTo>
                  <a:lnTo>
                    <a:pt x="37890" y="412934"/>
                  </a:lnTo>
                  <a:lnTo>
                    <a:pt x="31212" y="409071"/>
                  </a:lnTo>
                  <a:lnTo>
                    <a:pt x="31212" y="406041"/>
                  </a:lnTo>
                  <a:lnTo>
                    <a:pt x="37287" y="408500"/>
                  </a:lnTo>
                  <a:lnTo>
                    <a:pt x="40766" y="416182"/>
                  </a:lnTo>
                  <a:lnTo>
                    <a:pt x="40766" y="419475"/>
                  </a:lnTo>
                  <a:close/>
                  <a:moveTo>
                    <a:pt x="51525" y="465350"/>
                  </a:moveTo>
                  <a:lnTo>
                    <a:pt x="46609" y="462058"/>
                  </a:lnTo>
                  <a:lnTo>
                    <a:pt x="46609" y="459029"/>
                  </a:lnTo>
                  <a:lnTo>
                    <a:pt x="51525" y="462058"/>
                  </a:lnTo>
                  <a:lnTo>
                    <a:pt x="51525" y="465350"/>
                  </a:lnTo>
                  <a:close/>
                  <a:moveTo>
                    <a:pt x="63119" y="416226"/>
                  </a:moveTo>
                  <a:lnTo>
                    <a:pt x="59363" y="407446"/>
                  </a:lnTo>
                  <a:lnTo>
                    <a:pt x="55606" y="401959"/>
                  </a:lnTo>
                  <a:lnTo>
                    <a:pt x="58482" y="400290"/>
                  </a:lnTo>
                  <a:lnTo>
                    <a:pt x="60244" y="403846"/>
                  </a:lnTo>
                  <a:lnTo>
                    <a:pt x="64882" y="412890"/>
                  </a:lnTo>
                  <a:lnTo>
                    <a:pt x="63119" y="416182"/>
                  </a:lnTo>
                  <a:close/>
                  <a:moveTo>
                    <a:pt x="142239" y="187682"/>
                  </a:moveTo>
                  <a:lnTo>
                    <a:pt x="146877" y="183029"/>
                  </a:lnTo>
                  <a:lnTo>
                    <a:pt x="148315" y="186892"/>
                  </a:lnTo>
                  <a:lnTo>
                    <a:pt x="142239" y="190755"/>
                  </a:lnTo>
                  <a:lnTo>
                    <a:pt x="142239" y="187726"/>
                  </a:lnTo>
                  <a:close/>
                  <a:moveTo>
                    <a:pt x="97021" y="135002"/>
                  </a:moveTo>
                  <a:lnTo>
                    <a:pt x="106853" y="144046"/>
                  </a:lnTo>
                  <a:lnTo>
                    <a:pt x="104256" y="144046"/>
                  </a:lnTo>
                  <a:lnTo>
                    <a:pt x="97021" y="137197"/>
                  </a:lnTo>
                  <a:lnTo>
                    <a:pt x="97021" y="135002"/>
                  </a:lnTo>
                  <a:close/>
                  <a:moveTo>
                    <a:pt x="95259" y="327065"/>
                  </a:moveTo>
                  <a:lnTo>
                    <a:pt x="100453" y="329963"/>
                  </a:lnTo>
                  <a:lnTo>
                    <a:pt x="95259" y="332860"/>
                  </a:lnTo>
                  <a:lnTo>
                    <a:pt x="91178" y="329568"/>
                  </a:lnTo>
                  <a:lnTo>
                    <a:pt x="95259" y="327109"/>
                  </a:lnTo>
                  <a:close/>
                  <a:moveTo>
                    <a:pt x="105416" y="382774"/>
                  </a:moveTo>
                  <a:lnTo>
                    <a:pt x="97578" y="382774"/>
                  </a:lnTo>
                  <a:lnTo>
                    <a:pt x="94981" y="381106"/>
                  </a:lnTo>
                  <a:lnTo>
                    <a:pt x="105416" y="381106"/>
                  </a:lnTo>
                  <a:lnTo>
                    <a:pt x="105416" y="382774"/>
                  </a:lnTo>
                  <a:close/>
                  <a:moveTo>
                    <a:pt x="113253" y="471935"/>
                  </a:moveTo>
                  <a:lnTo>
                    <a:pt x="113253" y="474965"/>
                  </a:lnTo>
                  <a:lnTo>
                    <a:pt x="110934" y="474965"/>
                  </a:lnTo>
                  <a:lnTo>
                    <a:pt x="109775" y="469214"/>
                  </a:lnTo>
                  <a:lnTo>
                    <a:pt x="113253" y="469214"/>
                  </a:lnTo>
                  <a:lnTo>
                    <a:pt x="114691" y="466755"/>
                  </a:lnTo>
                  <a:lnTo>
                    <a:pt x="111491" y="459907"/>
                  </a:lnTo>
                  <a:lnTo>
                    <a:pt x="113253" y="453322"/>
                  </a:lnTo>
                  <a:lnTo>
                    <a:pt x="106853" y="447132"/>
                  </a:lnTo>
                  <a:lnTo>
                    <a:pt x="108013" y="444805"/>
                  </a:lnTo>
                  <a:lnTo>
                    <a:pt x="114691" y="451917"/>
                  </a:lnTo>
                  <a:lnTo>
                    <a:pt x="114691" y="460960"/>
                  </a:lnTo>
                  <a:lnTo>
                    <a:pt x="118448" y="467809"/>
                  </a:lnTo>
                  <a:lnTo>
                    <a:pt x="113253" y="471935"/>
                  </a:lnTo>
                  <a:close/>
                  <a:moveTo>
                    <a:pt x="124848" y="207437"/>
                  </a:moveTo>
                  <a:lnTo>
                    <a:pt x="116592" y="197823"/>
                  </a:lnTo>
                  <a:lnTo>
                    <a:pt x="106900" y="189570"/>
                  </a:lnTo>
                  <a:lnTo>
                    <a:pt x="104581" y="187902"/>
                  </a:lnTo>
                  <a:lnTo>
                    <a:pt x="104581" y="185180"/>
                  </a:lnTo>
                  <a:lnTo>
                    <a:pt x="101984" y="177498"/>
                  </a:lnTo>
                  <a:lnTo>
                    <a:pt x="101984" y="164064"/>
                  </a:lnTo>
                  <a:lnTo>
                    <a:pt x="106900" y="159938"/>
                  </a:lnTo>
                  <a:lnTo>
                    <a:pt x="112975" y="155548"/>
                  </a:lnTo>
                  <a:lnTo>
                    <a:pt x="112975" y="161035"/>
                  </a:lnTo>
                  <a:lnTo>
                    <a:pt x="109497" y="161035"/>
                  </a:lnTo>
                  <a:lnTo>
                    <a:pt x="104581" y="164591"/>
                  </a:lnTo>
                  <a:lnTo>
                    <a:pt x="104581" y="176663"/>
                  </a:lnTo>
                  <a:lnTo>
                    <a:pt x="108801" y="187112"/>
                  </a:lnTo>
                  <a:lnTo>
                    <a:pt x="116778" y="195628"/>
                  </a:lnTo>
                  <a:lnTo>
                    <a:pt x="128651" y="204408"/>
                  </a:lnTo>
                  <a:lnTo>
                    <a:pt x="124894" y="207437"/>
                  </a:lnTo>
                  <a:close/>
                  <a:moveTo>
                    <a:pt x="130042" y="157216"/>
                  </a:moveTo>
                  <a:lnTo>
                    <a:pt x="130042" y="146768"/>
                  </a:lnTo>
                  <a:lnTo>
                    <a:pt x="134680" y="151992"/>
                  </a:lnTo>
                  <a:lnTo>
                    <a:pt x="131480" y="157216"/>
                  </a:lnTo>
                  <a:lnTo>
                    <a:pt x="130042" y="157216"/>
                  </a:lnTo>
                  <a:close/>
                  <a:moveTo>
                    <a:pt x="134680" y="204979"/>
                  </a:moveTo>
                  <a:lnTo>
                    <a:pt x="132361" y="201687"/>
                  </a:lnTo>
                  <a:lnTo>
                    <a:pt x="148315" y="194575"/>
                  </a:lnTo>
                  <a:lnTo>
                    <a:pt x="152396" y="196243"/>
                  </a:lnTo>
                  <a:lnTo>
                    <a:pt x="134726" y="205023"/>
                  </a:lnTo>
                  <a:close/>
                  <a:moveTo>
                    <a:pt x="699045" y="606665"/>
                  </a:moveTo>
                  <a:lnTo>
                    <a:pt x="703961" y="607762"/>
                  </a:lnTo>
                  <a:lnTo>
                    <a:pt x="702198" y="611318"/>
                  </a:lnTo>
                  <a:lnTo>
                    <a:pt x="694082" y="609518"/>
                  </a:lnTo>
                  <a:lnTo>
                    <a:pt x="698998" y="606621"/>
                  </a:lnTo>
                  <a:close/>
                  <a:moveTo>
                    <a:pt x="681653" y="461356"/>
                  </a:moveTo>
                  <a:lnTo>
                    <a:pt x="685131" y="457931"/>
                  </a:lnTo>
                  <a:lnTo>
                    <a:pt x="685131" y="463155"/>
                  </a:lnTo>
                  <a:lnTo>
                    <a:pt x="681653" y="464824"/>
                  </a:lnTo>
                  <a:lnTo>
                    <a:pt x="681653" y="461399"/>
                  </a:lnTo>
                  <a:close/>
                  <a:moveTo>
                    <a:pt x="680215" y="482076"/>
                  </a:moveTo>
                  <a:lnTo>
                    <a:pt x="686894" y="483437"/>
                  </a:lnTo>
                  <a:lnTo>
                    <a:pt x="685131" y="486466"/>
                  </a:lnTo>
                  <a:lnTo>
                    <a:pt x="678175" y="484974"/>
                  </a:lnTo>
                  <a:lnTo>
                    <a:pt x="680215" y="482076"/>
                  </a:lnTo>
                  <a:close/>
                  <a:moveTo>
                    <a:pt x="685131" y="530893"/>
                  </a:moveTo>
                  <a:lnTo>
                    <a:pt x="685131" y="534581"/>
                  </a:lnTo>
                  <a:lnTo>
                    <a:pt x="681653" y="538268"/>
                  </a:lnTo>
                  <a:lnTo>
                    <a:pt x="683415" y="530849"/>
                  </a:lnTo>
                  <a:lnTo>
                    <a:pt x="685178" y="530849"/>
                  </a:lnTo>
                  <a:close/>
                  <a:moveTo>
                    <a:pt x="676412" y="486466"/>
                  </a:moveTo>
                  <a:lnTo>
                    <a:pt x="678175" y="493578"/>
                  </a:lnTo>
                  <a:lnTo>
                    <a:pt x="674696" y="493578"/>
                  </a:lnTo>
                  <a:lnTo>
                    <a:pt x="671821" y="490022"/>
                  </a:lnTo>
                  <a:lnTo>
                    <a:pt x="676459" y="486466"/>
                  </a:lnTo>
                  <a:close/>
                  <a:moveTo>
                    <a:pt x="668621" y="482076"/>
                  </a:moveTo>
                  <a:lnTo>
                    <a:pt x="675021" y="482076"/>
                  </a:lnTo>
                  <a:lnTo>
                    <a:pt x="673583" y="484271"/>
                  </a:lnTo>
                  <a:lnTo>
                    <a:pt x="668667" y="484271"/>
                  </a:lnTo>
                  <a:lnTo>
                    <a:pt x="668667" y="482076"/>
                  </a:lnTo>
                  <a:close/>
                  <a:moveTo>
                    <a:pt x="666859" y="531859"/>
                  </a:moveTo>
                  <a:lnTo>
                    <a:pt x="671775" y="530366"/>
                  </a:lnTo>
                  <a:lnTo>
                    <a:pt x="670337" y="521586"/>
                  </a:lnTo>
                  <a:lnTo>
                    <a:pt x="673815" y="517723"/>
                  </a:lnTo>
                  <a:lnTo>
                    <a:pt x="678175" y="517723"/>
                  </a:lnTo>
                  <a:lnTo>
                    <a:pt x="674975" y="523474"/>
                  </a:lnTo>
                  <a:lnTo>
                    <a:pt x="676552" y="525932"/>
                  </a:lnTo>
                  <a:lnTo>
                    <a:pt x="674975" y="532254"/>
                  </a:lnTo>
                  <a:lnTo>
                    <a:pt x="668575" y="535283"/>
                  </a:lnTo>
                  <a:lnTo>
                    <a:pt x="668575" y="539673"/>
                  </a:lnTo>
                  <a:lnTo>
                    <a:pt x="662499" y="539673"/>
                  </a:lnTo>
                  <a:lnTo>
                    <a:pt x="660737" y="542702"/>
                  </a:lnTo>
                  <a:lnTo>
                    <a:pt x="657398" y="544063"/>
                  </a:lnTo>
                  <a:lnTo>
                    <a:pt x="652343" y="545995"/>
                  </a:lnTo>
                  <a:lnTo>
                    <a:pt x="652343" y="542132"/>
                  </a:lnTo>
                  <a:lnTo>
                    <a:pt x="657398" y="541034"/>
                  </a:lnTo>
                  <a:lnTo>
                    <a:pt x="658975" y="538005"/>
                  </a:lnTo>
                  <a:lnTo>
                    <a:pt x="664772" y="535810"/>
                  </a:lnTo>
                  <a:lnTo>
                    <a:pt x="666812" y="531815"/>
                  </a:lnTo>
                  <a:close/>
                  <a:moveTo>
                    <a:pt x="631937" y="610747"/>
                  </a:moveTo>
                  <a:lnTo>
                    <a:pt x="634673" y="612679"/>
                  </a:lnTo>
                  <a:lnTo>
                    <a:pt x="634673" y="616235"/>
                  </a:lnTo>
                  <a:lnTo>
                    <a:pt x="629154" y="612679"/>
                  </a:lnTo>
                  <a:lnTo>
                    <a:pt x="631890" y="610747"/>
                  </a:lnTo>
                  <a:close/>
                  <a:moveTo>
                    <a:pt x="631519" y="609255"/>
                  </a:moveTo>
                  <a:lnTo>
                    <a:pt x="632679" y="607762"/>
                  </a:lnTo>
                  <a:lnTo>
                    <a:pt x="637873" y="607762"/>
                  </a:lnTo>
                  <a:lnTo>
                    <a:pt x="637873" y="610791"/>
                  </a:lnTo>
                  <a:lnTo>
                    <a:pt x="631473" y="609299"/>
                  </a:lnTo>
                  <a:close/>
                  <a:moveTo>
                    <a:pt x="636713" y="628307"/>
                  </a:moveTo>
                  <a:lnTo>
                    <a:pt x="639311" y="628307"/>
                  </a:lnTo>
                  <a:lnTo>
                    <a:pt x="639867" y="625586"/>
                  </a:lnTo>
                  <a:lnTo>
                    <a:pt x="643067" y="627781"/>
                  </a:lnTo>
                  <a:lnTo>
                    <a:pt x="647612" y="625586"/>
                  </a:lnTo>
                  <a:lnTo>
                    <a:pt x="651183" y="629712"/>
                  </a:lnTo>
                  <a:lnTo>
                    <a:pt x="655543" y="631907"/>
                  </a:lnTo>
                  <a:lnTo>
                    <a:pt x="659021" y="636034"/>
                  </a:lnTo>
                  <a:lnTo>
                    <a:pt x="655543" y="638756"/>
                  </a:lnTo>
                  <a:lnTo>
                    <a:pt x="652343" y="635332"/>
                  </a:lnTo>
                  <a:lnTo>
                    <a:pt x="647612" y="638756"/>
                  </a:lnTo>
                  <a:lnTo>
                    <a:pt x="643067" y="633839"/>
                  </a:lnTo>
                  <a:lnTo>
                    <a:pt x="634673" y="628351"/>
                  </a:lnTo>
                  <a:lnTo>
                    <a:pt x="636713" y="628351"/>
                  </a:lnTo>
                  <a:close/>
                  <a:moveTo>
                    <a:pt x="647148" y="607718"/>
                  </a:moveTo>
                  <a:lnTo>
                    <a:pt x="651230" y="609211"/>
                  </a:lnTo>
                  <a:lnTo>
                    <a:pt x="649328" y="616191"/>
                  </a:lnTo>
                  <a:lnTo>
                    <a:pt x="647427" y="612679"/>
                  </a:lnTo>
                  <a:lnTo>
                    <a:pt x="644551" y="616191"/>
                  </a:lnTo>
                  <a:lnTo>
                    <a:pt x="643114" y="614830"/>
                  </a:lnTo>
                  <a:lnTo>
                    <a:pt x="644551" y="609211"/>
                  </a:lnTo>
                  <a:lnTo>
                    <a:pt x="647148" y="607718"/>
                  </a:lnTo>
                  <a:close/>
                  <a:moveTo>
                    <a:pt x="646267" y="464780"/>
                  </a:moveTo>
                  <a:lnTo>
                    <a:pt x="649328" y="461751"/>
                  </a:lnTo>
                  <a:lnTo>
                    <a:pt x="652389" y="461751"/>
                  </a:lnTo>
                  <a:lnTo>
                    <a:pt x="649328" y="465877"/>
                  </a:lnTo>
                  <a:lnTo>
                    <a:pt x="649328" y="467809"/>
                  </a:lnTo>
                  <a:lnTo>
                    <a:pt x="646267" y="464780"/>
                  </a:lnTo>
                  <a:close/>
                  <a:moveTo>
                    <a:pt x="644551" y="619659"/>
                  </a:moveTo>
                  <a:lnTo>
                    <a:pt x="647659" y="619659"/>
                  </a:lnTo>
                  <a:lnTo>
                    <a:pt x="651230" y="616235"/>
                  </a:lnTo>
                  <a:lnTo>
                    <a:pt x="654105" y="616235"/>
                  </a:lnTo>
                  <a:lnTo>
                    <a:pt x="652343" y="620362"/>
                  </a:lnTo>
                  <a:lnTo>
                    <a:pt x="646267" y="623083"/>
                  </a:lnTo>
                  <a:lnTo>
                    <a:pt x="641212" y="621415"/>
                  </a:lnTo>
                  <a:lnTo>
                    <a:pt x="644551" y="619615"/>
                  </a:lnTo>
                  <a:close/>
                  <a:moveTo>
                    <a:pt x="660273" y="440108"/>
                  </a:moveTo>
                  <a:lnTo>
                    <a:pt x="660273" y="443971"/>
                  </a:lnTo>
                  <a:lnTo>
                    <a:pt x="664818" y="440942"/>
                  </a:lnTo>
                  <a:lnTo>
                    <a:pt x="664818" y="444805"/>
                  </a:lnTo>
                  <a:lnTo>
                    <a:pt x="660737" y="447527"/>
                  </a:lnTo>
                  <a:lnTo>
                    <a:pt x="657398" y="442303"/>
                  </a:lnTo>
                  <a:lnTo>
                    <a:pt x="654059" y="443664"/>
                  </a:lnTo>
                  <a:lnTo>
                    <a:pt x="654059" y="452180"/>
                  </a:lnTo>
                  <a:lnTo>
                    <a:pt x="657398" y="455473"/>
                  </a:lnTo>
                  <a:lnTo>
                    <a:pt x="654059" y="457931"/>
                  </a:lnTo>
                  <a:lnTo>
                    <a:pt x="646221" y="453015"/>
                  </a:lnTo>
                  <a:lnTo>
                    <a:pt x="649282" y="446693"/>
                  </a:lnTo>
                  <a:lnTo>
                    <a:pt x="652343" y="442566"/>
                  </a:lnTo>
                  <a:lnTo>
                    <a:pt x="655543" y="440766"/>
                  </a:lnTo>
                  <a:lnTo>
                    <a:pt x="652343" y="432689"/>
                  </a:lnTo>
                  <a:lnTo>
                    <a:pt x="655543" y="432425"/>
                  </a:lnTo>
                  <a:lnTo>
                    <a:pt x="660737" y="423645"/>
                  </a:lnTo>
                  <a:lnTo>
                    <a:pt x="663056" y="425314"/>
                  </a:lnTo>
                  <a:lnTo>
                    <a:pt x="657398" y="438484"/>
                  </a:lnTo>
                  <a:lnTo>
                    <a:pt x="660227" y="440152"/>
                  </a:lnTo>
                  <a:close/>
                  <a:moveTo>
                    <a:pt x="646267" y="404417"/>
                  </a:moveTo>
                  <a:lnTo>
                    <a:pt x="649745" y="404417"/>
                  </a:lnTo>
                  <a:lnTo>
                    <a:pt x="652343" y="406085"/>
                  </a:lnTo>
                  <a:lnTo>
                    <a:pt x="652343" y="410739"/>
                  </a:lnTo>
                  <a:lnTo>
                    <a:pt x="646267" y="404417"/>
                  </a:lnTo>
                  <a:close/>
                  <a:moveTo>
                    <a:pt x="654105" y="415963"/>
                  </a:moveTo>
                  <a:lnTo>
                    <a:pt x="657444" y="410739"/>
                  </a:lnTo>
                  <a:lnTo>
                    <a:pt x="660783" y="410739"/>
                  </a:lnTo>
                  <a:lnTo>
                    <a:pt x="656424" y="417851"/>
                  </a:lnTo>
                  <a:lnTo>
                    <a:pt x="654105" y="415919"/>
                  </a:lnTo>
                  <a:close/>
                  <a:moveTo>
                    <a:pt x="653548" y="356434"/>
                  </a:moveTo>
                  <a:lnTo>
                    <a:pt x="658186" y="350683"/>
                  </a:lnTo>
                  <a:lnTo>
                    <a:pt x="660505" y="355073"/>
                  </a:lnTo>
                  <a:lnTo>
                    <a:pt x="662824" y="356742"/>
                  </a:lnTo>
                  <a:lnTo>
                    <a:pt x="660505" y="360034"/>
                  </a:lnTo>
                  <a:lnTo>
                    <a:pt x="653548" y="362229"/>
                  </a:lnTo>
                  <a:lnTo>
                    <a:pt x="653548" y="356478"/>
                  </a:lnTo>
                  <a:close/>
                  <a:moveTo>
                    <a:pt x="645711" y="376716"/>
                  </a:moveTo>
                  <a:lnTo>
                    <a:pt x="648308" y="379745"/>
                  </a:lnTo>
                  <a:lnTo>
                    <a:pt x="653502" y="376716"/>
                  </a:lnTo>
                  <a:lnTo>
                    <a:pt x="655543" y="379745"/>
                  </a:lnTo>
                  <a:lnTo>
                    <a:pt x="653502" y="383301"/>
                  </a:lnTo>
                  <a:lnTo>
                    <a:pt x="647102" y="383301"/>
                  </a:lnTo>
                  <a:lnTo>
                    <a:pt x="641027" y="376716"/>
                  </a:lnTo>
                  <a:lnTo>
                    <a:pt x="645664" y="376716"/>
                  </a:lnTo>
                  <a:close/>
                  <a:moveTo>
                    <a:pt x="643114" y="552316"/>
                  </a:moveTo>
                  <a:lnTo>
                    <a:pt x="644551" y="554775"/>
                  </a:lnTo>
                  <a:lnTo>
                    <a:pt x="641676" y="556443"/>
                  </a:lnTo>
                  <a:lnTo>
                    <a:pt x="637919" y="556443"/>
                  </a:lnTo>
                  <a:lnTo>
                    <a:pt x="637919" y="552316"/>
                  </a:lnTo>
                  <a:lnTo>
                    <a:pt x="643114" y="552316"/>
                  </a:lnTo>
                  <a:close/>
                  <a:moveTo>
                    <a:pt x="632679" y="336372"/>
                  </a:moveTo>
                  <a:lnTo>
                    <a:pt x="638198" y="336372"/>
                  </a:lnTo>
                  <a:lnTo>
                    <a:pt x="638198" y="341596"/>
                  </a:lnTo>
                  <a:lnTo>
                    <a:pt x="634998" y="346250"/>
                  </a:lnTo>
                  <a:lnTo>
                    <a:pt x="631519" y="341333"/>
                  </a:lnTo>
                  <a:lnTo>
                    <a:pt x="632679" y="336416"/>
                  </a:lnTo>
                  <a:close/>
                  <a:moveTo>
                    <a:pt x="619647" y="346250"/>
                  </a:moveTo>
                  <a:cubicBezTo>
                    <a:pt x="619647" y="346250"/>
                    <a:pt x="621966" y="339401"/>
                    <a:pt x="626742" y="338830"/>
                  </a:cubicBezTo>
                  <a:cubicBezTo>
                    <a:pt x="631519" y="338304"/>
                    <a:pt x="630963" y="347610"/>
                    <a:pt x="630963" y="349279"/>
                  </a:cubicBezTo>
                  <a:cubicBezTo>
                    <a:pt x="630963" y="350947"/>
                    <a:pt x="635044" y="355030"/>
                    <a:pt x="635044" y="355030"/>
                  </a:cubicBezTo>
                  <a:lnTo>
                    <a:pt x="632725" y="358541"/>
                  </a:lnTo>
                  <a:lnTo>
                    <a:pt x="633885" y="362185"/>
                  </a:lnTo>
                  <a:lnTo>
                    <a:pt x="628690" y="366444"/>
                  </a:lnTo>
                  <a:lnTo>
                    <a:pt x="624841" y="365214"/>
                  </a:lnTo>
                  <a:lnTo>
                    <a:pt x="628690" y="363546"/>
                  </a:lnTo>
                  <a:lnTo>
                    <a:pt x="628690" y="358893"/>
                  </a:lnTo>
                  <a:lnTo>
                    <a:pt x="624841" y="357532"/>
                  </a:lnTo>
                  <a:lnTo>
                    <a:pt x="623496" y="362185"/>
                  </a:lnTo>
                  <a:cubicBezTo>
                    <a:pt x="620621" y="361658"/>
                    <a:pt x="613664" y="350683"/>
                    <a:pt x="613664" y="350683"/>
                  </a:cubicBezTo>
                  <a:lnTo>
                    <a:pt x="619739" y="346293"/>
                  </a:lnTo>
                  <a:close/>
                  <a:moveTo>
                    <a:pt x="599890" y="426806"/>
                  </a:moveTo>
                  <a:lnTo>
                    <a:pt x="606847" y="422284"/>
                  </a:lnTo>
                  <a:lnTo>
                    <a:pt x="601049" y="435191"/>
                  </a:lnTo>
                  <a:lnTo>
                    <a:pt x="597896" y="432733"/>
                  </a:lnTo>
                  <a:lnTo>
                    <a:pt x="599890" y="426850"/>
                  </a:lnTo>
                  <a:close/>
                  <a:moveTo>
                    <a:pt x="591542" y="366444"/>
                  </a:moveTo>
                  <a:lnTo>
                    <a:pt x="596736" y="365214"/>
                  </a:lnTo>
                  <a:lnTo>
                    <a:pt x="596736" y="370702"/>
                  </a:lnTo>
                  <a:lnTo>
                    <a:pt x="591542" y="379745"/>
                  </a:lnTo>
                  <a:lnTo>
                    <a:pt x="589501" y="377550"/>
                  </a:lnTo>
                  <a:lnTo>
                    <a:pt x="593119" y="370702"/>
                  </a:lnTo>
                  <a:lnTo>
                    <a:pt x="591542" y="366444"/>
                  </a:lnTo>
                  <a:close/>
                  <a:moveTo>
                    <a:pt x="579762" y="424172"/>
                  </a:moveTo>
                  <a:lnTo>
                    <a:pt x="584817" y="425006"/>
                  </a:lnTo>
                  <a:lnTo>
                    <a:pt x="591496" y="420880"/>
                  </a:lnTo>
                  <a:lnTo>
                    <a:pt x="592933" y="422241"/>
                  </a:lnTo>
                  <a:lnTo>
                    <a:pt x="584817" y="429352"/>
                  </a:lnTo>
                  <a:lnTo>
                    <a:pt x="588296" y="429352"/>
                  </a:lnTo>
                  <a:lnTo>
                    <a:pt x="588296" y="432645"/>
                  </a:lnTo>
                  <a:lnTo>
                    <a:pt x="582777" y="432645"/>
                  </a:lnTo>
                  <a:lnTo>
                    <a:pt x="576701" y="428782"/>
                  </a:lnTo>
                  <a:lnTo>
                    <a:pt x="579762" y="424128"/>
                  </a:lnTo>
                  <a:close/>
                  <a:moveTo>
                    <a:pt x="579762" y="442303"/>
                  </a:moveTo>
                  <a:lnTo>
                    <a:pt x="581339" y="448361"/>
                  </a:lnTo>
                  <a:lnTo>
                    <a:pt x="582777" y="450820"/>
                  </a:lnTo>
                  <a:lnTo>
                    <a:pt x="578139" y="456044"/>
                  </a:lnTo>
                  <a:lnTo>
                    <a:pt x="578139" y="452180"/>
                  </a:lnTo>
                  <a:lnTo>
                    <a:pt x="571924" y="450512"/>
                  </a:lnTo>
                  <a:lnTo>
                    <a:pt x="579762" y="442259"/>
                  </a:lnTo>
                  <a:close/>
                  <a:moveTo>
                    <a:pt x="582823" y="502095"/>
                  </a:moveTo>
                  <a:lnTo>
                    <a:pt x="578742" y="506221"/>
                  </a:lnTo>
                  <a:lnTo>
                    <a:pt x="576701" y="500470"/>
                  </a:lnTo>
                  <a:lnTo>
                    <a:pt x="580783" y="500470"/>
                  </a:lnTo>
                  <a:lnTo>
                    <a:pt x="582823" y="502139"/>
                  </a:lnTo>
                  <a:close/>
                  <a:moveTo>
                    <a:pt x="564272" y="346250"/>
                  </a:moveTo>
                  <a:lnTo>
                    <a:pt x="566591" y="350376"/>
                  </a:lnTo>
                  <a:lnTo>
                    <a:pt x="561953" y="355030"/>
                  </a:lnTo>
                  <a:lnTo>
                    <a:pt x="556156" y="352835"/>
                  </a:lnTo>
                  <a:lnTo>
                    <a:pt x="564272" y="346250"/>
                  </a:lnTo>
                  <a:close/>
                  <a:moveTo>
                    <a:pt x="539321" y="309769"/>
                  </a:moveTo>
                  <a:lnTo>
                    <a:pt x="541779" y="305379"/>
                  </a:lnTo>
                  <a:lnTo>
                    <a:pt x="544237" y="313324"/>
                  </a:lnTo>
                  <a:lnTo>
                    <a:pt x="539321" y="313324"/>
                  </a:lnTo>
                  <a:lnTo>
                    <a:pt x="539321" y="309769"/>
                  </a:lnTo>
                  <a:close/>
                  <a:moveTo>
                    <a:pt x="541362" y="362185"/>
                  </a:moveTo>
                  <a:lnTo>
                    <a:pt x="541362" y="366048"/>
                  </a:lnTo>
                  <a:lnTo>
                    <a:pt x="539460" y="370702"/>
                  </a:lnTo>
                  <a:lnTo>
                    <a:pt x="537559" y="362185"/>
                  </a:lnTo>
                  <a:lnTo>
                    <a:pt x="541315" y="362185"/>
                  </a:lnTo>
                  <a:close/>
                  <a:moveTo>
                    <a:pt x="529489" y="317978"/>
                  </a:moveTo>
                  <a:lnTo>
                    <a:pt x="536446" y="324563"/>
                  </a:lnTo>
                  <a:lnTo>
                    <a:pt x="532968" y="328953"/>
                  </a:lnTo>
                  <a:lnTo>
                    <a:pt x="529489" y="325660"/>
                  </a:lnTo>
                  <a:lnTo>
                    <a:pt x="526892" y="325660"/>
                  </a:lnTo>
                  <a:lnTo>
                    <a:pt x="525454" y="319909"/>
                  </a:lnTo>
                  <a:lnTo>
                    <a:pt x="529536" y="317978"/>
                  </a:lnTo>
                  <a:close/>
                  <a:moveTo>
                    <a:pt x="528005" y="342123"/>
                  </a:moveTo>
                  <a:lnTo>
                    <a:pt x="530881" y="345415"/>
                  </a:lnTo>
                  <a:lnTo>
                    <a:pt x="526799" y="350640"/>
                  </a:lnTo>
                  <a:lnTo>
                    <a:pt x="516086" y="359156"/>
                  </a:lnTo>
                  <a:lnTo>
                    <a:pt x="523321" y="347654"/>
                  </a:lnTo>
                  <a:lnTo>
                    <a:pt x="521883" y="344933"/>
                  </a:lnTo>
                  <a:lnTo>
                    <a:pt x="527959" y="342211"/>
                  </a:lnTo>
                  <a:close/>
                  <a:moveTo>
                    <a:pt x="492109" y="417587"/>
                  </a:moveTo>
                  <a:lnTo>
                    <a:pt x="489512" y="420616"/>
                  </a:lnTo>
                  <a:lnTo>
                    <a:pt x="486034" y="420616"/>
                  </a:lnTo>
                  <a:lnTo>
                    <a:pt x="488074" y="414734"/>
                  </a:lnTo>
                  <a:lnTo>
                    <a:pt x="486034" y="411836"/>
                  </a:lnTo>
                  <a:cubicBezTo>
                    <a:pt x="486034" y="411836"/>
                    <a:pt x="486451" y="406129"/>
                    <a:pt x="492109" y="408807"/>
                  </a:cubicBezTo>
                  <a:lnTo>
                    <a:pt x="492109" y="413197"/>
                  </a:lnTo>
                  <a:lnTo>
                    <a:pt x="499344" y="411002"/>
                  </a:lnTo>
                  <a:lnTo>
                    <a:pt x="499344" y="413197"/>
                  </a:lnTo>
                  <a:lnTo>
                    <a:pt x="492109" y="417587"/>
                  </a:lnTo>
                  <a:close/>
                  <a:moveTo>
                    <a:pt x="494985" y="432118"/>
                  </a:moveTo>
                  <a:lnTo>
                    <a:pt x="492666" y="439537"/>
                  </a:lnTo>
                  <a:lnTo>
                    <a:pt x="492109" y="431021"/>
                  </a:lnTo>
                  <a:lnTo>
                    <a:pt x="494985" y="432118"/>
                  </a:lnTo>
                  <a:close/>
                  <a:moveTo>
                    <a:pt x="498463" y="396208"/>
                  </a:moveTo>
                  <a:lnTo>
                    <a:pt x="500364" y="393749"/>
                  </a:lnTo>
                  <a:lnTo>
                    <a:pt x="501663" y="391028"/>
                  </a:lnTo>
                  <a:lnTo>
                    <a:pt x="504538" y="390194"/>
                  </a:lnTo>
                  <a:lnTo>
                    <a:pt x="506579" y="393486"/>
                  </a:lnTo>
                  <a:lnTo>
                    <a:pt x="501385" y="396208"/>
                  </a:lnTo>
                  <a:lnTo>
                    <a:pt x="501385" y="403320"/>
                  </a:lnTo>
                  <a:lnTo>
                    <a:pt x="498509" y="403320"/>
                  </a:lnTo>
                  <a:lnTo>
                    <a:pt x="496190" y="400290"/>
                  </a:lnTo>
                  <a:lnTo>
                    <a:pt x="494150" y="400027"/>
                  </a:lnTo>
                  <a:lnTo>
                    <a:pt x="492109" y="396735"/>
                  </a:lnTo>
                  <a:lnTo>
                    <a:pt x="492109" y="393442"/>
                  </a:lnTo>
                  <a:lnTo>
                    <a:pt x="504585" y="380272"/>
                  </a:lnTo>
                  <a:lnTo>
                    <a:pt x="504585" y="382994"/>
                  </a:lnTo>
                  <a:lnTo>
                    <a:pt x="496190" y="393705"/>
                  </a:lnTo>
                  <a:lnTo>
                    <a:pt x="498509" y="396164"/>
                  </a:lnTo>
                  <a:close/>
                  <a:moveTo>
                    <a:pt x="506579" y="453541"/>
                  </a:moveTo>
                  <a:cubicBezTo>
                    <a:pt x="511773" y="454068"/>
                    <a:pt x="510938" y="457097"/>
                    <a:pt x="510938" y="457097"/>
                  </a:cubicBezTo>
                  <a:cubicBezTo>
                    <a:pt x="501941" y="459029"/>
                    <a:pt x="499344" y="453541"/>
                    <a:pt x="499344" y="453541"/>
                  </a:cubicBezTo>
                  <a:cubicBezTo>
                    <a:pt x="500503" y="447790"/>
                    <a:pt x="506579" y="453541"/>
                    <a:pt x="506579" y="453541"/>
                  </a:cubicBezTo>
                  <a:close/>
                  <a:moveTo>
                    <a:pt x="507135" y="336943"/>
                  </a:moveTo>
                  <a:lnTo>
                    <a:pt x="507135" y="331719"/>
                  </a:lnTo>
                  <a:lnTo>
                    <a:pt x="511773" y="334309"/>
                  </a:lnTo>
                  <a:lnTo>
                    <a:pt x="513211" y="336899"/>
                  </a:lnTo>
                  <a:lnTo>
                    <a:pt x="507135" y="336899"/>
                  </a:lnTo>
                  <a:close/>
                  <a:moveTo>
                    <a:pt x="516133" y="339664"/>
                  </a:moveTo>
                  <a:lnTo>
                    <a:pt x="516133" y="344318"/>
                  </a:lnTo>
                  <a:lnTo>
                    <a:pt x="511773" y="341991"/>
                  </a:lnTo>
                  <a:lnTo>
                    <a:pt x="516133" y="339664"/>
                  </a:lnTo>
                  <a:close/>
                  <a:moveTo>
                    <a:pt x="510196" y="317714"/>
                  </a:moveTo>
                  <a:lnTo>
                    <a:pt x="513953" y="316749"/>
                  </a:lnTo>
                  <a:lnTo>
                    <a:pt x="511773" y="310866"/>
                  </a:lnTo>
                  <a:lnTo>
                    <a:pt x="513953" y="308671"/>
                  </a:lnTo>
                  <a:lnTo>
                    <a:pt x="516133" y="314729"/>
                  </a:lnTo>
                  <a:lnTo>
                    <a:pt x="522533" y="318856"/>
                  </a:lnTo>
                  <a:lnTo>
                    <a:pt x="517617" y="318856"/>
                  </a:lnTo>
                  <a:lnTo>
                    <a:pt x="511820" y="320788"/>
                  </a:lnTo>
                  <a:lnTo>
                    <a:pt x="516179" y="323509"/>
                  </a:lnTo>
                  <a:lnTo>
                    <a:pt x="513999" y="324870"/>
                  </a:lnTo>
                  <a:lnTo>
                    <a:pt x="503704" y="318812"/>
                  </a:lnTo>
                  <a:lnTo>
                    <a:pt x="510243" y="317714"/>
                  </a:lnTo>
                  <a:close/>
                  <a:moveTo>
                    <a:pt x="506579" y="361615"/>
                  </a:moveTo>
                  <a:lnTo>
                    <a:pt x="501941" y="368726"/>
                  </a:lnTo>
                  <a:cubicBezTo>
                    <a:pt x="501941" y="368726"/>
                    <a:pt x="492944" y="352835"/>
                    <a:pt x="469755" y="366795"/>
                  </a:cubicBezTo>
                  <a:lnTo>
                    <a:pt x="467158" y="365434"/>
                  </a:lnTo>
                  <a:cubicBezTo>
                    <a:pt x="467158" y="365434"/>
                    <a:pt x="477315" y="350069"/>
                    <a:pt x="506579" y="361571"/>
                  </a:cubicBezTo>
                  <a:close/>
                  <a:moveTo>
                    <a:pt x="475692" y="301559"/>
                  </a:moveTo>
                  <a:lnTo>
                    <a:pt x="481350" y="303359"/>
                  </a:lnTo>
                  <a:lnTo>
                    <a:pt x="483251" y="301559"/>
                  </a:lnTo>
                  <a:lnTo>
                    <a:pt x="485709" y="303359"/>
                  </a:lnTo>
                  <a:lnTo>
                    <a:pt x="494103" y="299672"/>
                  </a:lnTo>
                  <a:lnTo>
                    <a:pt x="488306" y="305422"/>
                  </a:lnTo>
                  <a:lnTo>
                    <a:pt x="486869" y="307091"/>
                  </a:lnTo>
                  <a:lnTo>
                    <a:pt x="479912" y="307091"/>
                  </a:lnTo>
                  <a:lnTo>
                    <a:pt x="472399" y="301340"/>
                  </a:lnTo>
                  <a:lnTo>
                    <a:pt x="475738" y="301603"/>
                  </a:lnTo>
                  <a:close/>
                  <a:moveTo>
                    <a:pt x="468596" y="290848"/>
                  </a:moveTo>
                  <a:lnTo>
                    <a:pt x="470034" y="284789"/>
                  </a:lnTo>
                  <a:lnTo>
                    <a:pt x="473790" y="288082"/>
                  </a:lnTo>
                  <a:lnTo>
                    <a:pt x="473790" y="290804"/>
                  </a:lnTo>
                  <a:lnTo>
                    <a:pt x="468596" y="290804"/>
                  </a:lnTo>
                  <a:close/>
                  <a:moveTo>
                    <a:pt x="468596" y="249933"/>
                  </a:moveTo>
                  <a:lnTo>
                    <a:pt x="476990" y="257615"/>
                  </a:lnTo>
                  <a:lnTo>
                    <a:pt x="489141" y="268327"/>
                  </a:lnTo>
                  <a:lnTo>
                    <a:pt x="487982" y="271619"/>
                  </a:lnTo>
                  <a:lnTo>
                    <a:pt x="494057" y="277370"/>
                  </a:lnTo>
                  <a:lnTo>
                    <a:pt x="484782" y="273507"/>
                  </a:lnTo>
                  <a:lnTo>
                    <a:pt x="483205" y="279829"/>
                  </a:lnTo>
                  <a:lnTo>
                    <a:pt x="477268" y="273507"/>
                  </a:lnTo>
                  <a:lnTo>
                    <a:pt x="481025" y="270785"/>
                  </a:lnTo>
                  <a:lnTo>
                    <a:pt x="478984" y="263673"/>
                  </a:lnTo>
                  <a:lnTo>
                    <a:pt x="473790" y="263673"/>
                  </a:lnTo>
                  <a:lnTo>
                    <a:pt x="471193" y="259020"/>
                  </a:lnTo>
                  <a:lnTo>
                    <a:pt x="465999" y="259020"/>
                  </a:lnTo>
                  <a:lnTo>
                    <a:pt x="468596" y="249977"/>
                  </a:lnTo>
                  <a:close/>
                  <a:moveTo>
                    <a:pt x="467715" y="322368"/>
                  </a:moveTo>
                  <a:lnTo>
                    <a:pt x="471796" y="322368"/>
                  </a:lnTo>
                  <a:lnTo>
                    <a:pt x="475692" y="323729"/>
                  </a:lnTo>
                  <a:lnTo>
                    <a:pt x="477871" y="325660"/>
                  </a:lnTo>
                  <a:cubicBezTo>
                    <a:pt x="477871" y="325660"/>
                    <a:pt x="483947" y="327592"/>
                    <a:pt x="484271" y="319909"/>
                  </a:cubicBezTo>
                  <a:cubicBezTo>
                    <a:pt x="484271" y="319909"/>
                    <a:pt x="484550" y="312490"/>
                    <a:pt x="491785" y="313061"/>
                  </a:cubicBezTo>
                  <a:lnTo>
                    <a:pt x="491785" y="316090"/>
                  </a:lnTo>
                  <a:cubicBezTo>
                    <a:pt x="491785" y="316090"/>
                    <a:pt x="486266" y="318022"/>
                    <a:pt x="485987" y="322675"/>
                  </a:cubicBezTo>
                  <a:cubicBezTo>
                    <a:pt x="485987" y="322675"/>
                    <a:pt x="483669" y="329787"/>
                    <a:pt x="476155" y="328733"/>
                  </a:cubicBezTo>
                  <a:lnTo>
                    <a:pt x="471518" y="326275"/>
                  </a:lnTo>
                  <a:lnTo>
                    <a:pt x="468921" y="328865"/>
                  </a:lnTo>
                  <a:lnTo>
                    <a:pt x="472677" y="328865"/>
                  </a:lnTo>
                  <a:lnTo>
                    <a:pt x="462845" y="331763"/>
                  </a:lnTo>
                  <a:lnTo>
                    <a:pt x="459645" y="329831"/>
                  </a:lnTo>
                  <a:lnTo>
                    <a:pt x="467761" y="322412"/>
                  </a:lnTo>
                  <a:close/>
                  <a:moveTo>
                    <a:pt x="453523" y="252128"/>
                  </a:moveTo>
                  <a:lnTo>
                    <a:pt x="457883" y="256254"/>
                  </a:lnTo>
                  <a:lnTo>
                    <a:pt x="455703" y="258976"/>
                  </a:lnTo>
                  <a:lnTo>
                    <a:pt x="453523" y="258976"/>
                  </a:lnTo>
                  <a:lnTo>
                    <a:pt x="450045" y="252128"/>
                  </a:lnTo>
                  <a:lnTo>
                    <a:pt x="453523" y="252128"/>
                  </a:lnTo>
                  <a:close/>
                  <a:moveTo>
                    <a:pt x="437569" y="199755"/>
                  </a:moveTo>
                  <a:lnTo>
                    <a:pt x="440306" y="198087"/>
                  </a:lnTo>
                  <a:lnTo>
                    <a:pt x="439888" y="204935"/>
                  </a:lnTo>
                  <a:lnTo>
                    <a:pt x="437569" y="204935"/>
                  </a:lnTo>
                  <a:lnTo>
                    <a:pt x="437569" y="199711"/>
                  </a:lnTo>
                  <a:close/>
                  <a:moveTo>
                    <a:pt x="437569" y="217008"/>
                  </a:moveTo>
                  <a:lnTo>
                    <a:pt x="442207" y="217008"/>
                  </a:lnTo>
                  <a:lnTo>
                    <a:pt x="441280" y="221925"/>
                  </a:lnTo>
                  <a:lnTo>
                    <a:pt x="437569" y="219466"/>
                  </a:lnTo>
                  <a:lnTo>
                    <a:pt x="437569" y="217008"/>
                  </a:lnTo>
                  <a:close/>
                  <a:moveTo>
                    <a:pt x="434416" y="237597"/>
                  </a:moveTo>
                  <a:lnTo>
                    <a:pt x="441651" y="241153"/>
                  </a:lnTo>
                  <a:lnTo>
                    <a:pt x="443088" y="245806"/>
                  </a:lnTo>
                  <a:lnTo>
                    <a:pt x="443088" y="239484"/>
                  </a:lnTo>
                  <a:lnTo>
                    <a:pt x="438729" y="232636"/>
                  </a:lnTo>
                  <a:lnTo>
                    <a:pt x="443088" y="232636"/>
                  </a:lnTo>
                  <a:lnTo>
                    <a:pt x="446288" y="235665"/>
                  </a:lnTo>
                  <a:lnTo>
                    <a:pt x="446288" y="244709"/>
                  </a:lnTo>
                  <a:lnTo>
                    <a:pt x="443413" y="249933"/>
                  </a:lnTo>
                  <a:lnTo>
                    <a:pt x="434416" y="242821"/>
                  </a:lnTo>
                  <a:lnTo>
                    <a:pt x="434416" y="237597"/>
                  </a:lnTo>
                  <a:close/>
                  <a:moveTo>
                    <a:pt x="443088" y="347918"/>
                  </a:moveTo>
                  <a:lnTo>
                    <a:pt x="439332" y="358629"/>
                  </a:lnTo>
                  <a:lnTo>
                    <a:pt x="435854" y="358629"/>
                  </a:lnTo>
                  <a:lnTo>
                    <a:pt x="439332" y="347918"/>
                  </a:lnTo>
                  <a:lnTo>
                    <a:pt x="443088" y="347918"/>
                  </a:lnTo>
                  <a:close/>
                  <a:moveTo>
                    <a:pt x="393836" y="307310"/>
                  </a:moveTo>
                  <a:lnTo>
                    <a:pt x="393836" y="315256"/>
                  </a:lnTo>
                  <a:lnTo>
                    <a:pt x="392398" y="320173"/>
                  </a:lnTo>
                  <a:lnTo>
                    <a:pt x="390357" y="310559"/>
                  </a:lnTo>
                  <a:lnTo>
                    <a:pt x="393836" y="307266"/>
                  </a:lnTo>
                  <a:close/>
                  <a:moveTo>
                    <a:pt x="381082" y="159147"/>
                  </a:moveTo>
                  <a:lnTo>
                    <a:pt x="389476" y="162440"/>
                  </a:lnTo>
                  <a:lnTo>
                    <a:pt x="386276" y="165732"/>
                  </a:lnTo>
                  <a:lnTo>
                    <a:pt x="381082" y="164064"/>
                  </a:lnTo>
                  <a:lnTo>
                    <a:pt x="381082" y="159147"/>
                  </a:lnTo>
                  <a:close/>
                  <a:moveTo>
                    <a:pt x="374960" y="325529"/>
                  </a:moveTo>
                  <a:lnTo>
                    <a:pt x="374960" y="321534"/>
                  </a:lnTo>
                  <a:lnTo>
                    <a:pt x="377001" y="321534"/>
                  </a:lnTo>
                  <a:lnTo>
                    <a:pt x="379598" y="325924"/>
                  </a:lnTo>
                  <a:lnTo>
                    <a:pt x="374914" y="329480"/>
                  </a:lnTo>
                  <a:lnTo>
                    <a:pt x="374914" y="325485"/>
                  </a:lnTo>
                  <a:close/>
                  <a:moveTo>
                    <a:pt x="372085" y="352308"/>
                  </a:moveTo>
                  <a:cubicBezTo>
                    <a:pt x="366891" y="352835"/>
                    <a:pt x="359331" y="346557"/>
                    <a:pt x="359331" y="346557"/>
                  </a:cubicBezTo>
                  <a:lnTo>
                    <a:pt x="353534" y="345459"/>
                  </a:lnTo>
                  <a:lnTo>
                    <a:pt x="355575" y="341069"/>
                  </a:lnTo>
                  <a:cubicBezTo>
                    <a:pt x="355575" y="341069"/>
                    <a:pt x="357893" y="336943"/>
                    <a:pt x="361372" y="335845"/>
                  </a:cubicBezTo>
                  <a:cubicBezTo>
                    <a:pt x="364850" y="334748"/>
                    <a:pt x="365128" y="341069"/>
                    <a:pt x="365128" y="341069"/>
                  </a:cubicBezTo>
                  <a:lnTo>
                    <a:pt x="373847" y="345986"/>
                  </a:lnTo>
                  <a:cubicBezTo>
                    <a:pt x="373847" y="345986"/>
                    <a:pt x="377325" y="351737"/>
                    <a:pt x="372085" y="352308"/>
                  </a:cubicBezTo>
                  <a:close/>
                  <a:moveTo>
                    <a:pt x="360212" y="350376"/>
                  </a:moveTo>
                  <a:lnTo>
                    <a:pt x="360212" y="355293"/>
                  </a:lnTo>
                  <a:lnTo>
                    <a:pt x="356734" y="355293"/>
                  </a:lnTo>
                  <a:lnTo>
                    <a:pt x="356734" y="350376"/>
                  </a:lnTo>
                  <a:lnTo>
                    <a:pt x="360212" y="350376"/>
                  </a:lnTo>
                  <a:close/>
                  <a:moveTo>
                    <a:pt x="349777" y="280136"/>
                  </a:moveTo>
                  <a:lnTo>
                    <a:pt x="353534" y="277414"/>
                  </a:lnTo>
                  <a:lnTo>
                    <a:pt x="356734" y="277414"/>
                  </a:lnTo>
                  <a:lnTo>
                    <a:pt x="360212" y="280136"/>
                  </a:lnTo>
                  <a:lnTo>
                    <a:pt x="358450" y="284789"/>
                  </a:lnTo>
                  <a:lnTo>
                    <a:pt x="358450" y="289179"/>
                  </a:lnTo>
                  <a:lnTo>
                    <a:pt x="361650" y="293569"/>
                  </a:lnTo>
                  <a:lnTo>
                    <a:pt x="358450" y="293569"/>
                  </a:lnTo>
                  <a:lnTo>
                    <a:pt x="352235" y="290014"/>
                  </a:lnTo>
                  <a:lnTo>
                    <a:pt x="352235" y="284263"/>
                  </a:lnTo>
                  <a:lnTo>
                    <a:pt x="349777" y="280136"/>
                  </a:lnTo>
                  <a:close/>
                  <a:moveTo>
                    <a:pt x="356734" y="263673"/>
                  </a:moveTo>
                  <a:lnTo>
                    <a:pt x="360212" y="261083"/>
                  </a:lnTo>
                  <a:lnTo>
                    <a:pt x="364247" y="257396"/>
                  </a:lnTo>
                  <a:lnTo>
                    <a:pt x="365406" y="261786"/>
                  </a:lnTo>
                  <a:lnTo>
                    <a:pt x="360212" y="264815"/>
                  </a:lnTo>
                  <a:lnTo>
                    <a:pt x="356734" y="263717"/>
                  </a:lnTo>
                  <a:close/>
                  <a:moveTo>
                    <a:pt x="336421" y="149270"/>
                  </a:moveTo>
                  <a:lnTo>
                    <a:pt x="336421" y="142421"/>
                  </a:lnTo>
                  <a:lnTo>
                    <a:pt x="340177" y="142421"/>
                  </a:lnTo>
                  <a:lnTo>
                    <a:pt x="340177" y="157260"/>
                  </a:lnTo>
                  <a:lnTo>
                    <a:pt x="338137" y="164108"/>
                  </a:lnTo>
                  <a:lnTo>
                    <a:pt x="334519" y="164108"/>
                  </a:lnTo>
                  <a:lnTo>
                    <a:pt x="332618" y="152036"/>
                  </a:lnTo>
                  <a:lnTo>
                    <a:pt x="336374" y="149314"/>
                  </a:lnTo>
                  <a:close/>
                  <a:moveTo>
                    <a:pt x="291481" y="194136"/>
                  </a:moveTo>
                  <a:lnTo>
                    <a:pt x="296397" y="191546"/>
                  </a:lnTo>
                  <a:lnTo>
                    <a:pt x="296397" y="196770"/>
                  </a:lnTo>
                  <a:lnTo>
                    <a:pt x="289441" y="196770"/>
                  </a:lnTo>
                  <a:lnTo>
                    <a:pt x="291481" y="194180"/>
                  </a:lnTo>
                  <a:close/>
                  <a:moveTo>
                    <a:pt x="253684" y="190668"/>
                  </a:moveTo>
                  <a:lnTo>
                    <a:pt x="257904" y="190668"/>
                  </a:lnTo>
                  <a:lnTo>
                    <a:pt x="257904" y="196155"/>
                  </a:lnTo>
                  <a:lnTo>
                    <a:pt x="252385" y="197823"/>
                  </a:lnTo>
                  <a:lnTo>
                    <a:pt x="249510" y="194531"/>
                  </a:lnTo>
                  <a:lnTo>
                    <a:pt x="253730" y="190668"/>
                  </a:lnTo>
                  <a:close/>
                  <a:moveTo>
                    <a:pt x="246727" y="214813"/>
                  </a:moveTo>
                  <a:lnTo>
                    <a:pt x="249463" y="214813"/>
                  </a:lnTo>
                  <a:lnTo>
                    <a:pt x="255539" y="222759"/>
                  </a:lnTo>
                  <a:lnTo>
                    <a:pt x="252942" y="226051"/>
                  </a:lnTo>
                  <a:lnTo>
                    <a:pt x="246727" y="221661"/>
                  </a:lnTo>
                  <a:lnTo>
                    <a:pt x="246727" y="214813"/>
                  </a:lnTo>
                  <a:close/>
                  <a:moveTo>
                    <a:pt x="246310" y="263937"/>
                  </a:moveTo>
                  <a:lnTo>
                    <a:pt x="249510" y="271049"/>
                  </a:lnTo>
                  <a:lnTo>
                    <a:pt x="246310" y="271049"/>
                  </a:lnTo>
                  <a:lnTo>
                    <a:pt x="243991" y="267493"/>
                  </a:lnTo>
                  <a:lnTo>
                    <a:pt x="246310" y="263937"/>
                  </a:lnTo>
                  <a:close/>
                  <a:moveTo>
                    <a:pt x="241347" y="207437"/>
                  </a:moveTo>
                  <a:lnTo>
                    <a:pt x="240188" y="212662"/>
                  </a:lnTo>
                  <a:lnTo>
                    <a:pt x="233649" y="212662"/>
                  </a:lnTo>
                  <a:lnTo>
                    <a:pt x="232072" y="207437"/>
                  </a:lnTo>
                  <a:lnTo>
                    <a:pt x="240188" y="202213"/>
                  </a:lnTo>
                  <a:lnTo>
                    <a:pt x="241347" y="207437"/>
                  </a:lnTo>
                  <a:close/>
                  <a:moveTo>
                    <a:pt x="242507" y="240363"/>
                  </a:moveTo>
                  <a:lnTo>
                    <a:pt x="237869" y="240363"/>
                  </a:lnTo>
                  <a:lnTo>
                    <a:pt x="237869" y="238431"/>
                  </a:lnTo>
                  <a:lnTo>
                    <a:pt x="241069" y="236499"/>
                  </a:lnTo>
                  <a:lnTo>
                    <a:pt x="242507" y="240363"/>
                  </a:lnTo>
                  <a:close/>
                  <a:moveTo>
                    <a:pt x="235272" y="214813"/>
                  </a:moveTo>
                  <a:lnTo>
                    <a:pt x="235272" y="218369"/>
                  </a:lnTo>
                  <a:lnTo>
                    <a:pt x="233695" y="222759"/>
                  </a:lnTo>
                  <a:lnTo>
                    <a:pt x="232118" y="222759"/>
                  </a:lnTo>
                  <a:lnTo>
                    <a:pt x="232118" y="212618"/>
                  </a:lnTo>
                  <a:lnTo>
                    <a:pt x="235318" y="214813"/>
                  </a:lnTo>
                  <a:close/>
                  <a:moveTo>
                    <a:pt x="228037" y="190668"/>
                  </a:moveTo>
                  <a:lnTo>
                    <a:pt x="232118" y="196419"/>
                  </a:lnTo>
                  <a:lnTo>
                    <a:pt x="232397" y="199711"/>
                  </a:lnTo>
                  <a:lnTo>
                    <a:pt x="235272" y="202169"/>
                  </a:lnTo>
                  <a:lnTo>
                    <a:pt x="229475" y="204891"/>
                  </a:lnTo>
                  <a:lnTo>
                    <a:pt x="229892" y="200765"/>
                  </a:lnTo>
                  <a:lnTo>
                    <a:pt x="227991" y="196111"/>
                  </a:lnTo>
                  <a:lnTo>
                    <a:pt x="224512" y="190624"/>
                  </a:lnTo>
                  <a:lnTo>
                    <a:pt x="227991" y="190624"/>
                  </a:lnTo>
                  <a:close/>
                  <a:moveTo>
                    <a:pt x="218159" y="189877"/>
                  </a:moveTo>
                  <a:lnTo>
                    <a:pt x="220478" y="188780"/>
                  </a:lnTo>
                  <a:lnTo>
                    <a:pt x="221637" y="190712"/>
                  </a:lnTo>
                  <a:lnTo>
                    <a:pt x="218159" y="194267"/>
                  </a:lnTo>
                  <a:lnTo>
                    <a:pt x="218159" y="189877"/>
                  </a:lnTo>
                  <a:close/>
                  <a:moveTo>
                    <a:pt x="213846" y="245718"/>
                  </a:moveTo>
                  <a:lnTo>
                    <a:pt x="213846" y="242031"/>
                  </a:lnTo>
                  <a:lnTo>
                    <a:pt x="218205" y="242031"/>
                  </a:lnTo>
                  <a:lnTo>
                    <a:pt x="213846" y="248879"/>
                  </a:lnTo>
                  <a:lnTo>
                    <a:pt x="213846" y="245718"/>
                  </a:lnTo>
                  <a:close/>
                  <a:moveTo>
                    <a:pt x="179063" y="117179"/>
                  </a:moveTo>
                  <a:lnTo>
                    <a:pt x="175584" y="118540"/>
                  </a:lnTo>
                  <a:lnTo>
                    <a:pt x="175584" y="116081"/>
                  </a:lnTo>
                  <a:lnTo>
                    <a:pt x="177347" y="113623"/>
                  </a:lnTo>
                  <a:lnTo>
                    <a:pt x="179109" y="117179"/>
                  </a:lnTo>
                  <a:close/>
                  <a:moveTo>
                    <a:pt x="171781" y="106467"/>
                  </a:moveTo>
                  <a:lnTo>
                    <a:pt x="175538" y="106467"/>
                  </a:lnTo>
                  <a:lnTo>
                    <a:pt x="175538" y="110594"/>
                  </a:lnTo>
                  <a:lnTo>
                    <a:pt x="171781" y="110594"/>
                  </a:lnTo>
                  <a:lnTo>
                    <a:pt x="171781" y="106467"/>
                  </a:lnTo>
                  <a:close/>
                  <a:moveTo>
                    <a:pt x="188895" y="622557"/>
                  </a:moveTo>
                  <a:lnTo>
                    <a:pt x="188895" y="618430"/>
                  </a:lnTo>
                  <a:lnTo>
                    <a:pt x="197011" y="618430"/>
                  </a:lnTo>
                  <a:lnTo>
                    <a:pt x="188895" y="622557"/>
                  </a:lnTo>
                  <a:close/>
                  <a:moveTo>
                    <a:pt x="238472" y="291638"/>
                  </a:moveTo>
                  <a:lnTo>
                    <a:pt x="234391" y="288609"/>
                  </a:lnTo>
                  <a:lnTo>
                    <a:pt x="231515" y="283955"/>
                  </a:lnTo>
                  <a:lnTo>
                    <a:pt x="225115" y="279302"/>
                  </a:lnTo>
                  <a:lnTo>
                    <a:pt x="218437" y="277370"/>
                  </a:lnTo>
                  <a:lnTo>
                    <a:pt x="212037" y="271312"/>
                  </a:lnTo>
                  <a:lnTo>
                    <a:pt x="203643" y="266395"/>
                  </a:lnTo>
                  <a:lnTo>
                    <a:pt x="195248" y="264464"/>
                  </a:lnTo>
                  <a:lnTo>
                    <a:pt x="187735" y="256518"/>
                  </a:lnTo>
                  <a:lnTo>
                    <a:pt x="188013" y="243611"/>
                  </a:lnTo>
                  <a:lnTo>
                    <a:pt x="192651" y="240889"/>
                  </a:lnTo>
                  <a:lnTo>
                    <a:pt x="192651" y="237597"/>
                  </a:lnTo>
                  <a:lnTo>
                    <a:pt x="186576" y="231275"/>
                  </a:lnTo>
                  <a:lnTo>
                    <a:pt x="171781" y="220827"/>
                  </a:lnTo>
                  <a:lnTo>
                    <a:pt x="168025" y="204935"/>
                  </a:lnTo>
                  <a:lnTo>
                    <a:pt x="161347" y="199711"/>
                  </a:lnTo>
                  <a:lnTo>
                    <a:pt x="164222" y="199711"/>
                  </a:lnTo>
                  <a:lnTo>
                    <a:pt x="169741" y="203574"/>
                  </a:lnTo>
                  <a:lnTo>
                    <a:pt x="173637" y="218939"/>
                  </a:lnTo>
                  <a:lnTo>
                    <a:pt x="188570" y="229914"/>
                  </a:lnTo>
                  <a:lnTo>
                    <a:pt x="194970" y="236236"/>
                  </a:lnTo>
                  <a:lnTo>
                    <a:pt x="195851" y="240889"/>
                  </a:lnTo>
                  <a:lnTo>
                    <a:pt x="190054" y="245674"/>
                  </a:lnTo>
                  <a:lnTo>
                    <a:pt x="190332" y="255420"/>
                  </a:lnTo>
                  <a:lnTo>
                    <a:pt x="196129" y="261742"/>
                  </a:lnTo>
                  <a:lnTo>
                    <a:pt x="203967" y="263937"/>
                  </a:lnTo>
                  <a:lnTo>
                    <a:pt x="213521" y="268854"/>
                  </a:lnTo>
                  <a:lnTo>
                    <a:pt x="219596" y="275175"/>
                  </a:lnTo>
                  <a:lnTo>
                    <a:pt x="225996" y="277370"/>
                  </a:lnTo>
                  <a:lnTo>
                    <a:pt x="232953" y="282024"/>
                  </a:lnTo>
                  <a:lnTo>
                    <a:pt x="236153" y="287511"/>
                  </a:lnTo>
                  <a:lnTo>
                    <a:pt x="239631" y="289970"/>
                  </a:lnTo>
                  <a:lnTo>
                    <a:pt x="249463" y="289706"/>
                  </a:lnTo>
                  <a:lnTo>
                    <a:pt x="249463" y="291638"/>
                  </a:lnTo>
                  <a:lnTo>
                    <a:pt x="238426" y="291638"/>
                  </a:lnTo>
                  <a:close/>
                  <a:moveTo>
                    <a:pt x="245707" y="631863"/>
                  </a:moveTo>
                  <a:lnTo>
                    <a:pt x="245707" y="627210"/>
                  </a:lnTo>
                  <a:lnTo>
                    <a:pt x="249602" y="625849"/>
                  </a:lnTo>
                  <a:lnTo>
                    <a:pt x="253498" y="629537"/>
                  </a:lnTo>
                  <a:lnTo>
                    <a:pt x="245660" y="631863"/>
                  </a:lnTo>
                  <a:close/>
                  <a:moveTo>
                    <a:pt x="265139" y="607455"/>
                  </a:moveTo>
                  <a:lnTo>
                    <a:pt x="253545" y="598938"/>
                  </a:lnTo>
                  <a:lnTo>
                    <a:pt x="258182" y="598938"/>
                  </a:lnTo>
                  <a:lnTo>
                    <a:pt x="265139" y="604162"/>
                  </a:lnTo>
                  <a:lnTo>
                    <a:pt x="265139" y="607455"/>
                  </a:lnTo>
                  <a:close/>
                  <a:moveTo>
                    <a:pt x="272652" y="583881"/>
                  </a:moveTo>
                  <a:lnTo>
                    <a:pt x="263933" y="586339"/>
                  </a:lnTo>
                  <a:lnTo>
                    <a:pt x="263933" y="583881"/>
                  </a:lnTo>
                  <a:lnTo>
                    <a:pt x="272652" y="581949"/>
                  </a:lnTo>
                  <a:lnTo>
                    <a:pt x="272652" y="583881"/>
                  </a:lnTo>
                  <a:close/>
                  <a:moveTo>
                    <a:pt x="296722" y="561931"/>
                  </a:moveTo>
                  <a:lnTo>
                    <a:pt x="272652" y="563028"/>
                  </a:lnTo>
                  <a:lnTo>
                    <a:pt x="283968" y="581949"/>
                  </a:lnTo>
                  <a:lnTo>
                    <a:pt x="282206" y="583881"/>
                  </a:lnTo>
                  <a:lnTo>
                    <a:pt x="253498" y="539981"/>
                  </a:lnTo>
                  <a:lnTo>
                    <a:pt x="259295" y="541649"/>
                  </a:lnTo>
                  <a:lnTo>
                    <a:pt x="272652" y="560877"/>
                  </a:lnTo>
                  <a:lnTo>
                    <a:pt x="296722" y="558682"/>
                  </a:lnTo>
                  <a:lnTo>
                    <a:pt x="296722" y="561975"/>
                  </a:lnTo>
                  <a:close/>
                  <a:moveTo>
                    <a:pt x="280211" y="323070"/>
                  </a:moveTo>
                  <a:lnTo>
                    <a:pt x="285127" y="320173"/>
                  </a:lnTo>
                  <a:lnTo>
                    <a:pt x="285127" y="325924"/>
                  </a:lnTo>
                  <a:lnTo>
                    <a:pt x="280211" y="323026"/>
                  </a:lnTo>
                  <a:close/>
                  <a:moveTo>
                    <a:pt x="315551" y="434620"/>
                  </a:moveTo>
                  <a:cubicBezTo>
                    <a:pt x="312676" y="440942"/>
                    <a:pt x="308594" y="434620"/>
                    <a:pt x="308594" y="434620"/>
                  </a:cubicBezTo>
                  <a:lnTo>
                    <a:pt x="312397" y="431899"/>
                  </a:lnTo>
                  <a:lnTo>
                    <a:pt x="310635" y="426367"/>
                  </a:lnTo>
                  <a:cubicBezTo>
                    <a:pt x="310635" y="426367"/>
                    <a:pt x="318473" y="428299"/>
                    <a:pt x="315551" y="434620"/>
                  </a:cubicBezTo>
                  <a:close/>
                  <a:moveTo>
                    <a:pt x="304281" y="325968"/>
                  </a:moveTo>
                  <a:lnTo>
                    <a:pt x="304281" y="323070"/>
                  </a:lnTo>
                  <a:lnTo>
                    <a:pt x="308641" y="320173"/>
                  </a:lnTo>
                  <a:lnTo>
                    <a:pt x="308641" y="325924"/>
                  </a:lnTo>
                  <a:lnTo>
                    <a:pt x="304281" y="325924"/>
                  </a:lnTo>
                  <a:close/>
                  <a:moveTo>
                    <a:pt x="339064" y="275746"/>
                  </a:moveTo>
                  <a:lnTo>
                    <a:pt x="335586" y="274385"/>
                  </a:lnTo>
                  <a:lnTo>
                    <a:pt x="329789" y="279873"/>
                  </a:lnTo>
                  <a:lnTo>
                    <a:pt x="314716" y="291945"/>
                  </a:lnTo>
                  <a:lnTo>
                    <a:pt x="308641" y="291945"/>
                  </a:lnTo>
                  <a:lnTo>
                    <a:pt x="310681" y="288653"/>
                  </a:lnTo>
                  <a:cubicBezTo>
                    <a:pt x="310681" y="288653"/>
                    <a:pt x="314994" y="290321"/>
                    <a:pt x="317313" y="282902"/>
                  </a:cubicBezTo>
                  <a:cubicBezTo>
                    <a:pt x="317313" y="282902"/>
                    <a:pt x="332108" y="274385"/>
                    <a:pt x="323389" y="265868"/>
                  </a:cubicBezTo>
                  <a:cubicBezTo>
                    <a:pt x="314670" y="257352"/>
                    <a:pt x="306275" y="282068"/>
                    <a:pt x="306275" y="282068"/>
                  </a:cubicBezTo>
                  <a:cubicBezTo>
                    <a:pt x="306275" y="282068"/>
                    <a:pt x="301081" y="286194"/>
                    <a:pt x="300757" y="289179"/>
                  </a:cubicBezTo>
                  <a:cubicBezTo>
                    <a:pt x="300757" y="289179"/>
                    <a:pt x="294078" y="284263"/>
                    <a:pt x="276409" y="283429"/>
                  </a:cubicBezTo>
                  <a:lnTo>
                    <a:pt x="277568" y="280399"/>
                  </a:lnTo>
                  <a:cubicBezTo>
                    <a:pt x="277568" y="280399"/>
                    <a:pt x="293243" y="279873"/>
                    <a:pt x="287400" y="269161"/>
                  </a:cubicBezTo>
                  <a:cubicBezTo>
                    <a:pt x="287400" y="269161"/>
                    <a:pt x="305951" y="259020"/>
                    <a:pt x="292594" y="254630"/>
                  </a:cubicBezTo>
                  <a:lnTo>
                    <a:pt x="292316" y="251908"/>
                  </a:lnTo>
                  <a:cubicBezTo>
                    <a:pt x="292316" y="251908"/>
                    <a:pt x="306507" y="254937"/>
                    <a:pt x="308548" y="254103"/>
                  </a:cubicBezTo>
                  <a:cubicBezTo>
                    <a:pt x="310589" y="253269"/>
                    <a:pt x="315783" y="245060"/>
                    <a:pt x="307991" y="246421"/>
                  </a:cubicBezTo>
                  <a:cubicBezTo>
                    <a:pt x="307991" y="246421"/>
                    <a:pt x="305116" y="241767"/>
                    <a:pt x="295238" y="240670"/>
                  </a:cubicBezTo>
                  <a:cubicBezTo>
                    <a:pt x="285359" y="239572"/>
                    <a:pt x="282484" y="242338"/>
                    <a:pt x="283922" y="247782"/>
                  </a:cubicBezTo>
                  <a:cubicBezTo>
                    <a:pt x="283922" y="247782"/>
                    <a:pt x="278125" y="241460"/>
                    <a:pt x="271168" y="246684"/>
                  </a:cubicBezTo>
                  <a:lnTo>
                    <a:pt x="267087" y="246684"/>
                  </a:lnTo>
                  <a:lnTo>
                    <a:pt x="265324" y="244753"/>
                  </a:lnTo>
                  <a:cubicBezTo>
                    <a:pt x="265324" y="244753"/>
                    <a:pt x="260408" y="243655"/>
                    <a:pt x="260408" y="246421"/>
                  </a:cubicBezTo>
                  <a:lnTo>
                    <a:pt x="260408" y="251338"/>
                  </a:lnTo>
                  <a:lnTo>
                    <a:pt x="254611" y="251338"/>
                  </a:lnTo>
                  <a:cubicBezTo>
                    <a:pt x="254611" y="251338"/>
                    <a:pt x="248536" y="248308"/>
                    <a:pt x="250855" y="243392"/>
                  </a:cubicBezTo>
                  <a:cubicBezTo>
                    <a:pt x="253174" y="238475"/>
                    <a:pt x="258089" y="241460"/>
                    <a:pt x="258089" y="241460"/>
                  </a:cubicBezTo>
                  <a:lnTo>
                    <a:pt x="261568" y="240538"/>
                  </a:lnTo>
                  <a:lnTo>
                    <a:pt x="263887" y="239002"/>
                  </a:lnTo>
                  <a:lnTo>
                    <a:pt x="270287" y="239002"/>
                  </a:lnTo>
                  <a:lnTo>
                    <a:pt x="278681" y="234348"/>
                  </a:lnTo>
                  <a:cubicBezTo>
                    <a:pt x="278681" y="234348"/>
                    <a:pt x="283875" y="237070"/>
                    <a:pt x="285916" y="231056"/>
                  </a:cubicBezTo>
                  <a:cubicBezTo>
                    <a:pt x="285916" y="231056"/>
                    <a:pt x="298391" y="234919"/>
                    <a:pt x="304745" y="224998"/>
                  </a:cubicBezTo>
                  <a:cubicBezTo>
                    <a:pt x="304745" y="224998"/>
                    <a:pt x="310542" y="226929"/>
                    <a:pt x="312583" y="218413"/>
                  </a:cubicBezTo>
                  <a:cubicBezTo>
                    <a:pt x="312583" y="218413"/>
                    <a:pt x="318102" y="220608"/>
                    <a:pt x="323018" y="215691"/>
                  </a:cubicBezTo>
                  <a:cubicBezTo>
                    <a:pt x="323018" y="215691"/>
                    <a:pt x="330855" y="214593"/>
                    <a:pt x="334612" y="211827"/>
                  </a:cubicBezTo>
                  <a:lnTo>
                    <a:pt x="343006" y="216481"/>
                  </a:lnTo>
                  <a:lnTo>
                    <a:pt x="343006" y="219773"/>
                  </a:lnTo>
                  <a:lnTo>
                    <a:pt x="338369" y="223066"/>
                  </a:lnTo>
                  <a:cubicBezTo>
                    <a:pt x="338369" y="223066"/>
                    <a:pt x="324455" y="230748"/>
                    <a:pt x="324455" y="235402"/>
                  </a:cubicBezTo>
                  <a:cubicBezTo>
                    <a:pt x="324455" y="235402"/>
                    <a:pt x="326450" y="244226"/>
                    <a:pt x="328815" y="235929"/>
                  </a:cubicBezTo>
                  <a:cubicBezTo>
                    <a:pt x="328815" y="235929"/>
                    <a:pt x="334009" y="243874"/>
                    <a:pt x="340131" y="238124"/>
                  </a:cubicBezTo>
                  <a:cubicBezTo>
                    <a:pt x="340131" y="238124"/>
                    <a:pt x="349685" y="241679"/>
                    <a:pt x="356363" y="237860"/>
                  </a:cubicBezTo>
                  <a:cubicBezTo>
                    <a:pt x="363041" y="234041"/>
                    <a:pt x="361001" y="231539"/>
                    <a:pt x="361001" y="231539"/>
                  </a:cubicBezTo>
                  <a:lnTo>
                    <a:pt x="365082" y="226622"/>
                  </a:lnTo>
                  <a:lnTo>
                    <a:pt x="367957" y="227719"/>
                  </a:lnTo>
                  <a:lnTo>
                    <a:pt x="366520" y="234568"/>
                  </a:lnTo>
                  <a:lnTo>
                    <a:pt x="370879" y="234304"/>
                  </a:lnTo>
                  <a:lnTo>
                    <a:pt x="368282" y="238168"/>
                  </a:lnTo>
                  <a:lnTo>
                    <a:pt x="363088" y="239265"/>
                  </a:lnTo>
                  <a:lnTo>
                    <a:pt x="362809" y="241197"/>
                  </a:lnTo>
                  <a:lnTo>
                    <a:pt x="368004" y="240933"/>
                  </a:lnTo>
                  <a:lnTo>
                    <a:pt x="368282" y="244489"/>
                  </a:lnTo>
                  <a:cubicBezTo>
                    <a:pt x="368282" y="244489"/>
                    <a:pt x="362763" y="245016"/>
                    <a:pt x="362206" y="249143"/>
                  </a:cubicBezTo>
                  <a:lnTo>
                    <a:pt x="359609" y="257659"/>
                  </a:lnTo>
                  <a:lnTo>
                    <a:pt x="354415" y="263717"/>
                  </a:lnTo>
                  <a:lnTo>
                    <a:pt x="348896" y="258801"/>
                  </a:lnTo>
                  <a:lnTo>
                    <a:pt x="337580" y="258537"/>
                  </a:lnTo>
                  <a:lnTo>
                    <a:pt x="332942" y="267844"/>
                  </a:lnTo>
                  <a:lnTo>
                    <a:pt x="338137" y="270039"/>
                  </a:lnTo>
                  <a:lnTo>
                    <a:pt x="339899" y="273595"/>
                  </a:lnTo>
                  <a:lnTo>
                    <a:pt x="339018" y="275790"/>
                  </a:lnTo>
                  <a:close/>
                  <a:moveTo>
                    <a:pt x="341661" y="411309"/>
                  </a:moveTo>
                  <a:lnTo>
                    <a:pt x="351215" y="409114"/>
                  </a:lnTo>
                  <a:lnTo>
                    <a:pt x="360212" y="400334"/>
                  </a:lnTo>
                  <a:lnTo>
                    <a:pt x="362809" y="405822"/>
                  </a:lnTo>
                  <a:lnTo>
                    <a:pt x="353534" y="411046"/>
                  </a:lnTo>
                  <a:lnTo>
                    <a:pt x="341661" y="414075"/>
                  </a:lnTo>
                  <a:lnTo>
                    <a:pt x="341661" y="411353"/>
                  </a:lnTo>
                  <a:close/>
                  <a:moveTo>
                    <a:pt x="364247" y="417060"/>
                  </a:moveTo>
                  <a:lnTo>
                    <a:pt x="374960" y="421187"/>
                  </a:lnTo>
                  <a:lnTo>
                    <a:pt x="371528" y="423645"/>
                  </a:lnTo>
                  <a:lnTo>
                    <a:pt x="362809" y="419255"/>
                  </a:lnTo>
                  <a:lnTo>
                    <a:pt x="364247" y="417060"/>
                  </a:lnTo>
                  <a:close/>
                  <a:moveTo>
                    <a:pt x="351215" y="485632"/>
                  </a:moveTo>
                  <a:lnTo>
                    <a:pt x="343980" y="489188"/>
                  </a:lnTo>
                  <a:lnTo>
                    <a:pt x="346299" y="482867"/>
                  </a:lnTo>
                  <a:lnTo>
                    <a:pt x="351215" y="482867"/>
                  </a:lnTo>
                  <a:lnTo>
                    <a:pt x="351215" y="485588"/>
                  </a:lnTo>
                  <a:close/>
                  <a:moveTo>
                    <a:pt x="350056" y="459292"/>
                  </a:moveTo>
                  <a:lnTo>
                    <a:pt x="345974" y="456570"/>
                  </a:lnTo>
                  <a:lnTo>
                    <a:pt x="343934" y="456044"/>
                  </a:lnTo>
                  <a:lnTo>
                    <a:pt x="352189" y="454375"/>
                  </a:lnTo>
                  <a:lnTo>
                    <a:pt x="358404" y="460697"/>
                  </a:lnTo>
                  <a:lnTo>
                    <a:pt x="350009" y="459336"/>
                  </a:lnTo>
                  <a:close/>
                  <a:moveTo>
                    <a:pt x="372966" y="437430"/>
                  </a:moveTo>
                  <a:lnTo>
                    <a:pt x="362809" y="433962"/>
                  </a:lnTo>
                  <a:lnTo>
                    <a:pt x="372966" y="430494"/>
                  </a:lnTo>
                  <a:lnTo>
                    <a:pt x="377047" y="434357"/>
                  </a:lnTo>
                  <a:lnTo>
                    <a:pt x="372966" y="437430"/>
                  </a:lnTo>
                  <a:close/>
                  <a:moveTo>
                    <a:pt x="408630" y="579183"/>
                  </a:moveTo>
                  <a:lnTo>
                    <a:pt x="396479" y="579183"/>
                  </a:lnTo>
                  <a:lnTo>
                    <a:pt x="394160" y="576066"/>
                  </a:lnTo>
                  <a:lnTo>
                    <a:pt x="406311" y="576066"/>
                  </a:lnTo>
                  <a:lnTo>
                    <a:pt x="412990" y="574530"/>
                  </a:lnTo>
                  <a:lnTo>
                    <a:pt x="414752" y="581949"/>
                  </a:lnTo>
                  <a:lnTo>
                    <a:pt x="408676" y="579227"/>
                  </a:lnTo>
                  <a:close/>
                  <a:moveTo>
                    <a:pt x="407749" y="446430"/>
                  </a:moveTo>
                  <a:lnTo>
                    <a:pt x="400792" y="445069"/>
                  </a:lnTo>
                  <a:lnTo>
                    <a:pt x="395273" y="443137"/>
                  </a:lnTo>
                  <a:lnTo>
                    <a:pt x="397592" y="441952"/>
                  </a:lnTo>
                  <a:lnTo>
                    <a:pt x="402972" y="441952"/>
                  </a:lnTo>
                  <a:lnTo>
                    <a:pt x="407749" y="437474"/>
                  </a:lnTo>
                  <a:lnTo>
                    <a:pt x="410624" y="440986"/>
                  </a:lnTo>
                  <a:lnTo>
                    <a:pt x="407749" y="446473"/>
                  </a:lnTo>
                  <a:close/>
                  <a:moveTo>
                    <a:pt x="409465" y="563028"/>
                  </a:moveTo>
                  <a:lnTo>
                    <a:pt x="405708" y="569086"/>
                  </a:lnTo>
                  <a:lnTo>
                    <a:pt x="402230" y="566057"/>
                  </a:lnTo>
                  <a:lnTo>
                    <a:pt x="409465" y="563028"/>
                  </a:lnTo>
                  <a:close/>
                  <a:moveTo>
                    <a:pt x="461639" y="498275"/>
                  </a:moveTo>
                  <a:cubicBezTo>
                    <a:pt x="461639" y="498275"/>
                    <a:pt x="455842" y="501568"/>
                    <a:pt x="453523" y="495246"/>
                  </a:cubicBezTo>
                  <a:cubicBezTo>
                    <a:pt x="453523" y="495246"/>
                    <a:pt x="455842" y="492217"/>
                    <a:pt x="451483" y="491383"/>
                  </a:cubicBezTo>
                  <a:cubicBezTo>
                    <a:pt x="451483" y="491383"/>
                    <a:pt x="449720" y="486993"/>
                    <a:pt x="456120" y="484535"/>
                  </a:cubicBezTo>
                  <a:cubicBezTo>
                    <a:pt x="456120" y="484535"/>
                    <a:pt x="458718" y="488661"/>
                    <a:pt x="463355" y="488661"/>
                  </a:cubicBezTo>
                  <a:cubicBezTo>
                    <a:pt x="463355" y="488661"/>
                    <a:pt x="457558" y="494149"/>
                    <a:pt x="461593" y="498275"/>
                  </a:cubicBezTo>
                  <a:close/>
                  <a:moveTo>
                    <a:pt x="468318" y="383565"/>
                  </a:moveTo>
                  <a:lnTo>
                    <a:pt x="461639" y="383828"/>
                  </a:lnTo>
                  <a:lnTo>
                    <a:pt x="459320" y="386286"/>
                  </a:lnTo>
                  <a:lnTo>
                    <a:pt x="457558" y="387955"/>
                  </a:lnTo>
                  <a:lnTo>
                    <a:pt x="452920" y="385760"/>
                  </a:lnTo>
                  <a:lnTo>
                    <a:pt x="447726" y="388218"/>
                  </a:lnTo>
                  <a:lnTo>
                    <a:pt x="446845" y="390676"/>
                  </a:lnTo>
                  <a:lnTo>
                    <a:pt x="452364" y="390940"/>
                  </a:lnTo>
                  <a:lnTo>
                    <a:pt x="444248" y="393969"/>
                  </a:lnTo>
                  <a:lnTo>
                    <a:pt x="444526" y="397261"/>
                  </a:lnTo>
                  <a:lnTo>
                    <a:pt x="447726" y="401125"/>
                  </a:lnTo>
                  <a:lnTo>
                    <a:pt x="453245" y="398095"/>
                  </a:lnTo>
                  <a:lnTo>
                    <a:pt x="451204" y="395374"/>
                  </a:lnTo>
                  <a:lnTo>
                    <a:pt x="455564" y="390457"/>
                  </a:lnTo>
                  <a:lnTo>
                    <a:pt x="459923" y="389930"/>
                  </a:lnTo>
                  <a:lnTo>
                    <a:pt x="462520" y="386638"/>
                  </a:lnTo>
                  <a:lnTo>
                    <a:pt x="468318" y="386901"/>
                  </a:lnTo>
                  <a:lnTo>
                    <a:pt x="460202" y="394013"/>
                  </a:lnTo>
                  <a:lnTo>
                    <a:pt x="454404" y="400071"/>
                  </a:lnTo>
                  <a:lnTo>
                    <a:pt x="447448" y="404988"/>
                  </a:lnTo>
                  <a:lnTo>
                    <a:pt x="443691" y="405251"/>
                  </a:lnTo>
                  <a:cubicBezTo>
                    <a:pt x="437291" y="400334"/>
                    <a:pt x="431541" y="409114"/>
                    <a:pt x="431541" y="409114"/>
                  </a:cubicBezTo>
                  <a:lnTo>
                    <a:pt x="432978" y="416534"/>
                  </a:lnTo>
                  <a:lnTo>
                    <a:pt x="428062" y="420397"/>
                  </a:lnTo>
                  <a:lnTo>
                    <a:pt x="424306" y="419036"/>
                  </a:lnTo>
                  <a:lnTo>
                    <a:pt x="420224" y="422592"/>
                  </a:lnTo>
                  <a:lnTo>
                    <a:pt x="414706" y="422065"/>
                  </a:lnTo>
                  <a:lnTo>
                    <a:pt x="407471" y="424523"/>
                  </a:lnTo>
                  <a:lnTo>
                    <a:pt x="390079" y="422855"/>
                  </a:lnTo>
                  <a:lnTo>
                    <a:pt x="385998" y="418202"/>
                  </a:lnTo>
                  <a:lnTo>
                    <a:pt x="375563" y="416007"/>
                  </a:lnTo>
                  <a:lnTo>
                    <a:pt x="371482" y="411617"/>
                  </a:lnTo>
                  <a:lnTo>
                    <a:pt x="371482" y="410256"/>
                  </a:lnTo>
                  <a:lnTo>
                    <a:pt x="376120" y="413812"/>
                  </a:lnTo>
                  <a:lnTo>
                    <a:pt x="379876" y="414075"/>
                  </a:lnTo>
                  <a:lnTo>
                    <a:pt x="387389" y="416007"/>
                  </a:lnTo>
                  <a:lnTo>
                    <a:pt x="383308" y="409422"/>
                  </a:lnTo>
                  <a:lnTo>
                    <a:pt x="390821" y="410519"/>
                  </a:lnTo>
                  <a:lnTo>
                    <a:pt x="396897" y="413812"/>
                  </a:lnTo>
                  <a:lnTo>
                    <a:pt x="397175" y="408061"/>
                  </a:lnTo>
                  <a:lnTo>
                    <a:pt x="400375" y="403934"/>
                  </a:lnTo>
                  <a:lnTo>
                    <a:pt x="400931" y="395988"/>
                  </a:lnTo>
                  <a:lnTo>
                    <a:pt x="413082" y="395988"/>
                  </a:lnTo>
                  <a:lnTo>
                    <a:pt x="415958" y="391598"/>
                  </a:lnTo>
                  <a:lnTo>
                    <a:pt x="414195" y="388042"/>
                  </a:lnTo>
                  <a:lnTo>
                    <a:pt x="409836" y="385584"/>
                  </a:lnTo>
                  <a:lnTo>
                    <a:pt x="409836" y="380931"/>
                  </a:lnTo>
                  <a:lnTo>
                    <a:pt x="404920" y="380931"/>
                  </a:lnTo>
                  <a:lnTo>
                    <a:pt x="404920" y="374346"/>
                  </a:lnTo>
                  <a:lnTo>
                    <a:pt x="400282" y="372677"/>
                  </a:lnTo>
                  <a:lnTo>
                    <a:pt x="394207" y="366356"/>
                  </a:lnTo>
                  <a:lnTo>
                    <a:pt x="397082" y="363634"/>
                  </a:lnTo>
                  <a:lnTo>
                    <a:pt x="416793" y="377067"/>
                  </a:lnTo>
                  <a:lnTo>
                    <a:pt x="421987" y="374609"/>
                  </a:lnTo>
                  <a:lnTo>
                    <a:pt x="422265" y="377901"/>
                  </a:lnTo>
                  <a:lnTo>
                    <a:pt x="434740" y="388350"/>
                  </a:lnTo>
                  <a:cubicBezTo>
                    <a:pt x="455332" y="388613"/>
                    <a:pt x="461686" y="373248"/>
                    <a:pt x="461686" y="373248"/>
                  </a:cubicBezTo>
                  <a:lnTo>
                    <a:pt x="468642" y="369692"/>
                  </a:lnTo>
                  <a:lnTo>
                    <a:pt x="478196" y="367761"/>
                  </a:lnTo>
                  <a:lnTo>
                    <a:pt x="485153" y="365566"/>
                  </a:lnTo>
                  <a:lnTo>
                    <a:pt x="493547" y="365829"/>
                  </a:lnTo>
                  <a:lnTo>
                    <a:pt x="488028" y="371316"/>
                  </a:lnTo>
                  <a:lnTo>
                    <a:pt x="479634" y="375180"/>
                  </a:lnTo>
                  <a:lnTo>
                    <a:pt x="475552" y="376014"/>
                  </a:lnTo>
                  <a:lnTo>
                    <a:pt x="470637" y="378209"/>
                  </a:lnTo>
                  <a:lnTo>
                    <a:pt x="468039" y="383696"/>
                  </a:lnTo>
                  <a:close/>
                  <a:moveTo>
                    <a:pt x="487750" y="603899"/>
                  </a:moveTo>
                  <a:lnTo>
                    <a:pt x="485709" y="598982"/>
                  </a:lnTo>
                  <a:lnTo>
                    <a:pt x="490347" y="598982"/>
                  </a:lnTo>
                  <a:lnTo>
                    <a:pt x="492387" y="600343"/>
                  </a:lnTo>
                  <a:lnTo>
                    <a:pt x="487750" y="603899"/>
                  </a:lnTo>
                  <a:close/>
                  <a:moveTo>
                    <a:pt x="496422" y="592090"/>
                  </a:moveTo>
                  <a:lnTo>
                    <a:pt x="490903" y="594022"/>
                  </a:lnTo>
                  <a:lnTo>
                    <a:pt x="490903" y="590158"/>
                  </a:lnTo>
                  <a:lnTo>
                    <a:pt x="496422" y="587963"/>
                  </a:lnTo>
                  <a:lnTo>
                    <a:pt x="496422" y="592090"/>
                  </a:lnTo>
                  <a:close/>
                  <a:moveTo>
                    <a:pt x="497582" y="476018"/>
                  </a:moveTo>
                  <a:cubicBezTo>
                    <a:pt x="497582" y="476018"/>
                    <a:pt x="483112" y="481242"/>
                    <a:pt x="483112" y="490286"/>
                  </a:cubicBezTo>
                  <a:lnTo>
                    <a:pt x="472955" y="487564"/>
                  </a:lnTo>
                  <a:cubicBezTo>
                    <a:pt x="472955" y="487564"/>
                    <a:pt x="479355" y="484271"/>
                    <a:pt x="480468" y="479618"/>
                  </a:cubicBezTo>
                  <a:cubicBezTo>
                    <a:pt x="481582" y="474965"/>
                    <a:pt x="488584" y="472199"/>
                    <a:pt x="488584" y="472199"/>
                  </a:cubicBezTo>
                  <a:cubicBezTo>
                    <a:pt x="488584" y="472199"/>
                    <a:pt x="495263" y="470267"/>
                    <a:pt x="494985" y="468336"/>
                  </a:cubicBezTo>
                  <a:cubicBezTo>
                    <a:pt x="494706" y="466404"/>
                    <a:pt x="496422" y="461751"/>
                    <a:pt x="502822" y="461751"/>
                  </a:cubicBezTo>
                  <a:cubicBezTo>
                    <a:pt x="509222" y="461751"/>
                    <a:pt x="509222" y="468599"/>
                    <a:pt x="509222" y="468599"/>
                  </a:cubicBezTo>
                  <a:lnTo>
                    <a:pt x="514138" y="465877"/>
                  </a:lnTo>
                  <a:cubicBezTo>
                    <a:pt x="514138" y="465877"/>
                    <a:pt x="523970" y="465043"/>
                    <a:pt x="528933" y="467809"/>
                  </a:cubicBezTo>
                  <a:lnTo>
                    <a:pt x="542846" y="470004"/>
                  </a:lnTo>
                  <a:lnTo>
                    <a:pt x="542846" y="472462"/>
                  </a:lnTo>
                  <a:lnTo>
                    <a:pt x="528052" y="470794"/>
                  </a:lnTo>
                  <a:lnTo>
                    <a:pt x="523692" y="471321"/>
                  </a:lnTo>
                  <a:cubicBezTo>
                    <a:pt x="523692" y="471321"/>
                    <a:pt x="517895" y="477642"/>
                    <a:pt x="497628" y="475974"/>
                  </a:cubicBezTo>
                  <a:close/>
                  <a:moveTo>
                    <a:pt x="534684" y="585505"/>
                  </a:moveTo>
                  <a:lnTo>
                    <a:pt x="534684" y="589061"/>
                  </a:lnTo>
                  <a:lnTo>
                    <a:pt x="531808" y="589061"/>
                  </a:lnTo>
                  <a:lnTo>
                    <a:pt x="531808" y="583310"/>
                  </a:lnTo>
                  <a:lnTo>
                    <a:pt x="534684" y="585505"/>
                  </a:lnTo>
                  <a:close/>
                  <a:moveTo>
                    <a:pt x="516411" y="549287"/>
                  </a:moveTo>
                  <a:lnTo>
                    <a:pt x="522486" y="550648"/>
                  </a:lnTo>
                  <a:lnTo>
                    <a:pt x="522486" y="553107"/>
                  </a:lnTo>
                  <a:lnTo>
                    <a:pt x="515251" y="553107"/>
                  </a:lnTo>
                  <a:lnTo>
                    <a:pt x="510335" y="548190"/>
                  </a:lnTo>
                  <a:lnTo>
                    <a:pt x="510335" y="541341"/>
                  </a:lnTo>
                  <a:lnTo>
                    <a:pt x="512793" y="541341"/>
                  </a:lnTo>
                  <a:lnTo>
                    <a:pt x="512793" y="545468"/>
                  </a:lnTo>
                  <a:lnTo>
                    <a:pt x="516411" y="549331"/>
                  </a:lnTo>
                  <a:close/>
                  <a:moveTo>
                    <a:pt x="510335" y="565486"/>
                  </a:moveTo>
                  <a:lnTo>
                    <a:pt x="505419" y="564257"/>
                  </a:lnTo>
                  <a:lnTo>
                    <a:pt x="505419" y="559999"/>
                  </a:lnTo>
                  <a:lnTo>
                    <a:pt x="506857" y="558638"/>
                  </a:lnTo>
                  <a:lnTo>
                    <a:pt x="512793" y="564257"/>
                  </a:lnTo>
                  <a:lnTo>
                    <a:pt x="515530" y="562457"/>
                  </a:lnTo>
                  <a:lnTo>
                    <a:pt x="515530" y="559999"/>
                  </a:lnTo>
                  <a:lnTo>
                    <a:pt x="517849" y="558638"/>
                  </a:lnTo>
                  <a:lnTo>
                    <a:pt x="520167" y="560570"/>
                  </a:lnTo>
                  <a:lnTo>
                    <a:pt x="517849" y="566057"/>
                  </a:lnTo>
                  <a:lnTo>
                    <a:pt x="512654" y="569920"/>
                  </a:lnTo>
                  <a:lnTo>
                    <a:pt x="510335" y="565530"/>
                  </a:lnTo>
                  <a:close/>
                  <a:moveTo>
                    <a:pt x="525130" y="583310"/>
                  </a:moveTo>
                  <a:lnTo>
                    <a:pt x="522533" y="582212"/>
                  </a:lnTo>
                  <a:lnTo>
                    <a:pt x="517895" y="571764"/>
                  </a:lnTo>
                  <a:lnTo>
                    <a:pt x="520214" y="569833"/>
                  </a:lnTo>
                  <a:lnTo>
                    <a:pt x="523275" y="578876"/>
                  </a:lnTo>
                  <a:lnTo>
                    <a:pt x="526011" y="567067"/>
                  </a:lnTo>
                  <a:lnTo>
                    <a:pt x="528608" y="567067"/>
                  </a:lnTo>
                  <a:lnTo>
                    <a:pt x="525130" y="583266"/>
                  </a:lnTo>
                  <a:close/>
                  <a:moveTo>
                    <a:pt x="534684" y="598938"/>
                  </a:moveTo>
                  <a:cubicBezTo>
                    <a:pt x="530046" y="598675"/>
                    <a:pt x="530324" y="594022"/>
                    <a:pt x="530324" y="594022"/>
                  </a:cubicBezTo>
                  <a:cubicBezTo>
                    <a:pt x="529907" y="591695"/>
                    <a:pt x="534684" y="592353"/>
                    <a:pt x="534684" y="592353"/>
                  </a:cubicBezTo>
                  <a:cubicBezTo>
                    <a:pt x="534684" y="592353"/>
                    <a:pt x="539321" y="599202"/>
                    <a:pt x="534684" y="598938"/>
                  </a:cubicBezTo>
                  <a:close/>
                  <a:moveTo>
                    <a:pt x="540481" y="601441"/>
                  </a:moveTo>
                  <a:lnTo>
                    <a:pt x="538718" y="598543"/>
                  </a:lnTo>
                  <a:lnTo>
                    <a:pt x="540481" y="595646"/>
                  </a:lnTo>
                  <a:lnTo>
                    <a:pt x="543959" y="595646"/>
                  </a:lnTo>
                  <a:lnTo>
                    <a:pt x="540481" y="601441"/>
                  </a:lnTo>
                  <a:close/>
                  <a:moveTo>
                    <a:pt x="543959" y="565486"/>
                  </a:moveTo>
                  <a:lnTo>
                    <a:pt x="543959" y="553151"/>
                  </a:lnTo>
                  <a:lnTo>
                    <a:pt x="546556" y="564257"/>
                  </a:lnTo>
                  <a:lnTo>
                    <a:pt x="543959" y="565486"/>
                  </a:lnTo>
                  <a:close/>
                  <a:moveTo>
                    <a:pt x="541362" y="525976"/>
                  </a:moveTo>
                  <a:lnTo>
                    <a:pt x="536168" y="527908"/>
                  </a:lnTo>
                  <a:lnTo>
                    <a:pt x="536168" y="524045"/>
                  </a:lnTo>
                  <a:lnTo>
                    <a:pt x="540805" y="522245"/>
                  </a:lnTo>
                  <a:cubicBezTo>
                    <a:pt x="544005" y="515265"/>
                    <a:pt x="546881" y="519655"/>
                    <a:pt x="546881" y="519655"/>
                  </a:cubicBezTo>
                  <a:lnTo>
                    <a:pt x="550359" y="516626"/>
                  </a:lnTo>
                  <a:lnTo>
                    <a:pt x="551797" y="516626"/>
                  </a:lnTo>
                  <a:lnTo>
                    <a:pt x="551797" y="522113"/>
                  </a:lnTo>
                  <a:lnTo>
                    <a:pt x="546603" y="525976"/>
                  </a:lnTo>
                  <a:lnTo>
                    <a:pt x="541408" y="525976"/>
                  </a:lnTo>
                  <a:close/>
                  <a:moveTo>
                    <a:pt x="556156" y="711191"/>
                  </a:moveTo>
                  <a:lnTo>
                    <a:pt x="551797" y="711191"/>
                  </a:lnTo>
                  <a:lnTo>
                    <a:pt x="550034" y="708996"/>
                  </a:lnTo>
                  <a:lnTo>
                    <a:pt x="553095" y="707328"/>
                  </a:lnTo>
                  <a:lnTo>
                    <a:pt x="556156" y="708996"/>
                  </a:lnTo>
                  <a:lnTo>
                    <a:pt x="556156" y="711191"/>
                  </a:lnTo>
                  <a:close/>
                  <a:moveTo>
                    <a:pt x="554719" y="483174"/>
                  </a:moveTo>
                  <a:lnTo>
                    <a:pt x="551843" y="480979"/>
                  </a:lnTo>
                  <a:lnTo>
                    <a:pt x="556481" y="476589"/>
                  </a:lnTo>
                  <a:lnTo>
                    <a:pt x="562000" y="472199"/>
                  </a:lnTo>
                  <a:lnTo>
                    <a:pt x="568956" y="470004"/>
                  </a:lnTo>
                  <a:lnTo>
                    <a:pt x="568956" y="474394"/>
                  </a:lnTo>
                  <a:lnTo>
                    <a:pt x="563437" y="474394"/>
                  </a:lnTo>
                  <a:lnTo>
                    <a:pt x="559078" y="478257"/>
                  </a:lnTo>
                  <a:lnTo>
                    <a:pt x="554719" y="483174"/>
                  </a:lnTo>
                  <a:close/>
                  <a:moveTo>
                    <a:pt x="561953" y="497178"/>
                  </a:moveTo>
                  <a:lnTo>
                    <a:pt x="566591" y="493885"/>
                  </a:lnTo>
                  <a:lnTo>
                    <a:pt x="566591" y="496080"/>
                  </a:lnTo>
                  <a:lnTo>
                    <a:pt x="563113" y="500470"/>
                  </a:lnTo>
                  <a:lnTo>
                    <a:pt x="561953" y="497178"/>
                  </a:lnTo>
                  <a:close/>
                  <a:moveTo>
                    <a:pt x="567751" y="590992"/>
                  </a:moveTo>
                  <a:cubicBezTo>
                    <a:pt x="563994" y="590158"/>
                    <a:pt x="566591" y="581115"/>
                    <a:pt x="566591" y="581115"/>
                  </a:cubicBezTo>
                  <a:cubicBezTo>
                    <a:pt x="569791" y="574793"/>
                    <a:pt x="578185" y="583310"/>
                    <a:pt x="578185" y="583310"/>
                  </a:cubicBezTo>
                  <a:lnTo>
                    <a:pt x="574104" y="586032"/>
                  </a:lnTo>
                  <a:cubicBezTo>
                    <a:pt x="574104" y="586032"/>
                    <a:pt x="571507" y="591783"/>
                    <a:pt x="567704" y="590948"/>
                  </a:cubicBezTo>
                  <a:close/>
                  <a:moveTo>
                    <a:pt x="582823" y="667554"/>
                  </a:moveTo>
                  <a:lnTo>
                    <a:pt x="579762" y="670013"/>
                  </a:lnTo>
                  <a:lnTo>
                    <a:pt x="576701" y="670013"/>
                  </a:lnTo>
                  <a:lnTo>
                    <a:pt x="579762" y="663954"/>
                  </a:lnTo>
                  <a:lnTo>
                    <a:pt x="587136" y="663954"/>
                  </a:lnTo>
                  <a:lnTo>
                    <a:pt x="588296" y="666983"/>
                  </a:lnTo>
                  <a:lnTo>
                    <a:pt x="582777" y="667510"/>
                  </a:lnTo>
                  <a:close/>
                  <a:moveTo>
                    <a:pt x="594696" y="601441"/>
                  </a:moveTo>
                  <a:lnTo>
                    <a:pt x="588296" y="598982"/>
                  </a:lnTo>
                  <a:lnTo>
                    <a:pt x="593490" y="595646"/>
                  </a:lnTo>
                  <a:lnTo>
                    <a:pt x="594649" y="594022"/>
                  </a:lnTo>
                  <a:lnTo>
                    <a:pt x="594649" y="601441"/>
                  </a:lnTo>
                  <a:close/>
                  <a:moveTo>
                    <a:pt x="592377" y="498802"/>
                  </a:moveTo>
                  <a:lnTo>
                    <a:pt x="592377" y="497134"/>
                  </a:lnTo>
                  <a:lnTo>
                    <a:pt x="596736" y="493842"/>
                  </a:lnTo>
                  <a:cubicBezTo>
                    <a:pt x="603136" y="490286"/>
                    <a:pt x="604249" y="497134"/>
                    <a:pt x="604249" y="497134"/>
                  </a:cubicBezTo>
                  <a:lnTo>
                    <a:pt x="597015" y="506177"/>
                  </a:lnTo>
                  <a:cubicBezTo>
                    <a:pt x="588620" y="505651"/>
                    <a:pt x="592377" y="498758"/>
                    <a:pt x="592377" y="498758"/>
                  </a:cubicBezTo>
                  <a:close/>
                  <a:moveTo>
                    <a:pt x="615287" y="536688"/>
                  </a:moveTo>
                  <a:lnTo>
                    <a:pt x="611531" y="541341"/>
                  </a:lnTo>
                  <a:lnTo>
                    <a:pt x="609490" y="545468"/>
                  </a:lnTo>
                  <a:lnTo>
                    <a:pt x="600493" y="551219"/>
                  </a:lnTo>
                  <a:lnTo>
                    <a:pt x="597896" y="549024"/>
                  </a:lnTo>
                  <a:lnTo>
                    <a:pt x="600493" y="546302"/>
                  </a:lnTo>
                  <a:lnTo>
                    <a:pt x="604249" y="547268"/>
                  </a:lnTo>
                  <a:lnTo>
                    <a:pt x="609165" y="539717"/>
                  </a:lnTo>
                  <a:lnTo>
                    <a:pt x="609165" y="536161"/>
                  </a:lnTo>
                  <a:lnTo>
                    <a:pt x="604667" y="532605"/>
                  </a:lnTo>
                  <a:lnTo>
                    <a:pt x="606522" y="527952"/>
                  </a:lnTo>
                  <a:lnTo>
                    <a:pt x="604203" y="524396"/>
                  </a:lnTo>
                  <a:lnTo>
                    <a:pt x="607960" y="522333"/>
                  </a:lnTo>
                  <a:lnTo>
                    <a:pt x="611438" y="522333"/>
                  </a:lnTo>
                  <a:lnTo>
                    <a:pt x="615519" y="506265"/>
                  </a:lnTo>
                  <a:lnTo>
                    <a:pt x="615519" y="524352"/>
                  </a:lnTo>
                  <a:lnTo>
                    <a:pt x="618116" y="527908"/>
                  </a:lnTo>
                  <a:lnTo>
                    <a:pt x="612597" y="532561"/>
                  </a:lnTo>
                  <a:lnTo>
                    <a:pt x="615195" y="536688"/>
                  </a:lnTo>
                  <a:close/>
                  <a:moveTo>
                    <a:pt x="616447" y="449151"/>
                  </a:moveTo>
                  <a:lnTo>
                    <a:pt x="610649" y="440635"/>
                  </a:lnTo>
                  <a:lnTo>
                    <a:pt x="610649" y="430757"/>
                  </a:lnTo>
                  <a:lnTo>
                    <a:pt x="613525" y="428694"/>
                  </a:lnTo>
                  <a:lnTo>
                    <a:pt x="615102" y="433786"/>
                  </a:lnTo>
                  <a:lnTo>
                    <a:pt x="618163" y="439976"/>
                  </a:lnTo>
                  <a:lnTo>
                    <a:pt x="619600" y="446693"/>
                  </a:lnTo>
                  <a:lnTo>
                    <a:pt x="616400" y="449151"/>
                  </a:lnTo>
                  <a:close/>
                  <a:moveTo>
                    <a:pt x="618163" y="377901"/>
                  </a:moveTo>
                  <a:lnTo>
                    <a:pt x="620760" y="376716"/>
                  </a:lnTo>
                  <a:lnTo>
                    <a:pt x="617003" y="372458"/>
                  </a:lnTo>
                  <a:lnTo>
                    <a:pt x="619600" y="370658"/>
                  </a:lnTo>
                  <a:lnTo>
                    <a:pt x="624238" y="374521"/>
                  </a:lnTo>
                  <a:lnTo>
                    <a:pt x="632632" y="372458"/>
                  </a:lnTo>
                  <a:lnTo>
                    <a:pt x="634951" y="377550"/>
                  </a:lnTo>
                  <a:lnTo>
                    <a:pt x="624702" y="377550"/>
                  </a:lnTo>
                  <a:lnTo>
                    <a:pt x="619600" y="383301"/>
                  </a:lnTo>
                  <a:lnTo>
                    <a:pt x="618163" y="377901"/>
                  </a:lnTo>
                  <a:close/>
                  <a:moveTo>
                    <a:pt x="624748" y="415392"/>
                  </a:moveTo>
                  <a:lnTo>
                    <a:pt x="628319" y="418685"/>
                  </a:lnTo>
                  <a:lnTo>
                    <a:pt x="632679" y="418158"/>
                  </a:lnTo>
                  <a:lnTo>
                    <a:pt x="632679" y="422284"/>
                  </a:lnTo>
                  <a:lnTo>
                    <a:pt x="623125" y="428738"/>
                  </a:lnTo>
                  <a:lnTo>
                    <a:pt x="620806" y="426806"/>
                  </a:lnTo>
                  <a:lnTo>
                    <a:pt x="626742" y="422284"/>
                  </a:lnTo>
                  <a:lnTo>
                    <a:pt x="624748" y="415436"/>
                  </a:lnTo>
                  <a:close/>
                  <a:moveTo>
                    <a:pt x="622800" y="580852"/>
                  </a:moveTo>
                  <a:lnTo>
                    <a:pt x="631519" y="580852"/>
                  </a:lnTo>
                  <a:lnTo>
                    <a:pt x="629757" y="584978"/>
                  </a:lnTo>
                  <a:lnTo>
                    <a:pt x="626000" y="588271"/>
                  </a:lnTo>
                  <a:lnTo>
                    <a:pt x="622800" y="580852"/>
                  </a:lnTo>
                  <a:close/>
                  <a:moveTo>
                    <a:pt x="644551" y="657150"/>
                  </a:moveTo>
                  <a:lnTo>
                    <a:pt x="651230" y="656316"/>
                  </a:lnTo>
                  <a:lnTo>
                    <a:pt x="649328" y="651662"/>
                  </a:lnTo>
                  <a:lnTo>
                    <a:pt x="647659" y="645341"/>
                  </a:lnTo>
                  <a:lnTo>
                    <a:pt x="644551" y="643980"/>
                  </a:lnTo>
                  <a:lnTo>
                    <a:pt x="644551" y="647272"/>
                  </a:lnTo>
                  <a:lnTo>
                    <a:pt x="641212" y="647272"/>
                  </a:lnTo>
                  <a:lnTo>
                    <a:pt x="641212" y="641214"/>
                  </a:lnTo>
                  <a:lnTo>
                    <a:pt x="639032" y="641214"/>
                  </a:lnTo>
                  <a:lnTo>
                    <a:pt x="637873" y="644770"/>
                  </a:lnTo>
                  <a:lnTo>
                    <a:pt x="634673" y="644770"/>
                  </a:lnTo>
                  <a:lnTo>
                    <a:pt x="634673" y="640380"/>
                  </a:lnTo>
                  <a:lnTo>
                    <a:pt x="629154" y="637658"/>
                  </a:lnTo>
                  <a:lnTo>
                    <a:pt x="634673" y="636297"/>
                  </a:lnTo>
                  <a:lnTo>
                    <a:pt x="639589" y="636297"/>
                  </a:lnTo>
                  <a:lnTo>
                    <a:pt x="651183" y="642882"/>
                  </a:lnTo>
                  <a:lnTo>
                    <a:pt x="654059" y="648370"/>
                  </a:lnTo>
                  <a:lnTo>
                    <a:pt x="652296" y="652496"/>
                  </a:lnTo>
                  <a:lnTo>
                    <a:pt x="654059" y="657721"/>
                  </a:lnTo>
                  <a:lnTo>
                    <a:pt x="652296" y="661847"/>
                  </a:lnTo>
                  <a:lnTo>
                    <a:pt x="652296" y="667598"/>
                  </a:lnTo>
                  <a:lnTo>
                    <a:pt x="654059" y="668959"/>
                  </a:lnTo>
                  <a:lnTo>
                    <a:pt x="654059" y="673876"/>
                  </a:lnTo>
                  <a:lnTo>
                    <a:pt x="651183" y="673876"/>
                  </a:lnTo>
                  <a:lnTo>
                    <a:pt x="651183" y="671417"/>
                  </a:lnTo>
                  <a:lnTo>
                    <a:pt x="646824" y="668959"/>
                  </a:lnTo>
                  <a:lnTo>
                    <a:pt x="644505" y="657150"/>
                  </a:lnTo>
                  <a:close/>
                  <a:moveTo>
                    <a:pt x="652389" y="686212"/>
                  </a:moveTo>
                  <a:lnTo>
                    <a:pt x="649189" y="682919"/>
                  </a:lnTo>
                  <a:lnTo>
                    <a:pt x="651230" y="679627"/>
                  </a:lnTo>
                  <a:lnTo>
                    <a:pt x="656749" y="684543"/>
                  </a:lnTo>
                  <a:lnTo>
                    <a:pt x="652389" y="686212"/>
                  </a:lnTo>
                  <a:close/>
                  <a:moveTo>
                    <a:pt x="671775" y="707898"/>
                  </a:moveTo>
                  <a:lnTo>
                    <a:pt x="668575" y="699382"/>
                  </a:lnTo>
                  <a:lnTo>
                    <a:pt x="666534" y="692270"/>
                  </a:lnTo>
                  <a:lnTo>
                    <a:pt x="666534" y="686212"/>
                  </a:lnTo>
                  <a:lnTo>
                    <a:pt x="664215" y="682919"/>
                  </a:lnTo>
                  <a:lnTo>
                    <a:pt x="661015" y="677432"/>
                  </a:lnTo>
                  <a:lnTo>
                    <a:pt x="656656" y="671681"/>
                  </a:lnTo>
                  <a:lnTo>
                    <a:pt x="661850" y="671681"/>
                  </a:lnTo>
                  <a:lnTo>
                    <a:pt x="665189" y="675544"/>
                  </a:lnTo>
                  <a:lnTo>
                    <a:pt x="665189" y="671681"/>
                  </a:lnTo>
                  <a:lnTo>
                    <a:pt x="668528" y="671681"/>
                  </a:lnTo>
                  <a:lnTo>
                    <a:pt x="668528" y="679627"/>
                  </a:lnTo>
                  <a:lnTo>
                    <a:pt x="671728" y="682919"/>
                  </a:lnTo>
                  <a:lnTo>
                    <a:pt x="668528" y="687309"/>
                  </a:lnTo>
                  <a:lnTo>
                    <a:pt x="671728" y="691436"/>
                  </a:lnTo>
                  <a:lnTo>
                    <a:pt x="681560" y="703772"/>
                  </a:lnTo>
                  <a:cubicBezTo>
                    <a:pt x="681282" y="708996"/>
                    <a:pt x="671728" y="707898"/>
                    <a:pt x="671728" y="707898"/>
                  </a:cubicBezTo>
                  <a:close/>
                  <a:moveTo>
                    <a:pt x="671775" y="677432"/>
                  </a:moveTo>
                  <a:lnTo>
                    <a:pt x="671775" y="670847"/>
                  </a:lnTo>
                  <a:lnTo>
                    <a:pt x="674975" y="670847"/>
                  </a:lnTo>
                  <a:lnTo>
                    <a:pt x="671775" y="677432"/>
                  </a:lnTo>
                  <a:close/>
                  <a:moveTo>
                    <a:pt x="706882" y="697187"/>
                  </a:moveTo>
                  <a:lnTo>
                    <a:pt x="702523" y="697187"/>
                  </a:lnTo>
                  <a:lnTo>
                    <a:pt x="702523" y="703772"/>
                  </a:lnTo>
                  <a:cubicBezTo>
                    <a:pt x="695566" y="707328"/>
                    <a:pt x="697329" y="696923"/>
                    <a:pt x="697329" y="692270"/>
                  </a:cubicBezTo>
                  <a:cubicBezTo>
                    <a:pt x="697329" y="687617"/>
                    <a:pt x="700529" y="687880"/>
                    <a:pt x="700529" y="687880"/>
                  </a:cubicBezTo>
                  <a:cubicBezTo>
                    <a:pt x="700529" y="687880"/>
                    <a:pt x="700807" y="680197"/>
                    <a:pt x="700529" y="681295"/>
                  </a:cubicBezTo>
                  <a:cubicBezTo>
                    <a:pt x="700250" y="682392"/>
                    <a:pt x="696772" y="684851"/>
                    <a:pt x="696772" y="684851"/>
                  </a:cubicBezTo>
                  <a:lnTo>
                    <a:pt x="695334" y="682392"/>
                  </a:lnTo>
                  <a:lnTo>
                    <a:pt x="700529" y="675281"/>
                  </a:lnTo>
                  <a:lnTo>
                    <a:pt x="698210" y="672822"/>
                  </a:lnTo>
                  <a:lnTo>
                    <a:pt x="693016" y="679671"/>
                  </a:lnTo>
                  <a:lnTo>
                    <a:pt x="693016" y="665140"/>
                  </a:lnTo>
                  <a:lnTo>
                    <a:pt x="686940" y="664613"/>
                  </a:lnTo>
                  <a:lnTo>
                    <a:pt x="686940" y="661584"/>
                  </a:lnTo>
                  <a:lnTo>
                    <a:pt x="683462" y="661584"/>
                  </a:lnTo>
                  <a:lnTo>
                    <a:pt x="683462" y="667335"/>
                  </a:lnTo>
                  <a:lnTo>
                    <a:pt x="679705" y="667335"/>
                  </a:lnTo>
                  <a:lnTo>
                    <a:pt x="679705" y="662418"/>
                  </a:lnTo>
                  <a:lnTo>
                    <a:pt x="673630" y="655306"/>
                  </a:lnTo>
                  <a:lnTo>
                    <a:pt x="674511" y="653374"/>
                  </a:lnTo>
                  <a:lnTo>
                    <a:pt x="666998" y="643497"/>
                  </a:lnTo>
                  <a:lnTo>
                    <a:pt x="673398" y="641038"/>
                  </a:lnTo>
                  <a:lnTo>
                    <a:pt x="673398" y="639370"/>
                  </a:lnTo>
                  <a:cubicBezTo>
                    <a:pt x="673398" y="639370"/>
                    <a:pt x="671079" y="638843"/>
                    <a:pt x="665004" y="638009"/>
                  </a:cubicBezTo>
                  <a:cubicBezTo>
                    <a:pt x="658928" y="637175"/>
                    <a:pt x="663566" y="627868"/>
                    <a:pt x="663566" y="627868"/>
                  </a:cubicBezTo>
                  <a:cubicBezTo>
                    <a:pt x="663288" y="620757"/>
                    <a:pt x="668204" y="618825"/>
                    <a:pt x="668204" y="618825"/>
                  </a:cubicBezTo>
                  <a:lnTo>
                    <a:pt x="677201" y="620186"/>
                  </a:lnTo>
                  <a:cubicBezTo>
                    <a:pt x="687914" y="623215"/>
                    <a:pt x="693711" y="652014"/>
                    <a:pt x="693711" y="652014"/>
                  </a:cubicBezTo>
                  <a:lnTo>
                    <a:pt x="707068" y="683007"/>
                  </a:lnTo>
                  <a:lnTo>
                    <a:pt x="705630" y="686299"/>
                  </a:lnTo>
                  <a:lnTo>
                    <a:pt x="707068" y="697274"/>
                  </a:lnTo>
                  <a:close/>
                  <a:moveTo>
                    <a:pt x="742546" y="622557"/>
                  </a:moveTo>
                  <a:lnTo>
                    <a:pt x="732714" y="622557"/>
                  </a:lnTo>
                  <a:lnTo>
                    <a:pt x="726917" y="616235"/>
                  </a:lnTo>
                  <a:lnTo>
                    <a:pt x="730999" y="614874"/>
                  </a:lnTo>
                  <a:lnTo>
                    <a:pt x="734755" y="618737"/>
                  </a:lnTo>
                  <a:lnTo>
                    <a:pt x="742593" y="618737"/>
                  </a:lnTo>
                  <a:lnTo>
                    <a:pt x="742593" y="622601"/>
                  </a:lnTo>
                  <a:close/>
                  <a:moveTo>
                    <a:pt x="748019" y="592090"/>
                  </a:moveTo>
                  <a:lnTo>
                    <a:pt x="744262" y="597577"/>
                  </a:lnTo>
                  <a:lnTo>
                    <a:pt x="737584" y="600299"/>
                  </a:lnTo>
                  <a:lnTo>
                    <a:pt x="732668" y="603592"/>
                  </a:lnTo>
                  <a:lnTo>
                    <a:pt x="737584" y="594285"/>
                  </a:lnTo>
                  <a:lnTo>
                    <a:pt x="748019" y="592090"/>
                  </a:lnTo>
                  <a:close/>
                  <a:moveTo>
                    <a:pt x="725433" y="547663"/>
                  </a:moveTo>
                  <a:lnTo>
                    <a:pt x="732668" y="552053"/>
                  </a:lnTo>
                  <a:lnTo>
                    <a:pt x="725433" y="553985"/>
                  </a:lnTo>
                  <a:lnTo>
                    <a:pt x="721677" y="549331"/>
                  </a:lnTo>
                  <a:lnTo>
                    <a:pt x="725433" y="5476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59F828F-CB52-B335-E119-C64578504A79}"/>
                </a:ext>
              </a:extLst>
            </p:cNvPr>
            <p:cNvSpPr>
              <a:spLocks/>
            </p:cNvSpPr>
            <p:nvPr/>
          </p:nvSpPr>
          <p:spPr>
            <a:xfrm>
              <a:off x="4306263" y="4784883"/>
              <a:ext cx="121696" cy="127601"/>
            </a:xfrm>
            <a:custGeom>
              <a:avLst/>
              <a:gdLst>
                <a:gd name="connsiteX0" fmla="*/ 74435 w 81531"/>
                <a:gd name="connsiteY0" fmla="*/ 63216 h 85487"/>
                <a:gd name="connsiteX1" fmla="*/ 75224 w 81531"/>
                <a:gd name="connsiteY1" fmla="*/ 59177 h 85487"/>
                <a:gd name="connsiteX2" fmla="*/ 74992 w 81531"/>
                <a:gd name="connsiteY2" fmla="*/ 59002 h 85487"/>
                <a:gd name="connsiteX3" fmla="*/ 74992 w 81531"/>
                <a:gd name="connsiteY3" fmla="*/ 52943 h 85487"/>
                <a:gd name="connsiteX4" fmla="*/ 79027 w 81531"/>
                <a:gd name="connsiteY4" fmla="*/ 49388 h 85487"/>
                <a:gd name="connsiteX5" fmla="*/ 81531 w 81531"/>
                <a:gd name="connsiteY5" fmla="*/ 46007 h 85487"/>
                <a:gd name="connsiteX6" fmla="*/ 74853 w 81531"/>
                <a:gd name="connsiteY6" fmla="*/ 40871 h 85487"/>
                <a:gd name="connsiteX7" fmla="*/ 74435 w 81531"/>
                <a:gd name="connsiteY7" fmla="*/ 40037 h 85487"/>
                <a:gd name="connsiteX8" fmla="*/ 74435 w 81531"/>
                <a:gd name="connsiteY8" fmla="*/ 35559 h 85487"/>
                <a:gd name="connsiteX9" fmla="*/ 68777 w 81531"/>
                <a:gd name="connsiteY9" fmla="*/ 33364 h 85487"/>
                <a:gd name="connsiteX10" fmla="*/ 68267 w 81531"/>
                <a:gd name="connsiteY10" fmla="*/ 32969 h 85487"/>
                <a:gd name="connsiteX11" fmla="*/ 61960 w 81531"/>
                <a:gd name="connsiteY11" fmla="*/ 24145 h 85487"/>
                <a:gd name="connsiteX12" fmla="*/ 56487 w 81531"/>
                <a:gd name="connsiteY12" fmla="*/ 24145 h 85487"/>
                <a:gd name="connsiteX13" fmla="*/ 55513 w 81531"/>
                <a:gd name="connsiteY13" fmla="*/ 23618 h 85487"/>
                <a:gd name="connsiteX14" fmla="*/ 53519 w 81531"/>
                <a:gd name="connsiteY14" fmla="*/ 20589 h 85487"/>
                <a:gd name="connsiteX15" fmla="*/ 49809 w 81531"/>
                <a:gd name="connsiteY15" fmla="*/ 20589 h 85487"/>
                <a:gd name="connsiteX16" fmla="*/ 48974 w 81531"/>
                <a:gd name="connsiteY16" fmla="*/ 20238 h 85487"/>
                <a:gd name="connsiteX17" fmla="*/ 43363 w 81531"/>
                <a:gd name="connsiteY17" fmla="*/ 14443 h 85487"/>
                <a:gd name="connsiteX18" fmla="*/ 40441 w 81531"/>
                <a:gd name="connsiteY18" fmla="*/ 16989 h 85487"/>
                <a:gd name="connsiteX19" fmla="*/ 39560 w 81531"/>
                <a:gd name="connsiteY19" fmla="*/ 17297 h 85487"/>
                <a:gd name="connsiteX20" fmla="*/ 38725 w 81531"/>
                <a:gd name="connsiteY20" fmla="*/ 16858 h 85487"/>
                <a:gd name="connsiteX21" fmla="*/ 24858 w 81531"/>
                <a:gd name="connsiteY21" fmla="*/ 0 h 85487"/>
                <a:gd name="connsiteX22" fmla="*/ 20684 w 81531"/>
                <a:gd name="connsiteY22" fmla="*/ 0 h 85487"/>
                <a:gd name="connsiteX23" fmla="*/ 18968 w 81531"/>
                <a:gd name="connsiteY23" fmla="*/ 3995 h 85487"/>
                <a:gd name="connsiteX24" fmla="*/ 17623 w 81531"/>
                <a:gd name="connsiteY24" fmla="*/ 4653 h 85487"/>
                <a:gd name="connsiteX25" fmla="*/ 12104 w 81531"/>
                <a:gd name="connsiteY25" fmla="*/ 3468 h 85487"/>
                <a:gd name="connsiteX26" fmla="*/ 10064 w 81531"/>
                <a:gd name="connsiteY26" fmla="*/ 6892 h 85487"/>
                <a:gd name="connsiteX27" fmla="*/ 10064 w 81531"/>
                <a:gd name="connsiteY27" fmla="*/ 15365 h 85487"/>
                <a:gd name="connsiteX28" fmla="*/ 9925 w 81531"/>
                <a:gd name="connsiteY28" fmla="*/ 15848 h 85487"/>
                <a:gd name="connsiteX29" fmla="*/ 5983 w 81531"/>
                <a:gd name="connsiteY29" fmla="*/ 23311 h 85487"/>
                <a:gd name="connsiteX30" fmla="*/ 5983 w 81531"/>
                <a:gd name="connsiteY30" fmla="*/ 28535 h 85487"/>
                <a:gd name="connsiteX31" fmla="*/ 5843 w 81531"/>
                <a:gd name="connsiteY31" fmla="*/ 29106 h 85487"/>
                <a:gd name="connsiteX32" fmla="*/ 3988 w 81531"/>
                <a:gd name="connsiteY32" fmla="*/ 32091 h 85487"/>
                <a:gd name="connsiteX33" fmla="*/ 5148 w 81531"/>
                <a:gd name="connsiteY33" fmla="*/ 50705 h 85487"/>
                <a:gd name="connsiteX34" fmla="*/ 4498 w 81531"/>
                <a:gd name="connsiteY34" fmla="*/ 51758 h 85487"/>
                <a:gd name="connsiteX35" fmla="*/ 835 w 81531"/>
                <a:gd name="connsiteY35" fmla="*/ 53383 h 85487"/>
                <a:gd name="connsiteX36" fmla="*/ 835 w 81531"/>
                <a:gd name="connsiteY36" fmla="*/ 57070 h 85487"/>
                <a:gd name="connsiteX37" fmla="*/ 0 w 81531"/>
                <a:gd name="connsiteY37" fmla="*/ 64138 h 85487"/>
                <a:gd name="connsiteX38" fmla="*/ 2087 w 81531"/>
                <a:gd name="connsiteY38" fmla="*/ 72479 h 85487"/>
                <a:gd name="connsiteX39" fmla="*/ 9229 w 81531"/>
                <a:gd name="connsiteY39" fmla="*/ 76254 h 85487"/>
                <a:gd name="connsiteX40" fmla="*/ 19386 w 81531"/>
                <a:gd name="connsiteY40" fmla="*/ 77352 h 85487"/>
                <a:gd name="connsiteX41" fmla="*/ 33299 w 81531"/>
                <a:gd name="connsiteY41" fmla="*/ 82839 h 85487"/>
                <a:gd name="connsiteX42" fmla="*/ 49253 w 81531"/>
                <a:gd name="connsiteY42" fmla="*/ 84508 h 85487"/>
                <a:gd name="connsiteX43" fmla="*/ 66922 w 81531"/>
                <a:gd name="connsiteY43" fmla="*/ 80381 h 85487"/>
                <a:gd name="connsiteX44" fmla="*/ 79073 w 81531"/>
                <a:gd name="connsiteY44" fmla="*/ 66333 h 85487"/>
                <a:gd name="connsiteX45" fmla="*/ 75085 w 81531"/>
                <a:gd name="connsiteY45" fmla="*/ 64358 h 85487"/>
                <a:gd name="connsiteX46" fmla="*/ 74482 w 81531"/>
                <a:gd name="connsiteY46" fmla="*/ 63172 h 8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81531" h="85487">
                  <a:moveTo>
                    <a:pt x="74435" y="63216"/>
                  </a:moveTo>
                  <a:lnTo>
                    <a:pt x="75224" y="59177"/>
                  </a:lnTo>
                  <a:lnTo>
                    <a:pt x="74992" y="59002"/>
                  </a:lnTo>
                  <a:lnTo>
                    <a:pt x="74992" y="52943"/>
                  </a:lnTo>
                  <a:lnTo>
                    <a:pt x="79027" y="49388"/>
                  </a:lnTo>
                  <a:lnTo>
                    <a:pt x="81531" y="46007"/>
                  </a:lnTo>
                  <a:lnTo>
                    <a:pt x="74853" y="40871"/>
                  </a:lnTo>
                  <a:cubicBezTo>
                    <a:pt x="74575" y="40652"/>
                    <a:pt x="74435" y="40344"/>
                    <a:pt x="74435" y="40037"/>
                  </a:cubicBezTo>
                  <a:lnTo>
                    <a:pt x="74435" y="35559"/>
                  </a:lnTo>
                  <a:lnTo>
                    <a:pt x="68777" y="33364"/>
                  </a:lnTo>
                  <a:cubicBezTo>
                    <a:pt x="68777" y="33364"/>
                    <a:pt x="68406" y="33145"/>
                    <a:pt x="68267" y="32969"/>
                  </a:cubicBezTo>
                  <a:lnTo>
                    <a:pt x="61960" y="24145"/>
                  </a:lnTo>
                  <a:lnTo>
                    <a:pt x="56487" y="24145"/>
                  </a:lnTo>
                  <a:cubicBezTo>
                    <a:pt x="56070" y="24145"/>
                    <a:pt x="55699" y="23970"/>
                    <a:pt x="55513" y="23618"/>
                  </a:cubicBezTo>
                  <a:lnTo>
                    <a:pt x="53519" y="20589"/>
                  </a:lnTo>
                  <a:lnTo>
                    <a:pt x="49809" y="20589"/>
                  </a:lnTo>
                  <a:cubicBezTo>
                    <a:pt x="49484" y="20589"/>
                    <a:pt x="49160" y="20458"/>
                    <a:pt x="48974" y="20238"/>
                  </a:cubicBezTo>
                  <a:lnTo>
                    <a:pt x="43363" y="14443"/>
                  </a:lnTo>
                  <a:lnTo>
                    <a:pt x="40441" y="16989"/>
                  </a:lnTo>
                  <a:cubicBezTo>
                    <a:pt x="40209" y="17209"/>
                    <a:pt x="39884" y="17341"/>
                    <a:pt x="39560" y="17297"/>
                  </a:cubicBezTo>
                  <a:cubicBezTo>
                    <a:pt x="39235" y="17297"/>
                    <a:pt x="38957" y="17121"/>
                    <a:pt x="38725" y="16858"/>
                  </a:cubicBezTo>
                  <a:lnTo>
                    <a:pt x="24858" y="0"/>
                  </a:lnTo>
                  <a:lnTo>
                    <a:pt x="20684" y="0"/>
                  </a:lnTo>
                  <a:lnTo>
                    <a:pt x="18968" y="3995"/>
                  </a:lnTo>
                  <a:cubicBezTo>
                    <a:pt x="18736" y="4478"/>
                    <a:pt x="18180" y="4785"/>
                    <a:pt x="17623" y="4653"/>
                  </a:cubicBezTo>
                  <a:lnTo>
                    <a:pt x="12104" y="3468"/>
                  </a:lnTo>
                  <a:lnTo>
                    <a:pt x="10064" y="6892"/>
                  </a:lnTo>
                  <a:lnTo>
                    <a:pt x="10064" y="15365"/>
                  </a:lnTo>
                  <a:cubicBezTo>
                    <a:pt x="10064" y="15365"/>
                    <a:pt x="10064" y="15716"/>
                    <a:pt x="9925" y="15848"/>
                  </a:cubicBezTo>
                  <a:lnTo>
                    <a:pt x="5983" y="23311"/>
                  </a:lnTo>
                  <a:lnTo>
                    <a:pt x="5983" y="28535"/>
                  </a:lnTo>
                  <a:cubicBezTo>
                    <a:pt x="5983" y="28535"/>
                    <a:pt x="5936" y="28930"/>
                    <a:pt x="5843" y="29106"/>
                  </a:cubicBezTo>
                  <a:lnTo>
                    <a:pt x="3988" y="32091"/>
                  </a:lnTo>
                  <a:lnTo>
                    <a:pt x="5148" y="50705"/>
                  </a:lnTo>
                  <a:cubicBezTo>
                    <a:pt x="5148" y="51144"/>
                    <a:pt x="4916" y="51583"/>
                    <a:pt x="4498" y="51758"/>
                  </a:cubicBezTo>
                  <a:lnTo>
                    <a:pt x="835" y="53383"/>
                  </a:lnTo>
                  <a:lnTo>
                    <a:pt x="835" y="57070"/>
                  </a:lnTo>
                  <a:lnTo>
                    <a:pt x="0" y="64138"/>
                  </a:lnTo>
                  <a:lnTo>
                    <a:pt x="2087" y="72479"/>
                  </a:lnTo>
                  <a:cubicBezTo>
                    <a:pt x="4174" y="72347"/>
                    <a:pt x="6817" y="73664"/>
                    <a:pt x="9229" y="76254"/>
                  </a:cubicBezTo>
                  <a:lnTo>
                    <a:pt x="19386" y="77352"/>
                  </a:lnTo>
                  <a:cubicBezTo>
                    <a:pt x="19386" y="77352"/>
                    <a:pt x="24580" y="83674"/>
                    <a:pt x="33299" y="82839"/>
                  </a:cubicBezTo>
                  <a:cubicBezTo>
                    <a:pt x="42018" y="82005"/>
                    <a:pt x="46656" y="83674"/>
                    <a:pt x="49253" y="84508"/>
                  </a:cubicBezTo>
                  <a:cubicBezTo>
                    <a:pt x="51850" y="85342"/>
                    <a:pt x="59085" y="87537"/>
                    <a:pt x="66922" y="80381"/>
                  </a:cubicBezTo>
                  <a:cubicBezTo>
                    <a:pt x="73601" y="74279"/>
                    <a:pt x="77960" y="68001"/>
                    <a:pt x="79073" y="66333"/>
                  </a:cubicBezTo>
                  <a:lnTo>
                    <a:pt x="75085" y="64358"/>
                  </a:lnTo>
                  <a:cubicBezTo>
                    <a:pt x="74621" y="64138"/>
                    <a:pt x="74389" y="63655"/>
                    <a:pt x="74482" y="6317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B4154206-3A5B-E346-23E5-AF6875D8155E}"/>
                </a:ext>
              </a:extLst>
            </p:cNvPr>
            <p:cNvSpPr>
              <a:spLocks/>
            </p:cNvSpPr>
            <p:nvPr/>
          </p:nvSpPr>
          <p:spPr>
            <a:xfrm>
              <a:off x="3580584" y="3659070"/>
              <a:ext cx="24573" cy="61856"/>
            </a:xfrm>
            <a:custGeom>
              <a:avLst/>
              <a:gdLst>
                <a:gd name="connsiteX0" fmla="*/ 4499 w 16463"/>
                <a:gd name="connsiteY0" fmla="*/ 8253 h 41441"/>
                <a:gd name="connsiteX1" fmla="*/ 3478 w 16463"/>
                <a:gd name="connsiteY1" fmla="*/ 8824 h 41441"/>
                <a:gd name="connsiteX2" fmla="*/ 0 w 16463"/>
                <a:gd name="connsiteY2" fmla="*/ 8824 h 41441"/>
                <a:gd name="connsiteX3" fmla="*/ 0 w 16463"/>
                <a:gd name="connsiteY3" fmla="*/ 41442 h 41441"/>
                <a:gd name="connsiteX4" fmla="*/ 4638 w 16463"/>
                <a:gd name="connsiteY4" fmla="*/ 38720 h 41441"/>
                <a:gd name="connsiteX5" fmla="*/ 12754 w 16463"/>
                <a:gd name="connsiteY5" fmla="*/ 28272 h 41441"/>
                <a:gd name="connsiteX6" fmla="*/ 13310 w 16463"/>
                <a:gd name="connsiteY6" fmla="*/ 19755 h 41441"/>
                <a:gd name="connsiteX7" fmla="*/ 13867 w 16463"/>
                <a:gd name="connsiteY7" fmla="*/ 13433 h 41441"/>
                <a:gd name="connsiteX8" fmla="*/ 15907 w 16463"/>
                <a:gd name="connsiteY8" fmla="*/ 5488 h 41441"/>
                <a:gd name="connsiteX9" fmla="*/ 16464 w 16463"/>
                <a:gd name="connsiteY9" fmla="*/ 1932 h 41441"/>
                <a:gd name="connsiteX10" fmla="*/ 11826 w 16463"/>
                <a:gd name="connsiteY10" fmla="*/ 1098 h 41441"/>
                <a:gd name="connsiteX11" fmla="*/ 11873 w 16463"/>
                <a:gd name="connsiteY11" fmla="*/ 0 h 41441"/>
                <a:gd name="connsiteX12" fmla="*/ 9322 w 16463"/>
                <a:gd name="connsiteY12" fmla="*/ 0 h 41441"/>
                <a:gd name="connsiteX13" fmla="*/ 4452 w 16463"/>
                <a:gd name="connsiteY13" fmla="*/ 8209 h 41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63" h="41441">
                  <a:moveTo>
                    <a:pt x="4499" y="8253"/>
                  </a:moveTo>
                  <a:cubicBezTo>
                    <a:pt x="4313" y="8605"/>
                    <a:pt x="3896" y="8824"/>
                    <a:pt x="3478" y="8824"/>
                  </a:cubicBezTo>
                  <a:lnTo>
                    <a:pt x="0" y="8824"/>
                  </a:lnTo>
                  <a:lnTo>
                    <a:pt x="0" y="41442"/>
                  </a:lnTo>
                  <a:lnTo>
                    <a:pt x="4638" y="38720"/>
                  </a:lnTo>
                  <a:cubicBezTo>
                    <a:pt x="4638" y="38720"/>
                    <a:pt x="11316" y="33232"/>
                    <a:pt x="12754" y="28272"/>
                  </a:cubicBezTo>
                  <a:cubicBezTo>
                    <a:pt x="14191" y="23311"/>
                    <a:pt x="13310" y="19755"/>
                    <a:pt x="13310" y="19755"/>
                  </a:cubicBezTo>
                  <a:lnTo>
                    <a:pt x="13867" y="13433"/>
                  </a:lnTo>
                  <a:lnTo>
                    <a:pt x="15907" y="5488"/>
                  </a:lnTo>
                  <a:lnTo>
                    <a:pt x="16464" y="1932"/>
                  </a:lnTo>
                  <a:lnTo>
                    <a:pt x="11826" y="1098"/>
                  </a:lnTo>
                  <a:cubicBezTo>
                    <a:pt x="11826" y="1098"/>
                    <a:pt x="11826" y="615"/>
                    <a:pt x="11873" y="0"/>
                  </a:cubicBezTo>
                  <a:lnTo>
                    <a:pt x="9322" y="0"/>
                  </a:lnTo>
                  <a:lnTo>
                    <a:pt x="4452" y="82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8F6E4330-6C2B-1983-A042-E5659BAB9BC3}"/>
                </a:ext>
              </a:extLst>
            </p:cNvPr>
            <p:cNvSpPr>
              <a:spLocks/>
            </p:cNvSpPr>
            <p:nvPr/>
          </p:nvSpPr>
          <p:spPr>
            <a:xfrm>
              <a:off x="4066470" y="5490672"/>
              <a:ext cx="79538" cy="69392"/>
            </a:xfrm>
            <a:custGeom>
              <a:avLst/>
              <a:gdLst>
                <a:gd name="connsiteX0" fmla="*/ 20592 w 53287"/>
                <a:gd name="connsiteY0" fmla="*/ 32310 h 46490"/>
                <a:gd name="connsiteX1" fmla="*/ 18551 w 53287"/>
                <a:gd name="connsiteY1" fmla="*/ 34505 h 46490"/>
                <a:gd name="connsiteX2" fmla="*/ 0 w 53287"/>
                <a:gd name="connsiteY2" fmla="*/ 34505 h 46490"/>
                <a:gd name="connsiteX3" fmla="*/ 0 w 53287"/>
                <a:gd name="connsiteY3" fmla="*/ 41266 h 46490"/>
                <a:gd name="connsiteX4" fmla="*/ 23235 w 53287"/>
                <a:gd name="connsiteY4" fmla="*/ 41705 h 46490"/>
                <a:gd name="connsiteX5" fmla="*/ 29960 w 53287"/>
                <a:gd name="connsiteY5" fmla="*/ 46490 h 46490"/>
                <a:gd name="connsiteX6" fmla="*/ 32742 w 53287"/>
                <a:gd name="connsiteY6" fmla="*/ 46271 h 46490"/>
                <a:gd name="connsiteX7" fmla="*/ 37380 w 53287"/>
                <a:gd name="connsiteY7" fmla="*/ 44910 h 46490"/>
                <a:gd name="connsiteX8" fmla="*/ 40580 w 53287"/>
                <a:gd name="connsiteY8" fmla="*/ 41881 h 46490"/>
                <a:gd name="connsiteX9" fmla="*/ 42899 w 53287"/>
                <a:gd name="connsiteY9" fmla="*/ 42715 h 46490"/>
                <a:gd name="connsiteX10" fmla="*/ 48093 w 53287"/>
                <a:gd name="connsiteY10" fmla="*/ 42715 h 46490"/>
                <a:gd name="connsiteX11" fmla="*/ 51850 w 53287"/>
                <a:gd name="connsiteY11" fmla="*/ 41046 h 46490"/>
                <a:gd name="connsiteX12" fmla="*/ 53287 w 53287"/>
                <a:gd name="connsiteY12" fmla="*/ 37754 h 46490"/>
                <a:gd name="connsiteX13" fmla="*/ 53287 w 53287"/>
                <a:gd name="connsiteY13" fmla="*/ 35296 h 46490"/>
                <a:gd name="connsiteX14" fmla="*/ 49206 w 53287"/>
                <a:gd name="connsiteY14" fmla="*/ 35559 h 46490"/>
                <a:gd name="connsiteX15" fmla="*/ 29218 w 53287"/>
                <a:gd name="connsiteY15" fmla="*/ 26252 h 46490"/>
                <a:gd name="connsiteX16" fmla="*/ 24023 w 53287"/>
                <a:gd name="connsiteY16" fmla="*/ 22696 h 46490"/>
                <a:gd name="connsiteX17" fmla="*/ 7235 w 53287"/>
                <a:gd name="connsiteY17" fmla="*/ 2678 h 46490"/>
                <a:gd name="connsiteX18" fmla="*/ 2041 w 53287"/>
                <a:gd name="connsiteY18" fmla="*/ 2151 h 46490"/>
                <a:gd name="connsiteX19" fmla="*/ 0 w 53287"/>
                <a:gd name="connsiteY19" fmla="*/ 0 h 46490"/>
                <a:gd name="connsiteX20" fmla="*/ 0 w 53287"/>
                <a:gd name="connsiteY20" fmla="*/ 32354 h 46490"/>
                <a:gd name="connsiteX21" fmla="*/ 20592 w 53287"/>
                <a:gd name="connsiteY21" fmla="*/ 32354 h 4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3287" h="46490">
                  <a:moveTo>
                    <a:pt x="20592" y="32310"/>
                  </a:moveTo>
                  <a:lnTo>
                    <a:pt x="18551" y="34505"/>
                  </a:lnTo>
                  <a:lnTo>
                    <a:pt x="0" y="34505"/>
                  </a:lnTo>
                  <a:lnTo>
                    <a:pt x="0" y="41266"/>
                  </a:lnTo>
                  <a:cubicBezTo>
                    <a:pt x="4406" y="40388"/>
                    <a:pt x="17577" y="38193"/>
                    <a:pt x="23235" y="41705"/>
                  </a:cubicBezTo>
                  <a:cubicBezTo>
                    <a:pt x="26621" y="43812"/>
                    <a:pt x="28708" y="45393"/>
                    <a:pt x="29960" y="46490"/>
                  </a:cubicBezTo>
                  <a:lnTo>
                    <a:pt x="32742" y="46271"/>
                  </a:lnTo>
                  <a:lnTo>
                    <a:pt x="37380" y="44910"/>
                  </a:lnTo>
                  <a:lnTo>
                    <a:pt x="40580" y="41881"/>
                  </a:lnTo>
                  <a:lnTo>
                    <a:pt x="42899" y="42715"/>
                  </a:lnTo>
                  <a:lnTo>
                    <a:pt x="48093" y="42715"/>
                  </a:lnTo>
                  <a:lnTo>
                    <a:pt x="51850" y="41046"/>
                  </a:lnTo>
                  <a:lnTo>
                    <a:pt x="53287" y="37754"/>
                  </a:lnTo>
                  <a:lnTo>
                    <a:pt x="53287" y="35296"/>
                  </a:lnTo>
                  <a:lnTo>
                    <a:pt x="49206" y="35559"/>
                  </a:lnTo>
                  <a:cubicBezTo>
                    <a:pt x="49206" y="35559"/>
                    <a:pt x="36452" y="35822"/>
                    <a:pt x="29218" y="26252"/>
                  </a:cubicBezTo>
                  <a:lnTo>
                    <a:pt x="24023" y="22696"/>
                  </a:lnTo>
                  <a:cubicBezTo>
                    <a:pt x="24023" y="22696"/>
                    <a:pt x="8348" y="12555"/>
                    <a:pt x="7235" y="2678"/>
                  </a:cubicBezTo>
                  <a:lnTo>
                    <a:pt x="2041" y="2151"/>
                  </a:lnTo>
                  <a:lnTo>
                    <a:pt x="0" y="0"/>
                  </a:lnTo>
                  <a:lnTo>
                    <a:pt x="0" y="32354"/>
                  </a:lnTo>
                  <a:lnTo>
                    <a:pt x="20592" y="3235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AE7E76A8-4ED5-9880-D91B-64B0CFABBF7A}"/>
                </a:ext>
              </a:extLst>
            </p:cNvPr>
            <p:cNvSpPr>
              <a:spLocks/>
            </p:cNvSpPr>
            <p:nvPr/>
          </p:nvSpPr>
          <p:spPr>
            <a:xfrm>
              <a:off x="3940204" y="3963050"/>
              <a:ext cx="921878" cy="917766"/>
            </a:xfrm>
            <a:custGeom>
              <a:avLst/>
              <a:gdLst>
                <a:gd name="connsiteX0" fmla="*/ 611531 w 617619"/>
                <a:gd name="connsiteY0" fmla="*/ 158830 h 614864"/>
                <a:gd name="connsiteX1" fmla="*/ 602255 w 617619"/>
                <a:gd name="connsiteY1" fmla="*/ 153080 h 614864"/>
                <a:gd name="connsiteX2" fmla="*/ 575310 w 617619"/>
                <a:gd name="connsiteY2" fmla="*/ 146495 h 614864"/>
                <a:gd name="connsiteX3" fmla="*/ 537327 w 617619"/>
                <a:gd name="connsiteY3" fmla="*/ 120418 h 614864"/>
                <a:gd name="connsiteX4" fmla="*/ 513582 w 617619"/>
                <a:gd name="connsiteY4" fmla="*/ 121515 h 614864"/>
                <a:gd name="connsiteX5" fmla="*/ 496793 w 617619"/>
                <a:gd name="connsiteY5" fmla="*/ 118794 h 614864"/>
                <a:gd name="connsiteX6" fmla="*/ 479680 w 617619"/>
                <a:gd name="connsiteY6" fmla="*/ 114404 h 614864"/>
                <a:gd name="connsiteX7" fmla="*/ 478242 w 617619"/>
                <a:gd name="connsiteY7" fmla="*/ 110540 h 614864"/>
                <a:gd name="connsiteX8" fmla="*/ 474161 w 617619"/>
                <a:gd name="connsiteY8" fmla="*/ 116028 h 614864"/>
                <a:gd name="connsiteX9" fmla="*/ 470405 w 617619"/>
                <a:gd name="connsiteY9" fmla="*/ 119057 h 614864"/>
                <a:gd name="connsiteX10" fmla="*/ 472445 w 617619"/>
                <a:gd name="connsiteY10" fmla="*/ 113569 h 614864"/>
                <a:gd name="connsiteX11" fmla="*/ 469245 w 617619"/>
                <a:gd name="connsiteY11" fmla="*/ 114096 h 614864"/>
                <a:gd name="connsiteX12" fmla="*/ 466926 w 617619"/>
                <a:gd name="connsiteY12" fmla="*/ 120945 h 614864"/>
                <a:gd name="connsiteX13" fmla="*/ 461732 w 617619"/>
                <a:gd name="connsiteY13" fmla="*/ 127266 h 614864"/>
                <a:gd name="connsiteX14" fmla="*/ 459135 w 617619"/>
                <a:gd name="connsiteY14" fmla="*/ 127266 h 614864"/>
                <a:gd name="connsiteX15" fmla="*/ 464932 w 617619"/>
                <a:gd name="connsiteY15" fmla="*/ 120154 h 614864"/>
                <a:gd name="connsiteX16" fmla="*/ 463494 w 617619"/>
                <a:gd name="connsiteY16" fmla="*/ 117433 h 614864"/>
                <a:gd name="connsiteX17" fmla="*/ 464654 w 617619"/>
                <a:gd name="connsiteY17" fmla="*/ 114404 h 614864"/>
                <a:gd name="connsiteX18" fmla="*/ 459135 w 617619"/>
                <a:gd name="connsiteY18" fmla="*/ 99565 h 614864"/>
                <a:gd name="connsiteX19" fmla="*/ 452457 w 617619"/>
                <a:gd name="connsiteY19" fmla="*/ 100092 h 614864"/>
                <a:gd name="connsiteX20" fmla="*/ 451297 w 617619"/>
                <a:gd name="connsiteY20" fmla="*/ 96800 h 614864"/>
                <a:gd name="connsiteX21" fmla="*/ 448422 w 617619"/>
                <a:gd name="connsiteY21" fmla="*/ 96273 h 614864"/>
                <a:gd name="connsiteX22" fmla="*/ 443227 w 617619"/>
                <a:gd name="connsiteY22" fmla="*/ 93551 h 614864"/>
                <a:gd name="connsiteX23" fmla="*/ 439146 w 617619"/>
                <a:gd name="connsiteY23" fmla="*/ 94078 h 614864"/>
                <a:gd name="connsiteX24" fmla="*/ 436549 w 617619"/>
                <a:gd name="connsiteY24" fmla="*/ 91619 h 614864"/>
                <a:gd name="connsiteX25" fmla="*/ 429871 w 617619"/>
                <a:gd name="connsiteY25" fmla="*/ 89951 h 614864"/>
                <a:gd name="connsiteX26" fmla="*/ 425233 w 617619"/>
                <a:gd name="connsiteY26" fmla="*/ 88283 h 614864"/>
                <a:gd name="connsiteX27" fmla="*/ 421477 w 617619"/>
                <a:gd name="connsiteY27" fmla="*/ 86922 h 614864"/>
                <a:gd name="connsiteX28" fmla="*/ 417395 w 617619"/>
                <a:gd name="connsiteY28" fmla="*/ 86922 h 614864"/>
                <a:gd name="connsiteX29" fmla="*/ 413917 w 617619"/>
                <a:gd name="connsiteY29" fmla="*/ 85254 h 614864"/>
                <a:gd name="connsiteX30" fmla="*/ 402879 w 617619"/>
                <a:gd name="connsiteY30" fmla="*/ 97897 h 614864"/>
                <a:gd name="connsiteX31" fmla="*/ 396479 w 617619"/>
                <a:gd name="connsiteY31" fmla="*/ 101760 h 614864"/>
                <a:gd name="connsiteX32" fmla="*/ 387482 w 617619"/>
                <a:gd name="connsiteY32" fmla="*/ 114096 h 614864"/>
                <a:gd name="connsiteX33" fmla="*/ 385441 w 617619"/>
                <a:gd name="connsiteY33" fmla="*/ 114623 h 614864"/>
                <a:gd name="connsiteX34" fmla="*/ 389198 w 617619"/>
                <a:gd name="connsiteY34" fmla="*/ 103385 h 614864"/>
                <a:gd name="connsiteX35" fmla="*/ 382520 w 617619"/>
                <a:gd name="connsiteY35" fmla="*/ 105053 h 614864"/>
                <a:gd name="connsiteX36" fmla="*/ 376722 w 617619"/>
                <a:gd name="connsiteY36" fmla="*/ 105580 h 614864"/>
                <a:gd name="connsiteX37" fmla="*/ 371806 w 617619"/>
                <a:gd name="connsiteY37" fmla="*/ 105843 h 614864"/>
                <a:gd name="connsiteX38" fmla="*/ 365406 w 617619"/>
                <a:gd name="connsiteY38" fmla="*/ 106370 h 614864"/>
                <a:gd name="connsiteX39" fmla="*/ 367447 w 617619"/>
                <a:gd name="connsiteY39" fmla="*/ 103911 h 614864"/>
                <a:gd name="connsiteX40" fmla="*/ 373847 w 617619"/>
                <a:gd name="connsiteY40" fmla="*/ 103648 h 614864"/>
                <a:gd name="connsiteX41" fmla="*/ 377325 w 617619"/>
                <a:gd name="connsiteY41" fmla="*/ 103121 h 614864"/>
                <a:gd name="connsiteX42" fmla="*/ 384282 w 617619"/>
                <a:gd name="connsiteY42" fmla="*/ 103121 h 614864"/>
                <a:gd name="connsiteX43" fmla="*/ 387760 w 617619"/>
                <a:gd name="connsiteY43" fmla="*/ 101760 h 614864"/>
                <a:gd name="connsiteX44" fmla="*/ 400514 w 617619"/>
                <a:gd name="connsiteY44" fmla="*/ 92146 h 614864"/>
                <a:gd name="connsiteX45" fmla="*/ 403389 w 617619"/>
                <a:gd name="connsiteY45" fmla="*/ 79810 h 614864"/>
                <a:gd name="connsiteX46" fmla="*/ 392676 w 617619"/>
                <a:gd name="connsiteY46" fmla="*/ 80074 h 614864"/>
                <a:gd name="connsiteX47" fmla="*/ 386276 w 617619"/>
                <a:gd name="connsiteY47" fmla="*/ 80600 h 614864"/>
                <a:gd name="connsiteX48" fmla="*/ 379876 w 617619"/>
                <a:gd name="connsiteY48" fmla="*/ 80337 h 614864"/>
                <a:gd name="connsiteX49" fmla="*/ 372038 w 617619"/>
                <a:gd name="connsiteY49" fmla="*/ 79503 h 614864"/>
                <a:gd name="connsiteX50" fmla="*/ 366520 w 617619"/>
                <a:gd name="connsiteY50" fmla="*/ 86351 h 614864"/>
                <a:gd name="connsiteX51" fmla="*/ 366241 w 617619"/>
                <a:gd name="connsiteY51" fmla="*/ 92673 h 614864"/>
                <a:gd name="connsiteX52" fmla="*/ 364804 w 617619"/>
                <a:gd name="connsiteY52" fmla="*/ 93507 h 614864"/>
                <a:gd name="connsiteX53" fmla="*/ 363922 w 617619"/>
                <a:gd name="connsiteY53" fmla="*/ 86395 h 614864"/>
                <a:gd name="connsiteX54" fmla="*/ 363366 w 617619"/>
                <a:gd name="connsiteY54" fmla="*/ 84200 h 614864"/>
                <a:gd name="connsiteX55" fmla="*/ 365685 w 617619"/>
                <a:gd name="connsiteY55" fmla="*/ 81479 h 614864"/>
                <a:gd name="connsiteX56" fmla="*/ 367725 w 617619"/>
                <a:gd name="connsiteY56" fmla="*/ 78186 h 614864"/>
                <a:gd name="connsiteX57" fmla="*/ 362206 w 617619"/>
                <a:gd name="connsiteY57" fmla="*/ 77923 h 614864"/>
                <a:gd name="connsiteX58" fmla="*/ 360166 w 617619"/>
                <a:gd name="connsiteY58" fmla="*/ 83147 h 614864"/>
                <a:gd name="connsiteX59" fmla="*/ 356688 w 617619"/>
                <a:gd name="connsiteY59" fmla="*/ 85342 h 614864"/>
                <a:gd name="connsiteX60" fmla="*/ 351771 w 617619"/>
                <a:gd name="connsiteY60" fmla="*/ 92454 h 614864"/>
                <a:gd name="connsiteX61" fmla="*/ 348015 w 617619"/>
                <a:gd name="connsiteY61" fmla="*/ 97370 h 614864"/>
                <a:gd name="connsiteX62" fmla="*/ 351215 w 617619"/>
                <a:gd name="connsiteY62" fmla="*/ 96536 h 614864"/>
                <a:gd name="connsiteX63" fmla="*/ 355853 w 617619"/>
                <a:gd name="connsiteY63" fmla="*/ 92673 h 614864"/>
                <a:gd name="connsiteX64" fmla="*/ 358172 w 617619"/>
                <a:gd name="connsiteY64" fmla="*/ 91005 h 614864"/>
                <a:gd name="connsiteX65" fmla="*/ 358728 w 617619"/>
                <a:gd name="connsiteY65" fmla="*/ 87449 h 614864"/>
                <a:gd name="connsiteX66" fmla="*/ 360166 w 617619"/>
                <a:gd name="connsiteY66" fmla="*/ 92936 h 614864"/>
                <a:gd name="connsiteX67" fmla="*/ 357569 w 617619"/>
                <a:gd name="connsiteY67" fmla="*/ 94605 h 614864"/>
                <a:gd name="connsiteX68" fmla="*/ 354693 w 617619"/>
                <a:gd name="connsiteY68" fmla="*/ 97063 h 614864"/>
                <a:gd name="connsiteX69" fmla="*/ 350334 w 617619"/>
                <a:gd name="connsiteY69" fmla="*/ 99785 h 614864"/>
                <a:gd name="connsiteX70" fmla="*/ 344537 w 617619"/>
                <a:gd name="connsiteY70" fmla="*/ 102507 h 614864"/>
                <a:gd name="connsiteX71" fmla="*/ 344815 w 617619"/>
                <a:gd name="connsiteY71" fmla="*/ 107994 h 614864"/>
                <a:gd name="connsiteX72" fmla="*/ 348015 w 617619"/>
                <a:gd name="connsiteY72" fmla="*/ 117301 h 614864"/>
                <a:gd name="connsiteX73" fmla="*/ 349453 w 617619"/>
                <a:gd name="connsiteY73" fmla="*/ 121691 h 614864"/>
                <a:gd name="connsiteX74" fmla="*/ 352328 w 617619"/>
                <a:gd name="connsiteY74" fmla="*/ 124413 h 614864"/>
                <a:gd name="connsiteX75" fmla="*/ 350890 w 617619"/>
                <a:gd name="connsiteY75" fmla="*/ 130164 h 614864"/>
                <a:gd name="connsiteX76" fmla="*/ 346531 w 617619"/>
                <a:gd name="connsiteY76" fmla="*/ 127705 h 614864"/>
                <a:gd name="connsiteX77" fmla="*/ 342171 w 617619"/>
                <a:gd name="connsiteY77" fmla="*/ 130998 h 614864"/>
                <a:gd name="connsiteX78" fmla="*/ 335493 w 617619"/>
                <a:gd name="connsiteY78" fmla="*/ 142500 h 614864"/>
                <a:gd name="connsiteX79" fmla="*/ 336374 w 617619"/>
                <a:gd name="connsiteY79" fmla="*/ 134817 h 614864"/>
                <a:gd name="connsiteX80" fmla="*/ 329139 w 617619"/>
                <a:gd name="connsiteY80" fmla="*/ 135915 h 614864"/>
                <a:gd name="connsiteX81" fmla="*/ 337534 w 617619"/>
                <a:gd name="connsiteY81" fmla="*/ 132886 h 614864"/>
                <a:gd name="connsiteX82" fmla="*/ 340409 w 617619"/>
                <a:gd name="connsiteY82" fmla="*/ 129330 h 614864"/>
                <a:gd name="connsiteX83" fmla="*/ 343609 w 617619"/>
                <a:gd name="connsiteY83" fmla="*/ 124106 h 614864"/>
                <a:gd name="connsiteX84" fmla="*/ 345047 w 617619"/>
                <a:gd name="connsiteY84" fmla="*/ 118618 h 614864"/>
                <a:gd name="connsiteX85" fmla="*/ 343006 w 617619"/>
                <a:gd name="connsiteY85" fmla="*/ 110936 h 614864"/>
                <a:gd name="connsiteX86" fmla="*/ 341244 w 617619"/>
                <a:gd name="connsiteY86" fmla="*/ 104351 h 614864"/>
                <a:gd name="connsiteX87" fmla="*/ 326774 w 617619"/>
                <a:gd name="connsiteY87" fmla="*/ 104351 h 614864"/>
                <a:gd name="connsiteX88" fmla="*/ 318936 w 617619"/>
                <a:gd name="connsiteY88" fmla="*/ 106019 h 614864"/>
                <a:gd name="connsiteX89" fmla="*/ 314299 w 617619"/>
                <a:gd name="connsiteY89" fmla="*/ 112340 h 614864"/>
                <a:gd name="connsiteX90" fmla="*/ 309661 w 617619"/>
                <a:gd name="connsiteY90" fmla="*/ 114008 h 614864"/>
                <a:gd name="connsiteX91" fmla="*/ 300664 w 617619"/>
                <a:gd name="connsiteY91" fmla="*/ 113174 h 614864"/>
                <a:gd name="connsiteX92" fmla="*/ 294867 w 617619"/>
                <a:gd name="connsiteY92" fmla="*/ 131261 h 614864"/>
                <a:gd name="connsiteX93" fmla="*/ 292826 w 617619"/>
                <a:gd name="connsiteY93" fmla="*/ 129900 h 614864"/>
                <a:gd name="connsiteX94" fmla="*/ 297742 w 617619"/>
                <a:gd name="connsiteY94" fmla="*/ 113174 h 614864"/>
                <a:gd name="connsiteX95" fmla="*/ 297464 w 617619"/>
                <a:gd name="connsiteY95" fmla="*/ 110452 h 614864"/>
                <a:gd name="connsiteX96" fmla="*/ 293382 w 617619"/>
                <a:gd name="connsiteY96" fmla="*/ 111550 h 614864"/>
                <a:gd name="connsiteX97" fmla="*/ 288467 w 617619"/>
                <a:gd name="connsiteY97" fmla="*/ 109092 h 614864"/>
                <a:gd name="connsiteX98" fmla="*/ 282669 w 617619"/>
                <a:gd name="connsiteY98" fmla="*/ 108565 h 614864"/>
                <a:gd name="connsiteX99" fmla="*/ 276594 w 617619"/>
                <a:gd name="connsiteY99" fmla="*/ 114052 h 614864"/>
                <a:gd name="connsiteX100" fmla="*/ 268756 w 617619"/>
                <a:gd name="connsiteY100" fmla="*/ 116511 h 614864"/>
                <a:gd name="connsiteX101" fmla="*/ 262681 w 617619"/>
                <a:gd name="connsiteY101" fmla="*/ 115677 h 614864"/>
                <a:gd name="connsiteX102" fmla="*/ 258321 w 617619"/>
                <a:gd name="connsiteY102" fmla="*/ 114842 h 614864"/>
                <a:gd name="connsiteX103" fmla="*/ 253684 w 617619"/>
                <a:gd name="connsiteY103" fmla="*/ 120067 h 614864"/>
                <a:gd name="connsiteX104" fmla="*/ 250484 w 617619"/>
                <a:gd name="connsiteY104" fmla="*/ 120330 h 614864"/>
                <a:gd name="connsiteX105" fmla="*/ 247608 w 617619"/>
                <a:gd name="connsiteY105" fmla="*/ 124720 h 614864"/>
                <a:gd name="connsiteX106" fmla="*/ 244733 w 617619"/>
                <a:gd name="connsiteY106" fmla="*/ 124720 h 614864"/>
                <a:gd name="connsiteX107" fmla="*/ 247330 w 617619"/>
                <a:gd name="connsiteY107" fmla="*/ 119232 h 614864"/>
                <a:gd name="connsiteX108" fmla="*/ 253730 w 617619"/>
                <a:gd name="connsiteY108" fmla="*/ 117564 h 614864"/>
                <a:gd name="connsiteX109" fmla="*/ 258646 w 617619"/>
                <a:gd name="connsiteY109" fmla="*/ 111813 h 614864"/>
                <a:gd name="connsiteX110" fmla="*/ 264443 w 617619"/>
                <a:gd name="connsiteY110" fmla="*/ 114008 h 614864"/>
                <a:gd name="connsiteX111" fmla="*/ 272281 w 617619"/>
                <a:gd name="connsiteY111" fmla="*/ 113482 h 614864"/>
                <a:gd name="connsiteX112" fmla="*/ 278078 w 617619"/>
                <a:gd name="connsiteY112" fmla="*/ 109092 h 614864"/>
                <a:gd name="connsiteX113" fmla="*/ 282994 w 617619"/>
                <a:gd name="connsiteY113" fmla="*/ 105799 h 614864"/>
                <a:gd name="connsiteX114" fmla="*/ 290229 w 617619"/>
                <a:gd name="connsiteY114" fmla="*/ 107160 h 614864"/>
                <a:gd name="connsiteX115" fmla="*/ 295145 w 617619"/>
                <a:gd name="connsiteY115" fmla="*/ 107423 h 614864"/>
                <a:gd name="connsiteX116" fmla="*/ 299783 w 617619"/>
                <a:gd name="connsiteY116" fmla="*/ 106326 h 614864"/>
                <a:gd name="connsiteX117" fmla="*/ 304699 w 617619"/>
                <a:gd name="connsiteY117" fmla="*/ 107687 h 614864"/>
                <a:gd name="connsiteX118" fmla="*/ 308177 w 617619"/>
                <a:gd name="connsiteY118" fmla="*/ 109618 h 614864"/>
                <a:gd name="connsiteX119" fmla="*/ 313093 w 617619"/>
                <a:gd name="connsiteY119" fmla="*/ 107687 h 614864"/>
                <a:gd name="connsiteX120" fmla="*/ 316571 w 617619"/>
                <a:gd name="connsiteY120" fmla="*/ 104658 h 614864"/>
                <a:gd name="connsiteX121" fmla="*/ 330484 w 617619"/>
                <a:gd name="connsiteY121" fmla="*/ 101629 h 614864"/>
                <a:gd name="connsiteX122" fmla="*/ 337998 w 617619"/>
                <a:gd name="connsiteY122" fmla="*/ 100268 h 614864"/>
                <a:gd name="connsiteX123" fmla="*/ 342635 w 617619"/>
                <a:gd name="connsiteY123" fmla="*/ 98600 h 614864"/>
                <a:gd name="connsiteX124" fmla="*/ 347273 w 617619"/>
                <a:gd name="connsiteY124" fmla="*/ 93683 h 614864"/>
                <a:gd name="connsiteX125" fmla="*/ 358311 w 617619"/>
                <a:gd name="connsiteY125" fmla="*/ 79986 h 614864"/>
                <a:gd name="connsiteX126" fmla="*/ 362948 w 617619"/>
                <a:gd name="connsiteY126" fmla="*/ 75332 h 614864"/>
                <a:gd name="connsiteX127" fmla="*/ 369905 w 617619"/>
                <a:gd name="connsiteY127" fmla="*/ 69011 h 614864"/>
                <a:gd name="connsiteX128" fmla="*/ 371064 w 617619"/>
                <a:gd name="connsiteY128" fmla="*/ 70679 h 614864"/>
                <a:gd name="connsiteX129" fmla="*/ 370508 w 617619"/>
                <a:gd name="connsiteY129" fmla="*/ 74806 h 614864"/>
                <a:gd name="connsiteX130" fmla="*/ 373986 w 617619"/>
                <a:gd name="connsiteY130" fmla="*/ 71250 h 614864"/>
                <a:gd name="connsiteX131" fmla="*/ 377186 w 617619"/>
                <a:gd name="connsiteY131" fmla="*/ 69055 h 614864"/>
                <a:gd name="connsiteX132" fmla="*/ 377186 w 617619"/>
                <a:gd name="connsiteY132" fmla="*/ 64138 h 614864"/>
                <a:gd name="connsiteX133" fmla="*/ 373105 w 617619"/>
                <a:gd name="connsiteY133" fmla="*/ 66860 h 614864"/>
                <a:gd name="connsiteX134" fmla="*/ 375424 w 617619"/>
                <a:gd name="connsiteY134" fmla="*/ 62733 h 614864"/>
                <a:gd name="connsiteX135" fmla="*/ 380340 w 617619"/>
                <a:gd name="connsiteY135" fmla="*/ 62470 h 614864"/>
                <a:gd name="connsiteX136" fmla="*/ 378299 w 617619"/>
                <a:gd name="connsiteY136" fmla="*/ 51231 h 614864"/>
                <a:gd name="connsiteX137" fmla="*/ 372224 w 617619"/>
                <a:gd name="connsiteY137" fmla="*/ 50134 h 614864"/>
                <a:gd name="connsiteX138" fmla="*/ 368746 w 617619"/>
                <a:gd name="connsiteY138" fmla="*/ 45217 h 614864"/>
                <a:gd name="connsiteX139" fmla="*/ 361232 w 617619"/>
                <a:gd name="connsiteY139" fmla="*/ 26823 h 614864"/>
                <a:gd name="connsiteX140" fmla="*/ 355714 w 617619"/>
                <a:gd name="connsiteY140" fmla="*/ 12292 h 614864"/>
                <a:gd name="connsiteX141" fmla="*/ 353116 w 617619"/>
                <a:gd name="connsiteY141" fmla="*/ 13170 h 614864"/>
                <a:gd name="connsiteX142" fmla="*/ 353116 w 617619"/>
                <a:gd name="connsiteY142" fmla="*/ 15584 h 614864"/>
                <a:gd name="connsiteX143" fmla="*/ 352653 w 617619"/>
                <a:gd name="connsiteY143" fmla="*/ 16463 h 614864"/>
                <a:gd name="connsiteX144" fmla="*/ 346531 w 617619"/>
                <a:gd name="connsiteY144" fmla="*/ 20940 h 614864"/>
                <a:gd name="connsiteX145" fmla="*/ 344027 w 617619"/>
                <a:gd name="connsiteY145" fmla="*/ 26691 h 614864"/>
                <a:gd name="connsiteX146" fmla="*/ 343841 w 617619"/>
                <a:gd name="connsiteY146" fmla="*/ 26998 h 614864"/>
                <a:gd name="connsiteX147" fmla="*/ 339203 w 617619"/>
                <a:gd name="connsiteY147" fmla="*/ 32179 h 614864"/>
                <a:gd name="connsiteX148" fmla="*/ 339203 w 617619"/>
                <a:gd name="connsiteY148" fmla="*/ 38369 h 614864"/>
                <a:gd name="connsiteX149" fmla="*/ 338786 w 617619"/>
                <a:gd name="connsiteY149" fmla="*/ 39247 h 614864"/>
                <a:gd name="connsiteX150" fmla="*/ 332989 w 617619"/>
                <a:gd name="connsiteY150" fmla="*/ 43637 h 614864"/>
                <a:gd name="connsiteX151" fmla="*/ 332247 w 617619"/>
                <a:gd name="connsiteY151" fmla="*/ 43856 h 614864"/>
                <a:gd name="connsiteX152" fmla="*/ 318055 w 617619"/>
                <a:gd name="connsiteY152" fmla="*/ 43856 h 614864"/>
                <a:gd name="connsiteX153" fmla="*/ 313696 w 617619"/>
                <a:gd name="connsiteY153" fmla="*/ 46183 h 614864"/>
                <a:gd name="connsiteX154" fmla="*/ 313139 w 617619"/>
                <a:gd name="connsiteY154" fmla="*/ 46315 h 614864"/>
                <a:gd name="connsiteX155" fmla="*/ 312722 w 617619"/>
                <a:gd name="connsiteY155" fmla="*/ 46227 h 614864"/>
                <a:gd name="connsiteX156" fmla="*/ 306044 w 617619"/>
                <a:gd name="connsiteY156" fmla="*/ 43768 h 614864"/>
                <a:gd name="connsiteX157" fmla="*/ 306044 w 617619"/>
                <a:gd name="connsiteY157" fmla="*/ 43768 h 614864"/>
                <a:gd name="connsiteX158" fmla="*/ 306044 w 617619"/>
                <a:gd name="connsiteY158" fmla="*/ 43768 h 614864"/>
                <a:gd name="connsiteX159" fmla="*/ 301684 w 617619"/>
                <a:gd name="connsiteY159" fmla="*/ 41837 h 614864"/>
                <a:gd name="connsiteX160" fmla="*/ 301174 w 617619"/>
                <a:gd name="connsiteY160" fmla="*/ 41354 h 614864"/>
                <a:gd name="connsiteX161" fmla="*/ 299504 w 617619"/>
                <a:gd name="connsiteY161" fmla="*/ 38369 h 614864"/>
                <a:gd name="connsiteX162" fmla="*/ 295655 w 617619"/>
                <a:gd name="connsiteY162" fmla="*/ 41134 h 614864"/>
                <a:gd name="connsiteX163" fmla="*/ 294913 w 617619"/>
                <a:gd name="connsiteY163" fmla="*/ 41354 h 614864"/>
                <a:gd name="connsiteX164" fmla="*/ 284385 w 617619"/>
                <a:gd name="connsiteY164" fmla="*/ 40827 h 614864"/>
                <a:gd name="connsiteX165" fmla="*/ 282252 w 617619"/>
                <a:gd name="connsiteY165" fmla="*/ 42847 h 614864"/>
                <a:gd name="connsiteX166" fmla="*/ 286380 w 617619"/>
                <a:gd name="connsiteY166" fmla="*/ 48685 h 614864"/>
                <a:gd name="connsiteX167" fmla="*/ 286426 w 617619"/>
                <a:gd name="connsiteY167" fmla="*/ 49783 h 614864"/>
                <a:gd name="connsiteX168" fmla="*/ 285452 w 617619"/>
                <a:gd name="connsiteY168" fmla="*/ 50397 h 614864"/>
                <a:gd name="connsiteX169" fmla="*/ 270379 w 617619"/>
                <a:gd name="connsiteY169" fmla="*/ 50924 h 614864"/>
                <a:gd name="connsiteX170" fmla="*/ 269359 w 617619"/>
                <a:gd name="connsiteY170" fmla="*/ 50397 h 614864"/>
                <a:gd name="connsiteX171" fmla="*/ 267690 w 617619"/>
                <a:gd name="connsiteY171" fmla="*/ 47895 h 614864"/>
                <a:gd name="connsiteX172" fmla="*/ 262866 w 617619"/>
                <a:gd name="connsiteY172" fmla="*/ 47895 h 614864"/>
                <a:gd name="connsiteX173" fmla="*/ 260316 w 617619"/>
                <a:gd name="connsiteY173" fmla="*/ 51758 h 614864"/>
                <a:gd name="connsiteX174" fmla="*/ 259388 w 617619"/>
                <a:gd name="connsiteY174" fmla="*/ 52285 h 614864"/>
                <a:gd name="connsiteX175" fmla="*/ 253405 w 617619"/>
                <a:gd name="connsiteY175" fmla="*/ 52548 h 614864"/>
                <a:gd name="connsiteX176" fmla="*/ 249649 w 617619"/>
                <a:gd name="connsiteY176" fmla="*/ 55358 h 614864"/>
                <a:gd name="connsiteX177" fmla="*/ 248211 w 617619"/>
                <a:gd name="connsiteY177" fmla="*/ 55358 h 614864"/>
                <a:gd name="connsiteX178" fmla="*/ 246634 w 617619"/>
                <a:gd name="connsiteY178" fmla="*/ 54129 h 614864"/>
                <a:gd name="connsiteX179" fmla="*/ 246634 w 617619"/>
                <a:gd name="connsiteY179" fmla="*/ 58914 h 614864"/>
                <a:gd name="connsiteX180" fmla="*/ 245475 w 617619"/>
                <a:gd name="connsiteY180" fmla="*/ 60011 h 614864"/>
                <a:gd name="connsiteX181" fmla="*/ 238796 w 617619"/>
                <a:gd name="connsiteY181" fmla="*/ 60011 h 614864"/>
                <a:gd name="connsiteX182" fmla="*/ 238194 w 617619"/>
                <a:gd name="connsiteY182" fmla="*/ 59880 h 614864"/>
                <a:gd name="connsiteX183" fmla="*/ 224837 w 617619"/>
                <a:gd name="connsiteY183" fmla="*/ 52461 h 614864"/>
                <a:gd name="connsiteX184" fmla="*/ 224280 w 617619"/>
                <a:gd name="connsiteY184" fmla="*/ 51539 h 614864"/>
                <a:gd name="connsiteX185" fmla="*/ 224002 w 617619"/>
                <a:gd name="connsiteY185" fmla="*/ 43461 h 614864"/>
                <a:gd name="connsiteX186" fmla="*/ 219782 w 617619"/>
                <a:gd name="connsiteY186" fmla="*/ 41793 h 614864"/>
                <a:gd name="connsiteX187" fmla="*/ 219086 w 617619"/>
                <a:gd name="connsiteY187" fmla="*/ 40827 h 614864"/>
                <a:gd name="connsiteX188" fmla="*/ 218808 w 617619"/>
                <a:gd name="connsiteY188" fmla="*/ 34505 h 614864"/>
                <a:gd name="connsiteX189" fmla="*/ 218901 w 617619"/>
                <a:gd name="connsiteY189" fmla="*/ 34067 h 614864"/>
                <a:gd name="connsiteX190" fmla="*/ 221127 w 617619"/>
                <a:gd name="connsiteY190" fmla="*/ 28491 h 614864"/>
                <a:gd name="connsiteX191" fmla="*/ 221127 w 617619"/>
                <a:gd name="connsiteY191" fmla="*/ 24013 h 614864"/>
                <a:gd name="connsiteX192" fmla="*/ 221451 w 617619"/>
                <a:gd name="connsiteY192" fmla="*/ 23267 h 614864"/>
                <a:gd name="connsiteX193" fmla="*/ 226553 w 617619"/>
                <a:gd name="connsiteY193" fmla="*/ 17999 h 614864"/>
                <a:gd name="connsiteX194" fmla="*/ 223538 w 617619"/>
                <a:gd name="connsiteY194" fmla="*/ 16463 h 614864"/>
                <a:gd name="connsiteX195" fmla="*/ 222935 w 617619"/>
                <a:gd name="connsiteY195" fmla="*/ 15497 h 614864"/>
                <a:gd name="connsiteX196" fmla="*/ 222935 w 617619"/>
                <a:gd name="connsiteY196" fmla="*/ 4917 h 614864"/>
                <a:gd name="connsiteX197" fmla="*/ 218901 w 617619"/>
                <a:gd name="connsiteY197" fmla="*/ 0 h 614864"/>
                <a:gd name="connsiteX198" fmla="*/ 210506 w 617619"/>
                <a:gd name="connsiteY198" fmla="*/ 0 h 614864"/>
                <a:gd name="connsiteX199" fmla="*/ 212501 w 617619"/>
                <a:gd name="connsiteY199" fmla="*/ 2151 h 614864"/>
                <a:gd name="connsiteX200" fmla="*/ 212779 w 617619"/>
                <a:gd name="connsiteY200" fmla="*/ 3117 h 614864"/>
                <a:gd name="connsiteX201" fmla="*/ 212130 w 617619"/>
                <a:gd name="connsiteY201" fmla="*/ 3863 h 614864"/>
                <a:gd name="connsiteX202" fmla="*/ 206796 w 617619"/>
                <a:gd name="connsiteY202" fmla="*/ 6146 h 614864"/>
                <a:gd name="connsiteX203" fmla="*/ 205729 w 617619"/>
                <a:gd name="connsiteY203" fmla="*/ 9263 h 614864"/>
                <a:gd name="connsiteX204" fmla="*/ 204848 w 617619"/>
                <a:gd name="connsiteY204" fmla="*/ 10009 h 614864"/>
                <a:gd name="connsiteX205" fmla="*/ 199283 w 617619"/>
                <a:gd name="connsiteY205" fmla="*/ 11019 h 614864"/>
                <a:gd name="connsiteX206" fmla="*/ 195990 w 617619"/>
                <a:gd name="connsiteY206" fmla="*/ 14311 h 614864"/>
                <a:gd name="connsiteX207" fmla="*/ 195387 w 617619"/>
                <a:gd name="connsiteY207" fmla="*/ 14619 h 614864"/>
                <a:gd name="connsiteX208" fmla="*/ 177996 w 617619"/>
                <a:gd name="connsiteY208" fmla="*/ 18262 h 614864"/>
                <a:gd name="connsiteX209" fmla="*/ 177996 w 617619"/>
                <a:gd name="connsiteY209" fmla="*/ 21511 h 614864"/>
                <a:gd name="connsiteX210" fmla="*/ 177300 w 617619"/>
                <a:gd name="connsiteY210" fmla="*/ 22521 h 614864"/>
                <a:gd name="connsiteX211" fmla="*/ 174100 w 617619"/>
                <a:gd name="connsiteY211" fmla="*/ 23882 h 614864"/>
                <a:gd name="connsiteX212" fmla="*/ 172848 w 617619"/>
                <a:gd name="connsiteY212" fmla="*/ 23706 h 614864"/>
                <a:gd name="connsiteX213" fmla="*/ 168535 w 617619"/>
                <a:gd name="connsiteY213" fmla="*/ 19887 h 614864"/>
                <a:gd name="connsiteX214" fmla="*/ 158239 w 617619"/>
                <a:gd name="connsiteY214" fmla="*/ 19623 h 614864"/>
                <a:gd name="connsiteX215" fmla="*/ 157451 w 617619"/>
                <a:gd name="connsiteY215" fmla="*/ 19316 h 614864"/>
                <a:gd name="connsiteX216" fmla="*/ 153370 w 617619"/>
                <a:gd name="connsiteY216" fmla="*/ 15453 h 614864"/>
                <a:gd name="connsiteX217" fmla="*/ 147804 w 617619"/>
                <a:gd name="connsiteY217" fmla="*/ 14750 h 614864"/>
                <a:gd name="connsiteX218" fmla="*/ 153972 w 617619"/>
                <a:gd name="connsiteY218" fmla="*/ 22521 h 614864"/>
                <a:gd name="connsiteX219" fmla="*/ 154204 w 617619"/>
                <a:gd name="connsiteY219" fmla="*/ 23311 h 614864"/>
                <a:gd name="connsiteX220" fmla="*/ 153416 w 617619"/>
                <a:gd name="connsiteY220" fmla="*/ 29940 h 614864"/>
                <a:gd name="connsiteX221" fmla="*/ 157729 w 617619"/>
                <a:gd name="connsiteY221" fmla="*/ 34505 h 614864"/>
                <a:gd name="connsiteX222" fmla="*/ 158007 w 617619"/>
                <a:gd name="connsiteY222" fmla="*/ 35164 h 614864"/>
                <a:gd name="connsiteX223" fmla="*/ 158239 w 617619"/>
                <a:gd name="connsiteY223" fmla="*/ 39115 h 614864"/>
                <a:gd name="connsiteX224" fmla="*/ 165891 w 617619"/>
                <a:gd name="connsiteY224" fmla="*/ 39598 h 614864"/>
                <a:gd name="connsiteX225" fmla="*/ 166958 w 617619"/>
                <a:gd name="connsiteY225" fmla="*/ 40695 h 614864"/>
                <a:gd name="connsiteX226" fmla="*/ 166958 w 617619"/>
                <a:gd name="connsiteY226" fmla="*/ 45612 h 614864"/>
                <a:gd name="connsiteX227" fmla="*/ 165938 w 617619"/>
                <a:gd name="connsiteY227" fmla="*/ 46710 h 614864"/>
                <a:gd name="connsiteX228" fmla="*/ 156523 w 617619"/>
                <a:gd name="connsiteY228" fmla="*/ 47939 h 614864"/>
                <a:gd name="connsiteX229" fmla="*/ 156523 w 617619"/>
                <a:gd name="connsiteY229" fmla="*/ 51363 h 614864"/>
                <a:gd name="connsiteX230" fmla="*/ 156245 w 617619"/>
                <a:gd name="connsiteY230" fmla="*/ 52065 h 614864"/>
                <a:gd name="connsiteX231" fmla="*/ 151607 w 617619"/>
                <a:gd name="connsiteY231" fmla="*/ 57290 h 614864"/>
                <a:gd name="connsiteX232" fmla="*/ 150309 w 617619"/>
                <a:gd name="connsiteY232" fmla="*/ 57597 h 614864"/>
                <a:gd name="connsiteX233" fmla="*/ 149567 w 617619"/>
                <a:gd name="connsiteY233" fmla="*/ 56587 h 614864"/>
                <a:gd name="connsiteX234" fmla="*/ 149567 w 617619"/>
                <a:gd name="connsiteY234" fmla="*/ 55841 h 614864"/>
                <a:gd name="connsiteX235" fmla="*/ 145949 w 617619"/>
                <a:gd name="connsiteY235" fmla="*/ 58563 h 614864"/>
                <a:gd name="connsiteX236" fmla="*/ 145439 w 617619"/>
                <a:gd name="connsiteY236" fmla="*/ 58782 h 614864"/>
                <a:gd name="connsiteX237" fmla="*/ 141451 w 617619"/>
                <a:gd name="connsiteY237" fmla="*/ 59528 h 614864"/>
                <a:gd name="connsiteX238" fmla="*/ 135051 w 617619"/>
                <a:gd name="connsiteY238" fmla="*/ 66114 h 614864"/>
                <a:gd name="connsiteX239" fmla="*/ 134216 w 617619"/>
                <a:gd name="connsiteY239" fmla="*/ 66465 h 614864"/>
                <a:gd name="connsiteX240" fmla="*/ 134216 w 617619"/>
                <a:gd name="connsiteY240" fmla="*/ 66465 h 614864"/>
                <a:gd name="connsiteX241" fmla="*/ 133381 w 617619"/>
                <a:gd name="connsiteY241" fmla="*/ 66114 h 614864"/>
                <a:gd name="connsiteX242" fmla="*/ 131248 w 617619"/>
                <a:gd name="connsiteY242" fmla="*/ 63875 h 614864"/>
                <a:gd name="connsiteX243" fmla="*/ 120627 w 617619"/>
                <a:gd name="connsiteY243" fmla="*/ 66465 h 614864"/>
                <a:gd name="connsiteX244" fmla="*/ 120349 w 617619"/>
                <a:gd name="connsiteY244" fmla="*/ 66465 h 614864"/>
                <a:gd name="connsiteX245" fmla="*/ 119607 w 617619"/>
                <a:gd name="connsiteY245" fmla="*/ 66201 h 614864"/>
                <a:gd name="connsiteX246" fmla="*/ 111537 w 617619"/>
                <a:gd name="connsiteY246" fmla="*/ 59880 h 614864"/>
                <a:gd name="connsiteX247" fmla="*/ 107595 w 617619"/>
                <a:gd name="connsiteY247" fmla="*/ 59880 h 614864"/>
                <a:gd name="connsiteX248" fmla="*/ 106436 w 617619"/>
                <a:gd name="connsiteY248" fmla="*/ 58782 h 614864"/>
                <a:gd name="connsiteX249" fmla="*/ 106436 w 617619"/>
                <a:gd name="connsiteY249" fmla="*/ 51846 h 614864"/>
                <a:gd name="connsiteX250" fmla="*/ 103050 w 617619"/>
                <a:gd name="connsiteY250" fmla="*/ 48861 h 614864"/>
                <a:gd name="connsiteX251" fmla="*/ 102679 w 617619"/>
                <a:gd name="connsiteY251" fmla="*/ 48071 h 614864"/>
                <a:gd name="connsiteX252" fmla="*/ 102679 w 617619"/>
                <a:gd name="connsiteY252" fmla="*/ 45042 h 614864"/>
                <a:gd name="connsiteX253" fmla="*/ 99386 w 617619"/>
                <a:gd name="connsiteY253" fmla="*/ 47807 h 614864"/>
                <a:gd name="connsiteX254" fmla="*/ 96326 w 617619"/>
                <a:gd name="connsiteY254" fmla="*/ 51407 h 614864"/>
                <a:gd name="connsiteX255" fmla="*/ 95444 w 617619"/>
                <a:gd name="connsiteY255" fmla="*/ 51802 h 614864"/>
                <a:gd name="connsiteX256" fmla="*/ 95444 w 617619"/>
                <a:gd name="connsiteY256" fmla="*/ 51802 h 614864"/>
                <a:gd name="connsiteX257" fmla="*/ 94563 w 617619"/>
                <a:gd name="connsiteY257" fmla="*/ 51407 h 614864"/>
                <a:gd name="connsiteX258" fmla="*/ 91734 w 617619"/>
                <a:gd name="connsiteY258" fmla="*/ 48246 h 614864"/>
                <a:gd name="connsiteX259" fmla="*/ 90297 w 617619"/>
                <a:gd name="connsiteY259" fmla="*/ 50134 h 614864"/>
                <a:gd name="connsiteX260" fmla="*/ 89415 w 617619"/>
                <a:gd name="connsiteY260" fmla="*/ 50573 h 614864"/>
                <a:gd name="connsiteX261" fmla="*/ 65021 w 617619"/>
                <a:gd name="connsiteY261" fmla="*/ 51758 h 614864"/>
                <a:gd name="connsiteX262" fmla="*/ 65021 w 617619"/>
                <a:gd name="connsiteY262" fmla="*/ 59616 h 614864"/>
                <a:gd name="connsiteX263" fmla="*/ 71977 w 617619"/>
                <a:gd name="connsiteY263" fmla="*/ 59616 h 614864"/>
                <a:gd name="connsiteX264" fmla="*/ 72859 w 617619"/>
                <a:gd name="connsiteY264" fmla="*/ 60011 h 614864"/>
                <a:gd name="connsiteX265" fmla="*/ 76940 w 617619"/>
                <a:gd name="connsiteY265" fmla="*/ 64665 h 614864"/>
                <a:gd name="connsiteX266" fmla="*/ 76940 w 617619"/>
                <a:gd name="connsiteY266" fmla="*/ 66070 h 614864"/>
                <a:gd name="connsiteX267" fmla="*/ 75178 w 617619"/>
                <a:gd name="connsiteY267" fmla="*/ 68001 h 614864"/>
                <a:gd name="connsiteX268" fmla="*/ 73786 w 617619"/>
                <a:gd name="connsiteY268" fmla="*/ 68265 h 614864"/>
                <a:gd name="connsiteX269" fmla="*/ 70169 w 617619"/>
                <a:gd name="connsiteY269" fmla="*/ 66552 h 614864"/>
                <a:gd name="connsiteX270" fmla="*/ 61821 w 617619"/>
                <a:gd name="connsiteY270" fmla="*/ 69406 h 614864"/>
                <a:gd name="connsiteX271" fmla="*/ 61821 w 617619"/>
                <a:gd name="connsiteY271" fmla="*/ 79284 h 614864"/>
                <a:gd name="connsiteX272" fmla="*/ 68267 w 617619"/>
                <a:gd name="connsiteY272" fmla="*/ 83366 h 614864"/>
                <a:gd name="connsiteX273" fmla="*/ 68777 w 617619"/>
                <a:gd name="connsiteY273" fmla="*/ 84288 h 614864"/>
                <a:gd name="connsiteX274" fmla="*/ 68777 w 617619"/>
                <a:gd name="connsiteY274" fmla="*/ 88634 h 614864"/>
                <a:gd name="connsiteX275" fmla="*/ 72070 w 617619"/>
                <a:gd name="connsiteY275" fmla="*/ 93595 h 614864"/>
                <a:gd name="connsiteX276" fmla="*/ 72256 w 617619"/>
                <a:gd name="connsiteY276" fmla="*/ 94385 h 614864"/>
                <a:gd name="connsiteX277" fmla="*/ 64140 w 617619"/>
                <a:gd name="connsiteY277" fmla="*/ 139953 h 614864"/>
                <a:gd name="connsiteX278" fmla="*/ 63861 w 617619"/>
                <a:gd name="connsiteY278" fmla="*/ 140436 h 614864"/>
                <a:gd name="connsiteX279" fmla="*/ 63815 w 617619"/>
                <a:gd name="connsiteY279" fmla="*/ 140568 h 614864"/>
                <a:gd name="connsiteX280" fmla="*/ 63815 w 617619"/>
                <a:gd name="connsiteY280" fmla="*/ 140568 h 614864"/>
                <a:gd name="connsiteX281" fmla="*/ 63815 w 617619"/>
                <a:gd name="connsiteY281" fmla="*/ 140568 h 614864"/>
                <a:gd name="connsiteX282" fmla="*/ 63815 w 617619"/>
                <a:gd name="connsiteY282" fmla="*/ 140568 h 614864"/>
                <a:gd name="connsiteX283" fmla="*/ 58899 w 617619"/>
                <a:gd name="connsiteY283" fmla="*/ 144124 h 614864"/>
                <a:gd name="connsiteX284" fmla="*/ 57693 w 617619"/>
                <a:gd name="connsiteY284" fmla="*/ 144256 h 614864"/>
                <a:gd name="connsiteX285" fmla="*/ 57044 w 617619"/>
                <a:gd name="connsiteY285" fmla="*/ 143290 h 614864"/>
                <a:gd name="connsiteX286" fmla="*/ 57044 w 617619"/>
                <a:gd name="connsiteY286" fmla="*/ 140261 h 614864"/>
                <a:gd name="connsiteX287" fmla="*/ 48789 w 617619"/>
                <a:gd name="connsiteY287" fmla="*/ 140261 h 614864"/>
                <a:gd name="connsiteX288" fmla="*/ 47676 w 617619"/>
                <a:gd name="connsiteY288" fmla="*/ 142412 h 614864"/>
                <a:gd name="connsiteX289" fmla="*/ 46887 w 617619"/>
                <a:gd name="connsiteY289" fmla="*/ 142983 h 614864"/>
                <a:gd name="connsiteX290" fmla="*/ 31722 w 617619"/>
                <a:gd name="connsiteY290" fmla="*/ 145968 h 614864"/>
                <a:gd name="connsiteX291" fmla="*/ 17067 w 617619"/>
                <a:gd name="connsiteY291" fmla="*/ 154309 h 614864"/>
                <a:gd name="connsiteX292" fmla="*/ 17067 w 617619"/>
                <a:gd name="connsiteY292" fmla="*/ 159182 h 614864"/>
                <a:gd name="connsiteX293" fmla="*/ 16928 w 617619"/>
                <a:gd name="connsiteY293" fmla="*/ 159752 h 614864"/>
                <a:gd name="connsiteX294" fmla="*/ 11965 w 617619"/>
                <a:gd name="connsiteY294" fmla="*/ 167830 h 614864"/>
                <a:gd name="connsiteX295" fmla="*/ 13264 w 617619"/>
                <a:gd name="connsiteY295" fmla="*/ 172044 h 614864"/>
                <a:gd name="connsiteX296" fmla="*/ 12893 w 617619"/>
                <a:gd name="connsiteY296" fmla="*/ 173186 h 614864"/>
                <a:gd name="connsiteX297" fmla="*/ 4359 w 617619"/>
                <a:gd name="connsiteY297" fmla="*/ 179727 h 614864"/>
                <a:gd name="connsiteX298" fmla="*/ 4359 w 617619"/>
                <a:gd name="connsiteY298" fmla="*/ 186883 h 614864"/>
                <a:gd name="connsiteX299" fmla="*/ 3200 w 617619"/>
                <a:gd name="connsiteY299" fmla="*/ 187980 h 614864"/>
                <a:gd name="connsiteX300" fmla="*/ 0 w 617619"/>
                <a:gd name="connsiteY300" fmla="*/ 187980 h 614864"/>
                <a:gd name="connsiteX301" fmla="*/ 0 w 617619"/>
                <a:gd name="connsiteY301" fmla="*/ 190833 h 614864"/>
                <a:gd name="connsiteX302" fmla="*/ 4823 w 617619"/>
                <a:gd name="connsiteY302" fmla="*/ 193028 h 614864"/>
                <a:gd name="connsiteX303" fmla="*/ 5380 w 617619"/>
                <a:gd name="connsiteY303" fmla="*/ 194433 h 614864"/>
                <a:gd name="connsiteX304" fmla="*/ 3942 w 617619"/>
                <a:gd name="connsiteY304" fmla="*/ 197638 h 614864"/>
                <a:gd name="connsiteX305" fmla="*/ 16510 w 617619"/>
                <a:gd name="connsiteY305" fmla="*/ 210852 h 614864"/>
                <a:gd name="connsiteX306" fmla="*/ 16603 w 617619"/>
                <a:gd name="connsiteY306" fmla="*/ 212169 h 614864"/>
                <a:gd name="connsiteX307" fmla="*/ 12522 w 617619"/>
                <a:gd name="connsiteY307" fmla="*/ 218183 h 614864"/>
                <a:gd name="connsiteX308" fmla="*/ 24905 w 617619"/>
                <a:gd name="connsiteY308" fmla="*/ 218183 h 614864"/>
                <a:gd name="connsiteX309" fmla="*/ 25971 w 617619"/>
                <a:gd name="connsiteY309" fmla="*/ 218886 h 614864"/>
                <a:gd name="connsiteX310" fmla="*/ 28893 w 617619"/>
                <a:gd name="connsiteY310" fmla="*/ 226129 h 614864"/>
                <a:gd name="connsiteX311" fmla="*/ 43038 w 617619"/>
                <a:gd name="connsiteY311" fmla="*/ 226129 h 614864"/>
                <a:gd name="connsiteX312" fmla="*/ 54725 w 617619"/>
                <a:gd name="connsiteY312" fmla="*/ 217042 h 614864"/>
                <a:gd name="connsiteX313" fmla="*/ 56163 w 617619"/>
                <a:gd name="connsiteY313" fmla="*/ 217042 h 614864"/>
                <a:gd name="connsiteX314" fmla="*/ 56534 w 617619"/>
                <a:gd name="connsiteY314" fmla="*/ 218359 h 614864"/>
                <a:gd name="connsiteX315" fmla="*/ 53612 w 617619"/>
                <a:gd name="connsiteY315" fmla="*/ 224417 h 614864"/>
                <a:gd name="connsiteX316" fmla="*/ 54169 w 617619"/>
                <a:gd name="connsiteY316" fmla="*/ 241494 h 614864"/>
                <a:gd name="connsiteX317" fmla="*/ 69566 w 617619"/>
                <a:gd name="connsiteY317" fmla="*/ 241494 h 614864"/>
                <a:gd name="connsiteX318" fmla="*/ 69659 w 617619"/>
                <a:gd name="connsiteY318" fmla="*/ 241494 h 614864"/>
                <a:gd name="connsiteX319" fmla="*/ 69751 w 617619"/>
                <a:gd name="connsiteY319" fmla="*/ 241494 h 614864"/>
                <a:gd name="connsiteX320" fmla="*/ 85288 w 617619"/>
                <a:gd name="connsiteY320" fmla="*/ 244128 h 614864"/>
                <a:gd name="connsiteX321" fmla="*/ 91827 w 617619"/>
                <a:gd name="connsiteY321" fmla="*/ 236402 h 614864"/>
                <a:gd name="connsiteX322" fmla="*/ 92801 w 617619"/>
                <a:gd name="connsiteY322" fmla="*/ 236007 h 614864"/>
                <a:gd name="connsiteX323" fmla="*/ 97810 w 617619"/>
                <a:gd name="connsiteY323" fmla="*/ 236270 h 614864"/>
                <a:gd name="connsiteX324" fmla="*/ 102679 w 617619"/>
                <a:gd name="connsiteY324" fmla="*/ 232188 h 614864"/>
                <a:gd name="connsiteX325" fmla="*/ 103189 w 617619"/>
                <a:gd name="connsiteY325" fmla="*/ 231924 h 614864"/>
                <a:gd name="connsiteX326" fmla="*/ 107549 w 617619"/>
                <a:gd name="connsiteY326" fmla="*/ 230870 h 614864"/>
                <a:gd name="connsiteX327" fmla="*/ 114598 w 617619"/>
                <a:gd name="connsiteY327" fmla="*/ 225251 h 614864"/>
                <a:gd name="connsiteX328" fmla="*/ 115108 w 617619"/>
                <a:gd name="connsiteY328" fmla="*/ 225032 h 614864"/>
                <a:gd name="connsiteX329" fmla="*/ 128465 w 617619"/>
                <a:gd name="connsiteY329" fmla="*/ 222310 h 614864"/>
                <a:gd name="connsiteX330" fmla="*/ 129114 w 617619"/>
                <a:gd name="connsiteY330" fmla="*/ 222310 h 614864"/>
                <a:gd name="connsiteX331" fmla="*/ 131619 w 617619"/>
                <a:gd name="connsiteY331" fmla="*/ 223188 h 614864"/>
                <a:gd name="connsiteX332" fmla="*/ 133427 w 617619"/>
                <a:gd name="connsiteY332" fmla="*/ 221476 h 614864"/>
                <a:gd name="connsiteX333" fmla="*/ 134958 w 617619"/>
                <a:gd name="connsiteY333" fmla="*/ 221388 h 614864"/>
                <a:gd name="connsiteX334" fmla="*/ 138436 w 617619"/>
                <a:gd name="connsiteY334" fmla="*/ 223846 h 614864"/>
                <a:gd name="connsiteX335" fmla="*/ 138807 w 617619"/>
                <a:gd name="connsiteY335" fmla="*/ 225163 h 614864"/>
                <a:gd name="connsiteX336" fmla="*/ 135978 w 617619"/>
                <a:gd name="connsiteY336" fmla="*/ 231529 h 614864"/>
                <a:gd name="connsiteX337" fmla="*/ 135978 w 617619"/>
                <a:gd name="connsiteY337" fmla="*/ 248343 h 614864"/>
                <a:gd name="connsiteX338" fmla="*/ 141033 w 617619"/>
                <a:gd name="connsiteY338" fmla="*/ 257913 h 614864"/>
                <a:gd name="connsiteX339" fmla="*/ 145810 w 617619"/>
                <a:gd name="connsiteY339" fmla="*/ 257913 h 614864"/>
                <a:gd name="connsiteX340" fmla="*/ 146738 w 617619"/>
                <a:gd name="connsiteY340" fmla="*/ 258352 h 614864"/>
                <a:gd name="connsiteX341" fmla="*/ 151886 w 617619"/>
                <a:gd name="connsiteY341" fmla="*/ 264761 h 614864"/>
                <a:gd name="connsiteX342" fmla="*/ 161764 w 617619"/>
                <a:gd name="connsiteY342" fmla="*/ 264761 h 614864"/>
                <a:gd name="connsiteX343" fmla="*/ 162320 w 617619"/>
                <a:gd name="connsiteY343" fmla="*/ 264893 h 614864"/>
                <a:gd name="connsiteX344" fmla="*/ 166680 w 617619"/>
                <a:gd name="connsiteY344" fmla="*/ 267220 h 614864"/>
                <a:gd name="connsiteX345" fmla="*/ 170993 w 617619"/>
                <a:gd name="connsiteY345" fmla="*/ 267220 h 614864"/>
                <a:gd name="connsiteX346" fmla="*/ 171828 w 617619"/>
                <a:gd name="connsiteY346" fmla="*/ 267527 h 614864"/>
                <a:gd name="connsiteX347" fmla="*/ 178460 w 617619"/>
                <a:gd name="connsiteY347" fmla="*/ 273805 h 614864"/>
                <a:gd name="connsiteX348" fmla="*/ 186390 w 617619"/>
                <a:gd name="connsiteY348" fmla="*/ 273805 h 614864"/>
                <a:gd name="connsiteX349" fmla="*/ 187318 w 617619"/>
                <a:gd name="connsiteY349" fmla="*/ 274244 h 614864"/>
                <a:gd name="connsiteX350" fmla="*/ 191631 w 617619"/>
                <a:gd name="connsiteY350" fmla="*/ 279556 h 614864"/>
                <a:gd name="connsiteX351" fmla="*/ 205822 w 617619"/>
                <a:gd name="connsiteY351" fmla="*/ 279556 h 614864"/>
                <a:gd name="connsiteX352" fmla="*/ 206611 w 617619"/>
                <a:gd name="connsiteY352" fmla="*/ 279863 h 614864"/>
                <a:gd name="connsiteX353" fmla="*/ 210367 w 617619"/>
                <a:gd name="connsiteY353" fmla="*/ 283155 h 614864"/>
                <a:gd name="connsiteX354" fmla="*/ 214819 w 617619"/>
                <a:gd name="connsiteY354" fmla="*/ 285789 h 614864"/>
                <a:gd name="connsiteX355" fmla="*/ 215376 w 617619"/>
                <a:gd name="connsiteY355" fmla="*/ 286711 h 614864"/>
                <a:gd name="connsiteX356" fmla="*/ 215376 w 617619"/>
                <a:gd name="connsiteY356" fmla="*/ 289170 h 614864"/>
                <a:gd name="connsiteX357" fmla="*/ 215190 w 617619"/>
                <a:gd name="connsiteY357" fmla="*/ 289784 h 614864"/>
                <a:gd name="connsiteX358" fmla="*/ 213846 w 617619"/>
                <a:gd name="connsiteY358" fmla="*/ 291672 h 614864"/>
                <a:gd name="connsiteX359" fmla="*/ 217509 w 617619"/>
                <a:gd name="connsiteY359" fmla="*/ 297379 h 614864"/>
                <a:gd name="connsiteX360" fmla="*/ 217695 w 617619"/>
                <a:gd name="connsiteY360" fmla="*/ 297950 h 614864"/>
                <a:gd name="connsiteX361" fmla="*/ 217695 w 617619"/>
                <a:gd name="connsiteY361" fmla="*/ 305632 h 614864"/>
                <a:gd name="connsiteX362" fmla="*/ 216535 w 617619"/>
                <a:gd name="connsiteY362" fmla="*/ 306730 h 614864"/>
                <a:gd name="connsiteX363" fmla="*/ 213567 w 617619"/>
                <a:gd name="connsiteY363" fmla="*/ 306730 h 614864"/>
                <a:gd name="connsiteX364" fmla="*/ 217417 w 617619"/>
                <a:gd name="connsiteY364" fmla="*/ 310944 h 614864"/>
                <a:gd name="connsiteX365" fmla="*/ 217695 w 617619"/>
                <a:gd name="connsiteY365" fmla="*/ 311647 h 614864"/>
                <a:gd name="connsiteX366" fmla="*/ 217695 w 617619"/>
                <a:gd name="connsiteY366" fmla="*/ 323148 h 614864"/>
                <a:gd name="connsiteX367" fmla="*/ 246078 w 617619"/>
                <a:gd name="connsiteY367" fmla="*/ 323148 h 614864"/>
                <a:gd name="connsiteX368" fmla="*/ 247237 w 617619"/>
                <a:gd name="connsiteY368" fmla="*/ 324246 h 614864"/>
                <a:gd name="connsiteX369" fmla="*/ 247237 w 617619"/>
                <a:gd name="connsiteY369" fmla="*/ 327538 h 614864"/>
                <a:gd name="connsiteX370" fmla="*/ 246959 w 617619"/>
                <a:gd name="connsiteY370" fmla="*/ 328285 h 614864"/>
                <a:gd name="connsiteX371" fmla="*/ 244918 w 617619"/>
                <a:gd name="connsiteY371" fmla="*/ 330480 h 614864"/>
                <a:gd name="connsiteX372" fmla="*/ 251504 w 617619"/>
                <a:gd name="connsiteY372" fmla="*/ 341894 h 614864"/>
                <a:gd name="connsiteX373" fmla="*/ 256420 w 617619"/>
                <a:gd name="connsiteY373" fmla="*/ 343825 h 614864"/>
                <a:gd name="connsiteX374" fmla="*/ 257023 w 617619"/>
                <a:gd name="connsiteY374" fmla="*/ 344352 h 614864"/>
                <a:gd name="connsiteX375" fmla="*/ 261939 w 617619"/>
                <a:gd name="connsiteY375" fmla="*/ 353396 h 614864"/>
                <a:gd name="connsiteX376" fmla="*/ 261568 w 617619"/>
                <a:gd name="connsiteY376" fmla="*/ 354800 h 614864"/>
                <a:gd name="connsiteX377" fmla="*/ 258785 w 617619"/>
                <a:gd name="connsiteY377" fmla="*/ 356732 h 614864"/>
                <a:gd name="connsiteX378" fmla="*/ 257394 w 617619"/>
                <a:gd name="connsiteY378" fmla="*/ 364502 h 614864"/>
                <a:gd name="connsiteX379" fmla="*/ 257116 w 617619"/>
                <a:gd name="connsiteY379" fmla="*/ 368234 h 614864"/>
                <a:gd name="connsiteX380" fmla="*/ 256976 w 617619"/>
                <a:gd name="connsiteY380" fmla="*/ 368673 h 614864"/>
                <a:gd name="connsiteX381" fmla="*/ 249417 w 617619"/>
                <a:gd name="connsiteY381" fmla="*/ 381667 h 614864"/>
                <a:gd name="connsiteX382" fmla="*/ 255585 w 617619"/>
                <a:gd name="connsiteY382" fmla="*/ 397120 h 614864"/>
                <a:gd name="connsiteX383" fmla="*/ 255631 w 617619"/>
                <a:gd name="connsiteY383" fmla="*/ 397647 h 614864"/>
                <a:gd name="connsiteX384" fmla="*/ 253173 w 617619"/>
                <a:gd name="connsiteY384" fmla="*/ 415031 h 614864"/>
                <a:gd name="connsiteX385" fmla="*/ 270797 w 617619"/>
                <a:gd name="connsiteY385" fmla="*/ 418807 h 614864"/>
                <a:gd name="connsiteX386" fmla="*/ 277058 w 617619"/>
                <a:gd name="connsiteY386" fmla="*/ 414944 h 614864"/>
                <a:gd name="connsiteX387" fmla="*/ 278264 w 617619"/>
                <a:gd name="connsiteY387" fmla="*/ 414900 h 614864"/>
                <a:gd name="connsiteX388" fmla="*/ 278867 w 617619"/>
                <a:gd name="connsiteY388" fmla="*/ 415865 h 614864"/>
                <a:gd name="connsiteX389" fmla="*/ 278867 w 617619"/>
                <a:gd name="connsiteY389" fmla="*/ 417929 h 614864"/>
                <a:gd name="connsiteX390" fmla="*/ 286843 w 617619"/>
                <a:gd name="connsiteY390" fmla="*/ 418894 h 614864"/>
                <a:gd name="connsiteX391" fmla="*/ 287678 w 617619"/>
                <a:gd name="connsiteY391" fmla="*/ 419421 h 614864"/>
                <a:gd name="connsiteX392" fmla="*/ 293614 w 617619"/>
                <a:gd name="connsiteY392" fmla="*/ 445147 h 614864"/>
                <a:gd name="connsiteX393" fmla="*/ 300525 w 617619"/>
                <a:gd name="connsiteY393" fmla="*/ 446244 h 614864"/>
                <a:gd name="connsiteX394" fmla="*/ 303539 w 617619"/>
                <a:gd name="connsiteY394" fmla="*/ 443918 h 614864"/>
                <a:gd name="connsiteX395" fmla="*/ 310125 w 617619"/>
                <a:gd name="connsiteY395" fmla="*/ 446683 h 614864"/>
                <a:gd name="connsiteX396" fmla="*/ 307806 w 617619"/>
                <a:gd name="connsiteY396" fmla="*/ 465429 h 614864"/>
                <a:gd name="connsiteX397" fmla="*/ 306832 w 617619"/>
                <a:gd name="connsiteY397" fmla="*/ 474077 h 614864"/>
                <a:gd name="connsiteX398" fmla="*/ 308131 w 617619"/>
                <a:gd name="connsiteY398" fmla="*/ 474077 h 614864"/>
                <a:gd name="connsiteX399" fmla="*/ 313093 w 617619"/>
                <a:gd name="connsiteY399" fmla="*/ 471487 h 614864"/>
                <a:gd name="connsiteX400" fmla="*/ 314252 w 617619"/>
                <a:gd name="connsiteY400" fmla="*/ 471487 h 614864"/>
                <a:gd name="connsiteX401" fmla="*/ 314809 w 617619"/>
                <a:gd name="connsiteY401" fmla="*/ 472453 h 614864"/>
                <a:gd name="connsiteX402" fmla="*/ 314809 w 617619"/>
                <a:gd name="connsiteY402" fmla="*/ 474121 h 614864"/>
                <a:gd name="connsiteX403" fmla="*/ 318565 w 617619"/>
                <a:gd name="connsiteY403" fmla="*/ 474121 h 614864"/>
                <a:gd name="connsiteX404" fmla="*/ 319725 w 617619"/>
                <a:gd name="connsiteY404" fmla="*/ 475218 h 614864"/>
                <a:gd name="connsiteX405" fmla="*/ 319725 w 617619"/>
                <a:gd name="connsiteY405" fmla="*/ 481145 h 614864"/>
                <a:gd name="connsiteX406" fmla="*/ 322090 w 617619"/>
                <a:gd name="connsiteY406" fmla="*/ 484130 h 614864"/>
                <a:gd name="connsiteX407" fmla="*/ 322322 w 617619"/>
                <a:gd name="connsiteY407" fmla="*/ 484964 h 614864"/>
                <a:gd name="connsiteX408" fmla="*/ 320003 w 617619"/>
                <a:gd name="connsiteY408" fmla="*/ 498661 h 614864"/>
                <a:gd name="connsiteX409" fmla="*/ 319122 w 617619"/>
                <a:gd name="connsiteY409" fmla="*/ 499539 h 614864"/>
                <a:gd name="connsiteX410" fmla="*/ 311562 w 617619"/>
                <a:gd name="connsiteY410" fmla="*/ 504851 h 614864"/>
                <a:gd name="connsiteX411" fmla="*/ 310357 w 617619"/>
                <a:gd name="connsiteY411" fmla="*/ 505597 h 614864"/>
                <a:gd name="connsiteX412" fmla="*/ 299041 w 617619"/>
                <a:gd name="connsiteY412" fmla="*/ 512402 h 614864"/>
                <a:gd name="connsiteX413" fmla="*/ 298670 w 617619"/>
                <a:gd name="connsiteY413" fmla="*/ 512841 h 614864"/>
                <a:gd name="connsiteX414" fmla="*/ 287539 w 617619"/>
                <a:gd name="connsiteY414" fmla="*/ 519865 h 614864"/>
                <a:gd name="connsiteX415" fmla="*/ 282716 w 617619"/>
                <a:gd name="connsiteY415" fmla="*/ 526538 h 614864"/>
                <a:gd name="connsiteX416" fmla="*/ 275156 w 617619"/>
                <a:gd name="connsiteY416" fmla="*/ 536196 h 614864"/>
                <a:gd name="connsiteX417" fmla="*/ 259388 w 617619"/>
                <a:gd name="connsiteY417" fmla="*/ 551912 h 614864"/>
                <a:gd name="connsiteX418" fmla="*/ 262820 w 617619"/>
                <a:gd name="connsiteY418" fmla="*/ 552658 h 614864"/>
                <a:gd name="connsiteX419" fmla="*/ 264490 w 617619"/>
                <a:gd name="connsiteY419" fmla="*/ 548839 h 614864"/>
                <a:gd name="connsiteX420" fmla="*/ 265556 w 617619"/>
                <a:gd name="connsiteY420" fmla="*/ 548136 h 614864"/>
                <a:gd name="connsiteX421" fmla="*/ 271075 w 617619"/>
                <a:gd name="connsiteY421" fmla="*/ 548136 h 614864"/>
                <a:gd name="connsiteX422" fmla="*/ 272003 w 617619"/>
                <a:gd name="connsiteY422" fmla="*/ 548575 h 614864"/>
                <a:gd name="connsiteX423" fmla="*/ 285452 w 617619"/>
                <a:gd name="connsiteY423" fmla="*/ 564906 h 614864"/>
                <a:gd name="connsiteX424" fmla="*/ 288281 w 617619"/>
                <a:gd name="connsiteY424" fmla="*/ 562404 h 614864"/>
                <a:gd name="connsiteX425" fmla="*/ 289116 w 617619"/>
                <a:gd name="connsiteY425" fmla="*/ 562096 h 614864"/>
                <a:gd name="connsiteX426" fmla="*/ 289904 w 617619"/>
                <a:gd name="connsiteY426" fmla="*/ 562448 h 614864"/>
                <a:gd name="connsiteX427" fmla="*/ 295933 w 617619"/>
                <a:gd name="connsiteY427" fmla="*/ 568681 h 614864"/>
                <a:gd name="connsiteX428" fmla="*/ 299783 w 617619"/>
                <a:gd name="connsiteY428" fmla="*/ 568681 h 614864"/>
                <a:gd name="connsiteX429" fmla="*/ 300756 w 617619"/>
                <a:gd name="connsiteY429" fmla="*/ 569208 h 614864"/>
                <a:gd name="connsiteX430" fmla="*/ 302751 w 617619"/>
                <a:gd name="connsiteY430" fmla="*/ 572237 h 614864"/>
                <a:gd name="connsiteX431" fmla="*/ 308177 w 617619"/>
                <a:gd name="connsiteY431" fmla="*/ 572237 h 614864"/>
                <a:gd name="connsiteX432" fmla="*/ 309151 w 617619"/>
                <a:gd name="connsiteY432" fmla="*/ 572720 h 614864"/>
                <a:gd name="connsiteX433" fmla="*/ 315644 w 617619"/>
                <a:gd name="connsiteY433" fmla="*/ 581764 h 614864"/>
                <a:gd name="connsiteX434" fmla="*/ 321719 w 617619"/>
                <a:gd name="connsiteY434" fmla="*/ 584090 h 614864"/>
                <a:gd name="connsiteX435" fmla="*/ 322461 w 617619"/>
                <a:gd name="connsiteY435" fmla="*/ 585100 h 614864"/>
                <a:gd name="connsiteX436" fmla="*/ 322461 w 617619"/>
                <a:gd name="connsiteY436" fmla="*/ 589797 h 614864"/>
                <a:gd name="connsiteX437" fmla="*/ 328861 w 617619"/>
                <a:gd name="connsiteY437" fmla="*/ 594671 h 614864"/>
                <a:gd name="connsiteX438" fmla="*/ 328861 w 617619"/>
                <a:gd name="connsiteY438" fmla="*/ 592519 h 614864"/>
                <a:gd name="connsiteX439" fmla="*/ 333499 w 617619"/>
                <a:gd name="connsiteY439" fmla="*/ 590588 h 614864"/>
                <a:gd name="connsiteX440" fmla="*/ 336977 w 617619"/>
                <a:gd name="connsiteY440" fmla="*/ 584529 h 614864"/>
                <a:gd name="connsiteX441" fmla="*/ 336977 w 617619"/>
                <a:gd name="connsiteY441" fmla="*/ 599061 h 614864"/>
                <a:gd name="connsiteX442" fmla="*/ 330021 w 617619"/>
                <a:gd name="connsiteY442" fmla="*/ 599061 h 614864"/>
                <a:gd name="connsiteX443" fmla="*/ 325939 w 617619"/>
                <a:gd name="connsiteY443" fmla="*/ 602353 h 614864"/>
                <a:gd name="connsiteX444" fmla="*/ 323435 w 617619"/>
                <a:gd name="connsiteY444" fmla="*/ 608806 h 614864"/>
                <a:gd name="connsiteX445" fmla="*/ 322600 w 617619"/>
                <a:gd name="connsiteY445" fmla="*/ 613021 h 614864"/>
                <a:gd name="connsiteX446" fmla="*/ 326310 w 617619"/>
                <a:gd name="connsiteY446" fmla="*/ 614864 h 614864"/>
                <a:gd name="connsiteX447" fmla="*/ 334055 w 617619"/>
                <a:gd name="connsiteY447" fmla="*/ 607050 h 614864"/>
                <a:gd name="connsiteX448" fmla="*/ 339574 w 617619"/>
                <a:gd name="connsiteY448" fmla="*/ 600728 h 614864"/>
                <a:gd name="connsiteX449" fmla="*/ 339574 w 617619"/>
                <a:gd name="connsiteY449" fmla="*/ 595812 h 614864"/>
                <a:gd name="connsiteX450" fmla="*/ 341337 w 617619"/>
                <a:gd name="connsiteY450" fmla="*/ 590324 h 614864"/>
                <a:gd name="connsiteX451" fmla="*/ 346531 w 617619"/>
                <a:gd name="connsiteY451" fmla="*/ 585407 h 614864"/>
                <a:gd name="connsiteX452" fmla="*/ 352050 w 617619"/>
                <a:gd name="connsiteY452" fmla="*/ 580754 h 614864"/>
                <a:gd name="connsiteX453" fmla="*/ 360166 w 617619"/>
                <a:gd name="connsiteY453" fmla="*/ 574432 h 614864"/>
                <a:gd name="connsiteX454" fmla="*/ 367401 w 617619"/>
                <a:gd name="connsiteY454" fmla="*/ 566486 h 614864"/>
                <a:gd name="connsiteX455" fmla="*/ 374357 w 617619"/>
                <a:gd name="connsiteY455" fmla="*/ 555511 h 614864"/>
                <a:gd name="connsiteX456" fmla="*/ 394670 w 617619"/>
                <a:gd name="connsiteY456" fmla="*/ 525045 h 614864"/>
                <a:gd name="connsiteX457" fmla="*/ 401349 w 617619"/>
                <a:gd name="connsiteY457" fmla="*/ 511875 h 614864"/>
                <a:gd name="connsiteX458" fmla="*/ 403668 w 617619"/>
                <a:gd name="connsiteY458" fmla="*/ 508846 h 614864"/>
                <a:gd name="connsiteX459" fmla="*/ 403668 w 617619"/>
                <a:gd name="connsiteY459" fmla="*/ 503929 h 614864"/>
                <a:gd name="connsiteX460" fmla="*/ 401071 w 617619"/>
                <a:gd name="connsiteY460" fmla="*/ 505597 h 614864"/>
                <a:gd name="connsiteX461" fmla="*/ 401349 w 617619"/>
                <a:gd name="connsiteY461" fmla="*/ 495983 h 614864"/>
                <a:gd name="connsiteX462" fmla="*/ 400189 w 617619"/>
                <a:gd name="connsiteY462" fmla="*/ 490759 h 614864"/>
                <a:gd name="connsiteX463" fmla="*/ 401627 w 617619"/>
                <a:gd name="connsiteY463" fmla="*/ 487203 h 614864"/>
                <a:gd name="connsiteX464" fmla="*/ 401071 w 617619"/>
                <a:gd name="connsiteY464" fmla="*/ 483340 h 614864"/>
                <a:gd name="connsiteX465" fmla="*/ 401349 w 617619"/>
                <a:gd name="connsiteY465" fmla="*/ 477852 h 614864"/>
                <a:gd name="connsiteX466" fmla="*/ 403668 w 617619"/>
                <a:gd name="connsiteY466" fmla="*/ 473989 h 614864"/>
                <a:gd name="connsiteX467" fmla="*/ 400189 w 617619"/>
                <a:gd name="connsiteY467" fmla="*/ 472891 h 614864"/>
                <a:gd name="connsiteX468" fmla="*/ 403668 w 617619"/>
                <a:gd name="connsiteY468" fmla="*/ 471223 h 614864"/>
                <a:gd name="connsiteX469" fmla="*/ 405105 w 617619"/>
                <a:gd name="connsiteY469" fmla="*/ 468194 h 614864"/>
                <a:gd name="connsiteX470" fmla="*/ 409187 w 617619"/>
                <a:gd name="connsiteY470" fmla="*/ 470653 h 614864"/>
                <a:gd name="connsiteX471" fmla="*/ 412387 w 617619"/>
                <a:gd name="connsiteY471" fmla="*/ 465429 h 614864"/>
                <a:gd name="connsiteX472" fmla="*/ 419065 w 617619"/>
                <a:gd name="connsiteY472" fmla="*/ 458317 h 614864"/>
                <a:gd name="connsiteX473" fmla="*/ 430103 w 617619"/>
                <a:gd name="connsiteY473" fmla="*/ 449537 h 614864"/>
                <a:gd name="connsiteX474" fmla="*/ 441975 w 617619"/>
                <a:gd name="connsiteY474" fmla="*/ 443786 h 614864"/>
                <a:gd name="connsiteX475" fmla="*/ 450694 w 617619"/>
                <a:gd name="connsiteY475" fmla="*/ 444049 h 614864"/>
                <a:gd name="connsiteX476" fmla="*/ 454173 w 617619"/>
                <a:gd name="connsiteY476" fmla="*/ 441020 h 614864"/>
                <a:gd name="connsiteX477" fmla="*/ 459367 w 617619"/>
                <a:gd name="connsiteY477" fmla="*/ 437464 h 614864"/>
                <a:gd name="connsiteX478" fmla="*/ 461964 w 617619"/>
                <a:gd name="connsiteY478" fmla="*/ 437464 h 614864"/>
                <a:gd name="connsiteX479" fmla="*/ 463402 w 617619"/>
                <a:gd name="connsiteY479" fmla="*/ 433074 h 614864"/>
                <a:gd name="connsiteX480" fmla="*/ 468920 w 617619"/>
                <a:gd name="connsiteY480" fmla="*/ 430879 h 614864"/>
                <a:gd name="connsiteX481" fmla="*/ 468920 w 617619"/>
                <a:gd name="connsiteY481" fmla="*/ 432240 h 614864"/>
                <a:gd name="connsiteX482" fmla="*/ 473558 w 617619"/>
                <a:gd name="connsiteY482" fmla="*/ 431143 h 614864"/>
                <a:gd name="connsiteX483" fmla="*/ 474996 w 617619"/>
                <a:gd name="connsiteY483" fmla="*/ 429782 h 614864"/>
                <a:gd name="connsiteX484" fmla="*/ 487147 w 617619"/>
                <a:gd name="connsiteY484" fmla="*/ 427587 h 614864"/>
                <a:gd name="connsiteX485" fmla="*/ 488584 w 617619"/>
                <a:gd name="connsiteY485" fmla="*/ 430045 h 614864"/>
                <a:gd name="connsiteX486" fmla="*/ 500735 w 617619"/>
                <a:gd name="connsiteY486" fmla="*/ 430309 h 614864"/>
                <a:gd name="connsiteX487" fmla="*/ 509454 w 617619"/>
                <a:gd name="connsiteY487" fmla="*/ 423987 h 614864"/>
                <a:gd name="connsiteX488" fmla="*/ 520167 w 617619"/>
                <a:gd name="connsiteY488" fmla="*/ 416041 h 614864"/>
                <a:gd name="connsiteX489" fmla="*/ 521605 w 617619"/>
                <a:gd name="connsiteY489" fmla="*/ 403134 h 614864"/>
                <a:gd name="connsiteX490" fmla="*/ 525083 w 617619"/>
                <a:gd name="connsiteY490" fmla="*/ 396023 h 614864"/>
                <a:gd name="connsiteX491" fmla="*/ 534915 w 617619"/>
                <a:gd name="connsiteY491" fmla="*/ 380394 h 614864"/>
                <a:gd name="connsiteX492" fmla="*/ 541315 w 617619"/>
                <a:gd name="connsiteY492" fmla="*/ 374906 h 614864"/>
                <a:gd name="connsiteX493" fmla="*/ 542753 w 617619"/>
                <a:gd name="connsiteY493" fmla="*/ 361473 h 614864"/>
                <a:gd name="connsiteX494" fmla="*/ 548272 w 617619"/>
                <a:gd name="connsiteY494" fmla="*/ 347469 h 614864"/>
                <a:gd name="connsiteX495" fmla="*/ 550869 w 617619"/>
                <a:gd name="connsiteY495" fmla="*/ 327978 h 614864"/>
                <a:gd name="connsiteX496" fmla="*/ 552910 w 617619"/>
                <a:gd name="connsiteY496" fmla="*/ 301901 h 614864"/>
                <a:gd name="connsiteX497" fmla="*/ 552029 w 617619"/>
                <a:gd name="connsiteY497" fmla="*/ 285175 h 614864"/>
                <a:gd name="connsiteX498" fmla="*/ 554115 w 617619"/>
                <a:gd name="connsiteY498" fmla="*/ 276131 h 614864"/>
                <a:gd name="connsiteX499" fmla="*/ 568539 w 617619"/>
                <a:gd name="connsiteY499" fmla="*/ 267088 h 614864"/>
                <a:gd name="connsiteX500" fmla="*/ 577536 w 617619"/>
                <a:gd name="connsiteY500" fmla="*/ 249528 h 614864"/>
                <a:gd name="connsiteX501" fmla="*/ 587368 w 617619"/>
                <a:gd name="connsiteY501" fmla="*/ 237719 h 614864"/>
                <a:gd name="connsiteX502" fmla="*/ 614035 w 617619"/>
                <a:gd name="connsiteY502" fmla="*/ 208920 h 614864"/>
                <a:gd name="connsiteX503" fmla="*/ 616076 w 617619"/>
                <a:gd name="connsiteY503" fmla="*/ 172966 h 614864"/>
                <a:gd name="connsiteX504" fmla="*/ 611994 w 617619"/>
                <a:gd name="connsiteY504" fmla="*/ 158435 h 614864"/>
                <a:gd name="connsiteX505" fmla="*/ 228918 w 617619"/>
                <a:gd name="connsiteY505" fmla="*/ 105316 h 614864"/>
                <a:gd name="connsiteX506" fmla="*/ 217324 w 617619"/>
                <a:gd name="connsiteY506" fmla="*/ 100399 h 614864"/>
                <a:gd name="connsiteX507" fmla="*/ 212686 w 617619"/>
                <a:gd name="connsiteY507" fmla="*/ 93551 h 614864"/>
                <a:gd name="connsiteX508" fmla="*/ 220802 w 617619"/>
                <a:gd name="connsiteY508" fmla="*/ 98468 h 614864"/>
                <a:gd name="connsiteX509" fmla="*/ 226878 w 617619"/>
                <a:gd name="connsiteY509" fmla="*/ 95439 h 614864"/>
                <a:gd name="connsiteX510" fmla="*/ 228918 w 617619"/>
                <a:gd name="connsiteY510" fmla="*/ 100926 h 614864"/>
                <a:gd name="connsiteX511" fmla="*/ 228918 w 617619"/>
                <a:gd name="connsiteY511" fmla="*/ 105316 h 614864"/>
                <a:gd name="connsiteX512" fmla="*/ 336467 w 617619"/>
                <a:gd name="connsiteY512" fmla="*/ 420607 h 614864"/>
                <a:gd name="connsiteX513" fmla="*/ 330392 w 617619"/>
                <a:gd name="connsiteY513" fmla="*/ 423899 h 614864"/>
                <a:gd name="connsiteX514" fmla="*/ 330392 w 617619"/>
                <a:gd name="connsiteY514" fmla="*/ 419772 h 614864"/>
                <a:gd name="connsiteX515" fmla="*/ 336189 w 617619"/>
                <a:gd name="connsiteY515" fmla="*/ 417841 h 614864"/>
                <a:gd name="connsiteX516" fmla="*/ 341383 w 617619"/>
                <a:gd name="connsiteY516" fmla="*/ 412617 h 614864"/>
                <a:gd name="connsiteX517" fmla="*/ 346902 w 617619"/>
                <a:gd name="connsiteY517" fmla="*/ 404671 h 614864"/>
                <a:gd name="connsiteX518" fmla="*/ 349221 w 617619"/>
                <a:gd name="connsiteY518" fmla="*/ 407700 h 614864"/>
                <a:gd name="connsiteX519" fmla="*/ 342264 w 617619"/>
                <a:gd name="connsiteY519" fmla="*/ 415646 h 614864"/>
                <a:gd name="connsiteX520" fmla="*/ 336467 w 617619"/>
                <a:gd name="connsiteY520" fmla="*/ 420563 h 614864"/>
                <a:gd name="connsiteX521" fmla="*/ 369812 w 617619"/>
                <a:gd name="connsiteY521" fmla="*/ 555029 h 614864"/>
                <a:gd name="connsiteX522" fmla="*/ 366334 w 617619"/>
                <a:gd name="connsiteY522" fmla="*/ 560780 h 614864"/>
                <a:gd name="connsiteX523" fmla="*/ 359934 w 617619"/>
                <a:gd name="connsiteY523" fmla="*/ 566267 h 614864"/>
                <a:gd name="connsiteX524" fmla="*/ 359934 w 617619"/>
                <a:gd name="connsiteY524" fmla="*/ 571184 h 614864"/>
                <a:gd name="connsiteX525" fmla="*/ 354740 w 617619"/>
                <a:gd name="connsiteY525" fmla="*/ 575574 h 614864"/>
                <a:gd name="connsiteX526" fmla="*/ 347505 w 617619"/>
                <a:gd name="connsiteY526" fmla="*/ 581061 h 614864"/>
                <a:gd name="connsiteX527" fmla="*/ 343748 w 617619"/>
                <a:gd name="connsiteY527" fmla="*/ 583256 h 614864"/>
                <a:gd name="connsiteX528" fmla="*/ 343748 w 617619"/>
                <a:gd name="connsiteY528" fmla="*/ 578866 h 614864"/>
                <a:gd name="connsiteX529" fmla="*/ 345511 w 617619"/>
                <a:gd name="connsiteY529" fmla="*/ 577505 h 614864"/>
                <a:gd name="connsiteX530" fmla="*/ 348108 w 617619"/>
                <a:gd name="connsiteY530" fmla="*/ 571755 h 614864"/>
                <a:gd name="connsiteX531" fmla="*/ 353024 w 617619"/>
                <a:gd name="connsiteY531" fmla="*/ 569823 h 614864"/>
                <a:gd name="connsiteX532" fmla="*/ 358543 w 617619"/>
                <a:gd name="connsiteY532" fmla="*/ 556126 h 614864"/>
                <a:gd name="connsiteX533" fmla="*/ 356780 w 617619"/>
                <a:gd name="connsiteY533" fmla="*/ 549014 h 614864"/>
                <a:gd name="connsiteX534" fmla="*/ 359980 w 617619"/>
                <a:gd name="connsiteY534" fmla="*/ 549014 h 614864"/>
                <a:gd name="connsiteX535" fmla="*/ 363459 w 617619"/>
                <a:gd name="connsiteY535" fmla="*/ 555073 h 614864"/>
                <a:gd name="connsiteX536" fmla="*/ 369859 w 617619"/>
                <a:gd name="connsiteY536" fmla="*/ 553404 h 614864"/>
                <a:gd name="connsiteX537" fmla="*/ 369859 w 617619"/>
                <a:gd name="connsiteY537" fmla="*/ 555073 h 614864"/>
                <a:gd name="connsiteX538" fmla="*/ 386925 w 617619"/>
                <a:gd name="connsiteY538" fmla="*/ 150621 h 614864"/>
                <a:gd name="connsiteX539" fmla="*/ 382010 w 617619"/>
                <a:gd name="connsiteY539" fmla="*/ 141709 h 614864"/>
                <a:gd name="connsiteX540" fmla="*/ 380850 w 617619"/>
                <a:gd name="connsiteY540" fmla="*/ 132798 h 614864"/>
                <a:gd name="connsiteX541" fmla="*/ 384931 w 617619"/>
                <a:gd name="connsiteY541" fmla="*/ 132798 h 614864"/>
                <a:gd name="connsiteX542" fmla="*/ 384931 w 617619"/>
                <a:gd name="connsiteY542" fmla="*/ 141051 h 614864"/>
                <a:gd name="connsiteX543" fmla="*/ 389013 w 617619"/>
                <a:gd name="connsiteY543" fmla="*/ 145704 h 614864"/>
                <a:gd name="connsiteX544" fmla="*/ 386972 w 617619"/>
                <a:gd name="connsiteY544" fmla="*/ 150621 h 614864"/>
                <a:gd name="connsiteX545" fmla="*/ 515019 w 617619"/>
                <a:gd name="connsiteY545" fmla="*/ 224110 h 614864"/>
                <a:gd name="connsiteX546" fmla="*/ 506903 w 617619"/>
                <a:gd name="connsiteY546" fmla="*/ 224110 h 614864"/>
                <a:gd name="connsiteX547" fmla="*/ 501106 w 617619"/>
                <a:gd name="connsiteY547" fmla="*/ 229597 h 614864"/>
                <a:gd name="connsiteX548" fmla="*/ 498787 w 617619"/>
                <a:gd name="connsiteY548" fmla="*/ 227929 h 614864"/>
                <a:gd name="connsiteX549" fmla="*/ 502869 w 617619"/>
                <a:gd name="connsiteY549" fmla="*/ 222178 h 614864"/>
                <a:gd name="connsiteX550" fmla="*/ 513025 w 617619"/>
                <a:gd name="connsiteY550" fmla="*/ 222178 h 614864"/>
                <a:gd name="connsiteX551" fmla="*/ 520538 w 617619"/>
                <a:gd name="connsiteY551" fmla="*/ 214759 h 614864"/>
                <a:gd name="connsiteX552" fmla="*/ 523135 w 617619"/>
                <a:gd name="connsiteY552" fmla="*/ 219149 h 614864"/>
                <a:gd name="connsiteX553" fmla="*/ 515019 w 617619"/>
                <a:gd name="connsiteY553" fmla="*/ 224066 h 61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</a:cxnLst>
              <a:rect l="l" t="t" r="r" b="b"/>
              <a:pathLst>
                <a:path w="617619" h="614864">
                  <a:moveTo>
                    <a:pt x="611531" y="158830"/>
                  </a:moveTo>
                  <a:cubicBezTo>
                    <a:pt x="611531" y="158830"/>
                    <a:pt x="609490" y="153343"/>
                    <a:pt x="602255" y="153080"/>
                  </a:cubicBezTo>
                  <a:cubicBezTo>
                    <a:pt x="595020" y="152816"/>
                    <a:pt x="584585" y="154440"/>
                    <a:pt x="575310" y="146495"/>
                  </a:cubicBezTo>
                  <a:cubicBezTo>
                    <a:pt x="566034" y="138549"/>
                    <a:pt x="549802" y="124018"/>
                    <a:pt x="537327" y="120418"/>
                  </a:cubicBezTo>
                  <a:cubicBezTo>
                    <a:pt x="524851" y="116818"/>
                    <a:pt x="513582" y="121515"/>
                    <a:pt x="513582" y="121515"/>
                  </a:cubicBezTo>
                  <a:cubicBezTo>
                    <a:pt x="513582" y="121515"/>
                    <a:pt x="506069" y="116028"/>
                    <a:pt x="496793" y="118794"/>
                  </a:cubicBezTo>
                  <a:cubicBezTo>
                    <a:pt x="496793" y="118794"/>
                    <a:pt x="488399" y="110277"/>
                    <a:pt x="479680" y="114404"/>
                  </a:cubicBezTo>
                  <a:lnTo>
                    <a:pt x="478242" y="110540"/>
                  </a:lnTo>
                  <a:lnTo>
                    <a:pt x="474161" y="116028"/>
                  </a:lnTo>
                  <a:lnTo>
                    <a:pt x="470405" y="119057"/>
                  </a:lnTo>
                  <a:lnTo>
                    <a:pt x="472445" y="113569"/>
                  </a:lnTo>
                  <a:lnTo>
                    <a:pt x="469245" y="114096"/>
                  </a:lnTo>
                  <a:lnTo>
                    <a:pt x="466926" y="120945"/>
                  </a:lnTo>
                  <a:lnTo>
                    <a:pt x="461732" y="127266"/>
                  </a:lnTo>
                  <a:lnTo>
                    <a:pt x="459135" y="127266"/>
                  </a:lnTo>
                  <a:lnTo>
                    <a:pt x="464932" y="120154"/>
                  </a:lnTo>
                  <a:lnTo>
                    <a:pt x="463494" y="117433"/>
                  </a:lnTo>
                  <a:lnTo>
                    <a:pt x="464654" y="114404"/>
                  </a:lnTo>
                  <a:cubicBezTo>
                    <a:pt x="464654" y="114404"/>
                    <a:pt x="467251" y="101234"/>
                    <a:pt x="459135" y="99565"/>
                  </a:cubicBezTo>
                  <a:lnTo>
                    <a:pt x="452457" y="100092"/>
                  </a:lnTo>
                  <a:lnTo>
                    <a:pt x="451297" y="96800"/>
                  </a:lnTo>
                  <a:lnTo>
                    <a:pt x="448422" y="96273"/>
                  </a:lnTo>
                  <a:lnTo>
                    <a:pt x="443227" y="93551"/>
                  </a:lnTo>
                  <a:lnTo>
                    <a:pt x="439146" y="94078"/>
                  </a:lnTo>
                  <a:lnTo>
                    <a:pt x="436549" y="91619"/>
                  </a:lnTo>
                  <a:lnTo>
                    <a:pt x="429871" y="89951"/>
                  </a:lnTo>
                  <a:lnTo>
                    <a:pt x="425233" y="88283"/>
                  </a:lnTo>
                  <a:lnTo>
                    <a:pt x="421477" y="86922"/>
                  </a:lnTo>
                  <a:lnTo>
                    <a:pt x="417395" y="86922"/>
                  </a:lnTo>
                  <a:lnTo>
                    <a:pt x="413917" y="85254"/>
                  </a:lnTo>
                  <a:cubicBezTo>
                    <a:pt x="413917" y="85254"/>
                    <a:pt x="404363" y="91839"/>
                    <a:pt x="402879" y="97897"/>
                  </a:cubicBezTo>
                  <a:cubicBezTo>
                    <a:pt x="402879" y="97897"/>
                    <a:pt x="397963" y="98731"/>
                    <a:pt x="396479" y="101760"/>
                  </a:cubicBezTo>
                  <a:cubicBezTo>
                    <a:pt x="396479" y="101760"/>
                    <a:pt x="387482" y="105053"/>
                    <a:pt x="387482" y="114096"/>
                  </a:cubicBezTo>
                  <a:lnTo>
                    <a:pt x="385441" y="114623"/>
                  </a:lnTo>
                  <a:cubicBezTo>
                    <a:pt x="385441" y="114623"/>
                    <a:pt x="387204" y="104746"/>
                    <a:pt x="389198" y="103385"/>
                  </a:cubicBezTo>
                  <a:lnTo>
                    <a:pt x="382520" y="105053"/>
                  </a:lnTo>
                  <a:lnTo>
                    <a:pt x="376722" y="105580"/>
                  </a:lnTo>
                  <a:lnTo>
                    <a:pt x="371806" y="105843"/>
                  </a:lnTo>
                  <a:lnTo>
                    <a:pt x="365406" y="106370"/>
                  </a:lnTo>
                  <a:lnTo>
                    <a:pt x="367447" y="103911"/>
                  </a:lnTo>
                  <a:lnTo>
                    <a:pt x="373847" y="103648"/>
                  </a:lnTo>
                  <a:lnTo>
                    <a:pt x="377325" y="103121"/>
                  </a:lnTo>
                  <a:lnTo>
                    <a:pt x="384282" y="103121"/>
                  </a:lnTo>
                  <a:lnTo>
                    <a:pt x="387760" y="101760"/>
                  </a:lnTo>
                  <a:cubicBezTo>
                    <a:pt x="387760" y="101760"/>
                    <a:pt x="398195" y="99829"/>
                    <a:pt x="400514" y="92146"/>
                  </a:cubicBezTo>
                  <a:cubicBezTo>
                    <a:pt x="402833" y="84464"/>
                    <a:pt x="403389" y="79810"/>
                    <a:pt x="403389" y="79810"/>
                  </a:cubicBezTo>
                  <a:lnTo>
                    <a:pt x="392676" y="80074"/>
                  </a:lnTo>
                  <a:lnTo>
                    <a:pt x="386276" y="80600"/>
                  </a:lnTo>
                  <a:lnTo>
                    <a:pt x="379876" y="80337"/>
                  </a:lnTo>
                  <a:cubicBezTo>
                    <a:pt x="379876" y="80337"/>
                    <a:pt x="373801" y="77879"/>
                    <a:pt x="372038" y="79503"/>
                  </a:cubicBezTo>
                  <a:cubicBezTo>
                    <a:pt x="370276" y="81127"/>
                    <a:pt x="366520" y="86351"/>
                    <a:pt x="366520" y="86351"/>
                  </a:cubicBezTo>
                  <a:lnTo>
                    <a:pt x="366241" y="92673"/>
                  </a:lnTo>
                  <a:lnTo>
                    <a:pt x="364804" y="93507"/>
                  </a:lnTo>
                  <a:lnTo>
                    <a:pt x="363922" y="86395"/>
                  </a:lnTo>
                  <a:lnTo>
                    <a:pt x="363366" y="84200"/>
                  </a:lnTo>
                  <a:lnTo>
                    <a:pt x="365685" y="81479"/>
                  </a:lnTo>
                  <a:lnTo>
                    <a:pt x="367725" y="78186"/>
                  </a:lnTo>
                  <a:lnTo>
                    <a:pt x="362206" y="77923"/>
                  </a:lnTo>
                  <a:lnTo>
                    <a:pt x="360166" y="83147"/>
                  </a:lnTo>
                  <a:lnTo>
                    <a:pt x="356688" y="85342"/>
                  </a:lnTo>
                  <a:lnTo>
                    <a:pt x="351771" y="92454"/>
                  </a:lnTo>
                  <a:lnTo>
                    <a:pt x="348015" y="97370"/>
                  </a:lnTo>
                  <a:lnTo>
                    <a:pt x="351215" y="96536"/>
                  </a:lnTo>
                  <a:lnTo>
                    <a:pt x="355853" y="92673"/>
                  </a:lnTo>
                  <a:lnTo>
                    <a:pt x="358172" y="91005"/>
                  </a:lnTo>
                  <a:lnTo>
                    <a:pt x="358728" y="87449"/>
                  </a:lnTo>
                  <a:lnTo>
                    <a:pt x="360166" y="92936"/>
                  </a:lnTo>
                  <a:lnTo>
                    <a:pt x="357569" y="94605"/>
                  </a:lnTo>
                  <a:lnTo>
                    <a:pt x="354693" y="97063"/>
                  </a:lnTo>
                  <a:lnTo>
                    <a:pt x="350334" y="99785"/>
                  </a:lnTo>
                  <a:lnTo>
                    <a:pt x="344537" y="102507"/>
                  </a:lnTo>
                  <a:lnTo>
                    <a:pt x="344815" y="107994"/>
                  </a:lnTo>
                  <a:lnTo>
                    <a:pt x="348015" y="117301"/>
                  </a:lnTo>
                  <a:lnTo>
                    <a:pt x="349453" y="121691"/>
                  </a:lnTo>
                  <a:lnTo>
                    <a:pt x="352328" y="124413"/>
                  </a:lnTo>
                  <a:lnTo>
                    <a:pt x="350890" y="130164"/>
                  </a:lnTo>
                  <a:lnTo>
                    <a:pt x="346531" y="127705"/>
                  </a:lnTo>
                  <a:lnTo>
                    <a:pt x="342171" y="130998"/>
                  </a:lnTo>
                  <a:lnTo>
                    <a:pt x="335493" y="142500"/>
                  </a:lnTo>
                  <a:lnTo>
                    <a:pt x="336374" y="134817"/>
                  </a:lnTo>
                  <a:lnTo>
                    <a:pt x="329139" y="135915"/>
                  </a:lnTo>
                  <a:lnTo>
                    <a:pt x="337534" y="132886"/>
                  </a:lnTo>
                  <a:lnTo>
                    <a:pt x="340409" y="129330"/>
                  </a:lnTo>
                  <a:lnTo>
                    <a:pt x="343609" y="124106"/>
                  </a:lnTo>
                  <a:lnTo>
                    <a:pt x="345047" y="118618"/>
                  </a:lnTo>
                  <a:lnTo>
                    <a:pt x="343006" y="110936"/>
                  </a:lnTo>
                  <a:lnTo>
                    <a:pt x="341244" y="104351"/>
                  </a:lnTo>
                  <a:lnTo>
                    <a:pt x="326774" y="104351"/>
                  </a:lnTo>
                  <a:lnTo>
                    <a:pt x="318936" y="106019"/>
                  </a:lnTo>
                  <a:lnTo>
                    <a:pt x="314299" y="112340"/>
                  </a:lnTo>
                  <a:lnTo>
                    <a:pt x="309661" y="114008"/>
                  </a:lnTo>
                  <a:lnTo>
                    <a:pt x="300664" y="113174"/>
                  </a:lnTo>
                  <a:lnTo>
                    <a:pt x="294867" y="131261"/>
                  </a:lnTo>
                  <a:lnTo>
                    <a:pt x="292826" y="129900"/>
                  </a:lnTo>
                  <a:lnTo>
                    <a:pt x="297742" y="113174"/>
                  </a:lnTo>
                  <a:lnTo>
                    <a:pt x="297464" y="110452"/>
                  </a:lnTo>
                  <a:lnTo>
                    <a:pt x="293382" y="111550"/>
                  </a:lnTo>
                  <a:lnTo>
                    <a:pt x="288467" y="109092"/>
                  </a:lnTo>
                  <a:lnTo>
                    <a:pt x="282669" y="108565"/>
                  </a:lnTo>
                  <a:lnTo>
                    <a:pt x="276594" y="114052"/>
                  </a:lnTo>
                  <a:lnTo>
                    <a:pt x="268756" y="116511"/>
                  </a:lnTo>
                  <a:lnTo>
                    <a:pt x="262681" y="115677"/>
                  </a:lnTo>
                  <a:lnTo>
                    <a:pt x="258321" y="114842"/>
                  </a:lnTo>
                  <a:lnTo>
                    <a:pt x="253684" y="120067"/>
                  </a:lnTo>
                  <a:lnTo>
                    <a:pt x="250484" y="120330"/>
                  </a:lnTo>
                  <a:lnTo>
                    <a:pt x="247608" y="124720"/>
                  </a:lnTo>
                  <a:lnTo>
                    <a:pt x="244733" y="124720"/>
                  </a:lnTo>
                  <a:lnTo>
                    <a:pt x="247330" y="119232"/>
                  </a:lnTo>
                  <a:lnTo>
                    <a:pt x="253730" y="117564"/>
                  </a:lnTo>
                  <a:lnTo>
                    <a:pt x="258646" y="111813"/>
                  </a:lnTo>
                  <a:lnTo>
                    <a:pt x="264443" y="114008"/>
                  </a:lnTo>
                  <a:lnTo>
                    <a:pt x="272281" y="113482"/>
                  </a:lnTo>
                  <a:lnTo>
                    <a:pt x="278078" y="109092"/>
                  </a:lnTo>
                  <a:lnTo>
                    <a:pt x="282994" y="105799"/>
                  </a:lnTo>
                  <a:lnTo>
                    <a:pt x="290229" y="107160"/>
                  </a:lnTo>
                  <a:lnTo>
                    <a:pt x="295145" y="107423"/>
                  </a:lnTo>
                  <a:lnTo>
                    <a:pt x="299783" y="106326"/>
                  </a:lnTo>
                  <a:lnTo>
                    <a:pt x="304699" y="107687"/>
                  </a:lnTo>
                  <a:lnTo>
                    <a:pt x="308177" y="109618"/>
                  </a:lnTo>
                  <a:lnTo>
                    <a:pt x="313093" y="107687"/>
                  </a:lnTo>
                  <a:lnTo>
                    <a:pt x="316571" y="104658"/>
                  </a:lnTo>
                  <a:lnTo>
                    <a:pt x="330484" y="101629"/>
                  </a:lnTo>
                  <a:lnTo>
                    <a:pt x="337998" y="100268"/>
                  </a:lnTo>
                  <a:lnTo>
                    <a:pt x="342635" y="98600"/>
                  </a:lnTo>
                  <a:lnTo>
                    <a:pt x="347273" y="93683"/>
                  </a:lnTo>
                  <a:lnTo>
                    <a:pt x="358311" y="79986"/>
                  </a:lnTo>
                  <a:lnTo>
                    <a:pt x="362948" y="75332"/>
                  </a:lnTo>
                  <a:lnTo>
                    <a:pt x="369905" y="69011"/>
                  </a:lnTo>
                  <a:lnTo>
                    <a:pt x="371064" y="70679"/>
                  </a:lnTo>
                  <a:lnTo>
                    <a:pt x="370508" y="74806"/>
                  </a:lnTo>
                  <a:lnTo>
                    <a:pt x="373986" y="71250"/>
                  </a:lnTo>
                  <a:lnTo>
                    <a:pt x="377186" y="69055"/>
                  </a:lnTo>
                  <a:lnTo>
                    <a:pt x="377186" y="64138"/>
                  </a:lnTo>
                  <a:lnTo>
                    <a:pt x="373105" y="66860"/>
                  </a:lnTo>
                  <a:lnTo>
                    <a:pt x="375424" y="62733"/>
                  </a:lnTo>
                  <a:lnTo>
                    <a:pt x="380340" y="62470"/>
                  </a:lnTo>
                  <a:lnTo>
                    <a:pt x="378299" y="51231"/>
                  </a:lnTo>
                  <a:lnTo>
                    <a:pt x="372224" y="50134"/>
                  </a:lnTo>
                  <a:lnTo>
                    <a:pt x="368746" y="45217"/>
                  </a:lnTo>
                  <a:lnTo>
                    <a:pt x="361232" y="26823"/>
                  </a:lnTo>
                  <a:cubicBezTo>
                    <a:pt x="361232" y="26823"/>
                    <a:pt x="360954" y="15014"/>
                    <a:pt x="355714" y="12292"/>
                  </a:cubicBezTo>
                  <a:lnTo>
                    <a:pt x="353116" y="13170"/>
                  </a:lnTo>
                  <a:lnTo>
                    <a:pt x="353116" y="15584"/>
                  </a:lnTo>
                  <a:cubicBezTo>
                    <a:pt x="353116" y="15936"/>
                    <a:pt x="352931" y="16243"/>
                    <a:pt x="352653" y="16463"/>
                  </a:cubicBezTo>
                  <a:lnTo>
                    <a:pt x="346531" y="20940"/>
                  </a:lnTo>
                  <a:lnTo>
                    <a:pt x="344027" y="26691"/>
                  </a:lnTo>
                  <a:cubicBezTo>
                    <a:pt x="344027" y="26691"/>
                    <a:pt x="343934" y="26911"/>
                    <a:pt x="343841" y="26998"/>
                  </a:cubicBezTo>
                  <a:lnTo>
                    <a:pt x="339203" y="32179"/>
                  </a:lnTo>
                  <a:lnTo>
                    <a:pt x="339203" y="38369"/>
                  </a:lnTo>
                  <a:cubicBezTo>
                    <a:pt x="339203" y="38720"/>
                    <a:pt x="339064" y="39027"/>
                    <a:pt x="338786" y="39247"/>
                  </a:cubicBezTo>
                  <a:lnTo>
                    <a:pt x="332989" y="43637"/>
                  </a:lnTo>
                  <a:cubicBezTo>
                    <a:pt x="332989" y="43637"/>
                    <a:pt x="332525" y="43856"/>
                    <a:pt x="332247" y="43856"/>
                  </a:cubicBezTo>
                  <a:lnTo>
                    <a:pt x="318055" y="43856"/>
                  </a:lnTo>
                  <a:lnTo>
                    <a:pt x="313696" y="46183"/>
                  </a:lnTo>
                  <a:cubicBezTo>
                    <a:pt x="313696" y="46183"/>
                    <a:pt x="313325" y="46315"/>
                    <a:pt x="313139" y="46315"/>
                  </a:cubicBezTo>
                  <a:cubicBezTo>
                    <a:pt x="313000" y="46315"/>
                    <a:pt x="312861" y="46315"/>
                    <a:pt x="312722" y="46227"/>
                  </a:cubicBezTo>
                  <a:lnTo>
                    <a:pt x="306044" y="43768"/>
                  </a:lnTo>
                  <a:cubicBezTo>
                    <a:pt x="306044" y="43768"/>
                    <a:pt x="306044" y="43768"/>
                    <a:pt x="306044" y="43768"/>
                  </a:cubicBezTo>
                  <a:cubicBezTo>
                    <a:pt x="306044" y="43768"/>
                    <a:pt x="306044" y="43768"/>
                    <a:pt x="306044" y="43768"/>
                  </a:cubicBezTo>
                  <a:lnTo>
                    <a:pt x="301684" y="41837"/>
                  </a:lnTo>
                  <a:cubicBezTo>
                    <a:pt x="301684" y="41837"/>
                    <a:pt x="301267" y="41573"/>
                    <a:pt x="301174" y="41354"/>
                  </a:cubicBezTo>
                  <a:lnTo>
                    <a:pt x="299504" y="38369"/>
                  </a:lnTo>
                  <a:lnTo>
                    <a:pt x="295655" y="41134"/>
                  </a:lnTo>
                  <a:cubicBezTo>
                    <a:pt x="295655" y="41134"/>
                    <a:pt x="295145" y="41354"/>
                    <a:pt x="294913" y="41354"/>
                  </a:cubicBezTo>
                  <a:lnTo>
                    <a:pt x="284385" y="40827"/>
                  </a:lnTo>
                  <a:lnTo>
                    <a:pt x="282252" y="42847"/>
                  </a:lnTo>
                  <a:lnTo>
                    <a:pt x="286380" y="48685"/>
                  </a:lnTo>
                  <a:cubicBezTo>
                    <a:pt x="286611" y="49036"/>
                    <a:pt x="286658" y="49432"/>
                    <a:pt x="286426" y="49783"/>
                  </a:cubicBezTo>
                  <a:cubicBezTo>
                    <a:pt x="286240" y="50134"/>
                    <a:pt x="285869" y="50353"/>
                    <a:pt x="285452" y="50397"/>
                  </a:cubicBezTo>
                  <a:lnTo>
                    <a:pt x="270379" y="50924"/>
                  </a:lnTo>
                  <a:cubicBezTo>
                    <a:pt x="269869" y="50924"/>
                    <a:pt x="269591" y="50748"/>
                    <a:pt x="269359" y="50397"/>
                  </a:cubicBezTo>
                  <a:lnTo>
                    <a:pt x="267690" y="47895"/>
                  </a:lnTo>
                  <a:lnTo>
                    <a:pt x="262866" y="47895"/>
                  </a:lnTo>
                  <a:lnTo>
                    <a:pt x="260316" y="51758"/>
                  </a:lnTo>
                  <a:cubicBezTo>
                    <a:pt x="260130" y="52065"/>
                    <a:pt x="259759" y="52241"/>
                    <a:pt x="259388" y="52285"/>
                  </a:cubicBezTo>
                  <a:lnTo>
                    <a:pt x="253405" y="52548"/>
                  </a:lnTo>
                  <a:lnTo>
                    <a:pt x="249649" y="55358"/>
                  </a:lnTo>
                  <a:cubicBezTo>
                    <a:pt x="249231" y="55665"/>
                    <a:pt x="248628" y="55665"/>
                    <a:pt x="248211" y="55358"/>
                  </a:cubicBezTo>
                  <a:lnTo>
                    <a:pt x="246634" y="54129"/>
                  </a:lnTo>
                  <a:lnTo>
                    <a:pt x="246634" y="58914"/>
                  </a:lnTo>
                  <a:cubicBezTo>
                    <a:pt x="246634" y="59528"/>
                    <a:pt x="246124" y="60011"/>
                    <a:pt x="245475" y="60011"/>
                  </a:cubicBezTo>
                  <a:lnTo>
                    <a:pt x="238796" y="60011"/>
                  </a:lnTo>
                  <a:cubicBezTo>
                    <a:pt x="238796" y="60011"/>
                    <a:pt x="238379" y="59967"/>
                    <a:pt x="238194" y="59880"/>
                  </a:cubicBezTo>
                  <a:lnTo>
                    <a:pt x="224837" y="52461"/>
                  </a:lnTo>
                  <a:cubicBezTo>
                    <a:pt x="224512" y="52285"/>
                    <a:pt x="224280" y="51934"/>
                    <a:pt x="224280" y="51539"/>
                  </a:cubicBezTo>
                  <a:lnTo>
                    <a:pt x="224002" y="43461"/>
                  </a:lnTo>
                  <a:lnTo>
                    <a:pt x="219782" y="41793"/>
                  </a:lnTo>
                  <a:cubicBezTo>
                    <a:pt x="219364" y="41617"/>
                    <a:pt x="219086" y="41266"/>
                    <a:pt x="219086" y="40827"/>
                  </a:cubicBezTo>
                  <a:lnTo>
                    <a:pt x="218808" y="34505"/>
                  </a:lnTo>
                  <a:cubicBezTo>
                    <a:pt x="218808" y="34505"/>
                    <a:pt x="218808" y="34198"/>
                    <a:pt x="218901" y="34067"/>
                  </a:cubicBezTo>
                  <a:lnTo>
                    <a:pt x="221127" y="28491"/>
                  </a:lnTo>
                  <a:lnTo>
                    <a:pt x="221127" y="24013"/>
                  </a:lnTo>
                  <a:cubicBezTo>
                    <a:pt x="221127" y="23750"/>
                    <a:pt x="221219" y="23486"/>
                    <a:pt x="221451" y="23267"/>
                  </a:cubicBezTo>
                  <a:lnTo>
                    <a:pt x="226553" y="17999"/>
                  </a:lnTo>
                  <a:lnTo>
                    <a:pt x="223538" y="16463"/>
                  </a:lnTo>
                  <a:cubicBezTo>
                    <a:pt x="223167" y="16287"/>
                    <a:pt x="222935" y="15892"/>
                    <a:pt x="222935" y="15497"/>
                  </a:cubicBezTo>
                  <a:lnTo>
                    <a:pt x="222935" y="4917"/>
                  </a:lnTo>
                  <a:lnTo>
                    <a:pt x="218901" y="0"/>
                  </a:lnTo>
                  <a:lnTo>
                    <a:pt x="210506" y="0"/>
                  </a:lnTo>
                  <a:lnTo>
                    <a:pt x="212501" y="2151"/>
                  </a:lnTo>
                  <a:cubicBezTo>
                    <a:pt x="212732" y="2414"/>
                    <a:pt x="212825" y="2766"/>
                    <a:pt x="212779" y="3117"/>
                  </a:cubicBezTo>
                  <a:cubicBezTo>
                    <a:pt x="212686" y="3468"/>
                    <a:pt x="212454" y="3731"/>
                    <a:pt x="212130" y="3863"/>
                  </a:cubicBezTo>
                  <a:lnTo>
                    <a:pt x="206796" y="6146"/>
                  </a:lnTo>
                  <a:lnTo>
                    <a:pt x="205729" y="9263"/>
                  </a:lnTo>
                  <a:cubicBezTo>
                    <a:pt x="205590" y="9658"/>
                    <a:pt x="205266" y="9921"/>
                    <a:pt x="204848" y="10009"/>
                  </a:cubicBezTo>
                  <a:lnTo>
                    <a:pt x="199283" y="11019"/>
                  </a:lnTo>
                  <a:lnTo>
                    <a:pt x="195990" y="14311"/>
                  </a:lnTo>
                  <a:cubicBezTo>
                    <a:pt x="195990" y="14311"/>
                    <a:pt x="195619" y="14575"/>
                    <a:pt x="195387" y="14619"/>
                  </a:cubicBezTo>
                  <a:lnTo>
                    <a:pt x="177996" y="18262"/>
                  </a:lnTo>
                  <a:lnTo>
                    <a:pt x="177996" y="21511"/>
                  </a:lnTo>
                  <a:cubicBezTo>
                    <a:pt x="177996" y="21950"/>
                    <a:pt x="177718" y="22345"/>
                    <a:pt x="177300" y="22521"/>
                  </a:cubicBezTo>
                  <a:lnTo>
                    <a:pt x="174100" y="23882"/>
                  </a:lnTo>
                  <a:cubicBezTo>
                    <a:pt x="173683" y="24057"/>
                    <a:pt x="173173" y="23970"/>
                    <a:pt x="172848" y="23706"/>
                  </a:cubicBezTo>
                  <a:lnTo>
                    <a:pt x="168535" y="19887"/>
                  </a:lnTo>
                  <a:lnTo>
                    <a:pt x="158239" y="19623"/>
                  </a:lnTo>
                  <a:cubicBezTo>
                    <a:pt x="157961" y="19623"/>
                    <a:pt x="157683" y="19492"/>
                    <a:pt x="157451" y="19316"/>
                  </a:cubicBezTo>
                  <a:lnTo>
                    <a:pt x="153370" y="15453"/>
                  </a:lnTo>
                  <a:lnTo>
                    <a:pt x="147804" y="14750"/>
                  </a:lnTo>
                  <a:lnTo>
                    <a:pt x="153972" y="22521"/>
                  </a:lnTo>
                  <a:cubicBezTo>
                    <a:pt x="154158" y="22740"/>
                    <a:pt x="154251" y="23048"/>
                    <a:pt x="154204" y="23311"/>
                  </a:cubicBezTo>
                  <a:lnTo>
                    <a:pt x="153416" y="29940"/>
                  </a:lnTo>
                  <a:lnTo>
                    <a:pt x="157729" y="34505"/>
                  </a:lnTo>
                  <a:cubicBezTo>
                    <a:pt x="157729" y="34505"/>
                    <a:pt x="158007" y="34945"/>
                    <a:pt x="158007" y="35164"/>
                  </a:cubicBezTo>
                  <a:lnTo>
                    <a:pt x="158239" y="39115"/>
                  </a:lnTo>
                  <a:lnTo>
                    <a:pt x="165891" y="39598"/>
                  </a:lnTo>
                  <a:cubicBezTo>
                    <a:pt x="166494" y="39598"/>
                    <a:pt x="166958" y="40125"/>
                    <a:pt x="166958" y="40695"/>
                  </a:cubicBezTo>
                  <a:lnTo>
                    <a:pt x="166958" y="45612"/>
                  </a:lnTo>
                  <a:cubicBezTo>
                    <a:pt x="166958" y="46139"/>
                    <a:pt x="166541" y="46622"/>
                    <a:pt x="165938" y="46710"/>
                  </a:cubicBezTo>
                  <a:lnTo>
                    <a:pt x="156523" y="47939"/>
                  </a:lnTo>
                  <a:lnTo>
                    <a:pt x="156523" y="51363"/>
                  </a:lnTo>
                  <a:cubicBezTo>
                    <a:pt x="156523" y="51627"/>
                    <a:pt x="156430" y="51890"/>
                    <a:pt x="156245" y="52065"/>
                  </a:cubicBezTo>
                  <a:lnTo>
                    <a:pt x="151607" y="57290"/>
                  </a:lnTo>
                  <a:cubicBezTo>
                    <a:pt x="151283" y="57641"/>
                    <a:pt x="150772" y="57772"/>
                    <a:pt x="150309" y="57597"/>
                  </a:cubicBezTo>
                  <a:cubicBezTo>
                    <a:pt x="149845" y="57421"/>
                    <a:pt x="149567" y="57026"/>
                    <a:pt x="149567" y="56587"/>
                  </a:cubicBezTo>
                  <a:lnTo>
                    <a:pt x="149567" y="55841"/>
                  </a:lnTo>
                  <a:lnTo>
                    <a:pt x="145949" y="58563"/>
                  </a:lnTo>
                  <a:cubicBezTo>
                    <a:pt x="145949" y="58563"/>
                    <a:pt x="145625" y="58738"/>
                    <a:pt x="145439" y="58782"/>
                  </a:cubicBezTo>
                  <a:lnTo>
                    <a:pt x="141451" y="59528"/>
                  </a:lnTo>
                  <a:lnTo>
                    <a:pt x="135051" y="66114"/>
                  </a:lnTo>
                  <a:cubicBezTo>
                    <a:pt x="134819" y="66333"/>
                    <a:pt x="134540" y="66465"/>
                    <a:pt x="134216" y="66465"/>
                  </a:cubicBezTo>
                  <a:lnTo>
                    <a:pt x="134216" y="66465"/>
                  </a:lnTo>
                  <a:cubicBezTo>
                    <a:pt x="133891" y="66465"/>
                    <a:pt x="133566" y="66333"/>
                    <a:pt x="133381" y="66114"/>
                  </a:cubicBezTo>
                  <a:lnTo>
                    <a:pt x="131248" y="63875"/>
                  </a:lnTo>
                  <a:lnTo>
                    <a:pt x="120627" y="66465"/>
                  </a:lnTo>
                  <a:cubicBezTo>
                    <a:pt x="120627" y="66465"/>
                    <a:pt x="120442" y="66465"/>
                    <a:pt x="120349" y="66465"/>
                  </a:cubicBezTo>
                  <a:cubicBezTo>
                    <a:pt x="120071" y="66465"/>
                    <a:pt x="119839" y="66377"/>
                    <a:pt x="119607" y="66201"/>
                  </a:cubicBezTo>
                  <a:lnTo>
                    <a:pt x="111537" y="59880"/>
                  </a:lnTo>
                  <a:lnTo>
                    <a:pt x="107595" y="59880"/>
                  </a:lnTo>
                  <a:cubicBezTo>
                    <a:pt x="106946" y="59880"/>
                    <a:pt x="106436" y="59397"/>
                    <a:pt x="106436" y="58782"/>
                  </a:cubicBezTo>
                  <a:lnTo>
                    <a:pt x="106436" y="51846"/>
                  </a:lnTo>
                  <a:lnTo>
                    <a:pt x="103050" y="48861"/>
                  </a:lnTo>
                  <a:cubicBezTo>
                    <a:pt x="102818" y="48641"/>
                    <a:pt x="102679" y="48378"/>
                    <a:pt x="102679" y="48071"/>
                  </a:cubicBezTo>
                  <a:lnTo>
                    <a:pt x="102679" y="45042"/>
                  </a:lnTo>
                  <a:lnTo>
                    <a:pt x="99386" y="47807"/>
                  </a:lnTo>
                  <a:lnTo>
                    <a:pt x="96326" y="51407"/>
                  </a:lnTo>
                  <a:cubicBezTo>
                    <a:pt x="96094" y="51670"/>
                    <a:pt x="95769" y="51802"/>
                    <a:pt x="95444" y="51802"/>
                  </a:cubicBezTo>
                  <a:lnTo>
                    <a:pt x="95444" y="51802"/>
                  </a:lnTo>
                  <a:cubicBezTo>
                    <a:pt x="95120" y="51802"/>
                    <a:pt x="94795" y="51670"/>
                    <a:pt x="94563" y="51407"/>
                  </a:cubicBezTo>
                  <a:lnTo>
                    <a:pt x="91734" y="48246"/>
                  </a:lnTo>
                  <a:lnTo>
                    <a:pt x="90297" y="50134"/>
                  </a:lnTo>
                  <a:cubicBezTo>
                    <a:pt x="90111" y="50397"/>
                    <a:pt x="89786" y="50573"/>
                    <a:pt x="89415" y="50573"/>
                  </a:cubicBezTo>
                  <a:lnTo>
                    <a:pt x="65021" y="51758"/>
                  </a:lnTo>
                  <a:lnTo>
                    <a:pt x="65021" y="59616"/>
                  </a:lnTo>
                  <a:lnTo>
                    <a:pt x="71977" y="59616"/>
                  </a:lnTo>
                  <a:cubicBezTo>
                    <a:pt x="72302" y="59616"/>
                    <a:pt x="72673" y="59748"/>
                    <a:pt x="72859" y="60011"/>
                  </a:cubicBezTo>
                  <a:lnTo>
                    <a:pt x="76940" y="64665"/>
                  </a:lnTo>
                  <a:cubicBezTo>
                    <a:pt x="77311" y="65060"/>
                    <a:pt x="77311" y="65675"/>
                    <a:pt x="76940" y="66070"/>
                  </a:cubicBezTo>
                  <a:lnTo>
                    <a:pt x="75178" y="68001"/>
                  </a:lnTo>
                  <a:cubicBezTo>
                    <a:pt x="74807" y="68396"/>
                    <a:pt x="74250" y="68484"/>
                    <a:pt x="73786" y="68265"/>
                  </a:cubicBezTo>
                  <a:lnTo>
                    <a:pt x="70169" y="66552"/>
                  </a:lnTo>
                  <a:lnTo>
                    <a:pt x="61821" y="69406"/>
                  </a:lnTo>
                  <a:lnTo>
                    <a:pt x="61821" y="79284"/>
                  </a:lnTo>
                  <a:lnTo>
                    <a:pt x="68267" y="83366"/>
                  </a:lnTo>
                  <a:cubicBezTo>
                    <a:pt x="68592" y="83586"/>
                    <a:pt x="68777" y="83893"/>
                    <a:pt x="68777" y="84288"/>
                  </a:cubicBezTo>
                  <a:lnTo>
                    <a:pt x="68777" y="88634"/>
                  </a:lnTo>
                  <a:lnTo>
                    <a:pt x="72070" y="93595"/>
                  </a:lnTo>
                  <a:cubicBezTo>
                    <a:pt x="72209" y="93814"/>
                    <a:pt x="72302" y="94078"/>
                    <a:pt x="72256" y="94385"/>
                  </a:cubicBezTo>
                  <a:lnTo>
                    <a:pt x="64140" y="139953"/>
                  </a:lnTo>
                  <a:cubicBezTo>
                    <a:pt x="64140" y="139953"/>
                    <a:pt x="63954" y="140305"/>
                    <a:pt x="63861" y="140436"/>
                  </a:cubicBezTo>
                  <a:cubicBezTo>
                    <a:pt x="63861" y="140436"/>
                    <a:pt x="63861" y="140524"/>
                    <a:pt x="63815" y="140568"/>
                  </a:cubicBezTo>
                  <a:cubicBezTo>
                    <a:pt x="63815" y="140568"/>
                    <a:pt x="63815" y="140568"/>
                    <a:pt x="63815" y="140568"/>
                  </a:cubicBezTo>
                  <a:cubicBezTo>
                    <a:pt x="63815" y="140568"/>
                    <a:pt x="63815" y="140568"/>
                    <a:pt x="63815" y="140568"/>
                  </a:cubicBezTo>
                  <a:cubicBezTo>
                    <a:pt x="63815" y="140568"/>
                    <a:pt x="63815" y="140568"/>
                    <a:pt x="63815" y="140568"/>
                  </a:cubicBezTo>
                  <a:lnTo>
                    <a:pt x="58899" y="144124"/>
                  </a:lnTo>
                  <a:cubicBezTo>
                    <a:pt x="58528" y="144387"/>
                    <a:pt x="58064" y="144431"/>
                    <a:pt x="57693" y="144256"/>
                  </a:cubicBezTo>
                  <a:cubicBezTo>
                    <a:pt x="57276" y="144080"/>
                    <a:pt x="57044" y="143685"/>
                    <a:pt x="57044" y="143290"/>
                  </a:cubicBezTo>
                  <a:lnTo>
                    <a:pt x="57044" y="140261"/>
                  </a:lnTo>
                  <a:lnTo>
                    <a:pt x="48789" y="140261"/>
                  </a:lnTo>
                  <a:lnTo>
                    <a:pt x="47676" y="142412"/>
                  </a:lnTo>
                  <a:cubicBezTo>
                    <a:pt x="47537" y="142719"/>
                    <a:pt x="47212" y="142939"/>
                    <a:pt x="46887" y="142983"/>
                  </a:cubicBezTo>
                  <a:lnTo>
                    <a:pt x="31722" y="145968"/>
                  </a:lnTo>
                  <a:lnTo>
                    <a:pt x="17067" y="154309"/>
                  </a:lnTo>
                  <a:lnTo>
                    <a:pt x="17067" y="159182"/>
                  </a:lnTo>
                  <a:cubicBezTo>
                    <a:pt x="17067" y="159182"/>
                    <a:pt x="17020" y="159577"/>
                    <a:pt x="16928" y="159752"/>
                  </a:cubicBezTo>
                  <a:lnTo>
                    <a:pt x="11965" y="167830"/>
                  </a:lnTo>
                  <a:lnTo>
                    <a:pt x="13264" y="172044"/>
                  </a:lnTo>
                  <a:cubicBezTo>
                    <a:pt x="13403" y="172483"/>
                    <a:pt x="13264" y="172922"/>
                    <a:pt x="12893" y="173186"/>
                  </a:cubicBezTo>
                  <a:lnTo>
                    <a:pt x="4359" y="179727"/>
                  </a:lnTo>
                  <a:lnTo>
                    <a:pt x="4359" y="186883"/>
                  </a:lnTo>
                  <a:cubicBezTo>
                    <a:pt x="4359" y="187497"/>
                    <a:pt x="3849" y="187980"/>
                    <a:pt x="3200" y="187980"/>
                  </a:cubicBezTo>
                  <a:lnTo>
                    <a:pt x="0" y="187980"/>
                  </a:lnTo>
                  <a:lnTo>
                    <a:pt x="0" y="190833"/>
                  </a:lnTo>
                  <a:lnTo>
                    <a:pt x="4823" y="193028"/>
                  </a:lnTo>
                  <a:cubicBezTo>
                    <a:pt x="5380" y="193292"/>
                    <a:pt x="5658" y="193907"/>
                    <a:pt x="5380" y="194433"/>
                  </a:cubicBezTo>
                  <a:lnTo>
                    <a:pt x="3942" y="197638"/>
                  </a:lnTo>
                  <a:lnTo>
                    <a:pt x="16510" y="210852"/>
                  </a:lnTo>
                  <a:cubicBezTo>
                    <a:pt x="16881" y="211203"/>
                    <a:pt x="16928" y="211774"/>
                    <a:pt x="16603" y="212169"/>
                  </a:cubicBezTo>
                  <a:lnTo>
                    <a:pt x="12522" y="218183"/>
                  </a:lnTo>
                  <a:lnTo>
                    <a:pt x="24905" y="218183"/>
                  </a:lnTo>
                  <a:cubicBezTo>
                    <a:pt x="25368" y="218183"/>
                    <a:pt x="25832" y="218447"/>
                    <a:pt x="25971" y="218886"/>
                  </a:cubicBezTo>
                  <a:lnTo>
                    <a:pt x="28893" y="226129"/>
                  </a:lnTo>
                  <a:lnTo>
                    <a:pt x="43038" y="226129"/>
                  </a:lnTo>
                  <a:lnTo>
                    <a:pt x="54725" y="217042"/>
                  </a:lnTo>
                  <a:cubicBezTo>
                    <a:pt x="55142" y="216691"/>
                    <a:pt x="55745" y="216691"/>
                    <a:pt x="56163" y="217042"/>
                  </a:cubicBezTo>
                  <a:cubicBezTo>
                    <a:pt x="56580" y="217349"/>
                    <a:pt x="56719" y="217920"/>
                    <a:pt x="56534" y="218359"/>
                  </a:cubicBezTo>
                  <a:lnTo>
                    <a:pt x="53612" y="224417"/>
                  </a:lnTo>
                  <a:lnTo>
                    <a:pt x="54169" y="241494"/>
                  </a:lnTo>
                  <a:lnTo>
                    <a:pt x="69566" y="241494"/>
                  </a:lnTo>
                  <a:cubicBezTo>
                    <a:pt x="69566" y="241494"/>
                    <a:pt x="69612" y="241494"/>
                    <a:pt x="69659" y="241494"/>
                  </a:cubicBezTo>
                  <a:cubicBezTo>
                    <a:pt x="69659" y="241494"/>
                    <a:pt x="69705" y="241494"/>
                    <a:pt x="69751" y="241494"/>
                  </a:cubicBezTo>
                  <a:lnTo>
                    <a:pt x="85288" y="244128"/>
                  </a:lnTo>
                  <a:lnTo>
                    <a:pt x="91827" y="236402"/>
                  </a:lnTo>
                  <a:cubicBezTo>
                    <a:pt x="92059" y="236138"/>
                    <a:pt x="92430" y="236007"/>
                    <a:pt x="92801" y="236007"/>
                  </a:cubicBezTo>
                  <a:lnTo>
                    <a:pt x="97810" y="236270"/>
                  </a:lnTo>
                  <a:lnTo>
                    <a:pt x="102679" y="232188"/>
                  </a:lnTo>
                  <a:cubicBezTo>
                    <a:pt x="102679" y="232188"/>
                    <a:pt x="103004" y="231968"/>
                    <a:pt x="103189" y="231924"/>
                  </a:cubicBezTo>
                  <a:lnTo>
                    <a:pt x="107549" y="230870"/>
                  </a:lnTo>
                  <a:lnTo>
                    <a:pt x="114598" y="225251"/>
                  </a:lnTo>
                  <a:cubicBezTo>
                    <a:pt x="114598" y="225251"/>
                    <a:pt x="114923" y="225076"/>
                    <a:pt x="115108" y="225032"/>
                  </a:cubicBezTo>
                  <a:lnTo>
                    <a:pt x="128465" y="222310"/>
                  </a:lnTo>
                  <a:cubicBezTo>
                    <a:pt x="128465" y="222310"/>
                    <a:pt x="128882" y="222310"/>
                    <a:pt x="129114" y="222310"/>
                  </a:cubicBezTo>
                  <a:lnTo>
                    <a:pt x="131619" y="223188"/>
                  </a:lnTo>
                  <a:lnTo>
                    <a:pt x="133427" y="221476"/>
                  </a:lnTo>
                  <a:cubicBezTo>
                    <a:pt x="133845" y="221081"/>
                    <a:pt x="134494" y="221037"/>
                    <a:pt x="134958" y="221388"/>
                  </a:cubicBezTo>
                  <a:lnTo>
                    <a:pt x="138436" y="223846"/>
                  </a:lnTo>
                  <a:cubicBezTo>
                    <a:pt x="138854" y="224154"/>
                    <a:pt x="138993" y="224681"/>
                    <a:pt x="138807" y="225163"/>
                  </a:cubicBezTo>
                  <a:lnTo>
                    <a:pt x="135978" y="231529"/>
                  </a:lnTo>
                  <a:lnTo>
                    <a:pt x="135978" y="248343"/>
                  </a:lnTo>
                  <a:lnTo>
                    <a:pt x="141033" y="257913"/>
                  </a:lnTo>
                  <a:lnTo>
                    <a:pt x="145810" y="257913"/>
                  </a:lnTo>
                  <a:cubicBezTo>
                    <a:pt x="146181" y="257913"/>
                    <a:pt x="146506" y="258088"/>
                    <a:pt x="146738" y="258352"/>
                  </a:cubicBezTo>
                  <a:lnTo>
                    <a:pt x="151886" y="264761"/>
                  </a:lnTo>
                  <a:lnTo>
                    <a:pt x="161764" y="264761"/>
                  </a:lnTo>
                  <a:cubicBezTo>
                    <a:pt x="161764" y="264761"/>
                    <a:pt x="162181" y="264805"/>
                    <a:pt x="162320" y="264893"/>
                  </a:cubicBezTo>
                  <a:lnTo>
                    <a:pt x="166680" y="267220"/>
                  </a:lnTo>
                  <a:lnTo>
                    <a:pt x="170993" y="267220"/>
                  </a:lnTo>
                  <a:cubicBezTo>
                    <a:pt x="171318" y="267220"/>
                    <a:pt x="171596" y="267351"/>
                    <a:pt x="171828" y="267527"/>
                  </a:cubicBezTo>
                  <a:lnTo>
                    <a:pt x="178460" y="273805"/>
                  </a:lnTo>
                  <a:lnTo>
                    <a:pt x="186390" y="273805"/>
                  </a:lnTo>
                  <a:cubicBezTo>
                    <a:pt x="186761" y="273805"/>
                    <a:pt x="187086" y="273980"/>
                    <a:pt x="187318" y="274244"/>
                  </a:cubicBezTo>
                  <a:lnTo>
                    <a:pt x="191631" y="279556"/>
                  </a:lnTo>
                  <a:lnTo>
                    <a:pt x="205822" y="279556"/>
                  </a:lnTo>
                  <a:cubicBezTo>
                    <a:pt x="206101" y="279556"/>
                    <a:pt x="206379" y="279644"/>
                    <a:pt x="206611" y="279863"/>
                  </a:cubicBezTo>
                  <a:lnTo>
                    <a:pt x="210367" y="283155"/>
                  </a:lnTo>
                  <a:lnTo>
                    <a:pt x="214819" y="285789"/>
                  </a:lnTo>
                  <a:cubicBezTo>
                    <a:pt x="215144" y="286009"/>
                    <a:pt x="215376" y="286360"/>
                    <a:pt x="215376" y="286711"/>
                  </a:cubicBezTo>
                  <a:lnTo>
                    <a:pt x="215376" y="289170"/>
                  </a:lnTo>
                  <a:cubicBezTo>
                    <a:pt x="215376" y="289170"/>
                    <a:pt x="215330" y="289609"/>
                    <a:pt x="215190" y="289784"/>
                  </a:cubicBezTo>
                  <a:lnTo>
                    <a:pt x="213846" y="291672"/>
                  </a:lnTo>
                  <a:lnTo>
                    <a:pt x="217509" y="297379"/>
                  </a:lnTo>
                  <a:cubicBezTo>
                    <a:pt x="217509" y="297379"/>
                    <a:pt x="217695" y="297730"/>
                    <a:pt x="217695" y="297950"/>
                  </a:cubicBezTo>
                  <a:lnTo>
                    <a:pt x="217695" y="305632"/>
                  </a:lnTo>
                  <a:cubicBezTo>
                    <a:pt x="217695" y="306247"/>
                    <a:pt x="217185" y="306730"/>
                    <a:pt x="216535" y="306730"/>
                  </a:cubicBezTo>
                  <a:lnTo>
                    <a:pt x="213567" y="306730"/>
                  </a:lnTo>
                  <a:lnTo>
                    <a:pt x="217417" y="310944"/>
                  </a:lnTo>
                  <a:cubicBezTo>
                    <a:pt x="217417" y="310944"/>
                    <a:pt x="217695" y="311383"/>
                    <a:pt x="217695" y="311647"/>
                  </a:cubicBezTo>
                  <a:lnTo>
                    <a:pt x="217695" y="323148"/>
                  </a:lnTo>
                  <a:lnTo>
                    <a:pt x="246078" y="323148"/>
                  </a:lnTo>
                  <a:cubicBezTo>
                    <a:pt x="246727" y="323148"/>
                    <a:pt x="247237" y="323631"/>
                    <a:pt x="247237" y="324246"/>
                  </a:cubicBezTo>
                  <a:lnTo>
                    <a:pt x="247237" y="327538"/>
                  </a:lnTo>
                  <a:cubicBezTo>
                    <a:pt x="247237" y="327802"/>
                    <a:pt x="247144" y="328065"/>
                    <a:pt x="246959" y="328285"/>
                  </a:cubicBezTo>
                  <a:lnTo>
                    <a:pt x="244918" y="330480"/>
                  </a:lnTo>
                  <a:cubicBezTo>
                    <a:pt x="244825" y="332148"/>
                    <a:pt x="244733" y="339260"/>
                    <a:pt x="251504" y="341894"/>
                  </a:cubicBezTo>
                  <a:lnTo>
                    <a:pt x="256420" y="343825"/>
                  </a:lnTo>
                  <a:cubicBezTo>
                    <a:pt x="256652" y="343913"/>
                    <a:pt x="256884" y="344089"/>
                    <a:pt x="257023" y="344352"/>
                  </a:cubicBezTo>
                  <a:lnTo>
                    <a:pt x="261939" y="353396"/>
                  </a:lnTo>
                  <a:cubicBezTo>
                    <a:pt x="262217" y="353878"/>
                    <a:pt x="262032" y="354449"/>
                    <a:pt x="261568" y="354800"/>
                  </a:cubicBezTo>
                  <a:lnTo>
                    <a:pt x="258785" y="356732"/>
                  </a:lnTo>
                  <a:lnTo>
                    <a:pt x="257394" y="364502"/>
                  </a:lnTo>
                  <a:lnTo>
                    <a:pt x="257116" y="368234"/>
                  </a:lnTo>
                  <a:cubicBezTo>
                    <a:pt x="257116" y="368234"/>
                    <a:pt x="257069" y="368541"/>
                    <a:pt x="256976" y="368673"/>
                  </a:cubicBezTo>
                  <a:lnTo>
                    <a:pt x="249417" y="381667"/>
                  </a:lnTo>
                  <a:lnTo>
                    <a:pt x="255585" y="397120"/>
                  </a:lnTo>
                  <a:cubicBezTo>
                    <a:pt x="255585" y="397120"/>
                    <a:pt x="255678" y="397471"/>
                    <a:pt x="255631" y="397647"/>
                  </a:cubicBezTo>
                  <a:lnTo>
                    <a:pt x="253173" y="415031"/>
                  </a:lnTo>
                  <a:lnTo>
                    <a:pt x="270797" y="418807"/>
                  </a:lnTo>
                  <a:lnTo>
                    <a:pt x="277058" y="414944"/>
                  </a:lnTo>
                  <a:cubicBezTo>
                    <a:pt x="277429" y="414724"/>
                    <a:pt x="277846" y="414680"/>
                    <a:pt x="278264" y="414900"/>
                  </a:cubicBezTo>
                  <a:cubicBezTo>
                    <a:pt x="278635" y="415075"/>
                    <a:pt x="278867" y="415470"/>
                    <a:pt x="278867" y="415865"/>
                  </a:cubicBezTo>
                  <a:lnTo>
                    <a:pt x="278867" y="417929"/>
                  </a:lnTo>
                  <a:lnTo>
                    <a:pt x="286843" y="418894"/>
                  </a:lnTo>
                  <a:cubicBezTo>
                    <a:pt x="287168" y="418894"/>
                    <a:pt x="287493" y="419114"/>
                    <a:pt x="287678" y="419421"/>
                  </a:cubicBezTo>
                  <a:cubicBezTo>
                    <a:pt x="287864" y="419729"/>
                    <a:pt x="292640" y="427060"/>
                    <a:pt x="293614" y="445147"/>
                  </a:cubicBezTo>
                  <a:lnTo>
                    <a:pt x="300525" y="446244"/>
                  </a:lnTo>
                  <a:cubicBezTo>
                    <a:pt x="301035" y="445410"/>
                    <a:pt x="301962" y="444269"/>
                    <a:pt x="303539" y="443918"/>
                  </a:cubicBezTo>
                  <a:cubicBezTo>
                    <a:pt x="305487" y="443479"/>
                    <a:pt x="307713" y="444400"/>
                    <a:pt x="310125" y="446683"/>
                  </a:cubicBezTo>
                  <a:cubicBezTo>
                    <a:pt x="316386" y="452610"/>
                    <a:pt x="309104" y="463585"/>
                    <a:pt x="307806" y="465429"/>
                  </a:cubicBezTo>
                  <a:lnTo>
                    <a:pt x="306832" y="474077"/>
                  </a:lnTo>
                  <a:lnTo>
                    <a:pt x="308131" y="474077"/>
                  </a:lnTo>
                  <a:lnTo>
                    <a:pt x="313093" y="471487"/>
                  </a:lnTo>
                  <a:cubicBezTo>
                    <a:pt x="313464" y="471311"/>
                    <a:pt x="313881" y="471311"/>
                    <a:pt x="314252" y="471487"/>
                  </a:cubicBezTo>
                  <a:cubicBezTo>
                    <a:pt x="314623" y="471662"/>
                    <a:pt x="314809" y="472057"/>
                    <a:pt x="314809" y="472453"/>
                  </a:cubicBezTo>
                  <a:lnTo>
                    <a:pt x="314809" y="474121"/>
                  </a:lnTo>
                  <a:lnTo>
                    <a:pt x="318565" y="474121"/>
                  </a:lnTo>
                  <a:cubicBezTo>
                    <a:pt x="319215" y="474121"/>
                    <a:pt x="319725" y="474604"/>
                    <a:pt x="319725" y="475218"/>
                  </a:cubicBezTo>
                  <a:lnTo>
                    <a:pt x="319725" y="481145"/>
                  </a:lnTo>
                  <a:lnTo>
                    <a:pt x="322090" y="484130"/>
                  </a:lnTo>
                  <a:cubicBezTo>
                    <a:pt x="322276" y="484350"/>
                    <a:pt x="322368" y="484657"/>
                    <a:pt x="322322" y="484964"/>
                  </a:cubicBezTo>
                  <a:lnTo>
                    <a:pt x="320003" y="498661"/>
                  </a:lnTo>
                  <a:cubicBezTo>
                    <a:pt x="319910" y="499100"/>
                    <a:pt x="319586" y="499451"/>
                    <a:pt x="319122" y="499539"/>
                  </a:cubicBezTo>
                  <a:cubicBezTo>
                    <a:pt x="319076" y="499539"/>
                    <a:pt x="312768" y="501076"/>
                    <a:pt x="311562" y="504851"/>
                  </a:cubicBezTo>
                  <a:cubicBezTo>
                    <a:pt x="311377" y="505334"/>
                    <a:pt x="310867" y="505597"/>
                    <a:pt x="310357" y="505597"/>
                  </a:cubicBezTo>
                  <a:cubicBezTo>
                    <a:pt x="310032" y="505597"/>
                    <a:pt x="302983" y="504982"/>
                    <a:pt x="299041" y="512402"/>
                  </a:cubicBezTo>
                  <a:cubicBezTo>
                    <a:pt x="298948" y="512577"/>
                    <a:pt x="298809" y="512709"/>
                    <a:pt x="298670" y="512841"/>
                  </a:cubicBezTo>
                  <a:lnTo>
                    <a:pt x="287539" y="519865"/>
                  </a:lnTo>
                  <a:lnTo>
                    <a:pt x="282716" y="526538"/>
                  </a:lnTo>
                  <a:lnTo>
                    <a:pt x="275156" y="536196"/>
                  </a:lnTo>
                  <a:lnTo>
                    <a:pt x="259388" y="551912"/>
                  </a:lnTo>
                  <a:lnTo>
                    <a:pt x="262820" y="552658"/>
                  </a:lnTo>
                  <a:lnTo>
                    <a:pt x="264490" y="548839"/>
                  </a:lnTo>
                  <a:cubicBezTo>
                    <a:pt x="264675" y="548444"/>
                    <a:pt x="265092" y="548136"/>
                    <a:pt x="265556" y="548136"/>
                  </a:cubicBezTo>
                  <a:lnTo>
                    <a:pt x="271075" y="548136"/>
                  </a:lnTo>
                  <a:cubicBezTo>
                    <a:pt x="271446" y="548136"/>
                    <a:pt x="271771" y="548312"/>
                    <a:pt x="272003" y="548575"/>
                  </a:cubicBezTo>
                  <a:lnTo>
                    <a:pt x="285452" y="564906"/>
                  </a:lnTo>
                  <a:lnTo>
                    <a:pt x="288281" y="562404"/>
                  </a:lnTo>
                  <a:cubicBezTo>
                    <a:pt x="288281" y="562404"/>
                    <a:pt x="288838" y="562096"/>
                    <a:pt x="289116" y="562096"/>
                  </a:cubicBezTo>
                  <a:cubicBezTo>
                    <a:pt x="289441" y="562096"/>
                    <a:pt x="289719" y="562228"/>
                    <a:pt x="289904" y="562448"/>
                  </a:cubicBezTo>
                  <a:lnTo>
                    <a:pt x="295933" y="568681"/>
                  </a:lnTo>
                  <a:lnTo>
                    <a:pt x="299783" y="568681"/>
                  </a:lnTo>
                  <a:cubicBezTo>
                    <a:pt x="300200" y="568681"/>
                    <a:pt x="300571" y="568857"/>
                    <a:pt x="300756" y="569208"/>
                  </a:cubicBezTo>
                  <a:lnTo>
                    <a:pt x="302751" y="572237"/>
                  </a:lnTo>
                  <a:lnTo>
                    <a:pt x="308177" y="572237"/>
                  </a:lnTo>
                  <a:cubicBezTo>
                    <a:pt x="308548" y="572237"/>
                    <a:pt x="308919" y="572413"/>
                    <a:pt x="309151" y="572720"/>
                  </a:cubicBezTo>
                  <a:lnTo>
                    <a:pt x="315644" y="581764"/>
                  </a:lnTo>
                  <a:lnTo>
                    <a:pt x="321719" y="584090"/>
                  </a:lnTo>
                  <a:cubicBezTo>
                    <a:pt x="322136" y="584266"/>
                    <a:pt x="322461" y="584661"/>
                    <a:pt x="322461" y="585100"/>
                  </a:cubicBezTo>
                  <a:lnTo>
                    <a:pt x="322461" y="589797"/>
                  </a:lnTo>
                  <a:lnTo>
                    <a:pt x="328861" y="594671"/>
                  </a:lnTo>
                  <a:lnTo>
                    <a:pt x="328861" y="592519"/>
                  </a:lnTo>
                  <a:lnTo>
                    <a:pt x="333499" y="590588"/>
                  </a:lnTo>
                  <a:lnTo>
                    <a:pt x="336977" y="584529"/>
                  </a:lnTo>
                  <a:lnTo>
                    <a:pt x="336977" y="599061"/>
                  </a:lnTo>
                  <a:lnTo>
                    <a:pt x="330021" y="599061"/>
                  </a:lnTo>
                  <a:lnTo>
                    <a:pt x="325939" y="602353"/>
                  </a:lnTo>
                  <a:lnTo>
                    <a:pt x="323435" y="608806"/>
                  </a:lnTo>
                  <a:lnTo>
                    <a:pt x="322600" y="613021"/>
                  </a:lnTo>
                  <a:lnTo>
                    <a:pt x="326310" y="614864"/>
                  </a:lnTo>
                  <a:lnTo>
                    <a:pt x="334055" y="607050"/>
                  </a:lnTo>
                  <a:lnTo>
                    <a:pt x="339574" y="600728"/>
                  </a:lnTo>
                  <a:lnTo>
                    <a:pt x="339574" y="595812"/>
                  </a:lnTo>
                  <a:lnTo>
                    <a:pt x="341337" y="590324"/>
                  </a:lnTo>
                  <a:lnTo>
                    <a:pt x="346531" y="585407"/>
                  </a:lnTo>
                  <a:lnTo>
                    <a:pt x="352050" y="580754"/>
                  </a:lnTo>
                  <a:lnTo>
                    <a:pt x="360166" y="574432"/>
                  </a:lnTo>
                  <a:lnTo>
                    <a:pt x="367401" y="566486"/>
                  </a:lnTo>
                  <a:lnTo>
                    <a:pt x="374357" y="555511"/>
                  </a:lnTo>
                  <a:cubicBezTo>
                    <a:pt x="374357" y="555511"/>
                    <a:pt x="382473" y="531893"/>
                    <a:pt x="394670" y="525045"/>
                  </a:cubicBezTo>
                  <a:cubicBezTo>
                    <a:pt x="394670" y="525045"/>
                    <a:pt x="401071" y="525045"/>
                    <a:pt x="401349" y="511875"/>
                  </a:cubicBezTo>
                  <a:lnTo>
                    <a:pt x="403668" y="508846"/>
                  </a:lnTo>
                  <a:lnTo>
                    <a:pt x="403668" y="503929"/>
                  </a:lnTo>
                  <a:lnTo>
                    <a:pt x="401071" y="505597"/>
                  </a:lnTo>
                  <a:lnTo>
                    <a:pt x="401349" y="495983"/>
                  </a:lnTo>
                  <a:lnTo>
                    <a:pt x="400189" y="490759"/>
                  </a:lnTo>
                  <a:lnTo>
                    <a:pt x="401627" y="487203"/>
                  </a:lnTo>
                  <a:lnTo>
                    <a:pt x="401071" y="483340"/>
                  </a:lnTo>
                  <a:lnTo>
                    <a:pt x="401349" y="477852"/>
                  </a:lnTo>
                  <a:lnTo>
                    <a:pt x="403668" y="473989"/>
                  </a:lnTo>
                  <a:lnTo>
                    <a:pt x="400189" y="472891"/>
                  </a:lnTo>
                  <a:lnTo>
                    <a:pt x="403668" y="471223"/>
                  </a:lnTo>
                  <a:lnTo>
                    <a:pt x="405105" y="468194"/>
                  </a:lnTo>
                  <a:lnTo>
                    <a:pt x="409187" y="470653"/>
                  </a:lnTo>
                  <a:lnTo>
                    <a:pt x="412387" y="465429"/>
                  </a:lnTo>
                  <a:lnTo>
                    <a:pt x="419065" y="458317"/>
                  </a:lnTo>
                  <a:cubicBezTo>
                    <a:pt x="419065" y="458317"/>
                    <a:pt x="421940" y="458317"/>
                    <a:pt x="430103" y="449537"/>
                  </a:cubicBezTo>
                  <a:cubicBezTo>
                    <a:pt x="430103" y="449537"/>
                    <a:pt x="440538" y="449010"/>
                    <a:pt x="441975" y="443786"/>
                  </a:cubicBezTo>
                  <a:lnTo>
                    <a:pt x="450694" y="444049"/>
                  </a:lnTo>
                  <a:lnTo>
                    <a:pt x="454173" y="441020"/>
                  </a:lnTo>
                  <a:lnTo>
                    <a:pt x="459367" y="437464"/>
                  </a:lnTo>
                  <a:lnTo>
                    <a:pt x="461964" y="437464"/>
                  </a:lnTo>
                  <a:lnTo>
                    <a:pt x="463402" y="433074"/>
                  </a:lnTo>
                  <a:lnTo>
                    <a:pt x="468920" y="430879"/>
                  </a:lnTo>
                  <a:lnTo>
                    <a:pt x="468920" y="432240"/>
                  </a:lnTo>
                  <a:lnTo>
                    <a:pt x="473558" y="431143"/>
                  </a:lnTo>
                  <a:lnTo>
                    <a:pt x="474996" y="429782"/>
                  </a:lnTo>
                  <a:cubicBezTo>
                    <a:pt x="474996" y="429782"/>
                    <a:pt x="482834" y="437728"/>
                    <a:pt x="487147" y="427587"/>
                  </a:cubicBezTo>
                  <a:lnTo>
                    <a:pt x="488584" y="430045"/>
                  </a:lnTo>
                  <a:lnTo>
                    <a:pt x="500735" y="430309"/>
                  </a:lnTo>
                  <a:cubicBezTo>
                    <a:pt x="500735" y="430309"/>
                    <a:pt x="505373" y="428377"/>
                    <a:pt x="509454" y="423987"/>
                  </a:cubicBezTo>
                  <a:cubicBezTo>
                    <a:pt x="513535" y="419597"/>
                    <a:pt x="520167" y="416041"/>
                    <a:pt x="520167" y="416041"/>
                  </a:cubicBezTo>
                  <a:cubicBezTo>
                    <a:pt x="520167" y="416041"/>
                    <a:pt x="525362" y="411124"/>
                    <a:pt x="521605" y="403134"/>
                  </a:cubicBezTo>
                  <a:cubicBezTo>
                    <a:pt x="521605" y="403134"/>
                    <a:pt x="524480" y="401203"/>
                    <a:pt x="525083" y="396023"/>
                  </a:cubicBezTo>
                  <a:cubicBezTo>
                    <a:pt x="525083" y="396023"/>
                    <a:pt x="536956" y="392159"/>
                    <a:pt x="534915" y="380394"/>
                  </a:cubicBezTo>
                  <a:lnTo>
                    <a:pt x="541315" y="374906"/>
                  </a:lnTo>
                  <a:cubicBezTo>
                    <a:pt x="541315" y="374906"/>
                    <a:pt x="542753" y="364459"/>
                    <a:pt x="542753" y="361473"/>
                  </a:cubicBezTo>
                  <a:cubicBezTo>
                    <a:pt x="542753" y="358488"/>
                    <a:pt x="544191" y="352430"/>
                    <a:pt x="548272" y="347469"/>
                  </a:cubicBezTo>
                  <a:cubicBezTo>
                    <a:pt x="552353" y="342508"/>
                    <a:pt x="548272" y="332938"/>
                    <a:pt x="550869" y="327978"/>
                  </a:cubicBezTo>
                  <a:cubicBezTo>
                    <a:pt x="553466" y="323017"/>
                    <a:pt x="555507" y="312613"/>
                    <a:pt x="552910" y="301901"/>
                  </a:cubicBezTo>
                  <a:cubicBezTo>
                    <a:pt x="552910" y="301901"/>
                    <a:pt x="551147" y="287897"/>
                    <a:pt x="552029" y="285175"/>
                  </a:cubicBezTo>
                  <a:cubicBezTo>
                    <a:pt x="552910" y="282453"/>
                    <a:pt x="554115" y="276131"/>
                    <a:pt x="554115" y="276131"/>
                  </a:cubicBezTo>
                  <a:cubicBezTo>
                    <a:pt x="554115" y="276131"/>
                    <a:pt x="566823" y="270380"/>
                    <a:pt x="568539" y="267088"/>
                  </a:cubicBezTo>
                  <a:cubicBezTo>
                    <a:pt x="570255" y="263795"/>
                    <a:pt x="574939" y="251986"/>
                    <a:pt x="577536" y="249528"/>
                  </a:cubicBezTo>
                  <a:cubicBezTo>
                    <a:pt x="580133" y="247069"/>
                    <a:pt x="585049" y="238816"/>
                    <a:pt x="587368" y="237719"/>
                  </a:cubicBezTo>
                  <a:cubicBezTo>
                    <a:pt x="589687" y="236621"/>
                    <a:pt x="609676" y="220993"/>
                    <a:pt x="614035" y="208920"/>
                  </a:cubicBezTo>
                  <a:cubicBezTo>
                    <a:pt x="618394" y="196848"/>
                    <a:pt x="618394" y="181219"/>
                    <a:pt x="616076" y="172966"/>
                  </a:cubicBezTo>
                  <a:cubicBezTo>
                    <a:pt x="613757" y="164713"/>
                    <a:pt x="611994" y="158435"/>
                    <a:pt x="611994" y="158435"/>
                  </a:cubicBezTo>
                  <a:close/>
                  <a:moveTo>
                    <a:pt x="228918" y="105316"/>
                  </a:moveTo>
                  <a:cubicBezTo>
                    <a:pt x="228918" y="105316"/>
                    <a:pt x="219086" y="103385"/>
                    <a:pt x="217324" y="100399"/>
                  </a:cubicBezTo>
                  <a:cubicBezTo>
                    <a:pt x="215561" y="97414"/>
                    <a:pt x="212686" y="93551"/>
                    <a:pt x="212686" y="93551"/>
                  </a:cubicBezTo>
                  <a:lnTo>
                    <a:pt x="220802" y="98468"/>
                  </a:lnTo>
                  <a:lnTo>
                    <a:pt x="226878" y="95439"/>
                  </a:lnTo>
                  <a:lnTo>
                    <a:pt x="228918" y="100926"/>
                  </a:lnTo>
                  <a:lnTo>
                    <a:pt x="228918" y="105316"/>
                  </a:lnTo>
                  <a:close/>
                  <a:moveTo>
                    <a:pt x="336467" y="420607"/>
                  </a:moveTo>
                  <a:lnTo>
                    <a:pt x="330392" y="423899"/>
                  </a:lnTo>
                  <a:lnTo>
                    <a:pt x="330392" y="419772"/>
                  </a:lnTo>
                  <a:lnTo>
                    <a:pt x="336189" y="417841"/>
                  </a:lnTo>
                  <a:lnTo>
                    <a:pt x="341383" y="412617"/>
                  </a:lnTo>
                  <a:lnTo>
                    <a:pt x="346902" y="404671"/>
                  </a:lnTo>
                  <a:lnTo>
                    <a:pt x="349221" y="407700"/>
                  </a:lnTo>
                  <a:lnTo>
                    <a:pt x="342264" y="415646"/>
                  </a:lnTo>
                  <a:lnTo>
                    <a:pt x="336467" y="420563"/>
                  </a:lnTo>
                  <a:close/>
                  <a:moveTo>
                    <a:pt x="369812" y="555029"/>
                  </a:moveTo>
                  <a:lnTo>
                    <a:pt x="366334" y="560780"/>
                  </a:lnTo>
                  <a:lnTo>
                    <a:pt x="359934" y="566267"/>
                  </a:lnTo>
                  <a:lnTo>
                    <a:pt x="359934" y="571184"/>
                  </a:lnTo>
                  <a:lnTo>
                    <a:pt x="354740" y="575574"/>
                  </a:lnTo>
                  <a:lnTo>
                    <a:pt x="347505" y="581061"/>
                  </a:lnTo>
                  <a:lnTo>
                    <a:pt x="343748" y="583256"/>
                  </a:lnTo>
                  <a:lnTo>
                    <a:pt x="343748" y="578866"/>
                  </a:lnTo>
                  <a:lnTo>
                    <a:pt x="345511" y="577505"/>
                  </a:lnTo>
                  <a:lnTo>
                    <a:pt x="348108" y="571755"/>
                  </a:lnTo>
                  <a:lnTo>
                    <a:pt x="353024" y="569823"/>
                  </a:lnTo>
                  <a:lnTo>
                    <a:pt x="358543" y="556126"/>
                  </a:lnTo>
                  <a:lnTo>
                    <a:pt x="356780" y="549014"/>
                  </a:lnTo>
                  <a:lnTo>
                    <a:pt x="359980" y="549014"/>
                  </a:lnTo>
                  <a:lnTo>
                    <a:pt x="363459" y="555073"/>
                  </a:lnTo>
                  <a:lnTo>
                    <a:pt x="369859" y="553404"/>
                  </a:lnTo>
                  <a:lnTo>
                    <a:pt x="369859" y="555073"/>
                  </a:lnTo>
                  <a:close/>
                  <a:moveTo>
                    <a:pt x="386925" y="150621"/>
                  </a:moveTo>
                  <a:lnTo>
                    <a:pt x="382010" y="141709"/>
                  </a:lnTo>
                  <a:lnTo>
                    <a:pt x="380850" y="132798"/>
                  </a:lnTo>
                  <a:lnTo>
                    <a:pt x="384931" y="132798"/>
                  </a:lnTo>
                  <a:lnTo>
                    <a:pt x="384931" y="141051"/>
                  </a:lnTo>
                  <a:lnTo>
                    <a:pt x="389013" y="145704"/>
                  </a:lnTo>
                  <a:lnTo>
                    <a:pt x="386972" y="150621"/>
                  </a:lnTo>
                  <a:close/>
                  <a:moveTo>
                    <a:pt x="515019" y="224110"/>
                  </a:moveTo>
                  <a:lnTo>
                    <a:pt x="506903" y="224110"/>
                  </a:lnTo>
                  <a:lnTo>
                    <a:pt x="501106" y="229597"/>
                  </a:lnTo>
                  <a:lnTo>
                    <a:pt x="498787" y="227929"/>
                  </a:lnTo>
                  <a:lnTo>
                    <a:pt x="502869" y="222178"/>
                  </a:lnTo>
                  <a:lnTo>
                    <a:pt x="513025" y="222178"/>
                  </a:lnTo>
                  <a:lnTo>
                    <a:pt x="520538" y="214759"/>
                  </a:lnTo>
                  <a:lnTo>
                    <a:pt x="523135" y="219149"/>
                  </a:lnTo>
                  <a:lnTo>
                    <a:pt x="515019" y="2240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B8165FA-4D3A-F2C8-519C-D8560BD7285C}"/>
                </a:ext>
              </a:extLst>
            </p:cNvPr>
            <p:cNvSpPr>
              <a:spLocks/>
            </p:cNvSpPr>
            <p:nvPr/>
          </p:nvSpPr>
          <p:spPr>
            <a:xfrm>
              <a:off x="3820503" y="3797083"/>
              <a:ext cx="284454" cy="371194"/>
            </a:xfrm>
            <a:custGeom>
              <a:avLst/>
              <a:gdLst>
                <a:gd name="connsiteX0" fmla="*/ 27881 w 190572"/>
                <a:gd name="connsiteY0" fmla="*/ 181737 h 248684"/>
                <a:gd name="connsiteX1" fmla="*/ 36600 w 190572"/>
                <a:gd name="connsiteY1" fmla="*/ 183800 h 248684"/>
                <a:gd name="connsiteX2" fmla="*/ 43232 w 190572"/>
                <a:gd name="connsiteY2" fmla="*/ 181693 h 248684"/>
                <a:gd name="connsiteX3" fmla="*/ 44392 w 190572"/>
                <a:gd name="connsiteY3" fmla="*/ 181912 h 248684"/>
                <a:gd name="connsiteX4" fmla="*/ 53064 w 190572"/>
                <a:gd name="connsiteY4" fmla="*/ 189331 h 248684"/>
                <a:gd name="connsiteX5" fmla="*/ 65957 w 190572"/>
                <a:gd name="connsiteY5" fmla="*/ 189331 h 248684"/>
                <a:gd name="connsiteX6" fmla="*/ 66699 w 190572"/>
                <a:gd name="connsiteY6" fmla="*/ 189595 h 248684"/>
                <a:gd name="connsiteX7" fmla="*/ 73099 w 190572"/>
                <a:gd name="connsiteY7" fmla="*/ 194819 h 248684"/>
                <a:gd name="connsiteX8" fmla="*/ 73424 w 190572"/>
                <a:gd name="connsiteY8" fmla="*/ 195258 h 248684"/>
                <a:gd name="connsiteX9" fmla="*/ 75882 w 190572"/>
                <a:gd name="connsiteY9" fmla="*/ 201711 h 248684"/>
                <a:gd name="connsiteX10" fmla="*/ 85899 w 190572"/>
                <a:gd name="connsiteY10" fmla="*/ 206189 h 248684"/>
                <a:gd name="connsiteX11" fmla="*/ 86549 w 190572"/>
                <a:gd name="connsiteY11" fmla="*/ 207199 h 248684"/>
                <a:gd name="connsiteX12" fmla="*/ 86549 w 190572"/>
                <a:gd name="connsiteY12" fmla="*/ 213520 h 248684"/>
                <a:gd name="connsiteX13" fmla="*/ 91186 w 190572"/>
                <a:gd name="connsiteY13" fmla="*/ 213520 h 248684"/>
                <a:gd name="connsiteX14" fmla="*/ 92253 w 190572"/>
                <a:gd name="connsiteY14" fmla="*/ 214223 h 248684"/>
                <a:gd name="connsiteX15" fmla="*/ 94850 w 190572"/>
                <a:gd name="connsiteY15" fmla="*/ 220544 h 248684"/>
                <a:gd name="connsiteX16" fmla="*/ 94711 w 190572"/>
                <a:gd name="connsiteY16" fmla="*/ 221554 h 248684"/>
                <a:gd name="connsiteX17" fmla="*/ 93737 w 190572"/>
                <a:gd name="connsiteY17" fmla="*/ 222037 h 248684"/>
                <a:gd name="connsiteX18" fmla="*/ 93273 w 190572"/>
                <a:gd name="connsiteY18" fmla="*/ 222037 h 248684"/>
                <a:gd name="connsiteX19" fmla="*/ 95221 w 190572"/>
                <a:gd name="connsiteY19" fmla="*/ 224759 h 248684"/>
                <a:gd name="connsiteX20" fmla="*/ 107279 w 190572"/>
                <a:gd name="connsiteY20" fmla="*/ 224759 h 248684"/>
                <a:gd name="connsiteX21" fmla="*/ 114514 w 190572"/>
                <a:gd name="connsiteY21" fmla="*/ 220018 h 248684"/>
                <a:gd name="connsiteX22" fmla="*/ 116045 w 190572"/>
                <a:gd name="connsiteY22" fmla="*/ 220193 h 248684"/>
                <a:gd name="connsiteX23" fmla="*/ 119755 w 190572"/>
                <a:gd name="connsiteY23" fmla="*/ 224188 h 248684"/>
                <a:gd name="connsiteX24" fmla="*/ 127314 w 190572"/>
                <a:gd name="connsiteY24" fmla="*/ 219974 h 248684"/>
                <a:gd name="connsiteX25" fmla="*/ 128891 w 190572"/>
                <a:gd name="connsiteY25" fmla="*/ 220369 h 248684"/>
                <a:gd name="connsiteX26" fmla="*/ 131349 w 190572"/>
                <a:gd name="connsiteY26" fmla="*/ 224320 h 248684"/>
                <a:gd name="connsiteX27" fmla="*/ 136590 w 190572"/>
                <a:gd name="connsiteY27" fmla="*/ 223135 h 248684"/>
                <a:gd name="connsiteX28" fmla="*/ 137749 w 190572"/>
                <a:gd name="connsiteY28" fmla="*/ 223486 h 248684"/>
                <a:gd name="connsiteX29" fmla="*/ 141506 w 190572"/>
                <a:gd name="connsiteY29" fmla="*/ 227612 h 248684"/>
                <a:gd name="connsiteX30" fmla="*/ 141645 w 190572"/>
                <a:gd name="connsiteY30" fmla="*/ 228885 h 248684"/>
                <a:gd name="connsiteX31" fmla="*/ 132740 w 190572"/>
                <a:gd name="connsiteY31" fmla="*/ 243987 h 248684"/>
                <a:gd name="connsiteX32" fmla="*/ 137146 w 190572"/>
                <a:gd name="connsiteY32" fmla="*/ 243987 h 248684"/>
                <a:gd name="connsiteX33" fmla="*/ 138027 w 190572"/>
                <a:gd name="connsiteY33" fmla="*/ 244338 h 248684"/>
                <a:gd name="connsiteX34" fmla="*/ 142201 w 190572"/>
                <a:gd name="connsiteY34" fmla="*/ 248684 h 248684"/>
                <a:gd name="connsiteX35" fmla="*/ 149854 w 190572"/>
                <a:gd name="connsiteY35" fmla="*/ 205794 h 248684"/>
                <a:gd name="connsiteX36" fmla="*/ 146607 w 190572"/>
                <a:gd name="connsiteY36" fmla="*/ 200921 h 248684"/>
                <a:gd name="connsiteX37" fmla="*/ 146422 w 190572"/>
                <a:gd name="connsiteY37" fmla="*/ 200350 h 248684"/>
                <a:gd name="connsiteX38" fmla="*/ 146422 w 190572"/>
                <a:gd name="connsiteY38" fmla="*/ 196268 h 248684"/>
                <a:gd name="connsiteX39" fmla="*/ 139975 w 190572"/>
                <a:gd name="connsiteY39" fmla="*/ 192185 h 248684"/>
                <a:gd name="connsiteX40" fmla="*/ 139465 w 190572"/>
                <a:gd name="connsiteY40" fmla="*/ 191263 h 248684"/>
                <a:gd name="connsiteX41" fmla="*/ 139465 w 190572"/>
                <a:gd name="connsiteY41" fmla="*/ 180025 h 248684"/>
                <a:gd name="connsiteX42" fmla="*/ 140207 w 190572"/>
                <a:gd name="connsiteY42" fmla="*/ 178971 h 248684"/>
                <a:gd name="connsiteX43" fmla="*/ 149761 w 190572"/>
                <a:gd name="connsiteY43" fmla="*/ 175679 h 248684"/>
                <a:gd name="connsiteX44" fmla="*/ 150688 w 190572"/>
                <a:gd name="connsiteY44" fmla="*/ 175723 h 248684"/>
                <a:gd name="connsiteX45" fmla="*/ 153935 w 190572"/>
                <a:gd name="connsiteY45" fmla="*/ 177259 h 248684"/>
                <a:gd name="connsiteX46" fmla="*/ 154445 w 190572"/>
                <a:gd name="connsiteY46" fmla="*/ 176688 h 248684"/>
                <a:gd name="connsiteX47" fmla="*/ 151338 w 190572"/>
                <a:gd name="connsiteY47" fmla="*/ 173132 h 248684"/>
                <a:gd name="connsiteX48" fmla="*/ 143778 w 190572"/>
                <a:gd name="connsiteY48" fmla="*/ 173132 h 248684"/>
                <a:gd name="connsiteX49" fmla="*/ 142619 w 190572"/>
                <a:gd name="connsiteY49" fmla="*/ 172035 h 248684"/>
                <a:gd name="connsiteX50" fmla="*/ 142619 w 190572"/>
                <a:gd name="connsiteY50" fmla="*/ 162026 h 248684"/>
                <a:gd name="connsiteX51" fmla="*/ 143732 w 190572"/>
                <a:gd name="connsiteY51" fmla="*/ 160928 h 248684"/>
                <a:gd name="connsiteX52" fmla="*/ 168683 w 190572"/>
                <a:gd name="connsiteY52" fmla="*/ 159743 h 248684"/>
                <a:gd name="connsiteX53" fmla="*/ 170677 w 190572"/>
                <a:gd name="connsiteY53" fmla="*/ 157153 h 248684"/>
                <a:gd name="connsiteX54" fmla="*/ 171558 w 190572"/>
                <a:gd name="connsiteY54" fmla="*/ 156714 h 248684"/>
                <a:gd name="connsiteX55" fmla="*/ 172486 w 190572"/>
                <a:gd name="connsiteY55" fmla="*/ 157109 h 248684"/>
                <a:gd name="connsiteX56" fmla="*/ 175361 w 190572"/>
                <a:gd name="connsiteY56" fmla="*/ 160357 h 248684"/>
                <a:gd name="connsiteX57" fmla="*/ 177680 w 190572"/>
                <a:gd name="connsiteY57" fmla="*/ 157679 h 248684"/>
                <a:gd name="connsiteX58" fmla="*/ 183013 w 190572"/>
                <a:gd name="connsiteY58" fmla="*/ 153158 h 248684"/>
                <a:gd name="connsiteX59" fmla="*/ 184266 w 190572"/>
                <a:gd name="connsiteY59" fmla="*/ 152982 h 248684"/>
                <a:gd name="connsiteX60" fmla="*/ 184961 w 190572"/>
                <a:gd name="connsiteY60" fmla="*/ 153992 h 248684"/>
                <a:gd name="connsiteX61" fmla="*/ 184961 w 190572"/>
                <a:gd name="connsiteY61" fmla="*/ 158997 h 248684"/>
                <a:gd name="connsiteX62" fmla="*/ 188347 w 190572"/>
                <a:gd name="connsiteY62" fmla="*/ 161982 h 248684"/>
                <a:gd name="connsiteX63" fmla="*/ 188718 w 190572"/>
                <a:gd name="connsiteY63" fmla="*/ 162772 h 248684"/>
                <a:gd name="connsiteX64" fmla="*/ 188718 w 190572"/>
                <a:gd name="connsiteY64" fmla="*/ 169094 h 248684"/>
                <a:gd name="connsiteX65" fmla="*/ 190573 w 190572"/>
                <a:gd name="connsiteY65" fmla="*/ 169094 h 248684"/>
                <a:gd name="connsiteX66" fmla="*/ 189413 w 190572"/>
                <a:gd name="connsiteY66" fmla="*/ 162026 h 248684"/>
                <a:gd name="connsiteX67" fmla="*/ 186074 w 190572"/>
                <a:gd name="connsiteY67" fmla="*/ 159831 h 248684"/>
                <a:gd name="connsiteX68" fmla="*/ 185564 w 190572"/>
                <a:gd name="connsiteY68" fmla="*/ 158909 h 248684"/>
                <a:gd name="connsiteX69" fmla="*/ 185564 w 190572"/>
                <a:gd name="connsiteY69" fmla="*/ 153553 h 248684"/>
                <a:gd name="connsiteX70" fmla="*/ 180370 w 190572"/>
                <a:gd name="connsiteY70" fmla="*/ 147407 h 248684"/>
                <a:gd name="connsiteX71" fmla="*/ 175732 w 190572"/>
                <a:gd name="connsiteY71" fmla="*/ 147407 h 248684"/>
                <a:gd name="connsiteX72" fmla="*/ 174665 w 190572"/>
                <a:gd name="connsiteY72" fmla="*/ 146748 h 248684"/>
                <a:gd name="connsiteX73" fmla="*/ 174851 w 190572"/>
                <a:gd name="connsiteY73" fmla="*/ 145563 h 248684"/>
                <a:gd name="connsiteX74" fmla="*/ 182735 w 190572"/>
                <a:gd name="connsiteY74" fmla="*/ 137090 h 248684"/>
                <a:gd name="connsiteX75" fmla="*/ 174573 w 190572"/>
                <a:gd name="connsiteY75" fmla="*/ 123262 h 248684"/>
                <a:gd name="connsiteX76" fmla="*/ 174573 w 190572"/>
                <a:gd name="connsiteY76" fmla="*/ 122998 h 248684"/>
                <a:gd name="connsiteX77" fmla="*/ 174573 w 190572"/>
                <a:gd name="connsiteY77" fmla="*/ 108731 h 248684"/>
                <a:gd name="connsiteX78" fmla="*/ 174851 w 190572"/>
                <a:gd name="connsiteY78" fmla="*/ 108028 h 248684"/>
                <a:gd name="connsiteX79" fmla="*/ 178700 w 190572"/>
                <a:gd name="connsiteY79" fmla="*/ 103638 h 248684"/>
                <a:gd name="connsiteX80" fmla="*/ 178979 w 190572"/>
                <a:gd name="connsiteY80" fmla="*/ 100697 h 248684"/>
                <a:gd name="connsiteX81" fmla="*/ 179350 w 190572"/>
                <a:gd name="connsiteY81" fmla="*/ 99951 h 248684"/>
                <a:gd name="connsiteX82" fmla="*/ 181390 w 190572"/>
                <a:gd name="connsiteY82" fmla="*/ 98239 h 248684"/>
                <a:gd name="connsiteX83" fmla="*/ 180416 w 190572"/>
                <a:gd name="connsiteY83" fmla="*/ 95517 h 248684"/>
                <a:gd name="connsiteX84" fmla="*/ 173692 w 190572"/>
                <a:gd name="connsiteY84" fmla="*/ 95254 h 248684"/>
                <a:gd name="connsiteX85" fmla="*/ 156486 w 190572"/>
                <a:gd name="connsiteY85" fmla="*/ 96044 h 248684"/>
                <a:gd name="connsiteX86" fmla="*/ 154167 w 190572"/>
                <a:gd name="connsiteY86" fmla="*/ 97756 h 248684"/>
                <a:gd name="connsiteX87" fmla="*/ 152636 w 190572"/>
                <a:gd name="connsiteY87" fmla="*/ 97668 h 248684"/>
                <a:gd name="connsiteX88" fmla="*/ 140068 w 190572"/>
                <a:gd name="connsiteY88" fmla="*/ 85464 h 248684"/>
                <a:gd name="connsiteX89" fmla="*/ 135013 w 190572"/>
                <a:gd name="connsiteY89" fmla="*/ 83444 h 248684"/>
                <a:gd name="connsiteX90" fmla="*/ 109459 w 190572"/>
                <a:gd name="connsiteY90" fmla="*/ 83444 h 248684"/>
                <a:gd name="connsiteX91" fmla="*/ 108346 w 190572"/>
                <a:gd name="connsiteY91" fmla="*/ 82654 h 248684"/>
                <a:gd name="connsiteX92" fmla="*/ 106862 w 190572"/>
                <a:gd name="connsiteY92" fmla="*/ 77957 h 248684"/>
                <a:gd name="connsiteX93" fmla="*/ 102781 w 190572"/>
                <a:gd name="connsiteY93" fmla="*/ 77957 h 248684"/>
                <a:gd name="connsiteX94" fmla="*/ 101946 w 190572"/>
                <a:gd name="connsiteY94" fmla="*/ 77606 h 248684"/>
                <a:gd name="connsiteX95" fmla="*/ 101621 w 190572"/>
                <a:gd name="connsiteY95" fmla="*/ 76772 h 248684"/>
                <a:gd name="connsiteX96" fmla="*/ 102456 w 190572"/>
                <a:gd name="connsiteY96" fmla="*/ 62724 h 248684"/>
                <a:gd name="connsiteX97" fmla="*/ 98746 w 190572"/>
                <a:gd name="connsiteY97" fmla="*/ 59212 h 248684"/>
                <a:gd name="connsiteX98" fmla="*/ 98421 w 190572"/>
                <a:gd name="connsiteY98" fmla="*/ 58465 h 248684"/>
                <a:gd name="connsiteX99" fmla="*/ 98189 w 190572"/>
                <a:gd name="connsiteY99" fmla="*/ 52670 h 248684"/>
                <a:gd name="connsiteX100" fmla="*/ 94386 w 190572"/>
                <a:gd name="connsiteY100" fmla="*/ 52670 h 248684"/>
                <a:gd name="connsiteX101" fmla="*/ 93227 w 190572"/>
                <a:gd name="connsiteY101" fmla="*/ 51573 h 248684"/>
                <a:gd name="connsiteX102" fmla="*/ 93227 w 190572"/>
                <a:gd name="connsiteY102" fmla="*/ 51046 h 248684"/>
                <a:gd name="connsiteX103" fmla="*/ 88589 w 190572"/>
                <a:gd name="connsiteY103" fmla="*/ 51046 h 248684"/>
                <a:gd name="connsiteX104" fmla="*/ 87569 w 190572"/>
                <a:gd name="connsiteY104" fmla="*/ 50475 h 248684"/>
                <a:gd name="connsiteX105" fmla="*/ 87569 w 190572"/>
                <a:gd name="connsiteY105" fmla="*/ 49378 h 248684"/>
                <a:gd name="connsiteX106" fmla="*/ 93227 w 190572"/>
                <a:gd name="connsiteY106" fmla="*/ 40291 h 248684"/>
                <a:gd name="connsiteX107" fmla="*/ 93227 w 190572"/>
                <a:gd name="connsiteY107" fmla="*/ 30150 h 248684"/>
                <a:gd name="connsiteX108" fmla="*/ 93412 w 190572"/>
                <a:gd name="connsiteY108" fmla="*/ 29579 h 248684"/>
                <a:gd name="connsiteX109" fmla="*/ 100369 w 190572"/>
                <a:gd name="connsiteY109" fmla="*/ 18824 h 248684"/>
                <a:gd name="connsiteX110" fmla="*/ 101343 w 190572"/>
                <a:gd name="connsiteY110" fmla="*/ 18297 h 248684"/>
                <a:gd name="connsiteX111" fmla="*/ 105471 w 190572"/>
                <a:gd name="connsiteY111" fmla="*/ 18297 h 248684"/>
                <a:gd name="connsiteX112" fmla="*/ 108068 w 190572"/>
                <a:gd name="connsiteY112" fmla="*/ 11931 h 248684"/>
                <a:gd name="connsiteX113" fmla="*/ 108810 w 190572"/>
                <a:gd name="connsiteY113" fmla="*/ 11273 h 248684"/>
                <a:gd name="connsiteX114" fmla="*/ 118085 w 190572"/>
                <a:gd name="connsiteY114" fmla="*/ 8814 h 248684"/>
                <a:gd name="connsiteX115" fmla="*/ 118410 w 190572"/>
                <a:gd name="connsiteY115" fmla="*/ 8814 h 248684"/>
                <a:gd name="connsiteX116" fmla="*/ 123048 w 190572"/>
                <a:gd name="connsiteY116" fmla="*/ 8814 h 248684"/>
                <a:gd name="connsiteX117" fmla="*/ 119569 w 190572"/>
                <a:gd name="connsiteY117" fmla="*/ 34 h 248684"/>
                <a:gd name="connsiteX118" fmla="*/ 105100 w 190572"/>
                <a:gd name="connsiteY118" fmla="*/ 8814 h 248684"/>
                <a:gd name="connsiteX119" fmla="*/ 90027 w 190572"/>
                <a:gd name="connsiteY119" fmla="*/ 17594 h 248684"/>
                <a:gd name="connsiteX120" fmla="*/ 75557 w 190572"/>
                <a:gd name="connsiteY120" fmla="*/ 17594 h 248684"/>
                <a:gd name="connsiteX121" fmla="*/ 74120 w 190572"/>
                <a:gd name="connsiteY121" fmla="*/ 24443 h 248684"/>
                <a:gd name="connsiteX122" fmla="*/ 72079 w 190572"/>
                <a:gd name="connsiteY122" fmla="*/ 25804 h 248684"/>
                <a:gd name="connsiteX123" fmla="*/ 61041 w 190572"/>
                <a:gd name="connsiteY123" fmla="*/ 24135 h 248684"/>
                <a:gd name="connsiteX124" fmla="*/ 53528 w 190572"/>
                <a:gd name="connsiteY124" fmla="*/ 45822 h 248684"/>
                <a:gd name="connsiteX125" fmla="*/ 40171 w 190572"/>
                <a:gd name="connsiteY125" fmla="*/ 54339 h 248684"/>
                <a:gd name="connsiteX126" fmla="*/ 33771 w 190572"/>
                <a:gd name="connsiteY126" fmla="*/ 59563 h 248684"/>
                <a:gd name="connsiteX127" fmla="*/ 34328 w 190572"/>
                <a:gd name="connsiteY127" fmla="*/ 68870 h 248684"/>
                <a:gd name="connsiteX128" fmla="*/ 32287 w 190572"/>
                <a:gd name="connsiteY128" fmla="*/ 69396 h 248684"/>
                <a:gd name="connsiteX129" fmla="*/ 31731 w 190572"/>
                <a:gd name="connsiteY129" fmla="*/ 65006 h 248684"/>
                <a:gd name="connsiteX130" fmla="*/ 26490 w 190572"/>
                <a:gd name="connsiteY130" fmla="*/ 58290 h 248684"/>
                <a:gd name="connsiteX131" fmla="*/ 24728 w 190572"/>
                <a:gd name="connsiteY131" fmla="*/ 61538 h 248684"/>
                <a:gd name="connsiteX132" fmla="*/ 30293 w 190572"/>
                <a:gd name="connsiteY132" fmla="*/ 67289 h 248684"/>
                <a:gd name="connsiteX133" fmla="*/ 30339 w 190572"/>
                <a:gd name="connsiteY133" fmla="*/ 68694 h 248684"/>
                <a:gd name="connsiteX134" fmla="*/ 24264 w 190572"/>
                <a:gd name="connsiteY134" fmla="*/ 76113 h 248684"/>
                <a:gd name="connsiteX135" fmla="*/ 23383 w 190572"/>
                <a:gd name="connsiteY135" fmla="*/ 76552 h 248684"/>
                <a:gd name="connsiteX136" fmla="*/ 22502 w 190572"/>
                <a:gd name="connsiteY136" fmla="*/ 76201 h 248684"/>
                <a:gd name="connsiteX137" fmla="*/ 19673 w 190572"/>
                <a:gd name="connsiteY137" fmla="*/ 73347 h 248684"/>
                <a:gd name="connsiteX138" fmla="*/ 16658 w 190572"/>
                <a:gd name="connsiteY138" fmla="*/ 80503 h 248684"/>
                <a:gd name="connsiteX139" fmla="*/ 24774 w 190572"/>
                <a:gd name="connsiteY139" fmla="*/ 89986 h 248684"/>
                <a:gd name="connsiteX140" fmla="*/ 26212 w 190572"/>
                <a:gd name="connsiteY140" fmla="*/ 92181 h 248684"/>
                <a:gd name="connsiteX141" fmla="*/ 23336 w 190572"/>
                <a:gd name="connsiteY141" fmla="*/ 92181 h 248684"/>
                <a:gd name="connsiteX142" fmla="*/ 23615 w 190572"/>
                <a:gd name="connsiteY142" fmla="*/ 96571 h 248684"/>
                <a:gd name="connsiteX143" fmla="*/ 26212 w 190572"/>
                <a:gd name="connsiteY143" fmla="*/ 99292 h 248684"/>
                <a:gd name="connsiteX144" fmla="*/ 26212 w 190572"/>
                <a:gd name="connsiteY144" fmla="*/ 103419 h 248684"/>
                <a:gd name="connsiteX145" fmla="*/ 23012 w 190572"/>
                <a:gd name="connsiteY145" fmla="*/ 103419 h 248684"/>
                <a:gd name="connsiteX146" fmla="*/ 24171 w 190572"/>
                <a:gd name="connsiteY146" fmla="*/ 109170 h 248684"/>
                <a:gd name="connsiteX147" fmla="*/ 26212 w 190572"/>
                <a:gd name="connsiteY147" fmla="*/ 118213 h 248684"/>
                <a:gd name="connsiteX148" fmla="*/ 23893 w 190572"/>
                <a:gd name="connsiteY148" fmla="*/ 126466 h 248684"/>
                <a:gd name="connsiteX149" fmla="*/ 27649 w 190572"/>
                <a:gd name="connsiteY149" fmla="*/ 131120 h 248684"/>
                <a:gd name="connsiteX150" fmla="*/ 27649 w 190572"/>
                <a:gd name="connsiteY150" fmla="*/ 134149 h 248684"/>
                <a:gd name="connsiteX151" fmla="*/ 21852 w 190572"/>
                <a:gd name="connsiteY151" fmla="*/ 139637 h 248684"/>
                <a:gd name="connsiteX152" fmla="*/ 17493 w 190572"/>
                <a:gd name="connsiteY152" fmla="*/ 147890 h 248684"/>
                <a:gd name="connsiteX153" fmla="*/ 5017 w 190572"/>
                <a:gd name="connsiteY153" fmla="*/ 152016 h 248684"/>
                <a:gd name="connsiteX154" fmla="*/ 6780 w 190572"/>
                <a:gd name="connsiteY154" fmla="*/ 160270 h 248684"/>
                <a:gd name="connsiteX155" fmla="*/ 380 w 190572"/>
                <a:gd name="connsiteY155" fmla="*/ 161630 h 248684"/>
                <a:gd name="connsiteX156" fmla="*/ 1493 w 190572"/>
                <a:gd name="connsiteY156" fmla="*/ 165977 h 248684"/>
                <a:gd name="connsiteX157" fmla="*/ 18931 w 190572"/>
                <a:gd name="connsiteY157" fmla="*/ 175810 h 248684"/>
                <a:gd name="connsiteX158" fmla="*/ 27835 w 190572"/>
                <a:gd name="connsiteY158" fmla="*/ 181781 h 24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190572" h="248684">
                  <a:moveTo>
                    <a:pt x="27881" y="181737"/>
                  </a:moveTo>
                  <a:lnTo>
                    <a:pt x="36600" y="183800"/>
                  </a:lnTo>
                  <a:lnTo>
                    <a:pt x="43232" y="181693"/>
                  </a:lnTo>
                  <a:cubicBezTo>
                    <a:pt x="43650" y="181561"/>
                    <a:pt x="44067" y="181693"/>
                    <a:pt x="44392" y="181912"/>
                  </a:cubicBezTo>
                  <a:lnTo>
                    <a:pt x="53064" y="189331"/>
                  </a:lnTo>
                  <a:lnTo>
                    <a:pt x="65957" y="189331"/>
                  </a:lnTo>
                  <a:cubicBezTo>
                    <a:pt x="66235" y="189331"/>
                    <a:pt x="66514" y="189419"/>
                    <a:pt x="66699" y="189595"/>
                  </a:cubicBezTo>
                  <a:lnTo>
                    <a:pt x="73099" y="194819"/>
                  </a:lnTo>
                  <a:cubicBezTo>
                    <a:pt x="73099" y="194819"/>
                    <a:pt x="73378" y="195082"/>
                    <a:pt x="73424" y="195258"/>
                  </a:cubicBezTo>
                  <a:lnTo>
                    <a:pt x="75882" y="201711"/>
                  </a:lnTo>
                  <a:lnTo>
                    <a:pt x="85899" y="206189"/>
                  </a:lnTo>
                  <a:cubicBezTo>
                    <a:pt x="86317" y="206365"/>
                    <a:pt x="86549" y="206760"/>
                    <a:pt x="86549" y="207199"/>
                  </a:cubicBezTo>
                  <a:lnTo>
                    <a:pt x="86549" y="213520"/>
                  </a:lnTo>
                  <a:lnTo>
                    <a:pt x="91186" y="213520"/>
                  </a:lnTo>
                  <a:cubicBezTo>
                    <a:pt x="91650" y="213520"/>
                    <a:pt x="92114" y="213784"/>
                    <a:pt x="92253" y="214223"/>
                  </a:cubicBezTo>
                  <a:lnTo>
                    <a:pt x="94850" y="220544"/>
                  </a:lnTo>
                  <a:cubicBezTo>
                    <a:pt x="94989" y="220896"/>
                    <a:pt x="94943" y="221247"/>
                    <a:pt x="94711" y="221554"/>
                  </a:cubicBezTo>
                  <a:cubicBezTo>
                    <a:pt x="94479" y="221862"/>
                    <a:pt x="94154" y="222037"/>
                    <a:pt x="93737" y="222037"/>
                  </a:cubicBezTo>
                  <a:lnTo>
                    <a:pt x="93273" y="222037"/>
                  </a:lnTo>
                  <a:lnTo>
                    <a:pt x="95221" y="224759"/>
                  </a:lnTo>
                  <a:lnTo>
                    <a:pt x="107279" y="224759"/>
                  </a:lnTo>
                  <a:lnTo>
                    <a:pt x="114514" y="220018"/>
                  </a:lnTo>
                  <a:cubicBezTo>
                    <a:pt x="114978" y="219710"/>
                    <a:pt x="115674" y="219798"/>
                    <a:pt x="116045" y="220193"/>
                  </a:cubicBezTo>
                  <a:lnTo>
                    <a:pt x="119755" y="224188"/>
                  </a:lnTo>
                  <a:lnTo>
                    <a:pt x="127314" y="219974"/>
                  </a:lnTo>
                  <a:cubicBezTo>
                    <a:pt x="127871" y="219667"/>
                    <a:pt x="128566" y="219842"/>
                    <a:pt x="128891" y="220369"/>
                  </a:cubicBezTo>
                  <a:lnTo>
                    <a:pt x="131349" y="224320"/>
                  </a:lnTo>
                  <a:lnTo>
                    <a:pt x="136590" y="223135"/>
                  </a:lnTo>
                  <a:cubicBezTo>
                    <a:pt x="137007" y="223047"/>
                    <a:pt x="137471" y="223135"/>
                    <a:pt x="137749" y="223486"/>
                  </a:cubicBezTo>
                  <a:lnTo>
                    <a:pt x="141506" y="227612"/>
                  </a:lnTo>
                  <a:cubicBezTo>
                    <a:pt x="141830" y="227963"/>
                    <a:pt x="141877" y="228447"/>
                    <a:pt x="141645" y="228885"/>
                  </a:cubicBezTo>
                  <a:lnTo>
                    <a:pt x="132740" y="243987"/>
                  </a:lnTo>
                  <a:lnTo>
                    <a:pt x="137146" y="243987"/>
                  </a:lnTo>
                  <a:cubicBezTo>
                    <a:pt x="137471" y="243987"/>
                    <a:pt x="137796" y="244119"/>
                    <a:pt x="138027" y="244338"/>
                  </a:cubicBezTo>
                  <a:lnTo>
                    <a:pt x="142201" y="248684"/>
                  </a:lnTo>
                  <a:lnTo>
                    <a:pt x="149854" y="205794"/>
                  </a:lnTo>
                  <a:lnTo>
                    <a:pt x="146607" y="200921"/>
                  </a:lnTo>
                  <a:cubicBezTo>
                    <a:pt x="146607" y="200921"/>
                    <a:pt x="146422" y="200526"/>
                    <a:pt x="146422" y="200350"/>
                  </a:cubicBezTo>
                  <a:lnTo>
                    <a:pt x="146422" y="196268"/>
                  </a:lnTo>
                  <a:lnTo>
                    <a:pt x="139975" y="192185"/>
                  </a:lnTo>
                  <a:cubicBezTo>
                    <a:pt x="139651" y="191965"/>
                    <a:pt x="139465" y="191658"/>
                    <a:pt x="139465" y="191263"/>
                  </a:cubicBezTo>
                  <a:lnTo>
                    <a:pt x="139465" y="180025"/>
                  </a:lnTo>
                  <a:cubicBezTo>
                    <a:pt x="139465" y="179542"/>
                    <a:pt x="139790" y="179147"/>
                    <a:pt x="140207" y="178971"/>
                  </a:cubicBezTo>
                  <a:lnTo>
                    <a:pt x="149761" y="175679"/>
                  </a:lnTo>
                  <a:cubicBezTo>
                    <a:pt x="150085" y="175591"/>
                    <a:pt x="150410" y="175591"/>
                    <a:pt x="150688" y="175723"/>
                  </a:cubicBezTo>
                  <a:lnTo>
                    <a:pt x="153935" y="177259"/>
                  </a:lnTo>
                  <a:lnTo>
                    <a:pt x="154445" y="176688"/>
                  </a:lnTo>
                  <a:lnTo>
                    <a:pt x="151338" y="173132"/>
                  </a:lnTo>
                  <a:lnTo>
                    <a:pt x="143778" y="173132"/>
                  </a:lnTo>
                  <a:cubicBezTo>
                    <a:pt x="143129" y="173132"/>
                    <a:pt x="142619" y="172649"/>
                    <a:pt x="142619" y="172035"/>
                  </a:cubicBezTo>
                  <a:lnTo>
                    <a:pt x="142619" y="162026"/>
                  </a:lnTo>
                  <a:cubicBezTo>
                    <a:pt x="142619" y="161455"/>
                    <a:pt x="143083" y="160972"/>
                    <a:pt x="143732" y="160928"/>
                  </a:cubicBezTo>
                  <a:lnTo>
                    <a:pt x="168683" y="159743"/>
                  </a:lnTo>
                  <a:lnTo>
                    <a:pt x="170677" y="157153"/>
                  </a:lnTo>
                  <a:cubicBezTo>
                    <a:pt x="170909" y="156889"/>
                    <a:pt x="171234" y="156714"/>
                    <a:pt x="171558" y="156714"/>
                  </a:cubicBezTo>
                  <a:cubicBezTo>
                    <a:pt x="171883" y="156714"/>
                    <a:pt x="172254" y="156845"/>
                    <a:pt x="172486" y="157109"/>
                  </a:cubicBezTo>
                  <a:lnTo>
                    <a:pt x="175361" y="160357"/>
                  </a:lnTo>
                  <a:lnTo>
                    <a:pt x="177680" y="157679"/>
                  </a:lnTo>
                  <a:lnTo>
                    <a:pt x="183013" y="153158"/>
                  </a:lnTo>
                  <a:cubicBezTo>
                    <a:pt x="183338" y="152850"/>
                    <a:pt x="183848" y="152807"/>
                    <a:pt x="184266" y="152982"/>
                  </a:cubicBezTo>
                  <a:cubicBezTo>
                    <a:pt x="184683" y="153158"/>
                    <a:pt x="184961" y="153553"/>
                    <a:pt x="184961" y="153992"/>
                  </a:cubicBezTo>
                  <a:lnTo>
                    <a:pt x="184961" y="158997"/>
                  </a:lnTo>
                  <a:lnTo>
                    <a:pt x="188347" y="161982"/>
                  </a:lnTo>
                  <a:cubicBezTo>
                    <a:pt x="188579" y="162201"/>
                    <a:pt x="188718" y="162465"/>
                    <a:pt x="188718" y="162772"/>
                  </a:cubicBezTo>
                  <a:lnTo>
                    <a:pt x="188718" y="169094"/>
                  </a:lnTo>
                  <a:lnTo>
                    <a:pt x="190573" y="169094"/>
                  </a:lnTo>
                  <a:lnTo>
                    <a:pt x="189413" y="162026"/>
                  </a:lnTo>
                  <a:lnTo>
                    <a:pt x="186074" y="159831"/>
                  </a:lnTo>
                  <a:cubicBezTo>
                    <a:pt x="185750" y="159611"/>
                    <a:pt x="185564" y="159304"/>
                    <a:pt x="185564" y="158909"/>
                  </a:cubicBezTo>
                  <a:lnTo>
                    <a:pt x="185564" y="153553"/>
                  </a:lnTo>
                  <a:lnTo>
                    <a:pt x="180370" y="147407"/>
                  </a:lnTo>
                  <a:lnTo>
                    <a:pt x="175732" y="147407"/>
                  </a:lnTo>
                  <a:cubicBezTo>
                    <a:pt x="175268" y="147407"/>
                    <a:pt x="174851" y="147144"/>
                    <a:pt x="174665" y="146748"/>
                  </a:cubicBezTo>
                  <a:cubicBezTo>
                    <a:pt x="174480" y="146353"/>
                    <a:pt x="174573" y="145914"/>
                    <a:pt x="174851" y="145563"/>
                  </a:cubicBezTo>
                  <a:lnTo>
                    <a:pt x="182735" y="137090"/>
                  </a:lnTo>
                  <a:cubicBezTo>
                    <a:pt x="177077" y="132305"/>
                    <a:pt x="174665" y="123613"/>
                    <a:pt x="174573" y="123262"/>
                  </a:cubicBezTo>
                  <a:cubicBezTo>
                    <a:pt x="174573" y="123174"/>
                    <a:pt x="174573" y="123086"/>
                    <a:pt x="174573" y="122998"/>
                  </a:cubicBezTo>
                  <a:lnTo>
                    <a:pt x="174573" y="108731"/>
                  </a:lnTo>
                  <a:cubicBezTo>
                    <a:pt x="174573" y="108468"/>
                    <a:pt x="174665" y="108248"/>
                    <a:pt x="174851" y="108028"/>
                  </a:cubicBezTo>
                  <a:lnTo>
                    <a:pt x="178700" y="103638"/>
                  </a:lnTo>
                  <a:lnTo>
                    <a:pt x="178979" y="100697"/>
                  </a:lnTo>
                  <a:cubicBezTo>
                    <a:pt x="178979" y="100434"/>
                    <a:pt x="179164" y="100170"/>
                    <a:pt x="179350" y="99951"/>
                  </a:cubicBezTo>
                  <a:lnTo>
                    <a:pt x="181390" y="98239"/>
                  </a:lnTo>
                  <a:lnTo>
                    <a:pt x="180416" y="95517"/>
                  </a:lnTo>
                  <a:lnTo>
                    <a:pt x="173692" y="95254"/>
                  </a:lnTo>
                  <a:lnTo>
                    <a:pt x="156486" y="96044"/>
                  </a:lnTo>
                  <a:lnTo>
                    <a:pt x="154167" y="97756"/>
                  </a:lnTo>
                  <a:cubicBezTo>
                    <a:pt x="153703" y="98107"/>
                    <a:pt x="153054" y="98063"/>
                    <a:pt x="152636" y="97668"/>
                  </a:cubicBezTo>
                  <a:lnTo>
                    <a:pt x="140068" y="85464"/>
                  </a:lnTo>
                  <a:lnTo>
                    <a:pt x="135013" y="83444"/>
                  </a:lnTo>
                  <a:lnTo>
                    <a:pt x="109459" y="83444"/>
                  </a:lnTo>
                  <a:cubicBezTo>
                    <a:pt x="108949" y="83444"/>
                    <a:pt x="108485" y="83137"/>
                    <a:pt x="108346" y="82654"/>
                  </a:cubicBezTo>
                  <a:lnTo>
                    <a:pt x="106862" y="77957"/>
                  </a:lnTo>
                  <a:lnTo>
                    <a:pt x="102781" y="77957"/>
                  </a:lnTo>
                  <a:cubicBezTo>
                    <a:pt x="102456" y="77957"/>
                    <a:pt x="102178" y="77825"/>
                    <a:pt x="101946" y="77606"/>
                  </a:cubicBezTo>
                  <a:cubicBezTo>
                    <a:pt x="101714" y="77386"/>
                    <a:pt x="101621" y="77079"/>
                    <a:pt x="101621" y="76772"/>
                  </a:cubicBezTo>
                  <a:lnTo>
                    <a:pt x="102456" y="62724"/>
                  </a:lnTo>
                  <a:lnTo>
                    <a:pt x="98746" y="59212"/>
                  </a:lnTo>
                  <a:cubicBezTo>
                    <a:pt x="98746" y="59212"/>
                    <a:pt x="98421" y="58773"/>
                    <a:pt x="98421" y="58465"/>
                  </a:cubicBezTo>
                  <a:lnTo>
                    <a:pt x="98189" y="52670"/>
                  </a:lnTo>
                  <a:lnTo>
                    <a:pt x="94386" y="52670"/>
                  </a:lnTo>
                  <a:cubicBezTo>
                    <a:pt x="93737" y="52670"/>
                    <a:pt x="93227" y="52188"/>
                    <a:pt x="93227" y="51573"/>
                  </a:cubicBezTo>
                  <a:lnTo>
                    <a:pt x="93227" y="51046"/>
                  </a:lnTo>
                  <a:lnTo>
                    <a:pt x="88589" y="51046"/>
                  </a:lnTo>
                  <a:cubicBezTo>
                    <a:pt x="88172" y="51046"/>
                    <a:pt x="87801" y="50827"/>
                    <a:pt x="87569" y="50475"/>
                  </a:cubicBezTo>
                  <a:cubicBezTo>
                    <a:pt x="87383" y="50124"/>
                    <a:pt x="87383" y="49729"/>
                    <a:pt x="87569" y="49378"/>
                  </a:cubicBezTo>
                  <a:lnTo>
                    <a:pt x="93227" y="40291"/>
                  </a:lnTo>
                  <a:lnTo>
                    <a:pt x="93227" y="30150"/>
                  </a:lnTo>
                  <a:cubicBezTo>
                    <a:pt x="93227" y="30150"/>
                    <a:pt x="93273" y="29755"/>
                    <a:pt x="93412" y="29579"/>
                  </a:cubicBezTo>
                  <a:lnTo>
                    <a:pt x="100369" y="18824"/>
                  </a:lnTo>
                  <a:cubicBezTo>
                    <a:pt x="100601" y="18516"/>
                    <a:pt x="100972" y="18297"/>
                    <a:pt x="101343" y="18297"/>
                  </a:cubicBezTo>
                  <a:lnTo>
                    <a:pt x="105471" y="18297"/>
                  </a:lnTo>
                  <a:lnTo>
                    <a:pt x="108068" y="11931"/>
                  </a:lnTo>
                  <a:cubicBezTo>
                    <a:pt x="108207" y="11624"/>
                    <a:pt x="108485" y="11361"/>
                    <a:pt x="108810" y="11273"/>
                  </a:cubicBezTo>
                  <a:lnTo>
                    <a:pt x="118085" y="8814"/>
                  </a:lnTo>
                  <a:cubicBezTo>
                    <a:pt x="118085" y="8814"/>
                    <a:pt x="118317" y="8814"/>
                    <a:pt x="118410" y="8814"/>
                  </a:cubicBezTo>
                  <a:lnTo>
                    <a:pt x="123048" y="8814"/>
                  </a:lnTo>
                  <a:cubicBezTo>
                    <a:pt x="126758" y="5610"/>
                    <a:pt x="123187" y="254"/>
                    <a:pt x="119569" y="34"/>
                  </a:cubicBezTo>
                  <a:cubicBezTo>
                    <a:pt x="115210" y="-229"/>
                    <a:pt x="107975" y="868"/>
                    <a:pt x="105100" y="8814"/>
                  </a:cubicBezTo>
                  <a:cubicBezTo>
                    <a:pt x="105100" y="8814"/>
                    <a:pt x="91186" y="10483"/>
                    <a:pt x="90027" y="17594"/>
                  </a:cubicBezTo>
                  <a:cubicBezTo>
                    <a:pt x="90027" y="17594"/>
                    <a:pt x="76670" y="15663"/>
                    <a:pt x="75557" y="17594"/>
                  </a:cubicBezTo>
                  <a:cubicBezTo>
                    <a:pt x="74444" y="19526"/>
                    <a:pt x="74120" y="24443"/>
                    <a:pt x="74120" y="24443"/>
                  </a:cubicBezTo>
                  <a:lnTo>
                    <a:pt x="72079" y="25804"/>
                  </a:lnTo>
                  <a:cubicBezTo>
                    <a:pt x="72079" y="25804"/>
                    <a:pt x="68601" y="18955"/>
                    <a:pt x="61041" y="24135"/>
                  </a:cubicBezTo>
                  <a:cubicBezTo>
                    <a:pt x="53482" y="29316"/>
                    <a:pt x="53528" y="45822"/>
                    <a:pt x="53528" y="45822"/>
                  </a:cubicBezTo>
                  <a:cubicBezTo>
                    <a:pt x="53528" y="45822"/>
                    <a:pt x="43371" y="46656"/>
                    <a:pt x="40171" y="54339"/>
                  </a:cubicBezTo>
                  <a:cubicBezTo>
                    <a:pt x="40171" y="54339"/>
                    <a:pt x="33771" y="57895"/>
                    <a:pt x="33771" y="59563"/>
                  </a:cubicBezTo>
                  <a:cubicBezTo>
                    <a:pt x="33771" y="61231"/>
                    <a:pt x="34328" y="68870"/>
                    <a:pt x="34328" y="68870"/>
                  </a:cubicBezTo>
                  <a:lnTo>
                    <a:pt x="32287" y="69396"/>
                  </a:lnTo>
                  <a:lnTo>
                    <a:pt x="31731" y="65006"/>
                  </a:lnTo>
                  <a:cubicBezTo>
                    <a:pt x="31731" y="65006"/>
                    <a:pt x="29319" y="61231"/>
                    <a:pt x="26490" y="58290"/>
                  </a:cubicBezTo>
                  <a:lnTo>
                    <a:pt x="24728" y="61538"/>
                  </a:lnTo>
                  <a:lnTo>
                    <a:pt x="30293" y="67289"/>
                  </a:lnTo>
                  <a:cubicBezTo>
                    <a:pt x="30664" y="67684"/>
                    <a:pt x="30710" y="68299"/>
                    <a:pt x="30339" y="68694"/>
                  </a:cubicBezTo>
                  <a:lnTo>
                    <a:pt x="24264" y="76113"/>
                  </a:lnTo>
                  <a:cubicBezTo>
                    <a:pt x="24032" y="76377"/>
                    <a:pt x="23754" y="76508"/>
                    <a:pt x="23383" y="76552"/>
                  </a:cubicBezTo>
                  <a:cubicBezTo>
                    <a:pt x="23058" y="76552"/>
                    <a:pt x="22734" y="76421"/>
                    <a:pt x="22502" y="76201"/>
                  </a:cubicBezTo>
                  <a:lnTo>
                    <a:pt x="19673" y="73347"/>
                  </a:lnTo>
                  <a:lnTo>
                    <a:pt x="16658" y="80503"/>
                  </a:lnTo>
                  <a:cubicBezTo>
                    <a:pt x="18699" y="83576"/>
                    <a:pt x="22873" y="89591"/>
                    <a:pt x="24774" y="89986"/>
                  </a:cubicBezTo>
                  <a:lnTo>
                    <a:pt x="26212" y="92181"/>
                  </a:lnTo>
                  <a:lnTo>
                    <a:pt x="23336" y="92181"/>
                  </a:lnTo>
                  <a:lnTo>
                    <a:pt x="23615" y="96571"/>
                  </a:lnTo>
                  <a:lnTo>
                    <a:pt x="26212" y="99292"/>
                  </a:lnTo>
                  <a:lnTo>
                    <a:pt x="26212" y="103419"/>
                  </a:lnTo>
                  <a:lnTo>
                    <a:pt x="23012" y="103419"/>
                  </a:lnTo>
                  <a:lnTo>
                    <a:pt x="24171" y="109170"/>
                  </a:lnTo>
                  <a:lnTo>
                    <a:pt x="26212" y="118213"/>
                  </a:lnTo>
                  <a:cubicBezTo>
                    <a:pt x="26212" y="118213"/>
                    <a:pt x="21574" y="123964"/>
                    <a:pt x="23893" y="126466"/>
                  </a:cubicBezTo>
                  <a:cubicBezTo>
                    <a:pt x="26212" y="128969"/>
                    <a:pt x="27649" y="131120"/>
                    <a:pt x="27649" y="131120"/>
                  </a:cubicBezTo>
                  <a:lnTo>
                    <a:pt x="27649" y="134149"/>
                  </a:lnTo>
                  <a:lnTo>
                    <a:pt x="21852" y="139637"/>
                  </a:lnTo>
                  <a:lnTo>
                    <a:pt x="17493" y="147890"/>
                  </a:lnTo>
                  <a:cubicBezTo>
                    <a:pt x="17493" y="147890"/>
                    <a:pt x="8217" y="147626"/>
                    <a:pt x="5017" y="152016"/>
                  </a:cubicBezTo>
                  <a:cubicBezTo>
                    <a:pt x="1817" y="156406"/>
                    <a:pt x="6780" y="160270"/>
                    <a:pt x="6780" y="160270"/>
                  </a:cubicBezTo>
                  <a:cubicBezTo>
                    <a:pt x="6780" y="160270"/>
                    <a:pt x="2142" y="159435"/>
                    <a:pt x="380" y="161630"/>
                  </a:cubicBezTo>
                  <a:cubicBezTo>
                    <a:pt x="-548" y="162772"/>
                    <a:pt x="380" y="164572"/>
                    <a:pt x="1493" y="165977"/>
                  </a:cubicBezTo>
                  <a:lnTo>
                    <a:pt x="18931" y="175810"/>
                  </a:lnTo>
                  <a:lnTo>
                    <a:pt x="27835" y="18178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90598BA5-6D4A-8CB6-D1D5-8303FEE6C0BE}"/>
                </a:ext>
              </a:extLst>
            </p:cNvPr>
            <p:cNvSpPr>
              <a:spLocks/>
            </p:cNvSpPr>
            <p:nvPr/>
          </p:nvSpPr>
          <p:spPr>
            <a:xfrm>
              <a:off x="3725747" y="3861874"/>
              <a:ext cx="136440" cy="52815"/>
            </a:xfrm>
            <a:custGeom>
              <a:avLst/>
              <a:gdLst>
                <a:gd name="connsiteX0" fmla="*/ 82551 w 91409"/>
                <a:gd name="connsiteY0" fmla="*/ 26868 h 35384"/>
                <a:gd name="connsiteX1" fmla="*/ 83618 w 91409"/>
                <a:gd name="connsiteY1" fmla="*/ 27219 h 35384"/>
                <a:gd name="connsiteX2" fmla="*/ 86772 w 91409"/>
                <a:gd name="connsiteY2" fmla="*/ 30380 h 35384"/>
                <a:gd name="connsiteX3" fmla="*/ 91410 w 91409"/>
                <a:gd name="connsiteY3" fmla="*/ 24717 h 35384"/>
                <a:gd name="connsiteX4" fmla="*/ 85983 w 91409"/>
                <a:gd name="connsiteY4" fmla="*/ 19097 h 35384"/>
                <a:gd name="connsiteX5" fmla="*/ 85798 w 91409"/>
                <a:gd name="connsiteY5" fmla="*/ 17868 h 35384"/>
                <a:gd name="connsiteX6" fmla="*/ 88256 w 91409"/>
                <a:gd name="connsiteY6" fmla="*/ 13303 h 35384"/>
                <a:gd name="connsiteX7" fmla="*/ 84824 w 91409"/>
                <a:gd name="connsiteY7" fmla="*/ 11503 h 35384"/>
                <a:gd name="connsiteX8" fmla="*/ 65114 w 91409"/>
                <a:gd name="connsiteY8" fmla="*/ 2459 h 35384"/>
                <a:gd name="connsiteX9" fmla="*/ 56117 w 91409"/>
                <a:gd name="connsiteY9" fmla="*/ 791 h 35384"/>
                <a:gd name="connsiteX10" fmla="*/ 47722 w 91409"/>
                <a:gd name="connsiteY10" fmla="*/ 4347 h 35384"/>
                <a:gd name="connsiteX11" fmla="*/ 30331 w 91409"/>
                <a:gd name="connsiteY11" fmla="*/ 12293 h 35384"/>
                <a:gd name="connsiteX12" fmla="*/ 22818 w 91409"/>
                <a:gd name="connsiteY12" fmla="*/ 11766 h 35384"/>
                <a:gd name="connsiteX13" fmla="*/ 19061 w 91409"/>
                <a:gd name="connsiteY13" fmla="*/ 6542 h 35384"/>
                <a:gd name="connsiteX14" fmla="*/ 16186 w 91409"/>
                <a:gd name="connsiteY14" fmla="*/ 6805 h 35384"/>
                <a:gd name="connsiteX15" fmla="*/ 17345 w 91409"/>
                <a:gd name="connsiteY15" fmla="*/ 10361 h 35384"/>
                <a:gd name="connsiteX16" fmla="*/ 11548 w 91409"/>
                <a:gd name="connsiteY16" fmla="*/ 8693 h 35384"/>
                <a:gd name="connsiteX17" fmla="*/ 7142 w 91409"/>
                <a:gd name="connsiteY17" fmla="*/ 89 h 35384"/>
                <a:gd name="connsiteX18" fmla="*/ 6539 w 91409"/>
                <a:gd name="connsiteY18" fmla="*/ 1889 h 35384"/>
                <a:gd name="connsiteX19" fmla="*/ 5426 w 91409"/>
                <a:gd name="connsiteY19" fmla="*/ 2679 h 35384"/>
                <a:gd name="connsiteX20" fmla="*/ 1345 w 91409"/>
                <a:gd name="connsiteY20" fmla="*/ 2679 h 35384"/>
                <a:gd name="connsiteX21" fmla="*/ 1345 w 91409"/>
                <a:gd name="connsiteY21" fmla="*/ 6718 h 35384"/>
                <a:gd name="connsiteX22" fmla="*/ 5009 w 91409"/>
                <a:gd name="connsiteY22" fmla="*/ 8869 h 35384"/>
                <a:gd name="connsiteX23" fmla="*/ 5565 w 91409"/>
                <a:gd name="connsiteY23" fmla="*/ 9703 h 35384"/>
                <a:gd name="connsiteX24" fmla="*/ 5194 w 91409"/>
                <a:gd name="connsiteY24" fmla="*/ 10625 h 35384"/>
                <a:gd name="connsiteX25" fmla="*/ 1391 w 91409"/>
                <a:gd name="connsiteY25" fmla="*/ 13873 h 35384"/>
                <a:gd name="connsiteX26" fmla="*/ 1391 w 91409"/>
                <a:gd name="connsiteY26" fmla="*/ 17517 h 35384"/>
                <a:gd name="connsiteX27" fmla="*/ 1299 w 91409"/>
                <a:gd name="connsiteY27" fmla="*/ 17912 h 35384"/>
                <a:gd name="connsiteX28" fmla="*/ 0 w 91409"/>
                <a:gd name="connsiteY28" fmla="*/ 21073 h 35384"/>
                <a:gd name="connsiteX29" fmla="*/ 3989 w 91409"/>
                <a:gd name="connsiteY29" fmla="*/ 21073 h 35384"/>
                <a:gd name="connsiteX30" fmla="*/ 18180 w 91409"/>
                <a:gd name="connsiteY30" fmla="*/ 22741 h 35384"/>
                <a:gd name="connsiteX31" fmla="*/ 27734 w 91409"/>
                <a:gd name="connsiteY31" fmla="*/ 27131 h 35384"/>
                <a:gd name="connsiteX32" fmla="*/ 32928 w 91409"/>
                <a:gd name="connsiteY32" fmla="*/ 35384 h 35384"/>
                <a:gd name="connsiteX33" fmla="*/ 39606 w 91409"/>
                <a:gd name="connsiteY33" fmla="*/ 35384 h 35384"/>
                <a:gd name="connsiteX34" fmla="*/ 42806 w 91409"/>
                <a:gd name="connsiteY34" fmla="*/ 33189 h 35384"/>
                <a:gd name="connsiteX35" fmla="*/ 47166 w 91409"/>
                <a:gd name="connsiteY35" fmla="*/ 32663 h 35384"/>
                <a:gd name="connsiteX36" fmla="*/ 38447 w 91409"/>
                <a:gd name="connsiteY36" fmla="*/ 24146 h 35384"/>
                <a:gd name="connsiteX37" fmla="*/ 39606 w 91409"/>
                <a:gd name="connsiteY37" fmla="*/ 21117 h 35384"/>
                <a:gd name="connsiteX38" fmla="*/ 50644 w 91409"/>
                <a:gd name="connsiteY38" fmla="*/ 12600 h 35384"/>
                <a:gd name="connsiteX39" fmla="*/ 55004 w 91409"/>
                <a:gd name="connsiteY39" fmla="*/ 10142 h 35384"/>
                <a:gd name="connsiteX40" fmla="*/ 67757 w 91409"/>
                <a:gd name="connsiteY40" fmla="*/ 14005 h 35384"/>
                <a:gd name="connsiteX41" fmla="*/ 72117 w 91409"/>
                <a:gd name="connsiteY41" fmla="*/ 19229 h 35384"/>
                <a:gd name="connsiteX42" fmla="*/ 79073 w 91409"/>
                <a:gd name="connsiteY42" fmla="*/ 17868 h 35384"/>
                <a:gd name="connsiteX43" fmla="*/ 79073 w 91409"/>
                <a:gd name="connsiteY43" fmla="*/ 19800 h 35384"/>
                <a:gd name="connsiteX44" fmla="*/ 72673 w 91409"/>
                <a:gd name="connsiteY44" fmla="*/ 22258 h 35384"/>
                <a:gd name="connsiteX45" fmla="*/ 78563 w 91409"/>
                <a:gd name="connsiteY45" fmla="*/ 35165 h 35384"/>
                <a:gd name="connsiteX46" fmla="*/ 81763 w 91409"/>
                <a:gd name="connsiteY46" fmla="*/ 27614 h 35384"/>
                <a:gd name="connsiteX47" fmla="*/ 82644 w 91409"/>
                <a:gd name="connsiteY47" fmla="*/ 26956 h 3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1409" h="35384">
                  <a:moveTo>
                    <a:pt x="82551" y="26868"/>
                  </a:moveTo>
                  <a:cubicBezTo>
                    <a:pt x="82969" y="26780"/>
                    <a:pt x="83340" y="26912"/>
                    <a:pt x="83618" y="27219"/>
                  </a:cubicBezTo>
                  <a:lnTo>
                    <a:pt x="86772" y="30380"/>
                  </a:lnTo>
                  <a:lnTo>
                    <a:pt x="91410" y="24717"/>
                  </a:lnTo>
                  <a:lnTo>
                    <a:pt x="85983" y="19097"/>
                  </a:lnTo>
                  <a:cubicBezTo>
                    <a:pt x="85659" y="18746"/>
                    <a:pt x="85566" y="18263"/>
                    <a:pt x="85798" y="17868"/>
                  </a:cubicBezTo>
                  <a:lnTo>
                    <a:pt x="88256" y="13303"/>
                  </a:lnTo>
                  <a:cubicBezTo>
                    <a:pt x="87097" y="12337"/>
                    <a:pt x="85891" y="11635"/>
                    <a:pt x="84824" y="11503"/>
                  </a:cubicBezTo>
                  <a:cubicBezTo>
                    <a:pt x="84824" y="11503"/>
                    <a:pt x="77311" y="-1667"/>
                    <a:pt x="65114" y="2459"/>
                  </a:cubicBezTo>
                  <a:lnTo>
                    <a:pt x="56117" y="791"/>
                  </a:lnTo>
                  <a:cubicBezTo>
                    <a:pt x="56117" y="791"/>
                    <a:pt x="52638" y="-2501"/>
                    <a:pt x="47722" y="4347"/>
                  </a:cubicBezTo>
                  <a:cubicBezTo>
                    <a:pt x="47722" y="4347"/>
                    <a:pt x="30934" y="9000"/>
                    <a:pt x="30331" y="12293"/>
                  </a:cubicBezTo>
                  <a:lnTo>
                    <a:pt x="22818" y="11766"/>
                  </a:lnTo>
                  <a:lnTo>
                    <a:pt x="19061" y="6542"/>
                  </a:lnTo>
                  <a:lnTo>
                    <a:pt x="16186" y="6805"/>
                  </a:lnTo>
                  <a:lnTo>
                    <a:pt x="17345" y="10361"/>
                  </a:lnTo>
                  <a:lnTo>
                    <a:pt x="11548" y="8693"/>
                  </a:lnTo>
                  <a:cubicBezTo>
                    <a:pt x="11548" y="8693"/>
                    <a:pt x="10110" y="4303"/>
                    <a:pt x="7142" y="89"/>
                  </a:cubicBezTo>
                  <a:lnTo>
                    <a:pt x="6539" y="1889"/>
                  </a:lnTo>
                  <a:cubicBezTo>
                    <a:pt x="6400" y="2328"/>
                    <a:pt x="5936" y="2679"/>
                    <a:pt x="5426" y="2679"/>
                  </a:cubicBezTo>
                  <a:lnTo>
                    <a:pt x="1345" y="2679"/>
                  </a:lnTo>
                  <a:lnTo>
                    <a:pt x="1345" y="6718"/>
                  </a:lnTo>
                  <a:lnTo>
                    <a:pt x="5009" y="8869"/>
                  </a:lnTo>
                  <a:cubicBezTo>
                    <a:pt x="5333" y="9044"/>
                    <a:pt x="5519" y="9352"/>
                    <a:pt x="5565" y="9703"/>
                  </a:cubicBezTo>
                  <a:cubicBezTo>
                    <a:pt x="5565" y="10054"/>
                    <a:pt x="5472" y="10405"/>
                    <a:pt x="5194" y="10625"/>
                  </a:cubicBezTo>
                  <a:lnTo>
                    <a:pt x="1391" y="13873"/>
                  </a:lnTo>
                  <a:lnTo>
                    <a:pt x="1391" y="17517"/>
                  </a:lnTo>
                  <a:cubicBezTo>
                    <a:pt x="1391" y="17517"/>
                    <a:pt x="1391" y="17780"/>
                    <a:pt x="1299" y="17912"/>
                  </a:cubicBezTo>
                  <a:lnTo>
                    <a:pt x="0" y="21073"/>
                  </a:lnTo>
                  <a:lnTo>
                    <a:pt x="3989" y="21073"/>
                  </a:lnTo>
                  <a:cubicBezTo>
                    <a:pt x="3989" y="21073"/>
                    <a:pt x="14702" y="19405"/>
                    <a:pt x="18180" y="22741"/>
                  </a:cubicBezTo>
                  <a:cubicBezTo>
                    <a:pt x="21658" y="26078"/>
                    <a:pt x="26296" y="34243"/>
                    <a:pt x="27734" y="27131"/>
                  </a:cubicBezTo>
                  <a:cubicBezTo>
                    <a:pt x="27734" y="27131"/>
                    <a:pt x="33253" y="32619"/>
                    <a:pt x="32928" y="35384"/>
                  </a:cubicBezTo>
                  <a:lnTo>
                    <a:pt x="39606" y="35384"/>
                  </a:lnTo>
                  <a:lnTo>
                    <a:pt x="42806" y="33189"/>
                  </a:lnTo>
                  <a:lnTo>
                    <a:pt x="47166" y="32663"/>
                  </a:lnTo>
                  <a:cubicBezTo>
                    <a:pt x="47166" y="32663"/>
                    <a:pt x="44290" y="24409"/>
                    <a:pt x="38447" y="24146"/>
                  </a:cubicBezTo>
                  <a:lnTo>
                    <a:pt x="39606" y="21117"/>
                  </a:lnTo>
                  <a:cubicBezTo>
                    <a:pt x="39606" y="21117"/>
                    <a:pt x="50644" y="17824"/>
                    <a:pt x="50644" y="12600"/>
                  </a:cubicBezTo>
                  <a:cubicBezTo>
                    <a:pt x="50644" y="12600"/>
                    <a:pt x="53241" y="12337"/>
                    <a:pt x="55004" y="10142"/>
                  </a:cubicBezTo>
                  <a:cubicBezTo>
                    <a:pt x="55004" y="10142"/>
                    <a:pt x="61960" y="9308"/>
                    <a:pt x="67757" y="14005"/>
                  </a:cubicBezTo>
                  <a:lnTo>
                    <a:pt x="72117" y="19229"/>
                  </a:lnTo>
                  <a:lnTo>
                    <a:pt x="79073" y="17868"/>
                  </a:lnTo>
                  <a:lnTo>
                    <a:pt x="79073" y="19800"/>
                  </a:lnTo>
                  <a:cubicBezTo>
                    <a:pt x="79073" y="19800"/>
                    <a:pt x="72673" y="21468"/>
                    <a:pt x="72673" y="22258"/>
                  </a:cubicBezTo>
                  <a:cubicBezTo>
                    <a:pt x="72673" y="23049"/>
                    <a:pt x="70818" y="31697"/>
                    <a:pt x="78563" y="35165"/>
                  </a:cubicBezTo>
                  <a:lnTo>
                    <a:pt x="81763" y="27614"/>
                  </a:lnTo>
                  <a:cubicBezTo>
                    <a:pt x="81902" y="27263"/>
                    <a:pt x="82227" y="27000"/>
                    <a:pt x="82644" y="2695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2" name="Freeform: Shape 1791">
              <a:extLst>
                <a:ext uri="{FF2B5EF4-FFF2-40B4-BE49-F238E27FC236}">
                  <a16:creationId xmlns:a16="http://schemas.microsoft.com/office/drawing/2014/main" id="{3DFAEFE0-A0FA-EB08-E881-D27362AFF902}"/>
                </a:ext>
              </a:extLst>
            </p:cNvPr>
            <p:cNvSpPr>
              <a:spLocks/>
            </p:cNvSpPr>
            <p:nvPr/>
          </p:nvSpPr>
          <p:spPr>
            <a:xfrm>
              <a:off x="3765459" y="4083028"/>
              <a:ext cx="297134" cy="411507"/>
            </a:xfrm>
            <a:custGeom>
              <a:avLst/>
              <a:gdLst>
                <a:gd name="connsiteX0" fmla="*/ 180794 w 199067"/>
                <a:gd name="connsiteY0" fmla="*/ 271039 h 275692"/>
                <a:gd name="connsiteX1" fmla="*/ 180794 w 199067"/>
                <a:gd name="connsiteY1" fmla="*/ 265815 h 275692"/>
                <a:gd name="connsiteX2" fmla="*/ 181351 w 199067"/>
                <a:gd name="connsiteY2" fmla="*/ 264893 h 275692"/>
                <a:gd name="connsiteX3" fmla="*/ 184922 w 199067"/>
                <a:gd name="connsiteY3" fmla="*/ 262874 h 275692"/>
                <a:gd name="connsiteX4" fmla="*/ 183438 w 199067"/>
                <a:gd name="connsiteY4" fmla="*/ 257913 h 275692"/>
                <a:gd name="connsiteX5" fmla="*/ 183855 w 199067"/>
                <a:gd name="connsiteY5" fmla="*/ 256728 h 275692"/>
                <a:gd name="connsiteX6" fmla="*/ 193456 w 199067"/>
                <a:gd name="connsiteY6" fmla="*/ 249923 h 275692"/>
                <a:gd name="connsiteX7" fmla="*/ 192806 w 199067"/>
                <a:gd name="connsiteY7" fmla="*/ 248826 h 275692"/>
                <a:gd name="connsiteX8" fmla="*/ 193084 w 199067"/>
                <a:gd name="connsiteY8" fmla="*/ 247421 h 275692"/>
                <a:gd name="connsiteX9" fmla="*/ 193270 w 199067"/>
                <a:gd name="connsiteY9" fmla="*/ 247289 h 275692"/>
                <a:gd name="connsiteX10" fmla="*/ 191461 w 199067"/>
                <a:gd name="connsiteY10" fmla="*/ 243645 h 275692"/>
                <a:gd name="connsiteX11" fmla="*/ 185386 w 199067"/>
                <a:gd name="connsiteY11" fmla="*/ 243645 h 275692"/>
                <a:gd name="connsiteX12" fmla="*/ 186267 w 199067"/>
                <a:gd name="connsiteY12" fmla="*/ 240616 h 275692"/>
                <a:gd name="connsiteX13" fmla="*/ 177873 w 199067"/>
                <a:gd name="connsiteY13" fmla="*/ 237719 h 275692"/>
                <a:gd name="connsiteX14" fmla="*/ 183948 w 199067"/>
                <a:gd name="connsiteY14" fmla="*/ 227139 h 275692"/>
                <a:gd name="connsiteX15" fmla="*/ 188586 w 199067"/>
                <a:gd name="connsiteY15" fmla="*/ 231310 h 275692"/>
                <a:gd name="connsiteX16" fmla="*/ 190487 w 199067"/>
                <a:gd name="connsiteY16" fmla="*/ 228412 h 275692"/>
                <a:gd name="connsiteX17" fmla="*/ 187241 w 199067"/>
                <a:gd name="connsiteY17" fmla="*/ 221256 h 275692"/>
                <a:gd name="connsiteX18" fmla="*/ 187334 w 199067"/>
                <a:gd name="connsiteY18" fmla="*/ 220203 h 275692"/>
                <a:gd name="connsiteX19" fmla="*/ 193734 w 199067"/>
                <a:gd name="connsiteY19" fmla="*/ 211159 h 275692"/>
                <a:gd name="connsiteX20" fmla="*/ 194708 w 199067"/>
                <a:gd name="connsiteY20" fmla="*/ 210676 h 275692"/>
                <a:gd name="connsiteX21" fmla="*/ 196980 w 199067"/>
                <a:gd name="connsiteY21" fmla="*/ 210676 h 275692"/>
                <a:gd name="connsiteX22" fmla="*/ 192853 w 199067"/>
                <a:gd name="connsiteY22" fmla="*/ 204399 h 275692"/>
                <a:gd name="connsiteX23" fmla="*/ 193084 w 199067"/>
                <a:gd name="connsiteY23" fmla="*/ 202994 h 275692"/>
                <a:gd name="connsiteX24" fmla="*/ 195635 w 199067"/>
                <a:gd name="connsiteY24" fmla="*/ 200931 h 275692"/>
                <a:gd name="connsiteX25" fmla="*/ 194151 w 199067"/>
                <a:gd name="connsiteY25" fmla="*/ 191360 h 275692"/>
                <a:gd name="connsiteX26" fmla="*/ 194429 w 199067"/>
                <a:gd name="connsiteY26" fmla="*/ 190482 h 275692"/>
                <a:gd name="connsiteX27" fmla="*/ 199067 w 199067"/>
                <a:gd name="connsiteY27" fmla="*/ 185566 h 275692"/>
                <a:gd name="connsiteX28" fmla="*/ 185618 w 199067"/>
                <a:gd name="connsiteY28" fmla="*/ 163484 h 275692"/>
                <a:gd name="connsiteX29" fmla="*/ 169757 w 199067"/>
                <a:gd name="connsiteY29" fmla="*/ 163484 h 275692"/>
                <a:gd name="connsiteX30" fmla="*/ 168597 w 199067"/>
                <a:gd name="connsiteY30" fmla="*/ 162430 h 275692"/>
                <a:gd name="connsiteX31" fmla="*/ 168041 w 199067"/>
                <a:gd name="connsiteY31" fmla="*/ 144036 h 275692"/>
                <a:gd name="connsiteX32" fmla="*/ 168133 w 199067"/>
                <a:gd name="connsiteY32" fmla="*/ 143553 h 275692"/>
                <a:gd name="connsiteX33" fmla="*/ 169107 w 199067"/>
                <a:gd name="connsiteY33" fmla="*/ 141534 h 275692"/>
                <a:gd name="connsiteX34" fmla="*/ 160945 w 199067"/>
                <a:gd name="connsiteY34" fmla="*/ 147855 h 275692"/>
                <a:gd name="connsiteX35" fmla="*/ 160203 w 199067"/>
                <a:gd name="connsiteY35" fmla="*/ 148119 h 275692"/>
                <a:gd name="connsiteX36" fmla="*/ 144852 w 199067"/>
                <a:gd name="connsiteY36" fmla="*/ 148119 h 275692"/>
                <a:gd name="connsiteX37" fmla="*/ 143785 w 199067"/>
                <a:gd name="connsiteY37" fmla="*/ 147417 h 275692"/>
                <a:gd name="connsiteX38" fmla="*/ 140864 w 199067"/>
                <a:gd name="connsiteY38" fmla="*/ 140173 h 275692"/>
                <a:gd name="connsiteX39" fmla="*/ 127182 w 199067"/>
                <a:gd name="connsiteY39" fmla="*/ 140173 h 275692"/>
                <a:gd name="connsiteX40" fmla="*/ 126162 w 199067"/>
                <a:gd name="connsiteY40" fmla="*/ 139602 h 275692"/>
                <a:gd name="connsiteX41" fmla="*/ 126162 w 199067"/>
                <a:gd name="connsiteY41" fmla="*/ 138505 h 275692"/>
                <a:gd name="connsiteX42" fmla="*/ 130892 w 199067"/>
                <a:gd name="connsiteY42" fmla="*/ 131525 h 275692"/>
                <a:gd name="connsiteX43" fmla="*/ 118463 w 199067"/>
                <a:gd name="connsiteY43" fmla="*/ 118442 h 275692"/>
                <a:gd name="connsiteX44" fmla="*/ 118278 w 199067"/>
                <a:gd name="connsiteY44" fmla="*/ 117257 h 275692"/>
                <a:gd name="connsiteX45" fmla="*/ 119576 w 199067"/>
                <a:gd name="connsiteY45" fmla="*/ 114404 h 275692"/>
                <a:gd name="connsiteX46" fmla="*/ 115078 w 199067"/>
                <a:gd name="connsiteY46" fmla="*/ 112384 h 275692"/>
                <a:gd name="connsiteX47" fmla="*/ 114429 w 199067"/>
                <a:gd name="connsiteY47" fmla="*/ 111374 h 275692"/>
                <a:gd name="connsiteX48" fmla="*/ 114429 w 199067"/>
                <a:gd name="connsiteY48" fmla="*/ 106721 h 275692"/>
                <a:gd name="connsiteX49" fmla="*/ 115588 w 199067"/>
                <a:gd name="connsiteY49" fmla="*/ 105624 h 275692"/>
                <a:gd name="connsiteX50" fmla="*/ 118788 w 199067"/>
                <a:gd name="connsiteY50" fmla="*/ 105624 h 275692"/>
                <a:gd name="connsiteX51" fmla="*/ 118788 w 199067"/>
                <a:gd name="connsiteY51" fmla="*/ 99039 h 275692"/>
                <a:gd name="connsiteX52" fmla="*/ 119205 w 199067"/>
                <a:gd name="connsiteY52" fmla="*/ 98204 h 275692"/>
                <a:gd name="connsiteX53" fmla="*/ 127600 w 199067"/>
                <a:gd name="connsiteY53" fmla="*/ 91795 h 275692"/>
                <a:gd name="connsiteX54" fmla="*/ 126348 w 199067"/>
                <a:gd name="connsiteY54" fmla="*/ 87844 h 275692"/>
                <a:gd name="connsiteX55" fmla="*/ 126440 w 199067"/>
                <a:gd name="connsiteY55" fmla="*/ 86966 h 275692"/>
                <a:gd name="connsiteX56" fmla="*/ 131495 w 199067"/>
                <a:gd name="connsiteY56" fmla="*/ 78713 h 275692"/>
                <a:gd name="connsiteX57" fmla="*/ 131495 w 199067"/>
                <a:gd name="connsiteY57" fmla="*/ 73533 h 275692"/>
                <a:gd name="connsiteX58" fmla="*/ 132052 w 199067"/>
                <a:gd name="connsiteY58" fmla="*/ 72611 h 275692"/>
                <a:gd name="connsiteX59" fmla="*/ 147403 w 199067"/>
                <a:gd name="connsiteY59" fmla="*/ 63831 h 275692"/>
                <a:gd name="connsiteX60" fmla="*/ 147774 w 199067"/>
                <a:gd name="connsiteY60" fmla="*/ 63699 h 275692"/>
                <a:gd name="connsiteX61" fmla="*/ 162568 w 199067"/>
                <a:gd name="connsiteY61" fmla="*/ 60801 h 275692"/>
                <a:gd name="connsiteX62" fmla="*/ 163774 w 199067"/>
                <a:gd name="connsiteY62" fmla="*/ 58519 h 275692"/>
                <a:gd name="connsiteX63" fmla="*/ 164794 w 199067"/>
                <a:gd name="connsiteY63" fmla="*/ 57904 h 275692"/>
                <a:gd name="connsiteX64" fmla="*/ 174951 w 199067"/>
                <a:gd name="connsiteY64" fmla="*/ 57904 h 275692"/>
                <a:gd name="connsiteX65" fmla="*/ 176110 w 199067"/>
                <a:gd name="connsiteY65" fmla="*/ 59002 h 275692"/>
                <a:gd name="connsiteX66" fmla="*/ 176110 w 199067"/>
                <a:gd name="connsiteY66" fmla="*/ 60889 h 275692"/>
                <a:gd name="connsiteX67" fmla="*/ 178151 w 199067"/>
                <a:gd name="connsiteY67" fmla="*/ 59397 h 275692"/>
                <a:gd name="connsiteX68" fmla="*/ 173560 w 199067"/>
                <a:gd name="connsiteY68" fmla="*/ 54612 h 275692"/>
                <a:gd name="connsiteX69" fmla="*/ 167716 w 199067"/>
                <a:gd name="connsiteY69" fmla="*/ 54612 h 275692"/>
                <a:gd name="connsiteX70" fmla="*/ 166696 w 199067"/>
                <a:gd name="connsiteY70" fmla="*/ 54085 h 275692"/>
                <a:gd name="connsiteX71" fmla="*/ 166696 w 199067"/>
                <a:gd name="connsiteY71" fmla="*/ 52987 h 275692"/>
                <a:gd name="connsiteX72" fmla="*/ 176157 w 199067"/>
                <a:gd name="connsiteY72" fmla="*/ 36920 h 275692"/>
                <a:gd name="connsiteX73" fmla="*/ 173374 w 199067"/>
                <a:gd name="connsiteY73" fmla="*/ 33891 h 275692"/>
                <a:gd name="connsiteX74" fmla="*/ 167994 w 199067"/>
                <a:gd name="connsiteY74" fmla="*/ 35120 h 275692"/>
                <a:gd name="connsiteX75" fmla="*/ 166742 w 199067"/>
                <a:gd name="connsiteY75" fmla="*/ 34593 h 275692"/>
                <a:gd name="connsiteX76" fmla="*/ 164423 w 199067"/>
                <a:gd name="connsiteY76" fmla="*/ 30862 h 275692"/>
                <a:gd name="connsiteX77" fmla="*/ 157003 w 199067"/>
                <a:gd name="connsiteY77" fmla="*/ 34988 h 275692"/>
                <a:gd name="connsiteX78" fmla="*/ 155565 w 199067"/>
                <a:gd name="connsiteY78" fmla="*/ 34769 h 275692"/>
                <a:gd name="connsiteX79" fmla="*/ 151901 w 199067"/>
                <a:gd name="connsiteY79" fmla="*/ 30818 h 275692"/>
                <a:gd name="connsiteX80" fmla="*/ 145223 w 199067"/>
                <a:gd name="connsiteY80" fmla="*/ 35208 h 275692"/>
                <a:gd name="connsiteX81" fmla="*/ 144574 w 199067"/>
                <a:gd name="connsiteY81" fmla="*/ 35383 h 275692"/>
                <a:gd name="connsiteX82" fmla="*/ 131542 w 199067"/>
                <a:gd name="connsiteY82" fmla="*/ 35383 h 275692"/>
                <a:gd name="connsiteX83" fmla="*/ 130568 w 199067"/>
                <a:gd name="connsiteY83" fmla="*/ 34901 h 275692"/>
                <a:gd name="connsiteX84" fmla="*/ 127090 w 199067"/>
                <a:gd name="connsiteY84" fmla="*/ 29984 h 275692"/>
                <a:gd name="connsiteX85" fmla="*/ 127043 w 199067"/>
                <a:gd name="connsiteY85" fmla="*/ 28842 h 275692"/>
                <a:gd name="connsiteX86" fmla="*/ 128064 w 199067"/>
                <a:gd name="connsiteY86" fmla="*/ 28272 h 275692"/>
                <a:gd name="connsiteX87" fmla="*/ 128991 w 199067"/>
                <a:gd name="connsiteY87" fmla="*/ 28272 h 275692"/>
                <a:gd name="connsiteX88" fmla="*/ 127275 w 199067"/>
                <a:gd name="connsiteY88" fmla="*/ 24145 h 275692"/>
                <a:gd name="connsiteX89" fmla="*/ 122266 w 199067"/>
                <a:gd name="connsiteY89" fmla="*/ 24145 h 275692"/>
                <a:gd name="connsiteX90" fmla="*/ 121107 w 199067"/>
                <a:gd name="connsiteY90" fmla="*/ 23048 h 275692"/>
                <a:gd name="connsiteX91" fmla="*/ 121107 w 199067"/>
                <a:gd name="connsiteY91" fmla="*/ 16331 h 275692"/>
                <a:gd name="connsiteX92" fmla="*/ 111321 w 199067"/>
                <a:gd name="connsiteY92" fmla="*/ 11941 h 275692"/>
                <a:gd name="connsiteX93" fmla="*/ 110718 w 199067"/>
                <a:gd name="connsiteY93" fmla="*/ 11326 h 275692"/>
                <a:gd name="connsiteX94" fmla="*/ 108214 w 199067"/>
                <a:gd name="connsiteY94" fmla="*/ 4741 h 275692"/>
                <a:gd name="connsiteX95" fmla="*/ 102417 w 199067"/>
                <a:gd name="connsiteY95" fmla="*/ 0 h 275692"/>
                <a:gd name="connsiteX96" fmla="*/ 92121 w 199067"/>
                <a:gd name="connsiteY96" fmla="*/ 0 h 275692"/>
                <a:gd name="connsiteX97" fmla="*/ 96156 w 199067"/>
                <a:gd name="connsiteY97" fmla="*/ 4215 h 275692"/>
                <a:gd name="connsiteX98" fmla="*/ 96434 w 199067"/>
                <a:gd name="connsiteY98" fmla="*/ 4961 h 275692"/>
                <a:gd name="connsiteX99" fmla="*/ 96434 w 199067"/>
                <a:gd name="connsiteY99" fmla="*/ 10448 h 275692"/>
                <a:gd name="connsiteX100" fmla="*/ 95785 w 199067"/>
                <a:gd name="connsiteY100" fmla="*/ 11414 h 275692"/>
                <a:gd name="connsiteX101" fmla="*/ 93327 w 199067"/>
                <a:gd name="connsiteY101" fmla="*/ 12555 h 275692"/>
                <a:gd name="connsiteX102" fmla="*/ 90591 w 199067"/>
                <a:gd name="connsiteY102" fmla="*/ 21160 h 275692"/>
                <a:gd name="connsiteX103" fmla="*/ 90266 w 199067"/>
                <a:gd name="connsiteY103" fmla="*/ 21643 h 275692"/>
                <a:gd name="connsiteX104" fmla="*/ 73756 w 199067"/>
                <a:gd name="connsiteY104" fmla="*/ 36744 h 275692"/>
                <a:gd name="connsiteX105" fmla="*/ 73199 w 199067"/>
                <a:gd name="connsiteY105" fmla="*/ 37008 h 275692"/>
                <a:gd name="connsiteX106" fmla="*/ 50011 w 199067"/>
                <a:gd name="connsiteY106" fmla="*/ 49739 h 275692"/>
                <a:gd name="connsiteX107" fmla="*/ 49269 w 199067"/>
                <a:gd name="connsiteY107" fmla="*/ 50441 h 275692"/>
                <a:gd name="connsiteX108" fmla="*/ 48248 w 199067"/>
                <a:gd name="connsiteY108" fmla="*/ 50266 h 275692"/>
                <a:gd name="connsiteX109" fmla="*/ 46579 w 199067"/>
                <a:gd name="connsiteY109" fmla="*/ 49124 h 275692"/>
                <a:gd name="connsiteX110" fmla="*/ 44584 w 199067"/>
                <a:gd name="connsiteY110" fmla="*/ 59748 h 275692"/>
                <a:gd name="connsiteX111" fmla="*/ 42497 w 199067"/>
                <a:gd name="connsiteY111" fmla="*/ 65411 h 275692"/>
                <a:gd name="connsiteX112" fmla="*/ 42312 w 199067"/>
                <a:gd name="connsiteY112" fmla="*/ 65718 h 275692"/>
                <a:gd name="connsiteX113" fmla="*/ 36236 w 199067"/>
                <a:gd name="connsiteY113" fmla="*/ 72830 h 275692"/>
                <a:gd name="connsiteX114" fmla="*/ 35355 w 199067"/>
                <a:gd name="connsiteY114" fmla="*/ 73225 h 275692"/>
                <a:gd name="connsiteX115" fmla="*/ 35355 w 199067"/>
                <a:gd name="connsiteY115" fmla="*/ 73225 h 275692"/>
                <a:gd name="connsiteX116" fmla="*/ 34521 w 199067"/>
                <a:gd name="connsiteY116" fmla="*/ 72874 h 275692"/>
                <a:gd name="connsiteX117" fmla="*/ 26173 w 199067"/>
                <a:gd name="connsiteY117" fmla="*/ 64445 h 275692"/>
                <a:gd name="connsiteX118" fmla="*/ 21164 w 199067"/>
                <a:gd name="connsiteY118" fmla="*/ 64445 h 275692"/>
                <a:gd name="connsiteX119" fmla="*/ 20329 w 199067"/>
                <a:gd name="connsiteY119" fmla="*/ 64138 h 275692"/>
                <a:gd name="connsiteX120" fmla="*/ 17083 w 199067"/>
                <a:gd name="connsiteY120" fmla="*/ 61065 h 275692"/>
                <a:gd name="connsiteX121" fmla="*/ 13558 w 199067"/>
                <a:gd name="connsiteY121" fmla="*/ 64182 h 275692"/>
                <a:gd name="connsiteX122" fmla="*/ 12306 w 199067"/>
                <a:gd name="connsiteY122" fmla="*/ 64401 h 275692"/>
                <a:gd name="connsiteX123" fmla="*/ 11610 w 199067"/>
                <a:gd name="connsiteY123" fmla="*/ 63392 h 275692"/>
                <a:gd name="connsiteX124" fmla="*/ 11610 w 199067"/>
                <a:gd name="connsiteY124" fmla="*/ 56543 h 275692"/>
                <a:gd name="connsiteX125" fmla="*/ 12352 w 199067"/>
                <a:gd name="connsiteY125" fmla="*/ 55534 h 275692"/>
                <a:gd name="connsiteX126" fmla="*/ 16526 w 199067"/>
                <a:gd name="connsiteY126" fmla="*/ 53997 h 275692"/>
                <a:gd name="connsiteX127" fmla="*/ 14254 w 199067"/>
                <a:gd name="connsiteY127" fmla="*/ 47895 h 275692"/>
                <a:gd name="connsiteX128" fmla="*/ 16 w 199067"/>
                <a:gd name="connsiteY128" fmla="*/ 63392 h 275692"/>
                <a:gd name="connsiteX129" fmla="*/ 3216 w 199067"/>
                <a:gd name="connsiteY129" fmla="*/ 70240 h 275692"/>
                <a:gd name="connsiteX130" fmla="*/ 1778 w 199067"/>
                <a:gd name="connsiteY130" fmla="*/ 74630 h 275692"/>
                <a:gd name="connsiteX131" fmla="*/ 6694 w 199067"/>
                <a:gd name="connsiteY131" fmla="*/ 80118 h 275692"/>
                <a:gd name="connsiteX132" fmla="*/ 6138 w 199067"/>
                <a:gd name="connsiteY132" fmla="*/ 83674 h 275692"/>
                <a:gd name="connsiteX133" fmla="*/ 2659 w 199067"/>
                <a:gd name="connsiteY133" fmla="*/ 83674 h 275692"/>
                <a:gd name="connsiteX134" fmla="*/ 3216 w 199067"/>
                <a:gd name="connsiteY134" fmla="*/ 88064 h 275692"/>
                <a:gd name="connsiteX135" fmla="*/ 20886 w 199067"/>
                <a:gd name="connsiteY135" fmla="*/ 98512 h 275692"/>
                <a:gd name="connsiteX136" fmla="*/ 27286 w 199067"/>
                <a:gd name="connsiteY136" fmla="*/ 110321 h 275692"/>
                <a:gd name="connsiteX137" fmla="*/ 38880 w 199067"/>
                <a:gd name="connsiteY137" fmla="*/ 122964 h 275692"/>
                <a:gd name="connsiteX138" fmla="*/ 40318 w 199067"/>
                <a:gd name="connsiteY138" fmla="*/ 130910 h 275692"/>
                <a:gd name="connsiteX139" fmla="*/ 48712 w 199067"/>
                <a:gd name="connsiteY139" fmla="*/ 146275 h 275692"/>
                <a:gd name="connsiteX140" fmla="*/ 67820 w 199067"/>
                <a:gd name="connsiteY140" fmla="*/ 178103 h 275692"/>
                <a:gd name="connsiteX141" fmla="*/ 80852 w 199067"/>
                <a:gd name="connsiteY141" fmla="*/ 200579 h 275692"/>
                <a:gd name="connsiteX142" fmla="*/ 80852 w 199067"/>
                <a:gd name="connsiteY142" fmla="*/ 203038 h 275692"/>
                <a:gd name="connsiteX143" fmla="*/ 84052 w 199067"/>
                <a:gd name="connsiteY143" fmla="*/ 216471 h 275692"/>
                <a:gd name="connsiteX144" fmla="*/ 91565 w 199067"/>
                <a:gd name="connsiteY144" fmla="*/ 222222 h 275692"/>
                <a:gd name="connsiteX145" fmla="*/ 109234 w 199067"/>
                <a:gd name="connsiteY145" fmla="*/ 237324 h 275692"/>
                <a:gd name="connsiteX146" fmla="*/ 133861 w 199067"/>
                <a:gd name="connsiteY146" fmla="*/ 249133 h 275692"/>
                <a:gd name="connsiteX147" fmla="*/ 147496 w 199067"/>
                <a:gd name="connsiteY147" fmla="*/ 256552 h 275692"/>
                <a:gd name="connsiteX148" fmla="*/ 156771 w 199067"/>
                <a:gd name="connsiteY148" fmla="*/ 261776 h 275692"/>
                <a:gd name="connsiteX149" fmla="*/ 166047 w 199067"/>
                <a:gd name="connsiteY149" fmla="*/ 272224 h 275692"/>
                <a:gd name="connsiteX150" fmla="*/ 171287 w 199067"/>
                <a:gd name="connsiteY150" fmla="*/ 275692 h 275692"/>
                <a:gd name="connsiteX151" fmla="*/ 178661 w 199067"/>
                <a:gd name="connsiteY151" fmla="*/ 275034 h 275692"/>
                <a:gd name="connsiteX152" fmla="*/ 180841 w 199067"/>
                <a:gd name="connsiteY152" fmla="*/ 271127 h 27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99067" h="275692">
                  <a:moveTo>
                    <a:pt x="180794" y="271039"/>
                  </a:moveTo>
                  <a:lnTo>
                    <a:pt x="180794" y="265815"/>
                  </a:lnTo>
                  <a:cubicBezTo>
                    <a:pt x="180794" y="265420"/>
                    <a:pt x="181026" y="265069"/>
                    <a:pt x="181351" y="264893"/>
                  </a:cubicBezTo>
                  <a:lnTo>
                    <a:pt x="184922" y="262874"/>
                  </a:lnTo>
                  <a:lnTo>
                    <a:pt x="183438" y="257913"/>
                  </a:lnTo>
                  <a:cubicBezTo>
                    <a:pt x="183299" y="257474"/>
                    <a:pt x="183438" y="256991"/>
                    <a:pt x="183855" y="256728"/>
                  </a:cubicBezTo>
                  <a:lnTo>
                    <a:pt x="193456" y="249923"/>
                  </a:lnTo>
                  <a:lnTo>
                    <a:pt x="192806" y="248826"/>
                  </a:lnTo>
                  <a:cubicBezTo>
                    <a:pt x="192528" y="248343"/>
                    <a:pt x="192667" y="247728"/>
                    <a:pt x="193084" y="247421"/>
                  </a:cubicBezTo>
                  <a:lnTo>
                    <a:pt x="193270" y="247289"/>
                  </a:lnTo>
                  <a:lnTo>
                    <a:pt x="191461" y="243645"/>
                  </a:lnTo>
                  <a:lnTo>
                    <a:pt x="185386" y="243645"/>
                  </a:lnTo>
                  <a:lnTo>
                    <a:pt x="186267" y="240616"/>
                  </a:lnTo>
                  <a:lnTo>
                    <a:pt x="177873" y="237719"/>
                  </a:lnTo>
                  <a:cubicBezTo>
                    <a:pt x="177873" y="237719"/>
                    <a:pt x="175554" y="227710"/>
                    <a:pt x="183948" y="227139"/>
                  </a:cubicBezTo>
                  <a:lnTo>
                    <a:pt x="188586" y="231310"/>
                  </a:lnTo>
                  <a:lnTo>
                    <a:pt x="190487" y="228412"/>
                  </a:lnTo>
                  <a:lnTo>
                    <a:pt x="187241" y="221256"/>
                  </a:lnTo>
                  <a:cubicBezTo>
                    <a:pt x="187102" y="220905"/>
                    <a:pt x="187148" y="220510"/>
                    <a:pt x="187334" y="220203"/>
                  </a:cubicBezTo>
                  <a:lnTo>
                    <a:pt x="193734" y="211159"/>
                  </a:lnTo>
                  <a:cubicBezTo>
                    <a:pt x="193966" y="210852"/>
                    <a:pt x="194290" y="210676"/>
                    <a:pt x="194708" y="210676"/>
                  </a:cubicBezTo>
                  <a:lnTo>
                    <a:pt x="196980" y="210676"/>
                  </a:lnTo>
                  <a:lnTo>
                    <a:pt x="192853" y="204399"/>
                  </a:lnTo>
                  <a:cubicBezTo>
                    <a:pt x="192574" y="203960"/>
                    <a:pt x="192667" y="203345"/>
                    <a:pt x="193084" y="202994"/>
                  </a:cubicBezTo>
                  <a:lnTo>
                    <a:pt x="195635" y="200931"/>
                  </a:lnTo>
                  <a:lnTo>
                    <a:pt x="194151" y="191360"/>
                  </a:lnTo>
                  <a:cubicBezTo>
                    <a:pt x="194105" y="191053"/>
                    <a:pt x="194198" y="190702"/>
                    <a:pt x="194429" y="190482"/>
                  </a:cubicBezTo>
                  <a:lnTo>
                    <a:pt x="199067" y="185566"/>
                  </a:lnTo>
                  <a:lnTo>
                    <a:pt x="185618" y="163484"/>
                  </a:lnTo>
                  <a:lnTo>
                    <a:pt x="169757" y="163484"/>
                  </a:lnTo>
                  <a:cubicBezTo>
                    <a:pt x="169107" y="163484"/>
                    <a:pt x="168597" y="163001"/>
                    <a:pt x="168597" y="162430"/>
                  </a:cubicBezTo>
                  <a:lnTo>
                    <a:pt x="168041" y="144036"/>
                  </a:lnTo>
                  <a:cubicBezTo>
                    <a:pt x="168041" y="144036"/>
                    <a:pt x="168041" y="143685"/>
                    <a:pt x="168133" y="143553"/>
                  </a:cubicBezTo>
                  <a:lnTo>
                    <a:pt x="169107" y="141534"/>
                  </a:lnTo>
                  <a:lnTo>
                    <a:pt x="160945" y="147855"/>
                  </a:lnTo>
                  <a:cubicBezTo>
                    <a:pt x="160945" y="147855"/>
                    <a:pt x="160481" y="148119"/>
                    <a:pt x="160203" y="148119"/>
                  </a:cubicBezTo>
                  <a:lnTo>
                    <a:pt x="144852" y="148119"/>
                  </a:lnTo>
                  <a:cubicBezTo>
                    <a:pt x="144388" y="148119"/>
                    <a:pt x="143924" y="147855"/>
                    <a:pt x="143785" y="147417"/>
                  </a:cubicBezTo>
                  <a:lnTo>
                    <a:pt x="140864" y="140173"/>
                  </a:lnTo>
                  <a:lnTo>
                    <a:pt x="127182" y="140173"/>
                  </a:lnTo>
                  <a:cubicBezTo>
                    <a:pt x="126765" y="140173"/>
                    <a:pt x="126348" y="139953"/>
                    <a:pt x="126162" y="139602"/>
                  </a:cubicBezTo>
                  <a:cubicBezTo>
                    <a:pt x="125977" y="139251"/>
                    <a:pt x="125977" y="138812"/>
                    <a:pt x="126162" y="138505"/>
                  </a:cubicBezTo>
                  <a:lnTo>
                    <a:pt x="130892" y="131525"/>
                  </a:lnTo>
                  <a:lnTo>
                    <a:pt x="118463" y="118442"/>
                  </a:lnTo>
                  <a:cubicBezTo>
                    <a:pt x="118139" y="118135"/>
                    <a:pt x="118092" y="117652"/>
                    <a:pt x="118278" y="117257"/>
                  </a:cubicBezTo>
                  <a:lnTo>
                    <a:pt x="119576" y="114404"/>
                  </a:lnTo>
                  <a:lnTo>
                    <a:pt x="115078" y="112384"/>
                  </a:lnTo>
                  <a:cubicBezTo>
                    <a:pt x="114660" y="112209"/>
                    <a:pt x="114429" y="111813"/>
                    <a:pt x="114429" y="111374"/>
                  </a:cubicBezTo>
                  <a:lnTo>
                    <a:pt x="114429" y="106721"/>
                  </a:lnTo>
                  <a:cubicBezTo>
                    <a:pt x="114429" y="106106"/>
                    <a:pt x="114939" y="105624"/>
                    <a:pt x="115588" y="105624"/>
                  </a:cubicBezTo>
                  <a:lnTo>
                    <a:pt x="118788" y="105624"/>
                  </a:lnTo>
                  <a:lnTo>
                    <a:pt x="118788" y="99039"/>
                  </a:lnTo>
                  <a:cubicBezTo>
                    <a:pt x="118788" y="98687"/>
                    <a:pt x="118927" y="98380"/>
                    <a:pt x="119205" y="98204"/>
                  </a:cubicBezTo>
                  <a:lnTo>
                    <a:pt x="127600" y="91795"/>
                  </a:lnTo>
                  <a:lnTo>
                    <a:pt x="126348" y="87844"/>
                  </a:lnTo>
                  <a:cubicBezTo>
                    <a:pt x="126255" y="87537"/>
                    <a:pt x="126301" y="87229"/>
                    <a:pt x="126440" y="86966"/>
                  </a:cubicBezTo>
                  <a:lnTo>
                    <a:pt x="131495" y="78713"/>
                  </a:lnTo>
                  <a:lnTo>
                    <a:pt x="131495" y="73533"/>
                  </a:lnTo>
                  <a:cubicBezTo>
                    <a:pt x="131495" y="73137"/>
                    <a:pt x="131727" y="72786"/>
                    <a:pt x="132052" y="72611"/>
                  </a:cubicBezTo>
                  <a:lnTo>
                    <a:pt x="147403" y="63831"/>
                  </a:lnTo>
                  <a:cubicBezTo>
                    <a:pt x="147403" y="63831"/>
                    <a:pt x="147635" y="63699"/>
                    <a:pt x="147774" y="63699"/>
                  </a:cubicBezTo>
                  <a:lnTo>
                    <a:pt x="162568" y="60801"/>
                  </a:lnTo>
                  <a:lnTo>
                    <a:pt x="163774" y="58519"/>
                  </a:lnTo>
                  <a:cubicBezTo>
                    <a:pt x="163960" y="58168"/>
                    <a:pt x="164377" y="57904"/>
                    <a:pt x="164794" y="57904"/>
                  </a:cubicBezTo>
                  <a:lnTo>
                    <a:pt x="174951" y="57904"/>
                  </a:lnTo>
                  <a:cubicBezTo>
                    <a:pt x="175600" y="57904"/>
                    <a:pt x="176110" y="58387"/>
                    <a:pt x="176110" y="59002"/>
                  </a:cubicBezTo>
                  <a:lnTo>
                    <a:pt x="176110" y="60889"/>
                  </a:lnTo>
                  <a:lnTo>
                    <a:pt x="178151" y="59397"/>
                  </a:lnTo>
                  <a:lnTo>
                    <a:pt x="173560" y="54612"/>
                  </a:lnTo>
                  <a:lnTo>
                    <a:pt x="167716" y="54612"/>
                  </a:lnTo>
                  <a:cubicBezTo>
                    <a:pt x="167299" y="54612"/>
                    <a:pt x="166928" y="54392"/>
                    <a:pt x="166696" y="54085"/>
                  </a:cubicBezTo>
                  <a:cubicBezTo>
                    <a:pt x="166464" y="53734"/>
                    <a:pt x="166464" y="53339"/>
                    <a:pt x="166696" y="52987"/>
                  </a:cubicBezTo>
                  <a:lnTo>
                    <a:pt x="176157" y="36920"/>
                  </a:lnTo>
                  <a:lnTo>
                    <a:pt x="173374" y="33891"/>
                  </a:lnTo>
                  <a:lnTo>
                    <a:pt x="167994" y="35120"/>
                  </a:lnTo>
                  <a:cubicBezTo>
                    <a:pt x="167484" y="35252"/>
                    <a:pt x="166974" y="35032"/>
                    <a:pt x="166742" y="34593"/>
                  </a:cubicBezTo>
                  <a:lnTo>
                    <a:pt x="164423" y="30862"/>
                  </a:lnTo>
                  <a:lnTo>
                    <a:pt x="157003" y="34988"/>
                  </a:lnTo>
                  <a:cubicBezTo>
                    <a:pt x="156539" y="35252"/>
                    <a:pt x="155936" y="35164"/>
                    <a:pt x="155565" y="34769"/>
                  </a:cubicBezTo>
                  <a:lnTo>
                    <a:pt x="151901" y="30818"/>
                  </a:lnTo>
                  <a:lnTo>
                    <a:pt x="145223" y="35208"/>
                  </a:lnTo>
                  <a:cubicBezTo>
                    <a:pt x="145223" y="35208"/>
                    <a:pt x="144806" y="35383"/>
                    <a:pt x="144574" y="35383"/>
                  </a:cubicBezTo>
                  <a:lnTo>
                    <a:pt x="131542" y="35383"/>
                  </a:lnTo>
                  <a:cubicBezTo>
                    <a:pt x="131171" y="35383"/>
                    <a:pt x="130800" y="35208"/>
                    <a:pt x="130568" y="34901"/>
                  </a:cubicBezTo>
                  <a:lnTo>
                    <a:pt x="127090" y="29984"/>
                  </a:lnTo>
                  <a:cubicBezTo>
                    <a:pt x="126858" y="29633"/>
                    <a:pt x="126811" y="29194"/>
                    <a:pt x="127043" y="28842"/>
                  </a:cubicBezTo>
                  <a:cubicBezTo>
                    <a:pt x="127229" y="28491"/>
                    <a:pt x="127646" y="28272"/>
                    <a:pt x="128064" y="28272"/>
                  </a:cubicBezTo>
                  <a:lnTo>
                    <a:pt x="128991" y="28272"/>
                  </a:lnTo>
                  <a:lnTo>
                    <a:pt x="127275" y="24145"/>
                  </a:lnTo>
                  <a:lnTo>
                    <a:pt x="122266" y="24145"/>
                  </a:lnTo>
                  <a:cubicBezTo>
                    <a:pt x="121617" y="24145"/>
                    <a:pt x="121107" y="23662"/>
                    <a:pt x="121107" y="23048"/>
                  </a:cubicBezTo>
                  <a:lnTo>
                    <a:pt x="121107" y="16331"/>
                  </a:lnTo>
                  <a:lnTo>
                    <a:pt x="111321" y="11941"/>
                  </a:lnTo>
                  <a:cubicBezTo>
                    <a:pt x="111043" y="11809"/>
                    <a:pt x="110811" y="11590"/>
                    <a:pt x="110718" y="11326"/>
                  </a:cubicBezTo>
                  <a:lnTo>
                    <a:pt x="108214" y="4741"/>
                  </a:lnTo>
                  <a:lnTo>
                    <a:pt x="102417" y="0"/>
                  </a:lnTo>
                  <a:lnTo>
                    <a:pt x="92121" y="0"/>
                  </a:lnTo>
                  <a:lnTo>
                    <a:pt x="96156" y="4215"/>
                  </a:lnTo>
                  <a:cubicBezTo>
                    <a:pt x="96156" y="4215"/>
                    <a:pt x="96434" y="4697"/>
                    <a:pt x="96434" y="4961"/>
                  </a:cubicBezTo>
                  <a:lnTo>
                    <a:pt x="96434" y="10448"/>
                  </a:lnTo>
                  <a:cubicBezTo>
                    <a:pt x="96434" y="10843"/>
                    <a:pt x="96202" y="11238"/>
                    <a:pt x="95785" y="11414"/>
                  </a:cubicBezTo>
                  <a:lnTo>
                    <a:pt x="93327" y="12555"/>
                  </a:lnTo>
                  <a:lnTo>
                    <a:pt x="90591" y="21160"/>
                  </a:lnTo>
                  <a:cubicBezTo>
                    <a:pt x="90591" y="21160"/>
                    <a:pt x="90405" y="21511"/>
                    <a:pt x="90266" y="21643"/>
                  </a:cubicBezTo>
                  <a:lnTo>
                    <a:pt x="73756" y="36744"/>
                  </a:lnTo>
                  <a:cubicBezTo>
                    <a:pt x="73756" y="36744"/>
                    <a:pt x="73431" y="36964"/>
                    <a:pt x="73199" y="37008"/>
                  </a:cubicBezTo>
                  <a:cubicBezTo>
                    <a:pt x="73014" y="37008"/>
                    <a:pt x="52932" y="41354"/>
                    <a:pt x="50011" y="49739"/>
                  </a:cubicBezTo>
                  <a:cubicBezTo>
                    <a:pt x="49871" y="50090"/>
                    <a:pt x="49593" y="50310"/>
                    <a:pt x="49269" y="50441"/>
                  </a:cubicBezTo>
                  <a:cubicBezTo>
                    <a:pt x="48898" y="50529"/>
                    <a:pt x="48527" y="50485"/>
                    <a:pt x="48248" y="50266"/>
                  </a:cubicBezTo>
                  <a:lnTo>
                    <a:pt x="46579" y="49124"/>
                  </a:lnTo>
                  <a:lnTo>
                    <a:pt x="44584" y="59748"/>
                  </a:lnTo>
                  <a:lnTo>
                    <a:pt x="42497" y="65411"/>
                  </a:lnTo>
                  <a:cubicBezTo>
                    <a:pt x="42497" y="65411"/>
                    <a:pt x="42405" y="65631"/>
                    <a:pt x="42312" y="65718"/>
                  </a:cubicBezTo>
                  <a:lnTo>
                    <a:pt x="36236" y="72830"/>
                  </a:lnTo>
                  <a:cubicBezTo>
                    <a:pt x="36005" y="73094"/>
                    <a:pt x="35726" y="73225"/>
                    <a:pt x="35355" y="73225"/>
                  </a:cubicBezTo>
                  <a:lnTo>
                    <a:pt x="35355" y="73225"/>
                  </a:lnTo>
                  <a:cubicBezTo>
                    <a:pt x="35031" y="73225"/>
                    <a:pt x="34706" y="73094"/>
                    <a:pt x="34521" y="72874"/>
                  </a:cubicBezTo>
                  <a:lnTo>
                    <a:pt x="26173" y="64445"/>
                  </a:lnTo>
                  <a:lnTo>
                    <a:pt x="21164" y="64445"/>
                  </a:lnTo>
                  <a:cubicBezTo>
                    <a:pt x="20839" y="64445"/>
                    <a:pt x="20561" y="64314"/>
                    <a:pt x="20329" y="64138"/>
                  </a:cubicBezTo>
                  <a:lnTo>
                    <a:pt x="17083" y="61065"/>
                  </a:lnTo>
                  <a:lnTo>
                    <a:pt x="13558" y="64182"/>
                  </a:lnTo>
                  <a:cubicBezTo>
                    <a:pt x="13233" y="64489"/>
                    <a:pt x="12723" y="64577"/>
                    <a:pt x="12306" y="64401"/>
                  </a:cubicBezTo>
                  <a:cubicBezTo>
                    <a:pt x="11888" y="64226"/>
                    <a:pt x="11610" y="63831"/>
                    <a:pt x="11610" y="63392"/>
                  </a:cubicBezTo>
                  <a:lnTo>
                    <a:pt x="11610" y="56543"/>
                  </a:lnTo>
                  <a:cubicBezTo>
                    <a:pt x="11610" y="56104"/>
                    <a:pt x="11888" y="55665"/>
                    <a:pt x="12352" y="55534"/>
                  </a:cubicBezTo>
                  <a:lnTo>
                    <a:pt x="16526" y="53997"/>
                  </a:lnTo>
                  <a:lnTo>
                    <a:pt x="14254" y="47895"/>
                  </a:lnTo>
                  <a:cubicBezTo>
                    <a:pt x="9430" y="50178"/>
                    <a:pt x="294" y="60889"/>
                    <a:pt x="16" y="63392"/>
                  </a:cubicBezTo>
                  <a:cubicBezTo>
                    <a:pt x="-262" y="66114"/>
                    <a:pt x="3216" y="70240"/>
                    <a:pt x="3216" y="70240"/>
                  </a:cubicBezTo>
                  <a:lnTo>
                    <a:pt x="1778" y="74630"/>
                  </a:lnTo>
                  <a:lnTo>
                    <a:pt x="6694" y="80118"/>
                  </a:lnTo>
                  <a:lnTo>
                    <a:pt x="6138" y="83674"/>
                  </a:lnTo>
                  <a:lnTo>
                    <a:pt x="2659" y="83674"/>
                  </a:lnTo>
                  <a:lnTo>
                    <a:pt x="3216" y="88064"/>
                  </a:lnTo>
                  <a:cubicBezTo>
                    <a:pt x="3216" y="88064"/>
                    <a:pt x="19170" y="94912"/>
                    <a:pt x="20886" y="98512"/>
                  </a:cubicBezTo>
                  <a:cubicBezTo>
                    <a:pt x="22602" y="102112"/>
                    <a:pt x="26683" y="105931"/>
                    <a:pt x="27286" y="110321"/>
                  </a:cubicBezTo>
                  <a:cubicBezTo>
                    <a:pt x="27889" y="114711"/>
                    <a:pt x="38880" y="122964"/>
                    <a:pt x="38880" y="122964"/>
                  </a:cubicBezTo>
                  <a:lnTo>
                    <a:pt x="40318" y="130910"/>
                  </a:lnTo>
                  <a:cubicBezTo>
                    <a:pt x="40318" y="130910"/>
                    <a:pt x="46393" y="139427"/>
                    <a:pt x="48712" y="146275"/>
                  </a:cubicBezTo>
                  <a:cubicBezTo>
                    <a:pt x="51031" y="153123"/>
                    <a:pt x="67820" y="178103"/>
                    <a:pt x="67820" y="178103"/>
                  </a:cubicBezTo>
                  <a:lnTo>
                    <a:pt x="80852" y="200579"/>
                  </a:lnTo>
                  <a:cubicBezTo>
                    <a:pt x="80852" y="200579"/>
                    <a:pt x="82011" y="200579"/>
                    <a:pt x="80852" y="203038"/>
                  </a:cubicBezTo>
                  <a:cubicBezTo>
                    <a:pt x="79692" y="205496"/>
                    <a:pt x="78811" y="211818"/>
                    <a:pt x="84052" y="216471"/>
                  </a:cubicBezTo>
                  <a:cubicBezTo>
                    <a:pt x="84052" y="216471"/>
                    <a:pt x="86370" y="221695"/>
                    <a:pt x="91565" y="222222"/>
                  </a:cubicBezTo>
                  <a:cubicBezTo>
                    <a:pt x="91565" y="222222"/>
                    <a:pt x="93605" y="229641"/>
                    <a:pt x="109234" y="237324"/>
                  </a:cubicBezTo>
                  <a:cubicBezTo>
                    <a:pt x="109234" y="237324"/>
                    <a:pt x="130661" y="248299"/>
                    <a:pt x="133861" y="249133"/>
                  </a:cubicBezTo>
                  <a:cubicBezTo>
                    <a:pt x="137061" y="249967"/>
                    <a:pt x="143693" y="251855"/>
                    <a:pt x="147496" y="256552"/>
                  </a:cubicBezTo>
                  <a:cubicBezTo>
                    <a:pt x="151299" y="261249"/>
                    <a:pt x="156771" y="261776"/>
                    <a:pt x="156771" y="261776"/>
                  </a:cubicBezTo>
                  <a:cubicBezTo>
                    <a:pt x="156771" y="261776"/>
                    <a:pt x="155333" y="267264"/>
                    <a:pt x="166047" y="272224"/>
                  </a:cubicBezTo>
                  <a:cubicBezTo>
                    <a:pt x="166047" y="272224"/>
                    <a:pt x="169061" y="272619"/>
                    <a:pt x="171287" y="275692"/>
                  </a:cubicBezTo>
                  <a:lnTo>
                    <a:pt x="178661" y="275034"/>
                  </a:lnTo>
                  <a:lnTo>
                    <a:pt x="180841" y="271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3" name="Freeform: Shape 1792">
              <a:extLst>
                <a:ext uri="{FF2B5EF4-FFF2-40B4-BE49-F238E27FC236}">
                  <a16:creationId xmlns:a16="http://schemas.microsoft.com/office/drawing/2014/main" id="{81B4E0CA-C387-DE2C-B006-2BBBDEF9E18B}"/>
                </a:ext>
              </a:extLst>
            </p:cNvPr>
            <p:cNvSpPr>
              <a:spLocks/>
            </p:cNvSpPr>
            <p:nvPr/>
          </p:nvSpPr>
          <p:spPr>
            <a:xfrm>
              <a:off x="3774344" y="4049020"/>
              <a:ext cx="131595" cy="139243"/>
            </a:xfrm>
            <a:custGeom>
              <a:avLst/>
              <a:gdLst>
                <a:gd name="connsiteX0" fmla="*/ 12383 w 88163"/>
                <a:gd name="connsiteY0" fmla="*/ 78405 h 93287"/>
                <a:gd name="connsiteX1" fmla="*/ 7884 w 88163"/>
                <a:gd name="connsiteY1" fmla="*/ 80074 h 93287"/>
                <a:gd name="connsiteX2" fmla="*/ 7884 w 88163"/>
                <a:gd name="connsiteY2" fmla="*/ 83674 h 93287"/>
                <a:gd name="connsiteX3" fmla="*/ 10296 w 88163"/>
                <a:gd name="connsiteY3" fmla="*/ 81566 h 93287"/>
                <a:gd name="connsiteX4" fmla="*/ 11919 w 88163"/>
                <a:gd name="connsiteY4" fmla="*/ 81566 h 93287"/>
                <a:gd name="connsiteX5" fmla="*/ 15629 w 88163"/>
                <a:gd name="connsiteY5" fmla="*/ 85078 h 93287"/>
                <a:gd name="connsiteX6" fmla="*/ 20638 w 88163"/>
                <a:gd name="connsiteY6" fmla="*/ 85078 h 93287"/>
                <a:gd name="connsiteX7" fmla="*/ 21473 w 88163"/>
                <a:gd name="connsiteY7" fmla="*/ 85430 h 93287"/>
                <a:gd name="connsiteX8" fmla="*/ 29264 w 88163"/>
                <a:gd name="connsiteY8" fmla="*/ 93288 h 93287"/>
                <a:gd name="connsiteX9" fmla="*/ 34366 w 88163"/>
                <a:gd name="connsiteY9" fmla="*/ 87273 h 93287"/>
                <a:gd name="connsiteX10" fmla="*/ 36313 w 88163"/>
                <a:gd name="connsiteY10" fmla="*/ 81961 h 93287"/>
                <a:gd name="connsiteX11" fmla="*/ 38586 w 88163"/>
                <a:gd name="connsiteY11" fmla="*/ 69801 h 93287"/>
                <a:gd name="connsiteX12" fmla="*/ 39282 w 88163"/>
                <a:gd name="connsiteY12" fmla="*/ 68967 h 93287"/>
                <a:gd name="connsiteX13" fmla="*/ 40395 w 88163"/>
                <a:gd name="connsiteY13" fmla="*/ 69099 h 93287"/>
                <a:gd name="connsiteX14" fmla="*/ 42389 w 88163"/>
                <a:gd name="connsiteY14" fmla="*/ 70504 h 93287"/>
                <a:gd name="connsiteX15" fmla="*/ 66366 w 88163"/>
                <a:gd name="connsiteY15" fmla="*/ 57772 h 93287"/>
                <a:gd name="connsiteX16" fmla="*/ 82459 w 88163"/>
                <a:gd name="connsiteY16" fmla="*/ 43110 h 93287"/>
                <a:gd name="connsiteX17" fmla="*/ 85288 w 88163"/>
                <a:gd name="connsiteY17" fmla="*/ 34330 h 93287"/>
                <a:gd name="connsiteX18" fmla="*/ 85891 w 88163"/>
                <a:gd name="connsiteY18" fmla="*/ 33671 h 93287"/>
                <a:gd name="connsiteX19" fmla="*/ 88163 w 88163"/>
                <a:gd name="connsiteY19" fmla="*/ 32618 h 93287"/>
                <a:gd name="connsiteX20" fmla="*/ 88163 w 88163"/>
                <a:gd name="connsiteY20" fmla="*/ 28228 h 93287"/>
                <a:gd name="connsiteX21" fmla="*/ 82691 w 88163"/>
                <a:gd name="connsiteY21" fmla="*/ 22565 h 93287"/>
                <a:gd name="connsiteX22" fmla="*/ 74250 w 88163"/>
                <a:gd name="connsiteY22" fmla="*/ 15365 h 93287"/>
                <a:gd name="connsiteX23" fmla="*/ 67943 w 88163"/>
                <a:gd name="connsiteY23" fmla="*/ 17341 h 93287"/>
                <a:gd name="connsiteX24" fmla="*/ 67293 w 88163"/>
                <a:gd name="connsiteY24" fmla="*/ 17341 h 93287"/>
                <a:gd name="connsiteX25" fmla="*/ 58018 w 88163"/>
                <a:gd name="connsiteY25" fmla="*/ 15146 h 93287"/>
                <a:gd name="connsiteX26" fmla="*/ 57647 w 88163"/>
                <a:gd name="connsiteY26" fmla="*/ 14970 h 93287"/>
                <a:gd name="connsiteX27" fmla="*/ 48650 w 88163"/>
                <a:gd name="connsiteY27" fmla="*/ 8912 h 93287"/>
                <a:gd name="connsiteX28" fmla="*/ 32835 w 88163"/>
                <a:gd name="connsiteY28" fmla="*/ 0 h 93287"/>
                <a:gd name="connsiteX29" fmla="*/ 23513 w 88163"/>
                <a:gd name="connsiteY29" fmla="*/ 2810 h 93287"/>
                <a:gd name="connsiteX30" fmla="*/ 12197 w 88163"/>
                <a:gd name="connsiteY30" fmla="*/ 11063 h 93287"/>
                <a:gd name="connsiteX31" fmla="*/ 12197 w 88163"/>
                <a:gd name="connsiteY31" fmla="*/ 18745 h 93287"/>
                <a:gd name="connsiteX32" fmla="*/ 6400 w 88163"/>
                <a:gd name="connsiteY32" fmla="*/ 30247 h 93287"/>
                <a:gd name="connsiteX33" fmla="*/ 5241 w 88163"/>
                <a:gd name="connsiteY33" fmla="*/ 33276 h 93287"/>
                <a:gd name="connsiteX34" fmla="*/ 1159 w 88163"/>
                <a:gd name="connsiteY34" fmla="*/ 39598 h 93287"/>
                <a:gd name="connsiteX35" fmla="*/ 2319 w 88163"/>
                <a:gd name="connsiteY35" fmla="*/ 51100 h 93287"/>
                <a:gd name="connsiteX36" fmla="*/ 0 w 88163"/>
                <a:gd name="connsiteY36" fmla="*/ 53031 h 93287"/>
                <a:gd name="connsiteX37" fmla="*/ 1438 w 88163"/>
                <a:gd name="connsiteY37" fmla="*/ 55490 h 93287"/>
                <a:gd name="connsiteX38" fmla="*/ 4916 w 88163"/>
                <a:gd name="connsiteY38" fmla="*/ 56851 h 93287"/>
                <a:gd name="connsiteX39" fmla="*/ 11873 w 88163"/>
                <a:gd name="connsiteY39" fmla="*/ 56851 h 93287"/>
                <a:gd name="connsiteX40" fmla="*/ 14748 w 88163"/>
                <a:gd name="connsiteY40" fmla="*/ 53558 h 93287"/>
                <a:gd name="connsiteX41" fmla="*/ 14748 w 88163"/>
                <a:gd name="connsiteY41" fmla="*/ 58782 h 93287"/>
                <a:gd name="connsiteX42" fmla="*/ 17623 w 88163"/>
                <a:gd name="connsiteY42" fmla="*/ 57948 h 93287"/>
                <a:gd name="connsiteX43" fmla="*/ 17623 w 88163"/>
                <a:gd name="connsiteY43" fmla="*/ 64270 h 93287"/>
                <a:gd name="connsiteX44" fmla="*/ 10296 w 88163"/>
                <a:gd name="connsiteY44" fmla="*/ 69977 h 93287"/>
                <a:gd name="connsiteX45" fmla="*/ 12939 w 88163"/>
                <a:gd name="connsiteY45" fmla="*/ 77089 h 93287"/>
                <a:gd name="connsiteX46" fmla="*/ 12244 w 88163"/>
                <a:gd name="connsiteY46" fmla="*/ 78493 h 93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88163" h="93287">
                  <a:moveTo>
                    <a:pt x="12383" y="78405"/>
                  </a:moveTo>
                  <a:lnTo>
                    <a:pt x="7884" y="80074"/>
                  </a:lnTo>
                  <a:lnTo>
                    <a:pt x="7884" y="83674"/>
                  </a:lnTo>
                  <a:lnTo>
                    <a:pt x="10296" y="81566"/>
                  </a:lnTo>
                  <a:cubicBezTo>
                    <a:pt x="10760" y="81171"/>
                    <a:pt x="11455" y="81171"/>
                    <a:pt x="11919" y="81566"/>
                  </a:cubicBezTo>
                  <a:lnTo>
                    <a:pt x="15629" y="85078"/>
                  </a:lnTo>
                  <a:lnTo>
                    <a:pt x="20638" y="85078"/>
                  </a:lnTo>
                  <a:cubicBezTo>
                    <a:pt x="20963" y="85078"/>
                    <a:pt x="21287" y="85210"/>
                    <a:pt x="21473" y="85430"/>
                  </a:cubicBezTo>
                  <a:lnTo>
                    <a:pt x="29264" y="93288"/>
                  </a:lnTo>
                  <a:lnTo>
                    <a:pt x="34366" y="87273"/>
                  </a:lnTo>
                  <a:lnTo>
                    <a:pt x="36313" y="81961"/>
                  </a:lnTo>
                  <a:lnTo>
                    <a:pt x="38586" y="69801"/>
                  </a:lnTo>
                  <a:cubicBezTo>
                    <a:pt x="38679" y="69450"/>
                    <a:pt x="38911" y="69099"/>
                    <a:pt x="39282" y="68967"/>
                  </a:cubicBezTo>
                  <a:cubicBezTo>
                    <a:pt x="39653" y="68835"/>
                    <a:pt x="40070" y="68879"/>
                    <a:pt x="40395" y="69099"/>
                  </a:cubicBezTo>
                  <a:lnTo>
                    <a:pt x="42389" y="70504"/>
                  </a:lnTo>
                  <a:cubicBezTo>
                    <a:pt x="46841" y="62382"/>
                    <a:pt x="63722" y="58343"/>
                    <a:pt x="66366" y="57772"/>
                  </a:cubicBezTo>
                  <a:lnTo>
                    <a:pt x="82459" y="43110"/>
                  </a:lnTo>
                  <a:lnTo>
                    <a:pt x="85288" y="34330"/>
                  </a:lnTo>
                  <a:cubicBezTo>
                    <a:pt x="85381" y="34023"/>
                    <a:pt x="85613" y="33803"/>
                    <a:pt x="85891" y="33671"/>
                  </a:cubicBezTo>
                  <a:lnTo>
                    <a:pt x="88163" y="32618"/>
                  </a:lnTo>
                  <a:lnTo>
                    <a:pt x="88163" y="28228"/>
                  </a:lnTo>
                  <a:lnTo>
                    <a:pt x="82691" y="22565"/>
                  </a:lnTo>
                  <a:lnTo>
                    <a:pt x="74250" y="15365"/>
                  </a:lnTo>
                  <a:lnTo>
                    <a:pt x="67943" y="17341"/>
                  </a:lnTo>
                  <a:cubicBezTo>
                    <a:pt x="67943" y="17341"/>
                    <a:pt x="67525" y="17428"/>
                    <a:pt x="67293" y="17341"/>
                  </a:cubicBezTo>
                  <a:lnTo>
                    <a:pt x="58018" y="15146"/>
                  </a:lnTo>
                  <a:cubicBezTo>
                    <a:pt x="58018" y="15146"/>
                    <a:pt x="57740" y="15058"/>
                    <a:pt x="57647" y="14970"/>
                  </a:cubicBezTo>
                  <a:lnTo>
                    <a:pt x="48650" y="8912"/>
                  </a:lnTo>
                  <a:lnTo>
                    <a:pt x="32835" y="0"/>
                  </a:lnTo>
                  <a:cubicBezTo>
                    <a:pt x="30238" y="746"/>
                    <a:pt x="25415" y="2195"/>
                    <a:pt x="23513" y="2810"/>
                  </a:cubicBezTo>
                  <a:cubicBezTo>
                    <a:pt x="20916" y="3644"/>
                    <a:pt x="12197" y="6366"/>
                    <a:pt x="12197" y="11063"/>
                  </a:cubicBezTo>
                  <a:lnTo>
                    <a:pt x="12197" y="18745"/>
                  </a:lnTo>
                  <a:cubicBezTo>
                    <a:pt x="12197" y="18745"/>
                    <a:pt x="7560" y="22038"/>
                    <a:pt x="6400" y="30247"/>
                  </a:cubicBezTo>
                  <a:lnTo>
                    <a:pt x="5241" y="33276"/>
                  </a:lnTo>
                  <a:cubicBezTo>
                    <a:pt x="5241" y="33276"/>
                    <a:pt x="325" y="34110"/>
                    <a:pt x="1159" y="39598"/>
                  </a:cubicBezTo>
                  <a:lnTo>
                    <a:pt x="2319" y="51100"/>
                  </a:lnTo>
                  <a:lnTo>
                    <a:pt x="0" y="53031"/>
                  </a:lnTo>
                  <a:lnTo>
                    <a:pt x="1438" y="55490"/>
                  </a:lnTo>
                  <a:lnTo>
                    <a:pt x="4916" y="56851"/>
                  </a:lnTo>
                  <a:cubicBezTo>
                    <a:pt x="4916" y="56851"/>
                    <a:pt x="10713" y="65631"/>
                    <a:pt x="11873" y="56851"/>
                  </a:cubicBezTo>
                  <a:lnTo>
                    <a:pt x="14748" y="53558"/>
                  </a:lnTo>
                  <a:lnTo>
                    <a:pt x="14748" y="58782"/>
                  </a:lnTo>
                  <a:lnTo>
                    <a:pt x="17623" y="57948"/>
                  </a:lnTo>
                  <a:lnTo>
                    <a:pt x="17623" y="64270"/>
                  </a:lnTo>
                  <a:cubicBezTo>
                    <a:pt x="17623" y="64270"/>
                    <a:pt x="14191" y="68616"/>
                    <a:pt x="10296" y="69977"/>
                  </a:cubicBezTo>
                  <a:lnTo>
                    <a:pt x="12939" y="77089"/>
                  </a:lnTo>
                  <a:cubicBezTo>
                    <a:pt x="13171" y="77659"/>
                    <a:pt x="12847" y="78274"/>
                    <a:pt x="12244" y="7849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4" name="Freeform: Shape 1793">
              <a:extLst>
                <a:ext uri="{FF2B5EF4-FFF2-40B4-BE49-F238E27FC236}">
                  <a16:creationId xmlns:a16="http://schemas.microsoft.com/office/drawing/2014/main" id="{74A1F757-5C75-D375-5B6C-8D43C73D127E}"/>
                </a:ext>
              </a:extLst>
            </p:cNvPr>
            <p:cNvSpPr>
              <a:spLocks/>
            </p:cNvSpPr>
            <p:nvPr/>
          </p:nvSpPr>
          <p:spPr>
            <a:xfrm>
              <a:off x="3715157" y="2919013"/>
              <a:ext cx="1729" cy="1310"/>
            </a:xfrm>
            <a:custGeom>
              <a:avLst/>
              <a:gdLst>
                <a:gd name="connsiteX0" fmla="*/ 464 w 1159"/>
                <a:gd name="connsiteY0" fmla="*/ 0 h 878"/>
                <a:gd name="connsiteX1" fmla="*/ 0 w 1159"/>
                <a:gd name="connsiteY1" fmla="*/ 702 h 878"/>
                <a:gd name="connsiteX2" fmla="*/ 1159 w 1159"/>
                <a:gd name="connsiteY2" fmla="*/ 878 h 878"/>
                <a:gd name="connsiteX3" fmla="*/ 464 w 1159"/>
                <a:gd name="connsiteY3" fmla="*/ 0 h 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9" h="878">
                  <a:moveTo>
                    <a:pt x="464" y="0"/>
                  </a:moveTo>
                  <a:lnTo>
                    <a:pt x="0" y="702"/>
                  </a:lnTo>
                  <a:lnTo>
                    <a:pt x="1159" y="878"/>
                  </a:lnTo>
                  <a:lnTo>
                    <a:pt x="46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5" name="Freeform: Shape 1794">
              <a:extLst>
                <a:ext uri="{FF2B5EF4-FFF2-40B4-BE49-F238E27FC236}">
                  <a16:creationId xmlns:a16="http://schemas.microsoft.com/office/drawing/2014/main" id="{87CD85EE-AFB6-2C0E-155E-082CDAFB23FE}"/>
                </a:ext>
              </a:extLst>
            </p:cNvPr>
            <p:cNvSpPr>
              <a:spLocks/>
            </p:cNvSpPr>
            <p:nvPr/>
          </p:nvSpPr>
          <p:spPr>
            <a:xfrm>
              <a:off x="4043072" y="4297103"/>
              <a:ext cx="283957" cy="303780"/>
            </a:xfrm>
            <a:custGeom>
              <a:avLst/>
              <a:gdLst>
                <a:gd name="connsiteX0" fmla="*/ 15397 w 190239"/>
                <a:gd name="connsiteY0" fmla="*/ 43022 h 203520"/>
                <a:gd name="connsiteX1" fmla="*/ 10528 w 190239"/>
                <a:gd name="connsiteY1" fmla="*/ 48115 h 203520"/>
                <a:gd name="connsiteX2" fmla="*/ 12058 w 190239"/>
                <a:gd name="connsiteY2" fmla="*/ 57773 h 203520"/>
                <a:gd name="connsiteX3" fmla="*/ 11687 w 190239"/>
                <a:gd name="connsiteY3" fmla="*/ 58782 h 203520"/>
                <a:gd name="connsiteX4" fmla="*/ 9415 w 190239"/>
                <a:gd name="connsiteY4" fmla="*/ 60626 h 203520"/>
                <a:gd name="connsiteX5" fmla="*/ 14099 w 190239"/>
                <a:gd name="connsiteY5" fmla="*/ 67782 h 203520"/>
                <a:gd name="connsiteX6" fmla="*/ 14099 w 190239"/>
                <a:gd name="connsiteY6" fmla="*/ 68879 h 203520"/>
                <a:gd name="connsiteX7" fmla="*/ 13078 w 190239"/>
                <a:gd name="connsiteY7" fmla="*/ 69450 h 203520"/>
                <a:gd name="connsiteX8" fmla="*/ 9368 w 190239"/>
                <a:gd name="connsiteY8" fmla="*/ 69450 h 203520"/>
                <a:gd name="connsiteX9" fmla="*/ 3664 w 190239"/>
                <a:gd name="connsiteY9" fmla="*/ 77528 h 203520"/>
                <a:gd name="connsiteX10" fmla="*/ 6910 w 190239"/>
                <a:gd name="connsiteY10" fmla="*/ 84639 h 203520"/>
                <a:gd name="connsiteX11" fmla="*/ 6817 w 190239"/>
                <a:gd name="connsiteY11" fmla="*/ 85649 h 203520"/>
                <a:gd name="connsiteX12" fmla="*/ 4359 w 190239"/>
                <a:gd name="connsiteY12" fmla="*/ 89424 h 203520"/>
                <a:gd name="connsiteX13" fmla="*/ 11084 w 190239"/>
                <a:gd name="connsiteY13" fmla="*/ 95483 h 203520"/>
                <a:gd name="connsiteX14" fmla="*/ 11084 w 190239"/>
                <a:gd name="connsiteY14" fmla="*/ 98907 h 203520"/>
                <a:gd name="connsiteX15" fmla="*/ 13589 w 190239"/>
                <a:gd name="connsiteY15" fmla="*/ 99961 h 203520"/>
                <a:gd name="connsiteX16" fmla="*/ 14284 w 190239"/>
                <a:gd name="connsiteY16" fmla="*/ 100839 h 203520"/>
                <a:gd name="connsiteX17" fmla="*/ 13867 w 190239"/>
                <a:gd name="connsiteY17" fmla="*/ 101848 h 203520"/>
                <a:gd name="connsiteX18" fmla="*/ 9461 w 190239"/>
                <a:gd name="connsiteY18" fmla="*/ 105097 h 203520"/>
                <a:gd name="connsiteX19" fmla="*/ 10110 w 190239"/>
                <a:gd name="connsiteY19" fmla="*/ 106194 h 203520"/>
                <a:gd name="connsiteX20" fmla="*/ 9786 w 190239"/>
                <a:gd name="connsiteY20" fmla="*/ 107599 h 203520"/>
                <a:gd name="connsiteX21" fmla="*/ 0 w 190239"/>
                <a:gd name="connsiteY21" fmla="*/ 114535 h 203520"/>
                <a:gd name="connsiteX22" fmla="*/ 1484 w 190239"/>
                <a:gd name="connsiteY22" fmla="*/ 119496 h 203520"/>
                <a:gd name="connsiteX23" fmla="*/ 4359 w 190239"/>
                <a:gd name="connsiteY23" fmla="*/ 126169 h 203520"/>
                <a:gd name="connsiteX24" fmla="*/ 9647 w 190239"/>
                <a:gd name="connsiteY24" fmla="*/ 126169 h 203520"/>
                <a:gd name="connsiteX25" fmla="*/ 10713 w 190239"/>
                <a:gd name="connsiteY25" fmla="*/ 126827 h 203520"/>
                <a:gd name="connsiteX26" fmla="*/ 10481 w 190239"/>
                <a:gd name="connsiteY26" fmla="*/ 128013 h 203520"/>
                <a:gd name="connsiteX27" fmla="*/ 8023 w 190239"/>
                <a:gd name="connsiteY27" fmla="*/ 130339 h 203520"/>
                <a:gd name="connsiteX28" fmla="*/ 10435 w 190239"/>
                <a:gd name="connsiteY28" fmla="*/ 140393 h 203520"/>
                <a:gd name="connsiteX29" fmla="*/ 18319 w 190239"/>
                <a:gd name="connsiteY29" fmla="*/ 147855 h 203520"/>
                <a:gd name="connsiteX30" fmla="*/ 18504 w 190239"/>
                <a:gd name="connsiteY30" fmla="*/ 149216 h 203520"/>
                <a:gd name="connsiteX31" fmla="*/ 15212 w 190239"/>
                <a:gd name="connsiteY31" fmla="*/ 154265 h 203520"/>
                <a:gd name="connsiteX32" fmla="*/ 18644 w 190239"/>
                <a:gd name="connsiteY32" fmla="*/ 157777 h 203520"/>
                <a:gd name="connsiteX33" fmla="*/ 18968 w 190239"/>
                <a:gd name="connsiteY33" fmla="*/ 158655 h 203520"/>
                <a:gd name="connsiteX34" fmla="*/ 18458 w 190239"/>
                <a:gd name="connsiteY34" fmla="*/ 159445 h 203520"/>
                <a:gd name="connsiteX35" fmla="*/ 14933 w 190239"/>
                <a:gd name="connsiteY35" fmla="*/ 161596 h 203520"/>
                <a:gd name="connsiteX36" fmla="*/ 14933 w 190239"/>
                <a:gd name="connsiteY36" fmla="*/ 165415 h 203520"/>
                <a:gd name="connsiteX37" fmla="*/ 18876 w 190239"/>
                <a:gd name="connsiteY37" fmla="*/ 168664 h 203520"/>
                <a:gd name="connsiteX38" fmla="*/ 19107 w 190239"/>
                <a:gd name="connsiteY38" fmla="*/ 170025 h 203520"/>
                <a:gd name="connsiteX39" fmla="*/ 17299 w 190239"/>
                <a:gd name="connsiteY39" fmla="*/ 173010 h 203520"/>
                <a:gd name="connsiteX40" fmla="*/ 27455 w 190239"/>
                <a:gd name="connsiteY40" fmla="*/ 203521 h 203520"/>
                <a:gd name="connsiteX41" fmla="*/ 37195 w 190239"/>
                <a:gd name="connsiteY41" fmla="*/ 203521 h 203520"/>
                <a:gd name="connsiteX42" fmla="*/ 43224 w 190239"/>
                <a:gd name="connsiteY42" fmla="*/ 194829 h 203520"/>
                <a:gd name="connsiteX43" fmla="*/ 43502 w 190239"/>
                <a:gd name="connsiteY43" fmla="*/ 194565 h 203520"/>
                <a:gd name="connsiteX44" fmla="*/ 49160 w 190239"/>
                <a:gd name="connsiteY44" fmla="*/ 190702 h 203520"/>
                <a:gd name="connsiteX45" fmla="*/ 52824 w 190239"/>
                <a:gd name="connsiteY45" fmla="*/ 185654 h 203520"/>
                <a:gd name="connsiteX46" fmla="*/ 53751 w 190239"/>
                <a:gd name="connsiteY46" fmla="*/ 185170 h 203520"/>
                <a:gd name="connsiteX47" fmla="*/ 54725 w 190239"/>
                <a:gd name="connsiteY47" fmla="*/ 185610 h 203520"/>
                <a:gd name="connsiteX48" fmla="*/ 60151 w 190239"/>
                <a:gd name="connsiteY48" fmla="*/ 192326 h 203520"/>
                <a:gd name="connsiteX49" fmla="*/ 76940 w 190239"/>
                <a:gd name="connsiteY49" fmla="*/ 192063 h 203520"/>
                <a:gd name="connsiteX50" fmla="*/ 78007 w 190239"/>
                <a:gd name="connsiteY50" fmla="*/ 192677 h 203520"/>
                <a:gd name="connsiteX51" fmla="*/ 82783 w 190239"/>
                <a:gd name="connsiteY51" fmla="*/ 202160 h 203520"/>
                <a:gd name="connsiteX52" fmla="*/ 88673 w 190239"/>
                <a:gd name="connsiteY52" fmla="*/ 191009 h 203520"/>
                <a:gd name="connsiteX53" fmla="*/ 89694 w 190239"/>
                <a:gd name="connsiteY53" fmla="*/ 190395 h 203520"/>
                <a:gd name="connsiteX54" fmla="*/ 102169 w 190239"/>
                <a:gd name="connsiteY54" fmla="*/ 190395 h 203520"/>
                <a:gd name="connsiteX55" fmla="*/ 102679 w 190239"/>
                <a:gd name="connsiteY55" fmla="*/ 190526 h 203520"/>
                <a:gd name="connsiteX56" fmla="*/ 107920 w 190239"/>
                <a:gd name="connsiteY56" fmla="*/ 193029 h 203520"/>
                <a:gd name="connsiteX57" fmla="*/ 114320 w 190239"/>
                <a:gd name="connsiteY57" fmla="*/ 178191 h 203520"/>
                <a:gd name="connsiteX58" fmla="*/ 113485 w 190239"/>
                <a:gd name="connsiteY58" fmla="*/ 166645 h 203520"/>
                <a:gd name="connsiteX59" fmla="*/ 113671 w 190239"/>
                <a:gd name="connsiteY59" fmla="*/ 165986 h 203520"/>
                <a:gd name="connsiteX60" fmla="*/ 122390 w 190239"/>
                <a:gd name="connsiteY60" fmla="*/ 153343 h 203520"/>
                <a:gd name="connsiteX61" fmla="*/ 123132 w 190239"/>
                <a:gd name="connsiteY61" fmla="*/ 152860 h 203520"/>
                <a:gd name="connsiteX62" fmla="*/ 150077 w 190239"/>
                <a:gd name="connsiteY62" fmla="*/ 147636 h 203520"/>
                <a:gd name="connsiteX63" fmla="*/ 167097 w 190239"/>
                <a:gd name="connsiteY63" fmla="*/ 147636 h 203520"/>
                <a:gd name="connsiteX64" fmla="*/ 167839 w 190239"/>
                <a:gd name="connsiteY64" fmla="*/ 147855 h 203520"/>
                <a:gd name="connsiteX65" fmla="*/ 178645 w 190239"/>
                <a:gd name="connsiteY65" fmla="*/ 156328 h 203520"/>
                <a:gd name="connsiteX66" fmla="*/ 185648 w 190239"/>
                <a:gd name="connsiteY66" fmla="*/ 144256 h 203520"/>
                <a:gd name="connsiteX67" fmla="*/ 185926 w 190239"/>
                <a:gd name="connsiteY67" fmla="*/ 140656 h 203520"/>
                <a:gd name="connsiteX68" fmla="*/ 187411 w 190239"/>
                <a:gd name="connsiteY68" fmla="*/ 132315 h 203520"/>
                <a:gd name="connsiteX69" fmla="*/ 187874 w 190239"/>
                <a:gd name="connsiteY69" fmla="*/ 131613 h 203520"/>
                <a:gd name="connsiteX70" fmla="*/ 190240 w 190239"/>
                <a:gd name="connsiteY70" fmla="*/ 129988 h 203520"/>
                <a:gd name="connsiteX71" fmla="*/ 185973 w 190239"/>
                <a:gd name="connsiteY71" fmla="*/ 122130 h 203520"/>
                <a:gd name="connsiteX72" fmla="*/ 181428 w 190239"/>
                <a:gd name="connsiteY72" fmla="*/ 120374 h 203520"/>
                <a:gd name="connsiteX73" fmla="*/ 173451 w 190239"/>
                <a:gd name="connsiteY73" fmla="*/ 106326 h 203520"/>
                <a:gd name="connsiteX74" fmla="*/ 173729 w 190239"/>
                <a:gd name="connsiteY74" fmla="*/ 105711 h 203520"/>
                <a:gd name="connsiteX75" fmla="*/ 175770 w 190239"/>
                <a:gd name="connsiteY75" fmla="*/ 103560 h 203520"/>
                <a:gd name="connsiteX76" fmla="*/ 175770 w 190239"/>
                <a:gd name="connsiteY76" fmla="*/ 101760 h 203520"/>
                <a:gd name="connsiteX77" fmla="*/ 147387 w 190239"/>
                <a:gd name="connsiteY77" fmla="*/ 101760 h 203520"/>
                <a:gd name="connsiteX78" fmla="*/ 146228 w 190239"/>
                <a:gd name="connsiteY78" fmla="*/ 100663 h 203520"/>
                <a:gd name="connsiteX79" fmla="*/ 146228 w 190239"/>
                <a:gd name="connsiteY79" fmla="*/ 88459 h 203520"/>
                <a:gd name="connsiteX80" fmla="*/ 140987 w 190239"/>
                <a:gd name="connsiteY80" fmla="*/ 82752 h 203520"/>
                <a:gd name="connsiteX81" fmla="*/ 140801 w 190239"/>
                <a:gd name="connsiteY81" fmla="*/ 81566 h 203520"/>
                <a:gd name="connsiteX82" fmla="*/ 141868 w 190239"/>
                <a:gd name="connsiteY82" fmla="*/ 80908 h 203520"/>
                <a:gd name="connsiteX83" fmla="*/ 146228 w 190239"/>
                <a:gd name="connsiteY83" fmla="*/ 80908 h 203520"/>
                <a:gd name="connsiteX84" fmla="*/ 146228 w 190239"/>
                <a:gd name="connsiteY84" fmla="*/ 74630 h 203520"/>
                <a:gd name="connsiteX85" fmla="*/ 142332 w 190239"/>
                <a:gd name="connsiteY85" fmla="*/ 68572 h 203520"/>
                <a:gd name="connsiteX86" fmla="*/ 142332 w 190239"/>
                <a:gd name="connsiteY86" fmla="*/ 67387 h 203520"/>
                <a:gd name="connsiteX87" fmla="*/ 143862 w 190239"/>
                <a:gd name="connsiteY87" fmla="*/ 65192 h 203520"/>
                <a:gd name="connsiteX88" fmla="*/ 143862 w 190239"/>
                <a:gd name="connsiteY88" fmla="*/ 63655 h 203520"/>
                <a:gd name="connsiteX89" fmla="*/ 139781 w 190239"/>
                <a:gd name="connsiteY89" fmla="*/ 61241 h 203520"/>
                <a:gd name="connsiteX90" fmla="*/ 136164 w 190239"/>
                <a:gd name="connsiteY90" fmla="*/ 58124 h 203520"/>
                <a:gd name="connsiteX91" fmla="*/ 121833 w 190239"/>
                <a:gd name="connsiteY91" fmla="*/ 58124 h 203520"/>
                <a:gd name="connsiteX92" fmla="*/ 120906 w 190239"/>
                <a:gd name="connsiteY92" fmla="*/ 57685 h 203520"/>
                <a:gd name="connsiteX93" fmla="*/ 116593 w 190239"/>
                <a:gd name="connsiteY93" fmla="*/ 52373 h 203520"/>
                <a:gd name="connsiteX94" fmla="*/ 108755 w 190239"/>
                <a:gd name="connsiteY94" fmla="*/ 52373 h 203520"/>
                <a:gd name="connsiteX95" fmla="*/ 107920 w 190239"/>
                <a:gd name="connsiteY95" fmla="*/ 52065 h 203520"/>
                <a:gd name="connsiteX96" fmla="*/ 101288 w 190239"/>
                <a:gd name="connsiteY96" fmla="*/ 45788 h 203520"/>
                <a:gd name="connsiteX97" fmla="*/ 97114 w 190239"/>
                <a:gd name="connsiteY97" fmla="*/ 45788 h 203520"/>
                <a:gd name="connsiteX98" fmla="*/ 96558 w 190239"/>
                <a:gd name="connsiteY98" fmla="*/ 45656 h 203520"/>
                <a:gd name="connsiteX99" fmla="*/ 92198 w 190239"/>
                <a:gd name="connsiteY99" fmla="*/ 43329 h 203520"/>
                <a:gd name="connsiteX100" fmla="*/ 82088 w 190239"/>
                <a:gd name="connsiteY100" fmla="*/ 43329 h 203520"/>
                <a:gd name="connsiteX101" fmla="*/ 81160 w 190239"/>
                <a:gd name="connsiteY101" fmla="*/ 42890 h 203520"/>
                <a:gd name="connsiteX102" fmla="*/ 76012 w 190239"/>
                <a:gd name="connsiteY102" fmla="*/ 36481 h 203520"/>
                <a:gd name="connsiteX103" fmla="*/ 71096 w 190239"/>
                <a:gd name="connsiteY103" fmla="*/ 36481 h 203520"/>
                <a:gd name="connsiteX104" fmla="*/ 70076 w 190239"/>
                <a:gd name="connsiteY104" fmla="*/ 35866 h 203520"/>
                <a:gd name="connsiteX105" fmla="*/ 64557 w 190239"/>
                <a:gd name="connsiteY105" fmla="*/ 25418 h 203520"/>
                <a:gd name="connsiteX106" fmla="*/ 64418 w 190239"/>
                <a:gd name="connsiteY106" fmla="*/ 24935 h 203520"/>
                <a:gd name="connsiteX107" fmla="*/ 64418 w 190239"/>
                <a:gd name="connsiteY107" fmla="*/ 7639 h 203520"/>
                <a:gd name="connsiteX108" fmla="*/ 64511 w 190239"/>
                <a:gd name="connsiteY108" fmla="*/ 7200 h 203520"/>
                <a:gd name="connsiteX109" fmla="*/ 67061 w 190239"/>
                <a:gd name="connsiteY109" fmla="*/ 1405 h 203520"/>
                <a:gd name="connsiteX110" fmla="*/ 65114 w 190239"/>
                <a:gd name="connsiteY110" fmla="*/ 0 h 203520"/>
                <a:gd name="connsiteX111" fmla="*/ 63490 w 190239"/>
                <a:gd name="connsiteY111" fmla="*/ 1537 h 203520"/>
                <a:gd name="connsiteX112" fmla="*/ 62285 w 190239"/>
                <a:gd name="connsiteY112" fmla="*/ 1800 h 203520"/>
                <a:gd name="connsiteX113" fmla="*/ 59409 w 190239"/>
                <a:gd name="connsiteY113" fmla="*/ 790 h 203520"/>
                <a:gd name="connsiteX114" fmla="*/ 46702 w 190239"/>
                <a:gd name="connsiteY114" fmla="*/ 3424 h 203520"/>
                <a:gd name="connsiteX115" fmla="*/ 39653 w 190239"/>
                <a:gd name="connsiteY115" fmla="*/ 8999 h 203520"/>
                <a:gd name="connsiteX116" fmla="*/ 39189 w 190239"/>
                <a:gd name="connsiteY116" fmla="*/ 9219 h 203520"/>
                <a:gd name="connsiteX117" fmla="*/ 34829 w 190239"/>
                <a:gd name="connsiteY117" fmla="*/ 10273 h 203520"/>
                <a:gd name="connsiteX118" fmla="*/ 29821 w 190239"/>
                <a:gd name="connsiteY118" fmla="*/ 14487 h 203520"/>
                <a:gd name="connsiteX119" fmla="*/ 28986 w 190239"/>
                <a:gd name="connsiteY119" fmla="*/ 14750 h 203520"/>
                <a:gd name="connsiteX120" fmla="*/ 24070 w 190239"/>
                <a:gd name="connsiteY120" fmla="*/ 14487 h 203520"/>
                <a:gd name="connsiteX121" fmla="*/ 17484 w 190239"/>
                <a:gd name="connsiteY121" fmla="*/ 22257 h 203520"/>
                <a:gd name="connsiteX122" fmla="*/ 16371 w 190239"/>
                <a:gd name="connsiteY122" fmla="*/ 22653 h 203520"/>
                <a:gd name="connsiteX123" fmla="*/ 2597 w 190239"/>
                <a:gd name="connsiteY123" fmla="*/ 20326 h 203520"/>
                <a:gd name="connsiteX124" fmla="*/ 15536 w 190239"/>
                <a:gd name="connsiteY124" fmla="*/ 41617 h 203520"/>
                <a:gd name="connsiteX125" fmla="*/ 15397 w 190239"/>
                <a:gd name="connsiteY125" fmla="*/ 42890 h 203520"/>
                <a:gd name="connsiteX126" fmla="*/ 38864 w 190239"/>
                <a:gd name="connsiteY126" fmla="*/ 136134 h 203520"/>
                <a:gd name="connsiteX127" fmla="*/ 40905 w 190239"/>
                <a:gd name="connsiteY127" fmla="*/ 145178 h 203520"/>
                <a:gd name="connsiteX128" fmla="*/ 34505 w 190239"/>
                <a:gd name="connsiteY128" fmla="*/ 139119 h 203520"/>
                <a:gd name="connsiteX129" fmla="*/ 38864 w 190239"/>
                <a:gd name="connsiteY129" fmla="*/ 136090 h 20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190239" h="203520">
                  <a:moveTo>
                    <a:pt x="15397" y="43022"/>
                  </a:moveTo>
                  <a:lnTo>
                    <a:pt x="10528" y="48115"/>
                  </a:lnTo>
                  <a:lnTo>
                    <a:pt x="12058" y="57773"/>
                  </a:lnTo>
                  <a:cubicBezTo>
                    <a:pt x="12105" y="58124"/>
                    <a:pt x="11965" y="58519"/>
                    <a:pt x="11687" y="58782"/>
                  </a:cubicBezTo>
                  <a:lnTo>
                    <a:pt x="9415" y="60626"/>
                  </a:lnTo>
                  <a:lnTo>
                    <a:pt x="14099" y="67782"/>
                  </a:lnTo>
                  <a:cubicBezTo>
                    <a:pt x="14331" y="68133"/>
                    <a:pt x="14331" y="68528"/>
                    <a:pt x="14099" y="68879"/>
                  </a:cubicBezTo>
                  <a:cubicBezTo>
                    <a:pt x="13913" y="69231"/>
                    <a:pt x="13496" y="69450"/>
                    <a:pt x="13078" y="69450"/>
                  </a:cubicBezTo>
                  <a:lnTo>
                    <a:pt x="9368" y="69450"/>
                  </a:lnTo>
                  <a:lnTo>
                    <a:pt x="3664" y="77528"/>
                  </a:lnTo>
                  <a:lnTo>
                    <a:pt x="6910" y="84639"/>
                  </a:lnTo>
                  <a:cubicBezTo>
                    <a:pt x="7049" y="84990"/>
                    <a:pt x="7049" y="85342"/>
                    <a:pt x="6817" y="85649"/>
                  </a:cubicBezTo>
                  <a:lnTo>
                    <a:pt x="4359" y="89424"/>
                  </a:lnTo>
                  <a:lnTo>
                    <a:pt x="11084" y="95483"/>
                  </a:lnTo>
                  <a:lnTo>
                    <a:pt x="11084" y="98907"/>
                  </a:lnTo>
                  <a:lnTo>
                    <a:pt x="13589" y="99961"/>
                  </a:lnTo>
                  <a:cubicBezTo>
                    <a:pt x="13960" y="100136"/>
                    <a:pt x="14238" y="100443"/>
                    <a:pt x="14284" y="100839"/>
                  </a:cubicBezTo>
                  <a:cubicBezTo>
                    <a:pt x="14331" y="101234"/>
                    <a:pt x="14191" y="101585"/>
                    <a:pt x="13867" y="101848"/>
                  </a:cubicBezTo>
                  <a:lnTo>
                    <a:pt x="9461" y="105097"/>
                  </a:lnTo>
                  <a:lnTo>
                    <a:pt x="10110" y="106194"/>
                  </a:lnTo>
                  <a:cubicBezTo>
                    <a:pt x="10388" y="106677"/>
                    <a:pt x="10249" y="107292"/>
                    <a:pt x="9786" y="107599"/>
                  </a:cubicBezTo>
                  <a:lnTo>
                    <a:pt x="0" y="114535"/>
                  </a:lnTo>
                  <a:lnTo>
                    <a:pt x="1484" y="119496"/>
                  </a:lnTo>
                  <a:lnTo>
                    <a:pt x="4359" y="126169"/>
                  </a:lnTo>
                  <a:lnTo>
                    <a:pt x="9647" y="126169"/>
                  </a:lnTo>
                  <a:cubicBezTo>
                    <a:pt x="10110" y="126169"/>
                    <a:pt x="10528" y="126432"/>
                    <a:pt x="10713" y="126827"/>
                  </a:cubicBezTo>
                  <a:cubicBezTo>
                    <a:pt x="10899" y="127223"/>
                    <a:pt x="10806" y="127705"/>
                    <a:pt x="10481" y="128013"/>
                  </a:cubicBezTo>
                  <a:lnTo>
                    <a:pt x="8023" y="130339"/>
                  </a:lnTo>
                  <a:lnTo>
                    <a:pt x="10435" y="140393"/>
                  </a:lnTo>
                  <a:lnTo>
                    <a:pt x="18319" y="147855"/>
                  </a:lnTo>
                  <a:cubicBezTo>
                    <a:pt x="18690" y="148207"/>
                    <a:pt x="18783" y="148777"/>
                    <a:pt x="18504" y="149216"/>
                  </a:cubicBezTo>
                  <a:lnTo>
                    <a:pt x="15212" y="154265"/>
                  </a:lnTo>
                  <a:lnTo>
                    <a:pt x="18644" y="157777"/>
                  </a:lnTo>
                  <a:cubicBezTo>
                    <a:pt x="18876" y="157996"/>
                    <a:pt x="18968" y="158348"/>
                    <a:pt x="18968" y="158655"/>
                  </a:cubicBezTo>
                  <a:cubicBezTo>
                    <a:pt x="18968" y="158962"/>
                    <a:pt x="18736" y="159270"/>
                    <a:pt x="18458" y="159445"/>
                  </a:cubicBezTo>
                  <a:lnTo>
                    <a:pt x="14933" y="161596"/>
                  </a:lnTo>
                  <a:lnTo>
                    <a:pt x="14933" y="165415"/>
                  </a:lnTo>
                  <a:lnTo>
                    <a:pt x="18876" y="168664"/>
                  </a:lnTo>
                  <a:cubicBezTo>
                    <a:pt x="19293" y="169015"/>
                    <a:pt x="19386" y="169586"/>
                    <a:pt x="19107" y="170025"/>
                  </a:cubicBezTo>
                  <a:lnTo>
                    <a:pt x="17299" y="173010"/>
                  </a:lnTo>
                  <a:cubicBezTo>
                    <a:pt x="25229" y="178849"/>
                    <a:pt x="27084" y="198648"/>
                    <a:pt x="27455" y="203521"/>
                  </a:cubicBezTo>
                  <a:lnTo>
                    <a:pt x="37195" y="203521"/>
                  </a:lnTo>
                  <a:lnTo>
                    <a:pt x="43224" y="194829"/>
                  </a:lnTo>
                  <a:cubicBezTo>
                    <a:pt x="43224" y="194829"/>
                    <a:pt x="43409" y="194609"/>
                    <a:pt x="43502" y="194565"/>
                  </a:cubicBezTo>
                  <a:lnTo>
                    <a:pt x="49160" y="190702"/>
                  </a:lnTo>
                  <a:lnTo>
                    <a:pt x="52824" y="185654"/>
                  </a:lnTo>
                  <a:cubicBezTo>
                    <a:pt x="53056" y="185346"/>
                    <a:pt x="53380" y="185170"/>
                    <a:pt x="53751" y="185170"/>
                  </a:cubicBezTo>
                  <a:cubicBezTo>
                    <a:pt x="54076" y="185170"/>
                    <a:pt x="54493" y="185302"/>
                    <a:pt x="54725" y="185610"/>
                  </a:cubicBezTo>
                  <a:lnTo>
                    <a:pt x="60151" y="192326"/>
                  </a:lnTo>
                  <a:lnTo>
                    <a:pt x="76940" y="192063"/>
                  </a:lnTo>
                  <a:cubicBezTo>
                    <a:pt x="77265" y="192063"/>
                    <a:pt x="77821" y="192282"/>
                    <a:pt x="78007" y="192677"/>
                  </a:cubicBezTo>
                  <a:lnTo>
                    <a:pt x="82783" y="202160"/>
                  </a:lnTo>
                  <a:lnTo>
                    <a:pt x="88673" y="191009"/>
                  </a:lnTo>
                  <a:cubicBezTo>
                    <a:pt x="88859" y="190658"/>
                    <a:pt x="89276" y="190395"/>
                    <a:pt x="89694" y="190395"/>
                  </a:cubicBezTo>
                  <a:lnTo>
                    <a:pt x="102169" y="190395"/>
                  </a:lnTo>
                  <a:cubicBezTo>
                    <a:pt x="102169" y="190395"/>
                    <a:pt x="102540" y="190395"/>
                    <a:pt x="102679" y="190526"/>
                  </a:cubicBezTo>
                  <a:lnTo>
                    <a:pt x="107920" y="193029"/>
                  </a:lnTo>
                  <a:lnTo>
                    <a:pt x="114320" y="178191"/>
                  </a:lnTo>
                  <a:lnTo>
                    <a:pt x="113485" y="166645"/>
                  </a:lnTo>
                  <a:cubicBezTo>
                    <a:pt x="113485" y="166425"/>
                    <a:pt x="113532" y="166162"/>
                    <a:pt x="113671" y="165986"/>
                  </a:cubicBezTo>
                  <a:lnTo>
                    <a:pt x="122390" y="153343"/>
                  </a:lnTo>
                  <a:cubicBezTo>
                    <a:pt x="122575" y="153080"/>
                    <a:pt x="122807" y="152948"/>
                    <a:pt x="123132" y="152860"/>
                  </a:cubicBezTo>
                  <a:lnTo>
                    <a:pt x="150077" y="147636"/>
                  </a:lnTo>
                  <a:lnTo>
                    <a:pt x="167097" y="147636"/>
                  </a:lnTo>
                  <a:cubicBezTo>
                    <a:pt x="167376" y="147636"/>
                    <a:pt x="167608" y="147724"/>
                    <a:pt x="167839" y="147855"/>
                  </a:cubicBezTo>
                  <a:lnTo>
                    <a:pt x="178645" y="156328"/>
                  </a:lnTo>
                  <a:lnTo>
                    <a:pt x="185648" y="144256"/>
                  </a:lnTo>
                  <a:lnTo>
                    <a:pt x="185926" y="140656"/>
                  </a:lnTo>
                  <a:lnTo>
                    <a:pt x="187411" y="132315"/>
                  </a:lnTo>
                  <a:cubicBezTo>
                    <a:pt x="187457" y="132052"/>
                    <a:pt x="187642" y="131788"/>
                    <a:pt x="187874" y="131613"/>
                  </a:cubicBezTo>
                  <a:lnTo>
                    <a:pt x="190240" y="129988"/>
                  </a:lnTo>
                  <a:lnTo>
                    <a:pt x="185973" y="122130"/>
                  </a:lnTo>
                  <a:lnTo>
                    <a:pt x="181428" y="120374"/>
                  </a:lnTo>
                  <a:cubicBezTo>
                    <a:pt x="172338" y="116818"/>
                    <a:pt x="173451" y="106458"/>
                    <a:pt x="173451" y="106326"/>
                  </a:cubicBezTo>
                  <a:cubicBezTo>
                    <a:pt x="173451" y="106106"/>
                    <a:pt x="173590" y="105887"/>
                    <a:pt x="173729" y="105711"/>
                  </a:cubicBezTo>
                  <a:lnTo>
                    <a:pt x="175770" y="103560"/>
                  </a:lnTo>
                  <a:lnTo>
                    <a:pt x="175770" y="101760"/>
                  </a:lnTo>
                  <a:lnTo>
                    <a:pt x="147387" y="101760"/>
                  </a:lnTo>
                  <a:cubicBezTo>
                    <a:pt x="146738" y="101760"/>
                    <a:pt x="146228" y="101278"/>
                    <a:pt x="146228" y="100663"/>
                  </a:cubicBezTo>
                  <a:lnTo>
                    <a:pt x="146228" y="88459"/>
                  </a:lnTo>
                  <a:lnTo>
                    <a:pt x="140987" y="82752"/>
                  </a:lnTo>
                  <a:cubicBezTo>
                    <a:pt x="140709" y="82444"/>
                    <a:pt x="140616" y="81961"/>
                    <a:pt x="140801" y="81566"/>
                  </a:cubicBezTo>
                  <a:cubicBezTo>
                    <a:pt x="140987" y="81171"/>
                    <a:pt x="141404" y="80908"/>
                    <a:pt x="141868" y="80908"/>
                  </a:cubicBezTo>
                  <a:lnTo>
                    <a:pt x="146228" y="80908"/>
                  </a:lnTo>
                  <a:lnTo>
                    <a:pt x="146228" y="74630"/>
                  </a:lnTo>
                  <a:lnTo>
                    <a:pt x="142332" y="68572"/>
                  </a:lnTo>
                  <a:cubicBezTo>
                    <a:pt x="142100" y="68221"/>
                    <a:pt x="142100" y="67738"/>
                    <a:pt x="142332" y="67387"/>
                  </a:cubicBezTo>
                  <a:lnTo>
                    <a:pt x="143862" y="65192"/>
                  </a:lnTo>
                  <a:lnTo>
                    <a:pt x="143862" y="63655"/>
                  </a:lnTo>
                  <a:lnTo>
                    <a:pt x="139781" y="61241"/>
                  </a:lnTo>
                  <a:lnTo>
                    <a:pt x="136164" y="58124"/>
                  </a:lnTo>
                  <a:lnTo>
                    <a:pt x="121833" y="58124"/>
                  </a:lnTo>
                  <a:cubicBezTo>
                    <a:pt x="121462" y="58124"/>
                    <a:pt x="121137" y="57948"/>
                    <a:pt x="120906" y="57685"/>
                  </a:cubicBezTo>
                  <a:lnTo>
                    <a:pt x="116593" y="52373"/>
                  </a:lnTo>
                  <a:lnTo>
                    <a:pt x="108755" y="52373"/>
                  </a:lnTo>
                  <a:cubicBezTo>
                    <a:pt x="108430" y="52373"/>
                    <a:pt x="108152" y="52241"/>
                    <a:pt x="107920" y="52065"/>
                  </a:cubicBezTo>
                  <a:lnTo>
                    <a:pt x="101288" y="45788"/>
                  </a:lnTo>
                  <a:lnTo>
                    <a:pt x="97114" y="45788"/>
                  </a:lnTo>
                  <a:cubicBezTo>
                    <a:pt x="97114" y="45788"/>
                    <a:pt x="96697" y="45744"/>
                    <a:pt x="96558" y="45656"/>
                  </a:cubicBezTo>
                  <a:lnTo>
                    <a:pt x="92198" y="43329"/>
                  </a:lnTo>
                  <a:lnTo>
                    <a:pt x="82088" y="43329"/>
                  </a:lnTo>
                  <a:cubicBezTo>
                    <a:pt x="81717" y="43329"/>
                    <a:pt x="81392" y="43154"/>
                    <a:pt x="81160" y="42890"/>
                  </a:cubicBezTo>
                  <a:lnTo>
                    <a:pt x="76012" y="36481"/>
                  </a:lnTo>
                  <a:lnTo>
                    <a:pt x="71096" y="36481"/>
                  </a:lnTo>
                  <a:cubicBezTo>
                    <a:pt x="70679" y="36481"/>
                    <a:pt x="70262" y="36262"/>
                    <a:pt x="70076" y="35866"/>
                  </a:cubicBezTo>
                  <a:lnTo>
                    <a:pt x="64557" y="25418"/>
                  </a:lnTo>
                  <a:cubicBezTo>
                    <a:pt x="64557" y="25418"/>
                    <a:pt x="64418" y="25111"/>
                    <a:pt x="64418" y="24935"/>
                  </a:cubicBezTo>
                  <a:lnTo>
                    <a:pt x="64418" y="7639"/>
                  </a:lnTo>
                  <a:cubicBezTo>
                    <a:pt x="64418" y="7639"/>
                    <a:pt x="64418" y="7331"/>
                    <a:pt x="64511" y="7200"/>
                  </a:cubicBezTo>
                  <a:lnTo>
                    <a:pt x="67061" y="1405"/>
                  </a:lnTo>
                  <a:lnTo>
                    <a:pt x="65114" y="0"/>
                  </a:lnTo>
                  <a:lnTo>
                    <a:pt x="63490" y="1537"/>
                  </a:lnTo>
                  <a:cubicBezTo>
                    <a:pt x="63166" y="1844"/>
                    <a:pt x="62702" y="1932"/>
                    <a:pt x="62285" y="1800"/>
                  </a:cubicBezTo>
                  <a:lnTo>
                    <a:pt x="59409" y="790"/>
                  </a:lnTo>
                  <a:lnTo>
                    <a:pt x="46702" y="3424"/>
                  </a:lnTo>
                  <a:lnTo>
                    <a:pt x="39653" y="8999"/>
                  </a:lnTo>
                  <a:cubicBezTo>
                    <a:pt x="39653" y="8999"/>
                    <a:pt x="39374" y="9175"/>
                    <a:pt x="39189" y="9219"/>
                  </a:cubicBezTo>
                  <a:lnTo>
                    <a:pt x="34829" y="10273"/>
                  </a:lnTo>
                  <a:lnTo>
                    <a:pt x="29821" y="14487"/>
                  </a:lnTo>
                  <a:cubicBezTo>
                    <a:pt x="29821" y="14487"/>
                    <a:pt x="29310" y="14794"/>
                    <a:pt x="28986" y="14750"/>
                  </a:cubicBezTo>
                  <a:lnTo>
                    <a:pt x="24070" y="14487"/>
                  </a:lnTo>
                  <a:lnTo>
                    <a:pt x="17484" y="22257"/>
                  </a:lnTo>
                  <a:cubicBezTo>
                    <a:pt x="17206" y="22565"/>
                    <a:pt x="16789" y="22740"/>
                    <a:pt x="16371" y="22653"/>
                  </a:cubicBezTo>
                  <a:lnTo>
                    <a:pt x="2597" y="20326"/>
                  </a:lnTo>
                  <a:lnTo>
                    <a:pt x="15536" y="41617"/>
                  </a:lnTo>
                  <a:cubicBezTo>
                    <a:pt x="15768" y="42012"/>
                    <a:pt x="15722" y="42539"/>
                    <a:pt x="15397" y="42890"/>
                  </a:cubicBezTo>
                  <a:close/>
                  <a:moveTo>
                    <a:pt x="38864" y="136134"/>
                  </a:moveTo>
                  <a:cubicBezTo>
                    <a:pt x="38864" y="136134"/>
                    <a:pt x="43502" y="142456"/>
                    <a:pt x="40905" y="145178"/>
                  </a:cubicBezTo>
                  <a:cubicBezTo>
                    <a:pt x="38308" y="147899"/>
                    <a:pt x="34505" y="139119"/>
                    <a:pt x="34505" y="139119"/>
                  </a:cubicBezTo>
                  <a:cubicBezTo>
                    <a:pt x="34505" y="139119"/>
                    <a:pt x="37287" y="133456"/>
                    <a:pt x="38864" y="1360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6" name="Freeform: Shape 1795">
              <a:extLst>
                <a:ext uri="{FF2B5EF4-FFF2-40B4-BE49-F238E27FC236}">
                  <a16:creationId xmlns:a16="http://schemas.microsoft.com/office/drawing/2014/main" id="{AF62ED4B-22AF-DEAD-B0C4-B5713D03D289}"/>
                </a:ext>
              </a:extLst>
            </p:cNvPr>
            <p:cNvSpPr>
              <a:spLocks/>
            </p:cNvSpPr>
            <p:nvPr/>
          </p:nvSpPr>
          <p:spPr>
            <a:xfrm>
              <a:off x="4238907" y="3887496"/>
              <a:ext cx="110482" cy="161982"/>
            </a:xfrm>
            <a:custGeom>
              <a:avLst/>
              <a:gdLst>
                <a:gd name="connsiteX0" fmla="*/ 22957 w 74018"/>
                <a:gd name="connsiteY0" fmla="*/ 4171 h 108521"/>
                <a:gd name="connsiteX1" fmla="*/ 15722 w 74018"/>
                <a:gd name="connsiteY1" fmla="*/ 10756 h 108521"/>
                <a:gd name="connsiteX2" fmla="*/ 15351 w 74018"/>
                <a:gd name="connsiteY2" fmla="*/ 10975 h 108521"/>
                <a:gd name="connsiteX3" fmla="*/ 10574 w 74018"/>
                <a:gd name="connsiteY3" fmla="*/ 12907 h 108521"/>
                <a:gd name="connsiteX4" fmla="*/ 10574 w 74018"/>
                <a:gd name="connsiteY4" fmla="*/ 18263 h 108521"/>
                <a:gd name="connsiteX5" fmla="*/ 14980 w 74018"/>
                <a:gd name="connsiteY5" fmla="*/ 18482 h 108521"/>
                <a:gd name="connsiteX6" fmla="*/ 16093 w 74018"/>
                <a:gd name="connsiteY6" fmla="*/ 19580 h 108521"/>
                <a:gd name="connsiteX7" fmla="*/ 16093 w 74018"/>
                <a:gd name="connsiteY7" fmla="*/ 21775 h 108521"/>
                <a:gd name="connsiteX8" fmla="*/ 15583 w 74018"/>
                <a:gd name="connsiteY8" fmla="*/ 22697 h 108521"/>
                <a:gd name="connsiteX9" fmla="*/ 8904 w 74018"/>
                <a:gd name="connsiteY9" fmla="*/ 27087 h 108521"/>
                <a:gd name="connsiteX10" fmla="*/ 8441 w 74018"/>
                <a:gd name="connsiteY10" fmla="*/ 27262 h 108521"/>
                <a:gd name="connsiteX11" fmla="*/ 2226 w 74018"/>
                <a:gd name="connsiteY11" fmla="*/ 28184 h 108521"/>
                <a:gd name="connsiteX12" fmla="*/ 4128 w 74018"/>
                <a:gd name="connsiteY12" fmla="*/ 34110 h 108521"/>
                <a:gd name="connsiteX13" fmla="*/ 3896 w 74018"/>
                <a:gd name="connsiteY13" fmla="*/ 35120 h 108521"/>
                <a:gd name="connsiteX14" fmla="*/ 0 w 74018"/>
                <a:gd name="connsiteY14" fmla="*/ 39598 h 108521"/>
                <a:gd name="connsiteX15" fmla="*/ 8255 w 74018"/>
                <a:gd name="connsiteY15" fmla="*/ 48553 h 108521"/>
                <a:gd name="connsiteX16" fmla="*/ 19247 w 74018"/>
                <a:gd name="connsiteY16" fmla="*/ 48553 h 108521"/>
                <a:gd name="connsiteX17" fmla="*/ 20174 w 74018"/>
                <a:gd name="connsiteY17" fmla="*/ 48993 h 108521"/>
                <a:gd name="connsiteX18" fmla="*/ 24812 w 74018"/>
                <a:gd name="connsiteY18" fmla="*/ 54612 h 108521"/>
                <a:gd name="connsiteX19" fmla="*/ 25044 w 74018"/>
                <a:gd name="connsiteY19" fmla="*/ 55270 h 108521"/>
                <a:gd name="connsiteX20" fmla="*/ 25044 w 74018"/>
                <a:gd name="connsiteY20" fmla="*/ 65587 h 108521"/>
                <a:gd name="connsiteX21" fmla="*/ 28800 w 74018"/>
                <a:gd name="connsiteY21" fmla="*/ 67474 h 108521"/>
                <a:gd name="connsiteX22" fmla="*/ 29403 w 74018"/>
                <a:gd name="connsiteY22" fmla="*/ 68265 h 108521"/>
                <a:gd name="connsiteX23" fmla="*/ 29125 w 74018"/>
                <a:gd name="connsiteY23" fmla="*/ 69187 h 108521"/>
                <a:gd name="connsiteX24" fmla="*/ 23328 w 74018"/>
                <a:gd name="connsiteY24" fmla="*/ 75201 h 108521"/>
                <a:gd name="connsiteX25" fmla="*/ 23328 w 74018"/>
                <a:gd name="connsiteY25" fmla="*/ 79459 h 108521"/>
                <a:gd name="connsiteX26" fmla="*/ 23235 w 74018"/>
                <a:gd name="connsiteY26" fmla="*/ 79854 h 108521"/>
                <a:gd name="connsiteX27" fmla="*/ 21009 w 74018"/>
                <a:gd name="connsiteY27" fmla="*/ 85386 h 108521"/>
                <a:gd name="connsiteX28" fmla="*/ 21241 w 74018"/>
                <a:gd name="connsiteY28" fmla="*/ 90785 h 108521"/>
                <a:gd name="connsiteX29" fmla="*/ 25461 w 74018"/>
                <a:gd name="connsiteY29" fmla="*/ 92454 h 108521"/>
                <a:gd name="connsiteX30" fmla="*/ 26157 w 74018"/>
                <a:gd name="connsiteY30" fmla="*/ 93419 h 108521"/>
                <a:gd name="connsiteX31" fmla="*/ 26435 w 74018"/>
                <a:gd name="connsiteY31" fmla="*/ 101585 h 108521"/>
                <a:gd name="connsiteX32" fmla="*/ 38957 w 74018"/>
                <a:gd name="connsiteY32" fmla="*/ 108521 h 108521"/>
                <a:gd name="connsiteX33" fmla="*/ 44151 w 74018"/>
                <a:gd name="connsiteY33" fmla="*/ 108521 h 108521"/>
                <a:gd name="connsiteX34" fmla="*/ 44151 w 74018"/>
                <a:gd name="connsiteY34" fmla="*/ 102463 h 108521"/>
                <a:gd name="connsiteX35" fmla="*/ 44800 w 74018"/>
                <a:gd name="connsiteY35" fmla="*/ 101453 h 108521"/>
                <a:gd name="connsiteX36" fmla="*/ 46053 w 74018"/>
                <a:gd name="connsiteY36" fmla="*/ 101585 h 108521"/>
                <a:gd name="connsiteX37" fmla="*/ 48789 w 74018"/>
                <a:gd name="connsiteY37" fmla="*/ 103780 h 108521"/>
                <a:gd name="connsiteX38" fmla="*/ 52128 w 74018"/>
                <a:gd name="connsiteY38" fmla="*/ 101321 h 108521"/>
                <a:gd name="connsiteX39" fmla="*/ 52777 w 74018"/>
                <a:gd name="connsiteY39" fmla="*/ 101102 h 108521"/>
                <a:gd name="connsiteX40" fmla="*/ 58528 w 74018"/>
                <a:gd name="connsiteY40" fmla="*/ 100839 h 108521"/>
                <a:gd name="connsiteX41" fmla="*/ 61125 w 74018"/>
                <a:gd name="connsiteY41" fmla="*/ 96931 h 108521"/>
                <a:gd name="connsiteX42" fmla="*/ 62099 w 74018"/>
                <a:gd name="connsiteY42" fmla="*/ 96405 h 108521"/>
                <a:gd name="connsiteX43" fmla="*/ 68174 w 74018"/>
                <a:gd name="connsiteY43" fmla="*/ 96405 h 108521"/>
                <a:gd name="connsiteX44" fmla="*/ 69149 w 74018"/>
                <a:gd name="connsiteY44" fmla="*/ 96931 h 108521"/>
                <a:gd name="connsiteX45" fmla="*/ 70818 w 74018"/>
                <a:gd name="connsiteY45" fmla="*/ 99434 h 108521"/>
                <a:gd name="connsiteX46" fmla="*/ 74018 w 74018"/>
                <a:gd name="connsiteY46" fmla="*/ 99302 h 108521"/>
                <a:gd name="connsiteX47" fmla="*/ 68406 w 74018"/>
                <a:gd name="connsiteY47" fmla="*/ 92410 h 108521"/>
                <a:gd name="connsiteX48" fmla="*/ 62563 w 74018"/>
                <a:gd name="connsiteY48" fmla="*/ 84683 h 108521"/>
                <a:gd name="connsiteX49" fmla="*/ 62331 w 74018"/>
                <a:gd name="connsiteY49" fmla="*/ 84025 h 108521"/>
                <a:gd name="connsiteX50" fmla="*/ 62331 w 74018"/>
                <a:gd name="connsiteY50" fmla="*/ 76606 h 108521"/>
                <a:gd name="connsiteX51" fmla="*/ 55374 w 74018"/>
                <a:gd name="connsiteY51" fmla="*/ 76606 h 108521"/>
                <a:gd name="connsiteX52" fmla="*/ 54308 w 74018"/>
                <a:gd name="connsiteY52" fmla="*/ 75947 h 108521"/>
                <a:gd name="connsiteX53" fmla="*/ 49948 w 74018"/>
                <a:gd name="connsiteY53" fmla="*/ 66070 h 108521"/>
                <a:gd name="connsiteX54" fmla="*/ 49856 w 74018"/>
                <a:gd name="connsiteY54" fmla="*/ 65631 h 108521"/>
                <a:gd name="connsiteX55" fmla="*/ 49856 w 74018"/>
                <a:gd name="connsiteY55" fmla="*/ 56456 h 108521"/>
                <a:gd name="connsiteX56" fmla="*/ 50505 w 74018"/>
                <a:gd name="connsiteY56" fmla="*/ 55446 h 108521"/>
                <a:gd name="connsiteX57" fmla="*/ 57461 w 74018"/>
                <a:gd name="connsiteY57" fmla="*/ 52285 h 108521"/>
                <a:gd name="connsiteX58" fmla="*/ 57972 w 74018"/>
                <a:gd name="connsiteY58" fmla="*/ 52197 h 108521"/>
                <a:gd name="connsiteX59" fmla="*/ 61496 w 74018"/>
                <a:gd name="connsiteY59" fmla="*/ 52197 h 108521"/>
                <a:gd name="connsiteX60" fmla="*/ 63398 w 74018"/>
                <a:gd name="connsiteY60" fmla="*/ 50002 h 108521"/>
                <a:gd name="connsiteX61" fmla="*/ 60708 w 74018"/>
                <a:gd name="connsiteY61" fmla="*/ 48817 h 108521"/>
                <a:gd name="connsiteX62" fmla="*/ 60105 w 74018"/>
                <a:gd name="connsiteY62" fmla="*/ 48159 h 108521"/>
                <a:gd name="connsiteX63" fmla="*/ 60244 w 74018"/>
                <a:gd name="connsiteY63" fmla="*/ 47280 h 108521"/>
                <a:gd name="connsiteX64" fmla="*/ 62563 w 74018"/>
                <a:gd name="connsiteY64" fmla="*/ 43637 h 108521"/>
                <a:gd name="connsiteX65" fmla="*/ 63722 w 74018"/>
                <a:gd name="connsiteY65" fmla="*/ 35471 h 108521"/>
                <a:gd name="connsiteX66" fmla="*/ 59780 w 74018"/>
                <a:gd name="connsiteY66" fmla="*/ 34418 h 108521"/>
                <a:gd name="connsiteX67" fmla="*/ 48186 w 74018"/>
                <a:gd name="connsiteY67" fmla="*/ 25374 h 108521"/>
                <a:gd name="connsiteX68" fmla="*/ 42760 w 74018"/>
                <a:gd name="connsiteY68" fmla="*/ 26560 h 108521"/>
                <a:gd name="connsiteX69" fmla="*/ 44105 w 74018"/>
                <a:gd name="connsiteY69" fmla="*/ 20721 h 108521"/>
                <a:gd name="connsiteX70" fmla="*/ 24673 w 74018"/>
                <a:gd name="connsiteY70" fmla="*/ 2063 h 108521"/>
                <a:gd name="connsiteX71" fmla="*/ 22354 w 74018"/>
                <a:gd name="connsiteY71" fmla="*/ 0 h 108521"/>
                <a:gd name="connsiteX72" fmla="*/ 23189 w 74018"/>
                <a:gd name="connsiteY72" fmla="*/ 3161 h 108521"/>
                <a:gd name="connsiteX73" fmla="*/ 22864 w 74018"/>
                <a:gd name="connsiteY73" fmla="*/ 4215 h 10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74018" h="108521">
                  <a:moveTo>
                    <a:pt x="22957" y="4171"/>
                  </a:moveTo>
                  <a:lnTo>
                    <a:pt x="15722" y="10756"/>
                  </a:lnTo>
                  <a:cubicBezTo>
                    <a:pt x="15722" y="10756"/>
                    <a:pt x="15490" y="10931"/>
                    <a:pt x="15351" y="10975"/>
                  </a:cubicBezTo>
                  <a:lnTo>
                    <a:pt x="10574" y="12907"/>
                  </a:lnTo>
                  <a:lnTo>
                    <a:pt x="10574" y="18263"/>
                  </a:lnTo>
                  <a:lnTo>
                    <a:pt x="14980" y="18482"/>
                  </a:lnTo>
                  <a:cubicBezTo>
                    <a:pt x="15583" y="18482"/>
                    <a:pt x="16093" y="19009"/>
                    <a:pt x="16093" y="19580"/>
                  </a:cubicBezTo>
                  <a:lnTo>
                    <a:pt x="16093" y="21775"/>
                  </a:lnTo>
                  <a:cubicBezTo>
                    <a:pt x="16093" y="22126"/>
                    <a:pt x="15907" y="22477"/>
                    <a:pt x="15583" y="22697"/>
                  </a:cubicBezTo>
                  <a:lnTo>
                    <a:pt x="8904" y="27087"/>
                  </a:lnTo>
                  <a:cubicBezTo>
                    <a:pt x="8904" y="27087"/>
                    <a:pt x="8580" y="27262"/>
                    <a:pt x="8441" y="27262"/>
                  </a:cubicBezTo>
                  <a:lnTo>
                    <a:pt x="2226" y="28184"/>
                  </a:lnTo>
                  <a:lnTo>
                    <a:pt x="4128" y="34110"/>
                  </a:lnTo>
                  <a:cubicBezTo>
                    <a:pt x="4220" y="34462"/>
                    <a:pt x="4128" y="34857"/>
                    <a:pt x="3896" y="35120"/>
                  </a:cubicBezTo>
                  <a:lnTo>
                    <a:pt x="0" y="39598"/>
                  </a:lnTo>
                  <a:lnTo>
                    <a:pt x="8255" y="48553"/>
                  </a:lnTo>
                  <a:lnTo>
                    <a:pt x="19247" y="48553"/>
                  </a:lnTo>
                  <a:cubicBezTo>
                    <a:pt x="19618" y="48553"/>
                    <a:pt x="19942" y="48729"/>
                    <a:pt x="20174" y="48993"/>
                  </a:cubicBezTo>
                  <a:lnTo>
                    <a:pt x="24812" y="54612"/>
                  </a:lnTo>
                  <a:cubicBezTo>
                    <a:pt x="24812" y="54612"/>
                    <a:pt x="25044" y="55051"/>
                    <a:pt x="25044" y="55270"/>
                  </a:cubicBezTo>
                  <a:lnTo>
                    <a:pt x="25044" y="65587"/>
                  </a:lnTo>
                  <a:lnTo>
                    <a:pt x="28800" y="67474"/>
                  </a:lnTo>
                  <a:cubicBezTo>
                    <a:pt x="29125" y="67650"/>
                    <a:pt x="29357" y="67914"/>
                    <a:pt x="29403" y="68265"/>
                  </a:cubicBezTo>
                  <a:cubicBezTo>
                    <a:pt x="29450" y="68616"/>
                    <a:pt x="29403" y="68923"/>
                    <a:pt x="29125" y="69187"/>
                  </a:cubicBezTo>
                  <a:lnTo>
                    <a:pt x="23328" y="75201"/>
                  </a:lnTo>
                  <a:lnTo>
                    <a:pt x="23328" y="79459"/>
                  </a:lnTo>
                  <a:cubicBezTo>
                    <a:pt x="23328" y="79459"/>
                    <a:pt x="23328" y="79723"/>
                    <a:pt x="23235" y="79854"/>
                  </a:cubicBezTo>
                  <a:lnTo>
                    <a:pt x="21009" y="85386"/>
                  </a:lnTo>
                  <a:lnTo>
                    <a:pt x="21241" y="90785"/>
                  </a:lnTo>
                  <a:lnTo>
                    <a:pt x="25461" y="92454"/>
                  </a:lnTo>
                  <a:cubicBezTo>
                    <a:pt x="25878" y="92629"/>
                    <a:pt x="26157" y="92980"/>
                    <a:pt x="26157" y="93419"/>
                  </a:cubicBezTo>
                  <a:lnTo>
                    <a:pt x="26435" y="101585"/>
                  </a:lnTo>
                  <a:lnTo>
                    <a:pt x="38957" y="108521"/>
                  </a:lnTo>
                  <a:lnTo>
                    <a:pt x="44151" y="108521"/>
                  </a:lnTo>
                  <a:lnTo>
                    <a:pt x="44151" y="102463"/>
                  </a:lnTo>
                  <a:cubicBezTo>
                    <a:pt x="44151" y="102024"/>
                    <a:pt x="44429" y="101629"/>
                    <a:pt x="44800" y="101453"/>
                  </a:cubicBezTo>
                  <a:cubicBezTo>
                    <a:pt x="45218" y="101278"/>
                    <a:pt x="45682" y="101321"/>
                    <a:pt x="46053" y="101585"/>
                  </a:cubicBezTo>
                  <a:lnTo>
                    <a:pt x="48789" y="103780"/>
                  </a:lnTo>
                  <a:lnTo>
                    <a:pt x="52128" y="101321"/>
                  </a:lnTo>
                  <a:cubicBezTo>
                    <a:pt x="52128" y="101321"/>
                    <a:pt x="52545" y="101102"/>
                    <a:pt x="52777" y="101102"/>
                  </a:cubicBezTo>
                  <a:lnTo>
                    <a:pt x="58528" y="100839"/>
                  </a:lnTo>
                  <a:lnTo>
                    <a:pt x="61125" y="96931"/>
                  </a:lnTo>
                  <a:cubicBezTo>
                    <a:pt x="61357" y="96624"/>
                    <a:pt x="61728" y="96405"/>
                    <a:pt x="62099" y="96405"/>
                  </a:cubicBezTo>
                  <a:lnTo>
                    <a:pt x="68174" y="96405"/>
                  </a:lnTo>
                  <a:cubicBezTo>
                    <a:pt x="68592" y="96405"/>
                    <a:pt x="68917" y="96580"/>
                    <a:pt x="69149" y="96931"/>
                  </a:cubicBezTo>
                  <a:lnTo>
                    <a:pt x="70818" y="99434"/>
                  </a:lnTo>
                  <a:lnTo>
                    <a:pt x="74018" y="99302"/>
                  </a:lnTo>
                  <a:lnTo>
                    <a:pt x="68406" y="92410"/>
                  </a:lnTo>
                  <a:lnTo>
                    <a:pt x="62563" y="84683"/>
                  </a:lnTo>
                  <a:cubicBezTo>
                    <a:pt x="62563" y="84683"/>
                    <a:pt x="62331" y="84288"/>
                    <a:pt x="62331" y="84025"/>
                  </a:cubicBezTo>
                  <a:lnTo>
                    <a:pt x="62331" y="76606"/>
                  </a:lnTo>
                  <a:lnTo>
                    <a:pt x="55374" y="76606"/>
                  </a:lnTo>
                  <a:cubicBezTo>
                    <a:pt x="54911" y="76606"/>
                    <a:pt x="54493" y="76342"/>
                    <a:pt x="54308" y="75947"/>
                  </a:cubicBezTo>
                  <a:lnTo>
                    <a:pt x="49948" y="66070"/>
                  </a:lnTo>
                  <a:cubicBezTo>
                    <a:pt x="49948" y="66070"/>
                    <a:pt x="49856" y="65806"/>
                    <a:pt x="49856" y="65631"/>
                  </a:cubicBezTo>
                  <a:lnTo>
                    <a:pt x="49856" y="56456"/>
                  </a:lnTo>
                  <a:cubicBezTo>
                    <a:pt x="49856" y="56017"/>
                    <a:pt x="50134" y="55665"/>
                    <a:pt x="50505" y="55446"/>
                  </a:cubicBezTo>
                  <a:lnTo>
                    <a:pt x="57461" y="52285"/>
                  </a:lnTo>
                  <a:cubicBezTo>
                    <a:pt x="57461" y="52285"/>
                    <a:pt x="57786" y="52197"/>
                    <a:pt x="57972" y="52197"/>
                  </a:cubicBezTo>
                  <a:lnTo>
                    <a:pt x="61496" y="52197"/>
                  </a:lnTo>
                  <a:lnTo>
                    <a:pt x="63398" y="50002"/>
                  </a:lnTo>
                  <a:lnTo>
                    <a:pt x="60708" y="48817"/>
                  </a:lnTo>
                  <a:cubicBezTo>
                    <a:pt x="60430" y="48685"/>
                    <a:pt x="60198" y="48422"/>
                    <a:pt x="60105" y="48159"/>
                  </a:cubicBezTo>
                  <a:cubicBezTo>
                    <a:pt x="60012" y="47851"/>
                    <a:pt x="60058" y="47544"/>
                    <a:pt x="60244" y="47280"/>
                  </a:cubicBezTo>
                  <a:lnTo>
                    <a:pt x="62563" y="43637"/>
                  </a:lnTo>
                  <a:lnTo>
                    <a:pt x="63722" y="35471"/>
                  </a:lnTo>
                  <a:cubicBezTo>
                    <a:pt x="62563" y="34374"/>
                    <a:pt x="61125" y="33496"/>
                    <a:pt x="59780" y="34418"/>
                  </a:cubicBezTo>
                  <a:cubicBezTo>
                    <a:pt x="59780" y="34418"/>
                    <a:pt x="55142" y="26999"/>
                    <a:pt x="48186" y="25374"/>
                  </a:cubicBezTo>
                  <a:cubicBezTo>
                    <a:pt x="44847" y="24584"/>
                    <a:pt x="43363" y="25462"/>
                    <a:pt x="42760" y="26560"/>
                  </a:cubicBezTo>
                  <a:cubicBezTo>
                    <a:pt x="43038" y="24804"/>
                    <a:pt x="43502" y="22477"/>
                    <a:pt x="44105" y="20721"/>
                  </a:cubicBezTo>
                  <a:cubicBezTo>
                    <a:pt x="45264" y="17428"/>
                    <a:pt x="32232" y="3424"/>
                    <a:pt x="24673" y="2063"/>
                  </a:cubicBezTo>
                  <a:cubicBezTo>
                    <a:pt x="24673" y="2063"/>
                    <a:pt x="23792" y="1054"/>
                    <a:pt x="22354" y="0"/>
                  </a:cubicBezTo>
                  <a:lnTo>
                    <a:pt x="23189" y="3161"/>
                  </a:lnTo>
                  <a:cubicBezTo>
                    <a:pt x="23281" y="3556"/>
                    <a:pt x="23189" y="3951"/>
                    <a:pt x="22864" y="421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7" name="Freeform: Shape 1796">
              <a:extLst>
                <a:ext uri="{FF2B5EF4-FFF2-40B4-BE49-F238E27FC236}">
                  <a16:creationId xmlns:a16="http://schemas.microsoft.com/office/drawing/2014/main" id="{69F56372-AD2B-9F5B-E393-CECE9F240713}"/>
                </a:ext>
              </a:extLst>
            </p:cNvPr>
            <p:cNvSpPr>
              <a:spLocks/>
            </p:cNvSpPr>
            <p:nvPr/>
          </p:nvSpPr>
          <p:spPr>
            <a:xfrm>
              <a:off x="4399923" y="3948568"/>
              <a:ext cx="64309" cy="80204"/>
            </a:xfrm>
            <a:custGeom>
              <a:avLst/>
              <a:gdLst>
                <a:gd name="connsiteX0" fmla="*/ 3478 w 43084"/>
                <a:gd name="connsiteY0" fmla="*/ 25199 h 53733"/>
                <a:gd name="connsiteX1" fmla="*/ 7188 w 43084"/>
                <a:gd name="connsiteY1" fmla="*/ 31345 h 53733"/>
                <a:gd name="connsiteX2" fmla="*/ 7188 w 43084"/>
                <a:gd name="connsiteY2" fmla="*/ 32442 h 53733"/>
                <a:gd name="connsiteX3" fmla="*/ 4174 w 43084"/>
                <a:gd name="connsiteY3" fmla="*/ 37140 h 53733"/>
                <a:gd name="connsiteX4" fmla="*/ 4174 w 43084"/>
                <a:gd name="connsiteY4" fmla="*/ 46710 h 53733"/>
                <a:gd name="connsiteX5" fmla="*/ 3942 w 43084"/>
                <a:gd name="connsiteY5" fmla="*/ 47368 h 53733"/>
                <a:gd name="connsiteX6" fmla="*/ 464 w 43084"/>
                <a:gd name="connsiteY6" fmla="*/ 51978 h 53733"/>
                <a:gd name="connsiteX7" fmla="*/ 5241 w 43084"/>
                <a:gd name="connsiteY7" fmla="*/ 53734 h 53733"/>
                <a:gd name="connsiteX8" fmla="*/ 9415 w 43084"/>
                <a:gd name="connsiteY8" fmla="*/ 51539 h 53733"/>
                <a:gd name="connsiteX9" fmla="*/ 9971 w 43084"/>
                <a:gd name="connsiteY9" fmla="*/ 51407 h 53733"/>
                <a:gd name="connsiteX10" fmla="*/ 24070 w 43084"/>
                <a:gd name="connsiteY10" fmla="*/ 51407 h 53733"/>
                <a:gd name="connsiteX11" fmla="*/ 29125 w 43084"/>
                <a:gd name="connsiteY11" fmla="*/ 47588 h 53733"/>
                <a:gd name="connsiteX12" fmla="*/ 29125 w 43084"/>
                <a:gd name="connsiteY12" fmla="*/ 41530 h 53733"/>
                <a:gd name="connsiteX13" fmla="*/ 29403 w 43084"/>
                <a:gd name="connsiteY13" fmla="*/ 40827 h 53733"/>
                <a:gd name="connsiteX14" fmla="*/ 34226 w 43084"/>
                <a:gd name="connsiteY14" fmla="*/ 35471 h 53733"/>
                <a:gd name="connsiteX15" fmla="*/ 36777 w 43084"/>
                <a:gd name="connsiteY15" fmla="*/ 29589 h 53733"/>
                <a:gd name="connsiteX16" fmla="*/ 37148 w 43084"/>
                <a:gd name="connsiteY16" fmla="*/ 29150 h 53733"/>
                <a:gd name="connsiteX17" fmla="*/ 43084 w 43084"/>
                <a:gd name="connsiteY17" fmla="*/ 24804 h 53733"/>
                <a:gd name="connsiteX18" fmla="*/ 43084 w 43084"/>
                <a:gd name="connsiteY18" fmla="*/ 21511 h 53733"/>
                <a:gd name="connsiteX19" fmla="*/ 30052 w 43084"/>
                <a:gd name="connsiteY19" fmla="*/ 10273 h 53733"/>
                <a:gd name="connsiteX20" fmla="*/ 14702 w 43084"/>
                <a:gd name="connsiteY20" fmla="*/ 4522 h 53733"/>
                <a:gd name="connsiteX21" fmla="*/ 9136 w 43084"/>
                <a:gd name="connsiteY21" fmla="*/ 0 h 53733"/>
                <a:gd name="connsiteX22" fmla="*/ 0 w 43084"/>
                <a:gd name="connsiteY22" fmla="*/ 12424 h 53733"/>
                <a:gd name="connsiteX23" fmla="*/ 3571 w 43084"/>
                <a:gd name="connsiteY23" fmla="*/ 25243 h 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084" h="53733">
                  <a:moveTo>
                    <a:pt x="3478" y="25199"/>
                  </a:moveTo>
                  <a:lnTo>
                    <a:pt x="7188" y="31345"/>
                  </a:lnTo>
                  <a:cubicBezTo>
                    <a:pt x="7374" y="31696"/>
                    <a:pt x="7374" y="32135"/>
                    <a:pt x="7188" y="32442"/>
                  </a:cubicBezTo>
                  <a:lnTo>
                    <a:pt x="4174" y="37140"/>
                  </a:lnTo>
                  <a:lnTo>
                    <a:pt x="4174" y="46710"/>
                  </a:lnTo>
                  <a:cubicBezTo>
                    <a:pt x="4174" y="46929"/>
                    <a:pt x="4081" y="47149"/>
                    <a:pt x="3942" y="47368"/>
                  </a:cubicBezTo>
                  <a:lnTo>
                    <a:pt x="464" y="51978"/>
                  </a:lnTo>
                  <a:lnTo>
                    <a:pt x="5241" y="53734"/>
                  </a:lnTo>
                  <a:lnTo>
                    <a:pt x="9415" y="51539"/>
                  </a:lnTo>
                  <a:cubicBezTo>
                    <a:pt x="9415" y="51539"/>
                    <a:pt x="9786" y="51407"/>
                    <a:pt x="9971" y="51407"/>
                  </a:cubicBezTo>
                  <a:lnTo>
                    <a:pt x="24070" y="51407"/>
                  </a:lnTo>
                  <a:lnTo>
                    <a:pt x="29125" y="47588"/>
                  </a:lnTo>
                  <a:lnTo>
                    <a:pt x="29125" y="41530"/>
                  </a:lnTo>
                  <a:cubicBezTo>
                    <a:pt x="29125" y="41266"/>
                    <a:pt x="29218" y="41003"/>
                    <a:pt x="29403" y="40827"/>
                  </a:cubicBezTo>
                  <a:lnTo>
                    <a:pt x="34226" y="35471"/>
                  </a:lnTo>
                  <a:lnTo>
                    <a:pt x="36777" y="29589"/>
                  </a:lnTo>
                  <a:cubicBezTo>
                    <a:pt x="36777" y="29589"/>
                    <a:pt x="36963" y="29238"/>
                    <a:pt x="37148" y="29150"/>
                  </a:cubicBezTo>
                  <a:lnTo>
                    <a:pt x="43084" y="24804"/>
                  </a:lnTo>
                  <a:lnTo>
                    <a:pt x="43084" y="21511"/>
                  </a:lnTo>
                  <a:cubicBezTo>
                    <a:pt x="41183" y="17604"/>
                    <a:pt x="36313" y="9175"/>
                    <a:pt x="30052" y="10273"/>
                  </a:cubicBezTo>
                  <a:cubicBezTo>
                    <a:pt x="30052" y="10273"/>
                    <a:pt x="27734" y="1493"/>
                    <a:pt x="14702" y="4522"/>
                  </a:cubicBezTo>
                  <a:cubicBezTo>
                    <a:pt x="14702" y="4522"/>
                    <a:pt x="12754" y="1800"/>
                    <a:pt x="9136" y="0"/>
                  </a:cubicBezTo>
                  <a:lnTo>
                    <a:pt x="0" y="12424"/>
                  </a:lnTo>
                  <a:lnTo>
                    <a:pt x="3571" y="2524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8" name="Freeform: Shape 1797">
              <a:extLst>
                <a:ext uri="{FF2B5EF4-FFF2-40B4-BE49-F238E27FC236}">
                  <a16:creationId xmlns:a16="http://schemas.microsoft.com/office/drawing/2014/main" id="{3BFE2A13-95E2-5072-167C-7BB82FCF6DB8}"/>
                </a:ext>
              </a:extLst>
            </p:cNvPr>
            <p:cNvSpPr>
              <a:spLocks/>
            </p:cNvSpPr>
            <p:nvPr/>
          </p:nvSpPr>
          <p:spPr>
            <a:xfrm>
              <a:off x="4066470" y="5471932"/>
              <a:ext cx="6922" cy="14611"/>
            </a:xfrm>
            <a:custGeom>
              <a:avLst/>
              <a:gdLst>
                <a:gd name="connsiteX0" fmla="*/ 4638 w 4637"/>
                <a:gd name="connsiteY0" fmla="*/ 6190 h 9789"/>
                <a:gd name="connsiteX1" fmla="*/ 0 w 4637"/>
                <a:gd name="connsiteY1" fmla="*/ 0 h 9789"/>
                <a:gd name="connsiteX2" fmla="*/ 0 w 4637"/>
                <a:gd name="connsiteY2" fmla="*/ 9790 h 9789"/>
                <a:gd name="connsiteX3" fmla="*/ 4638 w 4637"/>
                <a:gd name="connsiteY3" fmla="*/ 6190 h 9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7" h="9789">
                  <a:moveTo>
                    <a:pt x="4638" y="6190"/>
                  </a:moveTo>
                  <a:lnTo>
                    <a:pt x="0" y="0"/>
                  </a:lnTo>
                  <a:lnTo>
                    <a:pt x="0" y="9790"/>
                  </a:lnTo>
                  <a:lnTo>
                    <a:pt x="4638" y="61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9" name="Freeform: Shape 1798">
              <a:extLst>
                <a:ext uri="{FF2B5EF4-FFF2-40B4-BE49-F238E27FC236}">
                  <a16:creationId xmlns:a16="http://schemas.microsoft.com/office/drawing/2014/main" id="{1183E5E2-8856-8304-6A6B-C8758E64706A}"/>
                </a:ext>
              </a:extLst>
            </p:cNvPr>
            <p:cNvSpPr>
              <a:spLocks/>
            </p:cNvSpPr>
            <p:nvPr/>
          </p:nvSpPr>
          <p:spPr>
            <a:xfrm>
              <a:off x="4206995" y="4520681"/>
              <a:ext cx="195943" cy="195400"/>
            </a:xfrm>
            <a:custGeom>
              <a:avLst/>
              <a:gdLst>
                <a:gd name="connsiteX0" fmla="*/ 40348 w 131274"/>
                <a:gd name="connsiteY0" fmla="*/ 88 h 130910"/>
                <a:gd name="connsiteX1" fmla="*/ 14099 w 131274"/>
                <a:gd name="connsiteY1" fmla="*/ 5180 h 130910"/>
                <a:gd name="connsiteX2" fmla="*/ 5890 w 131274"/>
                <a:gd name="connsiteY2" fmla="*/ 17121 h 130910"/>
                <a:gd name="connsiteX3" fmla="*/ 6725 w 131274"/>
                <a:gd name="connsiteY3" fmla="*/ 28535 h 130910"/>
                <a:gd name="connsiteX4" fmla="*/ 6632 w 131274"/>
                <a:gd name="connsiteY4" fmla="*/ 29018 h 130910"/>
                <a:gd name="connsiteX5" fmla="*/ 0 w 131274"/>
                <a:gd name="connsiteY5" fmla="*/ 44427 h 130910"/>
                <a:gd name="connsiteX6" fmla="*/ 7142 w 131274"/>
                <a:gd name="connsiteY6" fmla="*/ 49695 h 130910"/>
                <a:gd name="connsiteX7" fmla="*/ 7467 w 131274"/>
                <a:gd name="connsiteY7" fmla="*/ 50046 h 130910"/>
                <a:gd name="connsiteX8" fmla="*/ 10852 w 131274"/>
                <a:gd name="connsiteY8" fmla="*/ 56192 h 130910"/>
                <a:gd name="connsiteX9" fmla="*/ 25925 w 131274"/>
                <a:gd name="connsiteY9" fmla="*/ 69362 h 130910"/>
                <a:gd name="connsiteX10" fmla="*/ 33948 w 131274"/>
                <a:gd name="connsiteY10" fmla="*/ 72479 h 130910"/>
                <a:gd name="connsiteX11" fmla="*/ 41554 w 131274"/>
                <a:gd name="connsiteY11" fmla="*/ 72479 h 130910"/>
                <a:gd name="connsiteX12" fmla="*/ 42250 w 131274"/>
                <a:gd name="connsiteY12" fmla="*/ 72699 h 130910"/>
                <a:gd name="connsiteX13" fmla="*/ 59363 w 131274"/>
                <a:gd name="connsiteY13" fmla="*/ 84508 h 130910"/>
                <a:gd name="connsiteX14" fmla="*/ 74250 w 131274"/>
                <a:gd name="connsiteY14" fmla="*/ 91005 h 130910"/>
                <a:gd name="connsiteX15" fmla="*/ 74528 w 131274"/>
                <a:gd name="connsiteY15" fmla="*/ 91181 h 130910"/>
                <a:gd name="connsiteX16" fmla="*/ 80928 w 131274"/>
                <a:gd name="connsiteY16" fmla="*/ 96405 h 130910"/>
                <a:gd name="connsiteX17" fmla="*/ 81346 w 131274"/>
                <a:gd name="connsiteY17" fmla="*/ 97195 h 130910"/>
                <a:gd name="connsiteX18" fmla="*/ 81021 w 131274"/>
                <a:gd name="connsiteY18" fmla="*/ 97985 h 130910"/>
                <a:gd name="connsiteX19" fmla="*/ 76615 w 131274"/>
                <a:gd name="connsiteY19" fmla="*/ 102419 h 130910"/>
                <a:gd name="connsiteX20" fmla="*/ 75781 w 131274"/>
                <a:gd name="connsiteY20" fmla="*/ 107555 h 130910"/>
                <a:gd name="connsiteX21" fmla="*/ 75178 w 131274"/>
                <a:gd name="connsiteY21" fmla="*/ 108345 h 130910"/>
                <a:gd name="connsiteX22" fmla="*/ 70540 w 131274"/>
                <a:gd name="connsiteY22" fmla="*/ 110804 h 130910"/>
                <a:gd name="connsiteX23" fmla="*/ 70262 w 131274"/>
                <a:gd name="connsiteY23" fmla="*/ 119233 h 130910"/>
                <a:gd name="connsiteX24" fmla="*/ 69937 w 131274"/>
                <a:gd name="connsiteY24" fmla="*/ 119979 h 130910"/>
                <a:gd name="connsiteX25" fmla="*/ 63630 w 131274"/>
                <a:gd name="connsiteY25" fmla="*/ 125949 h 130910"/>
                <a:gd name="connsiteX26" fmla="*/ 63630 w 131274"/>
                <a:gd name="connsiteY26" fmla="*/ 127398 h 130910"/>
                <a:gd name="connsiteX27" fmla="*/ 72024 w 131274"/>
                <a:gd name="connsiteY27" fmla="*/ 127398 h 130910"/>
                <a:gd name="connsiteX28" fmla="*/ 72349 w 131274"/>
                <a:gd name="connsiteY28" fmla="*/ 127398 h 130910"/>
                <a:gd name="connsiteX29" fmla="*/ 84824 w 131274"/>
                <a:gd name="connsiteY29" fmla="*/ 130910 h 130910"/>
                <a:gd name="connsiteX30" fmla="*/ 94981 w 131274"/>
                <a:gd name="connsiteY30" fmla="*/ 129022 h 130910"/>
                <a:gd name="connsiteX31" fmla="*/ 96047 w 131274"/>
                <a:gd name="connsiteY31" fmla="*/ 129374 h 130910"/>
                <a:gd name="connsiteX32" fmla="*/ 96558 w 131274"/>
                <a:gd name="connsiteY32" fmla="*/ 129900 h 130910"/>
                <a:gd name="connsiteX33" fmla="*/ 101984 w 131274"/>
                <a:gd name="connsiteY33" fmla="*/ 129066 h 130910"/>
                <a:gd name="connsiteX34" fmla="*/ 103050 w 131274"/>
                <a:gd name="connsiteY34" fmla="*/ 128013 h 130910"/>
                <a:gd name="connsiteX35" fmla="*/ 104349 w 131274"/>
                <a:gd name="connsiteY35" fmla="*/ 127749 h 130910"/>
                <a:gd name="connsiteX36" fmla="*/ 108430 w 131274"/>
                <a:gd name="connsiteY36" fmla="*/ 129461 h 130910"/>
                <a:gd name="connsiteX37" fmla="*/ 110332 w 131274"/>
                <a:gd name="connsiteY37" fmla="*/ 124764 h 130910"/>
                <a:gd name="connsiteX38" fmla="*/ 111074 w 131274"/>
                <a:gd name="connsiteY38" fmla="*/ 124106 h 130910"/>
                <a:gd name="connsiteX39" fmla="*/ 116314 w 131274"/>
                <a:gd name="connsiteY39" fmla="*/ 122525 h 130910"/>
                <a:gd name="connsiteX40" fmla="*/ 122297 w 131274"/>
                <a:gd name="connsiteY40" fmla="*/ 117125 h 130910"/>
                <a:gd name="connsiteX41" fmla="*/ 125358 w 131274"/>
                <a:gd name="connsiteY41" fmla="*/ 108214 h 130910"/>
                <a:gd name="connsiteX42" fmla="*/ 125358 w 131274"/>
                <a:gd name="connsiteY42" fmla="*/ 101804 h 130910"/>
                <a:gd name="connsiteX43" fmla="*/ 125358 w 131274"/>
                <a:gd name="connsiteY43" fmla="*/ 101760 h 130910"/>
                <a:gd name="connsiteX44" fmla="*/ 125358 w 131274"/>
                <a:gd name="connsiteY44" fmla="*/ 101717 h 130910"/>
                <a:gd name="connsiteX45" fmla="*/ 126517 w 131274"/>
                <a:gd name="connsiteY45" fmla="*/ 91576 h 130910"/>
                <a:gd name="connsiteX46" fmla="*/ 126703 w 131274"/>
                <a:gd name="connsiteY46" fmla="*/ 91049 h 130910"/>
                <a:gd name="connsiteX47" fmla="*/ 129439 w 131274"/>
                <a:gd name="connsiteY47" fmla="*/ 74894 h 130910"/>
                <a:gd name="connsiteX48" fmla="*/ 125033 w 131274"/>
                <a:gd name="connsiteY48" fmla="*/ 72699 h 130910"/>
                <a:gd name="connsiteX49" fmla="*/ 123271 w 131274"/>
                <a:gd name="connsiteY49" fmla="*/ 74455 h 130910"/>
                <a:gd name="connsiteX50" fmla="*/ 121972 w 131274"/>
                <a:gd name="connsiteY50" fmla="*/ 75201 h 130910"/>
                <a:gd name="connsiteX51" fmla="*/ 113253 w 131274"/>
                <a:gd name="connsiteY51" fmla="*/ 73840 h 130910"/>
                <a:gd name="connsiteX52" fmla="*/ 112279 w 131274"/>
                <a:gd name="connsiteY52" fmla="*/ 72786 h 130910"/>
                <a:gd name="connsiteX53" fmla="*/ 106900 w 131274"/>
                <a:gd name="connsiteY53" fmla="*/ 47676 h 130910"/>
                <a:gd name="connsiteX54" fmla="*/ 98505 w 131274"/>
                <a:gd name="connsiteY54" fmla="*/ 46666 h 130910"/>
                <a:gd name="connsiteX55" fmla="*/ 97485 w 131274"/>
                <a:gd name="connsiteY55" fmla="*/ 45568 h 130910"/>
                <a:gd name="connsiteX56" fmla="*/ 97485 w 131274"/>
                <a:gd name="connsiteY56" fmla="*/ 44559 h 130910"/>
                <a:gd name="connsiteX57" fmla="*/ 92615 w 131274"/>
                <a:gd name="connsiteY57" fmla="*/ 47544 h 130910"/>
                <a:gd name="connsiteX58" fmla="*/ 91734 w 131274"/>
                <a:gd name="connsiteY58" fmla="*/ 47719 h 130910"/>
                <a:gd name="connsiteX59" fmla="*/ 72627 w 131274"/>
                <a:gd name="connsiteY59" fmla="*/ 43593 h 130910"/>
                <a:gd name="connsiteX60" fmla="*/ 71746 w 131274"/>
                <a:gd name="connsiteY60" fmla="*/ 42364 h 130910"/>
                <a:gd name="connsiteX61" fmla="*/ 74296 w 131274"/>
                <a:gd name="connsiteY61" fmla="*/ 24277 h 130910"/>
                <a:gd name="connsiteX62" fmla="*/ 68128 w 131274"/>
                <a:gd name="connsiteY62" fmla="*/ 8912 h 130910"/>
                <a:gd name="connsiteX63" fmla="*/ 56812 w 131274"/>
                <a:gd name="connsiteY63" fmla="*/ 0 h 130910"/>
                <a:gd name="connsiteX64" fmla="*/ 40441 w 131274"/>
                <a:gd name="connsiteY64" fmla="*/ 0 h 130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31274" h="130910">
                  <a:moveTo>
                    <a:pt x="40348" y="88"/>
                  </a:moveTo>
                  <a:lnTo>
                    <a:pt x="14099" y="5180"/>
                  </a:lnTo>
                  <a:lnTo>
                    <a:pt x="5890" y="17121"/>
                  </a:lnTo>
                  <a:lnTo>
                    <a:pt x="6725" y="28535"/>
                  </a:lnTo>
                  <a:cubicBezTo>
                    <a:pt x="6725" y="28535"/>
                    <a:pt x="6725" y="28886"/>
                    <a:pt x="6632" y="29018"/>
                  </a:cubicBezTo>
                  <a:lnTo>
                    <a:pt x="0" y="44427"/>
                  </a:lnTo>
                  <a:lnTo>
                    <a:pt x="7142" y="49695"/>
                  </a:lnTo>
                  <a:cubicBezTo>
                    <a:pt x="7142" y="49695"/>
                    <a:pt x="7374" y="49914"/>
                    <a:pt x="7467" y="50046"/>
                  </a:cubicBezTo>
                  <a:lnTo>
                    <a:pt x="10852" y="56192"/>
                  </a:lnTo>
                  <a:lnTo>
                    <a:pt x="25925" y="69362"/>
                  </a:lnTo>
                  <a:lnTo>
                    <a:pt x="33948" y="72479"/>
                  </a:lnTo>
                  <a:lnTo>
                    <a:pt x="41554" y="72479"/>
                  </a:lnTo>
                  <a:cubicBezTo>
                    <a:pt x="41786" y="72479"/>
                    <a:pt x="42018" y="72567"/>
                    <a:pt x="42250" y="72699"/>
                  </a:cubicBezTo>
                  <a:lnTo>
                    <a:pt x="59363" y="84508"/>
                  </a:lnTo>
                  <a:lnTo>
                    <a:pt x="74250" y="91005"/>
                  </a:lnTo>
                  <a:cubicBezTo>
                    <a:pt x="74250" y="91005"/>
                    <a:pt x="74436" y="91093"/>
                    <a:pt x="74528" y="91181"/>
                  </a:cubicBezTo>
                  <a:lnTo>
                    <a:pt x="80928" y="96405"/>
                  </a:lnTo>
                  <a:cubicBezTo>
                    <a:pt x="81160" y="96624"/>
                    <a:pt x="81299" y="96887"/>
                    <a:pt x="81346" y="97195"/>
                  </a:cubicBezTo>
                  <a:cubicBezTo>
                    <a:pt x="81346" y="97502"/>
                    <a:pt x="81253" y="97766"/>
                    <a:pt x="81021" y="97985"/>
                  </a:cubicBezTo>
                  <a:lnTo>
                    <a:pt x="76615" y="102419"/>
                  </a:lnTo>
                  <a:lnTo>
                    <a:pt x="75781" y="107555"/>
                  </a:lnTo>
                  <a:cubicBezTo>
                    <a:pt x="75734" y="107906"/>
                    <a:pt x="75502" y="108170"/>
                    <a:pt x="75178" y="108345"/>
                  </a:cubicBezTo>
                  <a:lnTo>
                    <a:pt x="70540" y="110804"/>
                  </a:lnTo>
                  <a:lnTo>
                    <a:pt x="70262" y="119233"/>
                  </a:lnTo>
                  <a:cubicBezTo>
                    <a:pt x="70262" y="119496"/>
                    <a:pt x="70123" y="119760"/>
                    <a:pt x="69937" y="119979"/>
                  </a:cubicBezTo>
                  <a:lnTo>
                    <a:pt x="63630" y="125949"/>
                  </a:lnTo>
                  <a:lnTo>
                    <a:pt x="63630" y="127398"/>
                  </a:lnTo>
                  <a:lnTo>
                    <a:pt x="72024" y="127398"/>
                  </a:lnTo>
                  <a:cubicBezTo>
                    <a:pt x="72024" y="127398"/>
                    <a:pt x="72256" y="127398"/>
                    <a:pt x="72349" y="127398"/>
                  </a:cubicBezTo>
                  <a:lnTo>
                    <a:pt x="84824" y="130910"/>
                  </a:lnTo>
                  <a:lnTo>
                    <a:pt x="94981" y="129022"/>
                  </a:lnTo>
                  <a:cubicBezTo>
                    <a:pt x="95398" y="128934"/>
                    <a:pt x="95769" y="129066"/>
                    <a:pt x="96047" y="129374"/>
                  </a:cubicBezTo>
                  <a:lnTo>
                    <a:pt x="96558" y="129900"/>
                  </a:lnTo>
                  <a:lnTo>
                    <a:pt x="101984" y="129066"/>
                  </a:lnTo>
                  <a:lnTo>
                    <a:pt x="103050" y="128013"/>
                  </a:lnTo>
                  <a:cubicBezTo>
                    <a:pt x="103375" y="127661"/>
                    <a:pt x="103931" y="127574"/>
                    <a:pt x="104349" y="127749"/>
                  </a:cubicBezTo>
                  <a:lnTo>
                    <a:pt x="108430" y="129461"/>
                  </a:lnTo>
                  <a:lnTo>
                    <a:pt x="110332" y="124764"/>
                  </a:lnTo>
                  <a:cubicBezTo>
                    <a:pt x="110471" y="124457"/>
                    <a:pt x="110749" y="124193"/>
                    <a:pt x="111074" y="124106"/>
                  </a:cubicBezTo>
                  <a:lnTo>
                    <a:pt x="116314" y="122525"/>
                  </a:lnTo>
                  <a:lnTo>
                    <a:pt x="122297" y="117125"/>
                  </a:lnTo>
                  <a:lnTo>
                    <a:pt x="125358" y="108214"/>
                  </a:lnTo>
                  <a:lnTo>
                    <a:pt x="125358" y="101804"/>
                  </a:lnTo>
                  <a:cubicBezTo>
                    <a:pt x="125358" y="101804"/>
                    <a:pt x="125358" y="101804"/>
                    <a:pt x="125358" y="101760"/>
                  </a:cubicBezTo>
                  <a:cubicBezTo>
                    <a:pt x="125358" y="101760"/>
                    <a:pt x="125358" y="101760"/>
                    <a:pt x="125358" y="101717"/>
                  </a:cubicBezTo>
                  <a:lnTo>
                    <a:pt x="126517" y="91576"/>
                  </a:lnTo>
                  <a:cubicBezTo>
                    <a:pt x="126517" y="91576"/>
                    <a:pt x="126610" y="91224"/>
                    <a:pt x="126703" y="91049"/>
                  </a:cubicBezTo>
                  <a:cubicBezTo>
                    <a:pt x="126796" y="90917"/>
                    <a:pt x="134772" y="79942"/>
                    <a:pt x="129439" y="74894"/>
                  </a:cubicBezTo>
                  <a:cubicBezTo>
                    <a:pt x="127677" y="73225"/>
                    <a:pt x="126146" y="72479"/>
                    <a:pt x="125033" y="72699"/>
                  </a:cubicBezTo>
                  <a:cubicBezTo>
                    <a:pt x="123827" y="72962"/>
                    <a:pt x="123271" y="74455"/>
                    <a:pt x="123271" y="74455"/>
                  </a:cubicBezTo>
                  <a:cubicBezTo>
                    <a:pt x="123085" y="74981"/>
                    <a:pt x="122529" y="75245"/>
                    <a:pt x="121972" y="75201"/>
                  </a:cubicBezTo>
                  <a:lnTo>
                    <a:pt x="113253" y="73840"/>
                  </a:lnTo>
                  <a:cubicBezTo>
                    <a:pt x="112697" y="73752"/>
                    <a:pt x="112326" y="73313"/>
                    <a:pt x="112279" y="72786"/>
                  </a:cubicBezTo>
                  <a:cubicBezTo>
                    <a:pt x="111537" y="57158"/>
                    <a:pt x="107920" y="49519"/>
                    <a:pt x="106900" y="47676"/>
                  </a:cubicBezTo>
                  <a:lnTo>
                    <a:pt x="98505" y="46666"/>
                  </a:lnTo>
                  <a:cubicBezTo>
                    <a:pt x="97949" y="46578"/>
                    <a:pt x="97485" y="46139"/>
                    <a:pt x="97485" y="45568"/>
                  </a:cubicBezTo>
                  <a:lnTo>
                    <a:pt x="97485" y="44559"/>
                  </a:lnTo>
                  <a:lnTo>
                    <a:pt x="92615" y="47544"/>
                  </a:lnTo>
                  <a:cubicBezTo>
                    <a:pt x="92337" y="47719"/>
                    <a:pt x="92013" y="47763"/>
                    <a:pt x="91734" y="47719"/>
                  </a:cubicBezTo>
                  <a:lnTo>
                    <a:pt x="72627" y="43593"/>
                  </a:lnTo>
                  <a:cubicBezTo>
                    <a:pt x="72024" y="43461"/>
                    <a:pt x="71653" y="42934"/>
                    <a:pt x="71746" y="42364"/>
                  </a:cubicBezTo>
                  <a:lnTo>
                    <a:pt x="74296" y="24277"/>
                  </a:lnTo>
                  <a:lnTo>
                    <a:pt x="68128" y="8912"/>
                  </a:lnTo>
                  <a:lnTo>
                    <a:pt x="56812" y="0"/>
                  </a:lnTo>
                  <a:lnTo>
                    <a:pt x="4044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0" name="Freeform: Shape 1799">
              <a:extLst>
                <a:ext uri="{FF2B5EF4-FFF2-40B4-BE49-F238E27FC236}">
                  <a16:creationId xmlns:a16="http://schemas.microsoft.com/office/drawing/2014/main" id="{8A5612FD-7059-73CB-F085-27104EDD5AED}"/>
                </a:ext>
              </a:extLst>
            </p:cNvPr>
            <p:cNvSpPr>
              <a:spLocks/>
            </p:cNvSpPr>
            <p:nvPr/>
          </p:nvSpPr>
          <p:spPr>
            <a:xfrm>
              <a:off x="4316923" y="3943706"/>
              <a:ext cx="93244" cy="91814"/>
            </a:xfrm>
            <a:custGeom>
              <a:avLst/>
              <a:gdLst>
                <a:gd name="connsiteX0" fmla="*/ 12475 w 62470"/>
                <a:gd name="connsiteY0" fmla="*/ 6901 h 61512"/>
                <a:gd name="connsiteX1" fmla="*/ 10667 w 62470"/>
                <a:gd name="connsiteY1" fmla="*/ 9710 h 61512"/>
                <a:gd name="connsiteX2" fmla="*/ 13542 w 62470"/>
                <a:gd name="connsiteY2" fmla="*/ 10983 h 61512"/>
                <a:gd name="connsiteX3" fmla="*/ 14191 w 62470"/>
                <a:gd name="connsiteY3" fmla="*/ 11729 h 61512"/>
                <a:gd name="connsiteX4" fmla="*/ 13960 w 62470"/>
                <a:gd name="connsiteY4" fmla="*/ 12651 h 61512"/>
                <a:gd name="connsiteX5" fmla="*/ 10760 w 62470"/>
                <a:gd name="connsiteY5" fmla="*/ 16339 h 61512"/>
                <a:gd name="connsiteX6" fmla="*/ 9878 w 62470"/>
                <a:gd name="connsiteY6" fmla="*/ 16734 h 61512"/>
                <a:gd name="connsiteX7" fmla="*/ 6075 w 62470"/>
                <a:gd name="connsiteY7" fmla="*/ 16734 h 61512"/>
                <a:gd name="connsiteX8" fmla="*/ 0 w 62470"/>
                <a:gd name="connsiteY8" fmla="*/ 19500 h 61512"/>
                <a:gd name="connsiteX9" fmla="*/ 0 w 62470"/>
                <a:gd name="connsiteY9" fmla="*/ 27797 h 61512"/>
                <a:gd name="connsiteX10" fmla="*/ 3942 w 62470"/>
                <a:gd name="connsiteY10" fmla="*/ 36797 h 61512"/>
                <a:gd name="connsiteX11" fmla="*/ 11270 w 62470"/>
                <a:gd name="connsiteY11" fmla="*/ 36797 h 61512"/>
                <a:gd name="connsiteX12" fmla="*/ 12429 w 62470"/>
                <a:gd name="connsiteY12" fmla="*/ 37894 h 61512"/>
                <a:gd name="connsiteX13" fmla="*/ 12429 w 62470"/>
                <a:gd name="connsiteY13" fmla="*/ 46059 h 61512"/>
                <a:gd name="connsiteX14" fmla="*/ 17994 w 62470"/>
                <a:gd name="connsiteY14" fmla="*/ 53435 h 61512"/>
                <a:gd name="connsiteX15" fmla="*/ 24580 w 62470"/>
                <a:gd name="connsiteY15" fmla="*/ 61512 h 61512"/>
                <a:gd name="connsiteX16" fmla="*/ 30887 w 62470"/>
                <a:gd name="connsiteY16" fmla="*/ 61293 h 61512"/>
                <a:gd name="connsiteX17" fmla="*/ 27409 w 62470"/>
                <a:gd name="connsiteY17" fmla="*/ 56332 h 61512"/>
                <a:gd name="connsiteX18" fmla="*/ 27548 w 62470"/>
                <a:gd name="connsiteY18" fmla="*/ 54927 h 61512"/>
                <a:gd name="connsiteX19" fmla="*/ 30748 w 62470"/>
                <a:gd name="connsiteY19" fmla="*/ 51898 h 61512"/>
                <a:gd name="connsiteX20" fmla="*/ 31676 w 62470"/>
                <a:gd name="connsiteY20" fmla="*/ 51591 h 61512"/>
                <a:gd name="connsiteX21" fmla="*/ 35154 w 62470"/>
                <a:gd name="connsiteY21" fmla="*/ 51854 h 61512"/>
                <a:gd name="connsiteX22" fmla="*/ 42203 w 62470"/>
                <a:gd name="connsiteY22" fmla="*/ 52118 h 61512"/>
                <a:gd name="connsiteX23" fmla="*/ 46795 w 62470"/>
                <a:gd name="connsiteY23" fmla="*/ 48781 h 61512"/>
                <a:gd name="connsiteX24" fmla="*/ 47769 w 62470"/>
                <a:gd name="connsiteY24" fmla="*/ 48562 h 61512"/>
                <a:gd name="connsiteX25" fmla="*/ 48557 w 62470"/>
                <a:gd name="connsiteY25" fmla="*/ 49132 h 61512"/>
                <a:gd name="connsiteX26" fmla="*/ 50690 w 62470"/>
                <a:gd name="connsiteY26" fmla="*/ 52908 h 61512"/>
                <a:gd name="connsiteX27" fmla="*/ 53798 w 62470"/>
                <a:gd name="connsiteY27" fmla="*/ 54269 h 61512"/>
                <a:gd name="connsiteX28" fmla="*/ 57369 w 62470"/>
                <a:gd name="connsiteY28" fmla="*/ 49528 h 61512"/>
                <a:gd name="connsiteX29" fmla="*/ 57369 w 62470"/>
                <a:gd name="connsiteY29" fmla="*/ 40001 h 61512"/>
                <a:gd name="connsiteX30" fmla="*/ 57554 w 62470"/>
                <a:gd name="connsiteY30" fmla="*/ 39430 h 61512"/>
                <a:gd name="connsiteX31" fmla="*/ 60383 w 62470"/>
                <a:gd name="connsiteY31" fmla="*/ 35040 h 61512"/>
                <a:gd name="connsiteX32" fmla="*/ 56951 w 62470"/>
                <a:gd name="connsiteY32" fmla="*/ 29333 h 61512"/>
                <a:gd name="connsiteX33" fmla="*/ 56859 w 62470"/>
                <a:gd name="connsiteY33" fmla="*/ 29070 h 61512"/>
                <a:gd name="connsiteX34" fmla="*/ 53102 w 62470"/>
                <a:gd name="connsiteY34" fmla="*/ 15593 h 61512"/>
                <a:gd name="connsiteX35" fmla="*/ 53288 w 62470"/>
                <a:gd name="connsiteY35" fmla="*/ 14671 h 61512"/>
                <a:gd name="connsiteX36" fmla="*/ 62470 w 62470"/>
                <a:gd name="connsiteY36" fmla="*/ 2203 h 61512"/>
                <a:gd name="connsiteX37" fmla="*/ 54540 w 62470"/>
                <a:gd name="connsiteY37" fmla="*/ 1852 h 61512"/>
                <a:gd name="connsiteX38" fmla="*/ 44105 w 62470"/>
                <a:gd name="connsiteY38" fmla="*/ 1589 h 61512"/>
                <a:gd name="connsiteX39" fmla="*/ 31351 w 62470"/>
                <a:gd name="connsiteY39" fmla="*/ 2949 h 61512"/>
                <a:gd name="connsiteX40" fmla="*/ 13681 w 62470"/>
                <a:gd name="connsiteY40" fmla="*/ 491 h 61512"/>
                <a:gd name="connsiteX41" fmla="*/ 13542 w 62470"/>
                <a:gd name="connsiteY41" fmla="*/ 228 h 61512"/>
                <a:gd name="connsiteX42" fmla="*/ 12661 w 62470"/>
                <a:gd name="connsiteY42" fmla="*/ 6374 h 61512"/>
                <a:gd name="connsiteX43" fmla="*/ 12522 w 62470"/>
                <a:gd name="connsiteY43" fmla="*/ 6813 h 61512"/>
                <a:gd name="connsiteX44" fmla="*/ 43780 w 62470"/>
                <a:gd name="connsiteY44" fmla="*/ 15110 h 61512"/>
                <a:gd name="connsiteX45" fmla="*/ 50737 w 62470"/>
                <a:gd name="connsiteY45" fmla="*/ 15944 h 61512"/>
                <a:gd name="connsiteX46" fmla="*/ 47537 w 62470"/>
                <a:gd name="connsiteY46" fmla="*/ 21168 h 61512"/>
                <a:gd name="connsiteX47" fmla="*/ 43780 w 62470"/>
                <a:gd name="connsiteY47" fmla="*/ 21168 h 61512"/>
                <a:gd name="connsiteX48" fmla="*/ 43780 w 62470"/>
                <a:gd name="connsiteY48" fmla="*/ 15110 h 61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2470" h="61512">
                  <a:moveTo>
                    <a:pt x="12475" y="6901"/>
                  </a:moveTo>
                  <a:lnTo>
                    <a:pt x="10667" y="9710"/>
                  </a:lnTo>
                  <a:lnTo>
                    <a:pt x="13542" y="10983"/>
                  </a:lnTo>
                  <a:cubicBezTo>
                    <a:pt x="13867" y="11115"/>
                    <a:pt x="14099" y="11378"/>
                    <a:pt x="14191" y="11729"/>
                  </a:cubicBezTo>
                  <a:cubicBezTo>
                    <a:pt x="14284" y="12081"/>
                    <a:pt x="14191" y="12388"/>
                    <a:pt x="13960" y="12651"/>
                  </a:cubicBezTo>
                  <a:lnTo>
                    <a:pt x="10760" y="16339"/>
                  </a:lnTo>
                  <a:cubicBezTo>
                    <a:pt x="10528" y="16603"/>
                    <a:pt x="10203" y="16734"/>
                    <a:pt x="9878" y="16734"/>
                  </a:cubicBezTo>
                  <a:lnTo>
                    <a:pt x="6075" y="16734"/>
                  </a:lnTo>
                  <a:lnTo>
                    <a:pt x="0" y="19500"/>
                  </a:lnTo>
                  <a:lnTo>
                    <a:pt x="0" y="27797"/>
                  </a:lnTo>
                  <a:lnTo>
                    <a:pt x="3942" y="36797"/>
                  </a:lnTo>
                  <a:lnTo>
                    <a:pt x="11270" y="36797"/>
                  </a:lnTo>
                  <a:cubicBezTo>
                    <a:pt x="11919" y="36797"/>
                    <a:pt x="12429" y="37279"/>
                    <a:pt x="12429" y="37894"/>
                  </a:cubicBezTo>
                  <a:lnTo>
                    <a:pt x="12429" y="46059"/>
                  </a:lnTo>
                  <a:lnTo>
                    <a:pt x="17994" y="53435"/>
                  </a:lnTo>
                  <a:lnTo>
                    <a:pt x="24580" y="61512"/>
                  </a:lnTo>
                  <a:lnTo>
                    <a:pt x="30887" y="61293"/>
                  </a:lnTo>
                  <a:lnTo>
                    <a:pt x="27409" y="56332"/>
                  </a:lnTo>
                  <a:cubicBezTo>
                    <a:pt x="27084" y="55893"/>
                    <a:pt x="27177" y="55322"/>
                    <a:pt x="27548" y="54927"/>
                  </a:cubicBezTo>
                  <a:lnTo>
                    <a:pt x="30748" y="51898"/>
                  </a:lnTo>
                  <a:cubicBezTo>
                    <a:pt x="30980" y="51679"/>
                    <a:pt x="31305" y="51547"/>
                    <a:pt x="31676" y="51591"/>
                  </a:cubicBezTo>
                  <a:lnTo>
                    <a:pt x="35154" y="51854"/>
                  </a:lnTo>
                  <a:lnTo>
                    <a:pt x="42203" y="52118"/>
                  </a:lnTo>
                  <a:lnTo>
                    <a:pt x="46795" y="48781"/>
                  </a:lnTo>
                  <a:cubicBezTo>
                    <a:pt x="47073" y="48562"/>
                    <a:pt x="47398" y="48518"/>
                    <a:pt x="47769" y="48562"/>
                  </a:cubicBezTo>
                  <a:cubicBezTo>
                    <a:pt x="48093" y="48650"/>
                    <a:pt x="48371" y="48825"/>
                    <a:pt x="48557" y="49132"/>
                  </a:cubicBezTo>
                  <a:lnTo>
                    <a:pt x="50690" y="52908"/>
                  </a:lnTo>
                  <a:lnTo>
                    <a:pt x="53798" y="54269"/>
                  </a:lnTo>
                  <a:lnTo>
                    <a:pt x="57369" y="49528"/>
                  </a:lnTo>
                  <a:lnTo>
                    <a:pt x="57369" y="40001"/>
                  </a:lnTo>
                  <a:cubicBezTo>
                    <a:pt x="57369" y="40001"/>
                    <a:pt x="57415" y="39606"/>
                    <a:pt x="57554" y="39430"/>
                  </a:cubicBezTo>
                  <a:lnTo>
                    <a:pt x="60383" y="35040"/>
                  </a:lnTo>
                  <a:lnTo>
                    <a:pt x="56951" y="29333"/>
                  </a:lnTo>
                  <a:cubicBezTo>
                    <a:pt x="56951" y="29333"/>
                    <a:pt x="56859" y="29158"/>
                    <a:pt x="56859" y="29070"/>
                  </a:cubicBezTo>
                  <a:lnTo>
                    <a:pt x="53102" y="15593"/>
                  </a:lnTo>
                  <a:cubicBezTo>
                    <a:pt x="53009" y="15285"/>
                    <a:pt x="53102" y="14934"/>
                    <a:pt x="53288" y="14671"/>
                  </a:cubicBezTo>
                  <a:lnTo>
                    <a:pt x="62470" y="2203"/>
                  </a:lnTo>
                  <a:cubicBezTo>
                    <a:pt x="60244" y="1501"/>
                    <a:pt x="57647" y="1150"/>
                    <a:pt x="54540" y="1852"/>
                  </a:cubicBezTo>
                  <a:cubicBezTo>
                    <a:pt x="54540" y="1852"/>
                    <a:pt x="48743" y="-1441"/>
                    <a:pt x="44105" y="1589"/>
                  </a:cubicBezTo>
                  <a:cubicBezTo>
                    <a:pt x="44105" y="1589"/>
                    <a:pt x="35386" y="-1133"/>
                    <a:pt x="31351" y="2949"/>
                  </a:cubicBezTo>
                  <a:cubicBezTo>
                    <a:pt x="31351" y="2949"/>
                    <a:pt x="19200" y="-1441"/>
                    <a:pt x="13681" y="491"/>
                  </a:cubicBezTo>
                  <a:cubicBezTo>
                    <a:pt x="13681" y="491"/>
                    <a:pt x="13635" y="403"/>
                    <a:pt x="13542" y="228"/>
                  </a:cubicBezTo>
                  <a:lnTo>
                    <a:pt x="12661" y="6374"/>
                  </a:lnTo>
                  <a:cubicBezTo>
                    <a:pt x="12661" y="6374"/>
                    <a:pt x="12568" y="6681"/>
                    <a:pt x="12522" y="6813"/>
                  </a:cubicBezTo>
                  <a:close/>
                  <a:moveTo>
                    <a:pt x="43780" y="15110"/>
                  </a:moveTo>
                  <a:lnTo>
                    <a:pt x="50737" y="15944"/>
                  </a:lnTo>
                  <a:lnTo>
                    <a:pt x="47537" y="21168"/>
                  </a:lnTo>
                  <a:lnTo>
                    <a:pt x="43780" y="21168"/>
                  </a:lnTo>
                  <a:lnTo>
                    <a:pt x="43780" y="1511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1" name="Freeform: Shape 1800">
              <a:extLst>
                <a:ext uri="{FF2B5EF4-FFF2-40B4-BE49-F238E27FC236}">
                  <a16:creationId xmlns:a16="http://schemas.microsoft.com/office/drawing/2014/main" id="{A297D3CC-41D4-11A9-071B-53D8BD936268}"/>
                </a:ext>
              </a:extLst>
            </p:cNvPr>
            <p:cNvSpPr>
              <a:spLocks/>
            </p:cNvSpPr>
            <p:nvPr/>
          </p:nvSpPr>
          <p:spPr>
            <a:xfrm>
              <a:off x="3955781" y="3803545"/>
              <a:ext cx="314347" cy="255565"/>
            </a:xfrm>
            <a:custGeom>
              <a:avLst/>
              <a:gdLst>
                <a:gd name="connsiteX0" fmla="*/ 16696 w 210599"/>
                <a:gd name="connsiteY0" fmla="*/ 15505 h 171218"/>
                <a:gd name="connsiteX1" fmla="*/ 15629 w 210599"/>
                <a:gd name="connsiteY1" fmla="*/ 16207 h 171218"/>
                <a:gd name="connsiteX2" fmla="*/ 11362 w 210599"/>
                <a:gd name="connsiteY2" fmla="*/ 16207 h 171218"/>
                <a:gd name="connsiteX3" fmla="*/ 4916 w 210599"/>
                <a:gd name="connsiteY3" fmla="*/ 26173 h 171218"/>
                <a:gd name="connsiteX4" fmla="*/ 4916 w 210599"/>
                <a:gd name="connsiteY4" fmla="*/ 36313 h 171218"/>
                <a:gd name="connsiteX5" fmla="*/ 4777 w 210599"/>
                <a:gd name="connsiteY5" fmla="*/ 36884 h 171218"/>
                <a:gd name="connsiteX6" fmla="*/ 0 w 210599"/>
                <a:gd name="connsiteY6" fmla="*/ 44567 h 171218"/>
                <a:gd name="connsiteX7" fmla="*/ 3757 w 210599"/>
                <a:gd name="connsiteY7" fmla="*/ 44567 h 171218"/>
                <a:gd name="connsiteX8" fmla="*/ 4916 w 210599"/>
                <a:gd name="connsiteY8" fmla="*/ 45664 h 171218"/>
                <a:gd name="connsiteX9" fmla="*/ 4916 w 210599"/>
                <a:gd name="connsiteY9" fmla="*/ 46191 h 171218"/>
                <a:gd name="connsiteX10" fmla="*/ 8673 w 210599"/>
                <a:gd name="connsiteY10" fmla="*/ 46191 h 171218"/>
                <a:gd name="connsiteX11" fmla="*/ 9832 w 210599"/>
                <a:gd name="connsiteY11" fmla="*/ 47245 h 171218"/>
                <a:gd name="connsiteX12" fmla="*/ 10110 w 210599"/>
                <a:gd name="connsiteY12" fmla="*/ 53654 h 171218"/>
                <a:gd name="connsiteX13" fmla="*/ 13867 w 210599"/>
                <a:gd name="connsiteY13" fmla="*/ 57210 h 171218"/>
                <a:gd name="connsiteX14" fmla="*/ 14191 w 210599"/>
                <a:gd name="connsiteY14" fmla="*/ 58044 h 171218"/>
                <a:gd name="connsiteX15" fmla="*/ 13403 w 210599"/>
                <a:gd name="connsiteY15" fmla="*/ 71434 h 171218"/>
                <a:gd name="connsiteX16" fmla="*/ 17113 w 210599"/>
                <a:gd name="connsiteY16" fmla="*/ 71434 h 171218"/>
                <a:gd name="connsiteX17" fmla="*/ 18226 w 210599"/>
                <a:gd name="connsiteY17" fmla="*/ 72224 h 171218"/>
                <a:gd name="connsiteX18" fmla="*/ 19710 w 210599"/>
                <a:gd name="connsiteY18" fmla="*/ 76921 h 171218"/>
                <a:gd name="connsiteX19" fmla="*/ 44661 w 210599"/>
                <a:gd name="connsiteY19" fmla="*/ 76921 h 171218"/>
                <a:gd name="connsiteX20" fmla="*/ 45125 w 210599"/>
                <a:gd name="connsiteY20" fmla="*/ 77009 h 171218"/>
                <a:gd name="connsiteX21" fmla="*/ 50644 w 210599"/>
                <a:gd name="connsiteY21" fmla="*/ 79204 h 171218"/>
                <a:gd name="connsiteX22" fmla="*/ 51015 w 210599"/>
                <a:gd name="connsiteY22" fmla="*/ 79467 h 171218"/>
                <a:gd name="connsiteX23" fmla="*/ 63027 w 210599"/>
                <a:gd name="connsiteY23" fmla="*/ 91101 h 171218"/>
                <a:gd name="connsiteX24" fmla="*/ 64835 w 210599"/>
                <a:gd name="connsiteY24" fmla="*/ 89784 h 171218"/>
                <a:gd name="connsiteX25" fmla="*/ 65485 w 210599"/>
                <a:gd name="connsiteY25" fmla="*/ 89564 h 171218"/>
                <a:gd name="connsiteX26" fmla="*/ 83154 w 210599"/>
                <a:gd name="connsiteY26" fmla="*/ 88730 h 171218"/>
                <a:gd name="connsiteX27" fmla="*/ 90807 w 210599"/>
                <a:gd name="connsiteY27" fmla="*/ 88994 h 171218"/>
                <a:gd name="connsiteX28" fmla="*/ 91873 w 210599"/>
                <a:gd name="connsiteY28" fmla="*/ 89740 h 171218"/>
                <a:gd name="connsiteX29" fmla="*/ 93311 w 210599"/>
                <a:gd name="connsiteY29" fmla="*/ 93866 h 171218"/>
                <a:gd name="connsiteX30" fmla="*/ 92986 w 210599"/>
                <a:gd name="connsiteY30" fmla="*/ 95052 h 171218"/>
                <a:gd name="connsiteX31" fmla="*/ 90714 w 210599"/>
                <a:gd name="connsiteY31" fmla="*/ 96939 h 171218"/>
                <a:gd name="connsiteX32" fmla="*/ 90482 w 210599"/>
                <a:gd name="connsiteY32" fmla="*/ 99793 h 171218"/>
                <a:gd name="connsiteX33" fmla="*/ 90204 w 210599"/>
                <a:gd name="connsiteY33" fmla="*/ 100407 h 171218"/>
                <a:gd name="connsiteX34" fmla="*/ 86401 w 210599"/>
                <a:gd name="connsiteY34" fmla="*/ 104754 h 171218"/>
                <a:gd name="connsiteX35" fmla="*/ 86401 w 210599"/>
                <a:gd name="connsiteY35" fmla="*/ 118494 h 171218"/>
                <a:gd name="connsiteX36" fmla="*/ 94656 w 210599"/>
                <a:gd name="connsiteY36" fmla="*/ 131752 h 171218"/>
                <a:gd name="connsiteX37" fmla="*/ 95120 w 210599"/>
                <a:gd name="connsiteY37" fmla="*/ 132498 h 171218"/>
                <a:gd name="connsiteX38" fmla="*/ 94841 w 210599"/>
                <a:gd name="connsiteY38" fmla="*/ 133333 h 171218"/>
                <a:gd name="connsiteX39" fmla="*/ 87839 w 210599"/>
                <a:gd name="connsiteY39" fmla="*/ 140840 h 171218"/>
                <a:gd name="connsiteX40" fmla="*/ 90482 w 210599"/>
                <a:gd name="connsiteY40" fmla="*/ 140840 h 171218"/>
                <a:gd name="connsiteX41" fmla="*/ 91410 w 210599"/>
                <a:gd name="connsiteY41" fmla="*/ 141235 h 171218"/>
                <a:gd name="connsiteX42" fmla="*/ 97207 w 210599"/>
                <a:gd name="connsiteY42" fmla="*/ 148083 h 171218"/>
                <a:gd name="connsiteX43" fmla="*/ 97439 w 210599"/>
                <a:gd name="connsiteY43" fmla="*/ 148785 h 171218"/>
                <a:gd name="connsiteX44" fmla="*/ 97439 w 210599"/>
                <a:gd name="connsiteY44" fmla="*/ 153966 h 171218"/>
                <a:gd name="connsiteX45" fmla="*/ 100685 w 210599"/>
                <a:gd name="connsiteY45" fmla="*/ 156117 h 171218"/>
                <a:gd name="connsiteX46" fmla="*/ 101149 w 210599"/>
                <a:gd name="connsiteY46" fmla="*/ 156863 h 171218"/>
                <a:gd name="connsiteX47" fmla="*/ 102540 w 210599"/>
                <a:gd name="connsiteY47" fmla="*/ 165248 h 171218"/>
                <a:gd name="connsiteX48" fmla="*/ 110146 w 210599"/>
                <a:gd name="connsiteY48" fmla="*/ 171218 h 171218"/>
                <a:gd name="connsiteX49" fmla="*/ 120859 w 210599"/>
                <a:gd name="connsiteY49" fmla="*/ 168628 h 171218"/>
                <a:gd name="connsiteX50" fmla="*/ 122019 w 210599"/>
                <a:gd name="connsiteY50" fmla="*/ 168979 h 171218"/>
                <a:gd name="connsiteX51" fmla="*/ 123781 w 210599"/>
                <a:gd name="connsiteY51" fmla="*/ 170823 h 171218"/>
                <a:gd name="connsiteX52" fmla="*/ 129578 w 210599"/>
                <a:gd name="connsiteY52" fmla="*/ 164853 h 171218"/>
                <a:gd name="connsiteX53" fmla="*/ 130227 w 210599"/>
                <a:gd name="connsiteY53" fmla="*/ 164502 h 171218"/>
                <a:gd name="connsiteX54" fmla="*/ 134309 w 210599"/>
                <a:gd name="connsiteY54" fmla="*/ 163712 h 171218"/>
                <a:gd name="connsiteX55" fmla="*/ 139595 w 210599"/>
                <a:gd name="connsiteY55" fmla="*/ 159760 h 171218"/>
                <a:gd name="connsiteX56" fmla="*/ 140801 w 210599"/>
                <a:gd name="connsiteY56" fmla="*/ 159629 h 171218"/>
                <a:gd name="connsiteX57" fmla="*/ 141451 w 210599"/>
                <a:gd name="connsiteY57" fmla="*/ 160595 h 171218"/>
                <a:gd name="connsiteX58" fmla="*/ 141451 w 210599"/>
                <a:gd name="connsiteY58" fmla="*/ 160595 h 171218"/>
                <a:gd name="connsiteX59" fmla="*/ 143770 w 210599"/>
                <a:gd name="connsiteY59" fmla="*/ 158004 h 171218"/>
                <a:gd name="connsiteX60" fmla="*/ 143770 w 210599"/>
                <a:gd name="connsiteY60" fmla="*/ 154010 h 171218"/>
                <a:gd name="connsiteX61" fmla="*/ 144790 w 210599"/>
                <a:gd name="connsiteY61" fmla="*/ 152912 h 171218"/>
                <a:gd name="connsiteX62" fmla="*/ 154204 w 210599"/>
                <a:gd name="connsiteY62" fmla="*/ 151683 h 171218"/>
                <a:gd name="connsiteX63" fmla="*/ 154204 w 210599"/>
                <a:gd name="connsiteY63" fmla="*/ 148742 h 171218"/>
                <a:gd name="connsiteX64" fmla="*/ 146598 w 210599"/>
                <a:gd name="connsiteY64" fmla="*/ 148259 h 171218"/>
                <a:gd name="connsiteX65" fmla="*/ 145532 w 210599"/>
                <a:gd name="connsiteY65" fmla="*/ 147205 h 171218"/>
                <a:gd name="connsiteX66" fmla="*/ 145253 w 210599"/>
                <a:gd name="connsiteY66" fmla="*/ 142639 h 171218"/>
                <a:gd name="connsiteX67" fmla="*/ 140894 w 210599"/>
                <a:gd name="connsiteY67" fmla="*/ 137986 h 171218"/>
                <a:gd name="connsiteX68" fmla="*/ 140616 w 210599"/>
                <a:gd name="connsiteY68" fmla="*/ 137152 h 171218"/>
                <a:gd name="connsiteX69" fmla="*/ 141451 w 210599"/>
                <a:gd name="connsiteY69" fmla="*/ 130435 h 171218"/>
                <a:gd name="connsiteX70" fmla="*/ 133891 w 210599"/>
                <a:gd name="connsiteY70" fmla="*/ 120909 h 171218"/>
                <a:gd name="connsiteX71" fmla="*/ 133798 w 210599"/>
                <a:gd name="connsiteY71" fmla="*/ 119680 h 171218"/>
                <a:gd name="connsiteX72" fmla="*/ 134958 w 210599"/>
                <a:gd name="connsiteY72" fmla="*/ 119153 h 171218"/>
                <a:gd name="connsiteX73" fmla="*/ 143677 w 210599"/>
                <a:gd name="connsiteY73" fmla="*/ 120250 h 171218"/>
                <a:gd name="connsiteX74" fmla="*/ 144326 w 210599"/>
                <a:gd name="connsiteY74" fmla="*/ 120558 h 171218"/>
                <a:gd name="connsiteX75" fmla="*/ 148361 w 210599"/>
                <a:gd name="connsiteY75" fmla="*/ 124377 h 171218"/>
                <a:gd name="connsiteX76" fmla="*/ 158610 w 210599"/>
                <a:gd name="connsiteY76" fmla="*/ 124640 h 171218"/>
                <a:gd name="connsiteX77" fmla="*/ 159352 w 210599"/>
                <a:gd name="connsiteY77" fmla="*/ 124948 h 171218"/>
                <a:gd name="connsiteX78" fmla="*/ 163433 w 210599"/>
                <a:gd name="connsiteY78" fmla="*/ 128548 h 171218"/>
                <a:gd name="connsiteX79" fmla="*/ 165242 w 210599"/>
                <a:gd name="connsiteY79" fmla="*/ 127757 h 171218"/>
                <a:gd name="connsiteX80" fmla="*/ 165242 w 210599"/>
                <a:gd name="connsiteY80" fmla="*/ 124333 h 171218"/>
                <a:gd name="connsiteX81" fmla="*/ 166170 w 210599"/>
                <a:gd name="connsiteY81" fmla="*/ 123280 h 171218"/>
                <a:gd name="connsiteX82" fmla="*/ 184118 w 210599"/>
                <a:gd name="connsiteY82" fmla="*/ 119504 h 171218"/>
                <a:gd name="connsiteX83" fmla="*/ 187411 w 210599"/>
                <a:gd name="connsiteY83" fmla="*/ 116168 h 171218"/>
                <a:gd name="connsiteX84" fmla="*/ 188013 w 210599"/>
                <a:gd name="connsiteY84" fmla="*/ 115860 h 171218"/>
                <a:gd name="connsiteX85" fmla="*/ 193254 w 210599"/>
                <a:gd name="connsiteY85" fmla="*/ 114895 h 171218"/>
                <a:gd name="connsiteX86" fmla="*/ 194274 w 210599"/>
                <a:gd name="connsiteY86" fmla="*/ 111953 h 171218"/>
                <a:gd name="connsiteX87" fmla="*/ 194924 w 210599"/>
                <a:gd name="connsiteY87" fmla="*/ 111295 h 171218"/>
                <a:gd name="connsiteX88" fmla="*/ 199283 w 210599"/>
                <a:gd name="connsiteY88" fmla="*/ 109451 h 171218"/>
                <a:gd name="connsiteX89" fmla="*/ 187364 w 210599"/>
                <a:gd name="connsiteY89" fmla="*/ 96588 h 171218"/>
                <a:gd name="connsiteX90" fmla="*/ 187364 w 210599"/>
                <a:gd name="connsiteY90" fmla="*/ 95183 h 171218"/>
                <a:gd name="connsiteX91" fmla="*/ 191492 w 210599"/>
                <a:gd name="connsiteY91" fmla="*/ 90442 h 171218"/>
                <a:gd name="connsiteX92" fmla="*/ 189358 w 210599"/>
                <a:gd name="connsiteY92" fmla="*/ 83857 h 171218"/>
                <a:gd name="connsiteX93" fmla="*/ 189497 w 210599"/>
                <a:gd name="connsiteY93" fmla="*/ 82935 h 171218"/>
                <a:gd name="connsiteX94" fmla="*/ 190286 w 210599"/>
                <a:gd name="connsiteY94" fmla="*/ 82453 h 171218"/>
                <a:gd name="connsiteX95" fmla="*/ 197567 w 210599"/>
                <a:gd name="connsiteY95" fmla="*/ 81399 h 171218"/>
                <a:gd name="connsiteX96" fmla="*/ 203503 w 210599"/>
                <a:gd name="connsiteY96" fmla="*/ 77492 h 171218"/>
                <a:gd name="connsiteX97" fmla="*/ 203503 w 210599"/>
                <a:gd name="connsiteY97" fmla="*/ 76921 h 171218"/>
                <a:gd name="connsiteX98" fmla="*/ 199098 w 210599"/>
                <a:gd name="connsiteY98" fmla="*/ 76702 h 171218"/>
                <a:gd name="connsiteX99" fmla="*/ 197985 w 210599"/>
                <a:gd name="connsiteY99" fmla="*/ 75604 h 171218"/>
                <a:gd name="connsiteX100" fmla="*/ 197985 w 210599"/>
                <a:gd name="connsiteY100" fmla="*/ 68492 h 171218"/>
                <a:gd name="connsiteX101" fmla="*/ 198680 w 210599"/>
                <a:gd name="connsiteY101" fmla="*/ 67482 h 171218"/>
                <a:gd name="connsiteX102" fmla="*/ 204014 w 210599"/>
                <a:gd name="connsiteY102" fmla="*/ 65375 h 171218"/>
                <a:gd name="connsiteX103" fmla="*/ 210599 w 210599"/>
                <a:gd name="connsiteY103" fmla="*/ 59361 h 171218"/>
                <a:gd name="connsiteX104" fmla="*/ 209393 w 210599"/>
                <a:gd name="connsiteY104" fmla="*/ 54796 h 171218"/>
                <a:gd name="connsiteX105" fmla="*/ 202901 w 210599"/>
                <a:gd name="connsiteY105" fmla="*/ 54796 h 171218"/>
                <a:gd name="connsiteX106" fmla="*/ 198263 w 210599"/>
                <a:gd name="connsiteY106" fmla="*/ 53961 h 171218"/>
                <a:gd name="connsiteX107" fmla="*/ 198263 w 210599"/>
                <a:gd name="connsiteY107" fmla="*/ 51503 h 171218"/>
                <a:gd name="connsiteX108" fmla="*/ 196222 w 210599"/>
                <a:gd name="connsiteY108" fmla="*/ 50142 h 171218"/>
                <a:gd name="connsiteX109" fmla="*/ 189544 w 210599"/>
                <a:gd name="connsiteY109" fmla="*/ 38640 h 171218"/>
                <a:gd name="connsiteX110" fmla="*/ 178506 w 210599"/>
                <a:gd name="connsiteY110" fmla="*/ 34250 h 171218"/>
                <a:gd name="connsiteX111" fmla="*/ 172431 w 210599"/>
                <a:gd name="connsiteY111" fmla="*/ 34514 h 171218"/>
                <a:gd name="connsiteX112" fmla="*/ 166031 w 210599"/>
                <a:gd name="connsiteY112" fmla="*/ 26260 h 171218"/>
                <a:gd name="connsiteX113" fmla="*/ 170947 w 210599"/>
                <a:gd name="connsiteY113" fmla="*/ 25163 h 171218"/>
                <a:gd name="connsiteX114" fmla="*/ 176465 w 210599"/>
                <a:gd name="connsiteY114" fmla="*/ 23495 h 171218"/>
                <a:gd name="connsiteX115" fmla="*/ 159074 w 210599"/>
                <a:gd name="connsiteY115" fmla="*/ 23231 h 171218"/>
                <a:gd name="connsiteX116" fmla="*/ 143398 w 210599"/>
                <a:gd name="connsiteY116" fmla="*/ 23231 h 171218"/>
                <a:gd name="connsiteX117" fmla="*/ 143398 w 210599"/>
                <a:gd name="connsiteY117" fmla="*/ 25163 h 171218"/>
                <a:gd name="connsiteX118" fmla="*/ 150355 w 210599"/>
                <a:gd name="connsiteY118" fmla="*/ 25426 h 171218"/>
                <a:gd name="connsiteX119" fmla="*/ 139642 w 210599"/>
                <a:gd name="connsiteY119" fmla="*/ 28455 h 171218"/>
                <a:gd name="connsiteX120" fmla="*/ 133566 w 210599"/>
                <a:gd name="connsiteY120" fmla="*/ 32845 h 171218"/>
                <a:gd name="connsiteX121" fmla="*/ 115016 w 210599"/>
                <a:gd name="connsiteY121" fmla="*/ 27929 h 171218"/>
                <a:gd name="connsiteX122" fmla="*/ 104581 w 210599"/>
                <a:gd name="connsiteY122" fmla="*/ 23802 h 171218"/>
                <a:gd name="connsiteX123" fmla="*/ 90111 w 210599"/>
                <a:gd name="connsiteY123" fmla="*/ 26524 h 171218"/>
                <a:gd name="connsiteX124" fmla="*/ 78795 w 210599"/>
                <a:gd name="connsiteY124" fmla="*/ 26260 h 171218"/>
                <a:gd name="connsiteX125" fmla="*/ 60522 w 210599"/>
                <a:gd name="connsiteY125" fmla="*/ 10369 h 171218"/>
                <a:gd name="connsiteX126" fmla="*/ 56766 w 210599"/>
                <a:gd name="connsiteY126" fmla="*/ 8700 h 171218"/>
                <a:gd name="connsiteX127" fmla="*/ 53890 w 210599"/>
                <a:gd name="connsiteY127" fmla="*/ 1852 h 171218"/>
                <a:gd name="connsiteX128" fmla="*/ 48696 w 210599"/>
                <a:gd name="connsiteY128" fmla="*/ 755 h 171218"/>
                <a:gd name="connsiteX129" fmla="*/ 49253 w 210599"/>
                <a:gd name="connsiteY129" fmla="*/ 8174 h 171218"/>
                <a:gd name="connsiteX130" fmla="*/ 54169 w 210599"/>
                <a:gd name="connsiteY130" fmla="*/ 8174 h 171218"/>
                <a:gd name="connsiteX131" fmla="*/ 54447 w 210599"/>
                <a:gd name="connsiteY131" fmla="*/ 10895 h 171218"/>
                <a:gd name="connsiteX132" fmla="*/ 49531 w 210599"/>
                <a:gd name="connsiteY132" fmla="*/ 10895 h 171218"/>
                <a:gd name="connsiteX133" fmla="*/ 48093 w 210599"/>
                <a:gd name="connsiteY133" fmla="*/ 12564 h 171218"/>
                <a:gd name="connsiteX134" fmla="*/ 28105 w 210599"/>
                <a:gd name="connsiteY134" fmla="*/ 21607 h 171218"/>
                <a:gd name="connsiteX135" fmla="*/ 32742 w 210599"/>
                <a:gd name="connsiteY135" fmla="*/ 33943 h 171218"/>
                <a:gd name="connsiteX136" fmla="*/ 33021 w 210599"/>
                <a:gd name="connsiteY136" fmla="*/ 44084 h 171218"/>
                <a:gd name="connsiteX137" fmla="*/ 23189 w 210599"/>
                <a:gd name="connsiteY137" fmla="*/ 47376 h 171218"/>
                <a:gd name="connsiteX138" fmla="*/ 17994 w 210599"/>
                <a:gd name="connsiteY138" fmla="*/ 36401 h 171218"/>
                <a:gd name="connsiteX139" fmla="*/ 25229 w 210599"/>
                <a:gd name="connsiteY139" fmla="*/ 26787 h 171218"/>
                <a:gd name="connsiteX140" fmla="*/ 24070 w 210599"/>
                <a:gd name="connsiteY140" fmla="*/ 16339 h 171218"/>
                <a:gd name="connsiteX141" fmla="*/ 19432 w 210599"/>
                <a:gd name="connsiteY141" fmla="*/ 12212 h 171218"/>
                <a:gd name="connsiteX142" fmla="*/ 25786 w 210599"/>
                <a:gd name="connsiteY142" fmla="*/ 7296 h 171218"/>
                <a:gd name="connsiteX143" fmla="*/ 19432 w 210599"/>
                <a:gd name="connsiteY143" fmla="*/ 9008 h 171218"/>
                <a:gd name="connsiteX144" fmla="*/ 16742 w 210599"/>
                <a:gd name="connsiteY144" fmla="*/ 15549 h 171218"/>
                <a:gd name="connsiteX145" fmla="*/ 161718 w 210599"/>
                <a:gd name="connsiteY145" fmla="*/ 75824 h 171218"/>
                <a:gd name="connsiteX146" fmla="*/ 163480 w 210599"/>
                <a:gd name="connsiteY146" fmla="*/ 71960 h 171218"/>
                <a:gd name="connsiteX147" fmla="*/ 161161 w 210599"/>
                <a:gd name="connsiteY147" fmla="*/ 67570 h 171218"/>
                <a:gd name="connsiteX148" fmla="*/ 162320 w 210599"/>
                <a:gd name="connsiteY148" fmla="*/ 65902 h 171218"/>
                <a:gd name="connsiteX149" fmla="*/ 168999 w 210599"/>
                <a:gd name="connsiteY149" fmla="*/ 68931 h 171218"/>
                <a:gd name="connsiteX150" fmla="*/ 168999 w 210599"/>
                <a:gd name="connsiteY150" fmla="*/ 74682 h 171218"/>
                <a:gd name="connsiteX151" fmla="*/ 165660 w 210599"/>
                <a:gd name="connsiteY151" fmla="*/ 81267 h 171218"/>
                <a:gd name="connsiteX152" fmla="*/ 164361 w 210599"/>
                <a:gd name="connsiteY152" fmla="*/ 85657 h 171218"/>
                <a:gd name="connsiteX153" fmla="*/ 157961 w 210599"/>
                <a:gd name="connsiteY153" fmla="*/ 75780 h 171218"/>
                <a:gd name="connsiteX154" fmla="*/ 161718 w 210599"/>
                <a:gd name="connsiteY154" fmla="*/ 75780 h 17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210599" h="171218">
                  <a:moveTo>
                    <a:pt x="16696" y="15505"/>
                  </a:moveTo>
                  <a:cubicBezTo>
                    <a:pt x="16510" y="15944"/>
                    <a:pt x="16093" y="16207"/>
                    <a:pt x="15629" y="16207"/>
                  </a:cubicBezTo>
                  <a:lnTo>
                    <a:pt x="11362" y="16207"/>
                  </a:lnTo>
                  <a:lnTo>
                    <a:pt x="4916" y="26173"/>
                  </a:lnTo>
                  <a:lnTo>
                    <a:pt x="4916" y="36313"/>
                  </a:lnTo>
                  <a:cubicBezTo>
                    <a:pt x="4916" y="36313"/>
                    <a:pt x="4870" y="36709"/>
                    <a:pt x="4777" y="36884"/>
                  </a:cubicBezTo>
                  <a:lnTo>
                    <a:pt x="0" y="44567"/>
                  </a:lnTo>
                  <a:lnTo>
                    <a:pt x="3757" y="44567"/>
                  </a:lnTo>
                  <a:cubicBezTo>
                    <a:pt x="4406" y="44567"/>
                    <a:pt x="4916" y="45050"/>
                    <a:pt x="4916" y="45664"/>
                  </a:cubicBezTo>
                  <a:lnTo>
                    <a:pt x="4916" y="46191"/>
                  </a:lnTo>
                  <a:lnTo>
                    <a:pt x="8673" y="46191"/>
                  </a:lnTo>
                  <a:cubicBezTo>
                    <a:pt x="9275" y="46191"/>
                    <a:pt x="9786" y="46674"/>
                    <a:pt x="9832" y="47245"/>
                  </a:cubicBezTo>
                  <a:lnTo>
                    <a:pt x="10110" y="53654"/>
                  </a:lnTo>
                  <a:lnTo>
                    <a:pt x="13867" y="57210"/>
                  </a:lnTo>
                  <a:cubicBezTo>
                    <a:pt x="14099" y="57429"/>
                    <a:pt x="14238" y="57737"/>
                    <a:pt x="14191" y="58044"/>
                  </a:cubicBezTo>
                  <a:lnTo>
                    <a:pt x="13403" y="71434"/>
                  </a:lnTo>
                  <a:lnTo>
                    <a:pt x="17113" y="71434"/>
                  </a:lnTo>
                  <a:cubicBezTo>
                    <a:pt x="17623" y="71434"/>
                    <a:pt x="18087" y="71741"/>
                    <a:pt x="18226" y="72224"/>
                  </a:cubicBezTo>
                  <a:lnTo>
                    <a:pt x="19710" y="76921"/>
                  </a:lnTo>
                  <a:lnTo>
                    <a:pt x="44661" y="76921"/>
                  </a:lnTo>
                  <a:cubicBezTo>
                    <a:pt x="44661" y="76921"/>
                    <a:pt x="44986" y="76921"/>
                    <a:pt x="45125" y="77009"/>
                  </a:cubicBezTo>
                  <a:lnTo>
                    <a:pt x="50644" y="79204"/>
                  </a:lnTo>
                  <a:cubicBezTo>
                    <a:pt x="50644" y="79204"/>
                    <a:pt x="50922" y="79336"/>
                    <a:pt x="51015" y="79467"/>
                  </a:cubicBezTo>
                  <a:lnTo>
                    <a:pt x="63027" y="91101"/>
                  </a:lnTo>
                  <a:lnTo>
                    <a:pt x="64835" y="89784"/>
                  </a:lnTo>
                  <a:cubicBezTo>
                    <a:pt x="64835" y="89784"/>
                    <a:pt x="65253" y="89564"/>
                    <a:pt x="65485" y="89564"/>
                  </a:cubicBezTo>
                  <a:lnTo>
                    <a:pt x="83154" y="88730"/>
                  </a:lnTo>
                  <a:lnTo>
                    <a:pt x="90807" y="88994"/>
                  </a:lnTo>
                  <a:cubicBezTo>
                    <a:pt x="91270" y="88994"/>
                    <a:pt x="91688" y="89301"/>
                    <a:pt x="91873" y="89740"/>
                  </a:cubicBezTo>
                  <a:lnTo>
                    <a:pt x="93311" y="93866"/>
                  </a:lnTo>
                  <a:cubicBezTo>
                    <a:pt x="93450" y="94262"/>
                    <a:pt x="93311" y="94744"/>
                    <a:pt x="92986" y="95052"/>
                  </a:cubicBezTo>
                  <a:lnTo>
                    <a:pt x="90714" y="96939"/>
                  </a:lnTo>
                  <a:lnTo>
                    <a:pt x="90482" y="99793"/>
                  </a:lnTo>
                  <a:cubicBezTo>
                    <a:pt x="90482" y="100013"/>
                    <a:pt x="90389" y="100232"/>
                    <a:pt x="90204" y="100407"/>
                  </a:cubicBezTo>
                  <a:lnTo>
                    <a:pt x="86401" y="104754"/>
                  </a:lnTo>
                  <a:lnTo>
                    <a:pt x="86401" y="118494"/>
                  </a:lnTo>
                  <a:cubicBezTo>
                    <a:pt x="86725" y="119636"/>
                    <a:pt x="89323" y="127933"/>
                    <a:pt x="94656" y="131752"/>
                  </a:cubicBezTo>
                  <a:cubicBezTo>
                    <a:pt x="94934" y="131928"/>
                    <a:pt x="95073" y="132235"/>
                    <a:pt x="95120" y="132498"/>
                  </a:cubicBezTo>
                  <a:cubicBezTo>
                    <a:pt x="95120" y="132806"/>
                    <a:pt x="95027" y="133113"/>
                    <a:pt x="94841" y="133333"/>
                  </a:cubicBezTo>
                  <a:lnTo>
                    <a:pt x="87839" y="140840"/>
                  </a:lnTo>
                  <a:lnTo>
                    <a:pt x="90482" y="140840"/>
                  </a:lnTo>
                  <a:cubicBezTo>
                    <a:pt x="90853" y="140840"/>
                    <a:pt x="91178" y="140971"/>
                    <a:pt x="91410" y="141235"/>
                  </a:cubicBezTo>
                  <a:lnTo>
                    <a:pt x="97207" y="148083"/>
                  </a:lnTo>
                  <a:cubicBezTo>
                    <a:pt x="97207" y="148083"/>
                    <a:pt x="97439" y="148522"/>
                    <a:pt x="97439" y="148785"/>
                  </a:cubicBezTo>
                  <a:lnTo>
                    <a:pt x="97439" y="153966"/>
                  </a:lnTo>
                  <a:lnTo>
                    <a:pt x="100685" y="156117"/>
                  </a:lnTo>
                  <a:cubicBezTo>
                    <a:pt x="100963" y="156292"/>
                    <a:pt x="101102" y="156556"/>
                    <a:pt x="101149" y="156863"/>
                  </a:cubicBezTo>
                  <a:lnTo>
                    <a:pt x="102540" y="165248"/>
                  </a:lnTo>
                  <a:lnTo>
                    <a:pt x="110146" y="171218"/>
                  </a:lnTo>
                  <a:lnTo>
                    <a:pt x="120859" y="168628"/>
                  </a:lnTo>
                  <a:cubicBezTo>
                    <a:pt x="121277" y="168540"/>
                    <a:pt x="121740" y="168628"/>
                    <a:pt x="122019" y="168979"/>
                  </a:cubicBezTo>
                  <a:lnTo>
                    <a:pt x="123781" y="170823"/>
                  </a:lnTo>
                  <a:lnTo>
                    <a:pt x="129578" y="164853"/>
                  </a:lnTo>
                  <a:cubicBezTo>
                    <a:pt x="129578" y="164853"/>
                    <a:pt x="129949" y="164546"/>
                    <a:pt x="130227" y="164502"/>
                  </a:cubicBezTo>
                  <a:lnTo>
                    <a:pt x="134309" y="163712"/>
                  </a:lnTo>
                  <a:lnTo>
                    <a:pt x="139595" y="159760"/>
                  </a:lnTo>
                  <a:cubicBezTo>
                    <a:pt x="139920" y="159497"/>
                    <a:pt x="140430" y="159453"/>
                    <a:pt x="140801" y="159629"/>
                  </a:cubicBezTo>
                  <a:cubicBezTo>
                    <a:pt x="141219" y="159804"/>
                    <a:pt x="141451" y="160199"/>
                    <a:pt x="141451" y="160595"/>
                  </a:cubicBezTo>
                  <a:lnTo>
                    <a:pt x="141451" y="160595"/>
                  </a:lnTo>
                  <a:cubicBezTo>
                    <a:pt x="141451" y="160595"/>
                    <a:pt x="143770" y="158004"/>
                    <a:pt x="143770" y="158004"/>
                  </a:cubicBezTo>
                  <a:lnTo>
                    <a:pt x="143770" y="154010"/>
                  </a:lnTo>
                  <a:cubicBezTo>
                    <a:pt x="143770" y="153483"/>
                    <a:pt x="144187" y="153000"/>
                    <a:pt x="144790" y="152912"/>
                  </a:cubicBezTo>
                  <a:lnTo>
                    <a:pt x="154204" y="151683"/>
                  </a:lnTo>
                  <a:lnTo>
                    <a:pt x="154204" y="148742"/>
                  </a:lnTo>
                  <a:lnTo>
                    <a:pt x="146598" y="148259"/>
                  </a:lnTo>
                  <a:cubicBezTo>
                    <a:pt x="145996" y="148259"/>
                    <a:pt x="145532" y="147776"/>
                    <a:pt x="145532" y="147205"/>
                  </a:cubicBezTo>
                  <a:lnTo>
                    <a:pt x="145253" y="142639"/>
                  </a:lnTo>
                  <a:lnTo>
                    <a:pt x="140894" y="137986"/>
                  </a:lnTo>
                  <a:cubicBezTo>
                    <a:pt x="140662" y="137766"/>
                    <a:pt x="140569" y="137459"/>
                    <a:pt x="140616" y="137152"/>
                  </a:cubicBezTo>
                  <a:lnTo>
                    <a:pt x="141451" y="130435"/>
                  </a:lnTo>
                  <a:lnTo>
                    <a:pt x="133891" y="120909"/>
                  </a:lnTo>
                  <a:cubicBezTo>
                    <a:pt x="133613" y="120558"/>
                    <a:pt x="133566" y="120075"/>
                    <a:pt x="133798" y="119680"/>
                  </a:cubicBezTo>
                  <a:cubicBezTo>
                    <a:pt x="134030" y="119285"/>
                    <a:pt x="134494" y="119109"/>
                    <a:pt x="134958" y="119153"/>
                  </a:cubicBezTo>
                  <a:lnTo>
                    <a:pt x="143677" y="120250"/>
                  </a:lnTo>
                  <a:cubicBezTo>
                    <a:pt x="143909" y="120250"/>
                    <a:pt x="144140" y="120382"/>
                    <a:pt x="144326" y="120558"/>
                  </a:cubicBezTo>
                  <a:lnTo>
                    <a:pt x="148361" y="124377"/>
                  </a:lnTo>
                  <a:lnTo>
                    <a:pt x="158610" y="124640"/>
                  </a:lnTo>
                  <a:cubicBezTo>
                    <a:pt x="158888" y="124640"/>
                    <a:pt x="159167" y="124772"/>
                    <a:pt x="159352" y="124948"/>
                  </a:cubicBezTo>
                  <a:lnTo>
                    <a:pt x="163433" y="128548"/>
                  </a:lnTo>
                  <a:lnTo>
                    <a:pt x="165242" y="127757"/>
                  </a:lnTo>
                  <a:lnTo>
                    <a:pt x="165242" y="124333"/>
                  </a:lnTo>
                  <a:cubicBezTo>
                    <a:pt x="165242" y="123806"/>
                    <a:pt x="165613" y="123367"/>
                    <a:pt x="166170" y="123280"/>
                  </a:cubicBezTo>
                  <a:lnTo>
                    <a:pt x="184118" y="119504"/>
                  </a:lnTo>
                  <a:lnTo>
                    <a:pt x="187411" y="116168"/>
                  </a:lnTo>
                  <a:cubicBezTo>
                    <a:pt x="187411" y="116168"/>
                    <a:pt x="187782" y="115904"/>
                    <a:pt x="188013" y="115860"/>
                  </a:cubicBezTo>
                  <a:lnTo>
                    <a:pt x="193254" y="114895"/>
                  </a:lnTo>
                  <a:lnTo>
                    <a:pt x="194274" y="111953"/>
                  </a:lnTo>
                  <a:cubicBezTo>
                    <a:pt x="194367" y="111646"/>
                    <a:pt x="194599" y="111426"/>
                    <a:pt x="194924" y="111295"/>
                  </a:cubicBezTo>
                  <a:lnTo>
                    <a:pt x="199283" y="109451"/>
                  </a:lnTo>
                  <a:lnTo>
                    <a:pt x="187364" y="96588"/>
                  </a:lnTo>
                  <a:cubicBezTo>
                    <a:pt x="186993" y="96193"/>
                    <a:pt x="186993" y="95579"/>
                    <a:pt x="187364" y="95183"/>
                  </a:cubicBezTo>
                  <a:lnTo>
                    <a:pt x="191492" y="90442"/>
                  </a:lnTo>
                  <a:lnTo>
                    <a:pt x="189358" y="83857"/>
                  </a:lnTo>
                  <a:cubicBezTo>
                    <a:pt x="189266" y="83550"/>
                    <a:pt x="189312" y="83243"/>
                    <a:pt x="189497" y="82935"/>
                  </a:cubicBezTo>
                  <a:cubicBezTo>
                    <a:pt x="189683" y="82628"/>
                    <a:pt x="189961" y="82496"/>
                    <a:pt x="190286" y="82453"/>
                  </a:cubicBezTo>
                  <a:lnTo>
                    <a:pt x="197567" y="81399"/>
                  </a:lnTo>
                  <a:lnTo>
                    <a:pt x="203503" y="77492"/>
                  </a:lnTo>
                  <a:lnTo>
                    <a:pt x="203503" y="76921"/>
                  </a:lnTo>
                  <a:lnTo>
                    <a:pt x="199098" y="76702"/>
                  </a:lnTo>
                  <a:cubicBezTo>
                    <a:pt x="198495" y="76702"/>
                    <a:pt x="197985" y="76175"/>
                    <a:pt x="197985" y="75604"/>
                  </a:cubicBezTo>
                  <a:lnTo>
                    <a:pt x="197985" y="68492"/>
                  </a:lnTo>
                  <a:cubicBezTo>
                    <a:pt x="197985" y="68053"/>
                    <a:pt x="198263" y="67658"/>
                    <a:pt x="198680" y="67482"/>
                  </a:cubicBezTo>
                  <a:lnTo>
                    <a:pt x="204014" y="65375"/>
                  </a:lnTo>
                  <a:lnTo>
                    <a:pt x="210599" y="59361"/>
                  </a:lnTo>
                  <a:lnTo>
                    <a:pt x="209393" y="54796"/>
                  </a:lnTo>
                  <a:cubicBezTo>
                    <a:pt x="207585" y="54137"/>
                    <a:pt x="205359" y="53874"/>
                    <a:pt x="202901" y="54796"/>
                  </a:cubicBezTo>
                  <a:lnTo>
                    <a:pt x="198263" y="53961"/>
                  </a:lnTo>
                  <a:lnTo>
                    <a:pt x="198263" y="51503"/>
                  </a:lnTo>
                  <a:lnTo>
                    <a:pt x="196222" y="50142"/>
                  </a:lnTo>
                  <a:cubicBezTo>
                    <a:pt x="196222" y="50142"/>
                    <a:pt x="198263" y="42196"/>
                    <a:pt x="189544" y="38640"/>
                  </a:cubicBezTo>
                  <a:cubicBezTo>
                    <a:pt x="180825" y="35084"/>
                    <a:pt x="178506" y="34250"/>
                    <a:pt x="178506" y="34250"/>
                  </a:cubicBezTo>
                  <a:cubicBezTo>
                    <a:pt x="178506" y="34250"/>
                    <a:pt x="175028" y="31528"/>
                    <a:pt x="172431" y="34514"/>
                  </a:cubicBezTo>
                  <a:lnTo>
                    <a:pt x="166031" y="26260"/>
                  </a:lnTo>
                  <a:lnTo>
                    <a:pt x="170947" y="25163"/>
                  </a:lnTo>
                  <a:lnTo>
                    <a:pt x="176465" y="23495"/>
                  </a:lnTo>
                  <a:cubicBezTo>
                    <a:pt x="176465" y="23495"/>
                    <a:pt x="173868" y="19105"/>
                    <a:pt x="159074" y="23231"/>
                  </a:cubicBezTo>
                  <a:lnTo>
                    <a:pt x="143398" y="23231"/>
                  </a:lnTo>
                  <a:lnTo>
                    <a:pt x="143398" y="25163"/>
                  </a:lnTo>
                  <a:lnTo>
                    <a:pt x="150355" y="25426"/>
                  </a:lnTo>
                  <a:lnTo>
                    <a:pt x="139642" y="28455"/>
                  </a:lnTo>
                  <a:lnTo>
                    <a:pt x="133566" y="32845"/>
                  </a:lnTo>
                  <a:cubicBezTo>
                    <a:pt x="133566" y="32845"/>
                    <a:pt x="117891" y="32319"/>
                    <a:pt x="115016" y="27929"/>
                  </a:cubicBezTo>
                  <a:cubicBezTo>
                    <a:pt x="112140" y="23539"/>
                    <a:pt x="104581" y="23802"/>
                    <a:pt x="104581" y="23802"/>
                  </a:cubicBezTo>
                  <a:lnTo>
                    <a:pt x="90111" y="26524"/>
                  </a:lnTo>
                  <a:lnTo>
                    <a:pt x="78795" y="26260"/>
                  </a:lnTo>
                  <a:cubicBezTo>
                    <a:pt x="78795" y="26260"/>
                    <a:pt x="80557" y="8964"/>
                    <a:pt x="60522" y="10369"/>
                  </a:cubicBezTo>
                  <a:lnTo>
                    <a:pt x="56766" y="8700"/>
                  </a:lnTo>
                  <a:lnTo>
                    <a:pt x="53890" y="1852"/>
                  </a:lnTo>
                  <a:cubicBezTo>
                    <a:pt x="53890" y="1852"/>
                    <a:pt x="51293" y="-1440"/>
                    <a:pt x="48696" y="755"/>
                  </a:cubicBezTo>
                  <a:cubicBezTo>
                    <a:pt x="46099" y="2950"/>
                    <a:pt x="44058" y="7866"/>
                    <a:pt x="49253" y="8174"/>
                  </a:cubicBezTo>
                  <a:lnTo>
                    <a:pt x="54169" y="8174"/>
                  </a:lnTo>
                  <a:lnTo>
                    <a:pt x="54447" y="10895"/>
                  </a:lnTo>
                  <a:lnTo>
                    <a:pt x="49531" y="10895"/>
                  </a:lnTo>
                  <a:lnTo>
                    <a:pt x="48093" y="12564"/>
                  </a:lnTo>
                  <a:cubicBezTo>
                    <a:pt x="48093" y="12564"/>
                    <a:pt x="31305" y="16690"/>
                    <a:pt x="28105" y="21607"/>
                  </a:cubicBezTo>
                  <a:cubicBezTo>
                    <a:pt x="24905" y="26524"/>
                    <a:pt x="32742" y="33943"/>
                    <a:pt x="32742" y="33943"/>
                  </a:cubicBezTo>
                  <a:cubicBezTo>
                    <a:pt x="32742" y="33943"/>
                    <a:pt x="35618" y="40791"/>
                    <a:pt x="33021" y="44084"/>
                  </a:cubicBezTo>
                  <a:cubicBezTo>
                    <a:pt x="30423" y="47376"/>
                    <a:pt x="24023" y="49001"/>
                    <a:pt x="23189" y="47376"/>
                  </a:cubicBezTo>
                  <a:cubicBezTo>
                    <a:pt x="22354" y="45752"/>
                    <a:pt x="22029" y="38596"/>
                    <a:pt x="17994" y="36401"/>
                  </a:cubicBezTo>
                  <a:cubicBezTo>
                    <a:pt x="17994" y="36401"/>
                    <a:pt x="25229" y="28719"/>
                    <a:pt x="25229" y="26787"/>
                  </a:cubicBezTo>
                  <a:cubicBezTo>
                    <a:pt x="25229" y="24856"/>
                    <a:pt x="24070" y="16339"/>
                    <a:pt x="24070" y="16339"/>
                  </a:cubicBezTo>
                  <a:cubicBezTo>
                    <a:pt x="24070" y="16339"/>
                    <a:pt x="17670" y="14671"/>
                    <a:pt x="19432" y="12212"/>
                  </a:cubicBezTo>
                  <a:cubicBezTo>
                    <a:pt x="20870" y="10149"/>
                    <a:pt x="21009" y="9051"/>
                    <a:pt x="25786" y="7296"/>
                  </a:cubicBezTo>
                  <a:lnTo>
                    <a:pt x="19432" y="9008"/>
                  </a:lnTo>
                  <a:lnTo>
                    <a:pt x="16742" y="15549"/>
                  </a:lnTo>
                  <a:close/>
                  <a:moveTo>
                    <a:pt x="161718" y="75824"/>
                  </a:moveTo>
                  <a:lnTo>
                    <a:pt x="163480" y="71960"/>
                  </a:lnTo>
                  <a:lnTo>
                    <a:pt x="161161" y="67570"/>
                  </a:lnTo>
                  <a:lnTo>
                    <a:pt x="162320" y="65902"/>
                  </a:lnTo>
                  <a:lnTo>
                    <a:pt x="168999" y="68931"/>
                  </a:lnTo>
                  <a:lnTo>
                    <a:pt x="168999" y="74682"/>
                  </a:lnTo>
                  <a:lnTo>
                    <a:pt x="165660" y="81267"/>
                  </a:lnTo>
                  <a:lnTo>
                    <a:pt x="164361" y="85657"/>
                  </a:lnTo>
                  <a:lnTo>
                    <a:pt x="157961" y="75780"/>
                  </a:lnTo>
                  <a:lnTo>
                    <a:pt x="161718" y="75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2" name="Freeform: Shape 1801">
              <a:extLst>
                <a:ext uri="{FF2B5EF4-FFF2-40B4-BE49-F238E27FC236}">
                  <a16:creationId xmlns:a16="http://schemas.microsoft.com/office/drawing/2014/main" id="{2F388F59-2AD8-130D-4C2C-B3653CB6D775}"/>
                </a:ext>
              </a:extLst>
            </p:cNvPr>
            <p:cNvSpPr>
              <a:spLocks/>
            </p:cNvSpPr>
            <p:nvPr/>
          </p:nvSpPr>
          <p:spPr>
            <a:xfrm>
              <a:off x="4055325" y="2722694"/>
              <a:ext cx="17235" cy="20705"/>
            </a:xfrm>
            <a:custGeom>
              <a:avLst/>
              <a:gdLst>
                <a:gd name="connsiteX0" fmla="*/ 4545 w 11547"/>
                <a:gd name="connsiteY0" fmla="*/ 13872 h 13872"/>
                <a:gd name="connsiteX1" fmla="*/ 7699 w 11547"/>
                <a:gd name="connsiteY1" fmla="*/ 13872 h 13872"/>
                <a:gd name="connsiteX2" fmla="*/ 11548 w 11547"/>
                <a:gd name="connsiteY2" fmla="*/ 8429 h 13872"/>
                <a:gd name="connsiteX3" fmla="*/ 11548 w 11547"/>
                <a:gd name="connsiteY3" fmla="*/ 1405 h 13872"/>
                <a:gd name="connsiteX4" fmla="*/ 8162 w 11547"/>
                <a:gd name="connsiteY4" fmla="*/ 0 h 13872"/>
                <a:gd name="connsiteX5" fmla="*/ 2783 w 11547"/>
                <a:gd name="connsiteY5" fmla="*/ 3336 h 13872"/>
                <a:gd name="connsiteX6" fmla="*/ 0 w 11547"/>
                <a:gd name="connsiteY6" fmla="*/ 6980 h 13872"/>
                <a:gd name="connsiteX7" fmla="*/ 1345 w 11547"/>
                <a:gd name="connsiteY7" fmla="*/ 12512 h 13872"/>
                <a:gd name="connsiteX8" fmla="*/ 4545 w 11547"/>
                <a:gd name="connsiteY8" fmla="*/ 13872 h 13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47" h="13872">
                  <a:moveTo>
                    <a:pt x="4545" y="13872"/>
                  </a:moveTo>
                  <a:lnTo>
                    <a:pt x="7699" y="13872"/>
                  </a:lnTo>
                  <a:lnTo>
                    <a:pt x="11548" y="8429"/>
                  </a:lnTo>
                  <a:lnTo>
                    <a:pt x="11548" y="1405"/>
                  </a:lnTo>
                  <a:lnTo>
                    <a:pt x="8162" y="0"/>
                  </a:lnTo>
                  <a:lnTo>
                    <a:pt x="2783" y="3336"/>
                  </a:lnTo>
                  <a:lnTo>
                    <a:pt x="0" y="6980"/>
                  </a:lnTo>
                  <a:lnTo>
                    <a:pt x="1345" y="12512"/>
                  </a:lnTo>
                  <a:lnTo>
                    <a:pt x="4545" y="1387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3" name="Freeform: Shape 1802">
              <a:extLst>
                <a:ext uri="{FF2B5EF4-FFF2-40B4-BE49-F238E27FC236}">
                  <a16:creationId xmlns:a16="http://schemas.microsoft.com/office/drawing/2014/main" id="{9A0C737C-7AC5-C318-7D0E-59722C391490}"/>
                </a:ext>
              </a:extLst>
            </p:cNvPr>
            <p:cNvSpPr>
              <a:spLocks/>
            </p:cNvSpPr>
            <p:nvPr/>
          </p:nvSpPr>
          <p:spPr>
            <a:xfrm>
              <a:off x="3901786" y="5372528"/>
              <a:ext cx="14398" cy="27258"/>
            </a:xfrm>
            <a:custGeom>
              <a:avLst/>
              <a:gdLst>
                <a:gd name="connsiteX0" fmla="*/ 9647 w 9646"/>
                <a:gd name="connsiteY0" fmla="*/ 5093 h 18262"/>
                <a:gd name="connsiteX1" fmla="*/ 2690 w 9646"/>
                <a:gd name="connsiteY1" fmla="*/ 0 h 18262"/>
                <a:gd name="connsiteX2" fmla="*/ 0 w 9646"/>
                <a:gd name="connsiteY2" fmla="*/ 7288 h 18262"/>
                <a:gd name="connsiteX3" fmla="*/ 3107 w 9646"/>
                <a:gd name="connsiteY3" fmla="*/ 9131 h 18262"/>
                <a:gd name="connsiteX4" fmla="*/ 0 w 9646"/>
                <a:gd name="connsiteY4" fmla="*/ 15365 h 18262"/>
                <a:gd name="connsiteX5" fmla="*/ 2690 w 9646"/>
                <a:gd name="connsiteY5" fmla="*/ 18263 h 18262"/>
                <a:gd name="connsiteX6" fmla="*/ 6168 w 9646"/>
                <a:gd name="connsiteY6" fmla="*/ 10975 h 18262"/>
                <a:gd name="connsiteX7" fmla="*/ 9647 w 9646"/>
                <a:gd name="connsiteY7" fmla="*/ 5093 h 1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46" h="18262">
                  <a:moveTo>
                    <a:pt x="9647" y="5093"/>
                  </a:moveTo>
                  <a:lnTo>
                    <a:pt x="2690" y="0"/>
                  </a:lnTo>
                  <a:lnTo>
                    <a:pt x="0" y="7288"/>
                  </a:lnTo>
                  <a:lnTo>
                    <a:pt x="3107" y="9131"/>
                  </a:lnTo>
                  <a:lnTo>
                    <a:pt x="0" y="15365"/>
                  </a:lnTo>
                  <a:lnTo>
                    <a:pt x="2690" y="18263"/>
                  </a:lnTo>
                  <a:lnTo>
                    <a:pt x="6168" y="10975"/>
                  </a:lnTo>
                  <a:lnTo>
                    <a:pt x="9647" y="50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4" name="Freeform: Shape 1803">
              <a:extLst>
                <a:ext uri="{FF2B5EF4-FFF2-40B4-BE49-F238E27FC236}">
                  <a16:creationId xmlns:a16="http://schemas.microsoft.com/office/drawing/2014/main" id="{644C983B-A1E0-DEDE-03D5-C74255153910}"/>
                </a:ext>
              </a:extLst>
            </p:cNvPr>
            <p:cNvSpPr>
              <a:spLocks/>
            </p:cNvSpPr>
            <p:nvPr/>
          </p:nvSpPr>
          <p:spPr>
            <a:xfrm>
              <a:off x="3908985" y="5431500"/>
              <a:ext cx="16405" cy="26211"/>
            </a:xfrm>
            <a:custGeom>
              <a:avLst/>
              <a:gdLst>
                <a:gd name="connsiteX0" fmla="*/ 8904 w 10991"/>
                <a:gd name="connsiteY0" fmla="*/ 12073 h 17560"/>
                <a:gd name="connsiteX1" fmla="*/ 10991 w 10991"/>
                <a:gd name="connsiteY1" fmla="*/ 7200 h 17560"/>
                <a:gd name="connsiteX2" fmla="*/ 6771 w 10991"/>
                <a:gd name="connsiteY2" fmla="*/ 0 h 17560"/>
                <a:gd name="connsiteX3" fmla="*/ 5519 w 10991"/>
                <a:gd name="connsiteY3" fmla="*/ 3644 h 17560"/>
                <a:gd name="connsiteX4" fmla="*/ 2922 w 10991"/>
                <a:gd name="connsiteY4" fmla="*/ 3644 h 17560"/>
                <a:gd name="connsiteX5" fmla="*/ 0 w 10991"/>
                <a:gd name="connsiteY5" fmla="*/ 7200 h 17560"/>
                <a:gd name="connsiteX6" fmla="*/ 0 w 10991"/>
                <a:gd name="connsiteY6" fmla="*/ 10975 h 17560"/>
                <a:gd name="connsiteX7" fmla="*/ 4823 w 10991"/>
                <a:gd name="connsiteY7" fmla="*/ 12424 h 17560"/>
                <a:gd name="connsiteX8" fmla="*/ 6771 w 10991"/>
                <a:gd name="connsiteY8" fmla="*/ 17560 h 17560"/>
                <a:gd name="connsiteX9" fmla="*/ 10991 w 10991"/>
                <a:gd name="connsiteY9" fmla="*/ 15453 h 17560"/>
                <a:gd name="connsiteX10" fmla="*/ 8904 w 10991"/>
                <a:gd name="connsiteY10" fmla="*/ 12073 h 17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991" h="17560">
                  <a:moveTo>
                    <a:pt x="8904" y="12073"/>
                  </a:moveTo>
                  <a:lnTo>
                    <a:pt x="10991" y="7200"/>
                  </a:lnTo>
                  <a:lnTo>
                    <a:pt x="6771" y="0"/>
                  </a:lnTo>
                  <a:lnTo>
                    <a:pt x="5519" y="3644"/>
                  </a:lnTo>
                  <a:lnTo>
                    <a:pt x="2922" y="3644"/>
                  </a:lnTo>
                  <a:lnTo>
                    <a:pt x="0" y="7200"/>
                  </a:lnTo>
                  <a:lnTo>
                    <a:pt x="0" y="10975"/>
                  </a:lnTo>
                  <a:lnTo>
                    <a:pt x="4823" y="12424"/>
                  </a:lnTo>
                  <a:lnTo>
                    <a:pt x="6771" y="17560"/>
                  </a:lnTo>
                  <a:lnTo>
                    <a:pt x="10991" y="15453"/>
                  </a:lnTo>
                  <a:lnTo>
                    <a:pt x="8904" y="120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5" name="Freeform: Shape 1804">
              <a:extLst>
                <a:ext uri="{FF2B5EF4-FFF2-40B4-BE49-F238E27FC236}">
                  <a16:creationId xmlns:a16="http://schemas.microsoft.com/office/drawing/2014/main" id="{5956616C-FAAD-F1AF-5F32-8711D6D715BA}"/>
                </a:ext>
              </a:extLst>
            </p:cNvPr>
            <p:cNvSpPr>
              <a:spLocks/>
            </p:cNvSpPr>
            <p:nvPr/>
          </p:nvSpPr>
          <p:spPr>
            <a:xfrm>
              <a:off x="4156185" y="5547811"/>
              <a:ext cx="22497" cy="6553"/>
            </a:xfrm>
            <a:custGeom>
              <a:avLst/>
              <a:gdLst>
                <a:gd name="connsiteX0" fmla="*/ 1948 w 15072"/>
                <a:gd name="connsiteY0" fmla="*/ 4390 h 4390"/>
                <a:gd name="connsiteX1" fmla="*/ 9647 w 15072"/>
                <a:gd name="connsiteY1" fmla="*/ 2195 h 4390"/>
                <a:gd name="connsiteX2" fmla="*/ 15073 w 15072"/>
                <a:gd name="connsiteY2" fmla="*/ 0 h 4390"/>
                <a:gd name="connsiteX3" fmla="*/ 0 w 15072"/>
                <a:gd name="connsiteY3" fmla="*/ 0 h 4390"/>
                <a:gd name="connsiteX4" fmla="*/ 1948 w 15072"/>
                <a:gd name="connsiteY4" fmla="*/ 439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2" h="4390">
                  <a:moveTo>
                    <a:pt x="1948" y="4390"/>
                  </a:moveTo>
                  <a:lnTo>
                    <a:pt x="9647" y="2195"/>
                  </a:lnTo>
                  <a:lnTo>
                    <a:pt x="15073" y="0"/>
                  </a:lnTo>
                  <a:lnTo>
                    <a:pt x="0" y="0"/>
                  </a:lnTo>
                  <a:lnTo>
                    <a:pt x="1948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6" name="Freeform: Shape 1805">
              <a:extLst>
                <a:ext uri="{FF2B5EF4-FFF2-40B4-BE49-F238E27FC236}">
                  <a16:creationId xmlns:a16="http://schemas.microsoft.com/office/drawing/2014/main" id="{EB3BC0EF-9BE0-432D-4D20-D926700D9B2A}"/>
                </a:ext>
              </a:extLst>
            </p:cNvPr>
            <p:cNvSpPr>
              <a:spLocks/>
            </p:cNvSpPr>
            <p:nvPr/>
          </p:nvSpPr>
          <p:spPr>
            <a:xfrm>
              <a:off x="3851044" y="3496565"/>
              <a:ext cx="9136" cy="4848"/>
            </a:xfrm>
            <a:custGeom>
              <a:avLst/>
              <a:gdLst>
                <a:gd name="connsiteX0" fmla="*/ 0 w 6121"/>
                <a:gd name="connsiteY0" fmla="*/ 1975 h 3248"/>
                <a:gd name="connsiteX1" fmla="*/ 4638 w 6121"/>
                <a:gd name="connsiteY1" fmla="*/ 3249 h 3248"/>
                <a:gd name="connsiteX2" fmla="*/ 6122 w 6121"/>
                <a:gd name="connsiteY2" fmla="*/ 702 h 3248"/>
                <a:gd name="connsiteX3" fmla="*/ 3154 w 6121"/>
                <a:gd name="connsiteY3" fmla="*/ 0 h 3248"/>
                <a:gd name="connsiteX4" fmla="*/ 0 w 6121"/>
                <a:gd name="connsiteY4" fmla="*/ 1975 h 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3248">
                  <a:moveTo>
                    <a:pt x="0" y="1975"/>
                  </a:moveTo>
                  <a:lnTo>
                    <a:pt x="4638" y="3249"/>
                  </a:lnTo>
                  <a:lnTo>
                    <a:pt x="6122" y="702"/>
                  </a:lnTo>
                  <a:lnTo>
                    <a:pt x="3154" y="0"/>
                  </a:lnTo>
                  <a:lnTo>
                    <a:pt x="0" y="197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7" name="Freeform: Shape 1806">
              <a:extLst>
                <a:ext uri="{FF2B5EF4-FFF2-40B4-BE49-F238E27FC236}">
                  <a16:creationId xmlns:a16="http://schemas.microsoft.com/office/drawing/2014/main" id="{91299778-5771-D97B-E938-E908A10A778A}"/>
                </a:ext>
              </a:extLst>
            </p:cNvPr>
            <p:cNvSpPr>
              <a:spLocks/>
            </p:cNvSpPr>
            <p:nvPr/>
          </p:nvSpPr>
          <p:spPr>
            <a:xfrm>
              <a:off x="3899778" y="3516484"/>
              <a:ext cx="5745" cy="4061"/>
            </a:xfrm>
            <a:custGeom>
              <a:avLst/>
              <a:gdLst>
                <a:gd name="connsiteX0" fmla="*/ 3849 w 3849"/>
                <a:gd name="connsiteY0" fmla="*/ 0 h 2721"/>
                <a:gd name="connsiteX1" fmla="*/ 0 w 3849"/>
                <a:gd name="connsiteY1" fmla="*/ 2722 h 2721"/>
                <a:gd name="connsiteX2" fmla="*/ 3849 w 3849"/>
                <a:gd name="connsiteY2" fmla="*/ 2722 h 2721"/>
                <a:gd name="connsiteX3" fmla="*/ 3849 w 3849"/>
                <a:gd name="connsiteY3" fmla="*/ 0 h 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49" h="2721">
                  <a:moveTo>
                    <a:pt x="3849" y="0"/>
                  </a:moveTo>
                  <a:lnTo>
                    <a:pt x="0" y="2722"/>
                  </a:lnTo>
                  <a:lnTo>
                    <a:pt x="3849" y="2722"/>
                  </a:lnTo>
                  <a:lnTo>
                    <a:pt x="384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8" name="Freeform: Shape 1807">
              <a:extLst>
                <a:ext uri="{FF2B5EF4-FFF2-40B4-BE49-F238E27FC236}">
                  <a16:creationId xmlns:a16="http://schemas.microsoft.com/office/drawing/2014/main" id="{1255B08B-B953-17A2-DE6F-8015F2F484E8}"/>
                </a:ext>
              </a:extLst>
            </p:cNvPr>
            <p:cNvSpPr>
              <a:spLocks/>
            </p:cNvSpPr>
            <p:nvPr/>
          </p:nvSpPr>
          <p:spPr>
            <a:xfrm>
              <a:off x="3890501" y="3531751"/>
              <a:ext cx="4360" cy="4914"/>
            </a:xfrm>
            <a:custGeom>
              <a:avLst/>
              <a:gdLst>
                <a:gd name="connsiteX0" fmla="*/ 0 w 2921"/>
                <a:gd name="connsiteY0" fmla="*/ 0 h 3292"/>
                <a:gd name="connsiteX1" fmla="*/ 0 w 2921"/>
                <a:gd name="connsiteY1" fmla="*/ 3293 h 3292"/>
                <a:gd name="connsiteX2" fmla="*/ 2922 w 2921"/>
                <a:gd name="connsiteY2" fmla="*/ 3293 h 3292"/>
                <a:gd name="connsiteX3" fmla="*/ 2922 w 2921"/>
                <a:gd name="connsiteY3" fmla="*/ 922 h 3292"/>
                <a:gd name="connsiteX4" fmla="*/ 0 w 2921"/>
                <a:gd name="connsiteY4" fmla="*/ 0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1" h="3292">
                  <a:moveTo>
                    <a:pt x="0" y="0"/>
                  </a:moveTo>
                  <a:lnTo>
                    <a:pt x="0" y="3293"/>
                  </a:lnTo>
                  <a:lnTo>
                    <a:pt x="2922" y="3293"/>
                  </a:lnTo>
                  <a:lnTo>
                    <a:pt x="2922" y="92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9" name="Freeform: Shape 1808">
              <a:extLst>
                <a:ext uri="{FF2B5EF4-FFF2-40B4-BE49-F238E27FC236}">
                  <a16:creationId xmlns:a16="http://schemas.microsoft.com/office/drawing/2014/main" id="{7ED34249-AF09-481B-CAB7-021F4CBE25E1}"/>
                </a:ext>
              </a:extLst>
            </p:cNvPr>
            <p:cNvSpPr>
              <a:spLocks/>
            </p:cNvSpPr>
            <p:nvPr/>
          </p:nvSpPr>
          <p:spPr>
            <a:xfrm>
              <a:off x="3910161" y="3543744"/>
              <a:ext cx="8306" cy="10090"/>
            </a:xfrm>
            <a:custGeom>
              <a:avLst/>
              <a:gdLst>
                <a:gd name="connsiteX0" fmla="*/ 5565 w 5565"/>
                <a:gd name="connsiteY0" fmla="*/ 5136 h 6760"/>
                <a:gd name="connsiteX1" fmla="*/ 3849 w 5565"/>
                <a:gd name="connsiteY1" fmla="*/ 1010 h 6760"/>
                <a:gd name="connsiteX2" fmla="*/ 0 w 5565"/>
                <a:gd name="connsiteY2" fmla="*/ 0 h 6760"/>
                <a:gd name="connsiteX3" fmla="*/ 2133 w 5565"/>
                <a:gd name="connsiteY3" fmla="*/ 3117 h 6760"/>
                <a:gd name="connsiteX4" fmla="*/ 4823 w 5565"/>
                <a:gd name="connsiteY4" fmla="*/ 6761 h 6760"/>
                <a:gd name="connsiteX5" fmla="*/ 5565 w 5565"/>
                <a:gd name="connsiteY5" fmla="*/ 5136 h 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5" h="6760">
                  <a:moveTo>
                    <a:pt x="5565" y="5136"/>
                  </a:moveTo>
                  <a:lnTo>
                    <a:pt x="3849" y="1010"/>
                  </a:lnTo>
                  <a:lnTo>
                    <a:pt x="0" y="0"/>
                  </a:lnTo>
                  <a:lnTo>
                    <a:pt x="2133" y="3117"/>
                  </a:lnTo>
                  <a:lnTo>
                    <a:pt x="4823" y="6761"/>
                  </a:lnTo>
                  <a:lnTo>
                    <a:pt x="5565" y="51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0" name="Freeform: Shape 1809">
              <a:extLst>
                <a:ext uri="{FF2B5EF4-FFF2-40B4-BE49-F238E27FC236}">
                  <a16:creationId xmlns:a16="http://schemas.microsoft.com/office/drawing/2014/main" id="{A431B667-66D7-FFEA-3F1E-03496673EE56}"/>
                </a:ext>
              </a:extLst>
            </p:cNvPr>
            <p:cNvSpPr>
              <a:spLocks/>
            </p:cNvSpPr>
            <p:nvPr/>
          </p:nvSpPr>
          <p:spPr>
            <a:xfrm>
              <a:off x="3930651" y="3552262"/>
              <a:ext cx="13013" cy="8453"/>
            </a:xfrm>
            <a:custGeom>
              <a:avLst/>
              <a:gdLst>
                <a:gd name="connsiteX0" fmla="*/ 7884 w 8718"/>
                <a:gd name="connsiteY0" fmla="*/ 1054 h 5663"/>
                <a:gd name="connsiteX1" fmla="*/ 4313 w 8718"/>
                <a:gd name="connsiteY1" fmla="*/ 2810 h 5663"/>
                <a:gd name="connsiteX2" fmla="*/ 0 w 8718"/>
                <a:gd name="connsiteY2" fmla="*/ 0 h 5663"/>
                <a:gd name="connsiteX3" fmla="*/ 0 w 8718"/>
                <a:gd name="connsiteY3" fmla="*/ 2546 h 5663"/>
                <a:gd name="connsiteX4" fmla="*/ 3432 w 8718"/>
                <a:gd name="connsiteY4" fmla="*/ 4741 h 5663"/>
                <a:gd name="connsiteX5" fmla="*/ 5380 w 8718"/>
                <a:gd name="connsiteY5" fmla="*/ 5663 h 5663"/>
                <a:gd name="connsiteX6" fmla="*/ 8719 w 8718"/>
                <a:gd name="connsiteY6" fmla="*/ 5663 h 5663"/>
                <a:gd name="connsiteX7" fmla="*/ 7884 w 8718"/>
                <a:gd name="connsiteY7" fmla="*/ 1054 h 5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18" h="5663">
                  <a:moveTo>
                    <a:pt x="7884" y="1054"/>
                  </a:moveTo>
                  <a:lnTo>
                    <a:pt x="4313" y="2810"/>
                  </a:lnTo>
                  <a:lnTo>
                    <a:pt x="0" y="0"/>
                  </a:lnTo>
                  <a:lnTo>
                    <a:pt x="0" y="2546"/>
                  </a:lnTo>
                  <a:lnTo>
                    <a:pt x="3432" y="4741"/>
                  </a:lnTo>
                  <a:lnTo>
                    <a:pt x="5380" y="5663"/>
                  </a:lnTo>
                  <a:lnTo>
                    <a:pt x="8719" y="5663"/>
                  </a:lnTo>
                  <a:lnTo>
                    <a:pt x="7884" y="105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1" name="Freeform: Shape 1810">
              <a:extLst>
                <a:ext uri="{FF2B5EF4-FFF2-40B4-BE49-F238E27FC236}">
                  <a16:creationId xmlns:a16="http://schemas.microsoft.com/office/drawing/2014/main" id="{FB84686D-2C76-C35E-4711-B9F3CFF4D018}"/>
                </a:ext>
              </a:extLst>
            </p:cNvPr>
            <p:cNvSpPr>
              <a:spLocks/>
            </p:cNvSpPr>
            <p:nvPr/>
          </p:nvSpPr>
          <p:spPr>
            <a:xfrm>
              <a:off x="3932314" y="3563140"/>
              <a:ext cx="6922" cy="2490"/>
            </a:xfrm>
            <a:custGeom>
              <a:avLst/>
              <a:gdLst>
                <a:gd name="connsiteX0" fmla="*/ 0 w 4637"/>
                <a:gd name="connsiteY0" fmla="*/ 1668 h 1668"/>
                <a:gd name="connsiteX1" fmla="*/ 4638 w 4637"/>
                <a:gd name="connsiteY1" fmla="*/ 1668 h 1668"/>
                <a:gd name="connsiteX2" fmla="*/ 4638 w 4637"/>
                <a:gd name="connsiteY2" fmla="*/ 0 h 1668"/>
                <a:gd name="connsiteX3" fmla="*/ 1206 w 4637"/>
                <a:gd name="connsiteY3" fmla="*/ 0 h 1668"/>
                <a:gd name="connsiteX4" fmla="*/ 0 w 4637"/>
                <a:gd name="connsiteY4" fmla="*/ 1668 h 1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1668">
                  <a:moveTo>
                    <a:pt x="0" y="1668"/>
                  </a:moveTo>
                  <a:lnTo>
                    <a:pt x="4638" y="1668"/>
                  </a:lnTo>
                  <a:lnTo>
                    <a:pt x="4638" y="0"/>
                  </a:lnTo>
                  <a:lnTo>
                    <a:pt x="1206" y="0"/>
                  </a:lnTo>
                  <a:lnTo>
                    <a:pt x="0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2" name="Freeform: Shape 1811">
              <a:extLst>
                <a:ext uri="{FF2B5EF4-FFF2-40B4-BE49-F238E27FC236}">
                  <a16:creationId xmlns:a16="http://schemas.microsoft.com/office/drawing/2014/main" id="{B2F96E73-10DA-9507-ACCB-3A7F56FC853B}"/>
                </a:ext>
              </a:extLst>
            </p:cNvPr>
            <p:cNvSpPr>
              <a:spLocks/>
            </p:cNvSpPr>
            <p:nvPr/>
          </p:nvSpPr>
          <p:spPr>
            <a:xfrm>
              <a:off x="3957856" y="3561764"/>
              <a:ext cx="10522" cy="3866"/>
            </a:xfrm>
            <a:custGeom>
              <a:avLst/>
              <a:gdLst>
                <a:gd name="connsiteX0" fmla="*/ 7049 w 7049"/>
                <a:gd name="connsiteY0" fmla="*/ 1756 h 2590"/>
                <a:gd name="connsiteX1" fmla="*/ 4638 w 7049"/>
                <a:gd name="connsiteY1" fmla="*/ 0 h 2590"/>
                <a:gd name="connsiteX2" fmla="*/ 0 w 7049"/>
                <a:gd name="connsiteY2" fmla="*/ 922 h 2590"/>
                <a:gd name="connsiteX3" fmla="*/ 1299 w 7049"/>
                <a:gd name="connsiteY3" fmla="*/ 2590 h 2590"/>
                <a:gd name="connsiteX4" fmla="*/ 7049 w 7049"/>
                <a:gd name="connsiteY4" fmla="*/ 1756 h 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9" h="2590">
                  <a:moveTo>
                    <a:pt x="7049" y="1756"/>
                  </a:moveTo>
                  <a:lnTo>
                    <a:pt x="4638" y="0"/>
                  </a:lnTo>
                  <a:lnTo>
                    <a:pt x="0" y="922"/>
                  </a:lnTo>
                  <a:lnTo>
                    <a:pt x="1299" y="2590"/>
                  </a:lnTo>
                  <a:lnTo>
                    <a:pt x="7049" y="17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3" name="Freeform: Shape 1812">
              <a:extLst>
                <a:ext uri="{FF2B5EF4-FFF2-40B4-BE49-F238E27FC236}">
                  <a16:creationId xmlns:a16="http://schemas.microsoft.com/office/drawing/2014/main" id="{9BB2EC56-18CF-BA7F-CD1A-D4AD3E426D57}"/>
                </a:ext>
              </a:extLst>
            </p:cNvPr>
            <p:cNvSpPr>
              <a:spLocks/>
            </p:cNvSpPr>
            <p:nvPr/>
          </p:nvSpPr>
          <p:spPr>
            <a:xfrm>
              <a:off x="3983678" y="3575393"/>
              <a:ext cx="9828" cy="5831"/>
            </a:xfrm>
            <a:custGeom>
              <a:avLst/>
              <a:gdLst>
                <a:gd name="connsiteX0" fmla="*/ 974 w 6585"/>
                <a:gd name="connsiteY0" fmla="*/ 44 h 3907"/>
                <a:gd name="connsiteX1" fmla="*/ 0 w 6585"/>
                <a:gd name="connsiteY1" fmla="*/ 1975 h 3907"/>
                <a:gd name="connsiteX2" fmla="*/ 3107 w 6585"/>
                <a:gd name="connsiteY2" fmla="*/ 3907 h 3907"/>
                <a:gd name="connsiteX3" fmla="*/ 6585 w 6585"/>
                <a:gd name="connsiteY3" fmla="*/ 2019 h 3907"/>
                <a:gd name="connsiteX4" fmla="*/ 974 w 6585"/>
                <a:gd name="connsiteY4" fmla="*/ 0 h 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5" h="3907">
                  <a:moveTo>
                    <a:pt x="974" y="44"/>
                  </a:moveTo>
                  <a:lnTo>
                    <a:pt x="0" y="1975"/>
                  </a:lnTo>
                  <a:lnTo>
                    <a:pt x="3107" y="3907"/>
                  </a:lnTo>
                  <a:lnTo>
                    <a:pt x="6585" y="2019"/>
                  </a:lnTo>
                  <a:cubicBezTo>
                    <a:pt x="6585" y="2019"/>
                    <a:pt x="1577" y="0"/>
                    <a:pt x="974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4" name="Freeform: Shape 1813">
              <a:extLst>
                <a:ext uri="{FF2B5EF4-FFF2-40B4-BE49-F238E27FC236}">
                  <a16:creationId xmlns:a16="http://schemas.microsoft.com/office/drawing/2014/main" id="{5F80DABE-6DF3-0E58-DE37-93130A2474C9}"/>
                </a:ext>
              </a:extLst>
            </p:cNvPr>
            <p:cNvSpPr>
              <a:spLocks/>
            </p:cNvSpPr>
            <p:nvPr/>
          </p:nvSpPr>
          <p:spPr>
            <a:xfrm>
              <a:off x="5003904" y="3136955"/>
              <a:ext cx="18689" cy="8714"/>
            </a:xfrm>
            <a:custGeom>
              <a:avLst/>
              <a:gdLst>
                <a:gd name="connsiteX0" fmla="*/ 1716 w 12521"/>
                <a:gd name="connsiteY0" fmla="*/ 0 h 5838"/>
                <a:gd name="connsiteX1" fmla="*/ 0 w 12521"/>
                <a:gd name="connsiteY1" fmla="*/ 2941 h 5838"/>
                <a:gd name="connsiteX2" fmla="*/ 2504 w 12521"/>
                <a:gd name="connsiteY2" fmla="*/ 2941 h 5838"/>
                <a:gd name="connsiteX3" fmla="*/ 7142 w 12521"/>
                <a:gd name="connsiteY3" fmla="*/ 5839 h 5838"/>
                <a:gd name="connsiteX4" fmla="*/ 12522 w 12521"/>
                <a:gd name="connsiteY4" fmla="*/ 5839 h 5838"/>
                <a:gd name="connsiteX5" fmla="*/ 12522 w 12521"/>
                <a:gd name="connsiteY5" fmla="*/ 4741 h 5838"/>
                <a:gd name="connsiteX6" fmla="*/ 6957 w 12521"/>
                <a:gd name="connsiteY6" fmla="*/ 3293 h 5838"/>
                <a:gd name="connsiteX7" fmla="*/ 1716 w 12521"/>
                <a:gd name="connsiteY7" fmla="*/ 0 h 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21" h="5838">
                  <a:moveTo>
                    <a:pt x="1716" y="0"/>
                  </a:moveTo>
                  <a:lnTo>
                    <a:pt x="0" y="2941"/>
                  </a:lnTo>
                  <a:lnTo>
                    <a:pt x="2504" y="2941"/>
                  </a:lnTo>
                  <a:lnTo>
                    <a:pt x="7142" y="5839"/>
                  </a:lnTo>
                  <a:lnTo>
                    <a:pt x="12522" y="5839"/>
                  </a:lnTo>
                  <a:lnTo>
                    <a:pt x="12522" y="4741"/>
                  </a:lnTo>
                  <a:lnTo>
                    <a:pt x="6957" y="3293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5" name="Freeform: Shape 1814">
              <a:extLst>
                <a:ext uri="{FF2B5EF4-FFF2-40B4-BE49-F238E27FC236}">
                  <a16:creationId xmlns:a16="http://schemas.microsoft.com/office/drawing/2014/main" id="{B25C29D8-E9C4-9F1A-394B-2F07905B25FF}"/>
                </a:ext>
              </a:extLst>
            </p:cNvPr>
            <p:cNvSpPr>
              <a:spLocks/>
            </p:cNvSpPr>
            <p:nvPr/>
          </p:nvSpPr>
          <p:spPr>
            <a:xfrm>
              <a:off x="5020034" y="3136955"/>
              <a:ext cx="6645" cy="4390"/>
            </a:xfrm>
            <a:custGeom>
              <a:avLst/>
              <a:gdLst>
                <a:gd name="connsiteX0" fmla="*/ 0 w 4452"/>
                <a:gd name="connsiteY0" fmla="*/ 2941 h 2941"/>
                <a:gd name="connsiteX1" fmla="*/ 4452 w 4452"/>
                <a:gd name="connsiteY1" fmla="*/ 1844 h 2941"/>
                <a:gd name="connsiteX2" fmla="*/ 4452 w 4452"/>
                <a:gd name="connsiteY2" fmla="*/ 0 h 2941"/>
                <a:gd name="connsiteX3" fmla="*/ 0 w 4452"/>
                <a:gd name="connsiteY3" fmla="*/ 0 h 2941"/>
                <a:gd name="connsiteX4" fmla="*/ 0 w 4452"/>
                <a:gd name="connsiteY4" fmla="*/ 2941 h 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52" h="2941">
                  <a:moveTo>
                    <a:pt x="0" y="2941"/>
                  </a:moveTo>
                  <a:lnTo>
                    <a:pt x="4452" y="1844"/>
                  </a:lnTo>
                  <a:lnTo>
                    <a:pt x="4452" y="0"/>
                  </a:lnTo>
                  <a:lnTo>
                    <a:pt x="0" y="0"/>
                  </a:lnTo>
                  <a:lnTo>
                    <a:pt x="0" y="29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6" name="Freeform: Shape 1815">
              <a:extLst>
                <a:ext uri="{FF2B5EF4-FFF2-40B4-BE49-F238E27FC236}">
                  <a16:creationId xmlns:a16="http://schemas.microsoft.com/office/drawing/2014/main" id="{C354F1B4-5F0D-CDD7-B1C3-BD02E1C76FDE}"/>
                </a:ext>
              </a:extLst>
            </p:cNvPr>
            <p:cNvSpPr>
              <a:spLocks/>
            </p:cNvSpPr>
            <p:nvPr/>
          </p:nvSpPr>
          <p:spPr>
            <a:xfrm>
              <a:off x="5039347" y="3133678"/>
              <a:ext cx="8652" cy="5437"/>
            </a:xfrm>
            <a:custGeom>
              <a:avLst/>
              <a:gdLst>
                <a:gd name="connsiteX0" fmla="*/ 1762 w 5797"/>
                <a:gd name="connsiteY0" fmla="*/ 3644 h 3643"/>
                <a:gd name="connsiteX1" fmla="*/ 5797 w 5797"/>
                <a:gd name="connsiteY1" fmla="*/ 3644 h 3643"/>
                <a:gd name="connsiteX2" fmla="*/ 5797 w 5797"/>
                <a:gd name="connsiteY2" fmla="*/ 0 h 3643"/>
                <a:gd name="connsiteX3" fmla="*/ 0 w 5797"/>
                <a:gd name="connsiteY3" fmla="*/ 746 h 3643"/>
                <a:gd name="connsiteX4" fmla="*/ 1762 w 5797"/>
                <a:gd name="connsiteY4" fmla="*/ 3644 h 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3643">
                  <a:moveTo>
                    <a:pt x="1762" y="3644"/>
                  </a:moveTo>
                  <a:lnTo>
                    <a:pt x="5797" y="3644"/>
                  </a:lnTo>
                  <a:lnTo>
                    <a:pt x="5797" y="0"/>
                  </a:lnTo>
                  <a:lnTo>
                    <a:pt x="0" y="746"/>
                  </a:lnTo>
                  <a:lnTo>
                    <a:pt x="1762" y="36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7" name="Freeform: Shape 1816">
              <a:extLst>
                <a:ext uri="{FF2B5EF4-FFF2-40B4-BE49-F238E27FC236}">
                  <a16:creationId xmlns:a16="http://schemas.microsoft.com/office/drawing/2014/main" id="{33C72119-3129-AD5B-7B83-3EA8CCC98A29}"/>
                </a:ext>
              </a:extLst>
            </p:cNvPr>
            <p:cNvSpPr>
              <a:spLocks/>
            </p:cNvSpPr>
            <p:nvPr/>
          </p:nvSpPr>
          <p:spPr>
            <a:xfrm>
              <a:off x="5075413" y="3161263"/>
              <a:ext cx="18760" cy="4390"/>
            </a:xfrm>
            <a:custGeom>
              <a:avLst/>
              <a:gdLst>
                <a:gd name="connsiteX0" fmla="*/ 1948 w 12568"/>
                <a:gd name="connsiteY0" fmla="*/ 2941 h 2941"/>
                <a:gd name="connsiteX1" fmla="*/ 10435 w 12568"/>
                <a:gd name="connsiteY1" fmla="*/ 1449 h 2941"/>
                <a:gd name="connsiteX2" fmla="*/ 12568 w 12568"/>
                <a:gd name="connsiteY2" fmla="*/ 0 h 2941"/>
                <a:gd name="connsiteX3" fmla="*/ 0 w 12568"/>
                <a:gd name="connsiteY3" fmla="*/ 0 h 2941"/>
                <a:gd name="connsiteX4" fmla="*/ 1948 w 12568"/>
                <a:gd name="connsiteY4" fmla="*/ 2941 h 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8" h="2941">
                  <a:moveTo>
                    <a:pt x="1948" y="2941"/>
                  </a:moveTo>
                  <a:lnTo>
                    <a:pt x="10435" y="1449"/>
                  </a:lnTo>
                  <a:lnTo>
                    <a:pt x="12568" y="0"/>
                  </a:lnTo>
                  <a:lnTo>
                    <a:pt x="0" y="0"/>
                  </a:lnTo>
                  <a:lnTo>
                    <a:pt x="1948" y="29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8" name="Freeform: Shape 1817">
              <a:extLst>
                <a:ext uri="{FF2B5EF4-FFF2-40B4-BE49-F238E27FC236}">
                  <a16:creationId xmlns:a16="http://schemas.microsoft.com/office/drawing/2014/main" id="{EFA245E5-AC12-5853-3701-B572A964A8A3}"/>
                </a:ext>
              </a:extLst>
            </p:cNvPr>
            <p:cNvSpPr>
              <a:spLocks/>
            </p:cNvSpPr>
            <p:nvPr/>
          </p:nvSpPr>
          <p:spPr>
            <a:xfrm>
              <a:off x="5277063" y="3298608"/>
              <a:ext cx="12390" cy="4651"/>
            </a:xfrm>
            <a:custGeom>
              <a:avLst/>
              <a:gdLst>
                <a:gd name="connsiteX0" fmla="*/ 8301 w 8301"/>
                <a:gd name="connsiteY0" fmla="*/ 0 h 3116"/>
                <a:gd name="connsiteX1" fmla="*/ 0 w 8301"/>
                <a:gd name="connsiteY1" fmla="*/ 0 h 3116"/>
                <a:gd name="connsiteX2" fmla="*/ 3664 w 8301"/>
                <a:gd name="connsiteY2" fmla="*/ 3117 h 3116"/>
                <a:gd name="connsiteX3" fmla="*/ 8301 w 8301"/>
                <a:gd name="connsiteY3" fmla="*/ 3117 h 3116"/>
                <a:gd name="connsiteX4" fmla="*/ 8301 w 8301"/>
                <a:gd name="connsiteY4" fmla="*/ 0 h 3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01" h="3116">
                  <a:moveTo>
                    <a:pt x="8301" y="0"/>
                  </a:moveTo>
                  <a:lnTo>
                    <a:pt x="0" y="0"/>
                  </a:lnTo>
                  <a:lnTo>
                    <a:pt x="3664" y="3117"/>
                  </a:lnTo>
                  <a:lnTo>
                    <a:pt x="8301" y="3117"/>
                  </a:lnTo>
                  <a:lnTo>
                    <a:pt x="830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9" name="Freeform: Shape 1818">
              <a:extLst>
                <a:ext uri="{FF2B5EF4-FFF2-40B4-BE49-F238E27FC236}">
                  <a16:creationId xmlns:a16="http://schemas.microsoft.com/office/drawing/2014/main" id="{B62710B1-4918-B5B4-227C-4AE6CDB32477}"/>
                </a:ext>
              </a:extLst>
            </p:cNvPr>
            <p:cNvSpPr>
              <a:spLocks/>
            </p:cNvSpPr>
            <p:nvPr/>
          </p:nvSpPr>
          <p:spPr>
            <a:xfrm>
              <a:off x="5262042" y="3401551"/>
              <a:ext cx="4638" cy="10877"/>
            </a:xfrm>
            <a:custGeom>
              <a:avLst/>
              <a:gdLst>
                <a:gd name="connsiteX0" fmla="*/ 0 w 3107"/>
                <a:gd name="connsiteY0" fmla="*/ 1975 h 7287"/>
                <a:gd name="connsiteX1" fmla="*/ 0 w 3107"/>
                <a:gd name="connsiteY1" fmla="*/ 7287 h 7287"/>
                <a:gd name="connsiteX2" fmla="*/ 2597 w 3107"/>
                <a:gd name="connsiteY2" fmla="*/ 7287 h 7287"/>
                <a:gd name="connsiteX3" fmla="*/ 3107 w 3107"/>
                <a:gd name="connsiteY3" fmla="*/ 1975 h 7287"/>
                <a:gd name="connsiteX4" fmla="*/ 2133 w 3107"/>
                <a:gd name="connsiteY4" fmla="*/ 0 h 7287"/>
                <a:gd name="connsiteX5" fmla="*/ 0 w 3107"/>
                <a:gd name="connsiteY5" fmla="*/ 1975 h 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07" h="7287">
                  <a:moveTo>
                    <a:pt x="0" y="1975"/>
                  </a:moveTo>
                  <a:lnTo>
                    <a:pt x="0" y="7287"/>
                  </a:lnTo>
                  <a:lnTo>
                    <a:pt x="2597" y="7287"/>
                  </a:lnTo>
                  <a:lnTo>
                    <a:pt x="3107" y="1975"/>
                  </a:lnTo>
                  <a:lnTo>
                    <a:pt x="2133" y="0"/>
                  </a:lnTo>
                  <a:lnTo>
                    <a:pt x="0" y="197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0" name="Freeform: Shape 1819">
              <a:extLst>
                <a:ext uri="{FF2B5EF4-FFF2-40B4-BE49-F238E27FC236}">
                  <a16:creationId xmlns:a16="http://schemas.microsoft.com/office/drawing/2014/main" id="{FD80F9CE-73F9-5681-4900-235A147B4B6D}"/>
                </a:ext>
              </a:extLst>
            </p:cNvPr>
            <p:cNvSpPr>
              <a:spLocks/>
            </p:cNvSpPr>
            <p:nvPr/>
          </p:nvSpPr>
          <p:spPr>
            <a:xfrm>
              <a:off x="5257680" y="3428811"/>
              <a:ext cx="6645" cy="6290"/>
            </a:xfrm>
            <a:custGeom>
              <a:avLst/>
              <a:gdLst>
                <a:gd name="connsiteX0" fmla="*/ 1391 w 4452"/>
                <a:gd name="connsiteY0" fmla="*/ 0 h 4214"/>
                <a:gd name="connsiteX1" fmla="*/ 0 w 4452"/>
                <a:gd name="connsiteY1" fmla="*/ 2107 h 4214"/>
                <a:gd name="connsiteX2" fmla="*/ 2922 w 4452"/>
                <a:gd name="connsiteY2" fmla="*/ 4214 h 4214"/>
                <a:gd name="connsiteX3" fmla="*/ 4452 w 4452"/>
                <a:gd name="connsiteY3" fmla="*/ 0 h 4214"/>
                <a:gd name="connsiteX4" fmla="*/ 2922 w 4452"/>
                <a:gd name="connsiteY4" fmla="*/ 0 h 4214"/>
                <a:gd name="connsiteX5" fmla="*/ 1391 w 4452"/>
                <a:gd name="connsiteY5" fmla="*/ 0 h 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52" h="4214">
                  <a:moveTo>
                    <a:pt x="1391" y="0"/>
                  </a:moveTo>
                  <a:lnTo>
                    <a:pt x="0" y="2107"/>
                  </a:lnTo>
                  <a:lnTo>
                    <a:pt x="2922" y="4214"/>
                  </a:lnTo>
                  <a:lnTo>
                    <a:pt x="4452" y="0"/>
                  </a:lnTo>
                  <a:lnTo>
                    <a:pt x="2922" y="0"/>
                  </a:lnTo>
                  <a:lnTo>
                    <a:pt x="139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1" name="Freeform: Shape 1820">
              <a:extLst>
                <a:ext uri="{FF2B5EF4-FFF2-40B4-BE49-F238E27FC236}">
                  <a16:creationId xmlns:a16="http://schemas.microsoft.com/office/drawing/2014/main" id="{FB7F4969-EC82-8F34-FCAF-EEC1C198D6D1}"/>
                </a:ext>
              </a:extLst>
            </p:cNvPr>
            <p:cNvSpPr>
              <a:spLocks/>
            </p:cNvSpPr>
            <p:nvPr/>
          </p:nvSpPr>
          <p:spPr>
            <a:xfrm>
              <a:off x="5277063" y="3417933"/>
              <a:ext cx="6160" cy="4061"/>
            </a:xfrm>
            <a:custGeom>
              <a:avLst/>
              <a:gdLst>
                <a:gd name="connsiteX0" fmla="*/ 0 w 4127"/>
                <a:gd name="connsiteY0" fmla="*/ 1624 h 2721"/>
                <a:gd name="connsiteX1" fmla="*/ 0 w 4127"/>
                <a:gd name="connsiteY1" fmla="*/ 2722 h 2721"/>
                <a:gd name="connsiteX2" fmla="*/ 4128 w 4127"/>
                <a:gd name="connsiteY2" fmla="*/ 2722 h 2721"/>
                <a:gd name="connsiteX3" fmla="*/ 2875 w 4127"/>
                <a:gd name="connsiteY3" fmla="*/ 0 h 2721"/>
                <a:gd name="connsiteX4" fmla="*/ 0 w 4127"/>
                <a:gd name="connsiteY4" fmla="*/ 1624 h 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27" h="2721">
                  <a:moveTo>
                    <a:pt x="0" y="1624"/>
                  </a:moveTo>
                  <a:lnTo>
                    <a:pt x="0" y="2722"/>
                  </a:lnTo>
                  <a:lnTo>
                    <a:pt x="4128" y="2722"/>
                  </a:lnTo>
                  <a:lnTo>
                    <a:pt x="2875" y="0"/>
                  </a:lnTo>
                  <a:lnTo>
                    <a:pt x="0" y="16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2" name="Freeform: Shape 1821">
              <a:extLst>
                <a:ext uri="{FF2B5EF4-FFF2-40B4-BE49-F238E27FC236}">
                  <a16:creationId xmlns:a16="http://schemas.microsoft.com/office/drawing/2014/main" id="{FA5D9B70-BCD2-4946-B0FB-C5ECF698D43F}"/>
                </a:ext>
              </a:extLst>
            </p:cNvPr>
            <p:cNvSpPr>
              <a:spLocks/>
            </p:cNvSpPr>
            <p:nvPr/>
          </p:nvSpPr>
          <p:spPr>
            <a:xfrm>
              <a:off x="5287723" y="3406990"/>
              <a:ext cx="19035" cy="19067"/>
            </a:xfrm>
            <a:custGeom>
              <a:avLst/>
              <a:gdLst>
                <a:gd name="connsiteX0" fmla="*/ 3061 w 12753"/>
                <a:gd name="connsiteY0" fmla="*/ 12775 h 12774"/>
                <a:gd name="connsiteX1" fmla="*/ 6354 w 12753"/>
                <a:gd name="connsiteY1" fmla="*/ 10053 h 12774"/>
                <a:gd name="connsiteX2" fmla="*/ 6354 w 12753"/>
                <a:gd name="connsiteY2" fmla="*/ 7331 h 12774"/>
                <a:gd name="connsiteX3" fmla="*/ 10806 w 12753"/>
                <a:gd name="connsiteY3" fmla="*/ 4566 h 12774"/>
                <a:gd name="connsiteX4" fmla="*/ 12754 w 12753"/>
                <a:gd name="connsiteY4" fmla="*/ 0 h 12774"/>
                <a:gd name="connsiteX5" fmla="*/ 6354 w 12753"/>
                <a:gd name="connsiteY5" fmla="*/ 1624 h 12774"/>
                <a:gd name="connsiteX6" fmla="*/ 5565 w 12753"/>
                <a:gd name="connsiteY6" fmla="*/ 3644 h 12774"/>
                <a:gd name="connsiteX7" fmla="*/ 0 w 12753"/>
                <a:gd name="connsiteY7" fmla="*/ 3644 h 12774"/>
                <a:gd name="connsiteX8" fmla="*/ 1902 w 12753"/>
                <a:gd name="connsiteY8" fmla="*/ 8692 h 12774"/>
                <a:gd name="connsiteX9" fmla="*/ 3061 w 12753"/>
                <a:gd name="connsiteY9" fmla="*/ 12775 h 12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53" h="12774">
                  <a:moveTo>
                    <a:pt x="3061" y="12775"/>
                  </a:moveTo>
                  <a:lnTo>
                    <a:pt x="6354" y="10053"/>
                  </a:lnTo>
                  <a:lnTo>
                    <a:pt x="6354" y="7331"/>
                  </a:lnTo>
                  <a:lnTo>
                    <a:pt x="10806" y="4566"/>
                  </a:lnTo>
                  <a:lnTo>
                    <a:pt x="12754" y="0"/>
                  </a:lnTo>
                  <a:lnTo>
                    <a:pt x="6354" y="1624"/>
                  </a:lnTo>
                  <a:lnTo>
                    <a:pt x="5565" y="3644"/>
                  </a:lnTo>
                  <a:lnTo>
                    <a:pt x="0" y="3644"/>
                  </a:lnTo>
                  <a:lnTo>
                    <a:pt x="1902" y="8692"/>
                  </a:lnTo>
                  <a:lnTo>
                    <a:pt x="3061" y="1277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3" name="Freeform: Shape 1822">
              <a:extLst>
                <a:ext uri="{FF2B5EF4-FFF2-40B4-BE49-F238E27FC236}">
                  <a16:creationId xmlns:a16="http://schemas.microsoft.com/office/drawing/2014/main" id="{ED4C4E5C-E991-DFBC-FF96-E1BE2F7BDAC5}"/>
                </a:ext>
              </a:extLst>
            </p:cNvPr>
            <p:cNvSpPr>
              <a:spLocks/>
            </p:cNvSpPr>
            <p:nvPr/>
          </p:nvSpPr>
          <p:spPr>
            <a:xfrm>
              <a:off x="5311674" y="3416556"/>
              <a:ext cx="11214" cy="15398"/>
            </a:xfrm>
            <a:custGeom>
              <a:avLst/>
              <a:gdLst>
                <a:gd name="connsiteX0" fmla="*/ 1716 w 7513"/>
                <a:gd name="connsiteY0" fmla="*/ 8956 h 10316"/>
                <a:gd name="connsiteX1" fmla="*/ 4823 w 7513"/>
                <a:gd name="connsiteY1" fmla="*/ 10316 h 10316"/>
                <a:gd name="connsiteX2" fmla="*/ 7513 w 7513"/>
                <a:gd name="connsiteY2" fmla="*/ 8209 h 10316"/>
                <a:gd name="connsiteX3" fmla="*/ 7513 w 7513"/>
                <a:gd name="connsiteY3" fmla="*/ 0 h 10316"/>
                <a:gd name="connsiteX4" fmla="*/ 1716 w 7513"/>
                <a:gd name="connsiteY4" fmla="*/ 2283 h 10316"/>
                <a:gd name="connsiteX5" fmla="*/ 0 w 7513"/>
                <a:gd name="connsiteY5" fmla="*/ 5488 h 10316"/>
                <a:gd name="connsiteX6" fmla="*/ 1716 w 7513"/>
                <a:gd name="connsiteY6" fmla="*/ 8956 h 1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3" h="10316">
                  <a:moveTo>
                    <a:pt x="1716" y="8956"/>
                  </a:moveTo>
                  <a:lnTo>
                    <a:pt x="4823" y="10316"/>
                  </a:lnTo>
                  <a:lnTo>
                    <a:pt x="7513" y="8209"/>
                  </a:lnTo>
                  <a:lnTo>
                    <a:pt x="7513" y="0"/>
                  </a:lnTo>
                  <a:lnTo>
                    <a:pt x="1716" y="2283"/>
                  </a:lnTo>
                  <a:lnTo>
                    <a:pt x="0" y="5488"/>
                  </a:lnTo>
                  <a:lnTo>
                    <a:pt x="1716" y="89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4" name="Freeform: Shape 1823">
              <a:extLst>
                <a:ext uri="{FF2B5EF4-FFF2-40B4-BE49-F238E27FC236}">
                  <a16:creationId xmlns:a16="http://schemas.microsoft.com/office/drawing/2014/main" id="{1143A9E5-30AF-280D-E3AD-D9CF42752BA5}"/>
                </a:ext>
              </a:extLst>
            </p:cNvPr>
            <p:cNvSpPr>
              <a:spLocks/>
            </p:cNvSpPr>
            <p:nvPr/>
          </p:nvSpPr>
          <p:spPr>
            <a:xfrm>
              <a:off x="5359233" y="3392508"/>
              <a:ext cx="9207" cy="9043"/>
            </a:xfrm>
            <a:custGeom>
              <a:avLst/>
              <a:gdLst>
                <a:gd name="connsiteX0" fmla="*/ 0 w 6168"/>
                <a:gd name="connsiteY0" fmla="*/ 6058 h 6058"/>
                <a:gd name="connsiteX1" fmla="*/ 2922 w 6168"/>
                <a:gd name="connsiteY1" fmla="*/ 6058 h 6058"/>
                <a:gd name="connsiteX2" fmla="*/ 6168 w 6168"/>
                <a:gd name="connsiteY2" fmla="*/ 2195 h 6058"/>
                <a:gd name="connsiteX3" fmla="*/ 6168 w 6168"/>
                <a:gd name="connsiteY3" fmla="*/ 0 h 6058"/>
                <a:gd name="connsiteX4" fmla="*/ 1531 w 6168"/>
                <a:gd name="connsiteY4" fmla="*/ 1844 h 6058"/>
                <a:gd name="connsiteX5" fmla="*/ 0 w 6168"/>
                <a:gd name="connsiteY5" fmla="*/ 6058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68" h="6058">
                  <a:moveTo>
                    <a:pt x="0" y="6058"/>
                  </a:moveTo>
                  <a:lnTo>
                    <a:pt x="2922" y="6058"/>
                  </a:lnTo>
                  <a:lnTo>
                    <a:pt x="6168" y="2195"/>
                  </a:lnTo>
                  <a:lnTo>
                    <a:pt x="6168" y="0"/>
                  </a:lnTo>
                  <a:lnTo>
                    <a:pt x="1531" y="1844"/>
                  </a:lnTo>
                  <a:lnTo>
                    <a:pt x="0" y="60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5" name="Freeform: Shape 1824">
              <a:extLst>
                <a:ext uri="{FF2B5EF4-FFF2-40B4-BE49-F238E27FC236}">
                  <a16:creationId xmlns:a16="http://schemas.microsoft.com/office/drawing/2014/main" id="{424695D6-F320-C87F-18B0-72D5DE37DF8E}"/>
                </a:ext>
              </a:extLst>
            </p:cNvPr>
            <p:cNvSpPr>
              <a:spLocks/>
            </p:cNvSpPr>
            <p:nvPr/>
          </p:nvSpPr>
          <p:spPr>
            <a:xfrm>
              <a:off x="5349124" y="3405613"/>
              <a:ext cx="10106" cy="14350"/>
            </a:xfrm>
            <a:custGeom>
              <a:avLst/>
              <a:gdLst>
                <a:gd name="connsiteX0" fmla="*/ 2922 w 6771"/>
                <a:gd name="connsiteY0" fmla="*/ 922 h 9614"/>
                <a:gd name="connsiteX1" fmla="*/ 2133 w 6771"/>
                <a:gd name="connsiteY1" fmla="*/ 4566 h 9614"/>
                <a:gd name="connsiteX2" fmla="*/ 0 w 6771"/>
                <a:gd name="connsiteY2" fmla="*/ 7331 h 9614"/>
                <a:gd name="connsiteX3" fmla="*/ 0 w 6771"/>
                <a:gd name="connsiteY3" fmla="*/ 9614 h 9614"/>
                <a:gd name="connsiteX4" fmla="*/ 5426 w 6771"/>
                <a:gd name="connsiteY4" fmla="*/ 8253 h 9614"/>
                <a:gd name="connsiteX5" fmla="*/ 6771 w 6771"/>
                <a:gd name="connsiteY5" fmla="*/ 4785 h 9614"/>
                <a:gd name="connsiteX6" fmla="*/ 5426 w 6771"/>
                <a:gd name="connsiteY6" fmla="*/ 0 h 9614"/>
                <a:gd name="connsiteX7" fmla="*/ 2922 w 6771"/>
                <a:gd name="connsiteY7" fmla="*/ 922 h 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71" h="9614">
                  <a:moveTo>
                    <a:pt x="2922" y="922"/>
                  </a:moveTo>
                  <a:lnTo>
                    <a:pt x="2133" y="4566"/>
                  </a:lnTo>
                  <a:lnTo>
                    <a:pt x="0" y="7331"/>
                  </a:lnTo>
                  <a:lnTo>
                    <a:pt x="0" y="9614"/>
                  </a:lnTo>
                  <a:lnTo>
                    <a:pt x="5426" y="8253"/>
                  </a:lnTo>
                  <a:lnTo>
                    <a:pt x="6771" y="4785"/>
                  </a:lnTo>
                  <a:lnTo>
                    <a:pt x="5426" y="0"/>
                  </a:lnTo>
                  <a:lnTo>
                    <a:pt x="2922" y="9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6" name="Freeform: Shape 1825">
              <a:extLst>
                <a:ext uri="{FF2B5EF4-FFF2-40B4-BE49-F238E27FC236}">
                  <a16:creationId xmlns:a16="http://schemas.microsoft.com/office/drawing/2014/main" id="{12FAD88B-8DA7-50AC-837D-6B7BDBD46292}"/>
                </a:ext>
              </a:extLst>
            </p:cNvPr>
            <p:cNvSpPr>
              <a:spLocks/>
            </p:cNvSpPr>
            <p:nvPr/>
          </p:nvSpPr>
          <p:spPr>
            <a:xfrm>
              <a:off x="7822298" y="1259614"/>
              <a:ext cx="10383" cy="10614"/>
            </a:xfrm>
            <a:custGeom>
              <a:avLst/>
              <a:gdLst>
                <a:gd name="connsiteX0" fmla="*/ 0 w 6956"/>
                <a:gd name="connsiteY0" fmla="*/ 3556 h 7111"/>
                <a:gd name="connsiteX1" fmla="*/ 2597 w 6956"/>
                <a:gd name="connsiteY1" fmla="*/ 7112 h 7111"/>
                <a:gd name="connsiteX2" fmla="*/ 6957 w 6956"/>
                <a:gd name="connsiteY2" fmla="*/ 7112 h 7111"/>
                <a:gd name="connsiteX3" fmla="*/ 6957 w 6956"/>
                <a:gd name="connsiteY3" fmla="*/ 0 h 7111"/>
                <a:gd name="connsiteX4" fmla="*/ 3478 w 6956"/>
                <a:gd name="connsiteY4" fmla="*/ 0 h 7111"/>
                <a:gd name="connsiteX5" fmla="*/ 0 w 6956"/>
                <a:gd name="connsiteY5" fmla="*/ 3556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56" h="7111">
                  <a:moveTo>
                    <a:pt x="0" y="3556"/>
                  </a:moveTo>
                  <a:lnTo>
                    <a:pt x="2597" y="7112"/>
                  </a:lnTo>
                  <a:lnTo>
                    <a:pt x="6957" y="7112"/>
                  </a:lnTo>
                  <a:lnTo>
                    <a:pt x="6957" y="0"/>
                  </a:lnTo>
                  <a:lnTo>
                    <a:pt x="3478" y="0"/>
                  </a:lnTo>
                  <a:lnTo>
                    <a:pt x="0" y="35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7" name="Freeform: Shape 1826">
              <a:extLst>
                <a:ext uri="{FF2B5EF4-FFF2-40B4-BE49-F238E27FC236}">
                  <a16:creationId xmlns:a16="http://schemas.microsoft.com/office/drawing/2014/main" id="{EC03A36E-4CF1-983B-F0C8-60052AE2A209}"/>
                </a:ext>
              </a:extLst>
            </p:cNvPr>
            <p:cNvSpPr>
              <a:spLocks/>
            </p:cNvSpPr>
            <p:nvPr/>
          </p:nvSpPr>
          <p:spPr>
            <a:xfrm>
              <a:off x="7810184" y="1277635"/>
              <a:ext cx="12114" cy="7797"/>
            </a:xfrm>
            <a:custGeom>
              <a:avLst/>
              <a:gdLst>
                <a:gd name="connsiteX0" fmla="*/ 0 w 8116"/>
                <a:gd name="connsiteY0" fmla="*/ 5224 h 5224"/>
                <a:gd name="connsiteX1" fmla="*/ 3478 w 8116"/>
                <a:gd name="connsiteY1" fmla="*/ 5224 h 5224"/>
                <a:gd name="connsiteX2" fmla="*/ 8116 w 8116"/>
                <a:gd name="connsiteY2" fmla="*/ 0 h 5224"/>
                <a:gd name="connsiteX3" fmla="*/ 4081 w 8116"/>
                <a:gd name="connsiteY3" fmla="*/ 0 h 5224"/>
                <a:gd name="connsiteX4" fmla="*/ 0 w 8116"/>
                <a:gd name="connsiteY4" fmla="*/ 5224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16" h="5224">
                  <a:moveTo>
                    <a:pt x="0" y="5224"/>
                  </a:moveTo>
                  <a:lnTo>
                    <a:pt x="3478" y="5224"/>
                  </a:lnTo>
                  <a:lnTo>
                    <a:pt x="8116" y="0"/>
                  </a:lnTo>
                  <a:lnTo>
                    <a:pt x="4081" y="0"/>
                  </a:lnTo>
                  <a:lnTo>
                    <a:pt x="0" y="52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8" name="Freeform: Shape 1827">
              <a:extLst>
                <a:ext uri="{FF2B5EF4-FFF2-40B4-BE49-F238E27FC236}">
                  <a16:creationId xmlns:a16="http://schemas.microsoft.com/office/drawing/2014/main" id="{49731B11-2736-D3F7-FB1B-49DBB8CC3CE7}"/>
                </a:ext>
              </a:extLst>
            </p:cNvPr>
            <p:cNvSpPr>
              <a:spLocks/>
            </p:cNvSpPr>
            <p:nvPr/>
          </p:nvSpPr>
          <p:spPr>
            <a:xfrm>
              <a:off x="7781250" y="1263908"/>
              <a:ext cx="29016" cy="32204"/>
            </a:xfrm>
            <a:custGeom>
              <a:avLst/>
              <a:gdLst>
                <a:gd name="connsiteX0" fmla="*/ 2875 w 19440"/>
                <a:gd name="connsiteY0" fmla="*/ 21532 h 21575"/>
                <a:gd name="connsiteX1" fmla="*/ 6956 w 19440"/>
                <a:gd name="connsiteY1" fmla="*/ 15781 h 21575"/>
                <a:gd name="connsiteX2" fmla="*/ 10434 w 19440"/>
                <a:gd name="connsiteY2" fmla="*/ 13059 h 21575"/>
                <a:gd name="connsiteX3" fmla="*/ 19432 w 19440"/>
                <a:gd name="connsiteY3" fmla="*/ 4279 h 21575"/>
                <a:gd name="connsiteX4" fmla="*/ 10759 w 19440"/>
                <a:gd name="connsiteY4" fmla="*/ 723 h 21575"/>
                <a:gd name="connsiteX5" fmla="*/ 7003 w 19440"/>
                <a:gd name="connsiteY5" fmla="*/ 9240 h 21575"/>
                <a:gd name="connsiteX6" fmla="*/ 1808 w 19440"/>
                <a:gd name="connsiteY6" fmla="*/ 11830 h 21575"/>
                <a:gd name="connsiteX7" fmla="*/ 2968 w 19440"/>
                <a:gd name="connsiteY7" fmla="*/ 21576 h 2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40" h="21575">
                  <a:moveTo>
                    <a:pt x="2875" y="21532"/>
                  </a:moveTo>
                  <a:cubicBezTo>
                    <a:pt x="6956" y="21795"/>
                    <a:pt x="6956" y="15781"/>
                    <a:pt x="6956" y="15781"/>
                  </a:cubicBezTo>
                  <a:lnTo>
                    <a:pt x="10434" y="13059"/>
                  </a:lnTo>
                  <a:cubicBezTo>
                    <a:pt x="17669" y="11961"/>
                    <a:pt x="19153" y="7571"/>
                    <a:pt x="19432" y="4279"/>
                  </a:cubicBezTo>
                  <a:cubicBezTo>
                    <a:pt x="19710" y="986"/>
                    <a:pt x="13078" y="-1209"/>
                    <a:pt x="10759" y="723"/>
                  </a:cubicBezTo>
                  <a:cubicBezTo>
                    <a:pt x="8440" y="2655"/>
                    <a:pt x="7003" y="9240"/>
                    <a:pt x="7003" y="9240"/>
                  </a:cubicBezTo>
                  <a:cubicBezTo>
                    <a:pt x="7003" y="9240"/>
                    <a:pt x="4127" y="11171"/>
                    <a:pt x="1808" y="11830"/>
                  </a:cubicBezTo>
                  <a:cubicBezTo>
                    <a:pt x="-511" y="12532"/>
                    <a:pt x="-1067" y="21312"/>
                    <a:pt x="2968" y="215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9" name="Freeform: Shape 1828">
              <a:extLst>
                <a:ext uri="{FF2B5EF4-FFF2-40B4-BE49-F238E27FC236}">
                  <a16:creationId xmlns:a16="http://schemas.microsoft.com/office/drawing/2014/main" id="{EE71CD89-D659-7126-432C-D21BE5777C08}"/>
                </a:ext>
              </a:extLst>
            </p:cNvPr>
            <p:cNvSpPr>
              <a:spLocks/>
            </p:cNvSpPr>
            <p:nvPr/>
          </p:nvSpPr>
          <p:spPr>
            <a:xfrm>
              <a:off x="7628055" y="1239563"/>
              <a:ext cx="12114" cy="6946"/>
            </a:xfrm>
            <a:custGeom>
              <a:avLst/>
              <a:gdLst>
                <a:gd name="connsiteX0" fmla="*/ 8116 w 8116"/>
                <a:gd name="connsiteY0" fmla="*/ 2985 h 4653"/>
                <a:gd name="connsiteX1" fmla="*/ 5519 w 8116"/>
                <a:gd name="connsiteY1" fmla="*/ 0 h 4653"/>
                <a:gd name="connsiteX2" fmla="*/ 0 w 8116"/>
                <a:gd name="connsiteY2" fmla="*/ 0 h 4653"/>
                <a:gd name="connsiteX3" fmla="*/ 0 w 8116"/>
                <a:gd name="connsiteY3" fmla="*/ 2327 h 4653"/>
                <a:gd name="connsiteX4" fmla="*/ 5519 w 8116"/>
                <a:gd name="connsiteY4" fmla="*/ 4653 h 4653"/>
                <a:gd name="connsiteX5" fmla="*/ 8116 w 8116"/>
                <a:gd name="connsiteY5" fmla="*/ 2985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16" h="4653">
                  <a:moveTo>
                    <a:pt x="8116" y="2985"/>
                  </a:moveTo>
                  <a:lnTo>
                    <a:pt x="5519" y="0"/>
                  </a:lnTo>
                  <a:lnTo>
                    <a:pt x="0" y="0"/>
                  </a:lnTo>
                  <a:lnTo>
                    <a:pt x="0" y="2327"/>
                  </a:lnTo>
                  <a:lnTo>
                    <a:pt x="5519" y="4653"/>
                  </a:lnTo>
                  <a:lnTo>
                    <a:pt x="8116" y="29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0" name="Freeform: Shape 1829">
              <a:extLst>
                <a:ext uri="{FF2B5EF4-FFF2-40B4-BE49-F238E27FC236}">
                  <a16:creationId xmlns:a16="http://schemas.microsoft.com/office/drawing/2014/main" id="{75CE6289-836F-D911-3523-1A0BE40170F2}"/>
                </a:ext>
              </a:extLst>
            </p:cNvPr>
            <p:cNvSpPr>
              <a:spLocks/>
            </p:cNvSpPr>
            <p:nvPr/>
          </p:nvSpPr>
          <p:spPr>
            <a:xfrm>
              <a:off x="7941780" y="1277635"/>
              <a:ext cx="25544" cy="24572"/>
            </a:xfrm>
            <a:custGeom>
              <a:avLst/>
              <a:gdLst>
                <a:gd name="connsiteX0" fmla="*/ 17067 w 17113"/>
                <a:gd name="connsiteY0" fmla="*/ 2590 h 16462"/>
                <a:gd name="connsiteX1" fmla="*/ 17067 w 17113"/>
                <a:gd name="connsiteY1" fmla="*/ 0 h 16462"/>
                <a:gd name="connsiteX2" fmla="*/ 6354 w 17113"/>
                <a:gd name="connsiteY2" fmla="*/ 5224 h 16462"/>
                <a:gd name="connsiteX3" fmla="*/ 0 w 17113"/>
                <a:gd name="connsiteY3" fmla="*/ 12380 h 16462"/>
                <a:gd name="connsiteX4" fmla="*/ 3757 w 17113"/>
                <a:gd name="connsiteY4" fmla="*/ 12380 h 16462"/>
                <a:gd name="connsiteX5" fmla="*/ 7838 w 17113"/>
                <a:gd name="connsiteY5" fmla="*/ 10712 h 16462"/>
                <a:gd name="connsiteX6" fmla="*/ 3757 w 17113"/>
                <a:gd name="connsiteY6" fmla="*/ 15102 h 16462"/>
                <a:gd name="connsiteX7" fmla="*/ 3757 w 17113"/>
                <a:gd name="connsiteY7" fmla="*/ 16463 h 16462"/>
                <a:gd name="connsiteX8" fmla="*/ 12754 w 17113"/>
                <a:gd name="connsiteY8" fmla="*/ 11238 h 16462"/>
                <a:gd name="connsiteX9" fmla="*/ 17113 w 17113"/>
                <a:gd name="connsiteY9" fmla="*/ 6322 h 16462"/>
                <a:gd name="connsiteX10" fmla="*/ 17113 w 17113"/>
                <a:gd name="connsiteY10" fmla="*/ 2634 h 1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113" h="16462">
                  <a:moveTo>
                    <a:pt x="17067" y="2590"/>
                  </a:moveTo>
                  <a:lnTo>
                    <a:pt x="17067" y="0"/>
                  </a:lnTo>
                  <a:cubicBezTo>
                    <a:pt x="14191" y="0"/>
                    <a:pt x="6354" y="5224"/>
                    <a:pt x="6354" y="5224"/>
                  </a:cubicBezTo>
                  <a:cubicBezTo>
                    <a:pt x="278" y="4697"/>
                    <a:pt x="0" y="12380"/>
                    <a:pt x="0" y="12380"/>
                  </a:cubicBezTo>
                  <a:lnTo>
                    <a:pt x="3757" y="12380"/>
                  </a:lnTo>
                  <a:lnTo>
                    <a:pt x="7838" y="10712"/>
                  </a:lnTo>
                  <a:lnTo>
                    <a:pt x="3757" y="15102"/>
                  </a:lnTo>
                  <a:lnTo>
                    <a:pt x="3757" y="16463"/>
                  </a:lnTo>
                  <a:lnTo>
                    <a:pt x="12754" y="11238"/>
                  </a:lnTo>
                  <a:lnTo>
                    <a:pt x="17113" y="6322"/>
                  </a:lnTo>
                  <a:lnTo>
                    <a:pt x="17113" y="26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1" name="Freeform: Shape 1830">
              <a:extLst>
                <a:ext uri="{FF2B5EF4-FFF2-40B4-BE49-F238E27FC236}">
                  <a16:creationId xmlns:a16="http://schemas.microsoft.com/office/drawing/2014/main" id="{6A846D30-7999-7A1B-DDE8-C23526A8CD19}"/>
                </a:ext>
              </a:extLst>
            </p:cNvPr>
            <p:cNvSpPr>
              <a:spLocks/>
            </p:cNvSpPr>
            <p:nvPr/>
          </p:nvSpPr>
          <p:spPr>
            <a:xfrm>
              <a:off x="7954516" y="1301785"/>
              <a:ext cx="8445" cy="4482"/>
            </a:xfrm>
            <a:custGeom>
              <a:avLst/>
              <a:gdLst>
                <a:gd name="connsiteX0" fmla="*/ 5658 w 5658"/>
                <a:gd name="connsiteY0" fmla="*/ 282 h 3003"/>
                <a:gd name="connsiteX1" fmla="*/ 0 w 5658"/>
                <a:gd name="connsiteY1" fmla="*/ 1643 h 3003"/>
                <a:gd name="connsiteX2" fmla="*/ 1577 w 5658"/>
                <a:gd name="connsiteY2" fmla="*/ 3004 h 3003"/>
                <a:gd name="connsiteX3" fmla="*/ 5658 w 5658"/>
                <a:gd name="connsiteY3" fmla="*/ 3004 h 3003"/>
                <a:gd name="connsiteX4" fmla="*/ 5658 w 5658"/>
                <a:gd name="connsiteY4" fmla="*/ 282 h 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" h="3003">
                  <a:moveTo>
                    <a:pt x="5658" y="282"/>
                  </a:moveTo>
                  <a:cubicBezTo>
                    <a:pt x="464" y="-815"/>
                    <a:pt x="0" y="1643"/>
                    <a:pt x="0" y="1643"/>
                  </a:cubicBezTo>
                  <a:lnTo>
                    <a:pt x="1577" y="3004"/>
                  </a:lnTo>
                  <a:lnTo>
                    <a:pt x="5658" y="3004"/>
                  </a:lnTo>
                  <a:lnTo>
                    <a:pt x="5658" y="28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2" name="Freeform: Shape 1831">
              <a:extLst>
                <a:ext uri="{FF2B5EF4-FFF2-40B4-BE49-F238E27FC236}">
                  <a16:creationId xmlns:a16="http://schemas.microsoft.com/office/drawing/2014/main" id="{04554245-F0A7-438D-7E51-A3E279C7D397}"/>
                </a:ext>
              </a:extLst>
            </p:cNvPr>
            <p:cNvSpPr>
              <a:spLocks/>
            </p:cNvSpPr>
            <p:nvPr/>
          </p:nvSpPr>
          <p:spPr>
            <a:xfrm>
              <a:off x="7951679" y="1325142"/>
              <a:ext cx="11282" cy="9435"/>
            </a:xfrm>
            <a:custGeom>
              <a:avLst/>
              <a:gdLst>
                <a:gd name="connsiteX0" fmla="*/ 0 w 7559"/>
                <a:gd name="connsiteY0" fmla="*/ 6322 h 6321"/>
                <a:gd name="connsiteX1" fmla="*/ 7560 w 7559"/>
                <a:gd name="connsiteY1" fmla="*/ 4917 h 6321"/>
                <a:gd name="connsiteX2" fmla="*/ 7560 w 7559"/>
                <a:gd name="connsiteY2" fmla="*/ 0 h 6321"/>
                <a:gd name="connsiteX3" fmla="*/ 4731 w 7559"/>
                <a:gd name="connsiteY3" fmla="*/ 0 h 6321"/>
                <a:gd name="connsiteX4" fmla="*/ 1901 w 7559"/>
                <a:gd name="connsiteY4" fmla="*/ 2195 h 6321"/>
                <a:gd name="connsiteX5" fmla="*/ 0 w 7559"/>
                <a:gd name="connsiteY5" fmla="*/ 6322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59" h="6321">
                  <a:moveTo>
                    <a:pt x="0" y="6322"/>
                  </a:moveTo>
                  <a:lnTo>
                    <a:pt x="7560" y="4917"/>
                  </a:lnTo>
                  <a:lnTo>
                    <a:pt x="7560" y="0"/>
                  </a:lnTo>
                  <a:lnTo>
                    <a:pt x="4731" y="0"/>
                  </a:lnTo>
                  <a:lnTo>
                    <a:pt x="1901" y="2195"/>
                  </a:lnTo>
                  <a:lnTo>
                    <a:pt x="0" y="63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3" name="Freeform: Shape 1832">
              <a:extLst>
                <a:ext uri="{FF2B5EF4-FFF2-40B4-BE49-F238E27FC236}">
                  <a16:creationId xmlns:a16="http://schemas.microsoft.com/office/drawing/2014/main" id="{1CD0AB84-6CE1-0D14-458C-8B984E9CA39A}"/>
                </a:ext>
              </a:extLst>
            </p:cNvPr>
            <p:cNvSpPr>
              <a:spLocks/>
            </p:cNvSpPr>
            <p:nvPr/>
          </p:nvSpPr>
          <p:spPr>
            <a:xfrm>
              <a:off x="7630844" y="1387456"/>
              <a:ext cx="25194" cy="11183"/>
            </a:xfrm>
            <a:custGeom>
              <a:avLst/>
              <a:gdLst>
                <a:gd name="connsiteX0" fmla="*/ 172 w 16879"/>
                <a:gd name="connsiteY0" fmla="*/ 6058 h 7492"/>
                <a:gd name="connsiteX1" fmla="*/ 6247 w 16879"/>
                <a:gd name="connsiteY1" fmla="*/ 7375 h 7492"/>
                <a:gd name="connsiteX2" fmla="*/ 13761 w 16879"/>
                <a:gd name="connsiteY2" fmla="*/ 7375 h 7492"/>
                <a:gd name="connsiteX3" fmla="*/ 16636 w 16879"/>
                <a:gd name="connsiteY3" fmla="*/ 4653 h 7492"/>
                <a:gd name="connsiteX4" fmla="*/ 8474 w 16879"/>
                <a:gd name="connsiteY4" fmla="*/ 0 h 7492"/>
                <a:gd name="connsiteX5" fmla="*/ 79 w 16879"/>
                <a:gd name="connsiteY5" fmla="*/ 6102 h 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879" h="7492">
                  <a:moveTo>
                    <a:pt x="172" y="6058"/>
                  </a:moveTo>
                  <a:lnTo>
                    <a:pt x="6247" y="7375"/>
                  </a:lnTo>
                  <a:cubicBezTo>
                    <a:pt x="6247" y="7375"/>
                    <a:pt x="9448" y="7639"/>
                    <a:pt x="13761" y="7375"/>
                  </a:cubicBezTo>
                  <a:cubicBezTo>
                    <a:pt x="18120" y="7112"/>
                    <a:pt x="16636" y="4653"/>
                    <a:pt x="16636" y="4653"/>
                  </a:cubicBezTo>
                  <a:cubicBezTo>
                    <a:pt x="14874" y="790"/>
                    <a:pt x="8474" y="0"/>
                    <a:pt x="8474" y="0"/>
                  </a:cubicBezTo>
                  <a:cubicBezTo>
                    <a:pt x="-1405" y="1932"/>
                    <a:pt x="79" y="6102"/>
                    <a:pt x="79" y="610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4" name="Freeform: Shape 1833">
              <a:extLst>
                <a:ext uri="{FF2B5EF4-FFF2-40B4-BE49-F238E27FC236}">
                  <a16:creationId xmlns:a16="http://schemas.microsoft.com/office/drawing/2014/main" id="{B9D1058B-18E0-9AA9-F8FD-58D3D1265AAD}"/>
                </a:ext>
              </a:extLst>
            </p:cNvPr>
            <p:cNvSpPr>
              <a:spLocks/>
            </p:cNvSpPr>
            <p:nvPr/>
          </p:nvSpPr>
          <p:spPr>
            <a:xfrm>
              <a:off x="7615877" y="1390339"/>
              <a:ext cx="18647" cy="14024"/>
            </a:xfrm>
            <a:custGeom>
              <a:avLst/>
              <a:gdLst>
                <a:gd name="connsiteX0" fmla="*/ 12241 w 12493"/>
                <a:gd name="connsiteY0" fmla="*/ 8737 h 9395"/>
                <a:gd name="connsiteX1" fmla="*/ 8159 w 12493"/>
                <a:gd name="connsiteY1" fmla="*/ 5577 h 9395"/>
                <a:gd name="connsiteX2" fmla="*/ 5562 w 12493"/>
                <a:gd name="connsiteY2" fmla="*/ 1801 h 9395"/>
                <a:gd name="connsiteX3" fmla="*/ 43 w 12493"/>
                <a:gd name="connsiteY3" fmla="*/ 5577 h 9395"/>
                <a:gd name="connsiteX4" fmla="*/ 12194 w 12493"/>
                <a:gd name="connsiteY4" fmla="*/ 8737 h 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93" h="9395">
                  <a:moveTo>
                    <a:pt x="12241" y="8737"/>
                  </a:moveTo>
                  <a:cubicBezTo>
                    <a:pt x="13122" y="7069"/>
                    <a:pt x="11684" y="6806"/>
                    <a:pt x="8159" y="5577"/>
                  </a:cubicBezTo>
                  <a:cubicBezTo>
                    <a:pt x="4635" y="4347"/>
                    <a:pt x="5562" y="1801"/>
                    <a:pt x="5562" y="1801"/>
                  </a:cubicBezTo>
                  <a:cubicBezTo>
                    <a:pt x="739" y="-2764"/>
                    <a:pt x="-235" y="2416"/>
                    <a:pt x="43" y="5577"/>
                  </a:cubicBezTo>
                  <a:cubicBezTo>
                    <a:pt x="322" y="8737"/>
                    <a:pt x="11359" y="10406"/>
                    <a:pt x="12194" y="873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5" name="Freeform: Shape 1834">
              <a:extLst>
                <a:ext uri="{FF2B5EF4-FFF2-40B4-BE49-F238E27FC236}">
                  <a16:creationId xmlns:a16="http://schemas.microsoft.com/office/drawing/2014/main" id="{EC5DAD0B-6A34-4C5C-312C-558FBFD06740}"/>
                </a:ext>
              </a:extLst>
            </p:cNvPr>
            <p:cNvSpPr>
              <a:spLocks/>
            </p:cNvSpPr>
            <p:nvPr/>
          </p:nvSpPr>
          <p:spPr>
            <a:xfrm>
              <a:off x="7614649" y="1431928"/>
              <a:ext cx="19845" cy="39860"/>
            </a:xfrm>
            <a:custGeom>
              <a:avLst/>
              <a:gdLst>
                <a:gd name="connsiteX0" fmla="*/ 8982 w 13295"/>
                <a:gd name="connsiteY0" fmla="*/ 26706 h 26705"/>
                <a:gd name="connsiteX1" fmla="*/ 10930 w 13295"/>
                <a:gd name="connsiteY1" fmla="*/ 18453 h 26705"/>
                <a:gd name="connsiteX2" fmla="*/ 13295 w 13295"/>
                <a:gd name="connsiteY2" fmla="*/ 9673 h 26705"/>
                <a:gd name="connsiteX3" fmla="*/ 10930 w 13295"/>
                <a:gd name="connsiteY3" fmla="*/ 59 h 26705"/>
                <a:gd name="connsiteX4" fmla="*/ 819 w 13295"/>
                <a:gd name="connsiteY4" fmla="*/ 9102 h 26705"/>
                <a:gd name="connsiteX5" fmla="*/ 8982 w 13295"/>
                <a:gd name="connsiteY5" fmla="*/ 26662 h 2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95" h="26705">
                  <a:moveTo>
                    <a:pt x="8982" y="26706"/>
                  </a:moveTo>
                  <a:cubicBezTo>
                    <a:pt x="11857" y="26706"/>
                    <a:pt x="11301" y="22843"/>
                    <a:pt x="10930" y="18453"/>
                  </a:cubicBezTo>
                  <a:cubicBezTo>
                    <a:pt x="10559" y="14063"/>
                    <a:pt x="13341" y="11868"/>
                    <a:pt x="13295" y="9673"/>
                  </a:cubicBezTo>
                  <a:cubicBezTo>
                    <a:pt x="13295" y="7478"/>
                    <a:pt x="10930" y="59"/>
                    <a:pt x="10930" y="59"/>
                  </a:cubicBezTo>
                  <a:cubicBezTo>
                    <a:pt x="10930" y="59"/>
                    <a:pt x="4344" y="-1302"/>
                    <a:pt x="819" y="9102"/>
                  </a:cubicBezTo>
                  <a:cubicBezTo>
                    <a:pt x="-2705" y="19550"/>
                    <a:pt x="6107" y="26662"/>
                    <a:pt x="8982" y="2666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6" name="Freeform: Shape 1835">
              <a:extLst>
                <a:ext uri="{FF2B5EF4-FFF2-40B4-BE49-F238E27FC236}">
                  <a16:creationId xmlns:a16="http://schemas.microsoft.com/office/drawing/2014/main" id="{9E9614A7-D78B-31F6-A949-2878126B63D0}"/>
                </a:ext>
              </a:extLst>
            </p:cNvPr>
            <p:cNvSpPr>
              <a:spLocks/>
            </p:cNvSpPr>
            <p:nvPr/>
          </p:nvSpPr>
          <p:spPr>
            <a:xfrm>
              <a:off x="7558831" y="1511892"/>
              <a:ext cx="7336" cy="9828"/>
            </a:xfrm>
            <a:custGeom>
              <a:avLst/>
              <a:gdLst>
                <a:gd name="connsiteX0" fmla="*/ 0 w 4915"/>
                <a:gd name="connsiteY0" fmla="*/ 4653 h 6585"/>
                <a:gd name="connsiteX1" fmla="*/ 2041 w 4915"/>
                <a:gd name="connsiteY1" fmla="*/ 6585 h 6585"/>
                <a:gd name="connsiteX2" fmla="*/ 4916 w 4915"/>
                <a:gd name="connsiteY2" fmla="*/ 2458 h 6585"/>
                <a:gd name="connsiteX3" fmla="*/ 2041 w 4915"/>
                <a:gd name="connsiteY3" fmla="*/ 0 h 6585"/>
                <a:gd name="connsiteX4" fmla="*/ 0 w 4915"/>
                <a:gd name="connsiteY4" fmla="*/ 4653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5" h="6585">
                  <a:moveTo>
                    <a:pt x="0" y="4653"/>
                  </a:moveTo>
                  <a:lnTo>
                    <a:pt x="2041" y="6585"/>
                  </a:lnTo>
                  <a:lnTo>
                    <a:pt x="4916" y="2458"/>
                  </a:lnTo>
                  <a:lnTo>
                    <a:pt x="2041" y="0"/>
                  </a:lnTo>
                  <a:lnTo>
                    <a:pt x="0" y="4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7" name="Freeform: Shape 1836">
              <a:extLst>
                <a:ext uri="{FF2B5EF4-FFF2-40B4-BE49-F238E27FC236}">
                  <a16:creationId xmlns:a16="http://schemas.microsoft.com/office/drawing/2014/main" id="{05C8BC12-E9B3-5529-CA26-8F351951E496}"/>
                </a:ext>
              </a:extLst>
            </p:cNvPr>
            <p:cNvSpPr>
              <a:spLocks/>
            </p:cNvSpPr>
            <p:nvPr/>
          </p:nvSpPr>
          <p:spPr>
            <a:xfrm>
              <a:off x="7630962" y="1551208"/>
              <a:ext cx="12529" cy="8583"/>
            </a:xfrm>
            <a:custGeom>
              <a:avLst/>
              <a:gdLst>
                <a:gd name="connsiteX0" fmla="*/ 2365 w 8394"/>
                <a:gd name="connsiteY0" fmla="*/ 0 h 5750"/>
                <a:gd name="connsiteX1" fmla="*/ 0 w 8394"/>
                <a:gd name="connsiteY1" fmla="*/ 2897 h 5750"/>
                <a:gd name="connsiteX2" fmla="*/ 6168 w 8394"/>
                <a:gd name="connsiteY2" fmla="*/ 5751 h 5750"/>
                <a:gd name="connsiteX3" fmla="*/ 8394 w 8394"/>
                <a:gd name="connsiteY3" fmla="*/ 4127 h 5750"/>
                <a:gd name="connsiteX4" fmla="*/ 6168 w 8394"/>
                <a:gd name="connsiteY4" fmla="*/ 0 h 5750"/>
                <a:gd name="connsiteX5" fmla="*/ 2365 w 8394"/>
                <a:gd name="connsiteY5" fmla="*/ 0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94" h="5750">
                  <a:moveTo>
                    <a:pt x="2365" y="0"/>
                  </a:moveTo>
                  <a:lnTo>
                    <a:pt x="0" y="2897"/>
                  </a:lnTo>
                  <a:lnTo>
                    <a:pt x="6168" y="5751"/>
                  </a:lnTo>
                  <a:lnTo>
                    <a:pt x="8394" y="4127"/>
                  </a:lnTo>
                  <a:lnTo>
                    <a:pt x="6168" y="0"/>
                  </a:lnTo>
                  <a:lnTo>
                    <a:pt x="236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8" name="Freeform: Shape 1837">
              <a:extLst>
                <a:ext uri="{FF2B5EF4-FFF2-40B4-BE49-F238E27FC236}">
                  <a16:creationId xmlns:a16="http://schemas.microsoft.com/office/drawing/2014/main" id="{111BEE28-F5E3-E4C1-2E1E-BB4B1CF642D9}"/>
                </a:ext>
              </a:extLst>
            </p:cNvPr>
            <p:cNvSpPr>
              <a:spLocks/>
            </p:cNvSpPr>
            <p:nvPr/>
          </p:nvSpPr>
          <p:spPr>
            <a:xfrm>
              <a:off x="7649653" y="1551208"/>
              <a:ext cx="11282" cy="8583"/>
            </a:xfrm>
            <a:custGeom>
              <a:avLst/>
              <a:gdLst>
                <a:gd name="connsiteX0" fmla="*/ 0 w 7559"/>
                <a:gd name="connsiteY0" fmla="*/ 4127 h 5750"/>
                <a:gd name="connsiteX1" fmla="*/ 4313 w 7559"/>
                <a:gd name="connsiteY1" fmla="*/ 5751 h 5750"/>
                <a:gd name="connsiteX2" fmla="*/ 7560 w 7559"/>
                <a:gd name="connsiteY2" fmla="*/ 1361 h 5750"/>
                <a:gd name="connsiteX3" fmla="*/ 4313 w 7559"/>
                <a:gd name="connsiteY3" fmla="*/ 0 h 5750"/>
                <a:gd name="connsiteX4" fmla="*/ 0 w 7559"/>
                <a:gd name="connsiteY4" fmla="*/ 1361 h 5750"/>
                <a:gd name="connsiteX5" fmla="*/ 0 w 7559"/>
                <a:gd name="connsiteY5" fmla="*/ 4127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59" h="5750">
                  <a:moveTo>
                    <a:pt x="0" y="4127"/>
                  </a:moveTo>
                  <a:lnTo>
                    <a:pt x="4313" y="5751"/>
                  </a:lnTo>
                  <a:lnTo>
                    <a:pt x="7560" y="1361"/>
                  </a:lnTo>
                  <a:lnTo>
                    <a:pt x="4313" y="0"/>
                  </a:lnTo>
                  <a:lnTo>
                    <a:pt x="0" y="1361"/>
                  </a:lnTo>
                  <a:lnTo>
                    <a:pt x="0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9" name="Freeform: Shape 1838">
              <a:extLst>
                <a:ext uri="{FF2B5EF4-FFF2-40B4-BE49-F238E27FC236}">
                  <a16:creationId xmlns:a16="http://schemas.microsoft.com/office/drawing/2014/main" id="{EEC6FCA3-23A6-8CD6-3FAB-A097A6780C85}"/>
                </a:ext>
              </a:extLst>
            </p:cNvPr>
            <p:cNvSpPr>
              <a:spLocks/>
            </p:cNvSpPr>
            <p:nvPr/>
          </p:nvSpPr>
          <p:spPr>
            <a:xfrm>
              <a:off x="7669591" y="1559794"/>
              <a:ext cx="10383" cy="7403"/>
            </a:xfrm>
            <a:custGeom>
              <a:avLst/>
              <a:gdLst>
                <a:gd name="connsiteX0" fmla="*/ 6957 w 6956"/>
                <a:gd name="connsiteY0" fmla="*/ 2502 h 4960"/>
                <a:gd name="connsiteX1" fmla="*/ 2041 w 6956"/>
                <a:gd name="connsiteY1" fmla="*/ 0 h 4960"/>
                <a:gd name="connsiteX2" fmla="*/ 0 w 6956"/>
                <a:gd name="connsiteY2" fmla="*/ 2502 h 4960"/>
                <a:gd name="connsiteX3" fmla="*/ 4498 w 6956"/>
                <a:gd name="connsiteY3" fmla="*/ 4961 h 4960"/>
                <a:gd name="connsiteX4" fmla="*/ 6957 w 6956"/>
                <a:gd name="connsiteY4" fmla="*/ 2502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4960">
                  <a:moveTo>
                    <a:pt x="6957" y="2502"/>
                  </a:moveTo>
                  <a:lnTo>
                    <a:pt x="2041" y="0"/>
                  </a:lnTo>
                  <a:lnTo>
                    <a:pt x="0" y="2502"/>
                  </a:lnTo>
                  <a:lnTo>
                    <a:pt x="4498" y="4961"/>
                  </a:lnTo>
                  <a:lnTo>
                    <a:pt x="6957" y="25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0" name="Freeform: Shape 1839">
              <a:extLst>
                <a:ext uri="{FF2B5EF4-FFF2-40B4-BE49-F238E27FC236}">
                  <a16:creationId xmlns:a16="http://schemas.microsoft.com/office/drawing/2014/main" id="{B7C11A36-D200-C412-D349-DA23E6FF8921}"/>
                </a:ext>
              </a:extLst>
            </p:cNvPr>
            <p:cNvSpPr>
              <a:spLocks/>
            </p:cNvSpPr>
            <p:nvPr/>
          </p:nvSpPr>
          <p:spPr>
            <a:xfrm>
              <a:off x="7679974" y="1518838"/>
              <a:ext cx="10797" cy="7403"/>
            </a:xfrm>
            <a:custGeom>
              <a:avLst/>
              <a:gdLst>
                <a:gd name="connsiteX0" fmla="*/ 7235 w 7234"/>
                <a:gd name="connsiteY0" fmla="*/ 4961 h 4960"/>
                <a:gd name="connsiteX1" fmla="*/ 7235 w 7234"/>
                <a:gd name="connsiteY1" fmla="*/ 1932 h 4960"/>
                <a:gd name="connsiteX2" fmla="*/ 4916 w 7234"/>
                <a:gd name="connsiteY2" fmla="*/ 0 h 4960"/>
                <a:gd name="connsiteX3" fmla="*/ 0 w 7234"/>
                <a:gd name="connsiteY3" fmla="*/ 1932 h 4960"/>
                <a:gd name="connsiteX4" fmla="*/ 4081 w 7234"/>
                <a:gd name="connsiteY4" fmla="*/ 4961 h 4960"/>
                <a:gd name="connsiteX5" fmla="*/ 7235 w 7234"/>
                <a:gd name="connsiteY5" fmla="*/ 4961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4" h="4960">
                  <a:moveTo>
                    <a:pt x="7235" y="4961"/>
                  </a:moveTo>
                  <a:lnTo>
                    <a:pt x="7235" y="1932"/>
                  </a:lnTo>
                  <a:lnTo>
                    <a:pt x="4916" y="0"/>
                  </a:lnTo>
                  <a:lnTo>
                    <a:pt x="0" y="1932"/>
                  </a:lnTo>
                  <a:lnTo>
                    <a:pt x="4081" y="4961"/>
                  </a:lnTo>
                  <a:lnTo>
                    <a:pt x="7235" y="49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1" name="Freeform: Shape 1840">
              <a:extLst>
                <a:ext uri="{FF2B5EF4-FFF2-40B4-BE49-F238E27FC236}">
                  <a16:creationId xmlns:a16="http://schemas.microsoft.com/office/drawing/2014/main" id="{C797C660-7651-AA1C-F7E3-B41BCED3ACD6}"/>
                </a:ext>
              </a:extLst>
            </p:cNvPr>
            <p:cNvSpPr>
              <a:spLocks/>
            </p:cNvSpPr>
            <p:nvPr/>
          </p:nvSpPr>
          <p:spPr>
            <a:xfrm>
              <a:off x="7692876" y="1548326"/>
              <a:ext cx="19562" cy="12054"/>
            </a:xfrm>
            <a:custGeom>
              <a:avLst/>
              <a:gdLst>
                <a:gd name="connsiteX0" fmla="*/ 13107 w 13106"/>
                <a:gd name="connsiteY0" fmla="*/ 3863 h 8076"/>
                <a:gd name="connsiteX1" fmla="*/ 13107 w 13106"/>
                <a:gd name="connsiteY1" fmla="*/ 0 h 8076"/>
                <a:gd name="connsiteX2" fmla="*/ 8747 w 13106"/>
                <a:gd name="connsiteY2" fmla="*/ 0 h 8076"/>
                <a:gd name="connsiteX3" fmla="*/ 353 w 13106"/>
                <a:gd name="connsiteY3" fmla="*/ 7683 h 8076"/>
                <a:gd name="connsiteX4" fmla="*/ 13107 w 13106"/>
                <a:gd name="connsiteY4" fmla="*/ 3819 h 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6" h="8076">
                  <a:moveTo>
                    <a:pt x="13107" y="3863"/>
                  </a:moveTo>
                  <a:lnTo>
                    <a:pt x="13107" y="0"/>
                  </a:lnTo>
                  <a:lnTo>
                    <a:pt x="8747" y="0"/>
                  </a:lnTo>
                  <a:cubicBezTo>
                    <a:pt x="8747" y="0"/>
                    <a:pt x="3228" y="5751"/>
                    <a:pt x="353" y="7683"/>
                  </a:cubicBezTo>
                  <a:cubicBezTo>
                    <a:pt x="-2522" y="9614"/>
                    <a:pt x="13107" y="3819"/>
                    <a:pt x="13107" y="38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2" name="Freeform: Shape 1841">
              <a:extLst>
                <a:ext uri="{FF2B5EF4-FFF2-40B4-BE49-F238E27FC236}">
                  <a16:creationId xmlns:a16="http://schemas.microsoft.com/office/drawing/2014/main" id="{DB363DE4-53D0-D72A-DC67-50D3A24A529D}"/>
                </a:ext>
              </a:extLst>
            </p:cNvPr>
            <p:cNvSpPr>
              <a:spLocks/>
            </p:cNvSpPr>
            <p:nvPr/>
          </p:nvSpPr>
          <p:spPr>
            <a:xfrm>
              <a:off x="7697281" y="1515169"/>
              <a:ext cx="13429" cy="13105"/>
            </a:xfrm>
            <a:custGeom>
              <a:avLst/>
              <a:gdLst>
                <a:gd name="connsiteX0" fmla="*/ 2319 w 8997"/>
                <a:gd name="connsiteY0" fmla="*/ 8780 h 8780"/>
                <a:gd name="connsiteX1" fmla="*/ 8997 w 8997"/>
                <a:gd name="connsiteY1" fmla="*/ 8780 h 8780"/>
                <a:gd name="connsiteX2" fmla="*/ 6400 w 8997"/>
                <a:gd name="connsiteY2" fmla="*/ 4917 h 8780"/>
                <a:gd name="connsiteX3" fmla="*/ 8997 w 8997"/>
                <a:gd name="connsiteY3" fmla="*/ 2458 h 8780"/>
                <a:gd name="connsiteX4" fmla="*/ 3571 w 8997"/>
                <a:gd name="connsiteY4" fmla="*/ 0 h 8780"/>
                <a:gd name="connsiteX5" fmla="*/ 0 w 8997"/>
                <a:gd name="connsiteY5" fmla="*/ 2458 h 8780"/>
                <a:gd name="connsiteX6" fmla="*/ 2319 w 8997"/>
                <a:gd name="connsiteY6" fmla="*/ 4917 h 8780"/>
                <a:gd name="connsiteX7" fmla="*/ 2319 w 8997"/>
                <a:gd name="connsiteY7" fmla="*/ 8780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97" h="8780">
                  <a:moveTo>
                    <a:pt x="2319" y="8780"/>
                  </a:moveTo>
                  <a:lnTo>
                    <a:pt x="8997" y="8780"/>
                  </a:lnTo>
                  <a:lnTo>
                    <a:pt x="6400" y="4917"/>
                  </a:lnTo>
                  <a:lnTo>
                    <a:pt x="8997" y="2458"/>
                  </a:lnTo>
                  <a:lnTo>
                    <a:pt x="3571" y="0"/>
                  </a:lnTo>
                  <a:lnTo>
                    <a:pt x="0" y="2458"/>
                  </a:lnTo>
                  <a:lnTo>
                    <a:pt x="2319" y="4917"/>
                  </a:lnTo>
                  <a:lnTo>
                    <a:pt x="2319" y="8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3" name="Freeform: Shape 1842">
              <a:extLst>
                <a:ext uri="{FF2B5EF4-FFF2-40B4-BE49-F238E27FC236}">
                  <a16:creationId xmlns:a16="http://schemas.microsoft.com/office/drawing/2014/main" id="{19EF3F2A-F34D-8BB0-5250-AE82B7D1D3A6}"/>
                </a:ext>
              </a:extLst>
            </p:cNvPr>
            <p:cNvSpPr>
              <a:spLocks/>
            </p:cNvSpPr>
            <p:nvPr/>
          </p:nvSpPr>
          <p:spPr>
            <a:xfrm>
              <a:off x="7697281" y="1496756"/>
              <a:ext cx="15159" cy="6946"/>
            </a:xfrm>
            <a:custGeom>
              <a:avLst/>
              <a:gdLst>
                <a:gd name="connsiteX0" fmla="*/ 8997 w 10156"/>
                <a:gd name="connsiteY0" fmla="*/ 1361 h 4653"/>
                <a:gd name="connsiteX1" fmla="*/ 8997 w 10156"/>
                <a:gd name="connsiteY1" fmla="*/ 0 h 4653"/>
                <a:gd name="connsiteX2" fmla="*/ 5055 w 10156"/>
                <a:gd name="connsiteY2" fmla="*/ 0 h 4653"/>
                <a:gd name="connsiteX3" fmla="*/ 0 w 10156"/>
                <a:gd name="connsiteY3" fmla="*/ 3029 h 4653"/>
                <a:gd name="connsiteX4" fmla="*/ 10157 w 10156"/>
                <a:gd name="connsiteY4" fmla="*/ 4653 h 4653"/>
                <a:gd name="connsiteX5" fmla="*/ 8997 w 10156"/>
                <a:gd name="connsiteY5" fmla="*/ 1361 h 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56" h="4653">
                  <a:moveTo>
                    <a:pt x="8997" y="1361"/>
                  </a:moveTo>
                  <a:lnTo>
                    <a:pt x="8997" y="0"/>
                  </a:lnTo>
                  <a:lnTo>
                    <a:pt x="5055" y="0"/>
                  </a:lnTo>
                  <a:lnTo>
                    <a:pt x="0" y="3029"/>
                  </a:lnTo>
                  <a:lnTo>
                    <a:pt x="10157" y="4653"/>
                  </a:lnTo>
                  <a:lnTo>
                    <a:pt x="8997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4" name="Freeform: Shape 1843">
              <a:extLst>
                <a:ext uri="{FF2B5EF4-FFF2-40B4-BE49-F238E27FC236}">
                  <a16:creationId xmlns:a16="http://schemas.microsoft.com/office/drawing/2014/main" id="{727BB471-9230-F684-74BC-61D9CA38E565}"/>
                </a:ext>
              </a:extLst>
            </p:cNvPr>
            <p:cNvSpPr>
              <a:spLocks/>
            </p:cNvSpPr>
            <p:nvPr/>
          </p:nvSpPr>
          <p:spPr>
            <a:xfrm>
              <a:off x="7712439" y="1515169"/>
              <a:ext cx="9898" cy="9435"/>
            </a:xfrm>
            <a:custGeom>
              <a:avLst/>
              <a:gdLst>
                <a:gd name="connsiteX0" fmla="*/ 5519 w 6631"/>
                <a:gd name="connsiteY0" fmla="*/ 4917 h 6321"/>
                <a:gd name="connsiteX1" fmla="*/ 6632 w 6631"/>
                <a:gd name="connsiteY1" fmla="*/ 0 h 6321"/>
                <a:gd name="connsiteX2" fmla="*/ 0 w 6631"/>
                <a:gd name="connsiteY2" fmla="*/ 0 h 6321"/>
                <a:gd name="connsiteX3" fmla="*/ 0 w 6631"/>
                <a:gd name="connsiteY3" fmla="*/ 6322 h 6321"/>
                <a:gd name="connsiteX4" fmla="*/ 5519 w 6631"/>
                <a:gd name="connsiteY4" fmla="*/ 4917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31" h="6321">
                  <a:moveTo>
                    <a:pt x="5519" y="4917"/>
                  </a:moveTo>
                  <a:lnTo>
                    <a:pt x="6632" y="0"/>
                  </a:lnTo>
                  <a:lnTo>
                    <a:pt x="0" y="0"/>
                  </a:lnTo>
                  <a:lnTo>
                    <a:pt x="0" y="6322"/>
                  </a:lnTo>
                  <a:lnTo>
                    <a:pt x="5519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5" name="Freeform: Shape 1844">
              <a:extLst>
                <a:ext uri="{FF2B5EF4-FFF2-40B4-BE49-F238E27FC236}">
                  <a16:creationId xmlns:a16="http://schemas.microsoft.com/office/drawing/2014/main" id="{1E89E7F7-D11E-5353-62D0-8B1272B52E66}"/>
                </a:ext>
              </a:extLst>
            </p:cNvPr>
            <p:cNvSpPr>
              <a:spLocks/>
            </p:cNvSpPr>
            <p:nvPr/>
          </p:nvSpPr>
          <p:spPr>
            <a:xfrm>
              <a:off x="7724173" y="1481066"/>
              <a:ext cx="23226" cy="17545"/>
            </a:xfrm>
            <a:custGeom>
              <a:avLst/>
              <a:gdLst>
                <a:gd name="connsiteX0" fmla="*/ 3131 w 15560"/>
                <a:gd name="connsiteY0" fmla="*/ 9151 h 11754"/>
                <a:gd name="connsiteX1" fmla="*/ 9485 w 15560"/>
                <a:gd name="connsiteY1" fmla="*/ 10512 h 11754"/>
                <a:gd name="connsiteX2" fmla="*/ 9485 w 15560"/>
                <a:gd name="connsiteY2" fmla="*/ 5024 h 11754"/>
                <a:gd name="connsiteX3" fmla="*/ 15560 w 15560"/>
                <a:gd name="connsiteY3" fmla="*/ 2302 h 11754"/>
                <a:gd name="connsiteX4" fmla="*/ 14123 w 15560"/>
                <a:gd name="connsiteY4" fmla="*/ 371 h 11754"/>
                <a:gd name="connsiteX5" fmla="*/ 5728 w 15560"/>
                <a:gd name="connsiteY5" fmla="*/ 371 h 11754"/>
                <a:gd name="connsiteX6" fmla="*/ 5728 w 15560"/>
                <a:gd name="connsiteY6" fmla="*/ 4761 h 11754"/>
                <a:gd name="connsiteX7" fmla="*/ 209 w 15560"/>
                <a:gd name="connsiteY7" fmla="*/ 3663 h 11754"/>
                <a:gd name="connsiteX8" fmla="*/ 3085 w 15560"/>
                <a:gd name="connsiteY8" fmla="*/ 9151 h 11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60" h="11754">
                  <a:moveTo>
                    <a:pt x="3131" y="9151"/>
                  </a:moveTo>
                  <a:cubicBezTo>
                    <a:pt x="3688" y="14068"/>
                    <a:pt x="9485" y="10512"/>
                    <a:pt x="9485" y="10512"/>
                  </a:cubicBezTo>
                  <a:cubicBezTo>
                    <a:pt x="11804" y="9985"/>
                    <a:pt x="9485" y="5024"/>
                    <a:pt x="9485" y="5024"/>
                  </a:cubicBezTo>
                  <a:cubicBezTo>
                    <a:pt x="14123" y="5024"/>
                    <a:pt x="15560" y="2302"/>
                    <a:pt x="15560" y="2302"/>
                  </a:cubicBezTo>
                  <a:lnTo>
                    <a:pt x="14123" y="371"/>
                  </a:lnTo>
                  <a:cubicBezTo>
                    <a:pt x="14123" y="371"/>
                    <a:pt x="8047" y="-463"/>
                    <a:pt x="5728" y="371"/>
                  </a:cubicBezTo>
                  <a:cubicBezTo>
                    <a:pt x="3409" y="1205"/>
                    <a:pt x="5728" y="4761"/>
                    <a:pt x="5728" y="4761"/>
                  </a:cubicBezTo>
                  <a:cubicBezTo>
                    <a:pt x="5728" y="4761"/>
                    <a:pt x="1369" y="897"/>
                    <a:pt x="209" y="3663"/>
                  </a:cubicBezTo>
                  <a:cubicBezTo>
                    <a:pt x="-950" y="6429"/>
                    <a:pt x="3085" y="9151"/>
                    <a:pt x="3085" y="91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6" name="Freeform: Shape 1845">
              <a:extLst>
                <a:ext uri="{FF2B5EF4-FFF2-40B4-BE49-F238E27FC236}">
                  <a16:creationId xmlns:a16="http://schemas.microsoft.com/office/drawing/2014/main" id="{108CB088-0DBF-ACDF-25E2-49C0985B8477}"/>
                </a:ext>
              </a:extLst>
            </p:cNvPr>
            <p:cNvSpPr>
              <a:spLocks/>
            </p:cNvSpPr>
            <p:nvPr/>
          </p:nvSpPr>
          <p:spPr>
            <a:xfrm>
              <a:off x="7722338" y="1551208"/>
              <a:ext cx="6922" cy="9173"/>
            </a:xfrm>
            <a:custGeom>
              <a:avLst/>
              <a:gdLst>
                <a:gd name="connsiteX0" fmla="*/ 4638 w 4637"/>
                <a:gd name="connsiteY0" fmla="*/ 0 h 6145"/>
                <a:gd name="connsiteX1" fmla="*/ 0 w 4637"/>
                <a:gd name="connsiteY1" fmla="*/ 2107 h 6145"/>
                <a:gd name="connsiteX2" fmla="*/ 0 w 4637"/>
                <a:gd name="connsiteY2" fmla="*/ 5751 h 6145"/>
                <a:gd name="connsiteX3" fmla="*/ 4638 w 4637"/>
                <a:gd name="connsiteY3" fmla="*/ 6146 h 6145"/>
                <a:gd name="connsiteX4" fmla="*/ 4638 w 4637"/>
                <a:gd name="connsiteY4" fmla="*/ 0 h 6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6145">
                  <a:moveTo>
                    <a:pt x="4638" y="0"/>
                  </a:moveTo>
                  <a:lnTo>
                    <a:pt x="0" y="2107"/>
                  </a:lnTo>
                  <a:lnTo>
                    <a:pt x="0" y="5751"/>
                  </a:lnTo>
                  <a:lnTo>
                    <a:pt x="4638" y="6146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7" name="Freeform: Shape 1846">
              <a:extLst>
                <a:ext uri="{FF2B5EF4-FFF2-40B4-BE49-F238E27FC236}">
                  <a16:creationId xmlns:a16="http://schemas.microsoft.com/office/drawing/2014/main" id="{501BE1DB-2C03-B490-4D68-FD7D7FACFA40}"/>
                </a:ext>
              </a:extLst>
            </p:cNvPr>
            <p:cNvSpPr>
              <a:spLocks/>
            </p:cNvSpPr>
            <p:nvPr/>
          </p:nvSpPr>
          <p:spPr>
            <a:xfrm>
              <a:off x="7546717" y="1619953"/>
              <a:ext cx="15837" cy="8642"/>
            </a:xfrm>
            <a:custGeom>
              <a:avLst/>
              <a:gdLst>
                <a:gd name="connsiteX0" fmla="*/ 8116 w 10610"/>
                <a:gd name="connsiteY0" fmla="*/ 4430 h 5790"/>
                <a:gd name="connsiteX1" fmla="*/ 10574 w 10610"/>
                <a:gd name="connsiteY1" fmla="*/ 4430 h 5790"/>
                <a:gd name="connsiteX2" fmla="*/ 6075 w 10610"/>
                <a:gd name="connsiteY2" fmla="*/ 39 h 5790"/>
                <a:gd name="connsiteX3" fmla="*/ 0 w 10610"/>
                <a:gd name="connsiteY3" fmla="*/ 4430 h 5790"/>
                <a:gd name="connsiteX4" fmla="*/ 2597 w 10610"/>
                <a:gd name="connsiteY4" fmla="*/ 5790 h 5790"/>
                <a:gd name="connsiteX5" fmla="*/ 8116 w 10610"/>
                <a:gd name="connsiteY5" fmla="*/ 4430 h 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10" h="5790">
                  <a:moveTo>
                    <a:pt x="8116" y="4430"/>
                  </a:moveTo>
                  <a:lnTo>
                    <a:pt x="10574" y="4430"/>
                  </a:lnTo>
                  <a:cubicBezTo>
                    <a:pt x="10574" y="4430"/>
                    <a:pt x="11316" y="566"/>
                    <a:pt x="6075" y="39"/>
                  </a:cubicBezTo>
                  <a:cubicBezTo>
                    <a:pt x="835" y="-487"/>
                    <a:pt x="0" y="4430"/>
                    <a:pt x="0" y="4430"/>
                  </a:cubicBezTo>
                  <a:lnTo>
                    <a:pt x="2597" y="5790"/>
                  </a:lnTo>
                  <a:cubicBezTo>
                    <a:pt x="2875" y="1927"/>
                    <a:pt x="8116" y="4430"/>
                    <a:pt x="8116" y="443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8" name="Freeform: Shape 1847">
              <a:extLst>
                <a:ext uri="{FF2B5EF4-FFF2-40B4-BE49-F238E27FC236}">
                  <a16:creationId xmlns:a16="http://schemas.microsoft.com/office/drawing/2014/main" id="{54AACC83-2C34-FEFC-A1C3-7A6FA04F3FB0}"/>
                </a:ext>
              </a:extLst>
            </p:cNvPr>
            <p:cNvSpPr>
              <a:spLocks/>
            </p:cNvSpPr>
            <p:nvPr/>
          </p:nvSpPr>
          <p:spPr>
            <a:xfrm>
              <a:off x="7544294" y="1633902"/>
              <a:ext cx="23578" cy="29409"/>
            </a:xfrm>
            <a:custGeom>
              <a:avLst/>
              <a:gdLst>
                <a:gd name="connsiteX0" fmla="*/ 1623 w 15796"/>
                <a:gd name="connsiteY0" fmla="*/ 16770 h 19703"/>
                <a:gd name="connsiteX1" fmla="*/ 13449 w 15796"/>
                <a:gd name="connsiteY1" fmla="*/ 19492 h 19703"/>
                <a:gd name="connsiteX2" fmla="*/ 14702 w 15796"/>
                <a:gd name="connsiteY2" fmla="*/ 7683 h 19703"/>
                <a:gd name="connsiteX3" fmla="*/ 12243 w 15796"/>
                <a:gd name="connsiteY3" fmla="*/ 571 h 19703"/>
                <a:gd name="connsiteX4" fmla="*/ 1670 w 15796"/>
                <a:gd name="connsiteY4" fmla="*/ 10141 h 19703"/>
                <a:gd name="connsiteX5" fmla="*/ 1670 w 15796"/>
                <a:gd name="connsiteY5" fmla="*/ 16770 h 1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96" h="19703">
                  <a:moveTo>
                    <a:pt x="1623" y="16770"/>
                  </a:moveTo>
                  <a:cubicBezTo>
                    <a:pt x="1623" y="16770"/>
                    <a:pt x="9461" y="20634"/>
                    <a:pt x="13449" y="19492"/>
                  </a:cubicBezTo>
                  <a:cubicBezTo>
                    <a:pt x="17438" y="18351"/>
                    <a:pt x="15258" y="9615"/>
                    <a:pt x="14702" y="7683"/>
                  </a:cubicBezTo>
                  <a:cubicBezTo>
                    <a:pt x="14145" y="5751"/>
                    <a:pt x="12243" y="571"/>
                    <a:pt x="12243" y="571"/>
                  </a:cubicBezTo>
                  <a:cubicBezTo>
                    <a:pt x="6864" y="-2151"/>
                    <a:pt x="5426" y="5488"/>
                    <a:pt x="1670" y="10141"/>
                  </a:cubicBezTo>
                  <a:cubicBezTo>
                    <a:pt x="-2087" y="14751"/>
                    <a:pt x="1670" y="16770"/>
                    <a:pt x="1670" y="1677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9" name="Freeform: Shape 1848">
              <a:extLst>
                <a:ext uri="{FF2B5EF4-FFF2-40B4-BE49-F238E27FC236}">
                  <a16:creationId xmlns:a16="http://schemas.microsoft.com/office/drawing/2014/main" id="{AE422433-6291-DEE9-C780-B3B2525E39C9}"/>
                </a:ext>
              </a:extLst>
            </p:cNvPr>
            <p:cNvSpPr>
              <a:spLocks/>
            </p:cNvSpPr>
            <p:nvPr/>
          </p:nvSpPr>
          <p:spPr>
            <a:xfrm>
              <a:off x="7480042" y="1623658"/>
              <a:ext cx="21855" cy="10879"/>
            </a:xfrm>
            <a:custGeom>
              <a:avLst/>
              <a:gdLst>
                <a:gd name="connsiteX0" fmla="*/ 7335 w 14642"/>
                <a:gd name="connsiteY0" fmla="*/ 411 h 7289"/>
                <a:gd name="connsiteX1" fmla="*/ 7 w 14642"/>
                <a:gd name="connsiteY1" fmla="*/ 3308 h 7289"/>
                <a:gd name="connsiteX2" fmla="*/ 13364 w 14642"/>
                <a:gd name="connsiteY2" fmla="*/ 6864 h 7289"/>
                <a:gd name="connsiteX3" fmla="*/ 13364 w 14642"/>
                <a:gd name="connsiteY3" fmla="*/ 3308 h 7289"/>
                <a:gd name="connsiteX4" fmla="*/ 7335 w 14642"/>
                <a:gd name="connsiteY4" fmla="*/ 411 h 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2" h="7289">
                  <a:moveTo>
                    <a:pt x="7335" y="411"/>
                  </a:moveTo>
                  <a:cubicBezTo>
                    <a:pt x="7335" y="411"/>
                    <a:pt x="-271" y="-1609"/>
                    <a:pt x="7" y="3308"/>
                  </a:cubicBezTo>
                  <a:cubicBezTo>
                    <a:pt x="286" y="8225"/>
                    <a:pt x="10442" y="7435"/>
                    <a:pt x="13364" y="6864"/>
                  </a:cubicBezTo>
                  <a:cubicBezTo>
                    <a:pt x="16239" y="6293"/>
                    <a:pt x="13364" y="3308"/>
                    <a:pt x="13364" y="3308"/>
                  </a:cubicBezTo>
                  <a:lnTo>
                    <a:pt x="7335" y="41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0" name="Freeform: Shape 1849">
              <a:extLst>
                <a:ext uri="{FF2B5EF4-FFF2-40B4-BE49-F238E27FC236}">
                  <a16:creationId xmlns:a16="http://schemas.microsoft.com/office/drawing/2014/main" id="{B6E45B7E-FDAA-B77F-5C96-4A4BEBB44EE3}"/>
                </a:ext>
              </a:extLst>
            </p:cNvPr>
            <p:cNvSpPr>
              <a:spLocks/>
            </p:cNvSpPr>
            <p:nvPr/>
          </p:nvSpPr>
          <p:spPr>
            <a:xfrm>
              <a:off x="7464203" y="1600747"/>
              <a:ext cx="37795" cy="13890"/>
            </a:xfrm>
            <a:custGeom>
              <a:avLst/>
              <a:gdLst>
                <a:gd name="connsiteX0" fmla="*/ 3988 w 25321"/>
                <a:gd name="connsiteY0" fmla="*/ 4258 h 9306"/>
                <a:gd name="connsiteX1" fmla="*/ 10667 w 25321"/>
                <a:gd name="connsiteY1" fmla="*/ 6322 h 9306"/>
                <a:gd name="connsiteX2" fmla="*/ 10667 w 25321"/>
                <a:gd name="connsiteY2" fmla="*/ 2195 h 9306"/>
                <a:gd name="connsiteX3" fmla="*/ 24023 w 25321"/>
                <a:gd name="connsiteY3" fmla="*/ 4653 h 9306"/>
                <a:gd name="connsiteX4" fmla="*/ 25322 w 25321"/>
                <a:gd name="connsiteY4" fmla="*/ 3293 h 9306"/>
                <a:gd name="connsiteX5" fmla="*/ 8673 w 25321"/>
                <a:gd name="connsiteY5" fmla="*/ 0 h 9306"/>
                <a:gd name="connsiteX6" fmla="*/ 0 w 25321"/>
                <a:gd name="connsiteY6" fmla="*/ 5751 h 9306"/>
                <a:gd name="connsiteX7" fmla="*/ 2041 w 25321"/>
                <a:gd name="connsiteY7" fmla="*/ 9307 h 9306"/>
                <a:gd name="connsiteX8" fmla="*/ 4081 w 25321"/>
                <a:gd name="connsiteY8" fmla="*/ 4214 h 9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21" h="9306">
                  <a:moveTo>
                    <a:pt x="3988" y="4258"/>
                  </a:moveTo>
                  <a:lnTo>
                    <a:pt x="10667" y="6322"/>
                  </a:lnTo>
                  <a:lnTo>
                    <a:pt x="10667" y="2195"/>
                  </a:lnTo>
                  <a:cubicBezTo>
                    <a:pt x="16649" y="2941"/>
                    <a:pt x="24023" y="4653"/>
                    <a:pt x="24023" y="4653"/>
                  </a:cubicBezTo>
                  <a:lnTo>
                    <a:pt x="25322" y="3293"/>
                  </a:lnTo>
                  <a:cubicBezTo>
                    <a:pt x="21983" y="263"/>
                    <a:pt x="12707" y="0"/>
                    <a:pt x="8673" y="0"/>
                  </a:cubicBezTo>
                  <a:cubicBezTo>
                    <a:pt x="4638" y="0"/>
                    <a:pt x="0" y="5751"/>
                    <a:pt x="0" y="5751"/>
                  </a:cubicBezTo>
                  <a:lnTo>
                    <a:pt x="2041" y="9307"/>
                  </a:lnTo>
                  <a:lnTo>
                    <a:pt x="4081" y="42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1" name="Freeform: Shape 1850">
              <a:extLst>
                <a:ext uri="{FF2B5EF4-FFF2-40B4-BE49-F238E27FC236}">
                  <a16:creationId xmlns:a16="http://schemas.microsoft.com/office/drawing/2014/main" id="{0568A2E8-0EC1-CDAE-66F9-A0D26C0836C8}"/>
                </a:ext>
              </a:extLst>
            </p:cNvPr>
            <p:cNvSpPr>
              <a:spLocks/>
            </p:cNvSpPr>
            <p:nvPr/>
          </p:nvSpPr>
          <p:spPr>
            <a:xfrm>
              <a:off x="7340590" y="1604907"/>
              <a:ext cx="43034" cy="37646"/>
            </a:xfrm>
            <a:custGeom>
              <a:avLst/>
              <a:gdLst>
                <a:gd name="connsiteX0" fmla="*/ 2443 w 28831"/>
                <a:gd name="connsiteY0" fmla="*/ 21358 h 25221"/>
                <a:gd name="connsiteX1" fmla="*/ 9121 w 28831"/>
                <a:gd name="connsiteY1" fmla="*/ 22192 h 25221"/>
                <a:gd name="connsiteX2" fmla="*/ 19278 w 28831"/>
                <a:gd name="connsiteY2" fmla="*/ 19426 h 25221"/>
                <a:gd name="connsiteX3" fmla="*/ 20437 w 28831"/>
                <a:gd name="connsiteY3" fmla="*/ 16222 h 25221"/>
                <a:gd name="connsiteX4" fmla="*/ 23312 w 28831"/>
                <a:gd name="connsiteY4" fmla="*/ 19426 h 25221"/>
                <a:gd name="connsiteX5" fmla="*/ 28831 w 28831"/>
                <a:gd name="connsiteY5" fmla="*/ 25221 h 25221"/>
                <a:gd name="connsiteX6" fmla="*/ 19556 w 28831"/>
                <a:gd name="connsiteY6" fmla="*/ 1910 h 25221"/>
                <a:gd name="connsiteX7" fmla="*/ 124 w 28831"/>
                <a:gd name="connsiteY7" fmla="*/ 6564 h 25221"/>
                <a:gd name="connsiteX8" fmla="*/ 124 w 28831"/>
                <a:gd name="connsiteY8" fmla="*/ 25221 h 25221"/>
                <a:gd name="connsiteX9" fmla="*/ 2443 w 28831"/>
                <a:gd name="connsiteY9" fmla="*/ 21358 h 25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831" h="25221">
                  <a:moveTo>
                    <a:pt x="2443" y="21358"/>
                  </a:moveTo>
                  <a:cubicBezTo>
                    <a:pt x="2443" y="21358"/>
                    <a:pt x="4483" y="25485"/>
                    <a:pt x="9121" y="22192"/>
                  </a:cubicBezTo>
                  <a:cubicBezTo>
                    <a:pt x="13759" y="18900"/>
                    <a:pt x="19278" y="19426"/>
                    <a:pt x="19278" y="19426"/>
                  </a:cubicBezTo>
                  <a:lnTo>
                    <a:pt x="20437" y="16222"/>
                  </a:lnTo>
                  <a:lnTo>
                    <a:pt x="23312" y="19426"/>
                  </a:lnTo>
                  <a:lnTo>
                    <a:pt x="28831" y="25221"/>
                  </a:lnTo>
                  <a:cubicBezTo>
                    <a:pt x="28831" y="25221"/>
                    <a:pt x="25631" y="6300"/>
                    <a:pt x="19556" y="1910"/>
                  </a:cubicBezTo>
                  <a:cubicBezTo>
                    <a:pt x="13480" y="-2480"/>
                    <a:pt x="448" y="1384"/>
                    <a:pt x="124" y="6564"/>
                  </a:cubicBezTo>
                  <a:cubicBezTo>
                    <a:pt x="-155" y="11788"/>
                    <a:pt x="124" y="25221"/>
                    <a:pt x="124" y="25221"/>
                  </a:cubicBezTo>
                  <a:lnTo>
                    <a:pt x="2443" y="213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2" name="Freeform: Shape 1851">
              <a:extLst>
                <a:ext uri="{FF2B5EF4-FFF2-40B4-BE49-F238E27FC236}">
                  <a16:creationId xmlns:a16="http://schemas.microsoft.com/office/drawing/2014/main" id="{4DEC506C-581C-4BB1-03A5-8ECB4DB9D0D9}"/>
                </a:ext>
              </a:extLst>
            </p:cNvPr>
            <p:cNvSpPr>
              <a:spLocks/>
            </p:cNvSpPr>
            <p:nvPr/>
          </p:nvSpPr>
          <p:spPr>
            <a:xfrm>
              <a:off x="7941641" y="1359151"/>
              <a:ext cx="41119" cy="18411"/>
            </a:xfrm>
            <a:custGeom>
              <a:avLst/>
              <a:gdLst>
                <a:gd name="connsiteX0" fmla="*/ 46 w 27548"/>
                <a:gd name="connsiteY0" fmla="*/ 6278 h 12335"/>
                <a:gd name="connsiteX1" fmla="*/ 10481 w 27548"/>
                <a:gd name="connsiteY1" fmla="*/ 10668 h 12335"/>
                <a:gd name="connsiteX2" fmla="*/ 14238 w 27548"/>
                <a:gd name="connsiteY2" fmla="*/ 12336 h 12335"/>
                <a:gd name="connsiteX3" fmla="*/ 15676 w 27548"/>
                <a:gd name="connsiteY3" fmla="*/ 12336 h 12335"/>
                <a:gd name="connsiteX4" fmla="*/ 17113 w 27548"/>
                <a:gd name="connsiteY4" fmla="*/ 8780 h 12335"/>
                <a:gd name="connsiteX5" fmla="*/ 24070 w 27548"/>
                <a:gd name="connsiteY5" fmla="*/ 8253 h 12335"/>
                <a:gd name="connsiteX6" fmla="*/ 24951 w 27548"/>
                <a:gd name="connsiteY6" fmla="*/ 4127 h 12335"/>
                <a:gd name="connsiteX7" fmla="*/ 27548 w 27548"/>
                <a:gd name="connsiteY7" fmla="*/ 1932 h 12335"/>
                <a:gd name="connsiteX8" fmla="*/ 25507 w 27548"/>
                <a:gd name="connsiteY8" fmla="*/ 0 h 12335"/>
                <a:gd name="connsiteX9" fmla="*/ 21148 w 27548"/>
                <a:gd name="connsiteY9" fmla="*/ 1361 h 12335"/>
                <a:gd name="connsiteX10" fmla="*/ 21148 w 27548"/>
                <a:gd name="connsiteY10" fmla="*/ 5224 h 12335"/>
                <a:gd name="connsiteX11" fmla="*/ 17067 w 27548"/>
                <a:gd name="connsiteY11" fmla="*/ 3863 h 12335"/>
                <a:gd name="connsiteX12" fmla="*/ 17067 w 27548"/>
                <a:gd name="connsiteY12" fmla="*/ 5224 h 12335"/>
                <a:gd name="connsiteX13" fmla="*/ 14191 w 27548"/>
                <a:gd name="connsiteY13" fmla="*/ 3029 h 12335"/>
                <a:gd name="connsiteX14" fmla="*/ 11362 w 27548"/>
                <a:gd name="connsiteY14" fmla="*/ 4961 h 12335"/>
                <a:gd name="connsiteX15" fmla="*/ 10435 w 27548"/>
                <a:gd name="connsiteY15" fmla="*/ 1405 h 12335"/>
                <a:gd name="connsiteX16" fmla="*/ 7096 w 27548"/>
                <a:gd name="connsiteY16" fmla="*/ 4434 h 12335"/>
                <a:gd name="connsiteX17" fmla="*/ 6678 w 27548"/>
                <a:gd name="connsiteY17" fmla="*/ 1405 h 12335"/>
                <a:gd name="connsiteX18" fmla="*/ 4359 w 27548"/>
                <a:gd name="connsiteY18" fmla="*/ 3073 h 12335"/>
                <a:gd name="connsiteX19" fmla="*/ 3200 w 27548"/>
                <a:gd name="connsiteY19" fmla="*/ 5268 h 12335"/>
                <a:gd name="connsiteX20" fmla="*/ 0 w 27548"/>
                <a:gd name="connsiteY20" fmla="*/ 3073 h 12335"/>
                <a:gd name="connsiteX21" fmla="*/ 0 w 27548"/>
                <a:gd name="connsiteY21" fmla="*/ 6365 h 1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7548" h="12335">
                  <a:moveTo>
                    <a:pt x="46" y="6278"/>
                  </a:moveTo>
                  <a:cubicBezTo>
                    <a:pt x="1762" y="11195"/>
                    <a:pt x="10481" y="10668"/>
                    <a:pt x="10481" y="10668"/>
                  </a:cubicBezTo>
                  <a:lnTo>
                    <a:pt x="14238" y="12336"/>
                  </a:lnTo>
                  <a:lnTo>
                    <a:pt x="15676" y="12336"/>
                  </a:lnTo>
                  <a:lnTo>
                    <a:pt x="17113" y="8780"/>
                  </a:lnTo>
                  <a:lnTo>
                    <a:pt x="24070" y="8253"/>
                  </a:lnTo>
                  <a:lnTo>
                    <a:pt x="24951" y="4127"/>
                  </a:lnTo>
                  <a:lnTo>
                    <a:pt x="27548" y="1932"/>
                  </a:lnTo>
                  <a:lnTo>
                    <a:pt x="25507" y="0"/>
                  </a:lnTo>
                  <a:lnTo>
                    <a:pt x="21148" y="1361"/>
                  </a:lnTo>
                  <a:lnTo>
                    <a:pt x="21148" y="5224"/>
                  </a:lnTo>
                  <a:lnTo>
                    <a:pt x="17067" y="3863"/>
                  </a:lnTo>
                  <a:lnTo>
                    <a:pt x="17067" y="5224"/>
                  </a:lnTo>
                  <a:lnTo>
                    <a:pt x="14191" y="3029"/>
                  </a:lnTo>
                  <a:lnTo>
                    <a:pt x="11362" y="4961"/>
                  </a:lnTo>
                  <a:lnTo>
                    <a:pt x="10435" y="1405"/>
                  </a:lnTo>
                  <a:lnTo>
                    <a:pt x="7096" y="4434"/>
                  </a:lnTo>
                  <a:lnTo>
                    <a:pt x="6678" y="1405"/>
                  </a:lnTo>
                  <a:lnTo>
                    <a:pt x="4359" y="3073"/>
                  </a:lnTo>
                  <a:lnTo>
                    <a:pt x="3200" y="5268"/>
                  </a:lnTo>
                  <a:lnTo>
                    <a:pt x="0" y="3073"/>
                  </a:lnTo>
                  <a:lnTo>
                    <a:pt x="0" y="636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3" name="Freeform: Shape 1852">
              <a:extLst>
                <a:ext uri="{FF2B5EF4-FFF2-40B4-BE49-F238E27FC236}">
                  <a16:creationId xmlns:a16="http://schemas.microsoft.com/office/drawing/2014/main" id="{0ECE4389-F453-3587-6716-6031A4BEEBF5}"/>
                </a:ext>
              </a:extLst>
            </p:cNvPr>
            <p:cNvSpPr>
              <a:spLocks/>
            </p:cNvSpPr>
            <p:nvPr/>
          </p:nvSpPr>
          <p:spPr>
            <a:xfrm>
              <a:off x="7917965" y="1368324"/>
              <a:ext cx="10797" cy="3931"/>
            </a:xfrm>
            <a:custGeom>
              <a:avLst/>
              <a:gdLst>
                <a:gd name="connsiteX0" fmla="*/ 0 w 7234"/>
                <a:gd name="connsiteY0" fmla="*/ 2634 h 2634"/>
                <a:gd name="connsiteX1" fmla="*/ 7235 w 7234"/>
                <a:gd name="connsiteY1" fmla="*/ 2634 h 2634"/>
                <a:gd name="connsiteX2" fmla="*/ 5472 w 7234"/>
                <a:gd name="connsiteY2" fmla="*/ 0 h 2634"/>
                <a:gd name="connsiteX3" fmla="*/ 0 w 7234"/>
                <a:gd name="connsiteY3" fmla="*/ 0 h 2634"/>
                <a:gd name="connsiteX4" fmla="*/ 0 w 7234"/>
                <a:gd name="connsiteY4" fmla="*/ 2634 h 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2634">
                  <a:moveTo>
                    <a:pt x="0" y="2634"/>
                  </a:moveTo>
                  <a:lnTo>
                    <a:pt x="7235" y="2634"/>
                  </a:lnTo>
                  <a:lnTo>
                    <a:pt x="5472" y="0"/>
                  </a:lnTo>
                  <a:lnTo>
                    <a:pt x="0" y="0"/>
                  </a:lnTo>
                  <a:lnTo>
                    <a:pt x="0" y="26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4" name="Freeform: Shape 1853">
              <a:extLst>
                <a:ext uri="{FF2B5EF4-FFF2-40B4-BE49-F238E27FC236}">
                  <a16:creationId xmlns:a16="http://schemas.microsoft.com/office/drawing/2014/main" id="{8F6AB3F1-2276-7308-C359-8BDB6F62ED5D}"/>
                </a:ext>
              </a:extLst>
            </p:cNvPr>
            <p:cNvSpPr>
              <a:spLocks/>
            </p:cNvSpPr>
            <p:nvPr/>
          </p:nvSpPr>
          <p:spPr>
            <a:xfrm>
              <a:off x="7982830" y="1315314"/>
              <a:ext cx="10797" cy="4914"/>
            </a:xfrm>
            <a:custGeom>
              <a:avLst/>
              <a:gdLst>
                <a:gd name="connsiteX0" fmla="*/ 0 w 7234"/>
                <a:gd name="connsiteY0" fmla="*/ 1668 h 3292"/>
                <a:gd name="connsiteX1" fmla="*/ 7235 w 7234"/>
                <a:gd name="connsiteY1" fmla="*/ 3293 h 3292"/>
                <a:gd name="connsiteX2" fmla="*/ 7235 w 7234"/>
                <a:gd name="connsiteY2" fmla="*/ 0 h 3292"/>
                <a:gd name="connsiteX3" fmla="*/ 0 w 7234"/>
                <a:gd name="connsiteY3" fmla="*/ 0 h 3292"/>
                <a:gd name="connsiteX4" fmla="*/ 0 w 7234"/>
                <a:gd name="connsiteY4" fmla="*/ 1668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" h="3292">
                  <a:moveTo>
                    <a:pt x="0" y="1668"/>
                  </a:moveTo>
                  <a:lnTo>
                    <a:pt x="7235" y="3293"/>
                  </a:lnTo>
                  <a:lnTo>
                    <a:pt x="7235" y="0"/>
                  </a:lnTo>
                  <a:lnTo>
                    <a:pt x="0" y="0"/>
                  </a:lnTo>
                  <a:lnTo>
                    <a:pt x="0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5" name="Freeform: Shape 1854">
              <a:extLst>
                <a:ext uri="{FF2B5EF4-FFF2-40B4-BE49-F238E27FC236}">
                  <a16:creationId xmlns:a16="http://schemas.microsoft.com/office/drawing/2014/main" id="{EEB3154D-B1C8-D068-0C53-1974E4869EC2}"/>
                </a:ext>
              </a:extLst>
            </p:cNvPr>
            <p:cNvSpPr>
              <a:spLocks/>
            </p:cNvSpPr>
            <p:nvPr/>
          </p:nvSpPr>
          <p:spPr>
            <a:xfrm>
              <a:off x="8200944" y="1244124"/>
              <a:ext cx="15911" cy="13000"/>
            </a:xfrm>
            <a:custGeom>
              <a:avLst/>
              <a:gdLst>
                <a:gd name="connsiteX0" fmla="*/ 2280 w 10660"/>
                <a:gd name="connsiteY0" fmla="*/ 2125 h 8710"/>
                <a:gd name="connsiteX1" fmla="*/ 2280 w 10660"/>
                <a:gd name="connsiteY1" fmla="*/ 8710 h 8710"/>
                <a:gd name="connsiteX2" fmla="*/ 9793 w 10660"/>
                <a:gd name="connsiteY2" fmla="*/ 194 h 8710"/>
                <a:gd name="connsiteX3" fmla="*/ 2280 w 10660"/>
                <a:gd name="connsiteY3" fmla="*/ 2125 h 8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60" h="8710">
                  <a:moveTo>
                    <a:pt x="2280" y="2125"/>
                  </a:moveTo>
                  <a:cubicBezTo>
                    <a:pt x="-920" y="5154"/>
                    <a:pt x="-595" y="8710"/>
                    <a:pt x="2280" y="8710"/>
                  </a:cubicBezTo>
                  <a:cubicBezTo>
                    <a:pt x="5155" y="8710"/>
                    <a:pt x="13318" y="1862"/>
                    <a:pt x="9793" y="194"/>
                  </a:cubicBezTo>
                  <a:cubicBezTo>
                    <a:pt x="9793" y="194"/>
                    <a:pt x="5434" y="-904"/>
                    <a:pt x="2280" y="212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6" name="Freeform: Shape 1855">
              <a:extLst>
                <a:ext uri="{FF2B5EF4-FFF2-40B4-BE49-F238E27FC236}">
                  <a16:creationId xmlns:a16="http://schemas.microsoft.com/office/drawing/2014/main" id="{B79FC5AC-A3C9-A04A-0EE0-9A1F730D5D8B}"/>
                </a:ext>
              </a:extLst>
            </p:cNvPr>
            <p:cNvSpPr>
              <a:spLocks/>
            </p:cNvSpPr>
            <p:nvPr/>
          </p:nvSpPr>
          <p:spPr>
            <a:xfrm>
              <a:off x="8222991" y="1259523"/>
              <a:ext cx="10776" cy="9396"/>
            </a:xfrm>
            <a:custGeom>
              <a:avLst/>
              <a:gdLst>
                <a:gd name="connsiteX0" fmla="*/ 1422 w 7219"/>
                <a:gd name="connsiteY0" fmla="*/ 588 h 6295"/>
                <a:gd name="connsiteX1" fmla="*/ 1422 w 7219"/>
                <a:gd name="connsiteY1" fmla="*/ 5505 h 6295"/>
                <a:gd name="connsiteX2" fmla="*/ 7219 w 7219"/>
                <a:gd name="connsiteY2" fmla="*/ 3047 h 6295"/>
                <a:gd name="connsiteX3" fmla="*/ 1422 w 7219"/>
                <a:gd name="connsiteY3" fmla="*/ 588 h 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9" h="6295">
                  <a:moveTo>
                    <a:pt x="1422" y="588"/>
                  </a:moveTo>
                  <a:cubicBezTo>
                    <a:pt x="1422" y="588"/>
                    <a:pt x="-1778" y="2783"/>
                    <a:pt x="1422" y="5505"/>
                  </a:cubicBezTo>
                  <a:cubicBezTo>
                    <a:pt x="4622" y="8227"/>
                    <a:pt x="7219" y="3047"/>
                    <a:pt x="7219" y="3047"/>
                  </a:cubicBezTo>
                  <a:cubicBezTo>
                    <a:pt x="7219" y="3047"/>
                    <a:pt x="7219" y="-1607"/>
                    <a:pt x="1422" y="5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7" name="Freeform: Shape 1856">
              <a:extLst>
                <a:ext uri="{FF2B5EF4-FFF2-40B4-BE49-F238E27FC236}">
                  <a16:creationId xmlns:a16="http://schemas.microsoft.com/office/drawing/2014/main" id="{7FE37B06-2DD4-DF03-6DD6-83FF5D4AE7B3}"/>
                </a:ext>
              </a:extLst>
            </p:cNvPr>
            <p:cNvSpPr>
              <a:spLocks/>
            </p:cNvSpPr>
            <p:nvPr/>
          </p:nvSpPr>
          <p:spPr>
            <a:xfrm>
              <a:off x="8233767" y="1289887"/>
              <a:ext cx="9553" cy="10287"/>
            </a:xfrm>
            <a:custGeom>
              <a:avLst/>
              <a:gdLst>
                <a:gd name="connsiteX0" fmla="*/ 6400 w 6400"/>
                <a:gd name="connsiteY0" fmla="*/ 6892 h 6892"/>
                <a:gd name="connsiteX1" fmla="*/ 6400 w 6400"/>
                <a:gd name="connsiteY1" fmla="*/ 0 h 6892"/>
                <a:gd name="connsiteX2" fmla="*/ 1206 w 6400"/>
                <a:gd name="connsiteY2" fmla="*/ 0 h 6892"/>
                <a:gd name="connsiteX3" fmla="*/ 0 w 6400"/>
                <a:gd name="connsiteY3" fmla="*/ 4961 h 6892"/>
                <a:gd name="connsiteX4" fmla="*/ 6400 w 6400"/>
                <a:gd name="connsiteY4" fmla="*/ 6892 h 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" h="6892">
                  <a:moveTo>
                    <a:pt x="6400" y="6892"/>
                  </a:moveTo>
                  <a:lnTo>
                    <a:pt x="6400" y="0"/>
                  </a:lnTo>
                  <a:lnTo>
                    <a:pt x="1206" y="0"/>
                  </a:lnTo>
                  <a:lnTo>
                    <a:pt x="0" y="4961"/>
                  </a:lnTo>
                  <a:lnTo>
                    <a:pt x="6400" y="689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8" name="Freeform: Shape 1857">
              <a:extLst>
                <a:ext uri="{FF2B5EF4-FFF2-40B4-BE49-F238E27FC236}">
                  <a16:creationId xmlns:a16="http://schemas.microsoft.com/office/drawing/2014/main" id="{4362104C-2309-D496-F016-C7C32168467A}"/>
                </a:ext>
              </a:extLst>
            </p:cNvPr>
            <p:cNvSpPr>
              <a:spLocks/>
            </p:cNvSpPr>
            <p:nvPr/>
          </p:nvSpPr>
          <p:spPr>
            <a:xfrm>
              <a:off x="6902173" y="1293612"/>
              <a:ext cx="415451" cy="528090"/>
            </a:xfrm>
            <a:custGeom>
              <a:avLst/>
              <a:gdLst>
                <a:gd name="connsiteX0" fmla="*/ 1112 w 278334"/>
                <a:gd name="connsiteY0" fmla="*/ 302611 h 353798"/>
                <a:gd name="connsiteX1" fmla="*/ 11964 w 278334"/>
                <a:gd name="connsiteY1" fmla="*/ 308362 h 353798"/>
                <a:gd name="connsiteX2" fmla="*/ 12428 w 278334"/>
                <a:gd name="connsiteY2" fmla="*/ 302040 h 353798"/>
                <a:gd name="connsiteX3" fmla="*/ 17622 w 278334"/>
                <a:gd name="connsiteY3" fmla="*/ 306694 h 353798"/>
                <a:gd name="connsiteX4" fmla="*/ 17622 w 278334"/>
                <a:gd name="connsiteY4" fmla="*/ 300636 h 353798"/>
                <a:gd name="connsiteX5" fmla="*/ 23697 w 278334"/>
                <a:gd name="connsiteY5" fmla="*/ 310250 h 353798"/>
                <a:gd name="connsiteX6" fmla="*/ 31535 w 278334"/>
                <a:gd name="connsiteY6" fmla="*/ 303401 h 353798"/>
                <a:gd name="connsiteX7" fmla="*/ 31813 w 278334"/>
                <a:gd name="connsiteY7" fmla="*/ 306694 h 353798"/>
                <a:gd name="connsiteX8" fmla="*/ 29216 w 278334"/>
                <a:gd name="connsiteY8" fmla="*/ 314947 h 353798"/>
                <a:gd name="connsiteX9" fmla="*/ 32091 w 278334"/>
                <a:gd name="connsiteY9" fmla="*/ 318810 h 353798"/>
                <a:gd name="connsiteX10" fmla="*/ 38167 w 278334"/>
                <a:gd name="connsiteY10" fmla="*/ 324298 h 353798"/>
                <a:gd name="connsiteX11" fmla="*/ 39929 w 278334"/>
                <a:gd name="connsiteY11" fmla="*/ 321005 h 353798"/>
                <a:gd name="connsiteX12" fmla="*/ 42805 w 278334"/>
                <a:gd name="connsiteY12" fmla="*/ 319908 h 353798"/>
                <a:gd name="connsiteX13" fmla="*/ 40208 w 278334"/>
                <a:gd name="connsiteY13" fmla="*/ 326493 h 353798"/>
                <a:gd name="connsiteX14" fmla="*/ 39048 w 278334"/>
                <a:gd name="connsiteY14" fmla="*/ 329522 h 353798"/>
                <a:gd name="connsiteX15" fmla="*/ 36729 w 278334"/>
                <a:gd name="connsiteY15" fmla="*/ 327590 h 353798"/>
                <a:gd name="connsiteX16" fmla="*/ 33529 w 278334"/>
                <a:gd name="connsiteY16" fmla="*/ 328117 h 353798"/>
                <a:gd name="connsiteX17" fmla="*/ 36729 w 278334"/>
                <a:gd name="connsiteY17" fmla="*/ 331673 h 353798"/>
                <a:gd name="connsiteX18" fmla="*/ 36729 w 278334"/>
                <a:gd name="connsiteY18" fmla="*/ 334395 h 353798"/>
                <a:gd name="connsiteX19" fmla="*/ 32091 w 278334"/>
                <a:gd name="connsiteY19" fmla="*/ 337424 h 353798"/>
                <a:gd name="connsiteX20" fmla="*/ 34689 w 278334"/>
                <a:gd name="connsiteY20" fmla="*/ 338785 h 353798"/>
                <a:gd name="connsiteX21" fmla="*/ 39326 w 278334"/>
                <a:gd name="connsiteY21" fmla="*/ 340453 h 353798"/>
                <a:gd name="connsiteX22" fmla="*/ 48602 w 278334"/>
                <a:gd name="connsiteY22" fmla="*/ 341814 h 353798"/>
                <a:gd name="connsiteX23" fmla="*/ 59918 w 278334"/>
                <a:gd name="connsiteY23" fmla="*/ 350857 h 353798"/>
                <a:gd name="connsiteX24" fmla="*/ 61958 w 278334"/>
                <a:gd name="connsiteY24" fmla="*/ 343175 h 353798"/>
                <a:gd name="connsiteX25" fmla="*/ 65715 w 278334"/>
                <a:gd name="connsiteY25" fmla="*/ 347828 h 353798"/>
                <a:gd name="connsiteX26" fmla="*/ 72069 w 278334"/>
                <a:gd name="connsiteY26" fmla="*/ 349760 h 353798"/>
                <a:gd name="connsiteX27" fmla="*/ 70353 w 278334"/>
                <a:gd name="connsiteY27" fmla="*/ 345897 h 353798"/>
                <a:gd name="connsiteX28" fmla="*/ 79350 w 278334"/>
                <a:gd name="connsiteY28" fmla="*/ 351384 h 353798"/>
                <a:gd name="connsiteX29" fmla="*/ 81669 w 278334"/>
                <a:gd name="connsiteY29" fmla="*/ 348355 h 353798"/>
                <a:gd name="connsiteX30" fmla="*/ 75593 w 278334"/>
                <a:gd name="connsiteY30" fmla="*/ 344492 h 353798"/>
                <a:gd name="connsiteX31" fmla="*/ 80509 w 278334"/>
                <a:gd name="connsiteY31" fmla="*/ 340365 h 353798"/>
                <a:gd name="connsiteX32" fmla="*/ 81669 w 278334"/>
                <a:gd name="connsiteY32" fmla="*/ 345282 h 353798"/>
                <a:gd name="connsiteX33" fmla="*/ 84266 w 278334"/>
                <a:gd name="connsiteY33" fmla="*/ 349145 h 353798"/>
                <a:gd name="connsiteX34" fmla="*/ 88904 w 278334"/>
                <a:gd name="connsiteY34" fmla="*/ 353799 h 353798"/>
                <a:gd name="connsiteX35" fmla="*/ 90944 w 278334"/>
                <a:gd name="connsiteY35" fmla="*/ 350769 h 353798"/>
                <a:gd name="connsiteX36" fmla="*/ 88347 w 278334"/>
                <a:gd name="connsiteY36" fmla="*/ 347214 h 353798"/>
                <a:gd name="connsiteX37" fmla="*/ 86028 w 278334"/>
                <a:gd name="connsiteY37" fmla="*/ 344755 h 353798"/>
                <a:gd name="connsiteX38" fmla="*/ 95025 w 278334"/>
                <a:gd name="connsiteY38" fmla="*/ 347214 h 353798"/>
                <a:gd name="connsiteX39" fmla="*/ 95907 w 278334"/>
                <a:gd name="connsiteY39" fmla="*/ 341155 h 353798"/>
                <a:gd name="connsiteX40" fmla="*/ 89553 w 278334"/>
                <a:gd name="connsiteY40" fmla="*/ 336239 h 353798"/>
                <a:gd name="connsiteX41" fmla="*/ 78237 w 278334"/>
                <a:gd name="connsiteY41" fmla="*/ 322805 h 353798"/>
                <a:gd name="connsiteX42" fmla="*/ 64880 w 278334"/>
                <a:gd name="connsiteY42" fmla="*/ 297563 h 353798"/>
                <a:gd name="connsiteX43" fmla="*/ 62283 w 278334"/>
                <a:gd name="connsiteY43" fmla="*/ 284393 h 353798"/>
                <a:gd name="connsiteX44" fmla="*/ 65761 w 278334"/>
                <a:gd name="connsiteY44" fmla="*/ 271486 h 353798"/>
                <a:gd name="connsiteX45" fmla="*/ 63721 w 278334"/>
                <a:gd name="connsiteY45" fmla="*/ 267623 h 353798"/>
                <a:gd name="connsiteX46" fmla="*/ 65761 w 278334"/>
                <a:gd name="connsiteY46" fmla="*/ 263496 h 353798"/>
                <a:gd name="connsiteX47" fmla="*/ 63721 w 278334"/>
                <a:gd name="connsiteY47" fmla="*/ 261828 h 353798"/>
                <a:gd name="connsiteX48" fmla="*/ 63721 w 278334"/>
                <a:gd name="connsiteY48" fmla="*/ 256077 h 353798"/>
                <a:gd name="connsiteX49" fmla="*/ 65483 w 278334"/>
                <a:gd name="connsiteY49" fmla="*/ 252521 h 353798"/>
                <a:gd name="connsiteX50" fmla="*/ 69564 w 278334"/>
                <a:gd name="connsiteY50" fmla="*/ 250590 h 353798"/>
                <a:gd name="connsiteX51" fmla="*/ 71327 w 278334"/>
                <a:gd name="connsiteY51" fmla="*/ 247034 h 353798"/>
                <a:gd name="connsiteX52" fmla="*/ 67246 w 278334"/>
                <a:gd name="connsiteY52" fmla="*/ 244839 h 353798"/>
                <a:gd name="connsiteX53" fmla="*/ 74480 w 278334"/>
                <a:gd name="connsiteY53" fmla="*/ 242644 h 353798"/>
                <a:gd name="connsiteX54" fmla="*/ 76196 w 278334"/>
                <a:gd name="connsiteY54" fmla="*/ 236893 h 353798"/>
                <a:gd name="connsiteX55" fmla="*/ 71280 w 278334"/>
                <a:gd name="connsiteY55" fmla="*/ 233600 h 353798"/>
                <a:gd name="connsiteX56" fmla="*/ 77959 w 278334"/>
                <a:gd name="connsiteY56" fmla="*/ 233600 h 353798"/>
                <a:gd name="connsiteX57" fmla="*/ 79396 w 278334"/>
                <a:gd name="connsiteY57" fmla="*/ 230044 h 353798"/>
                <a:gd name="connsiteX58" fmla="*/ 68961 w 278334"/>
                <a:gd name="connsiteY58" fmla="*/ 230044 h 353798"/>
                <a:gd name="connsiteX59" fmla="*/ 74759 w 278334"/>
                <a:gd name="connsiteY59" fmla="*/ 228244 h 353798"/>
                <a:gd name="connsiteX60" fmla="*/ 81159 w 278334"/>
                <a:gd name="connsiteY60" fmla="*/ 228244 h 353798"/>
                <a:gd name="connsiteX61" fmla="*/ 79999 w 278334"/>
                <a:gd name="connsiteY61" fmla="*/ 222625 h 353798"/>
                <a:gd name="connsiteX62" fmla="*/ 71002 w 278334"/>
                <a:gd name="connsiteY62" fmla="*/ 219069 h 353798"/>
                <a:gd name="connsiteX63" fmla="*/ 71002 w 278334"/>
                <a:gd name="connsiteY63" fmla="*/ 214943 h 353798"/>
                <a:gd name="connsiteX64" fmla="*/ 73599 w 278334"/>
                <a:gd name="connsiteY64" fmla="*/ 214943 h 353798"/>
                <a:gd name="connsiteX65" fmla="*/ 75362 w 278334"/>
                <a:gd name="connsiteY65" fmla="*/ 218806 h 353798"/>
                <a:gd name="connsiteX66" fmla="*/ 82318 w 278334"/>
                <a:gd name="connsiteY66" fmla="*/ 220957 h 353798"/>
                <a:gd name="connsiteX67" fmla="*/ 83756 w 278334"/>
                <a:gd name="connsiteY67" fmla="*/ 214943 h 353798"/>
                <a:gd name="connsiteX68" fmla="*/ 91594 w 278334"/>
                <a:gd name="connsiteY68" fmla="*/ 208358 h 353798"/>
                <a:gd name="connsiteX69" fmla="*/ 82318 w 278334"/>
                <a:gd name="connsiteY69" fmla="*/ 198744 h 353798"/>
                <a:gd name="connsiteX70" fmla="*/ 84080 w 278334"/>
                <a:gd name="connsiteY70" fmla="*/ 196285 h 353798"/>
                <a:gd name="connsiteX71" fmla="*/ 92197 w 278334"/>
                <a:gd name="connsiteY71" fmla="*/ 205592 h 353798"/>
                <a:gd name="connsiteX72" fmla="*/ 94794 w 278334"/>
                <a:gd name="connsiteY72" fmla="*/ 202036 h 353798"/>
                <a:gd name="connsiteX73" fmla="*/ 97112 w 278334"/>
                <a:gd name="connsiteY73" fmla="*/ 198480 h 353798"/>
                <a:gd name="connsiteX74" fmla="*/ 94515 w 278334"/>
                <a:gd name="connsiteY74" fmla="*/ 191895 h 353798"/>
                <a:gd name="connsiteX75" fmla="*/ 84080 w 278334"/>
                <a:gd name="connsiteY75" fmla="*/ 190227 h 353798"/>
                <a:gd name="connsiteX76" fmla="*/ 84080 w 278334"/>
                <a:gd name="connsiteY76" fmla="*/ 187769 h 353798"/>
                <a:gd name="connsiteX77" fmla="*/ 94794 w 278334"/>
                <a:gd name="connsiteY77" fmla="*/ 188866 h 353798"/>
                <a:gd name="connsiteX78" fmla="*/ 97112 w 278334"/>
                <a:gd name="connsiteY78" fmla="*/ 192993 h 353798"/>
                <a:gd name="connsiteX79" fmla="*/ 99710 w 278334"/>
                <a:gd name="connsiteY79" fmla="*/ 194924 h 353798"/>
                <a:gd name="connsiteX80" fmla="*/ 101147 w 278334"/>
                <a:gd name="connsiteY80" fmla="*/ 187242 h 353798"/>
                <a:gd name="connsiteX81" fmla="*/ 96788 w 278334"/>
                <a:gd name="connsiteY81" fmla="*/ 176530 h 353798"/>
                <a:gd name="connsiteX82" fmla="*/ 94747 w 278334"/>
                <a:gd name="connsiteY82" fmla="*/ 168584 h 353798"/>
                <a:gd name="connsiteX83" fmla="*/ 109217 w 278334"/>
                <a:gd name="connsiteY83" fmla="*/ 181227 h 353798"/>
                <a:gd name="connsiteX84" fmla="*/ 107779 w 278334"/>
                <a:gd name="connsiteY84" fmla="*/ 176837 h 353798"/>
                <a:gd name="connsiteX85" fmla="*/ 107779 w 278334"/>
                <a:gd name="connsiteY85" fmla="*/ 171921 h 353798"/>
                <a:gd name="connsiteX86" fmla="*/ 115014 w 278334"/>
                <a:gd name="connsiteY86" fmla="*/ 165862 h 353798"/>
                <a:gd name="connsiteX87" fmla="*/ 107779 w 278334"/>
                <a:gd name="connsiteY87" fmla="*/ 152692 h 353798"/>
                <a:gd name="connsiteX88" fmla="*/ 109217 w 278334"/>
                <a:gd name="connsiteY88" fmla="*/ 149400 h 353798"/>
                <a:gd name="connsiteX89" fmla="*/ 112695 w 278334"/>
                <a:gd name="connsiteY89" fmla="*/ 152692 h 353798"/>
                <a:gd name="connsiteX90" fmla="*/ 120811 w 278334"/>
                <a:gd name="connsiteY90" fmla="*/ 157082 h 353798"/>
                <a:gd name="connsiteX91" fmla="*/ 122527 w 278334"/>
                <a:gd name="connsiteY91" fmla="*/ 146107 h 353798"/>
                <a:gd name="connsiteX92" fmla="*/ 120811 w 278334"/>
                <a:gd name="connsiteY92" fmla="*/ 140620 h 353798"/>
                <a:gd name="connsiteX93" fmla="*/ 128046 w 278334"/>
                <a:gd name="connsiteY93" fmla="*/ 148039 h 353798"/>
                <a:gd name="connsiteX94" fmla="*/ 132962 w 278334"/>
                <a:gd name="connsiteY94" fmla="*/ 149400 h 353798"/>
                <a:gd name="connsiteX95" fmla="*/ 132081 w 278334"/>
                <a:gd name="connsiteY95" fmla="*/ 143342 h 353798"/>
                <a:gd name="connsiteX96" fmla="*/ 130318 w 278334"/>
                <a:gd name="connsiteY96" fmla="*/ 139786 h 353798"/>
                <a:gd name="connsiteX97" fmla="*/ 138156 w 278334"/>
                <a:gd name="connsiteY97" fmla="*/ 139786 h 353798"/>
                <a:gd name="connsiteX98" fmla="*/ 139594 w 278334"/>
                <a:gd name="connsiteY98" fmla="*/ 136493 h 353798"/>
                <a:gd name="connsiteX99" fmla="*/ 138156 w 278334"/>
                <a:gd name="connsiteY99" fmla="*/ 134035 h 353798"/>
                <a:gd name="connsiteX100" fmla="*/ 145113 w 278334"/>
                <a:gd name="connsiteY100" fmla="*/ 131576 h 353798"/>
                <a:gd name="connsiteX101" fmla="*/ 144232 w 278334"/>
                <a:gd name="connsiteY101" fmla="*/ 128021 h 353798"/>
                <a:gd name="connsiteX102" fmla="*/ 137275 w 278334"/>
                <a:gd name="connsiteY102" fmla="*/ 128021 h 353798"/>
                <a:gd name="connsiteX103" fmla="*/ 135837 w 278334"/>
                <a:gd name="connsiteY103" fmla="*/ 125826 h 353798"/>
                <a:gd name="connsiteX104" fmla="*/ 141356 w 278334"/>
                <a:gd name="connsiteY104" fmla="*/ 124157 h 353798"/>
                <a:gd name="connsiteX105" fmla="*/ 143953 w 278334"/>
                <a:gd name="connsiteY105" fmla="*/ 119241 h 353798"/>
                <a:gd name="connsiteX106" fmla="*/ 146829 w 278334"/>
                <a:gd name="connsiteY106" fmla="*/ 122270 h 353798"/>
                <a:gd name="connsiteX107" fmla="*/ 150307 w 278334"/>
                <a:gd name="connsiteY107" fmla="*/ 116782 h 353798"/>
                <a:gd name="connsiteX108" fmla="*/ 150307 w 278334"/>
                <a:gd name="connsiteY108" fmla="*/ 112656 h 353798"/>
                <a:gd name="connsiteX109" fmla="*/ 153182 w 278334"/>
                <a:gd name="connsiteY109" fmla="*/ 112656 h 353798"/>
                <a:gd name="connsiteX110" fmla="*/ 156939 w 278334"/>
                <a:gd name="connsiteY110" fmla="*/ 104402 h 353798"/>
                <a:gd name="connsiteX111" fmla="*/ 156939 w 278334"/>
                <a:gd name="connsiteY111" fmla="*/ 112656 h 353798"/>
                <a:gd name="connsiteX112" fmla="*/ 161577 w 278334"/>
                <a:gd name="connsiteY112" fmla="*/ 108266 h 353798"/>
                <a:gd name="connsiteX113" fmla="*/ 161577 w 278334"/>
                <a:gd name="connsiteY113" fmla="*/ 103876 h 353798"/>
                <a:gd name="connsiteX114" fmla="*/ 167096 w 278334"/>
                <a:gd name="connsiteY114" fmla="*/ 99222 h 353798"/>
                <a:gd name="connsiteX115" fmla="*/ 181890 w 278334"/>
                <a:gd name="connsiteY115" fmla="*/ 91276 h 353798"/>
                <a:gd name="connsiteX116" fmla="*/ 193484 w 278334"/>
                <a:gd name="connsiteY116" fmla="*/ 83857 h 353798"/>
                <a:gd name="connsiteX117" fmla="*/ 202760 w 278334"/>
                <a:gd name="connsiteY117" fmla="*/ 81135 h 353798"/>
                <a:gd name="connsiteX118" fmla="*/ 261891 w 278334"/>
                <a:gd name="connsiteY118" fmla="*/ 48210 h 353798"/>
                <a:gd name="connsiteX119" fmla="*/ 266529 w 278334"/>
                <a:gd name="connsiteY119" fmla="*/ 48210 h 353798"/>
                <a:gd name="connsiteX120" fmla="*/ 268569 w 278334"/>
                <a:gd name="connsiteY120" fmla="*/ 43820 h 353798"/>
                <a:gd name="connsiteX121" fmla="*/ 271444 w 278334"/>
                <a:gd name="connsiteY121" fmla="*/ 38903 h 353798"/>
                <a:gd name="connsiteX122" fmla="*/ 275479 w 278334"/>
                <a:gd name="connsiteY122" fmla="*/ 28455 h 353798"/>
                <a:gd name="connsiteX123" fmla="*/ 275619 w 278334"/>
                <a:gd name="connsiteY123" fmla="*/ 22704 h 353798"/>
                <a:gd name="connsiteX124" fmla="*/ 274923 w 278334"/>
                <a:gd name="connsiteY124" fmla="*/ 13134 h 353798"/>
                <a:gd name="connsiteX125" fmla="*/ 270888 w 278334"/>
                <a:gd name="connsiteY125" fmla="*/ 4310 h 353798"/>
                <a:gd name="connsiteX126" fmla="*/ 265091 w 278334"/>
                <a:gd name="connsiteY126" fmla="*/ 1018 h 353798"/>
                <a:gd name="connsiteX127" fmla="*/ 250018 w 278334"/>
                <a:gd name="connsiteY127" fmla="*/ 3476 h 353798"/>
                <a:gd name="connsiteX128" fmla="*/ 244824 w 278334"/>
                <a:gd name="connsiteY128" fmla="*/ 5671 h 353798"/>
                <a:gd name="connsiteX129" fmla="*/ 233230 w 278334"/>
                <a:gd name="connsiteY129" fmla="*/ 17480 h 353798"/>
                <a:gd name="connsiteX130" fmla="*/ 227433 w 278334"/>
                <a:gd name="connsiteY130" fmla="*/ 20773 h 353798"/>
                <a:gd name="connsiteX131" fmla="*/ 230633 w 278334"/>
                <a:gd name="connsiteY131" fmla="*/ 26260 h 353798"/>
                <a:gd name="connsiteX132" fmla="*/ 231514 w 278334"/>
                <a:gd name="connsiteY132" fmla="*/ 31748 h 353798"/>
                <a:gd name="connsiteX133" fmla="*/ 229473 w 278334"/>
                <a:gd name="connsiteY133" fmla="*/ 33109 h 353798"/>
                <a:gd name="connsiteX134" fmla="*/ 220476 w 278334"/>
                <a:gd name="connsiteY134" fmla="*/ 29816 h 353798"/>
                <a:gd name="connsiteX135" fmla="*/ 220198 w 278334"/>
                <a:gd name="connsiteY135" fmla="*/ 31748 h 353798"/>
                <a:gd name="connsiteX136" fmla="*/ 215838 w 278334"/>
                <a:gd name="connsiteY136" fmla="*/ 33943 h 353798"/>
                <a:gd name="connsiteX137" fmla="*/ 211200 w 278334"/>
                <a:gd name="connsiteY137" fmla="*/ 33943 h 353798"/>
                <a:gd name="connsiteX138" fmla="*/ 209485 w 278334"/>
                <a:gd name="connsiteY138" fmla="*/ 39167 h 353798"/>
                <a:gd name="connsiteX139" fmla="*/ 207444 w 278334"/>
                <a:gd name="connsiteY139" fmla="*/ 42723 h 353798"/>
                <a:gd name="connsiteX140" fmla="*/ 202250 w 278334"/>
                <a:gd name="connsiteY140" fmla="*/ 43249 h 353798"/>
                <a:gd name="connsiteX141" fmla="*/ 199931 w 278334"/>
                <a:gd name="connsiteY141" fmla="*/ 46542 h 353798"/>
                <a:gd name="connsiteX142" fmla="*/ 197055 w 278334"/>
                <a:gd name="connsiteY142" fmla="*/ 44084 h 353798"/>
                <a:gd name="connsiteX143" fmla="*/ 192139 w 278334"/>
                <a:gd name="connsiteY143" fmla="*/ 45752 h 353798"/>
                <a:gd name="connsiteX144" fmla="*/ 186945 w 278334"/>
                <a:gd name="connsiteY144" fmla="*/ 48210 h 353798"/>
                <a:gd name="connsiteX145" fmla="*/ 184070 w 278334"/>
                <a:gd name="connsiteY145" fmla="*/ 50669 h 353798"/>
                <a:gd name="connsiteX146" fmla="*/ 182632 w 278334"/>
                <a:gd name="connsiteY146" fmla="*/ 51503 h 353798"/>
                <a:gd name="connsiteX147" fmla="*/ 178551 w 278334"/>
                <a:gd name="connsiteY147" fmla="*/ 49308 h 353798"/>
                <a:gd name="connsiteX148" fmla="*/ 176510 w 278334"/>
                <a:gd name="connsiteY148" fmla="*/ 52864 h 353798"/>
                <a:gd name="connsiteX149" fmla="*/ 173635 w 278334"/>
                <a:gd name="connsiteY149" fmla="*/ 52337 h 353798"/>
                <a:gd name="connsiteX150" fmla="*/ 155362 w 278334"/>
                <a:gd name="connsiteY150" fmla="*/ 47113 h 353798"/>
                <a:gd name="connsiteX151" fmla="*/ 149287 w 278334"/>
                <a:gd name="connsiteY151" fmla="*/ 54795 h 353798"/>
                <a:gd name="connsiteX152" fmla="*/ 152765 w 278334"/>
                <a:gd name="connsiteY152" fmla="*/ 55893 h 353798"/>
                <a:gd name="connsiteX153" fmla="*/ 153043 w 278334"/>
                <a:gd name="connsiteY153" fmla="*/ 61117 h 353798"/>
                <a:gd name="connsiteX154" fmla="*/ 147246 w 278334"/>
                <a:gd name="connsiteY154" fmla="*/ 64980 h 353798"/>
                <a:gd name="connsiteX155" fmla="*/ 144649 w 278334"/>
                <a:gd name="connsiteY155" fmla="*/ 64980 h 353798"/>
                <a:gd name="connsiteX156" fmla="*/ 144649 w 278334"/>
                <a:gd name="connsiteY156" fmla="*/ 62522 h 353798"/>
                <a:gd name="connsiteX157" fmla="*/ 145206 w 278334"/>
                <a:gd name="connsiteY157" fmla="*/ 58132 h 353798"/>
                <a:gd name="connsiteX158" fmla="*/ 141449 w 278334"/>
                <a:gd name="connsiteY158" fmla="*/ 58658 h 353798"/>
                <a:gd name="connsiteX159" fmla="*/ 141727 w 278334"/>
                <a:gd name="connsiteY159" fmla="*/ 55937 h 353798"/>
                <a:gd name="connsiteX160" fmla="*/ 143443 w 278334"/>
                <a:gd name="connsiteY160" fmla="*/ 52381 h 353798"/>
                <a:gd name="connsiteX161" fmla="*/ 139177 w 278334"/>
                <a:gd name="connsiteY161" fmla="*/ 54839 h 353798"/>
                <a:gd name="connsiteX162" fmla="*/ 134446 w 278334"/>
                <a:gd name="connsiteY162" fmla="*/ 56507 h 353798"/>
                <a:gd name="connsiteX163" fmla="*/ 133890 w 278334"/>
                <a:gd name="connsiteY163" fmla="*/ 58439 h 353798"/>
                <a:gd name="connsiteX164" fmla="*/ 139177 w 278334"/>
                <a:gd name="connsiteY164" fmla="*/ 59800 h 353798"/>
                <a:gd name="connsiteX165" fmla="*/ 137090 w 278334"/>
                <a:gd name="connsiteY165" fmla="*/ 63092 h 353798"/>
                <a:gd name="connsiteX166" fmla="*/ 139177 w 278334"/>
                <a:gd name="connsiteY166" fmla="*/ 63926 h 353798"/>
                <a:gd name="connsiteX167" fmla="*/ 139177 w 278334"/>
                <a:gd name="connsiteY167" fmla="*/ 65858 h 353798"/>
                <a:gd name="connsiteX168" fmla="*/ 135930 w 278334"/>
                <a:gd name="connsiteY168" fmla="*/ 67526 h 353798"/>
                <a:gd name="connsiteX169" fmla="*/ 131293 w 278334"/>
                <a:gd name="connsiteY169" fmla="*/ 69458 h 353798"/>
                <a:gd name="connsiteX170" fmla="*/ 125495 w 278334"/>
                <a:gd name="connsiteY170" fmla="*/ 69721 h 353798"/>
                <a:gd name="connsiteX171" fmla="*/ 122898 w 278334"/>
                <a:gd name="connsiteY171" fmla="*/ 72443 h 353798"/>
                <a:gd name="connsiteX172" fmla="*/ 117101 w 278334"/>
                <a:gd name="connsiteY172" fmla="*/ 73541 h 353798"/>
                <a:gd name="connsiteX173" fmla="*/ 115663 w 278334"/>
                <a:gd name="connsiteY173" fmla="*/ 79291 h 353798"/>
                <a:gd name="connsiteX174" fmla="*/ 111304 w 278334"/>
                <a:gd name="connsiteY174" fmla="*/ 83155 h 353798"/>
                <a:gd name="connsiteX175" fmla="*/ 105785 w 278334"/>
                <a:gd name="connsiteY175" fmla="*/ 84516 h 353798"/>
                <a:gd name="connsiteX176" fmla="*/ 104069 w 278334"/>
                <a:gd name="connsiteY176" fmla="*/ 87237 h 353798"/>
                <a:gd name="connsiteX177" fmla="*/ 108429 w 278334"/>
                <a:gd name="connsiteY177" fmla="*/ 86974 h 353798"/>
                <a:gd name="connsiteX178" fmla="*/ 106666 w 278334"/>
                <a:gd name="connsiteY178" fmla="*/ 91101 h 353798"/>
                <a:gd name="connsiteX179" fmla="*/ 96834 w 278334"/>
                <a:gd name="connsiteY179" fmla="*/ 96588 h 353798"/>
                <a:gd name="connsiteX180" fmla="*/ 98875 w 278334"/>
                <a:gd name="connsiteY180" fmla="*/ 100978 h 353798"/>
                <a:gd name="connsiteX181" fmla="*/ 101194 w 278334"/>
                <a:gd name="connsiteY181" fmla="*/ 105895 h 353798"/>
                <a:gd name="connsiteX182" fmla="*/ 95675 w 278334"/>
                <a:gd name="connsiteY182" fmla="*/ 107826 h 353798"/>
                <a:gd name="connsiteX183" fmla="*/ 90156 w 278334"/>
                <a:gd name="connsiteY183" fmla="*/ 102076 h 353798"/>
                <a:gd name="connsiteX184" fmla="*/ 83199 w 278334"/>
                <a:gd name="connsiteY184" fmla="*/ 106992 h 353798"/>
                <a:gd name="connsiteX185" fmla="*/ 87559 w 278334"/>
                <a:gd name="connsiteY185" fmla="*/ 111909 h 353798"/>
                <a:gd name="connsiteX186" fmla="*/ 82921 w 278334"/>
                <a:gd name="connsiteY186" fmla="*/ 118494 h 353798"/>
                <a:gd name="connsiteX187" fmla="*/ 80046 w 278334"/>
                <a:gd name="connsiteY187" fmla="*/ 119855 h 353798"/>
                <a:gd name="connsiteX188" fmla="*/ 75408 w 278334"/>
                <a:gd name="connsiteY188" fmla="*/ 113270 h 353798"/>
                <a:gd name="connsiteX189" fmla="*/ 70492 w 278334"/>
                <a:gd name="connsiteY189" fmla="*/ 121523 h 353798"/>
                <a:gd name="connsiteX190" fmla="*/ 69611 w 278334"/>
                <a:gd name="connsiteY190" fmla="*/ 127582 h 353798"/>
                <a:gd name="connsiteX191" fmla="*/ 77124 w 278334"/>
                <a:gd name="connsiteY191" fmla="*/ 124026 h 353798"/>
                <a:gd name="connsiteX192" fmla="*/ 78886 w 278334"/>
                <a:gd name="connsiteY192" fmla="*/ 131972 h 353798"/>
                <a:gd name="connsiteX193" fmla="*/ 70167 w 278334"/>
                <a:gd name="connsiteY193" fmla="*/ 137459 h 353798"/>
                <a:gd name="connsiteX194" fmla="*/ 76567 w 278334"/>
                <a:gd name="connsiteY194" fmla="*/ 137196 h 353798"/>
                <a:gd name="connsiteX195" fmla="*/ 79767 w 278334"/>
                <a:gd name="connsiteY195" fmla="*/ 136098 h 353798"/>
                <a:gd name="connsiteX196" fmla="*/ 81483 w 278334"/>
                <a:gd name="connsiteY196" fmla="*/ 141015 h 353798"/>
                <a:gd name="connsiteX197" fmla="*/ 87559 w 278334"/>
                <a:gd name="connsiteY197" fmla="*/ 141278 h 353798"/>
                <a:gd name="connsiteX198" fmla="*/ 83478 w 278334"/>
                <a:gd name="connsiteY198" fmla="*/ 143737 h 353798"/>
                <a:gd name="connsiteX199" fmla="*/ 81437 w 278334"/>
                <a:gd name="connsiteY199" fmla="*/ 144571 h 353798"/>
                <a:gd name="connsiteX200" fmla="*/ 73924 w 278334"/>
                <a:gd name="connsiteY200" fmla="*/ 143210 h 353798"/>
                <a:gd name="connsiteX201" fmla="*/ 65251 w 278334"/>
                <a:gd name="connsiteY201" fmla="*/ 147337 h 353798"/>
                <a:gd name="connsiteX202" fmla="*/ 73089 w 278334"/>
                <a:gd name="connsiteY202" fmla="*/ 151200 h 353798"/>
                <a:gd name="connsiteX203" fmla="*/ 73367 w 278334"/>
                <a:gd name="connsiteY203" fmla="*/ 155063 h 353798"/>
                <a:gd name="connsiteX204" fmla="*/ 70492 w 278334"/>
                <a:gd name="connsiteY204" fmla="*/ 156731 h 353798"/>
                <a:gd name="connsiteX205" fmla="*/ 62376 w 278334"/>
                <a:gd name="connsiteY205" fmla="*/ 157565 h 353798"/>
                <a:gd name="connsiteX206" fmla="*/ 61217 w 278334"/>
                <a:gd name="connsiteY206" fmla="*/ 161429 h 353798"/>
                <a:gd name="connsiteX207" fmla="*/ 67895 w 278334"/>
                <a:gd name="connsiteY207" fmla="*/ 164984 h 353798"/>
                <a:gd name="connsiteX208" fmla="*/ 67338 w 278334"/>
                <a:gd name="connsiteY208" fmla="*/ 167443 h 353798"/>
                <a:gd name="connsiteX209" fmla="*/ 58063 w 278334"/>
                <a:gd name="connsiteY209" fmla="*/ 165775 h 353798"/>
                <a:gd name="connsiteX210" fmla="*/ 57784 w 278334"/>
                <a:gd name="connsiteY210" fmla="*/ 168496 h 353798"/>
                <a:gd name="connsiteX211" fmla="*/ 61541 w 278334"/>
                <a:gd name="connsiteY211" fmla="*/ 168496 h 353798"/>
                <a:gd name="connsiteX212" fmla="*/ 66735 w 278334"/>
                <a:gd name="connsiteY212" fmla="*/ 171525 h 353798"/>
                <a:gd name="connsiteX213" fmla="*/ 71095 w 278334"/>
                <a:gd name="connsiteY213" fmla="*/ 177057 h 353798"/>
                <a:gd name="connsiteX214" fmla="*/ 77449 w 278334"/>
                <a:gd name="connsiteY214" fmla="*/ 177057 h 353798"/>
                <a:gd name="connsiteX215" fmla="*/ 75732 w 278334"/>
                <a:gd name="connsiteY215" fmla="*/ 178374 h 353798"/>
                <a:gd name="connsiteX216" fmla="*/ 70214 w 278334"/>
                <a:gd name="connsiteY216" fmla="*/ 178637 h 353798"/>
                <a:gd name="connsiteX217" fmla="*/ 67895 w 278334"/>
                <a:gd name="connsiteY217" fmla="*/ 177013 h 353798"/>
                <a:gd name="connsiteX218" fmla="*/ 57460 w 278334"/>
                <a:gd name="connsiteY218" fmla="*/ 172316 h 353798"/>
                <a:gd name="connsiteX219" fmla="*/ 50503 w 278334"/>
                <a:gd name="connsiteY219" fmla="*/ 180569 h 353798"/>
                <a:gd name="connsiteX220" fmla="*/ 52822 w 278334"/>
                <a:gd name="connsiteY220" fmla="*/ 181403 h 353798"/>
                <a:gd name="connsiteX221" fmla="*/ 51384 w 278334"/>
                <a:gd name="connsiteY221" fmla="*/ 183861 h 353798"/>
                <a:gd name="connsiteX222" fmla="*/ 47906 w 278334"/>
                <a:gd name="connsiteY222" fmla="*/ 184125 h 353798"/>
                <a:gd name="connsiteX223" fmla="*/ 42990 w 278334"/>
                <a:gd name="connsiteY223" fmla="*/ 186847 h 353798"/>
                <a:gd name="connsiteX224" fmla="*/ 41228 w 278334"/>
                <a:gd name="connsiteY224" fmla="*/ 190139 h 353798"/>
                <a:gd name="connsiteX225" fmla="*/ 39790 w 278334"/>
                <a:gd name="connsiteY225" fmla="*/ 193168 h 353798"/>
                <a:gd name="connsiteX226" fmla="*/ 36033 w 278334"/>
                <a:gd name="connsiteY226" fmla="*/ 192071 h 353798"/>
                <a:gd name="connsiteX227" fmla="*/ 34271 w 278334"/>
                <a:gd name="connsiteY227" fmla="*/ 193432 h 353798"/>
                <a:gd name="connsiteX228" fmla="*/ 38028 w 278334"/>
                <a:gd name="connsiteY228" fmla="*/ 197822 h 353798"/>
                <a:gd name="connsiteX229" fmla="*/ 42387 w 278334"/>
                <a:gd name="connsiteY229" fmla="*/ 201948 h 353798"/>
                <a:gd name="connsiteX230" fmla="*/ 44428 w 278334"/>
                <a:gd name="connsiteY230" fmla="*/ 200017 h 353798"/>
                <a:gd name="connsiteX231" fmla="*/ 55419 w 278334"/>
                <a:gd name="connsiteY231" fmla="*/ 197295 h 353798"/>
                <a:gd name="connsiteX232" fmla="*/ 58898 w 278334"/>
                <a:gd name="connsiteY232" fmla="*/ 193432 h 353798"/>
                <a:gd name="connsiteX233" fmla="*/ 61773 w 278334"/>
                <a:gd name="connsiteY233" fmla="*/ 196724 h 353798"/>
                <a:gd name="connsiteX234" fmla="*/ 46700 w 278334"/>
                <a:gd name="connsiteY234" fmla="*/ 208533 h 353798"/>
                <a:gd name="connsiteX235" fmla="*/ 48138 w 278334"/>
                <a:gd name="connsiteY235" fmla="*/ 210465 h 353798"/>
                <a:gd name="connsiteX236" fmla="*/ 41182 w 278334"/>
                <a:gd name="connsiteY236" fmla="*/ 212923 h 353798"/>
                <a:gd name="connsiteX237" fmla="*/ 44660 w 278334"/>
                <a:gd name="connsiteY237" fmla="*/ 215118 h 353798"/>
                <a:gd name="connsiteX238" fmla="*/ 46422 w 278334"/>
                <a:gd name="connsiteY238" fmla="*/ 215118 h 353798"/>
                <a:gd name="connsiteX239" fmla="*/ 50179 w 278334"/>
                <a:gd name="connsiteY239" fmla="*/ 212660 h 353798"/>
                <a:gd name="connsiteX240" fmla="*/ 54214 w 278334"/>
                <a:gd name="connsiteY240" fmla="*/ 210465 h 353798"/>
                <a:gd name="connsiteX241" fmla="*/ 59732 w 278334"/>
                <a:gd name="connsiteY241" fmla="*/ 212923 h 353798"/>
                <a:gd name="connsiteX242" fmla="*/ 65530 w 278334"/>
                <a:gd name="connsiteY242" fmla="*/ 215118 h 353798"/>
                <a:gd name="connsiteX243" fmla="*/ 59454 w 278334"/>
                <a:gd name="connsiteY243" fmla="*/ 215118 h 353798"/>
                <a:gd name="connsiteX244" fmla="*/ 55095 w 278334"/>
                <a:gd name="connsiteY244" fmla="*/ 213187 h 353798"/>
                <a:gd name="connsiteX245" fmla="*/ 51013 w 278334"/>
                <a:gd name="connsiteY245" fmla="*/ 215118 h 353798"/>
                <a:gd name="connsiteX246" fmla="*/ 48138 w 278334"/>
                <a:gd name="connsiteY246" fmla="*/ 216479 h 353798"/>
                <a:gd name="connsiteX247" fmla="*/ 46098 w 278334"/>
                <a:gd name="connsiteY247" fmla="*/ 218674 h 353798"/>
                <a:gd name="connsiteX248" fmla="*/ 41182 w 278334"/>
                <a:gd name="connsiteY248" fmla="*/ 218674 h 353798"/>
                <a:gd name="connsiteX249" fmla="*/ 37100 w 278334"/>
                <a:gd name="connsiteY249" fmla="*/ 219201 h 353798"/>
                <a:gd name="connsiteX250" fmla="*/ 35338 w 278334"/>
                <a:gd name="connsiteY250" fmla="*/ 221133 h 353798"/>
                <a:gd name="connsiteX251" fmla="*/ 30700 w 278334"/>
                <a:gd name="connsiteY251" fmla="*/ 221133 h 353798"/>
                <a:gd name="connsiteX252" fmla="*/ 28381 w 278334"/>
                <a:gd name="connsiteY252" fmla="*/ 224425 h 353798"/>
                <a:gd name="connsiteX253" fmla="*/ 26944 w 278334"/>
                <a:gd name="connsiteY253" fmla="*/ 227147 h 353798"/>
                <a:gd name="connsiteX254" fmla="*/ 27825 w 278334"/>
                <a:gd name="connsiteY254" fmla="*/ 229869 h 353798"/>
                <a:gd name="connsiteX255" fmla="*/ 26387 w 278334"/>
                <a:gd name="connsiteY255" fmla="*/ 233732 h 353798"/>
                <a:gd name="connsiteX256" fmla="*/ 34225 w 278334"/>
                <a:gd name="connsiteY256" fmla="*/ 239483 h 353798"/>
                <a:gd name="connsiteX257" fmla="*/ 27825 w 278334"/>
                <a:gd name="connsiteY257" fmla="*/ 239746 h 353798"/>
                <a:gd name="connsiteX258" fmla="*/ 15952 w 278334"/>
                <a:gd name="connsiteY258" fmla="*/ 245804 h 353798"/>
                <a:gd name="connsiteX259" fmla="*/ 19987 w 278334"/>
                <a:gd name="connsiteY259" fmla="*/ 249931 h 353798"/>
                <a:gd name="connsiteX260" fmla="*/ 20544 w 278334"/>
                <a:gd name="connsiteY260" fmla="*/ 255989 h 353798"/>
                <a:gd name="connsiteX261" fmla="*/ 24022 w 278334"/>
                <a:gd name="connsiteY261" fmla="*/ 254628 h 353798"/>
                <a:gd name="connsiteX262" fmla="*/ 23465 w 278334"/>
                <a:gd name="connsiteY262" fmla="*/ 257350 h 353798"/>
                <a:gd name="connsiteX263" fmla="*/ 21749 w 278334"/>
                <a:gd name="connsiteY263" fmla="*/ 259282 h 353798"/>
                <a:gd name="connsiteX264" fmla="*/ 20034 w 278334"/>
                <a:gd name="connsiteY264" fmla="*/ 267228 h 353798"/>
                <a:gd name="connsiteX265" fmla="*/ 16555 w 278334"/>
                <a:gd name="connsiteY265" fmla="*/ 270520 h 353798"/>
                <a:gd name="connsiteX266" fmla="*/ 16555 w 278334"/>
                <a:gd name="connsiteY266" fmla="*/ 274910 h 353798"/>
                <a:gd name="connsiteX267" fmla="*/ 15118 w 278334"/>
                <a:gd name="connsiteY267" fmla="*/ 276578 h 353798"/>
                <a:gd name="connsiteX268" fmla="*/ 14236 w 278334"/>
                <a:gd name="connsiteY268" fmla="*/ 280442 h 353798"/>
                <a:gd name="connsiteX269" fmla="*/ 10758 w 278334"/>
                <a:gd name="connsiteY269" fmla="*/ 278510 h 353798"/>
                <a:gd name="connsiteX270" fmla="*/ 7883 w 278334"/>
                <a:gd name="connsiteY270" fmla="*/ 278510 h 353798"/>
                <a:gd name="connsiteX271" fmla="*/ 6166 w 278334"/>
                <a:gd name="connsiteY271" fmla="*/ 275217 h 353798"/>
                <a:gd name="connsiteX272" fmla="*/ 1250 w 278334"/>
                <a:gd name="connsiteY272" fmla="*/ 302655 h 353798"/>
                <a:gd name="connsiteX273" fmla="*/ 78469 w 278334"/>
                <a:gd name="connsiteY273" fmla="*/ 153087 h 353798"/>
                <a:gd name="connsiteX274" fmla="*/ 90063 w 278334"/>
                <a:gd name="connsiteY274" fmla="*/ 158004 h 353798"/>
                <a:gd name="connsiteX275" fmla="*/ 88625 w 278334"/>
                <a:gd name="connsiteY275" fmla="*/ 160726 h 353798"/>
                <a:gd name="connsiteX276" fmla="*/ 78469 w 278334"/>
                <a:gd name="connsiteY276" fmla="*/ 156863 h 353798"/>
                <a:gd name="connsiteX277" fmla="*/ 78469 w 278334"/>
                <a:gd name="connsiteY277" fmla="*/ 153000 h 35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</a:cxnLst>
              <a:rect l="l" t="t" r="r" b="b"/>
              <a:pathLst>
                <a:path w="278334" h="353798">
                  <a:moveTo>
                    <a:pt x="1112" y="302611"/>
                  </a:moveTo>
                  <a:cubicBezTo>
                    <a:pt x="3152" y="309723"/>
                    <a:pt x="11964" y="308362"/>
                    <a:pt x="11964" y="308362"/>
                  </a:cubicBezTo>
                  <a:cubicBezTo>
                    <a:pt x="8022" y="306430"/>
                    <a:pt x="12428" y="302040"/>
                    <a:pt x="12428" y="302040"/>
                  </a:cubicBezTo>
                  <a:cubicBezTo>
                    <a:pt x="10109" y="306694"/>
                    <a:pt x="17622" y="306694"/>
                    <a:pt x="17622" y="306694"/>
                  </a:cubicBezTo>
                  <a:cubicBezTo>
                    <a:pt x="13865" y="305991"/>
                    <a:pt x="17622" y="300636"/>
                    <a:pt x="17622" y="300636"/>
                  </a:cubicBezTo>
                  <a:cubicBezTo>
                    <a:pt x="17622" y="303357"/>
                    <a:pt x="23697" y="310250"/>
                    <a:pt x="23697" y="310250"/>
                  </a:cubicBezTo>
                  <a:lnTo>
                    <a:pt x="31535" y="303401"/>
                  </a:lnTo>
                  <a:lnTo>
                    <a:pt x="31813" y="306694"/>
                  </a:lnTo>
                  <a:cubicBezTo>
                    <a:pt x="31813" y="306694"/>
                    <a:pt x="29773" y="312445"/>
                    <a:pt x="29216" y="314947"/>
                  </a:cubicBezTo>
                  <a:cubicBezTo>
                    <a:pt x="28660" y="317449"/>
                    <a:pt x="32091" y="318810"/>
                    <a:pt x="32091" y="318810"/>
                  </a:cubicBezTo>
                  <a:lnTo>
                    <a:pt x="38167" y="324298"/>
                  </a:lnTo>
                  <a:lnTo>
                    <a:pt x="39929" y="321005"/>
                  </a:lnTo>
                  <a:lnTo>
                    <a:pt x="42805" y="319908"/>
                  </a:lnTo>
                  <a:lnTo>
                    <a:pt x="40208" y="326493"/>
                  </a:lnTo>
                  <a:lnTo>
                    <a:pt x="39048" y="329522"/>
                  </a:lnTo>
                  <a:lnTo>
                    <a:pt x="36729" y="327590"/>
                  </a:lnTo>
                  <a:lnTo>
                    <a:pt x="33529" y="328117"/>
                  </a:lnTo>
                  <a:lnTo>
                    <a:pt x="36729" y="331673"/>
                  </a:lnTo>
                  <a:lnTo>
                    <a:pt x="36729" y="334395"/>
                  </a:lnTo>
                  <a:lnTo>
                    <a:pt x="32091" y="337424"/>
                  </a:lnTo>
                  <a:lnTo>
                    <a:pt x="34689" y="338785"/>
                  </a:lnTo>
                  <a:lnTo>
                    <a:pt x="39326" y="340453"/>
                  </a:lnTo>
                  <a:lnTo>
                    <a:pt x="48602" y="341814"/>
                  </a:lnTo>
                  <a:cubicBezTo>
                    <a:pt x="48602" y="341814"/>
                    <a:pt x="56115" y="350594"/>
                    <a:pt x="59918" y="350857"/>
                  </a:cubicBezTo>
                  <a:cubicBezTo>
                    <a:pt x="63674" y="351121"/>
                    <a:pt x="61958" y="343175"/>
                    <a:pt x="61958" y="343175"/>
                  </a:cubicBezTo>
                  <a:lnTo>
                    <a:pt x="65715" y="347828"/>
                  </a:lnTo>
                  <a:lnTo>
                    <a:pt x="72069" y="349760"/>
                  </a:lnTo>
                  <a:lnTo>
                    <a:pt x="70353" y="345897"/>
                  </a:lnTo>
                  <a:lnTo>
                    <a:pt x="79350" y="351384"/>
                  </a:lnTo>
                  <a:cubicBezTo>
                    <a:pt x="79350" y="351384"/>
                    <a:pt x="81669" y="350023"/>
                    <a:pt x="81669" y="348355"/>
                  </a:cubicBezTo>
                  <a:cubicBezTo>
                    <a:pt x="81669" y="346687"/>
                    <a:pt x="76475" y="345062"/>
                    <a:pt x="75593" y="344492"/>
                  </a:cubicBezTo>
                  <a:cubicBezTo>
                    <a:pt x="74712" y="343965"/>
                    <a:pt x="80509" y="340365"/>
                    <a:pt x="80509" y="340365"/>
                  </a:cubicBezTo>
                  <a:lnTo>
                    <a:pt x="81669" y="345282"/>
                  </a:lnTo>
                  <a:cubicBezTo>
                    <a:pt x="81669" y="345282"/>
                    <a:pt x="83988" y="348311"/>
                    <a:pt x="84266" y="349145"/>
                  </a:cubicBezTo>
                  <a:cubicBezTo>
                    <a:pt x="84544" y="349979"/>
                    <a:pt x="88904" y="353799"/>
                    <a:pt x="88904" y="353799"/>
                  </a:cubicBezTo>
                  <a:lnTo>
                    <a:pt x="90944" y="350769"/>
                  </a:lnTo>
                  <a:lnTo>
                    <a:pt x="88347" y="347214"/>
                  </a:lnTo>
                  <a:lnTo>
                    <a:pt x="86028" y="344755"/>
                  </a:lnTo>
                  <a:lnTo>
                    <a:pt x="95025" y="347214"/>
                  </a:lnTo>
                  <a:lnTo>
                    <a:pt x="95907" y="341155"/>
                  </a:lnTo>
                  <a:lnTo>
                    <a:pt x="89553" y="336239"/>
                  </a:lnTo>
                  <a:cubicBezTo>
                    <a:pt x="89553" y="336239"/>
                    <a:pt x="81159" y="326098"/>
                    <a:pt x="78237" y="322805"/>
                  </a:cubicBezTo>
                  <a:cubicBezTo>
                    <a:pt x="75315" y="319513"/>
                    <a:pt x="64880" y="297563"/>
                    <a:pt x="64880" y="297563"/>
                  </a:cubicBezTo>
                  <a:cubicBezTo>
                    <a:pt x="65158" y="295104"/>
                    <a:pt x="63721" y="286851"/>
                    <a:pt x="62283" y="284393"/>
                  </a:cubicBezTo>
                  <a:cubicBezTo>
                    <a:pt x="60845" y="281934"/>
                    <a:pt x="65761" y="271486"/>
                    <a:pt x="65761" y="271486"/>
                  </a:cubicBezTo>
                  <a:lnTo>
                    <a:pt x="63721" y="267623"/>
                  </a:lnTo>
                  <a:lnTo>
                    <a:pt x="65761" y="263496"/>
                  </a:lnTo>
                  <a:lnTo>
                    <a:pt x="63721" y="261828"/>
                  </a:lnTo>
                  <a:lnTo>
                    <a:pt x="63721" y="256077"/>
                  </a:lnTo>
                  <a:lnTo>
                    <a:pt x="65483" y="252521"/>
                  </a:lnTo>
                  <a:lnTo>
                    <a:pt x="69564" y="250590"/>
                  </a:lnTo>
                  <a:lnTo>
                    <a:pt x="71327" y="247034"/>
                  </a:lnTo>
                  <a:lnTo>
                    <a:pt x="67246" y="244839"/>
                  </a:lnTo>
                  <a:lnTo>
                    <a:pt x="74480" y="242644"/>
                  </a:lnTo>
                  <a:lnTo>
                    <a:pt x="76196" y="236893"/>
                  </a:lnTo>
                  <a:lnTo>
                    <a:pt x="71280" y="233600"/>
                  </a:lnTo>
                  <a:lnTo>
                    <a:pt x="77959" y="233600"/>
                  </a:lnTo>
                  <a:lnTo>
                    <a:pt x="79396" y="230044"/>
                  </a:lnTo>
                  <a:lnTo>
                    <a:pt x="68961" y="230044"/>
                  </a:lnTo>
                  <a:lnTo>
                    <a:pt x="74759" y="228244"/>
                  </a:lnTo>
                  <a:lnTo>
                    <a:pt x="81159" y="228244"/>
                  </a:lnTo>
                  <a:lnTo>
                    <a:pt x="79999" y="222625"/>
                  </a:lnTo>
                  <a:lnTo>
                    <a:pt x="71002" y="219069"/>
                  </a:lnTo>
                  <a:lnTo>
                    <a:pt x="71002" y="214943"/>
                  </a:lnTo>
                  <a:lnTo>
                    <a:pt x="73599" y="214943"/>
                  </a:lnTo>
                  <a:lnTo>
                    <a:pt x="75362" y="218806"/>
                  </a:lnTo>
                  <a:lnTo>
                    <a:pt x="82318" y="220957"/>
                  </a:lnTo>
                  <a:lnTo>
                    <a:pt x="83756" y="214943"/>
                  </a:lnTo>
                  <a:cubicBezTo>
                    <a:pt x="86956" y="221528"/>
                    <a:pt x="91269" y="210553"/>
                    <a:pt x="91594" y="208358"/>
                  </a:cubicBezTo>
                  <a:cubicBezTo>
                    <a:pt x="91872" y="206163"/>
                    <a:pt x="82318" y="198744"/>
                    <a:pt x="82318" y="198744"/>
                  </a:cubicBezTo>
                  <a:lnTo>
                    <a:pt x="84080" y="196285"/>
                  </a:lnTo>
                  <a:lnTo>
                    <a:pt x="92197" y="205592"/>
                  </a:lnTo>
                  <a:lnTo>
                    <a:pt x="94794" y="202036"/>
                  </a:lnTo>
                  <a:lnTo>
                    <a:pt x="97112" y="198480"/>
                  </a:lnTo>
                  <a:cubicBezTo>
                    <a:pt x="97112" y="198480"/>
                    <a:pt x="97112" y="192993"/>
                    <a:pt x="94515" y="191895"/>
                  </a:cubicBezTo>
                  <a:cubicBezTo>
                    <a:pt x="91918" y="190798"/>
                    <a:pt x="84080" y="190227"/>
                    <a:pt x="84080" y="190227"/>
                  </a:cubicBezTo>
                  <a:lnTo>
                    <a:pt x="84080" y="187769"/>
                  </a:lnTo>
                  <a:lnTo>
                    <a:pt x="94794" y="188866"/>
                  </a:lnTo>
                  <a:lnTo>
                    <a:pt x="97112" y="192993"/>
                  </a:lnTo>
                  <a:lnTo>
                    <a:pt x="99710" y="194924"/>
                  </a:lnTo>
                  <a:cubicBezTo>
                    <a:pt x="99710" y="194924"/>
                    <a:pt x="100591" y="191061"/>
                    <a:pt x="101147" y="187242"/>
                  </a:cubicBezTo>
                  <a:cubicBezTo>
                    <a:pt x="101704" y="183422"/>
                    <a:pt x="96788" y="176530"/>
                    <a:pt x="96788" y="176530"/>
                  </a:cubicBezTo>
                  <a:lnTo>
                    <a:pt x="94747" y="168584"/>
                  </a:lnTo>
                  <a:cubicBezTo>
                    <a:pt x="101982" y="184476"/>
                    <a:pt x="109217" y="181227"/>
                    <a:pt x="109217" y="181227"/>
                  </a:cubicBezTo>
                  <a:lnTo>
                    <a:pt x="107779" y="176837"/>
                  </a:lnTo>
                  <a:lnTo>
                    <a:pt x="107779" y="171921"/>
                  </a:lnTo>
                  <a:lnTo>
                    <a:pt x="115014" y="165862"/>
                  </a:lnTo>
                  <a:cubicBezTo>
                    <a:pt x="116452" y="155151"/>
                    <a:pt x="107779" y="152692"/>
                    <a:pt x="107779" y="152692"/>
                  </a:cubicBezTo>
                  <a:lnTo>
                    <a:pt x="109217" y="149400"/>
                  </a:lnTo>
                  <a:lnTo>
                    <a:pt x="112695" y="152692"/>
                  </a:lnTo>
                  <a:lnTo>
                    <a:pt x="120811" y="157082"/>
                  </a:lnTo>
                  <a:lnTo>
                    <a:pt x="122527" y="146107"/>
                  </a:lnTo>
                  <a:lnTo>
                    <a:pt x="120811" y="140620"/>
                  </a:lnTo>
                  <a:lnTo>
                    <a:pt x="128046" y="148039"/>
                  </a:lnTo>
                  <a:cubicBezTo>
                    <a:pt x="128046" y="148039"/>
                    <a:pt x="131246" y="148566"/>
                    <a:pt x="132962" y="149400"/>
                  </a:cubicBezTo>
                  <a:cubicBezTo>
                    <a:pt x="134678" y="150234"/>
                    <a:pt x="132081" y="143342"/>
                    <a:pt x="132081" y="143342"/>
                  </a:cubicBezTo>
                  <a:lnTo>
                    <a:pt x="130318" y="139786"/>
                  </a:lnTo>
                  <a:lnTo>
                    <a:pt x="138156" y="139786"/>
                  </a:lnTo>
                  <a:lnTo>
                    <a:pt x="139594" y="136493"/>
                  </a:lnTo>
                  <a:lnTo>
                    <a:pt x="138156" y="134035"/>
                  </a:lnTo>
                  <a:lnTo>
                    <a:pt x="145113" y="131576"/>
                  </a:lnTo>
                  <a:lnTo>
                    <a:pt x="144232" y="128021"/>
                  </a:lnTo>
                  <a:lnTo>
                    <a:pt x="137275" y="128021"/>
                  </a:lnTo>
                  <a:lnTo>
                    <a:pt x="135837" y="125826"/>
                  </a:lnTo>
                  <a:lnTo>
                    <a:pt x="141356" y="124157"/>
                  </a:lnTo>
                  <a:lnTo>
                    <a:pt x="143953" y="119241"/>
                  </a:lnTo>
                  <a:lnTo>
                    <a:pt x="146829" y="122270"/>
                  </a:lnTo>
                  <a:lnTo>
                    <a:pt x="150307" y="116782"/>
                  </a:lnTo>
                  <a:lnTo>
                    <a:pt x="150307" y="112656"/>
                  </a:lnTo>
                  <a:lnTo>
                    <a:pt x="153182" y="112656"/>
                  </a:lnTo>
                  <a:lnTo>
                    <a:pt x="156939" y="104402"/>
                  </a:lnTo>
                  <a:lnTo>
                    <a:pt x="156939" y="112656"/>
                  </a:lnTo>
                  <a:lnTo>
                    <a:pt x="161577" y="108266"/>
                  </a:lnTo>
                  <a:lnTo>
                    <a:pt x="161577" y="103876"/>
                  </a:lnTo>
                  <a:cubicBezTo>
                    <a:pt x="168255" y="107168"/>
                    <a:pt x="167096" y="99222"/>
                    <a:pt x="167096" y="99222"/>
                  </a:cubicBezTo>
                  <a:cubicBezTo>
                    <a:pt x="174052" y="100890"/>
                    <a:pt x="181890" y="91276"/>
                    <a:pt x="181890" y="91276"/>
                  </a:cubicBezTo>
                  <a:cubicBezTo>
                    <a:pt x="190284" y="92374"/>
                    <a:pt x="193484" y="83857"/>
                    <a:pt x="193484" y="83857"/>
                  </a:cubicBezTo>
                  <a:cubicBezTo>
                    <a:pt x="197844" y="88247"/>
                    <a:pt x="202760" y="81135"/>
                    <a:pt x="202760" y="81135"/>
                  </a:cubicBezTo>
                  <a:cubicBezTo>
                    <a:pt x="238980" y="67131"/>
                    <a:pt x="261891" y="48210"/>
                    <a:pt x="261891" y="48210"/>
                  </a:cubicBezTo>
                  <a:lnTo>
                    <a:pt x="266529" y="48210"/>
                  </a:lnTo>
                  <a:lnTo>
                    <a:pt x="268569" y="43820"/>
                  </a:lnTo>
                  <a:lnTo>
                    <a:pt x="271444" y="38903"/>
                  </a:lnTo>
                  <a:cubicBezTo>
                    <a:pt x="278123" y="27402"/>
                    <a:pt x="275479" y="28455"/>
                    <a:pt x="275479" y="28455"/>
                  </a:cubicBezTo>
                  <a:lnTo>
                    <a:pt x="275619" y="22704"/>
                  </a:lnTo>
                  <a:cubicBezTo>
                    <a:pt x="282111" y="16953"/>
                    <a:pt x="274923" y="13134"/>
                    <a:pt x="274923" y="13134"/>
                  </a:cubicBezTo>
                  <a:cubicBezTo>
                    <a:pt x="277798" y="6856"/>
                    <a:pt x="270888" y="4310"/>
                    <a:pt x="270888" y="4310"/>
                  </a:cubicBezTo>
                  <a:cubicBezTo>
                    <a:pt x="270888" y="-343"/>
                    <a:pt x="265091" y="1018"/>
                    <a:pt x="265091" y="1018"/>
                  </a:cubicBezTo>
                  <a:cubicBezTo>
                    <a:pt x="255259" y="-2275"/>
                    <a:pt x="250018" y="3476"/>
                    <a:pt x="250018" y="3476"/>
                  </a:cubicBezTo>
                  <a:cubicBezTo>
                    <a:pt x="244824" y="1808"/>
                    <a:pt x="244824" y="5671"/>
                    <a:pt x="244824" y="5671"/>
                  </a:cubicBezTo>
                  <a:cubicBezTo>
                    <a:pt x="233833" y="9798"/>
                    <a:pt x="233230" y="17480"/>
                    <a:pt x="233230" y="17480"/>
                  </a:cubicBezTo>
                  <a:cubicBezTo>
                    <a:pt x="233230" y="17480"/>
                    <a:pt x="229195" y="18314"/>
                    <a:pt x="227433" y="20773"/>
                  </a:cubicBezTo>
                  <a:cubicBezTo>
                    <a:pt x="225670" y="23231"/>
                    <a:pt x="230633" y="26260"/>
                    <a:pt x="230633" y="26260"/>
                  </a:cubicBezTo>
                  <a:cubicBezTo>
                    <a:pt x="228870" y="28719"/>
                    <a:pt x="231514" y="31748"/>
                    <a:pt x="231514" y="31748"/>
                  </a:cubicBezTo>
                  <a:lnTo>
                    <a:pt x="229473" y="33109"/>
                  </a:lnTo>
                  <a:cubicBezTo>
                    <a:pt x="225392" y="27050"/>
                    <a:pt x="220476" y="29816"/>
                    <a:pt x="220476" y="29816"/>
                  </a:cubicBezTo>
                  <a:lnTo>
                    <a:pt x="220198" y="31748"/>
                  </a:lnTo>
                  <a:lnTo>
                    <a:pt x="215838" y="33943"/>
                  </a:lnTo>
                  <a:lnTo>
                    <a:pt x="211200" y="33943"/>
                  </a:lnTo>
                  <a:lnTo>
                    <a:pt x="209485" y="39167"/>
                  </a:lnTo>
                  <a:lnTo>
                    <a:pt x="207444" y="42723"/>
                  </a:lnTo>
                  <a:lnTo>
                    <a:pt x="202250" y="43249"/>
                  </a:lnTo>
                  <a:lnTo>
                    <a:pt x="199931" y="46542"/>
                  </a:lnTo>
                  <a:lnTo>
                    <a:pt x="197055" y="44084"/>
                  </a:lnTo>
                  <a:lnTo>
                    <a:pt x="192139" y="45752"/>
                  </a:lnTo>
                  <a:lnTo>
                    <a:pt x="186945" y="48210"/>
                  </a:lnTo>
                  <a:lnTo>
                    <a:pt x="184070" y="50669"/>
                  </a:lnTo>
                  <a:lnTo>
                    <a:pt x="182632" y="51503"/>
                  </a:lnTo>
                  <a:lnTo>
                    <a:pt x="178551" y="49308"/>
                  </a:lnTo>
                  <a:lnTo>
                    <a:pt x="176510" y="52864"/>
                  </a:lnTo>
                  <a:lnTo>
                    <a:pt x="173635" y="52337"/>
                  </a:lnTo>
                  <a:cubicBezTo>
                    <a:pt x="173357" y="45488"/>
                    <a:pt x="163803" y="45488"/>
                    <a:pt x="155362" y="47113"/>
                  </a:cubicBezTo>
                  <a:cubicBezTo>
                    <a:pt x="146968" y="48781"/>
                    <a:pt x="149287" y="54795"/>
                    <a:pt x="149287" y="54795"/>
                  </a:cubicBezTo>
                  <a:lnTo>
                    <a:pt x="152765" y="55893"/>
                  </a:lnTo>
                  <a:lnTo>
                    <a:pt x="153043" y="61117"/>
                  </a:lnTo>
                  <a:lnTo>
                    <a:pt x="147246" y="64980"/>
                  </a:lnTo>
                  <a:lnTo>
                    <a:pt x="144649" y="64980"/>
                  </a:lnTo>
                  <a:lnTo>
                    <a:pt x="144649" y="62522"/>
                  </a:lnTo>
                  <a:lnTo>
                    <a:pt x="145206" y="58132"/>
                  </a:lnTo>
                  <a:lnTo>
                    <a:pt x="141449" y="58658"/>
                  </a:lnTo>
                  <a:lnTo>
                    <a:pt x="141727" y="55937"/>
                  </a:lnTo>
                  <a:lnTo>
                    <a:pt x="143443" y="52381"/>
                  </a:lnTo>
                  <a:lnTo>
                    <a:pt x="139177" y="54839"/>
                  </a:lnTo>
                  <a:lnTo>
                    <a:pt x="134446" y="56507"/>
                  </a:lnTo>
                  <a:lnTo>
                    <a:pt x="133890" y="58439"/>
                  </a:lnTo>
                  <a:lnTo>
                    <a:pt x="139177" y="59800"/>
                  </a:lnTo>
                  <a:lnTo>
                    <a:pt x="137090" y="63092"/>
                  </a:lnTo>
                  <a:lnTo>
                    <a:pt x="139177" y="63926"/>
                  </a:lnTo>
                  <a:lnTo>
                    <a:pt x="139177" y="65858"/>
                  </a:lnTo>
                  <a:lnTo>
                    <a:pt x="135930" y="67526"/>
                  </a:lnTo>
                  <a:lnTo>
                    <a:pt x="131293" y="69458"/>
                  </a:lnTo>
                  <a:lnTo>
                    <a:pt x="125495" y="69721"/>
                  </a:lnTo>
                  <a:lnTo>
                    <a:pt x="122898" y="72443"/>
                  </a:lnTo>
                  <a:lnTo>
                    <a:pt x="117101" y="73541"/>
                  </a:lnTo>
                  <a:lnTo>
                    <a:pt x="115663" y="79291"/>
                  </a:lnTo>
                  <a:lnTo>
                    <a:pt x="111304" y="83155"/>
                  </a:lnTo>
                  <a:lnTo>
                    <a:pt x="105785" y="84516"/>
                  </a:lnTo>
                  <a:lnTo>
                    <a:pt x="104069" y="87237"/>
                  </a:lnTo>
                  <a:lnTo>
                    <a:pt x="108429" y="86974"/>
                  </a:lnTo>
                  <a:lnTo>
                    <a:pt x="106666" y="91101"/>
                  </a:lnTo>
                  <a:cubicBezTo>
                    <a:pt x="97391" y="91101"/>
                    <a:pt x="96834" y="96588"/>
                    <a:pt x="96834" y="96588"/>
                  </a:cubicBezTo>
                  <a:lnTo>
                    <a:pt x="98875" y="100978"/>
                  </a:lnTo>
                  <a:lnTo>
                    <a:pt x="101194" y="105895"/>
                  </a:lnTo>
                  <a:lnTo>
                    <a:pt x="95675" y="107826"/>
                  </a:lnTo>
                  <a:cubicBezTo>
                    <a:pt x="95675" y="107826"/>
                    <a:pt x="94237" y="103173"/>
                    <a:pt x="90156" y="102076"/>
                  </a:cubicBezTo>
                  <a:cubicBezTo>
                    <a:pt x="86075" y="100978"/>
                    <a:pt x="83199" y="106992"/>
                    <a:pt x="83199" y="106992"/>
                  </a:cubicBezTo>
                  <a:lnTo>
                    <a:pt x="87559" y="111909"/>
                  </a:lnTo>
                  <a:lnTo>
                    <a:pt x="82921" y="118494"/>
                  </a:lnTo>
                  <a:lnTo>
                    <a:pt x="80046" y="119855"/>
                  </a:lnTo>
                  <a:cubicBezTo>
                    <a:pt x="80324" y="114631"/>
                    <a:pt x="75408" y="113270"/>
                    <a:pt x="75408" y="113270"/>
                  </a:cubicBezTo>
                  <a:cubicBezTo>
                    <a:pt x="65251" y="113534"/>
                    <a:pt x="70492" y="121523"/>
                    <a:pt x="70492" y="121523"/>
                  </a:cubicBezTo>
                  <a:lnTo>
                    <a:pt x="69611" y="127582"/>
                  </a:lnTo>
                  <a:lnTo>
                    <a:pt x="77124" y="124026"/>
                  </a:lnTo>
                  <a:lnTo>
                    <a:pt x="78886" y="131972"/>
                  </a:lnTo>
                  <a:cubicBezTo>
                    <a:pt x="73089" y="129513"/>
                    <a:pt x="70167" y="137459"/>
                    <a:pt x="70167" y="137459"/>
                  </a:cubicBezTo>
                  <a:lnTo>
                    <a:pt x="76567" y="137196"/>
                  </a:lnTo>
                  <a:lnTo>
                    <a:pt x="79767" y="136098"/>
                  </a:lnTo>
                  <a:lnTo>
                    <a:pt x="81483" y="141015"/>
                  </a:lnTo>
                  <a:lnTo>
                    <a:pt x="87559" y="141278"/>
                  </a:lnTo>
                  <a:lnTo>
                    <a:pt x="83478" y="143737"/>
                  </a:lnTo>
                  <a:lnTo>
                    <a:pt x="81437" y="144571"/>
                  </a:lnTo>
                  <a:cubicBezTo>
                    <a:pt x="80278" y="139083"/>
                    <a:pt x="73924" y="143210"/>
                    <a:pt x="73924" y="143210"/>
                  </a:cubicBezTo>
                  <a:cubicBezTo>
                    <a:pt x="73924" y="143210"/>
                    <a:pt x="65530" y="141542"/>
                    <a:pt x="65251" y="147337"/>
                  </a:cubicBezTo>
                  <a:cubicBezTo>
                    <a:pt x="64973" y="153087"/>
                    <a:pt x="73089" y="151200"/>
                    <a:pt x="73089" y="151200"/>
                  </a:cubicBezTo>
                  <a:lnTo>
                    <a:pt x="73367" y="155063"/>
                  </a:lnTo>
                  <a:lnTo>
                    <a:pt x="70492" y="156731"/>
                  </a:lnTo>
                  <a:lnTo>
                    <a:pt x="62376" y="157565"/>
                  </a:lnTo>
                  <a:lnTo>
                    <a:pt x="61217" y="161429"/>
                  </a:lnTo>
                  <a:cubicBezTo>
                    <a:pt x="65854" y="159234"/>
                    <a:pt x="67895" y="164984"/>
                    <a:pt x="67895" y="164984"/>
                  </a:cubicBezTo>
                  <a:lnTo>
                    <a:pt x="67338" y="167443"/>
                  </a:lnTo>
                  <a:cubicBezTo>
                    <a:pt x="65019" y="164721"/>
                    <a:pt x="58063" y="165775"/>
                    <a:pt x="58063" y="165775"/>
                  </a:cubicBezTo>
                  <a:lnTo>
                    <a:pt x="57784" y="168496"/>
                  </a:lnTo>
                  <a:lnTo>
                    <a:pt x="61541" y="168496"/>
                  </a:lnTo>
                  <a:lnTo>
                    <a:pt x="66735" y="171525"/>
                  </a:lnTo>
                  <a:lnTo>
                    <a:pt x="71095" y="177057"/>
                  </a:lnTo>
                  <a:lnTo>
                    <a:pt x="77449" y="177057"/>
                  </a:lnTo>
                  <a:lnTo>
                    <a:pt x="75732" y="178374"/>
                  </a:lnTo>
                  <a:lnTo>
                    <a:pt x="70214" y="178637"/>
                  </a:lnTo>
                  <a:lnTo>
                    <a:pt x="67895" y="177013"/>
                  </a:lnTo>
                  <a:cubicBezTo>
                    <a:pt x="65576" y="171569"/>
                    <a:pt x="57460" y="172316"/>
                    <a:pt x="57460" y="172316"/>
                  </a:cubicBezTo>
                  <a:cubicBezTo>
                    <a:pt x="51384" y="175037"/>
                    <a:pt x="50503" y="180569"/>
                    <a:pt x="50503" y="180569"/>
                  </a:cubicBezTo>
                  <a:lnTo>
                    <a:pt x="52822" y="181403"/>
                  </a:lnTo>
                  <a:lnTo>
                    <a:pt x="51384" y="183861"/>
                  </a:lnTo>
                  <a:lnTo>
                    <a:pt x="47906" y="184125"/>
                  </a:lnTo>
                  <a:lnTo>
                    <a:pt x="42990" y="186847"/>
                  </a:lnTo>
                  <a:lnTo>
                    <a:pt x="41228" y="190139"/>
                  </a:lnTo>
                  <a:lnTo>
                    <a:pt x="39790" y="193168"/>
                  </a:lnTo>
                  <a:lnTo>
                    <a:pt x="36033" y="192071"/>
                  </a:lnTo>
                  <a:lnTo>
                    <a:pt x="34271" y="193432"/>
                  </a:lnTo>
                  <a:lnTo>
                    <a:pt x="38028" y="197822"/>
                  </a:lnTo>
                  <a:lnTo>
                    <a:pt x="42387" y="201948"/>
                  </a:lnTo>
                  <a:lnTo>
                    <a:pt x="44428" y="200017"/>
                  </a:lnTo>
                  <a:cubicBezTo>
                    <a:pt x="45866" y="196461"/>
                    <a:pt x="55419" y="197295"/>
                    <a:pt x="55419" y="197295"/>
                  </a:cubicBezTo>
                  <a:lnTo>
                    <a:pt x="58898" y="193432"/>
                  </a:lnTo>
                  <a:lnTo>
                    <a:pt x="61773" y="196724"/>
                  </a:lnTo>
                  <a:cubicBezTo>
                    <a:pt x="40903" y="202782"/>
                    <a:pt x="46700" y="208533"/>
                    <a:pt x="46700" y="208533"/>
                  </a:cubicBezTo>
                  <a:lnTo>
                    <a:pt x="48138" y="210465"/>
                  </a:lnTo>
                  <a:lnTo>
                    <a:pt x="41182" y="212923"/>
                  </a:lnTo>
                  <a:lnTo>
                    <a:pt x="44660" y="215118"/>
                  </a:lnTo>
                  <a:lnTo>
                    <a:pt x="46422" y="215118"/>
                  </a:lnTo>
                  <a:lnTo>
                    <a:pt x="50179" y="212660"/>
                  </a:lnTo>
                  <a:lnTo>
                    <a:pt x="54214" y="210465"/>
                  </a:lnTo>
                  <a:lnTo>
                    <a:pt x="59732" y="212923"/>
                  </a:lnTo>
                  <a:lnTo>
                    <a:pt x="65530" y="215118"/>
                  </a:lnTo>
                  <a:lnTo>
                    <a:pt x="59454" y="215118"/>
                  </a:lnTo>
                  <a:lnTo>
                    <a:pt x="55095" y="213187"/>
                  </a:lnTo>
                  <a:lnTo>
                    <a:pt x="51013" y="215118"/>
                  </a:lnTo>
                  <a:lnTo>
                    <a:pt x="48138" y="216479"/>
                  </a:lnTo>
                  <a:lnTo>
                    <a:pt x="46098" y="218674"/>
                  </a:lnTo>
                  <a:lnTo>
                    <a:pt x="41182" y="218674"/>
                  </a:lnTo>
                  <a:lnTo>
                    <a:pt x="37100" y="219201"/>
                  </a:lnTo>
                  <a:lnTo>
                    <a:pt x="35338" y="221133"/>
                  </a:lnTo>
                  <a:lnTo>
                    <a:pt x="30700" y="221133"/>
                  </a:lnTo>
                  <a:lnTo>
                    <a:pt x="28381" y="224425"/>
                  </a:lnTo>
                  <a:lnTo>
                    <a:pt x="26944" y="227147"/>
                  </a:lnTo>
                  <a:lnTo>
                    <a:pt x="27825" y="229869"/>
                  </a:lnTo>
                  <a:lnTo>
                    <a:pt x="26387" y="233732"/>
                  </a:lnTo>
                  <a:cubicBezTo>
                    <a:pt x="25228" y="238956"/>
                    <a:pt x="34225" y="239483"/>
                    <a:pt x="34225" y="239483"/>
                  </a:cubicBezTo>
                  <a:lnTo>
                    <a:pt x="27825" y="239746"/>
                  </a:lnTo>
                  <a:cubicBezTo>
                    <a:pt x="19106" y="236454"/>
                    <a:pt x="16231" y="242205"/>
                    <a:pt x="15952" y="245804"/>
                  </a:cubicBezTo>
                  <a:cubicBezTo>
                    <a:pt x="15674" y="249360"/>
                    <a:pt x="19987" y="249931"/>
                    <a:pt x="19987" y="249931"/>
                  </a:cubicBezTo>
                  <a:lnTo>
                    <a:pt x="20544" y="255989"/>
                  </a:lnTo>
                  <a:lnTo>
                    <a:pt x="24022" y="254628"/>
                  </a:lnTo>
                  <a:lnTo>
                    <a:pt x="23465" y="257350"/>
                  </a:lnTo>
                  <a:lnTo>
                    <a:pt x="21749" y="259282"/>
                  </a:lnTo>
                  <a:lnTo>
                    <a:pt x="20034" y="267228"/>
                  </a:lnTo>
                  <a:lnTo>
                    <a:pt x="16555" y="270520"/>
                  </a:lnTo>
                  <a:lnTo>
                    <a:pt x="16555" y="274910"/>
                  </a:lnTo>
                  <a:lnTo>
                    <a:pt x="15118" y="276578"/>
                  </a:lnTo>
                  <a:lnTo>
                    <a:pt x="14236" y="280442"/>
                  </a:lnTo>
                  <a:lnTo>
                    <a:pt x="10758" y="278510"/>
                  </a:lnTo>
                  <a:lnTo>
                    <a:pt x="7883" y="278510"/>
                  </a:lnTo>
                  <a:lnTo>
                    <a:pt x="6166" y="275217"/>
                  </a:lnTo>
                  <a:cubicBezTo>
                    <a:pt x="-1068" y="283998"/>
                    <a:pt x="-790" y="295499"/>
                    <a:pt x="1250" y="302655"/>
                  </a:cubicBezTo>
                  <a:close/>
                  <a:moveTo>
                    <a:pt x="78469" y="153087"/>
                  </a:moveTo>
                  <a:lnTo>
                    <a:pt x="90063" y="158004"/>
                  </a:lnTo>
                  <a:lnTo>
                    <a:pt x="88625" y="160726"/>
                  </a:lnTo>
                  <a:lnTo>
                    <a:pt x="78469" y="156863"/>
                  </a:lnTo>
                  <a:lnTo>
                    <a:pt x="78469" y="15300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9" name="Freeform: Shape 1858">
              <a:extLst>
                <a:ext uri="{FF2B5EF4-FFF2-40B4-BE49-F238E27FC236}">
                  <a16:creationId xmlns:a16="http://schemas.microsoft.com/office/drawing/2014/main" id="{6A009CF0-D8D2-FA9F-B918-AF3D888D8D6F}"/>
                </a:ext>
              </a:extLst>
            </p:cNvPr>
            <p:cNvSpPr>
              <a:spLocks/>
            </p:cNvSpPr>
            <p:nvPr/>
          </p:nvSpPr>
          <p:spPr>
            <a:xfrm>
              <a:off x="6921225" y="1760808"/>
              <a:ext cx="22257" cy="28392"/>
            </a:xfrm>
            <a:custGeom>
              <a:avLst/>
              <a:gdLst>
                <a:gd name="connsiteX0" fmla="*/ 12974 w 14911"/>
                <a:gd name="connsiteY0" fmla="*/ 18979 h 19022"/>
                <a:gd name="connsiteX1" fmla="*/ 12974 w 14911"/>
                <a:gd name="connsiteY1" fmla="*/ 14326 h 19022"/>
                <a:gd name="connsiteX2" fmla="*/ 12974 w 14911"/>
                <a:gd name="connsiteY2" fmla="*/ 5019 h 19022"/>
                <a:gd name="connsiteX3" fmla="*/ 220 w 14911"/>
                <a:gd name="connsiteY3" fmla="*/ 1990 h 19022"/>
                <a:gd name="connsiteX4" fmla="*/ 4858 w 14911"/>
                <a:gd name="connsiteY4" fmla="*/ 8048 h 19022"/>
                <a:gd name="connsiteX5" fmla="*/ 9774 w 14911"/>
                <a:gd name="connsiteY5" fmla="*/ 12438 h 19022"/>
                <a:gd name="connsiteX6" fmla="*/ 9774 w 14911"/>
                <a:gd name="connsiteY6" fmla="*/ 19023 h 19022"/>
                <a:gd name="connsiteX7" fmla="*/ 12974 w 14911"/>
                <a:gd name="connsiteY7" fmla="*/ 19023 h 19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11" h="19022">
                  <a:moveTo>
                    <a:pt x="12974" y="18979"/>
                  </a:moveTo>
                  <a:lnTo>
                    <a:pt x="12974" y="14326"/>
                  </a:lnTo>
                  <a:cubicBezTo>
                    <a:pt x="17333" y="6072"/>
                    <a:pt x="12974" y="5019"/>
                    <a:pt x="12974" y="5019"/>
                  </a:cubicBezTo>
                  <a:cubicBezTo>
                    <a:pt x="12093" y="-1039"/>
                    <a:pt x="1658" y="-1039"/>
                    <a:pt x="220" y="1990"/>
                  </a:cubicBezTo>
                  <a:cubicBezTo>
                    <a:pt x="-1218" y="5019"/>
                    <a:pt x="4858" y="8048"/>
                    <a:pt x="4858" y="8048"/>
                  </a:cubicBezTo>
                  <a:cubicBezTo>
                    <a:pt x="4858" y="10506"/>
                    <a:pt x="9774" y="12438"/>
                    <a:pt x="9774" y="12438"/>
                  </a:cubicBezTo>
                  <a:lnTo>
                    <a:pt x="9774" y="19023"/>
                  </a:lnTo>
                  <a:lnTo>
                    <a:pt x="12974" y="1902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0" name="Freeform: Shape 1859">
              <a:extLst>
                <a:ext uri="{FF2B5EF4-FFF2-40B4-BE49-F238E27FC236}">
                  <a16:creationId xmlns:a16="http://schemas.microsoft.com/office/drawing/2014/main" id="{16E513A4-B364-FE88-1D3F-1A2BBE61DE88}"/>
                </a:ext>
              </a:extLst>
            </p:cNvPr>
            <p:cNvSpPr>
              <a:spLocks/>
            </p:cNvSpPr>
            <p:nvPr/>
          </p:nvSpPr>
          <p:spPr>
            <a:xfrm>
              <a:off x="7068355" y="1824389"/>
              <a:ext cx="48129" cy="48754"/>
            </a:xfrm>
            <a:custGeom>
              <a:avLst/>
              <a:gdLst>
                <a:gd name="connsiteX0" fmla="*/ 23065 w 32244"/>
                <a:gd name="connsiteY0" fmla="*/ 32618 h 32663"/>
                <a:gd name="connsiteX1" fmla="*/ 32062 w 32244"/>
                <a:gd name="connsiteY1" fmla="*/ 27964 h 32663"/>
                <a:gd name="connsiteX2" fmla="*/ 22230 w 32244"/>
                <a:gd name="connsiteY2" fmla="*/ 14268 h 32663"/>
                <a:gd name="connsiteX3" fmla="*/ 17314 w 32244"/>
                <a:gd name="connsiteY3" fmla="*/ 10141 h 32663"/>
                <a:gd name="connsiteX4" fmla="*/ 9198 w 32244"/>
                <a:gd name="connsiteY4" fmla="*/ 0 h 32663"/>
                <a:gd name="connsiteX5" fmla="*/ 4282 w 32244"/>
                <a:gd name="connsiteY5" fmla="*/ 0 h 32663"/>
                <a:gd name="connsiteX6" fmla="*/ 4282 w 32244"/>
                <a:gd name="connsiteY6" fmla="*/ 2458 h 32663"/>
                <a:gd name="connsiteX7" fmla="*/ 1685 w 32244"/>
                <a:gd name="connsiteY7" fmla="*/ 4390 h 32663"/>
                <a:gd name="connsiteX8" fmla="*/ 4282 w 32244"/>
                <a:gd name="connsiteY8" fmla="*/ 10141 h 32663"/>
                <a:gd name="connsiteX9" fmla="*/ 247 w 32244"/>
                <a:gd name="connsiteY9" fmla="*/ 7419 h 32663"/>
                <a:gd name="connsiteX10" fmla="*/ 247 w 32244"/>
                <a:gd name="connsiteY10" fmla="*/ 12907 h 32663"/>
                <a:gd name="connsiteX11" fmla="*/ 9523 w 32244"/>
                <a:gd name="connsiteY11" fmla="*/ 26340 h 32663"/>
                <a:gd name="connsiteX12" fmla="*/ 18798 w 32244"/>
                <a:gd name="connsiteY12" fmla="*/ 27438 h 32663"/>
                <a:gd name="connsiteX13" fmla="*/ 16989 w 32244"/>
                <a:gd name="connsiteY13" fmla="*/ 30993 h 32663"/>
                <a:gd name="connsiteX14" fmla="*/ 23111 w 32244"/>
                <a:gd name="connsiteY14" fmla="*/ 32662 h 3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244" h="32663">
                  <a:moveTo>
                    <a:pt x="23065" y="32618"/>
                  </a:moveTo>
                  <a:cubicBezTo>
                    <a:pt x="23065" y="32618"/>
                    <a:pt x="30300" y="33452"/>
                    <a:pt x="32062" y="27964"/>
                  </a:cubicBezTo>
                  <a:cubicBezTo>
                    <a:pt x="33824" y="22477"/>
                    <a:pt x="22230" y="14268"/>
                    <a:pt x="22230" y="14268"/>
                  </a:cubicBezTo>
                  <a:cubicBezTo>
                    <a:pt x="21071" y="9351"/>
                    <a:pt x="17314" y="10141"/>
                    <a:pt x="17314" y="10141"/>
                  </a:cubicBezTo>
                  <a:cubicBezTo>
                    <a:pt x="15876" y="5488"/>
                    <a:pt x="9198" y="0"/>
                    <a:pt x="9198" y="0"/>
                  </a:cubicBezTo>
                  <a:lnTo>
                    <a:pt x="4282" y="0"/>
                  </a:lnTo>
                  <a:lnTo>
                    <a:pt x="4282" y="2458"/>
                  </a:lnTo>
                  <a:lnTo>
                    <a:pt x="1685" y="4390"/>
                  </a:lnTo>
                  <a:lnTo>
                    <a:pt x="4282" y="10141"/>
                  </a:lnTo>
                  <a:lnTo>
                    <a:pt x="247" y="7419"/>
                  </a:lnTo>
                  <a:cubicBezTo>
                    <a:pt x="247" y="7419"/>
                    <a:pt x="-309" y="10448"/>
                    <a:pt x="247" y="12907"/>
                  </a:cubicBezTo>
                  <a:cubicBezTo>
                    <a:pt x="804" y="15365"/>
                    <a:pt x="9523" y="26340"/>
                    <a:pt x="9523" y="26340"/>
                  </a:cubicBezTo>
                  <a:cubicBezTo>
                    <a:pt x="10960" y="21423"/>
                    <a:pt x="18798" y="27438"/>
                    <a:pt x="18798" y="27438"/>
                  </a:cubicBezTo>
                  <a:lnTo>
                    <a:pt x="16989" y="30993"/>
                  </a:lnTo>
                  <a:lnTo>
                    <a:pt x="23111" y="3266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1" name="Freeform: Shape 1860">
              <a:extLst>
                <a:ext uri="{FF2B5EF4-FFF2-40B4-BE49-F238E27FC236}">
                  <a16:creationId xmlns:a16="http://schemas.microsoft.com/office/drawing/2014/main" id="{79BE1E4F-C1E0-B786-A790-253698DFEDCA}"/>
                </a:ext>
              </a:extLst>
            </p:cNvPr>
            <p:cNvSpPr>
              <a:spLocks/>
            </p:cNvSpPr>
            <p:nvPr/>
          </p:nvSpPr>
          <p:spPr>
            <a:xfrm>
              <a:off x="7073432" y="1894831"/>
              <a:ext cx="16059" cy="14743"/>
            </a:xfrm>
            <a:custGeom>
              <a:avLst/>
              <a:gdLst>
                <a:gd name="connsiteX0" fmla="*/ 0 w 10759"/>
                <a:gd name="connsiteY0" fmla="*/ 0 h 9877"/>
                <a:gd name="connsiteX1" fmla="*/ 5519 w 10759"/>
                <a:gd name="connsiteY1" fmla="*/ 4917 h 9877"/>
                <a:gd name="connsiteX2" fmla="*/ 6817 w 10759"/>
                <a:gd name="connsiteY2" fmla="*/ 7946 h 9877"/>
                <a:gd name="connsiteX3" fmla="*/ 8719 w 10759"/>
                <a:gd name="connsiteY3" fmla="*/ 9878 h 9877"/>
                <a:gd name="connsiteX4" fmla="*/ 10760 w 10759"/>
                <a:gd name="connsiteY4" fmla="*/ 5488 h 9877"/>
                <a:gd name="connsiteX5" fmla="*/ 2922 w 10759"/>
                <a:gd name="connsiteY5" fmla="*/ 0 h 9877"/>
                <a:gd name="connsiteX6" fmla="*/ 46 w 10759"/>
                <a:gd name="connsiteY6" fmla="*/ 0 h 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59" h="9877">
                  <a:moveTo>
                    <a:pt x="0" y="0"/>
                  </a:moveTo>
                  <a:lnTo>
                    <a:pt x="5519" y="4917"/>
                  </a:lnTo>
                  <a:lnTo>
                    <a:pt x="6817" y="7946"/>
                  </a:lnTo>
                  <a:lnTo>
                    <a:pt x="8719" y="9878"/>
                  </a:lnTo>
                  <a:lnTo>
                    <a:pt x="10760" y="5488"/>
                  </a:lnTo>
                  <a:cubicBezTo>
                    <a:pt x="10760" y="5488"/>
                    <a:pt x="4081" y="0"/>
                    <a:pt x="2922" y="0"/>
                  </a:cubicBezTo>
                  <a:lnTo>
                    <a:pt x="4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2" name="Freeform: Shape 1861">
              <a:extLst>
                <a:ext uri="{FF2B5EF4-FFF2-40B4-BE49-F238E27FC236}">
                  <a16:creationId xmlns:a16="http://schemas.microsoft.com/office/drawing/2014/main" id="{F7D4E8AB-CA9C-7326-2336-9002778B6042}"/>
                </a:ext>
              </a:extLst>
            </p:cNvPr>
            <p:cNvSpPr>
              <a:spLocks/>
            </p:cNvSpPr>
            <p:nvPr/>
          </p:nvSpPr>
          <p:spPr>
            <a:xfrm>
              <a:off x="6825096" y="1884343"/>
              <a:ext cx="50976" cy="51106"/>
            </a:xfrm>
            <a:custGeom>
              <a:avLst/>
              <a:gdLst>
                <a:gd name="connsiteX0" fmla="*/ 11010 w 34152"/>
                <a:gd name="connsiteY0" fmla="*/ 704 h 34239"/>
                <a:gd name="connsiteX1" fmla="*/ 854 w 34152"/>
                <a:gd name="connsiteY1" fmla="*/ 27571 h 34239"/>
                <a:gd name="connsiteX2" fmla="*/ 16483 w 34152"/>
                <a:gd name="connsiteY2" fmla="*/ 32224 h 34239"/>
                <a:gd name="connsiteX3" fmla="*/ 28077 w 34152"/>
                <a:gd name="connsiteY3" fmla="*/ 21776 h 34239"/>
                <a:gd name="connsiteX4" fmla="*/ 31834 w 34152"/>
                <a:gd name="connsiteY4" fmla="*/ 20415 h 34239"/>
                <a:gd name="connsiteX5" fmla="*/ 34153 w 34152"/>
                <a:gd name="connsiteY5" fmla="*/ 16859 h 34239"/>
                <a:gd name="connsiteX6" fmla="*/ 32993 w 34152"/>
                <a:gd name="connsiteY6" fmla="*/ 11942 h 34239"/>
                <a:gd name="connsiteX7" fmla="*/ 30118 w 34152"/>
                <a:gd name="connsiteY7" fmla="*/ 11942 h 34239"/>
                <a:gd name="connsiteX8" fmla="*/ 11010 w 34152"/>
                <a:gd name="connsiteY8" fmla="*/ 704 h 34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152" h="34239">
                  <a:moveTo>
                    <a:pt x="11010" y="704"/>
                  </a:moveTo>
                  <a:cubicBezTo>
                    <a:pt x="2616" y="4831"/>
                    <a:pt x="-2022" y="23181"/>
                    <a:pt x="854" y="27571"/>
                  </a:cubicBezTo>
                  <a:cubicBezTo>
                    <a:pt x="3729" y="31961"/>
                    <a:pt x="8367" y="37185"/>
                    <a:pt x="16483" y="32224"/>
                  </a:cubicBezTo>
                  <a:cubicBezTo>
                    <a:pt x="24599" y="27263"/>
                    <a:pt x="28077" y="21776"/>
                    <a:pt x="28077" y="21776"/>
                  </a:cubicBezTo>
                  <a:lnTo>
                    <a:pt x="31834" y="20415"/>
                  </a:lnTo>
                  <a:lnTo>
                    <a:pt x="34153" y="16859"/>
                  </a:lnTo>
                  <a:lnTo>
                    <a:pt x="32993" y="11942"/>
                  </a:lnTo>
                  <a:lnTo>
                    <a:pt x="30118" y="11942"/>
                  </a:lnTo>
                  <a:cubicBezTo>
                    <a:pt x="30118" y="11942"/>
                    <a:pt x="19405" y="-3423"/>
                    <a:pt x="11010" y="70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3" name="Freeform: Shape 1862">
              <a:extLst>
                <a:ext uri="{FF2B5EF4-FFF2-40B4-BE49-F238E27FC236}">
                  <a16:creationId xmlns:a16="http://schemas.microsoft.com/office/drawing/2014/main" id="{FCBC6349-E5A1-8213-25B1-0C05429F1569}"/>
                </a:ext>
              </a:extLst>
            </p:cNvPr>
            <p:cNvSpPr>
              <a:spLocks/>
            </p:cNvSpPr>
            <p:nvPr/>
          </p:nvSpPr>
          <p:spPr>
            <a:xfrm>
              <a:off x="10113800" y="2154054"/>
              <a:ext cx="12619" cy="9435"/>
            </a:xfrm>
            <a:custGeom>
              <a:avLst/>
              <a:gdLst>
                <a:gd name="connsiteX0" fmla="*/ 4518 w 8454"/>
                <a:gd name="connsiteY0" fmla="*/ 0 h 6321"/>
                <a:gd name="connsiteX1" fmla="*/ 158 w 8454"/>
                <a:gd name="connsiteY1" fmla="*/ 6322 h 6321"/>
                <a:gd name="connsiteX2" fmla="*/ 7996 w 8454"/>
                <a:gd name="connsiteY2" fmla="*/ 3161 h 6321"/>
                <a:gd name="connsiteX3" fmla="*/ 4518 w 8454"/>
                <a:gd name="connsiteY3" fmla="*/ 0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54" h="6321">
                  <a:moveTo>
                    <a:pt x="4518" y="0"/>
                  </a:moveTo>
                  <a:cubicBezTo>
                    <a:pt x="-1279" y="0"/>
                    <a:pt x="158" y="6322"/>
                    <a:pt x="158" y="6322"/>
                  </a:cubicBezTo>
                  <a:lnTo>
                    <a:pt x="7996" y="3161"/>
                  </a:lnTo>
                  <a:cubicBezTo>
                    <a:pt x="7996" y="3161"/>
                    <a:pt x="10315" y="0"/>
                    <a:pt x="4518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4" name="Freeform: Shape 1863">
              <a:extLst>
                <a:ext uri="{FF2B5EF4-FFF2-40B4-BE49-F238E27FC236}">
                  <a16:creationId xmlns:a16="http://schemas.microsoft.com/office/drawing/2014/main" id="{2889FFA8-856B-9EFE-D1D2-D24351A89587}"/>
                </a:ext>
              </a:extLst>
            </p:cNvPr>
            <p:cNvSpPr>
              <a:spLocks/>
            </p:cNvSpPr>
            <p:nvPr/>
          </p:nvSpPr>
          <p:spPr>
            <a:xfrm>
              <a:off x="10130239" y="2212255"/>
              <a:ext cx="75104" cy="36419"/>
            </a:xfrm>
            <a:custGeom>
              <a:avLst/>
              <a:gdLst>
                <a:gd name="connsiteX0" fmla="*/ 37284 w 50316"/>
                <a:gd name="connsiteY0" fmla="*/ 12196 h 24399"/>
                <a:gd name="connsiteX1" fmla="*/ 28889 w 50316"/>
                <a:gd name="connsiteY1" fmla="*/ 7674 h 24399"/>
                <a:gd name="connsiteX2" fmla="*/ 14095 w 50316"/>
                <a:gd name="connsiteY2" fmla="*/ 4118 h 24399"/>
                <a:gd name="connsiteX3" fmla="*/ 2779 w 50316"/>
                <a:gd name="connsiteY3" fmla="*/ 255 h 24399"/>
                <a:gd name="connsiteX4" fmla="*/ 5098 w 50316"/>
                <a:gd name="connsiteY4" fmla="*/ 12898 h 24399"/>
                <a:gd name="connsiteX5" fmla="*/ 14095 w 50316"/>
                <a:gd name="connsiteY5" fmla="*/ 10966 h 24399"/>
                <a:gd name="connsiteX6" fmla="*/ 23649 w 50316"/>
                <a:gd name="connsiteY6" fmla="*/ 16454 h 24399"/>
                <a:gd name="connsiteX7" fmla="*/ 32925 w 50316"/>
                <a:gd name="connsiteY7" fmla="*/ 24400 h 24399"/>
                <a:gd name="connsiteX8" fmla="*/ 36124 w 50316"/>
                <a:gd name="connsiteY8" fmla="*/ 24400 h 24399"/>
                <a:gd name="connsiteX9" fmla="*/ 41643 w 50316"/>
                <a:gd name="connsiteY9" fmla="*/ 18342 h 24399"/>
                <a:gd name="connsiteX10" fmla="*/ 50316 w 50316"/>
                <a:gd name="connsiteY10" fmla="*/ 18078 h 24399"/>
                <a:gd name="connsiteX11" fmla="*/ 50316 w 50316"/>
                <a:gd name="connsiteY11" fmla="*/ 12196 h 24399"/>
                <a:gd name="connsiteX12" fmla="*/ 37284 w 50316"/>
                <a:gd name="connsiteY12" fmla="*/ 12196 h 2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316" h="24399">
                  <a:moveTo>
                    <a:pt x="37284" y="12196"/>
                  </a:moveTo>
                  <a:lnTo>
                    <a:pt x="28889" y="7674"/>
                  </a:lnTo>
                  <a:cubicBezTo>
                    <a:pt x="28889" y="7674"/>
                    <a:pt x="28889" y="-6330"/>
                    <a:pt x="14095" y="4118"/>
                  </a:cubicBezTo>
                  <a:cubicBezTo>
                    <a:pt x="14095" y="4118"/>
                    <a:pt x="4820" y="2450"/>
                    <a:pt x="2779" y="255"/>
                  </a:cubicBezTo>
                  <a:cubicBezTo>
                    <a:pt x="738" y="-1940"/>
                    <a:pt x="-3296" y="10703"/>
                    <a:pt x="5098" y="12898"/>
                  </a:cubicBezTo>
                  <a:cubicBezTo>
                    <a:pt x="5098" y="12898"/>
                    <a:pt x="12055" y="12635"/>
                    <a:pt x="14095" y="10966"/>
                  </a:cubicBezTo>
                  <a:cubicBezTo>
                    <a:pt x="16135" y="9298"/>
                    <a:pt x="24530" y="12327"/>
                    <a:pt x="23649" y="16454"/>
                  </a:cubicBezTo>
                  <a:cubicBezTo>
                    <a:pt x="23649" y="16454"/>
                    <a:pt x="30003" y="16717"/>
                    <a:pt x="32925" y="24400"/>
                  </a:cubicBezTo>
                  <a:lnTo>
                    <a:pt x="36124" y="24400"/>
                  </a:lnTo>
                  <a:cubicBezTo>
                    <a:pt x="36124" y="24400"/>
                    <a:pt x="38443" y="18342"/>
                    <a:pt x="41643" y="18342"/>
                  </a:cubicBezTo>
                  <a:cubicBezTo>
                    <a:pt x="44843" y="18342"/>
                    <a:pt x="50316" y="18078"/>
                    <a:pt x="50316" y="18078"/>
                  </a:cubicBezTo>
                  <a:lnTo>
                    <a:pt x="50316" y="12196"/>
                  </a:lnTo>
                  <a:lnTo>
                    <a:pt x="37284" y="1219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5" name="Freeform: Shape 1864">
              <a:extLst>
                <a:ext uri="{FF2B5EF4-FFF2-40B4-BE49-F238E27FC236}">
                  <a16:creationId xmlns:a16="http://schemas.microsoft.com/office/drawing/2014/main" id="{B61AF68C-016F-91F0-BB43-6CCEA7D66522}"/>
                </a:ext>
              </a:extLst>
            </p:cNvPr>
            <p:cNvSpPr>
              <a:spLocks/>
            </p:cNvSpPr>
            <p:nvPr/>
          </p:nvSpPr>
          <p:spPr>
            <a:xfrm>
              <a:off x="9547297" y="2421469"/>
              <a:ext cx="32010" cy="34073"/>
            </a:xfrm>
            <a:custGeom>
              <a:avLst/>
              <a:gdLst>
                <a:gd name="connsiteX0" fmla="*/ 21148 w 21446"/>
                <a:gd name="connsiteY0" fmla="*/ 7946 h 22828"/>
                <a:gd name="connsiteX1" fmla="*/ 19710 w 21446"/>
                <a:gd name="connsiteY1" fmla="*/ 0 h 22828"/>
                <a:gd name="connsiteX2" fmla="*/ 13635 w 21446"/>
                <a:gd name="connsiteY2" fmla="*/ 4127 h 22828"/>
                <a:gd name="connsiteX3" fmla="*/ 4359 w 21446"/>
                <a:gd name="connsiteY3" fmla="*/ 13741 h 22828"/>
                <a:gd name="connsiteX4" fmla="*/ 0 w 21446"/>
                <a:gd name="connsiteY4" fmla="*/ 21160 h 22828"/>
                <a:gd name="connsiteX5" fmla="*/ 1762 w 21446"/>
                <a:gd name="connsiteY5" fmla="*/ 22828 h 22828"/>
                <a:gd name="connsiteX6" fmla="*/ 13078 w 21446"/>
                <a:gd name="connsiteY6" fmla="*/ 12951 h 22828"/>
                <a:gd name="connsiteX7" fmla="*/ 21194 w 21446"/>
                <a:gd name="connsiteY7" fmla="*/ 8034 h 2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446" h="22828">
                  <a:moveTo>
                    <a:pt x="21148" y="7946"/>
                  </a:moveTo>
                  <a:cubicBezTo>
                    <a:pt x="22308" y="5751"/>
                    <a:pt x="19710" y="0"/>
                    <a:pt x="19710" y="0"/>
                  </a:cubicBezTo>
                  <a:lnTo>
                    <a:pt x="13635" y="4127"/>
                  </a:lnTo>
                  <a:cubicBezTo>
                    <a:pt x="4638" y="4390"/>
                    <a:pt x="4359" y="13741"/>
                    <a:pt x="4359" y="13741"/>
                  </a:cubicBezTo>
                  <a:lnTo>
                    <a:pt x="0" y="21160"/>
                  </a:lnTo>
                  <a:lnTo>
                    <a:pt x="1762" y="22828"/>
                  </a:lnTo>
                  <a:lnTo>
                    <a:pt x="13078" y="12951"/>
                  </a:lnTo>
                  <a:cubicBezTo>
                    <a:pt x="13078" y="12951"/>
                    <a:pt x="20035" y="10229"/>
                    <a:pt x="21194" y="803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6" name="Freeform: Shape 1865">
              <a:extLst>
                <a:ext uri="{FF2B5EF4-FFF2-40B4-BE49-F238E27FC236}">
                  <a16:creationId xmlns:a16="http://schemas.microsoft.com/office/drawing/2014/main" id="{428CE122-19EA-3A50-FF4E-0842F72ABFA3}"/>
                </a:ext>
              </a:extLst>
            </p:cNvPr>
            <p:cNvSpPr>
              <a:spLocks/>
            </p:cNvSpPr>
            <p:nvPr/>
          </p:nvSpPr>
          <p:spPr>
            <a:xfrm>
              <a:off x="9603506" y="2584040"/>
              <a:ext cx="21597" cy="24179"/>
            </a:xfrm>
            <a:custGeom>
              <a:avLst/>
              <a:gdLst>
                <a:gd name="connsiteX0" fmla="*/ 6679 w 14469"/>
                <a:gd name="connsiteY0" fmla="*/ 0 h 16199"/>
                <a:gd name="connsiteX1" fmla="*/ 0 w 14469"/>
                <a:gd name="connsiteY1" fmla="*/ 0 h 16199"/>
                <a:gd name="connsiteX2" fmla="*/ 14470 w 14469"/>
                <a:gd name="connsiteY2" fmla="*/ 16199 h 16199"/>
                <a:gd name="connsiteX3" fmla="*/ 14470 w 14469"/>
                <a:gd name="connsiteY3" fmla="*/ 11546 h 16199"/>
                <a:gd name="connsiteX4" fmla="*/ 6632 w 14469"/>
                <a:gd name="connsiteY4" fmla="*/ 44 h 16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69" h="16199">
                  <a:moveTo>
                    <a:pt x="6679" y="0"/>
                  </a:moveTo>
                  <a:lnTo>
                    <a:pt x="0" y="0"/>
                  </a:lnTo>
                  <a:cubicBezTo>
                    <a:pt x="3757" y="11238"/>
                    <a:pt x="14470" y="16199"/>
                    <a:pt x="14470" y="16199"/>
                  </a:cubicBezTo>
                  <a:lnTo>
                    <a:pt x="14470" y="11546"/>
                  </a:lnTo>
                  <a:cubicBezTo>
                    <a:pt x="10713" y="10185"/>
                    <a:pt x="6632" y="44"/>
                    <a:pt x="6632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7" name="Freeform: Shape 1866">
              <a:extLst>
                <a:ext uri="{FF2B5EF4-FFF2-40B4-BE49-F238E27FC236}">
                  <a16:creationId xmlns:a16="http://schemas.microsoft.com/office/drawing/2014/main" id="{CB5FACC9-644C-85E8-8336-2D1F449AC303}"/>
                </a:ext>
              </a:extLst>
            </p:cNvPr>
            <p:cNvSpPr>
              <a:spLocks/>
            </p:cNvSpPr>
            <p:nvPr/>
          </p:nvSpPr>
          <p:spPr>
            <a:xfrm>
              <a:off x="9642064" y="2605402"/>
              <a:ext cx="13844" cy="8124"/>
            </a:xfrm>
            <a:custGeom>
              <a:avLst/>
              <a:gdLst>
                <a:gd name="connsiteX0" fmla="*/ 0 w 9275"/>
                <a:gd name="connsiteY0" fmla="*/ 0 h 5443"/>
                <a:gd name="connsiteX1" fmla="*/ 4638 w 9275"/>
                <a:gd name="connsiteY1" fmla="*/ 4390 h 5443"/>
                <a:gd name="connsiteX2" fmla="*/ 9275 w 9275"/>
                <a:gd name="connsiteY2" fmla="*/ 5444 h 5443"/>
                <a:gd name="connsiteX3" fmla="*/ 9275 w 9275"/>
                <a:gd name="connsiteY3" fmla="*/ 3556 h 5443"/>
                <a:gd name="connsiteX4" fmla="*/ 4916 w 9275"/>
                <a:gd name="connsiteY4" fmla="*/ 0 h 5443"/>
                <a:gd name="connsiteX5" fmla="*/ 0 w 9275"/>
                <a:gd name="connsiteY5" fmla="*/ 0 h 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75" h="5443">
                  <a:moveTo>
                    <a:pt x="0" y="0"/>
                  </a:moveTo>
                  <a:lnTo>
                    <a:pt x="4638" y="4390"/>
                  </a:lnTo>
                  <a:lnTo>
                    <a:pt x="9275" y="5444"/>
                  </a:lnTo>
                  <a:lnTo>
                    <a:pt x="9275" y="3556"/>
                  </a:lnTo>
                  <a:lnTo>
                    <a:pt x="491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8" name="Freeform: Shape 1867">
              <a:extLst>
                <a:ext uri="{FF2B5EF4-FFF2-40B4-BE49-F238E27FC236}">
                  <a16:creationId xmlns:a16="http://schemas.microsoft.com/office/drawing/2014/main" id="{359EA175-7FB7-EAB0-8D2D-02C5067FD391}"/>
                </a:ext>
              </a:extLst>
            </p:cNvPr>
            <p:cNvSpPr>
              <a:spLocks/>
            </p:cNvSpPr>
            <p:nvPr/>
          </p:nvSpPr>
          <p:spPr>
            <a:xfrm>
              <a:off x="9762307" y="2672502"/>
              <a:ext cx="19035" cy="10680"/>
            </a:xfrm>
            <a:custGeom>
              <a:avLst/>
              <a:gdLst>
                <a:gd name="connsiteX0" fmla="*/ 0 w 12753"/>
                <a:gd name="connsiteY0" fmla="*/ 0 h 7155"/>
                <a:gd name="connsiteX1" fmla="*/ 0 w 12753"/>
                <a:gd name="connsiteY1" fmla="*/ 4127 h 7155"/>
                <a:gd name="connsiteX2" fmla="*/ 4081 w 12753"/>
                <a:gd name="connsiteY2" fmla="*/ 4127 h 7155"/>
                <a:gd name="connsiteX3" fmla="*/ 4081 w 12753"/>
                <a:gd name="connsiteY3" fmla="*/ 7156 h 7155"/>
                <a:gd name="connsiteX4" fmla="*/ 7559 w 12753"/>
                <a:gd name="connsiteY4" fmla="*/ 7156 h 7155"/>
                <a:gd name="connsiteX5" fmla="*/ 12754 w 12753"/>
                <a:gd name="connsiteY5" fmla="*/ 3600 h 7155"/>
                <a:gd name="connsiteX6" fmla="*/ 9878 w 12753"/>
                <a:gd name="connsiteY6" fmla="*/ 0 h 7155"/>
                <a:gd name="connsiteX7" fmla="*/ 0 w 12753"/>
                <a:gd name="connsiteY7" fmla="*/ 0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53" h="7155">
                  <a:moveTo>
                    <a:pt x="0" y="0"/>
                  </a:moveTo>
                  <a:lnTo>
                    <a:pt x="0" y="4127"/>
                  </a:lnTo>
                  <a:lnTo>
                    <a:pt x="4081" y="4127"/>
                  </a:lnTo>
                  <a:lnTo>
                    <a:pt x="4081" y="7156"/>
                  </a:lnTo>
                  <a:lnTo>
                    <a:pt x="7559" y="7156"/>
                  </a:lnTo>
                  <a:lnTo>
                    <a:pt x="12754" y="3600"/>
                  </a:lnTo>
                  <a:lnTo>
                    <a:pt x="98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9" name="Freeform: Shape 1868">
              <a:extLst>
                <a:ext uri="{FF2B5EF4-FFF2-40B4-BE49-F238E27FC236}">
                  <a16:creationId xmlns:a16="http://schemas.microsoft.com/office/drawing/2014/main" id="{DEBD8E51-856A-127D-7FBD-1385B87899C1}"/>
                </a:ext>
              </a:extLst>
            </p:cNvPr>
            <p:cNvSpPr>
              <a:spLocks/>
            </p:cNvSpPr>
            <p:nvPr/>
          </p:nvSpPr>
          <p:spPr>
            <a:xfrm>
              <a:off x="9781345" y="2690980"/>
              <a:ext cx="9136" cy="6159"/>
            </a:xfrm>
            <a:custGeom>
              <a:avLst/>
              <a:gdLst>
                <a:gd name="connsiteX0" fmla="*/ 4638 w 6121"/>
                <a:gd name="connsiteY0" fmla="*/ 0 h 4126"/>
                <a:gd name="connsiteX1" fmla="*/ 0 w 6121"/>
                <a:gd name="connsiteY1" fmla="*/ 2985 h 4126"/>
                <a:gd name="connsiteX2" fmla="*/ 6122 w 6121"/>
                <a:gd name="connsiteY2" fmla="*/ 4127 h 4126"/>
                <a:gd name="connsiteX3" fmla="*/ 4638 w 6121"/>
                <a:gd name="connsiteY3" fmla="*/ 0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1" h="4126">
                  <a:moveTo>
                    <a:pt x="4638" y="0"/>
                  </a:moveTo>
                  <a:lnTo>
                    <a:pt x="0" y="2985"/>
                  </a:lnTo>
                  <a:lnTo>
                    <a:pt x="6122" y="4127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0" name="Freeform: Shape 1869">
              <a:extLst>
                <a:ext uri="{FF2B5EF4-FFF2-40B4-BE49-F238E27FC236}">
                  <a16:creationId xmlns:a16="http://schemas.microsoft.com/office/drawing/2014/main" id="{C6A6BEE6-4141-0315-1695-85EB44EF9124}"/>
                </a:ext>
              </a:extLst>
            </p:cNvPr>
            <p:cNvSpPr>
              <a:spLocks/>
            </p:cNvSpPr>
            <p:nvPr/>
          </p:nvSpPr>
          <p:spPr>
            <a:xfrm>
              <a:off x="9872650" y="2704871"/>
              <a:ext cx="12944" cy="11074"/>
            </a:xfrm>
            <a:custGeom>
              <a:avLst/>
              <a:gdLst>
                <a:gd name="connsiteX0" fmla="*/ 8673 w 8672"/>
                <a:gd name="connsiteY0" fmla="*/ 1668 h 7419"/>
                <a:gd name="connsiteX1" fmla="*/ 7235 w 8672"/>
                <a:gd name="connsiteY1" fmla="*/ 0 h 7419"/>
                <a:gd name="connsiteX2" fmla="*/ 0 w 8672"/>
                <a:gd name="connsiteY2" fmla="*/ 7419 h 7419"/>
                <a:gd name="connsiteX3" fmla="*/ 2922 w 8672"/>
                <a:gd name="connsiteY3" fmla="*/ 7419 h 7419"/>
                <a:gd name="connsiteX4" fmla="*/ 8673 w 8672"/>
                <a:gd name="connsiteY4" fmla="*/ 1668 h 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72" h="7419">
                  <a:moveTo>
                    <a:pt x="8673" y="1668"/>
                  </a:moveTo>
                  <a:lnTo>
                    <a:pt x="7235" y="0"/>
                  </a:lnTo>
                  <a:lnTo>
                    <a:pt x="0" y="7419"/>
                  </a:lnTo>
                  <a:lnTo>
                    <a:pt x="2922" y="7419"/>
                  </a:lnTo>
                  <a:lnTo>
                    <a:pt x="8673" y="16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1" name="Freeform: Shape 1870">
              <a:extLst>
                <a:ext uri="{FF2B5EF4-FFF2-40B4-BE49-F238E27FC236}">
                  <a16:creationId xmlns:a16="http://schemas.microsoft.com/office/drawing/2014/main" id="{9FD9261F-3D82-2983-99AA-90E3C3BB5A61}"/>
                </a:ext>
              </a:extLst>
            </p:cNvPr>
            <p:cNvSpPr>
              <a:spLocks/>
            </p:cNvSpPr>
            <p:nvPr/>
          </p:nvSpPr>
          <p:spPr>
            <a:xfrm>
              <a:off x="9908578" y="2724136"/>
              <a:ext cx="15991" cy="8583"/>
            </a:xfrm>
            <a:custGeom>
              <a:avLst/>
              <a:gdLst>
                <a:gd name="connsiteX0" fmla="*/ 4638 w 10713"/>
                <a:gd name="connsiteY0" fmla="*/ 0 h 5750"/>
                <a:gd name="connsiteX1" fmla="*/ 0 w 10713"/>
                <a:gd name="connsiteY1" fmla="*/ 0 h 5750"/>
                <a:gd name="connsiteX2" fmla="*/ 6679 w 10713"/>
                <a:gd name="connsiteY2" fmla="*/ 5751 h 5750"/>
                <a:gd name="connsiteX3" fmla="*/ 10713 w 10713"/>
                <a:gd name="connsiteY3" fmla="*/ 5751 h 5750"/>
                <a:gd name="connsiteX4" fmla="*/ 4638 w 10713"/>
                <a:gd name="connsiteY4" fmla="*/ 0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3" h="5750">
                  <a:moveTo>
                    <a:pt x="4638" y="0"/>
                  </a:moveTo>
                  <a:lnTo>
                    <a:pt x="0" y="0"/>
                  </a:lnTo>
                  <a:lnTo>
                    <a:pt x="6679" y="5751"/>
                  </a:lnTo>
                  <a:lnTo>
                    <a:pt x="10713" y="5751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2" name="Freeform: Shape 1871">
              <a:extLst>
                <a:ext uri="{FF2B5EF4-FFF2-40B4-BE49-F238E27FC236}">
                  <a16:creationId xmlns:a16="http://schemas.microsoft.com/office/drawing/2014/main" id="{B1027C30-B27C-81AB-D40E-56EBE0E823E5}"/>
                </a:ext>
              </a:extLst>
            </p:cNvPr>
            <p:cNvSpPr>
              <a:spLocks/>
            </p:cNvSpPr>
            <p:nvPr/>
          </p:nvSpPr>
          <p:spPr>
            <a:xfrm>
              <a:off x="9924569" y="2708541"/>
              <a:ext cx="10799" cy="7403"/>
            </a:xfrm>
            <a:custGeom>
              <a:avLst/>
              <a:gdLst>
                <a:gd name="connsiteX0" fmla="*/ 7235 w 7235"/>
                <a:gd name="connsiteY0" fmla="*/ 2502 h 4960"/>
                <a:gd name="connsiteX1" fmla="*/ 3478 w 7235"/>
                <a:gd name="connsiteY1" fmla="*/ 0 h 4960"/>
                <a:gd name="connsiteX2" fmla="*/ 0 w 7235"/>
                <a:gd name="connsiteY2" fmla="*/ 1273 h 4960"/>
                <a:gd name="connsiteX3" fmla="*/ 2040 w 7235"/>
                <a:gd name="connsiteY3" fmla="*/ 4961 h 4960"/>
                <a:gd name="connsiteX4" fmla="*/ 7235 w 7235"/>
                <a:gd name="connsiteY4" fmla="*/ 2502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" h="4960">
                  <a:moveTo>
                    <a:pt x="7235" y="2502"/>
                  </a:moveTo>
                  <a:lnTo>
                    <a:pt x="3478" y="0"/>
                  </a:lnTo>
                  <a:lnTo>
                    <a:pt x="0" y="1273"/>
                  </a:lnTo>
                  <a:lnTo>
                    <a:pt x="2040" y="4961"/>
                  </a:lnTo>
                  <a:lnTo>
                    <a:pt x="7235" y="25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3" name="Freeform: Shape 1872">
              <a:extLst>
                <a:ext uri="{FF2B5EF4-FFF2-40B4-BE49-F238E27FC236}">
                  <a16:creationId xmlns:a16="http://schemas.microsoft.com/office/drawing/2014/main" id="{1237F5E2-F225-0475-B5FF-8CEC31555B48}"/>
                </a:ext>
              </a:extLst>
            </p:cNvPr>
            <p:cNvSpPr>
              <a:spLocks/>
            </p:cNvSpPr>
            <p:nvPr/>
          </p:nvSpPr>
          <p:spPr>
            <a:xfrm>
              <a:off x="9904158" y="1743476"/>
              <a:ext cx="96279" cy="55096"/>
            </a:xfrm>
            <a:custGeom>
              <a:avLst/>
              <a:gdLst>
                <a:gd name="connsiteX0" fmla="*/ 5002 w 64503"/>
                <a:gd name="connsiteY0" fmla="*/ 36912 h 36912"/>
                <a:gd name="connsiteX1" fmla="*/ 9639 w 64503"/>
                <a:gd name="connsiteY1" fmla="*/ 33620 h 36912"/>
                <a:gd name="connsiteX2" fmla="*/ 16596 w 64503"/>
                <a:gd name="connsiteY2" fmla="*/ 33620 h 36912"/>
                <a:gd name="connsiteX3" fmla="*/ 29720 w 64503"/>
                <a:gd name="connsiteY3" fmla="*/ 31073 h 36912"/>
                <a:gd name="connsiteX4" fmla="*/ 43263 w 64503"/>
                <a:gd name="connsiteY4" fmla="*/ 31073 h 36912"/>
                <a:gd name="connsiteX5" fmla="*/ 62973 w 64503"/>
                <a:gd name="connsiteY5" fmla="*/ 22293 h 36912"/>
                <a:gd name="connsiteX6" fmla="*/ 64503 w 64503"/>
                <a:gd name="connsiteY6" fmla="*/ 18474 h 36912"/>
                <a:gd name="connsiteX7" fmla="*/ 60654 w 64503"/>
                <a:gd name="connsiteY7" fmla="*/ 13865 h 36912"/>
                <a:gd name="connsiteX8" fmla="*/ 39414 w 64503"/>
                <a:gd name="connsiteY8" fmla="*/ 1660 h 36912"/>
                <a:gd name="connsiteX9" fmla="*/ 35935 w 64503"/>
                <a:gd name="connsiteY9" fmla="*/ 2143 h 36912"/>
                <a:gd name="connsiteX10" fmla="*/ 19332 w 64503"/>
                <a:gd name="connsiteY10" fmla="*/ 7631 h 36912"/>
                <a:gd name="connsiteX11" fmla="*/ 10428 w 64503"/>
                <a:gd name="connsiteY11" fmla="*/ 14567 h 36912"/>
                <a:gd name="connsiteX12" fmla="*/ 5002 w 64503"/>
                <a:gd name="connsiteY12" fmla="*/ 36868 h 3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503" h="36912">
                  <a:moveTo>
                    <a:pt x="5002" y="36912"/>
                  </a:moveTo>
                  <a:lnTo>
                    <a:pt x="9639" y="33620"/>
                  </a:lnTo>
                  <a:lnTo>
                    <a:pt x="16596" y="33620"/>
                  </a:lnTo>
                  <a:cubicBezTo>
                    <a:pt x="22393" y="27386"/>
                    <a:pt x="29720" y="31073"/>
                    <a:pt x="29720" y="31073"/>
                  </a:cubicBezTo>
                  <a:cubicBezTo>
                    <a:pt x="30509" y="38010"/>
                    <a:pt x="33987" y="34015"/>
                    <a:pt x="43263" y="31073"/>
                  </a:cubicBezTo>
                  <a:cubicBezTo>
                    <a:pt x="52538" y="28132"/>
                    <a:pt x="62973" y="22293"/>
                    <a:pt x="62973" y="22293"/>
                  </a:cubicBezTo>
                  <a:lnTo>
                    <a:pt x="64503" y="18474"/>
                  </a:lnTo>
                  <a:lnTo>
                    <a:pt x="60654" y="13865"/>
                  </a:lnTo>
                  <a:cubicBezTo>
                    <a:pt x="50219" y="-6637"/>
                    <a:pt x="39414" y="1660"/>
                    <a:pt x="39414" y="1660"/>
                  </a:cubicBezTo>
                  <a:lnTo>
                    <a:pt x="35935" y="2143"/>
                  </a:lnTo>
                  <a:cubicBezTo>
                    <a:pt x="24712" y="-403"/>
                    <a:pt x="19332" y="7631"/>
                    <a:pt x="19332" y="7631"/>
                  </a:cubicBezTo>
                  <a:cubicBezTo>
                    <a:pt x="13164" y="6533"/>
                    <a:pt x="10428" y="14567"/>
                    <a:pt x="10428" y="14567"/>
                  </a:cubicBezTo>
                  <a:cubicBezTo>
                    <a:pt x="-9282" y="24444"/>
                    <a:pt x="5002" y="36868"/>
                    <a:pt x="5002" y="368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4" name="Freeform: Shape 1873">
              <a:extLst>
                <a:ext uri="{FF2B5EF4-FFF2-40B4-BE49-F238E27FC236}">
                  <a16:creationId xmlns:a16="http://schemas.microsoft.com/office/drawing/2014/main" id="{3F3BC63D-67C3-FDD3-6E0C-6989C9A28942}"/>
                </a:ext>
              </a:extLst>
            </p:cNvPr>
            <p:cNvSpPr>
              <a:spLocks/>
            </p:cNvSpPr>
            <p:nvPr/>
          </p:nvSpPr>
          <p:spPr>
            <a:xfrm>
              <a:off x="10035604" y="1755455"/>
              <a:ext cx="6922" cy="9828"/>
            </a:xfrm>
            <a:custGeom>
              <a:avLst/>
              <a:gdLst>
                <a:gd name="connsiteX0" fmla="*/ 4638 w 4637"/>
                <a:gd name="connsiteY0" fmla="*/ 0 h 6585"/>
                <a:gd name="connsiteX1" fmla="*/ 0 w 4637"/>
                <a:gd name="connsiteY1" fmla="*/ 0 h 6585"/>
                <a:gd name="connsiteX2" fmla="*/ 0 w 4637"/>
                <a:gd name="connsiteY2" fmla="*/ 6585 h 6585"/>
                <a:gd name="connsiteX3" fmla="*/ 4638 w 4637"/>
                <a:gd name="connsiteY3" fmla="*/ 4741 h 6585"/>
                <a:gd name="connsiteX4" fmla="*/ 4638 w 4637"/>
                <a:gd name="connsiteY4" fmla="*/ 0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6585">
                  <a:moveTo>
                    <a:pt x="4638" y="0"/>
                  </a:moveTo>
                  <a:lnTo>
                    <a:pt x="0" y="0"/>
                  </a:lnTo>
                  <a:lnTo>
                    <a:pt x="0" y="6585"/>
                  </a:lnTo>
                  <a:lnTo>
                    <a:pt x="4638" y="4741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5" name="Freeform: Shape 1874">
              <a:extLst>
                <a:ext uri="{FF2B5EF4-FFF2-40B4-BE49-F238E27FC236}">
                  <a16:creationId xmlns:a16="http://schemas.microsoft.com/office/drawing/2014/main" id="{B762CF44-C876-2450-C332-E1DE505674B6}"/>
                </a:ext>
              </a:extLst>
            </p:cNvPr>
            <p:cNvSpPr>
              <a:spLocks/>
            </p:cNvSpPr>
            <p:nvPr/>
          </p:nvSpPr>
          <p:spPr>
            <a:xfrm>
              <a:off x="9506039" y="1873402"/>
              <a:ext cx="7544" cy="7600"/>
            </a:xfrm>
            <a:custGeom>
              <a:avLst/>
              <a:gdLst>
                <a:gd name="connsiteX0" fmla="*/ 3107 w 5054"/>
                <a:gd name="connsiteY0" fmla="*/ 5092 h 5092"/>
                <a:gd name="connsiteX1" fmla="*/ 5055 w 5054"/>
                <a:gd name="connsiteY1" fmla="*/ 0 h 5092"/>
                <a:gd name="connsiteX2" fmla="*/ 2504 w 5054"/>
                <a:gd name="connsiteY2" fmla="*/ 0 h 5092"/>
                <a:gd name="connsiteX3" fmla="*/ 0 w 5054"/>
                <a:gd name="connsiteY3" fmla="*/ 2546 h 5092"/>
                <a:gd name="connsiteX4" fmla="*/ 3107 w 5054"/>
                <a:gd name="connsiteY4" fmla="*/ 5092 h 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4" h="5092">
                  <a:moveTo>
                    <a:pt x="3107" y="5092"/>
                  </a:moveTo>
                  <a:lnTo>
                    <a:pt x="5055" y="0"/>
                  </a:lnTo>
                  <a:lnTo>
                    <a:pt x="2504" y="0"/>
                  </a:lnTo>
                  <a:lnTo>
                    <a:pt x="0" y="2546"/>
                  </a:lnTo>
                  <a:lnTo>
                    <a:pt x="3107" y="509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6" name="Freeform: Shape 1875">
              <a:extLst>
                <a:ext uri="{FF2B5EF4-FFF2-40B4-BE49-F238E27FC236}">
                  <a16:creationId xmlns:a16="http://schemas.microsoft.com/office/drawing/2014/main" id="{6B626BEC-5315-2AFE-511D-F5FE14BF256C}"/>
                </a:ext>
              </a:extLst>
            </p:cNvPr>
            <p:cNvSpPr>
              <a:spLocks/>
            </p:cNvSpPr>
            <p:nvPr/>
          </p:nvSpPr>
          <p:spPr>
            <a:xfrm>
              <a:off x="9492816" y="1877204"/>
              <a:ext cx="9206" cy="34925"/>
            </a:xfrm>
            <a:custGeom>
              <a:avLst/>
              <a:gdLst>
                <a:gd name="connsiteX0" fmla="*/ 1530 w 6167"/>
                <a:gd name="connsiteY0" fmla="*/ 20501 h 23398"/>
                <a:gd name="connsiteX1" fmla="*/ 4220 w 6167"/>
                <a:gd name="connsiteY1" fmla="*/ 23399 h 23398"/>
                <a:gd name="connsiteX2" fmla="*/ 4220 w 6167"/>
                <a:gd name="connsiteY2" fmla="*/ 14268 h 23398"/>
                <a:gd name="connsiteX3" fmla="*/ 6168 w 6167"/>
                <a:gd name="connsiteY3" fmla="*/ 6234 h 23398"/>
                <a:gd name="connsiteX4" fmla="*/ 6168 w 6167"/>
                <a:gd name="connsiteY4" fmla="*/ 0 h 23398"/>
                <a:gd name="connsiteX5" fmla="*/ 0 w 6167"/>
                <a:gd name="connsiteY5" fmla="*/ 7331 h 23398"/>
                <a:gd name="connsiteX6" fmla="*/ 1530 w 6167"/>
                <a:gd name="connsiteY6" fmla="*/ 11721 h 23398"/>
                <a:gd name="connsiteX7" fmla="*/ 1530 w 6167"/>
                <a:gd name="connsiteY7" fmla="*/ 20501 h 2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67" h="23398">
                  <a:moveTo>
                    <a:pt x="1530" y="20501"/>
                  </a:moveTo>
                  <a:lnTo>
                    <a:pt x="4220" y="23399"/>
                  </a:lnTo>
                  <a:lnTo>
                    <a:pt x="4220" y="14268"/>
                  </a:lnTo>
                  <a:lnTo>
                    <a:pt x="6168" y="6234"/>
                  </a:lnTo>
                  <a:lnTo>
                    <a:pt x="6168" y="0"/>
                  </a:lnTo>
                  <a:lnTo>
                    <a:pt x="0" y="7331"/>
                  </a:lnTo>
                  <a:lnTo>
                    <a:pt x="1530" y="11721"/>
                  </a:lnTo>
                  <a:lnTo>
                    <a:pt x="1530" y="2050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7" name="Freeform: Shape 1876">
              <a:extLst>
                <a:ext uri="{FF2B5EF4-FFF2-40B4-BE49-F238E27FC236}">
                  <a16:creationId xmlns:a16="http://schemas.microsoft.com/office/drawing/2014/main" id="{1F538FBA-A4F7-06E1-C5B7-9D56E6B5C127}"/>
                </a:ext>
              </a:extLst>
            </p:cNvPr>
            <p:cNvSpPr>
              <a:spLocks/>
            </p:cNvSpPr>
            <p:nvPr/>
          </p:nvSpPr>
          <p:spPr>
            <a:xfrm>
              <a:off x="9518153" y="1806762"/>
              <a:ext cx="8652" cy="8714"/>
            </a:xfrm>
            <a:custGeom>
              <a:avLst/>
              <a:gdLst>
                <a:gd name="connsiteX0" fmla="*/ 5797 w 5797"/>
                <a:gd name="connsiteY0" fmla="*/ 2195 h 5838"/>
                <a:gd name="connsiteX1" fmla="*/ 5797 w 5797"/>
                <a:gd name="connsiteY1" fmla="*/ 0 h 5838"/>
                <a:gd name="connsiteX2" fmla="*/ 0 w 5797"/>
                <a:gd name="connsiteY2" fmla="*/ 2941 h 5838"/>
                <a:gd name="connsiteX3" fmla="*/ 3478 w 5797"/>
                <a:gd name="connsiteY3" fmla="*/ 5839 h 5838"/>
                <a:gd name="connsiteX4" fmla="*/ 5797 w 5797"/>
                <a:gd name="connsiteY4" fmla="*/ 2195 h 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5838">
                  <a:moveTo>
                    <a:pt x="5797" y="2195"/>
                  </a:moveTo>
                  <a:lnTo>
                    <a:pt x="5797" y="0"/>
                  </a:lnTo>
                  <a:lnTo>
                    <a:pt x="0" y="2941"/>
                  </a:lnTo>
                  <a:lnTo>
                    <a:pt x="3478" y="5839"/>
                  </a:lnTo>
                  <a:lnTo>
                    <a:pt x="5797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8" name="Freeform: Shape 1877">
              <a:extLst>
                <a:ext uri="{FF2B5EF4-FFF2-40B4-BE49-F238E27FC236}">
                  <a16:creationId xmlns:a16="http://schemas.microsoft.com/office/drawing/2014/main" id="{88F4DCB2-D388-634F-01DB-03B5AFA3CAB2}"/>
                </a:ext>
              </a:extLst>
            </p:cNvPr>
            <p:cNvSpPr>
              <a:spLocks/>
            </p:cNvSpPr>
            <p:nvPr/>
          </p:nvSpPr>
          <p:spPr>
            <a:xfrm>
              <a:off x="9497386" y="1787104"/>
              <a:ext cx="8652" cy="9304"/>
            </a:xfrm>
            <a:custGeom>
              <a:avLst/>
              <a:gdLst>
                <a:gd name="connsiteX0" fmla="*/ 3107 w 5797"/>
                <a:gd name="connsiteY0" fmla="*/ 0 h 6233"/>
                <a:gd name="connsiteX1" fmla="*/ 0 w 5797"/>
                <a:gd name="connsiteY1" fmla="*/ 3117 h 6233"/>
                <a:gd name="connsiteX2" fmla="*/ 0 w 5797"/>
                <a:gd name="connsiteY2" fmla="*/ 6234 h 6233"/>
                <a:gd name="connsiteX3" fmla="*/ 5797 w 5797"/>
                <a:gd name="connsiteY3" fmla="*/ 4741 h 6233"/>
                <a:gd name="connsiteX4" fmla="*/ 3107 w 5797"/>
                <a:gd name="connsiteY4" fmla="*/ 0 h 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6233">
                  <a:moveTo>
                    <a:pt x="3107" y="0"/>
                  </a:moveTo>
                  <a:lnTo>
                    <a:pt x="0" y="3117"/>
                  </a:lnTo>
                  <a:lnTo>
                    <a:pt x="0" y="6234"/>
                  </a:lnTo>
                  <a:lnTo>
                    <a:pt x="5797" y="4741"/>
                  </a:lnTo>
                  <a:lnTo>
                    <a:pt x="310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9" name="Freeform: Shape 1878">
              <a:extLst>
                <a:ext uri="{FF2B5EF4-FFF2-40B4-BE49-F238E27FC236}">
                  <a16:creationId xmlns:a16="http://schemas.microsoft.com/office/drawing/2014/main" id="{8DABC8B1-2423-2B1D-851C-1214BECDC491}"/>
                </a:ext>
              </a:extLst>
            </p:cNvPr>
            <p:cNvSpPr>
              <a:spLocks/>
            </p:cNvSpPr>
            <p:nvPr/>
          </p:nvSpPr>
          <p:spPr>
            <a:xfrm>
              <a:off x="9478349" y="1791757"/>
              <a:ext cx="5191" cy="6814"/>
            </a:xfrm>
            <a:custGeom>
              <a:avLst/>
              <a:gdLst>
                <a:gd name="connsiteX0" fmla="*/ 0 w 3478"/>
                <a:gd name="connsiteY0" fmla="*/ 0 h 4565"/>
                <a:gd name="connsiteX1" fmla="*/ 3478 w 3478"/>
                <a:gd name="connsiteY1" fmla="*/ 0 h 4565"/>
                <a:gd name="connsiteX2" fmla="*/ 3478 w 3478"/>
                <a:gd name="connsiteY2" fmla="*/ 4566 h 4565"/>
                <a:gd name="connsiteX3" fmla="*/ 0 w 3478"/>
                <a:gd name="connsiteY3" fmla="*/ 4566 h 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8" h="4565">
                  <a:moveTo>
                    <a:pt x="0" y="0"/>
                  </a:moveTo>
                  <a:lnTo>
                    <a:pt x="3478" y="0"/>
                  </a:lnTo>
                  <a:lnTo>
                    <a:pt x="3478" y="4566"/>
                  </a:lnTo>
                  <a:lnTo>
                    <a:pt x="0" y="45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0" name="Freeform: Shape 1879">
              <a:extLst>
                <a:ext uri="{FF2B5EF4-FFF2-40B4-BE49-F238E27FC236}">
                  <a16:creationId xmlns:a16="http://schemas.microsoft.com/office/drawing/2014/main" id="{3FBA046B-45EF-BC39-F66D-8F0542F458FC}"/>
                </a:ext>
              </a:extLst>
            </p:cNvPr>
            <p:cNvSpPr>
              <a:spLocks/>
            </p:cNvSpPr>
            <p:nvPr/>
          </p:nvSpPr>
          <p:spPr>
            <a:xfrm>
              <a:off x="8954530" y="1734159"/>
              <a:ext cx="11560" cy="4324"/>
            </a:xfrm>
            <a:custGeom>
              <a:avLst/>
              <a:gdLst>
                <a:gd name="connsiteX0" fmla="*/ 4267 w 7745"/>
                <a:gd name="connsiteY0" fmla="*/ 2897 h 2897"/>
                <a:gd name="connsiteX1" fmla="*/ 7745 w 7745"/>
                <a:gd name="connsiteY1" fmla="*/ 0 h 2897"/>
                <a:gd name="connsiteX2" fmla="*/ 0 w 7745"/>
                <a:gd name="connsiteY2" fmla="*/ 0 h 2897"/>
                <a:gd name="connsiteX3" fmla="*/ 4267 w 7745"/>
                <a:gd name="connsiteY3" fmla="*/ 2897 h 2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5" h="2897">
                  <a:moveTo>
                    <a:pt x="4267" y="2897"/>
                  </a:moveTo>
                  <a:lnTo>
                    <a:pt x="7745" y="0"/>
                  </a:lnTo>
                  <a:lnTo>
                    <a:pt x="0" y="0"/>
                  </a:lnTo>
                  <a:lnTo>
                    <a:pt x="4267" y="28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1" name="Freeform: Shape 1880">
              <a:extLst>
                <a:ext uri="{FF2B5EF4-FFF2-40B4-BE49-F238E27FC236}">
                  <a16:creationId xmlns:a16="http://schemas.microsoft.com/office/drawing/2014/main" id="{6CFE511D-F176-26F2-F793-82E00F3C36C2}"/>
                </a:ext>
              </a:extLst>
            </p:cNvPr>
            <p:cNvSpPr>
              <a:spLocks/>
            </p:cNvSpPr>
            <p:nvPr/>
          </p:nvSpPr>
          <p:spPr>
            <a:xfrm>
              <a:off x="8924916" y="1739926"/>
              <a:ext cx="22759" cy="17102"/>
            </a:xfrm>
            <a:custGeom>
              <a:avLst/>
              <a:gdLst>
                <a:gd name="connsiteX0" fmla="*/ 546 w 15248"/>
                <a:gd name="connsiteY0" fmla="*/ 3073 h 11458"/>
                <a:gd name="connsiteX1" fmla="*/ 5973 w 15248"/>
                <a:gd name="connsiteY1" fmla="*/ 7815 h 11458"/>
                <a:gd name="connsiteX2" fmla="*/ 11399 w 15248"/>
                <a:gd name="connsiteY2" fmla="*/ 11458 h 11458"/>
                <a:gd name="connsiteX3" fmla="*/ 15248 w 15248"/>
                <a:gd name="connsiteY3" fmla="*/ 6322 h 11458"/>
                <a:gd name="connsiteX4" fmla="*/ 15248 w 15248"/>
                <a:gd name="connsiteY4" fmla="*/ 1186 h 11458"/>
                <a:gd name="connsiteX5" fmla="*/ 546 w 15248"/>
                <a:gd name="connsiteY5" fmla="*/ 3029 h 1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48" h="11458">
                  <a:moveTo>
                    <a:pt x="546" y="3073"/>
                  </a:moveTo>
                  <a:cubicBezTo>
                    <a:pt x="-2143" y="8561"/>
                    <a:pt x="5973" y="7815"/>
                    <a:pt x="5973" y="7815"/>
                  </a:cubicBezTo>
                  <a:lnTo>
                    <a:pt x="11399" y="11458"/>
                  </a:lnTo>
                  <a:lnTo>
                    <a:pt x="15248" y="6322"/>
                  </a:lnTo>
                  <a:lnTo>
                    <a:pt x="15248" y="1186"/>
                  </a:lnTo>
                  <a:cubicBezTo>
                    <a:pt x="15248" y="1186"/>
                    <a:pt x="3283" y="-2458"/>
                    <a:pt x="546" y="302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2" name="Freeform: Shape 1881">
              <a:extLst>
                <a:ext uri="{FF2B5EF4-FFF2-40B4-BE49-F238E27FC236}">
                  <a16:creationId xmlns:a16="http://schemas.microsoft.com/office/drawing/2014/main" id="{4A9BDD7C-0054-4CBB-B745-4278341A9ACB}"/>
                </a:ext>
              </a:extLst>
            </p:cNvPr>
            <p:cNvSpPr>
              <a:spLocks/>
            </p:cNvSpPr>
            <p:nvPr/>
          </p:nvSpPr>
          <p:spPr>
            <a:xfrm>
              <a:off x="8883665" y="1540974"/>
              <a:ext cx="27470" cy="31420"/>
            </a:xfrm>
            <a:custGeom>
              <a:avLst/>
              <a:gdLst>
                <a:gd name="connsiteX0" fmla="*/ 4392 w 18404"/>
                <a:gd name="connsiteY0" fmla="*/ 9403 h 21050"/>
                <a:gd name="connsiteX1" fmla="*/ 15801 w 18404"/>
                <a:gd name="connsiteY1" fmla="*/ 20729 h 21050"/>
                <a:gd name="connsiteX2" fmla="*/ 7685 w 18404"/>
                <a:gd name="connsiteY2" fmla="*/ 3916 h 21050"/>
                <a:gd name="connsiteX3" fmla="*/ 1099 w 18404"/>
                <a:gd name="connsiteY3" fmla="*/ 272 h 21050"/>
                <a:gd name="connsiteX4" fmla="*/ 4392 w 18404"/>
                <a:gd name="connsiteY4" fmla="*/ 9403 h 2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04" h="21050">
                  <a:moveTo>
                    <a:pt x="4392" y="9403"/>
                  </a:moveTo>
                  <a:cubicBezTo>
                    <a:pt x="4392" y="9403"/>
                    <a:pt x="9215" y="23320"/>
                    <a:pt x="15801" y="20729"/>
                  </a:cubicBezTo>
                  <a:cubicBezTo>
                    <a:pt x="22386" y="18183"/>
                    <a:pt x="15291" y="5891"/>
                    <a:pt x="7685" y="3916"/>
                  </a:cubicBezTo>
                  <a:cubicBezTo>
                    <a:pt x="7685" y="3916"/>
                    <a:pt x="3836" y="-1221"/>
                    <a:pt x="1099" y="272"/>
                  </a:cubicBezTo>
                  <a:cubicBezTo>
                    <a:pt x="-1590" y="1721"/>
                    <a:pt x="1099" y="8306"/>
                    <a:pt x="4392" y="940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3" name="Freeform: Shape 1882">
              <a:extLst>
                <a:ext uri="{FF2B5EF4-FFF2-40B4-BE49-F238E27FC236}">
                  <a16:creationId xmlns:a16="http://schemas.microsoft.com/office/drawing/2014/main" id="{5C49ACC4-4C08-FEAD-0E06-15C56371489F}"/>
                </a:ext>
              </a:extLst>
            </p:cNvPr>
            <p:cNvSpPr>
              <a:spLocks/>
            </p:cNvSpPr>
            <p:nvPr/>
          </p:nvSpPr>
          <p:spPr>
            <a:xfrm>
              <a:off x="8997662" y="1539815"/>
              <a:ext cx="24405" cy="29414"/>
            </a:xfrm>
            <a:custGeom>
              <a:avLst/>
              <a:gdLst>
                <a:gd name="connsiteX0" fmla="*/ 13259 w 16351"/>
                <a:gd name="connsiteY0" fmla="*/ 13473 h 19706"/>
                <a:gd name="connsiteX1" fmla="*/ 13259 w 16351"/>
                <a:gd name="connsiteY1" fmla="*/ 785 h 19706"/>
                <a:gd name="connsiteX2" fmla="*/ 135 w 16351"/>
                <a:gd name="connsiteY2" fmla="*/ 3595 h 19706"/>
                <a:gd name="connsiteX3" fmla="*/ 6720 w 16351"/>
                <a:gd name="connsiteY3" fmla="*/ 19706 h 19706"/>
                <a:gd name="connsiteX4" fmla="*/ 13306 w 16351"/>
                <a:gd name="connsiteY4" fmla="*/ 13473 h 19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51" h="19706">
                  <a:moveTo>
                    <a:pt x="13259" y="13473"/>
                  </a:moveTo>
                  <a:cubicBezTo>
                    <a:pt x="13259" y="13473"/>
                    <a:pt x="20216" y="7107"/>
                    <a:pt x="13259" y="785"/>
                  </a:cubicBezTo>
                  <a:cubicBezTo>
                    <a:pt x="13259" y="785"/>
                    <a:pt x="877" y="-2244"/>
                    <a:pt x="135" y="3595"/>
                  </a:cubicBezTo>
                  <a:cubicBezTo>
                    <a:pt x="-654" y="9434"/>
                    <a:pt x="2083" y="19706"/>
                    <a:pt x="6720" y="19706"/>
                  </a:cubicBezTo>
                  <a:cubicBezTo>
                    <a:pt x="11358" y="19706"/>
                    <a:pt x="13306" y="13473"/>
                    <a:pt x="13306" y="1347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4" name="Freeform: Shape 1883">
              <a:extLst>
                <a:ext uri="{FF2B5EF4-FFF2-40B4-BE49-F238E27FC236}">
                  <a16:creationId xmlns:a16="http://schemas.microsoft.com/office/drawing/2014/main" id="{5881D08D-CE82-7214-21AA-9E1E275AA0A4}"/>
                </a:ext>
              </a:extLst>
            </p:cNvPr>
            <p:cNvSpPr>
              <a:spLocks/>
            </p:cNvSpPr>
            <p:nvPr/>
          </p:nvSpPr>
          <p:spPr>
            <a:xfrm>
              <a:off x="8991246" y="1568375"/>
              <a:ext cx="87332" cy="58916"/>
            </a:xfrm>
            <a:custGeom>
              <a:avLst/>
              <a:gdLst>
                <a:gd name="connsiteX0" fmla="*/ 38428 w 58509"/>
                <a:gd name="connsiteY0" fmla="*/ 35691 h 39471"/>
                <a:gd name="connsiteX1" fmla="*/ 45385 w 58509"/>
                <a:gd name="connsiteY1" fmla="*/ 35691 h 39471"/>
                <a:gd name="connsiteX2" fmla="*/ 58510 w 58509"/>
                <a:gd name="connsiteY2" fmla="*/ 37316 h 39471"/>
                <a:gd name="connsiteX3" fmla="*/ 58510 w 58509"/>
                <a:gd name="connsiteY3" fmla="*/ 22873 h 39471"/>
                <a:gd name="connsiteX4" fmla="*/ 46127 w 58509"/>
                <a:gd name="connsiteY4" fmla="*/ 10054 h 39471"/>
                <a:gd name="connsiteX5" fmla="*/ 38799 w 58509"/>
                <a:gd name="connsiteY5" fmla="*/ 4566 h 39471"/>
                <a:gd name="connsiteX6" fmla="*/ 22567 w 58509"/>
                <a:gd name="connsiteY6" fmla="*/ 2679 h 39471"/>
                <a:gd name="connsiteX7" fmla="*/ 14080 w 58509"/>
                <a:gd name="connsiteY7" fmla="*/ 9703 h 39471"/>
                <a:gd name="connsiteX8" fmla="*/ 12457 w 58509"/>
                <a:gd name="connsiteY8" fmla="*/ 22126 h 39471"/>
                <a:gd name="connsiteX9" fmla="*/ 4294 w 58509"/>
                <a:gd name="connsiteY9" fmla="*/ 25419 h 39471"/>
                <a:gd name="connsiteX10" fmla="*/ 167 w 58509"/>
                <a:gd name="connsiteY10" fmla="*/ 25419 h 39471"/>
                <a:gd name="connsiteX11" fmla="*/ 4294 w 58509"/>
                <a:gd name="connsiteY11" fmla="*/ 30906 h 39471"/>
                <a:gd name="connsiteX12" fmla="*/ 9442 w 58509"/>
                <a:gd name="connsiteY12" fmla="*/ 27263 h 39471"/>
                <a:gd name="connsiteX13" fmla="*/ 16399 w 58509"/>
                <a:gd name="connsiteY13" fmla="*/ 28360 h 39471"/>
                <a:gd name="connsiteX14" fmla="*/ 38428 w 58509"/>
                <a:gd name="connsiteY14" fmla="*/ 35691 h 3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509" h="39471">
                  <a:moveTo>
                    <a:pt x="38428" y="35691"/>
                  </a:moveTo>
                  <a:cubicBezTo>
                    <a:pt x="38428" y="35691"/>
                    <a:pt x="41906" y="39335"/>
                    <a:pt x="45385" y="35691"/>
                  </a:cubicBezTo>
                  <a:cubicBezTo>
                    <a:pt x="45385" y="35691"/>
                    <a:pt x="51970" y="42979"/>
                    <a:pt x="58510" y="37316"/>
                  </a:cubicBezTo>
                  <a:lnTo>
                    <a:pt x="58510" y="22873"/>
                  </a:lnTo>
                  <a:cubicBezTo>
                    <a:pt x="58510" y="22873"/>
                    <a:pt x="53872" y="11898"/>
                    <a:pt x="46127" y="10054"/>
                  </a:cubicBezTo>
                  <a:cubicBezTo>
                    <a:pt x="46127" y="10054"/>
                    <a:pt x="47286" y="1625"/>
                    <a:pt x="38799" y="4566"/>
                  </a:cubicBezTo>
                  <a:cubicBezTo>
                    <a:pt x="38799" y="4566"/>
                    <a:pt x="36851" y="-4302"/>
                    <a:pt x="22567" y="2679"/>
                  </a:cubicBezTo>
                  <a:cubicBezTo>
                    <a:pt x="22567" y="2679"/>
                    <a:pt x="15611" y="4918"/>
                    <a:pt x="14080" y="9703"/>
                  </a:cubicBezTo>
                  <a:cubicBezTo>
                    <a:pt x="12550" y="14444"/>
                    <a:pt x="16677" y="20678"/>
                    <a:pt x="12457" y="22126"/>
                  </a:cubicBezTo>
                  <a:cubicBezTo>
                    <a:pt x="8283" y="23575"/>
                    <a:pt x="4294" y="25419"/>
                    <a:pt x="4294" y="25419"/>
                  </a:cubicBezTo>
                  <a:lnTo>
                    <a:pt x="167" y="25419"/>
                  </a:lnTo>
                  <a:cubicBezTo>
                    <a:pt x="167" y="25419"/>
                    <a:pt x="-1271" y="30906"/>
                    <a:pt x="4294" y="30906"/>
                  </a:cubicBezTo>
                  <a:cubicBezTo>
                    <a:pt x="9860" y="30906"/>
                    <a:pt x="9442" y="27263"/>
                    <a:pt x="9442" y="27263"/>
                  </a:cubicBezTo>
                  <a:lnTo>
                    <a:pt x="16399" y="28360"/>
                  </a:lnTo>
                  <a:cubicBezTo>
                    <a:pt x="16399" y="28360"/>
                    <a:pt x="29941" y="35691"/>
                    <a:pt x="38428" y="3569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5" name="Freeform: Shape 1884">
              <a:extLst>
                <a:ext uri="{FF2B5EF4-FFF2-40B4-BE49-F238E27FC236}">
                  <a16:creationId xmlns:a16="http://schemas.microsoft.com/office/drawing/2014/main" id="{BC2C7063-C175-2A3E-E6AD-4BC5B62B9F34}"/>
                </a:ext>
              </a:extLst>
            </p:cNvPr>
            <p:cNvSpPr>
              <a:spLocks/>
            </p:cNvSpPr>
            <p:nvPr/>
          </p:nvSpPr>
          <p:spPr>
            <a:xfrm>
              <a:off x="8621145" y="1565428"/>
              <a:ext cx="19591" cy="9828"/>
            </a:xfrm>
            <a:custGeom>
              <a:avLst/>
              <a:gdLst>
                <a:gd name="connsiteX0" fmla="*/ 13125 w 13125"/>
                <a:gd name="connsiteY0" fmla="*/ 4697 h 6585"/>
                <a:gd name="connsiteX1" fmla="*/ 10435 w 13125"/>
                <a:gd name="connsiteY1" fmla="*/ 0 h 6585"/>
                <a:gd name="connsiteX2" fmla="*/ 3107 w 13125"/>
                <a:gd name="connsiteY2" fmla="*/ 0 h 6585"/>
                <a:gd name="connsiteX3" fmla="*/ 0 w 13125"/>
                <a:gd name="connsiteY3" fmla="*/ 3293 h 6585"/>
                <a:gd name="connsiteX4" fmla="*/ 6169 w 13125"/>
                <a:gd name="connsiteY4" fmla="*/ 6585 h 6585"/>
                <a:gd name="connsiteX5" fmla="*/ 13125 w 13125"/>
                <a:gd name="connsiteY5" fmla="*/ 4697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25" h="6585">
                  <a:moveTo>
                    <a:pt x="13125" y="4697"/>
                  </a:moveTo>
                  <a:cubicBezTo>
                    <a:pt x="13125" y="4697"/>
                    <a:pt x="11177" y="1449"/>
                    <a:pt x="10435" y="0"/>
                  </a:cubicBezTo>
                  <a:lnTo>
                    <a:pt x="3107" y="0"/>
                  </a:lnTo>
                  <a:lnTo>
                    <a:pt x="0" y="3293"/>
                  </a:lnTo>
                  <a:lnTo>
                    <a:pt x="6169" y="6585"/>
                  </a:lnTo>
                  <a:lnTo>
                    <a:pt x="13125" y="46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6" name="Freeform: Shape 1885">
              <a:extLst>
                <a:ext uri="{FF2B5EF4-FFF2-40B4-BE49-F238E27FC236}">
                  <a16:creationId xmlns:a16="http://schemas.microsoft.com/office/drawing/2014/main" id="{AE386FBC-465F-956E-1FCE-E3B4C180E83E}"/>
                </a:ext>
              </a:extLst>
            </p:cNvPr>
            <p:cNvSpPr>
              <a:spLocks/>
            </p:cNvSpPr>
            <p:nvPr/>
          </p:nvSpPr>
          <p:spPr>
            <a:xfrm>
              <a:off x="8567497" y="1629840"/>
              <a:ext cx="13222" cy="11858"/>
            </a:xfrm>
            <a:custGeom>
              <a:avLst/>
              <a:gdLst>
                <a:gd name="connsiteX0" fmla="*/ 0 w 8858"/>
                <a:gd name="connsiteY0" fmla="*/ 3995 h 7945"/>
                <a:gd name="connsiteX1" fmla="*/ 5102 w 8858"/>
                <a:gd name="connsiteY1" fmla="*/ 7946 h 7945"/>
                <a:gd name="connsiteX2" fmla="*/ 8858 w 8858"/>
                <a:gd name="connsiteY2" fmla="*/ 0 h 7945"/>
                <a:gd name="connsiteX3" fmla="*/ 0 w 8858"/>
                <a:gd name="connsiteY3" fmla="*/ 3995 h 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8" h="7945">
                  <a:moveTo>
                    <a:pt x="0" y="3995"/>
                  </a:moveTo>
                  <a:lnTo>
                    <a:pt x="5102" y="7946"/>
                  </a:lnTo>
                  <a:lnTo>
                    <a:pt x="8858" y="0"/>
                  </a:lnTo>
                  <a:lnTo>
                    <a:pt x="0" y="39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7" name="Freeform: Shape 1886">
              <a:extLst>
                <a:ext uri="{FF2B5EF4-FFF2-40B4-BE49-F238E27FC236}">
                  <a16:creationId xmlns:a16="http://schemas.microsoft.com/office/drawing/2014/main" id="{3B320D2A-346A-C291-28DC-AB88019B46AA}"/>
                </a:ext>
              </a:extLst>
            </p:cNvPr>
            <p:cNvSpPr>
              <a:spLocks/>
            </p:cNvSpPr>
            <p:nvPr/>
          </p:nvSpPr>
          <p:spPr>
            <a:xfrm>
              <a:off x="8691547" y="1671977"/>
              <a:ext cx="56319" cy="38132"/>
            </a:xfrm>
            <a:custGeom>
              <a:avLst/>
              <a:gdLst>
                <a:gd name="connsiteX0" fmla="*/ 35525 w 37731"/>
                <a:gd name="connsiteY0" fmla="*/ 16943 h 25547"/>
                <a:gd name="connsiteX1" fmla="*/ 35525 w 37731"/>
                <a:gd name="connsiteY1" fmla="*/ 14397 h 25547"/>
                <a:gd name="connsiteX2" fmla="*/ 37473 w 37731"/>
                <a:gd name="connsiteY2" fmla="*/ 10358 h 25547"/>
                <a:gd name="connsiteX3" fmla="*/ 28012 w 37731"/>
                <a:gd name="connsiteY3" fmla="*/ 12202 h 25547"/>
                <a:gd name="connsiteX4" fmla="*/ 26481 w 37731"/>
                <a:gd name="connsiteY4" fmla="*/ 11675 h 25547"/>
                <a:gd name="connsiteX5" fmla="*/ 35572 w 37731"/>
                <a:gd name="connsiteY5" fmla="*/ 6012 h 25547"/>
                <a:gd name="connsiteX6" fmla="*/ 28986 w 37731"/>
                <a:gd name="connsiteY6" fmla="*/ 6012 h 25547"/>
                <a:gd name="connsiteX7" fmla="*/ 23559 w 37731"/>
                <a:gd name="connsiteY7" fmla="*/ 5266 h 25547"/>
                <a:gd name="connsiteX8" fmla="*/ 12337 w 37731"/>
                <a:gd name="connsiteY8" fmla="*/ 130 h 25547"/>
                <a:gd name="connsiteX9" fmla="*/ 10621 w 37731"/>
                <a:gd name="connsiteY9" fmla="*/ 2851 h 25547"/>
                <a:gd name="connsiteX10" fmla="*/ 8116 w 37731"/>
                <a:gd name="connsiteY10" fmla="*/ 4520 h 25547"/>
                <a:gd name="connsiteX11" fmla="*/ 5611 w 37731"/>
                <a:gd name="connsiteY11" fmla="*/ 3422 h 25547"/>
                <a:gd name="connsiteX12" fmla="*/ 3664 w 37731"/>
                <a:gd name="connsiteY12" fmla="*/ 4871 h 25547"/>
                <a:gd name="connsiteX13" fmla="*/ 0 w 37731"/>
                <a:gd name="connsiteY13" fmla="*/ 5793 h 25547"/>
                <a:gd name="connsiteX14" fmla="*/ 6586 w 37731"/>
                <a:gd name="connsiteY14" fmla="*/ 5793 h 25547"/>
                <a:gd name="connsiteX15" fmla="*/ 16418 w 37731"/>
                <a:gd name="connsiteY15" fmla="*/ 9436 h 25547"/>
                <a:gd name="connsiteX16" fmla="*/ 16232 w 37731"/>
                <a:gd name="connsiteY16" fmla="*/ 11807 h 25547"/>
                <a:gd name="connsiteX17" fmla="*/ 12151 w 37731"/>
                <a:gd name="connsiteY17" fmla="*/ 11807 h 25547"/>
                <a:gd name="connsiteX18" fmla="*/ 15258 w 37731"/>
                <a:gd name="connsiteY18" fmla="*/ 16548 h 25547"/>
                <a:gd name="connsiteX19" fmla="*/ 19710 w 37731"/>
                <a:gd name="connsiteY19" fmla="*/ 15802 h 25547"/>
                <a:gd name="connsiteX20" fmla="*/ 18875 w 37731"/>
                <a:gd name="connsiteY20" fmla="*/ 12729 h 25547"/>
                <a:gd name="connsiteX21" fmla="*/ 22632 w 37731"/>
                <a:gd name="connsiteY21" fmla="*/ 10709 h 25547"/>
                <a:gd name="connsiteX22" fmla="*/ 21102 w 37731"/>
                <a:gd name="connsiteY22" fmla="*/ 15275 h 25547"/>
                <a:gd name="connsiteX23" fmla="*/ 23235 w 37731"/>
                <a:gd name="connsiteY23" fmla="*/ 16724 h 25547"/>
                <a:gd name="connsiteX24" fmla="*/ 22076 w 37731"/>
                <a:gd name="connsiteY24" fmla="*/ 19665 h 25547"/>
                <a:gd name="connsiteX25" fmla="*/ 23838 w 37731"/>
                <a:gd name="connsiteY25" fmla="*/ 21333 h 25547"/>
                <a:gd name="connsiteX26" fmla="*/ 21333 w 37731"/>
                <a:gd name="connsiteY26" fmla="*/ 23002 h 25547"/>
                <a:gd name="connsiteX27" fmla="*/ 22679 w 37731"/>
                <a:gd name="connsiteY27" fmla="*/ 25548 h 25547"/>
                <a:gd name="connsiteX28" fmla="*/ 28104 w 37731"/>
                <a:gd name="connsiteY28" fmla="*/ 25548 h 25547"/>
                <a:gd name="connsiteX29" fmla="*/ 35618 w 37731"/>
                <a:gd name="connsiteY29" fmla="*/ 24099 h 25547"/>
                <a:gd name="connsiteX30" fmla="*/ 32928 w 37731"/>
                <a:gd name="connsiteY30" fmla="*/ 22080 h 25547"/>
                <a:gd name="connsiteX31" fmla="*/ 35618 w 37731"/>
                <a:gd name="connsiteY31" fmla="*/ 19885 h 25547"/>
                <a:gd name="connsiteX32" fmla="*/ 35618 w 37731"/>
                <a:gd name="connsiteY32" fmla="*/ 16943 h 25547"/>
                <a:gd name="connsiteX33" fmla="*/ 28661 w 37731"/>
                <a:gd name="connsiteY33" fmla="*/ 20806 h 25547"/>
                <a:gd name="connsiteX34" fmla="*/ 24905 w 37731"/>
                <a:gd name="connsiteY34" fmla="*/ 20806 h 25547"/>
                <a:gd name="connsiteX35" fmla="*/ 27780 w 37731"/>
                <a:gd name="connsiteY35" fmla="*/ 17865 h 25547"/>
                <a:gd name="connsiteX36" fmla="*/ 29542 w 37731"/>
                <a:gd name="connsiteY36" fmla="*/ 19314 h 25547"/>
                <a:gd name="connsiteX37" fmla="*/ 28661 w 37731"/>
                <a:gd name="connsiteY37" fmla="*/ 20763 h 2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7731" h="25547">
                  <a:moveTo>
                    <a:pt x="35525" y="16943"/>
                  </a:moveTo>
                  <a:lnTo>
                    <a:pt x="35525" y="14397"/>
                  </a:lnTo>
                  <a:cubicBezTo>
                    <a:pt x="35525" y="14397"/>
                    <a:pt x="38632" y="12202"/>
                    <a:pt x="37473" y="10358"/>
                  </a:cubicBezTo>
                  <a:cubicBezTo>
                    <a:pt x="36313" y="8514"/>
                    <a:pt x="28012" y="12202"/>
                    <a:pt x="28012" y="12202"/>
                  </a:cubicBezTo>
                  <a:lnTo>
                    <a:pt x="26481" y="11675"/>
                  </a:lnTo>
                  <a:lnTo>
                    <a:pt x="35572" y="6012"/>
                  </a:lnTo>
                  <a:lnTo>
                    <a:pt x="28986" y="6012"/>
                  </a:lnTo>
                  <a:lnTo>
                    <a:pt x="23559" y="5266"/>
                  </a:lnTo>
                  <a:cubicBezTo>
                    <a:pt x="23559" y="5266"/>
                    <a:pt x="16418" y="-968"/>
                    <a:pt x="12337" y="130"/>
                  </a:cubicBezTo>
                  <a:cubicBezTo>
                    <a:pt x="8255" y="1227"/>
                    <a:pt x="10621" y="2851"/>
                    <a:pt x="10621" y="2851"/>
                  </a:cubicBezTo>
                  <a:lnTo>
                    <a:pt x="8116" y="4520"/>
                  </a:lnTo>
                  <a:lnTo>
                    <a:pt x="5611" y="3422"/>
                  </a:lnTo>
                  <a:lnTo>
                    <a:pt x="3664" y="4871"/>
                  </a:lnTo>
                  <a:lnTo>
                    <a:pt x="0" y="5793"/>
                  </a:lnTo>
                  <a:lnTo>
                    <a:pt x="6586" y="5793"/>
                  </a:lnTo>
                  <a:cubicBezTo>
                    <a:pt x="6586" y="5793"/>
                    <a:pt x="12197" y="10929"/>
                    <a:pt x="16418" y="9436"/>
                  </a:cubicBezTo>
                  <a:lnTo>
                    <a:pt x="16232" y="11807"/>
                  </a:lnTo>
                  <a:lnTo>
                    <a:pt x="12151" y="11807"/>
                  </a:lnTo>
                  <a:lnTo>
                    <a:pt x="15258" y="16548"/>
                  </a:lnTo>
                  <a:lnTo>
                    <a:pt x="19710" y="15802"/>
                  </a:lnTo>
                  <a:lnTo>
                    <a:pt x="18875" y="12729"/>
                  </a:lnTo>
                  <a:lnTo>
                    <a:pt x="22632" y="10709"/>
                  </a:lnTo>
                  <a:lnTo>
                    <a:pt x="21102" y="15275"/>
                  </a:lnTo>
                  <a:lnTo>
                    <a:pt x="23235" y="16724"/>
                  </a:lnTo>
                  <a:lnTo>
                    <a:pt x="22076" y="19665"/>
                  </a:lnTo>
                  <a:lnTo>
                    <a:pt x="23838" y="21333"/>
                  </a:lnTo>
                  <a:lnTo>
                    <a:pt x="21333" y="23002"/>
                  </a:lnTo>
                  <a:lnTo>
                    <a:pt x="22679" y="25548"/>
                  </a:lnTo>
                  <a:lnTo>
                    <a:pt x="28104" y="25548"/>
                  </a:lnTo>
                  <a:lnTo>
                    <a:pt x="35618" y="24099"/>
                  </a:lnTo>
                  <a:lnTo>
                    <a:pt x="32928" y="22080"/>
                  </a:lnTo>
                  <a:lnTo>
                    <a:pt x="35618" y="19885"/>
                  </a:lnTo>
                  <a:lnTo>
                    <a:pt x="35618" y="16943"/>
                  </a:lnTo>
                  <a:close/>
                  <a:moveTo>
                    <a:pt x="28661" y="20806"/>
                  </a:moveTo>
                  <a:lnTo>
                    <a:pt x="24905" y="20806"/>
                  </a:lnTo>
                  <a:lnTo>
                    <a:pt x="27780" y="17865"/>
                  </a:lnTo>
                  <a:lnTo>
                    <a:pt x="29542" y="19314"/>
                  </a:lnTo>
                  <a:lnTo>
                    <a:pt x="28661" y="207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8" name="Freeform: Shape 1887">
              <a:extLst>
                <a:ext uri="{FF2B5EF4-FFF2-40B4-BE49-F238E27FC236}">
                  <a16:creationId xmlns:a16="http://schemas.microsoft.com/office/drawing/2014/main" id="{8479239B-E719-EFB7-BAD5-92E6C0584931}"/>
                </a:ext>
              </a:extLst>
            </p:cNvPr>
            <p:cNvSpPr>
              <a:spLocks/>
            </p:cNvSpPr>
            <p:nvPr/>
          </p:nvSpPr>
          <p:spPr>
            <a:xfrm>
              <a:off x="8688363" y="1671975"/>
              <a:ext cx="12667" cy="2949"/>
            </a:xfrm>
            <a:custGeom>
              <a:avLst/>
              <a:gdLst>
                <a:gd name="connsiteX0" fmla="*/ 8487 w 8486"/>
                <a:gd name="connsiteY0" fmla="*/ 0 h 1975"/>
                <a:gd name="connsiteX1" fmla="*/ 3478 w 8486"/>
                <a:gd name="connsiteY1" fmla="*/ 0 h 1975"/>
                <a:gd name="connsiteX2" fmla="*/ 0 w 8486"/>
                <a:gd name="connsiteY2" fmla="*/ 1976 h 1975"/>
                <a:gd name="connsiteX3" fmla="*/ 5797 w 8486"/>
                <a:gd name="connsiteY3" fmla="*/ 1976 h 1975"/>
                <a:gd name="connsiteX4" fmla="*/ 8487 w 8486"/>
                <a:gd name="connsiteY4" fmla="*/ 0 h 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6" h="1975">
                  <a:moveTo>
                    <a:pt x="8487" y="0"/>
                  </a:moveTo>
                  <a:lnTo>
                    <a:pt x="3478" y="0"/>
                  </a:lnTo>
                  <a:lnTo>
                    <a:pt x="0" y="1976"/>
                  </a:lnTo>
                  <a:lnTo>
                    <a:pt x="5797" y="1976"/>
                  </a:lnTo>
                  <a:lnTo>
                    <a:pt x="848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9" name="Freeform: Shape 1888">
              <a:extLst>
                <a:ext uri="{FF2B5EF4-FFF2-40B4-BE49-F238E27FC236}">
                  <a16:creationId xmlns:a16="http://schemas.microsoft.com/office/drawing/2014/main" id="{F09FBDC7-CC36-0A92-93E6-A84D1CDF8894}"/>
                </a:ext>
              </a:extLst>
            </p:cNvPr>
            <p:cNvSpPr>
              <a:spLocks/>
            </p:cNvSpPr>
            <p:nvPr/>
          </p:nvSpPr>
          <p:spPr>
            <a:xfrm>
              <a:off x="8673549" y="1598126"/>
              <a:ext cx="74208" cy="80598"/>
            </a:xfrm>
            <a:custGeom>
              <a:avLst/>
              <a:gdLst>
                <a:gd name="connsiteX0" fmla="*/ 7606 w 49716"/>
                <a:gd name="connsiteY0" fmla="*/ 22916 h 53997"/>
                <a:gd name="connsiteX1" fmla="*/ 9136 w 49716"/>
                <a:gd name="connsiteY1" fmla="*/ 22170 h 53997"/>
                <a:gd name="connsiteX2" fmla="*/ 12012 w 49716"/>
                <a:gd name="connsiteY2" fmla="*/ 19536 h 53997"/>
                <a:gd name="connsiteX3" fmla="*/ 12985 w 49716"/>
                <a:gd name="connsiteY3" fmla="*/ 15233 h 53997"/>
                <a:gd name="connsiteX4" fmla="*/ 14145 w 49716"/>
                <a:gd name="connsiteY4" fmla="*/ 17428 h 53997"/>
                <a:gd name="connsiteX5" fmla="*/ 17623 w 49716"/>
                <a:gd name="connsiteY5" fmla="*/ 19536 h 53997"/>
                <a:gd name="connsiteX6" fmla="*/ 14145 w 49716"/>
                <a:gd name="connsiteY6" fmla="*/ 24189 h 53997"/>
                <a:gd name="connsiteX7" fmla="*/ 15676 w 49716"/>
                <a:gd name="connsiteY7" fmla="*/ 26208 h 53997"/>
                <a:gd name="connsiteX8" fmla="*/ 15490 w 49716"/>
                <a:gd name="connsiteY8" fmla="*/ 30774 h 53997"/>
                <a:gd name="connsiteX9" fmla="*/ 12012 w 49716"/>
                <a:gd name="connsiteY9" fmla="*/ 31125 h 53997"/>
                <a:gd name="connsiteX10" fmla="*/ 9878 w 49716"/>
                <a:gd name="connsiteY10" fmla="*/ 25243 h 53997"/>
                <a:gd name="connsiteX11" fmla="*/ 9090 w 49716"/>
                <a:gd name="connsiteY11" fmla="*/ 29237 h 53997"/>
                <a:gd name="connsiteX12" fmla="*/ 5426 w 49716"/>
                <a:gd name="connsiteY12" fmla="*/ 31871 h 53997"/>
                <a:gd name="connsiteX13" fmla="*/ 5426 w 49716"/>
                <a:gd name="connsiteY13" fmla="*/ 29237 h 53997"/>
                <a:gd name="connsiteX14" fmla="*/ 3107 w 49716"/>
                <a:gd name="connsiteY14" fmla="*/ 32267 h 53997"/>
                <a:gd name="connsiteX15" fmla="*/ 0 w 49716"/>
                <a:gd name="connsiteY15" fmla="*/ 35208 h 53997"/>
                <a:gd name="connsiteX16" fmla="*/ 0 w 49716"/>
                <a:gd name="connsiteY16" fmla="*/ 46358 h 53997"/>
                <a:gd name="connsiteX17" fmla="*/ 3663 w 49716"/>
                <a:gd name="connsiteY17" fmla="*/ 46358 h 53997"/>
                <a:gd name="connsiteX18" fmla="*/ 3663 w 49716"/>
                <a:gd name="connsiteY18" fmla="*/ 49519 h 53997"/>
                <a:gd name="connsiteX19" fmla="*/ 5611 w 49716"/>
                <a:gd name="connsiteY19" fmla="*/ 47807 h 53997"/>
                <a:gd name="connsiteX20" fmla="*/ 5611 w 49716"/>
                <a:gd name="connsiteY20" fmla="*/ 49519 h 53997"/>
                <a:gd name="connsiteX21" fmla="*/ 8719 w 49716"/>
                <a:gd name="connsiteY21" fmla="*/ 50485 h 53997"/>
                <a:gd name="connsiteX22" fmla="*/ 12012 w 49716"/>
                <a:gd name="connsiteY22" fmla="*/ 46358 h 53997"/>
                <a:gd name="connsiteX23" fmla="*/ 14145 w 49716"/>
                <a:gd name="connsiteY23" fmla="*/ 41793 h 53997"/>
                <a:gd name="connsiteX24" fmla="*/ 17438 w 49716"/>
                <a:gd name="connsiteY24" fmla="*/ 42144 h 53997"/>
                <a:gd name="connsiteX25" fmla="*/ 20313 w 49716"/>
                <a:gd name="connsiteY25" fmla="*/ 40476 h 53997"/>
                <a:gd name="connsiteX26" fmla="*/ 20313 w 49716"/>
                <a:gd name="connsiteY26" fmla="*/ 43022 h 53997"/>
                <a:gd name="connsiteX27" fmla="*/ 24162 w 49716"/>
                <a:gd name="connsiteY27" fmla="*/ 45393 h 53997"/>
                <a:gd name="connsiteX28" fmla="*/ 32464 w 49716"/>
                <a:gd name="connsiteY28" fmla="*/ 44866 h 53997"/>
                <a:gd name="connsiteX29" fmla="*/ 28800 w 49716"/>
                <a:gd name="connsiteY29" fmla="*/ 42144 h 53997"/>
                <a:gd name="connsiteX30" fmla="*/ 22214 w 49716"/>
                <a:gd name="connsiteY30" fmla="*/ 41222 h 53997"/>
                <a:gd name="connsiteX31" fmla="*/ 27409 w 49716"/>
                <a:gd name="connsiteY31" fmla="*/ 38676 h 53997"/>
                <a:gd name="connsiteX32" fmla="*/ 42667 w 49716"/>
                <a:gd name="connsiteY32" fmla="*/ 38676 h 53997"/>
                <a:gd name="connsiteX33" fmla="*/ 40162 w 49716"/>
                <a:gd name="connsiteY33" fmla="*/ 40695 h 53997"/>
                <a:gd name="connsiteX34" fmla="*/ 30841 w 49716"/>
                <a:gd name="connsiteY34" fmla="*/ 40695 h 53997"/>
                <a:gd name="connsiteX35" fmla="*/ 32278 w 49716"/>
                <a:gd name="connsiteY35" fmla="*/ 43066 h 53997"/>
                <a:gd name="connsiteX36" fmla="*/ 38076 w 49716"/>
                <a:gd name="connsiteY36" fmla="*/ 43066 h 53997"/>
                <a:gd name="connsiteX37" fmla="*/ 39235 w 49716"/>
                <a:gd name="connsiteY37" fmla="*/ 46007 h 53997"/>
                <a:gd name="connsiteX38" fmla="*/ 34968 w 49716"/>
                <a:gd name="connsiteY38" fmla="*/ 46007 h 53997"/>
                <a:gd name="connsiteX39" fmla="*/ 35942 w 49716"/>
                <a:gd name="connsiteY39" fmla="*/ 48378 h 53997"/>
                <a:gd name="connsiteX40" fmla="*/ 30841 w 49716"/>
                <a:gd name="connsiteY40" fmla="*/ 46710 h 53997"/>
                <a:gd name="connsiteX41" fmla="*/ 28800 w 49716"/>
                <a:gd name="connsiteY41" fmla="*/ 47983 h 53997"/>
                <a:gd name="connsiteX42" fmla="*/ 35571 w 49716"/>
                <a:gd name="connsiteY42" fmla="*/ 51451 h 53997"/>
                <a:gd name="connsiteX43" fmla="*/ 39235 w 49716"/>
                <a:gd name="connsiteY43" fmla="*/ 53997 h 53997"/>
                <a:gd name="connsiteX44" fmla="*/ 40580 w 49716"/>
                <a:gd name="connsiteY44" fmla="*/ 53075 h 53997"/>
                <a:gd name="connsiteX45" fmla="*/ 38446 w 49716"/>
                <a:gd name="connsiteY45" fmla="*/ 50441 h 53997"/>
                <a:gd name="connsiteX46" fmla="*/ 40580 w 49716"/>
                <a:gd name="connsiteY46" fmla="*/ 49475 h 53997"/>
                <a:gd name="connsiteX47" fmla="*/ 45403 w 49716"/>
                <a:gd name="connsiteY47" fmla="*/ 49475 h 53997"/>
                <a:gd name="connsiteX48" fmla="*/ 47537 w 49716"/>
                <a:gd name="connsiteY48" fmla="*/ 46666 h 53997"/>
                <a:gd name="connsiteX49" fmla="*/ 44429 w 49716"/>
                <a:gd name="connsiteY49" fmla="*/ 44120 h 53997"/>
                <a:gd name="connsiteX50" fmla="*/ 45403 w 49716"/>
                <a:gd name="connsiteY50" fmla="*/ 42846 h 53997"/>
                <a:gd name="connsiteX51" fmla="*/ 48696 w 49716"/>
                <a:gd name="connsiteY51" fmla="*/ 43768 h 53997"/>
                <a:gd name="connsiteX52" fmla="*/ 49716 w 49716"/>
                <a:gd name="connsiteY52" fmla="*/ 41222 h 53997"/>
                <a:gd name="connsiteX53" fmla="*/ 47119 w 49716"/>
                <a:gd name="connsiteY53" fmla="*/ 38500 h 53997"/>
                <a:gd name="connsiteX54" fmla="*/ 42853 w 49716"/>
                <a:gd name="connsiteY54" fmla="*/ 36481 h 53997"/>
                <a:gd name="connsiteX55" fmla="*/ 48047 w 49716"/>
                <a:gd name="connsiteY55" fmla="*/ 35032 h 53997"/>
                <a:gd name="connsiteX56" fmla="*/ 41090 w 49716"/>
                <a:gd name="connsiteY56" fmla="*/ 32091 h 53997"/>
                <a:gd name="connsiteX57" fmla="*/ 33763 w 49716"/>
                <a:gd name="connsiteY57" fmla="*/ 35208 h 53997"/>
                <a:gd name="connsiteX58" fmla="*/ 30795 w 49716"/>
                <a:gd name="connsiteY58" fmla="*/ 34681 h 53997"/>
                <a:gd name="connsiteX59" fmla="*/ 21566 w 49716"/>
                <a:gd name="connsiteY59" fmla="*/ 34154 h 53997"/>
                <a:gd name="connsiteX60" fmla="*/ 14052 w 49716"/>
                <a:gd name="connsiteY60" fmla="*/ 38544 h 53997"/>
                <a:gd name="connsiteX61" fmla="*/ 11919 w 49716"/>
                <a:gd name="connsiteY61" fmla="*/ 38544 h 53997"/>
                <a:gd name="connsiteX62" fmla="*/ 9786 w 49716"/>
                <a:gd name="connsiteY62" fmla="*/ 41661 h 53997"/>
                <a:gd name="connsiteX63" fmla="*/ 5936 w 49716"/>
                <a:gd name="connsiteY63" fmla="*/ 42583 h 53997"/>
                <a:gd name="connsiteX64" fmla="*/ 2272 w 49716"/>
                <a:gd name="connsiteY64" fmla="*/ 41486 h 53997"/>
                <a:gd name="connsiteX65" fmla="*/ 1901 w 49716"/>
                <a:gd name="connsiteY65" fmla="*/ 35647 h 53997"/>
                <a:gd name="connsiteX66" fmla="*/ 4406 w 49716"/>
                <a:gd name="connsiteY66" fmla="*/ 35120 h 53997"/>
                <a:gd name="connsiteX67" fmla="*/ 3060 w 49716"/>
                <a:gd name="connsiteY67" fmla="*/ 37842 h 53997"/>
                <a:gd name="connsiteX68" fmla="*/ 6354 w 49716"/>
                <a:gd name="connsiteY68" fmla="*/ 40037 h 53997"/>
                <a:gd name="connsiteX69" fmla="*/ 8673 w 49716"/>
                <a:gd name="connsiteY69" fmla="*/ 40212 h 53997"/>
                <a:gd name="connsiteX70" fmla="*/ 9832 w 49716"/>
                <a:gd name="connsiteY70" fmla="*/ 34549 h 53997"/>
                <a:gd name="connsiteX71" fmla="*/ 10991 w 49716"/>
                <a:gd name="connsiteY71" fmla="*/ 34023 h 53997"/>
                <a:gd name="connsiteX72" fmla="*/ 14098 w 49716"/>
                <a:gd name="connsiteY72" fmla="*/ 36569 h 53997"/>
                <a:gd name="connsiteX73" fmla="*/ 21844 w 49716"/>
                <a:gd name="connsiteY73" fmla="*/ 32179 h 53997"/>
                <a:gd name="connsiteX74" fmla="*/ 33438 w 49716"/>
                <a:gd name="connsiteY74" fmla="*/ 32925 h 53997"/>
                <a:gd name="connsiteX75" fmla="*/ 41925 w 49716"/>
                <a:gd name="connsiteY75" fmla="*/ 29369 h 53997"/>
                <a:gd name="connsiteX76" fmla="*/ 48881 w 49716"/>
                <a:gd name="connsiteY76" fmla="*/ 27086 h 53997"/>
                <a:gd name="connsiteX77" fmla="*/ 40209 w 49716"/>
                <a:gd name="connsiteY77" fmla="*/ 22521 h 53997"/>
                <a:gd name="connsiteX78" fmla="*/ 40209 w 49716"/>
                <a:gd name="connsiteY78" fmla="*/ 19711 h 53997"/>
                <a:gd name="connsiteX79" fmla="*/ 30887 w 49716"/>
                <a:gd name="connsiteY79" fmla="*/ 17604 h 53997"/>
                <a:gd name="connsiteX80" fmla="*/ 26898 w 49716"/>
                <a:gd name="connsiteY80" fmla="*/ 17253 h 53997"/>
                <a:gd name="connsiteX81" fmla="*/ 30006 w 49716"/>
                <a:gd name="connsiteY81" fmla="*/ 13960 h 53997"/>
                <a:gd name="connsiteX82" fmla="*/ 27873 w 49716"/>
                <a:gd name="connsiteY82" fmla="*/ 11019 h 53997"/>
                <a:gd name="connsiteX83" fmla="*/ 22864 w 49716"/>
                <a:gd name="connsiteY83" fmla="*/ 15233 h 53997"/>
                <a:gd name="connsiteX84" fmla="*/ 24812 w 49716"/>
                <a:gd name="connsiteY84" fmla="*/ 11370 h 53997"/>
                <a:gd name="connsiteX85" fmla="*/ 26574 w 49716"/>
                <a:gd name="connsiteY85" fmla="*/ 4785 h 53997"/>
                <a:gd name="connsiteX86" fmla="*/ 24626 w 49716"/>
                <a:gd name="connsiteY86" fmla="*/ 4785 h 53997"/>
                <a:gd name="connsiteX87" fmla="*/ 20591 w 49716"/>
                <a:gd name="connsiteY87" fmla="*/ 9526 h 53997"/>
                <a:gd name="connsiteX88" fmla="*/ 15954 w 49716"/>
                <a:gd name="connsiteY88" fmla="*/ 10799 h 53997"/>
                <a:gd name="connsiteX89" fmla="*/ 16510 w 49716"/>
                <a:gd name="connsiteY89" fmla="*/ 5663 h 53997"/>
                <a:gd name="connsiteX90" fmla="*/ 18458 w 49716"/>
                <a:gd name="connsiteY90" fmla="*/ 8604 h 53997"/>
                <a:gd name="connsiteX91" fmla="*/ 21473 w 49716"/>
                <a:gd name="connsiteY91" fmla="*/ 4961 h 53997"/>
                <a:gd name="connsiteX92" fmla="*/ 21473 w 49716"/>
                <a:gd name="connsiteY92" fmla="*/ 0 h 53997"/>
                <a:gd name="connsiteX93" fmla="*/ 14238 w 49716"/>
                <a:gd name="connsiteY93" fmla="*/ 1668 h 53997"/>
                <a:gd name="connsiteX94" fmla="*/ 14238 w 49716"/>
                <a:gd name="connsiteY94" fmla="*/ 12116 h 53997"/>
                <a:gd name="connsiteX95" fmla="*/ 12104 w 49716"/>
                <a:gd name="connsiteY95" fmla="*/ 14311 h 53997"/>
                <a:gd name="connsiteX96" fmla="*/ 12104 w 49716"/>
                <a:gd name="connsiteY96" fmla="*/ 1668 h 53997"/>
                <a:gd name="connsiteX97" fmla="*/ 8255 w 49716"/>
                <a:gd name="connsiteY97" fmla="*/ 1668 h 53997"/>
                <a:gd name="connsiteX98" fmla="*/ 8626 w 49716"/>
                <a:gd name="connsiteY98" fmla="*/ 13916 h 53997"/>
                <a:gd name="connsiteX99" fmla="*/ 5936 w 49716"/>
                <a:gd name="connsiteY99" fmla="*/ 12248 h 53997"/>
                <a:gd name="connsiteX100" fmla="*/ 5751 w 49716"/>
                <a:gd name="connsiteY100" fmla="*/ 6409 h 53997"/>
                <a:gd name="connsiteX101" fmla="*/ 2875 w 49716"/>
                <a:gd name="connsiteY101" fmla="*/ 6409 h 53997"/>
                <a:gd name="connsiteX102" fmla="*/ 4638 w 49716"/>
                <a:gd name="connsiteY102" fmla="*/ 15365 h 53997"/>
                <a:gd name="connsiteX103" fmla="*/ 7745 w 49716"/>
                <a:gd name="connsiteY103" fmla="*/ 23048 h 5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49716" h="53997">
                  <a:moveTo>
                    <a:pt x="7606" y="22916"/>
                  </a:moveTo>
                  <a:lnTo>
                    <a:pt x="9136" y="22170"/>
                  </a:lnTo>
                  <a:lnTo>
                    <a:pt x="12012" y="19536"/>
                  </a:lnTo>
                  <a:lnTo>
                    <a:pt x="12985" y="15233"/>
                  </a:lnTo>
                  <a:lnTo>
                    <a:pt x="14145" y="17428"/>
                  </a:lnTo>
                  <a:lnTo>
                    <a:pt x="17623" y="19536"/>
                  </a:lnTo>
                  <a:lnTo>
                    <a:pt x="14145" y="24189"/>
                  </a:lnTo>
                  <a:lnTo>
                    <a:pt x="15676" y="26208"/>
                  </a:lnTo>
                  <a:lnTo>
                    <a:pt x="15490" y="30774"/>
                  </a:lnTo>
                  <a:lnTo>
                    <a:pt x="12012" y="31125"/>
                  </a:lnTo>
                  <a:lnTo>
                    <a:pt x="9878" y="25243"/>
                  </a:lnTo>
                  <a:lnTo>
                    <a:pt x="9090" y="29237"/>
                  </a:lnTo>
                  <a:lnTo>
                    <a:pt x="5426" y="31871"/>
                  </a:lnTo>
                  <a:lnTo>
                    <a:pt x="5426" y="29237"/>
                  </a:lnTo>
                  <a:lnTo>
                    <a:pt x="3107" y="32267"/>
                  </a:lnTo>
                  <a:lnTo>
                    <a:pt x="0" y="35208"/>
                  </a:lnTo>
                  <a:lnTo>
                    <a:pt x="0" y="46358"/>
                  </a:lnTo>
                  <a:lnTo>
                    <a:pt x="3663" y="46358"/>
                  </a:lnTo>
                  <a:lnTo>
                    <a:pt x="3663" y="49519"/>
                  </a:lnTo>
                  <a:lnTo>
                    <a:pt x="5611" y="47807"/>
                  </a:lnTo>
                  <a:lnTo>
                    <a:pt x="5611" y="49519"/>
                  </a:lnTo>
                  <a:lnTo>
                    <a:pt x="8719" y="50485"/>
                  </a:lnTo>
                  <a:lnTo>
                    <a:pt x="12012" y="46358"/>
                  </a:lnTo>
                  <a:lnTo>
                    <a:pt x="14145" y="41793"/>
                  </a:lnTo>
                  <a:lnTo>
                    <a:pt x="17438" y="42144"/>
                  </a:lnTo>
                  <a:lnTo>
                    <a:pt x="20313" y="40476"/>
                  </a:lnTo>
                  <a:lnTo>
                    <a:pt x="20313" y="43022"/>
                  </a:lnTo>
                  <a:lnTo>
                    <a:pt x="24162" y="45393"/>
                  </a:lnTo>
                  <a:lnTo>
                    <a:pt x="32464" y="44866"/>
                  </a:lnTo>
                  <a:lnTo>
                    <a:pt x="28800" y="42144"/>
                  </a:lnTo>
                  <a:lnTo>
                    <a:pt x="22214" y="41222"/>
                  </a:lnTo>
                  <a:lnTo>
                    <a:pt x="27409" y="38676"/>
                  </a:lnTo>
                  <a:lnTo>
                    <a:pt x="42667" y="38676"/>
                  </a:lnTo>
                  <a:lnTo>
                    <a:pt x="40162" y="40695"/>
                  </a:lnTo>
                  <a:lnTo>
                    <a:pt x="30841" y="40695"/>
                  </a:lnTo>
                  <a:lnTo>
                    <a:pt x="32278" y="43066"/>
                  </a:lnTo>
                  <a:lnTo>
                    <a:pt x="38076" y="43066"/>
                  </a:lnTo>
                  <a:lnTo>
                    <a:pt x="39235" y="46007"/>
                  </a:lnTo>
                  <a:lnTo>
                    <a:pt x="34968" y="46007"/>
                  </a:lnTo>
                  <a:lnTo>
                    <a:pt x="35942" y="48378"/>
                  </a:lnTo>
                  <a:lnTo>
                    <a:pt x="30841" y="46710"/>
                  </a:lnTo>
                  <a:lnTo>
                    <a:pt x="28800" y="47983"/>
                  </a:lnTo>
                  <a:lnTo>
                    <a:pt x="35571" y="51451"/>
                  </a:lnTo>
                  <a:lnTo>
                    <a:pt x="39235" y="53997"/>
                  </a:lnTo>
                  <a:lnTo>
                    <a:pt x="40580" y="53075"/>
                  </a:lnTo>
                  <a:lnTo>
                    <a:pt x="38446" y="50441"/>
                  </a:lnTo>
                  <a:lnTo>
                    <a:pt x="40580" y="49475"/>
                  </a:lnTo>
                  <a:lnTo>
                    <a:pt x="45403" y="49475"/>
                  </a:lnTo>
                  <a:lnTo>
                    <a:pt x="47537" y="46666"/>
                  </a:lnTo>
                  <a:lnTo>
                    <a:pt x="44429" y="44120"/>
                  </a:lnTo>
                  <a:lnTo>
                    <a:pt x="45403" y="42846"/>
                  </a:lnTo>
                  <a:lnTo>
                    <a:pt x="48696" y="43768"/>
                  </a:lnTo>
                  <a:lnTo>
                    <a:pt x="49716" y="41222"/>
                  </a:lnTo>
                  <a:lnTo>
                    <a:pt x="47119" y="38500"/>
                  </a:lnTo>
                  <a:lnTo>
                    <a:pt x="42853" y="36481"/>
                  </a:lnTo>
                  <a:lnTo>
                    <a:pt x="48047" y="35032"/>
                  </a:lnTo>
                  <a:lnTo>
                    <a:pt x="41090" y="32091"/>
                  </a:lnTo>
                  <a:lnTo>
                    <a:pt x="33763" y="35208"/>
                  </a:lnTo>
                  <a:lnTo>
                    <a:pt x="30795" y="34681"/>
                  </a:lnTo>
                  <a:lnTo>
                    <a:pt x="21566" y="34154"/>
                  </a:lnTo>
                  <a:lnTo>
                    <a:pt x="14052" y="38544"/>
                  </a:lnTo>
                  <a:lnTo>
                    <a:pt x="11919" y="38544"/>
                  </a:lnTo>
                  <a:lnTo>
                    <a:pt x="9786" y="41661"/>
                  </a:lnTo>
                  <a:lnTo>
                    <a:pt x="5936" y="42583"/>
                  </a:lnTo>
                  <a:lnTo>
                    <a:pt x="2272" y="41486"/>
                  </a:lnTo>
                  <a:lnTo>
                    <a:pt x="1901" y="35647"/>
                  </a:lnTo>
                  <a:lnTo>
                    <a:pt x="4406" y="35120"/>
                  </a:lnTo>
                  <a:lnTo>
                    <a:pt x="3060" y="37842"/>
                  </a:lnTo>
                  <a:lnTo>
                    <a:pt x="6354" y="40037"/>
                  </a:lnTo>
                  <a:lnTo>
                    <a:pt x="8673" y="40212"/>
                  </a:lnTo>
                  <a:lnTo>
                    <a:pt x="9832" y="34549"/>
                  </a:lnTo>
                  <a:lnTo>
                    <a:pt x="10991" y="34023"/>
                  </a:lnTo>
                  <a:lnTo>
                    <a:pt x="14098" y="36569"/>
                  </a:lnTo>
                  <a:cubicBezTo>
                    <a:pt x="14098" y="36569"/>
                    <a:pt x="19525" y="32706"/>
                    <a:pt x="21844" y="32179"/>
                  </a:cubicBezTo>
                  <a:cubicBezTo>
                    <a:pt x="24162" y="31652"/>
                    <a:pt x="30145" y="32354"/>
                    <a:pt x="33438" y="32925"/>
                  </a:cubicBezTo>
                  <a:cubicBezTo>
                    <a:pt x="36730" y="33452"/>
                    <a:pt x="41925" y="29369"/>
                    <a:pt x="41925" y="29369"/>
                  </a:cubicBezTo>
                  <a:cubicBezTo>
                    <a:pt x="45403" y="30379"/>
                    <a:pt x="50412" y="33496"/>
                    <a:pt x="48881" y="27086"/>
                  </a:cubicBezTo>
                  <a:cubicBezTo>
                    <a:pt x="47351" y="20677"/>
                    <a:pt x="40209" y="22521"/>
                    <a:pt x="40209" y="22521"/>
                  </a:cubicBezTo>
                  <a:lnTo>
                    <a:pt x="40209" y="19711"/>
                  </a:lnTo>
                  <a:cubicBezTo>
                    <a:pt x="39421" y="13433"/>
                    <a:pt x="30887" y="17604"/>
                    <a:pt x="30887" y="17604"/>
                  </a:cubicBezTo>
                  <a:lnTo>
                    <a:pt x="26898" y="17253"/>
                  </a:lnTo>
                  <a:lnTo>
                    <a:pt x="30006" y="13960"/>
                  </a:lnTo>
                  <a:lnTo>
                    <a:pt x="27873" y="11019"/>
                  </a:lnTo>
                  <a:lnTo>
                    <a:pt x="22864" y="15233"/>
                  </a:lnTo>
                  <a:lnTo>
                    <a:pt x="24812" y="11370"/>
                  </a:lnTo>
                  <a:lnTo>
                    <a:pt x="26574" y="4785"/>
                  </a:lnTo>
                  <a:lnTo>
                    <a:pt x="24626" y="4785"/>
                  </a:lnTo>
                  <a:lnTo>
                    <a:pt x="20591" y="9526"/>
                  </a:lnTo>
                  <a:lnTo>
                    <a:pt x="15954" y="10799"/>
                  </a:lnTo>
                  <a:lnTo>
                    <a:pt x="16510" y="5663"/>
                  </a:lnTo>
                  <a:lnTo>
                    <a:pt x="18458" y="8604"/>
                  </a:lnTo>
                  <a:lnTo>
                    <a:pt x="21473" y="4961"/>
                  </a:lnTo>
                  <a:lnTo>
                    <a:pt x="21473" y="0"/>
                  </a:lnTo>
                  <a:lnTo>
                    <a:pt x="14238" y="1668"/>
                  </a:lnTo>
                  <a:lnTo>
                    <a:pt x="14238" y="12116"/>
                  </a:lnTo>
                  <a:lnTo>
                    <a:pt x="12104" y="14311"/>
                  </a:lnTo>
                  <a:lnTo>
                    <a:pt x="12104" y="1668"/>
                  </a:lnTo>
                  <a:lnTo>
                    <a:pt x="8255" y="1668"/>
                  </a:lnTo>
                  <a:lnTo>
                    <a:pt x="8626" y="13916"/>
                  </a:lnTo>
                  <a:lnTo>
                    <a:pt x="5936" y="12248"/>
                  </a:lnTo>
                  <a:lnTo>
                    <a:pt x="5751" y="6409"/>
                  </a:lnTo>
                  <a:lnTo>
                    <a:pt x="2875" y="6409"/>
                  </a:lnTo>
                  <a:lnTo>
                    <a:pt x="4638" y="15365"/>
                  </a:lnTo>
                  <a:cubicBezTo>
                    <a:pt x="6771" y="17692"/>
                    <a:pt x="7745" y="23048"/>
                    <a:pt x="7745" y="230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0" name="Freeform: Shape 1889">
              <a:extLst>
                <a:ext uri="{FF2B5EF4-FFF2-40B4-BE49-F238E27FC236}">
                  <a16:creationId xmlns:a16="http://schemas.microsoft.com/office/drawing/2014/main" id="{E3E17FED-45F0-2B53-4E2C-2997C2A9CC42}"/>
                </a:ext>
              </a:extLst>
            </p:cNvPr>
            <p:cNvSpPr>
              <a:spLocks/>
            </p:cNvSpPr>
            <p:nvPr/>
          </p:nvSpPr>
          <p:spPr>
            <a:xfrm>
              <a:off x="8319939" y="1518026"/>
              <a:ext cx="46733" cy="37281"/>
            </a:xfrm>
            <a:custGeom>
              <a:avLst/>
              <a:gdLst>
                <a:gd name="connsiteX0" fmla="*/ 425 w 31309"/>
                <a:gd name="connsiteY0" fmla="*/ 9983 h 24977"/>
                <a:gd name="connsiteX1" fmla="*/ 8310 w 31309"/>
                <a:gd name="connsiteY1" fmla="*/ 17841 h 24977"/>
                <a:gd name="connsiteX2" fmla="*/ 21110 w 31309"/>
                <a:gd name="connsiteY2" fmla="*/ 24953 h 24977"/>
                <a:gd name="connsiteX3" fmla="*/ 24588 w 31309"/>
                <a:gd name="connsiteY3" fmla="*/ 19114 h 24977"/>
                <a:gd name="connsiteX4" fmla="*/ 27695 w 31309"/>
                <a:gd name="connsiteY4" fmla="*/ 17841 h 24977"/>
                <a:gd name="connsiteX5" fmla="*/ 31174 w 31309"/>
                <a:gd name="connsiteY5" fmla="*/ 7964 h 24977"/>
                <a:gd name="connsiteX6" fmla="*/ 16704 w 31309"/>
                <a:gd name="connsiteY6" fmla="*/ 281 h 24977"/>
                <a:gd name="connsiteX7" fmla="*/ 8402 w 31309"/>
                <a:gd name="connsiteY7" fmla="*/ 3003 h 24977"/>
                <a:gd name="connsiteX8" fmla="*/ 8402 w 31309"/>
                <a:gd name="connsiteY8" fmla="*/ 8666 h 24977"/>
                <a:gd name="connsiteX9" fmla="*/ 472 w 31309"/>
                <a:gd name="connsiteY9" fmla="*/ 9939 h 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309" h="24977">
                  <a:moveTo>
                    <a:pt x="425" y="9983"/>
                  </a:moveTo>
                  <a:cubicBezTo>
                    <a:pt x="-1708" y="17490"/>
                    <a:pt x="4692" y="14900"/>
                    <a:pt x="8310" y="17841"/>
                  </a:cubicBezTo>
                  <a:cubicBezTo>
                    <a:pt x="11974" y="20783"/>
                    <a:pt x="17817" y="25348"/>
                    <a:pt x="21110" y="24953"/>
                  </a:cubicBezTo>
                  <a:cubicBezTo>
                    <a:pt x="24403" y="24602"/>
                    <a:pt x="24588" y="19114"/>
                    <a:pt x="24588" y="19114"/>
                  </a:cubicBezTo>
                  <a:lnTo>
                    <a:pt x="27695" y="17841"/>
                  </a:lnTo>
                  <a:cubicBezTo>
                    <a:pt x="27695" y="17841"/>
                    <a:pt x="30014" y="13627"/>
                    <a:pt x="31174" y="7964"/>
                  </a:cubicBezTo>
                  <a:cubicBezTo>
                    <a:pt x="32333" y="2301"/>
                    <a:pt x="25979" y="1379"/>
                    <a:pt x="16704" y="281"/>
                  </a:cubicBezTo>
                  <a:cubicBezTo>
                    <a:pt x="7428" y="-816"/>
                    <a:pt x="8402" y="1554"/>
                    <a:pt x="8402" y="3003"/>
                  </a:cubicBezTo>
                  <a:lnTo>
                    <a:pt x="8402" y="8666"/>
                  </a:lnTo>
                  <a:cubicBezTo>
                    <a:pt x="2234" y="7217"/>
                    <a:pt x="472" y="9939"/>
                    <a:pt x="472" y="99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1" name="Freeform: Shape 1890">
              <a:extLst>
                <a:ext uri="{FF2B5EF4-FFF2-40B4-BE49-F238E27FC236}">
                  <a16:creationId xmlns:a16="http://schemas.microsoft.com/office/drawing/2014/main" id="{FD46197F-44AA-08DB-1B5A-CFF374FDD785}"/>
                </a:ext>
              </a:extLst>
            </p:cNvPr>
            <p:cNvSpPr>
              <a:spLocks/>
            </p:cNvSpPr>
            <p:nvPr/>
          </p:nvSpPr>
          <p:spPr>
            <a:xfrm>
              <a:off x="8352071" y="1502851"/>
              <a:ext cx="5838" cy="9304"/>
            </a:xfrm>
            <a:custGeom>
              <a:avLst/>
              <a:gdLst>
                <a:gd name="connsiteX0" fmla="*/ 3664 w 3911"/>
                <a:gd name="connsiteY0" fmla="*/ 0 h 6233"/>
                <a:gd name="connsiteX1" fmla="*/ 0 w 3911"/>
                <a:gd name="connsiteY1" fmla="*/ 0 h 6233"/>
                <a:gd name="connsiteX2" fmla="*/ 1159 w 3911"/>
                <a:gd name="connsiteY2" fmla="*/ 6234 h 6233"/>
                <a:gd name="connsiteX3" fmla="*/ 3664 w 3911"/>
                <a:gd name="connsiteY3" fmla="*/ 4214 h 6233"/>
                <a:gd name="connsiteX4" fmla="*/ 3664 w 3911"/>
                <a:gd name="connsiteY4" fmla="*/ 0 h 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1" h="6233">
                  <a:moveTo>
                    <a:pt x="3664" y="0"/>
                  </a:moveTo>
                  <a:lnTo>
                    <a:pt x="0" y="0"/>
                  </a:lnTo>
                  <a:lnTo>
                    <a:pt x="1159" y="6234"/>
                  </a:lnTo>
                  <a:cubicBezTo>
                    <a:pt x="1159" y="6234"/>
                    <a:pt x="3107" y="4785"/>
                    <a:pt x="3664" y="4214"/>
                  </a:cubicBezTo>
                  <a:cubicBezTo>
                    <a:pt x="4220" y="3644"/>
                    <a:pt x="3664" y="0"/>
                    <a:pt x="3664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2" name="Freeform: Shape 1891">
              <a:extLst>
                <a:ext uri="{FF2B5EF4-FFF2-40B4-BE49-F238E27FC236}">
                  <a16:creationId xmlns:a16="http://schemas.microsoft.com/office/drawing/2014/main" id="{C51750BD-BD98-8C57-1FDB-C3304658A86C}"/>
                </a:ext>
              </a:extLst>
            </p:cNvPr>
            <p:cNvSpPr>
              <a:spLocks/>
            </p:cNvSpPr>
            <p:nvPr/>
          </p:nvSpPr>
          <p:spPr>
            <a:xfrm>
              <a:off x="8356294" y="1341784"/>
              <a:ext cx="13607" cy="16381"/>
            </a:xfrm>
            <a:custGeom>
              <a:avLst/>
              <a:gdLst>
                <a:gd name="connsiteX0" fmla="*/ 6214 w 9116"/>
                <a:gd name="connsiteY0" fmla="*/ 10975 h 10975"/>
                <a:gd name="connsiteX1" fmla="*/ 7930 w 9116"/>
                <a:gd name="connsiteY1" fmla="*/ 4039 h 10975"/>
                <a:gd name="connsiteX2" fmla="*/ 1020 w 9116"/>
                <a:gd name="connsiteY2" fmla="*/ 0 h 10975"/>
                <a:gd name="connsiteX3" fmla="*/ 0 w 9116"/>
                <a:gd name="connsiteY3" fmla="*/ 3117 h 10975"/>
                <a:gd name="connsiteX4" fmla="*/ 6168 w 9116"/>
                <a:gd name="connsiteY4" fmla="*/ 10975 h 1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6" h="10975">
                  <a:moveTo>
                    <a:pt x="6214" y="10975"/>
                  </a:moveTo>
                  <a:cubicBezTo>
                    <a:pt x="9507" y="10975"/>
                    <a:pt x="9878" y="6585"/>
                    <a:pt x="7930" y="4039"/>
                  </a:cubicBezTo>
                  <a:cubicBezTo>
                    <a:pt x="5983" y="1493"/>
                    <a:pt x="1020" y="0"/>
                    <a:pt x="1020" y="0"/>
                  </a:cubicBezTo>
                  <a:lnTo>
                    <a:pt x="0" y="3117"/>
                  </a:lnTo>
                  <a:cubicBezTo>
                    <a:pt x="0" y="3117"/>
                    <a:pt x="2875" y="10975"/>
                    <a:pt x="6168" y="109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3" name="Freeform: Shape 1892">
              <a:extLst>
                <a:ext uri="{FF2B5EF4-FFF2-40B4-BE49-F238E27FC236}">
                  <a16:creationId xmlns:a16="http://schemas.microsoft.com/office/drawing/2014/main" id="{B6F32E4E-16EF-0A1C-3839-4C7519D36356}"/>
                </a:ext>
              </a:extLst>
            </p:cNvPr>
            <p:cNvSpPr>
              <a:spLocks/>
            </p:cNvSpPr>
            <p:nvPr/>
          </p:nvSpPr>
          <p:spPr>
            <a:xfrm>
              <a:off x="7501830" y="1670475"/>
              <a:ext cx="36587" cy="25067"/>
            </a:xfrm>
            <a:custGeom>
              <a:avLst/>
              <a:gdLst>
                <a:gd name="connsiteX0" fmla="*/ 6095 w 24512"/>
                <a:gd name="connsiteY0" fmla="*/ 9741 h 16794"/>
                <a:gd name="connsiteX1" fmla="*/ 19 w 24512"/>
                <a:gd name="connsiteY1" fmla="*/ 15975 h 16794"/>
                <a:gd name="connsiteX2" fmla="*/ 13793 w 24512"/>
                <a:gd name="connsiteY2" fmla="*/ 15975 h 16794"/>
                <a:gd name="connsiteX3" fmla="*/ 24414 w 24512"/>
                <a:gd name="connsiteY3" fmla="*/ 7195 h 16794"/>
                <a:gd name="connsiteX4" fmla="*/ 11289 w 24512"/>
                <a:gd name="connsiteY4" fmla="*/ 610 h 16794"/>
                <a:gd name="connsiteX5" fmla="*/ 6095 w 24512"/>
                <a:gd name="connsiteY5" fmla="*/ 9741 h 16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512" h="16794">
                  <a:moveTo>
                    <a:pt x="6095" y="9741"/>
                  </a:moveTo>
                  <a:cubicBezTo>
                    <a:pt x="6095" y="9741"/>
                    <a:pt x="-398" y="9565"/>
                    <a:pt x="19" y="15975"/>
                  </a:cubicBezTo>
                  <a:cubicBezTo>
                    <a:pt x="19" y="15975"/>
                    <a:pt x="12077" y="17819"/>
                    <a:pt x="13793" y="15975"/>
                  </a:cubicBezTo>
                  <a:cubicBezTo>
                    <a:pt x="15509" y="14131"/>
                    <a:pt x="23440" y="8117"/>
                    <a:pt x="24414" y="7195"/>
                  </a:cubicBezTo>
                  <a:cubicBezTo>
                    <a:pt x="25388" y="6273"/>
                    <a:pt x="18987" y="-2331"/>
                    <a:pt x="11289" y="610"/>
                  </a:cubicBezTo>
                  <a:cubicBezTo>
                    <a:pt x="3544" y="3551"/>
                    <a:pt x="6095" y="9741"/>
                    <a:pt x="6095" y="974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4" name="Freeform: Shape 1893">
              <a:extLst>
                <a:ext uri="{FF2B5EF4-FFF2-40B4-BE49-F238E27FC236}">
                  <a16:creationId xmlns:a16="http://schemas.microsoft.com/office/drawing/2014/main" id="{4E458809-2541-A19A-6516-8E3EC046BDBB}"/>
                </a:ext>
              </a:extLst>
            </p:cNvPr>
            <p:cNvSpPr>
              <a:spLocks/>
            </p:cNvSpPr>
            <p:nvPr/>
          </p:nvSpPr>
          <p:spPr>
            <a:xfrm>
              <a:off x="7631794" y="1788743"/>
              <a:ext cx="4638" cy="5437"/>
            </a:xfrm>
            <a:custGeom>
              <a:avLst/>
              <a:gdLst>
                <a:gd name="connsiteX0" fmla="*/ 0 w 3107"/>
                <a:gd name="connsiteY0" fmla="*/ 0 h 3643"/>
                <a:gd name="connsiteX1" fmla="*/ 1159 w 3107"/>
                <a:gd name="connsiteY1" fmla="*/ 3644 h 3643"/>
                <a:gd name="connsiteX2" fmla="*/ 3107 w 3107"/>
                <a:gd name="connsiteY2" fmla="*/ 0 h 3643"/>
                <a:gd name="connsiteX3" fmla="*/ 0 w 3107"/>
                <a:gd name="connsiteY3" fmla="*/ 0 h 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7" h="3643">
                  <a:moveTo>
                    <a:pt x="0" y="0"/>
                  </a:moveTo>
                  <a:lnTo>
                    <a:pt x="1159" y="3644"/>
                  </a:lnTo>
                  <a:lnTo>
                    <a:pt x="310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5" name="Freeform: Shape 1894">
              <a:extLst>
                <a:ext uri="{FF2B5EF4-FFF2-40B4-BE49-F238E27FC236}">
                  <a16:creationId xmlns:a16="http://schemas.microsoft.com/office/drawing/2014/main" id="{65D81D33-122D-A821-25FE-DF004FA67FDD}"/>
                </a:ext>
              </a:extLst>
            </p:cNvPr>
            <p:cNvSpPr>
              <a:spLocks/>
            </p:cNvSpPr>
            <p:nvPr/>
          </p:nvSpPr>
          <p:spPr>
            <a:xfrm>
              <a:off x="7647945" y="1789745"/>
              <a:ext cx="5723" cy="4437"/>
            </a:xfrm>
            <a:custGeom>
              <a:avLst/>
              <a:gdLst>
                <a:gd name="connsiteX0" fmla="*/ 1144 w 3834"/>
                <a:gd name="connsiteY0" fmla="*/ 2972 h 2972"/>
                <a:gd name="connsiteX1" fmla="*/ 3834 w 3834"/>
                <a:gd name="connsiteY1" fmla="*/ 2972 h 2972"/>
                <a:gd name="connsiteX2" fmla="*/ 3046 w 3834"/>
                <a:gd name="connsiteY2" fmla="*/ 250 h 2972"/>
                <a:gd name="connsiteX3" fmla="*/ 1098 w 3834"/>
                <a:gd name="connsiteY3" fmla="*/ 2972 h 2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4" h="2972">
                  <a:moveTo>
                    <a:pt x="1144" y="2972"/>
                  </a:moveTo>
                  <a:lnTo>
                    <a:pt x="3834" y="2972"/>
                  </a:lnTo>
                  <a:lnTo>
                    <a:pt x="3046" y="250"/>
                  </a:lnTo>
                  <a:cubicBezTo>
                    <a:pt x="-2381" y="-1023"/>
                    <a:pt x="1098" y="2972"/>
                    <a:pt x="1098" y="297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6" name="Freeform: Shape 1895">
              <a:extLst>
                <a:ext uri="{FF2B5EF4-FFF2-40B4-BE49-F238E27FC236}">
                  <a16:creationId xmlns:a16="http://schemas.microsoft.com/office/drawing/2014/main" id="{B9CFF49F-039D-614A-A2FB-EBD6F350021C}"/>
                </a:ext>
              </a:extLst>
            </p:cNvPr>
            <p:cNvSpPr>
              <a:spLocks/>
            </p:cNvSpPr>
            <p:nvPr/>
          </p:nvSpPr>
          <p:spPr>
            <a:xfrm>
              <a:off x="7629162" y="1791487"/>
              <a:ext cx="29697" cy="45352"/>
            </a:xfrm>
            <a:custGeom>
              <a:avLst/>
              <a:gdLst>
                <a:gd name="connsiteX0" fmla="*/ 16464 w 19896"/>
                <a:gd name="connsiteY0" fmla="*/ 17346 h 30384"/>
                <a:gd name="connsiteX1" fmla="*/ 18180 w 19896"/>
                <a:gd name="connsiteY1" fmla="*/ 13307 h 30384"/>
                <a:gd name="connsiteX2" fmla="*/ 19896 w 19896"/>
                <a:gd name="connsiteY2" fmla="*/ 8390 h 30384"/>
                <a:gd name="connsiteX3" fmla="*/ 16418 w 19896"/>
                <a:gd name="connsiteY3" fmla="*/ 5844 h 30384"/>
                <a:gd name="connsiteX4" fmla="*/ 16418 w 19896"/>
                <a:gd name="connsiteY4" fmla="*/ 10234 h 30384"/>
                <a:gd name="connsiteX5" fmla="*/ 14516 w 19896"/>
                <a:gd name="connsiteY5" fmla="*/ 9312 h 30384"/>
                <a:gd name="connsiteX6" fmla="*/ 8673 w 19896"/>
                <a:gd name="connsiteY6" fmla="*/ 5 h 30384"/>
                <a:gd name="connsiteX7" fmla="*/ 4823 w 19896"/>
                <a:gd name="connsiteY7" fmla="*/ 6239 h 30384"/>
                <a:gd name="connsiteX8" fmla="*/ 6354 w 19896"/>
                <a:gd name="connsiteY8" fmla="*/ 6590 h 30384"/>
                <a:gd name="connsiteX9" fmla="*/ 7142 w 19896"/>
                <a:gd name="connsiteY9" fmla="*/ 3869 h 30384"/>
                <a:gd name="connsiteX10" fmla="*/ 7699 w 19896"/>
                <a:gd name="connsiteY10" fmla="*/ 8610 h 30384"/>
                <a:gd name="connsiteX11" fmla="*/ 4823 w 19896"/>
                <a:gd name="connsiteY11" fmla="*/ 8610 h 30384"/>
                <a:gd name="connsiteX12" fmla="*/ 4823 w 19896"/>
                <a:gd name="connsiteY12" fmla="*/ 12824 h 30384"/>
                <a:gd name="connsiteX13" fmla="*/ 0 w 19896"/>
                <a:gd name="connsiteY13" fmla="*/ 18136 h 30384"/>
                <a:gd name="connsiteX14" fmla="*/ 1716 w 19896"/>
                <a:gd name="connsiteY14" fmla="*/ 25468 h 30384"/>
                <a:gd name="connsiteX15" fmla="*/ 6725 w 19896"/>
                <a:gd name="connsiteY15" fmla="*/ 30384 h 30384"/>
                <a:gd name="connsiteX16" fmla="*/ 9044 w 19896"/>
                <a:gd name="connsiteY16" fmla="*/ 30384 h 30384"/>
                <a:gd name="connsiteX17" fmla="*/ 10992 w 19896"/>
                <a:gd name="connsiteY17" fmla="*/ 25643 h 30384"/>
                <a:gd name="connsiteX18" fmla="*/ 6725 w 19896"/>
                <a:gd name="connsiteY18" fmla="*/ 21999 h 30384"/>
                <a:gd name="connsiteX19" fmla="*/ 6725 w 19896"/>
                <a:gd name="connsiteY19" fmla="*/ 19058 h 30384"/>
                <a:gd name="connsiteX20" fmla="*/ 12151 w 19896"/>
                <a:gd name="connsiteY20" fmla="*/ 24370 h 30384"/>
                <a:gd name="connsiteX21" fmla="*/ 16418 w 19896"/>
                <a:gd name="connsiteY21" fmla="*/ 22702 h 30384"/>
                <a:gd name="connsiteX22" fmla="*/ 16418 w 19896"/>
                <a:gd name="connsiteY22" fmla="*/ 20331 h 30384"/>
                <a:gd name="connsiteX23" fmla="*/ 12615 w 19896"/>
                <a:gd name="connsiteY23" fmla="*/ 19409 h 30384"/>
                <a:gd name="connsiteX24" fmla="*/ 14516 w 19896"/>
                <a:gd name="connsiteY24" fmla="*/ 13571 h 30384"/>
                <a:gd name="connsiteX25" fmla="*/ 14516 w 19896"/>
                <a:gd name="connsiteY25" fmla="*/ 18136 h 30384"/>
                <a:gd name="connsiteX26" fmla="*/ 16418 w 19896"/>
                <a:gd name="connsiteY26" fmla="*/ 17390 h 3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896" h="30384">
                  <a:moveTo>
                    <a:pt x="16464" y="17346"/>
                  </a:moveTo>
                  <a:lnTo>
                    <a:pt x="18180" y="13307"/>
                  </a:lnTo>
                  <a:lnTo>
                    <a:pt x="19896" y="8390"/>
                  </a:lnTo>
                  <a:lnTo>
                    <a:pt x="16418" y="5844"/>
                  </a:lnTo>
                  <a:lnTo>
                    <a:pt x="16418" y="10234"/>
                  </a:lnTo>
                  <a:lnTo>
                    <a:pt x="14516" y="9312"/>
                  </a:lnTo>
                  <a:cubicBezTo>
                    <a:pt x="14516" y="5098"/>
                    <a:pt x="12754" y="225"/>
                    <a:pt x="8673" y="5"/>
                  </a:cubicBezTo>
                  <a:cubicBezTo>
                    <a:pt x="4638" y="-214"/>
                    <a:pt x="4823" y="6239"/>
                    <a:pt x="4823" y="6239"/>
                  </a:cubicBezTo>
                  <a:lnTo>
                    <a:pt x="6354" y="6590"/>
                  </a:lnTo>
                  <a:cubicBezTo>
                    <a:pt x="6354" y="6590"/>
                    <a:pt x="6539" y="3869"/>
                    <a:pt x="7142" y="3869"/>
                  </a:cubicBezTo>
                  <a:cubicBezTo>
                    <a:pt x="7745" y="3869"/>
                    <a:pt x="7699" y="8610"/>
                    <a:pt x="7699" y="8610"/>
                  </a:cubicBezTo>
                  <a:lnTo>
                    <a:pt x="4823" y="8610"/>
                  </a:lnTo>
                  <a:lnTo>
                    <a:pt x="4823" y="12824"/>
                  </a:lnTo>
                  <a:cubicBezTo>
                    <a:pt x="789" y="13175"/>
                    <a:pt x="0" y="18136"/>
                    <a:pt x="0" y="18136"/>
                  </a:cubicBezTo>
                  <a:lnTo>
                    <a:pt x="1716" y="25468"/>
                  </a:lnTo>
                  <a:lnTo>
                    <a:pt x="6725" y="30384"/>
                  </a:lnTo>
                  <a:lnTo>
                    <a:pt x="9044" y="30384"/>
                  </a:lnTo>
                  <a:lnTo>
                    <a:pt x="10992" y="25643"/>
                  </a:lnTo>
                  <a:lnTo>
                    <a:pt x="6725" y="21999"/>
                  </a:lnTo>
                  <a:lnTo>
                    <a:pt x="6725" y="19058"/>
                  </a:lnTo>
                  <a:lnTo>
                    <a:pt x="12151" y="24370"/>
                  </a:lnTo>
                  <a:lnTo>
                    <a:pt x="16418" y="22702"/>
                  </a:lnTo>
                  <a:lnTo>
                    <a:pt x="16418" y="20331"/>
                  </a:lnTo>
                  <a:lnTo>
                    <a:pt x="12615" y="19409"/>
                  </a:lnTo>
                  <a:cubicBezTo>
                    <a:pt x="10945" y="17214"/>
                    <a:pt x="14516" y="13571"/>
                    <a:pt x="14516" y="13571"/>
                  </a:cubicBezTo>
                  <a:lnTo>
                    <a:pt x="14516" y="18136"/>
                  </a:lnTo>
                  <a:lnTo>
                    <a:pt x="16418" y="17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7" name="Freeform: Shape 1896">
              <a:extLst>
                <a:ext uri="{FF2B5EF4-FFF2-40B4-BE49-F238E27FC236}">
                  <a16:creationId xmlns:a16="http://schemas.microsoft.com/office/drawing/2014/main" id="{FA4FA3F8-8F29-B58E-5548-37969081B395}"/>
                </a:ext>
              </a:extLst>
            </p:cNvPr>
            <p:cNvSpPr>
              <a:spLocks/>
            </p:cNvSpPr>
            <p:nvPr/>
          </p:nvSpPr>
          <p:spPr>
            <a:xfrm>
              <a:off x="7328377" y="2051920"/>
              <a:ext cx="15540" cy="13147"/>
            </a:xfrm>
            <a:custGeom>
              <a:avLst/>
              <a:gdLst>
                <a:gd name="connsiteX0" fmla="*/ 5 w 10411"/>
                <a:gd name="connsiteY0" fmla="*/ 380 h 8808"/>
                <a:gd name="connsiteX1" fmla="*/ 5199 w 10411"/>
                <a:gd name="connsiteY1" fmla="*/ 8809 h 8808"/>
                <a:gd name="connsiteX2" fmla="*/ 10254 w 10411"/>
                <a:gd name="connsiteY2" fmla="*/ 8809 h 8808"/>
                <a:gd name="connsiteX3" fmla="*/ 9094 w 10411"/>
                <a:gd name="connsiteY3" fmla="*/ 2224 h 8808"/>
                <a:gd name="connsiteX4" fmla="*/ 5 w 10411"/>
                <a:gd name="connsiteY4" fmla="*/ 380 h 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1" h="8808">
                  <a:moveTo>
                    <a:pt x="5" y="380"/>
                  </a:moveTo>
                  <a:cubicBezTo>
                    <a:pt x="-181" y="5692"/>
                    <a:pt x="5199" y="8809"/>
                    <a:pt x="5199" y="8809"/>
                  </a:cubicBezTo>
                  <a:lnTo>
                    <a:pt x="10254" y="8809"/>
                  </a:lnTo>
                  <a:cubicBezTo>
                    <a:pt x="10254" y="8809"/>
                    <a:pt x="11043" y="5692"/>
                    <a:pt x="9094" y="2224"/>
                  </a:cubicBezTo>
                  <a:cubicBezTo>
                    <a:pt x="7147" y="-1244"/>
                    <a:pt x="5" y="380"/>
                    <a:pt x="5" y="3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8" name="Freeform: Shape 1897">
              <a:extLst>
                <a:ext uri="{FF2B5EF4-FFF2-40B4-BE49-F238E27FC236}">
                  <a16:creationId xmlns:a16="http://schemas.microsoft.com/office/drawing/2014/main" id="{8901A4BA-E6C9-0301-D66F-0F7878EDC67C}"/>
                </a:ext>
              </a:extLst>
            </p:cNvPr>
            <p:cNvSpPr>
              <a:spLocks/>
            </p:cNvSpPr>
            <p:nvPr/>
          </p:nvSpPr>
          <p:spPr>
            <a:xfrm>
              <a:off x="7268635" y="1880312"/>
              <a:ext cx="10425" cy="14521"/>
            </a:xfrm>
            <a:custGeom>
              <a:avLst/>
              <a:gdLst>
                <a:gd name="connsiteX0" fmla="*/ 3113 w 6984"/>
                <a:gd name="connsiteY0" fmla="*/ 9726 h 9729"/>
                <a:gd name="connsiteX1" fmla="*/ 6962 w 6984"/>
                <a:gd name="connsiteY1" fmla="*/ 1385 h 9729"/>
                <a:gd name="connsiteX2" fmla="*/ 3113 w 6984"/>
                <a:gd name="connsiteY2" fmla="*/ 1385 h 9729"/>
                <a:gd name="connsiteX3" fmla="*/ 2324 w 6984"/>
                <a:gd name="connsiteY3" fmla="*/ 4853 h 9729"/>
                <a:gd name="connsiteX4" fmla="*/ 1165 w 6984"/>
                <a:gd name="connsiteY4" fmla="*/ 6697 h 9729"/>
                <a:gd name="connsiteX5" fmla="*/ 3113 w 6984"/>
                <a:gd name="connsiteY5" fmla="*/ 9726 h 9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84" h="9729">
                  <a:moveTo>
                    <a:pt x="3113" y="9726"/>
                  </a:moveTo>
                  <a:cubicBezTo>
                    <a:pt x="5617" y="9639"/>
                    <a:pt x="7194" y="4502"/>
                    <a:pt x="6962" y="1385"/>
                  </a:cubicBezTo>
                  <a:cubicBezTo>
                    <a:pt x="6776" y="-1732"/>
                    <a:pt x="3113" y="1385"/>
                    <a:pt x="3113" y="1385"/>
                  </a:cubicBezTo>
                  <a:cubicBezTo>
                    <a:pt x="1350" y="2483"/>
                    <a:pt x="2324" y="4853"/>
                    <a:pt x="2324" y="4853"/>
                  </a:cubicBezTo>
                  <a:lnTo>
                    <a:pt x="1165" y="6697"/>
                  </a:lnTo>
                  <a:cubicBezTo>
                    <a:pt x="-1340" y="7795"/>
                    <a:pt x="608" y="9814"/>
                    <a:pt x="3113" y="972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9" name="Freeform: Shape 1898">
              <a:extLst>
                <a:ext uri="{FF2B5EF4-FFF2-40B4-BE49-F238E27FC236}">
                  <a16:creationId xmlns:a16="http://schemas.microsoft.com/office/drawing/2014/main" id="{D2FE8CF6-B3BB-9D15-E2DE-E9BA12A519E4}"/>
                </a:ext>
              </a:extLst>
            </p:cNvPr>
            <p:cNvSpPr>
              <a:spLocks/>
            </p:cNvSpPr>
            <p:nvPr/>
          </p:nvSpPr>
          <p:spPr>
            <a:xfrm>
              <a:off x="6888187" y="1947121"/>
              <a:ext cx="12183" cy="6814"/>
            </a:xfrm>
            <a:custGeom>
              <a:avLst/>
              <a:gdLst>
                <a:gd name="connsiteX0" fmla="*/ 0 w 8162"/>
                <a:gd name="connsiteY0" fmla="*/ 4566 h 4565"/>
                <a:gd name="connsiteX1" fmla="*/ 6029 w 8162"/>
                <a:gd name="connsiteY1" fmla="*/ 3468 h 4565"/>
                <a:gd name="connsiteX2" fmla="*/ 8162 w 8162"/>
                <a:gd name="connsiteY2" fmla="*/ 0 h 4565"/>
                <a:gd name="connsiteX3" fmla="*/ 2551 w 8162"/>
                <a:gd name="connsiteY3" fmla="*/ 0 h 4565"/>
                <a:gd name="connsiteX4" fmla="*/ 0 w 8162"/>
                <a:gd name="connsiteY4" fmla="*/ 4566 h 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62" h="4565">
                  <a:moveTo>
                    <a:pt x="0" y="4566"/>
                  </a:moveTo>
                  <a:lnTo>
                    <a:pt x="6029" y="3468"/>
                  </a:lnTo>
                  <a:lnTo>
                    <a:pt x="8162" y="0"/>
                  </a:lnTo>
                  <a:lnTo>
                    <a:pt x="2551" y="0"/>
                  </a:lnTo>
                  <a:lnTo>
                    <a:pt x="0" y="45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0" name="Freeform: Shape 1899">
              <a:extLst>
                <a:ext uri="{FF2B5EF4-FFF2-40B4-BE49-F238E27FC236}">
                  <a16:creationId xmlns:a16="http://schemas.microsoft.com/office/drawing/2014/main" id="{FD92BC37-EECE-4F7C-49BD-897C99309C30}"/>
                </a:ext>
              </a:extLst>
            </p:cNvPr>
            <p:cNvSpPr>
              <a:spLocks/>
            </p:cNvSpPr>
            <p:nvPr/>
          </p:nvSpPr>
          <p:spPr>
            <a:xfrm>
              <a:off x="7076893" y="1390274"/>
              <a:ext cx="9068" cy="9435"/>
            </a:xfrm>
            <a:custGeom>
              <a:avLst/>
              <a:gdLst>
                <a:gd name="connsiteX0" fmla="*/ 6075 w 6075"/>
                <a:gd name="connsiteY0" fmla="*/ 0 h 6321"/>
                <a:gd name="connsiteX1" fmla="*/ 0 w 6075"/>
                <a:gd name="connsiteY1" fmla="*/ 4917 h 6321"/>
                <a:gd name="connsiteX2" fmla="*/ 6075 w 6075"/>
                <a:gd name="connsiteY2" fmla="*/ 6322 h 6321"/>
                <a:gd name="connsiteX3" fmla="*/ 6075 w 6075"/>
                <a:gd name="connsiteY3" fmla="*/ 0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75" h="6321">
                  <a:moveTo>
                    <a:pt x="6075" y="0"/>
                  </a:moveTo>
                  <a:lnTo>
                    <a:pt x="0" y="4917"/>
                  </a:lnTo>
                  <a:lnTo>
                    <a:pt x="6075" y="6322"/>
                  </a:lnTo>
                  <a:lnTo>
                    <a:pt x="607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1" name="Freeform: Shape 1900">
              <a:extLst>
                <a:ext uri="{FF2B5EF4-FFF2-40B4-BE49-F238E27FC236}">
                  <a16:creationId xmlns:a16="http://schemas.microsoft.com/office/drawing/2014/main" id="{795FDDF0-C4B1-FE71-B9F6-E9B9EBC43EFC}"/>
                </a:ext>
              </a:extLst>
            </p:cNvPr>
            <p:cNvSpPr>
              <a:spLocks/>
            </p:cNvSpPr>
            <p:nvPr/>
          </p:nvSpPr>
          <p:spPr>
            <a:xfrm>
              <a:off x="6687021" y="2046721"/>
              <a:ext cx="6506" cy="9435"/>
            </a:xfrm>
            <a:custGeom>
              <a:avLst/>
              <a:gdLst>
                <a:gd name="connsiteX0" fmla="*/ 4359 w 4359"/>
                <a:gd name="connsiteY0" fmla="*/ 6322 h 6321"/>
                <a:gd name="connsiteX1" fmla="*/ 4359 w 4359"/>
                <a:gd name="connsiteY1" fmla="*/ 0 h 6321"/>
                <a:gd name="connsiteX2" fmla="*/ 0 w 4359"/>
                <a:gd name="connsiteY2" fmla="*/ 0 h 6321"/>
                <a:gd name="connsiteX3" fmla="*/ 2041 w 4359"/>
                <a:gd name="connsiteY3" fmla="*/ 3161 h 6321"/>
                <a:gd name="connsiteX4" fmla="*/ 4359 w 4359"/>
                <a:gd name="connsiteY4" fmla="*/ 6322 h 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59" h="6321">
                  <a:moveTo>
                    <a:pt x="4359" y="6322"/>
                  </a:moveTo>
                  <a:lnTo>
                    <a:pt x="4359" y="0"/>
                  </a:lnTo>
                  <a:lnTo>
                    <a:pt x="0" y="0"/>
                  </a:lnTo>
                  <a:lnTo>
                    <a:pt x="2041" y="3161"/>
                  </a:lnTo>
                  <a:lnTo>
                    <a:pt x="4359" y="63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2" name="Freeform: Shape 1901">
              <a:extLst>
                <a:ext uri="{FF2B5EF4-FFF2-40B4-BE49-F238E27FC236}">
                  <a16:creationId xmlns:a16="http://schemas.microsoft.com/office/drawing/2014/main" id="{2C8DB0FF-D4EC-E841-CBC0-F13DD332FB07}"/>
                </a:ext>
              </a:extLst>
            </p:cNvPr>
            <p:cNvSpPr>
              <a:spLocks/>
            </p:cNvSpPr>
            <p:nvPr/>
          </p:nvSpPr>
          <p:spPr>
            <a:xfrm>
              <a:off x="6523514" y="2136034"/>
              <a:ext cx="17306" cy="13956"/>
            </a:xfrm>
            <a:custGeom>
              <a:avLst/>
              <a:gdLst>
                <a:gd name="connsiteX0" fmla="*/ 3478 w 11594"/>
                <a:gd name="connsiteY0" fmla="*/ 6585 h 9350"/>
                <a:gd name="connsiteX1" fmla="*/ 5797 w 11594"/>
                <a:gd name="connsiteY1" fmla="*/ 9351 h 9350"/>
                <a:gd name="connsiteX2" fmla="*/ 7791 w 11594"/>
                <a:gd name="connsiteY2" fmla="*/ 7946 h 9350"/>
                <a:gd name="connsiteX3" fmla="*/ 7791 w 11594"/>
                <a:gd name="connsiteY3" fmla="*/ 4653 h 9350"/>
                <a:gd name="connsiteX4" fmla="*/ 11594 w 11594"/>
                <a:gd name="connsiteY4" fmla="*/ 1932 h 9350"/>
                <a:gd name="connsiteX5" fmla="*/ 11594 w 11594"/>
                <a:gd name="connsiteY5" fmla="*/ 0 h 9350"/>
                <a:gd name="connsiteX6" fmla="*/ 0 w 11594"/>
                <a:gd name="connsiteY6" fmla="*/ 1361 h 9350"/>
                <a:gd name="connsiteX7" fmla="*/ 0 w 11594"/>
                <a:gd name="connsiteY7" fmla="*/ 4127 h 9350"/>
                <a:gd name="connsiteX8" fmla="*/ 3478 w 11594"/>
                <a:gd name="connsiteY8" fmla="*/ 6585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94" h="9350">
                  <a:moveTo>
                    <a:pt x="3478" y="6585"/>
                  </a:moveTo>
                  <a:lnTo>
                    <a:pt x="5797" y="9351"/>
                  </a:lnTo>
                  <a:lnTo>
                    <a:pt x="7791" y="7946"/>
                  </a:lnTo>
                  <a:lnTo>
                    <a:pt x="7791" y="4653"/>
                  </a:lnTo>
                  <a:lnTo>
                    <a:pt x="11594" y="1932"/>
                  </a:lnTo>
                  <a:lnTo>
                    <a:pt x="11594" y="0"/>
                  </a:lnTo>
                  <a:lnTo>
                    <a:pt x="0" y="1361"/>
                  </a:lnTo>
                  <a:lnTo>
                    <a:pt x="0" y="4127"/>
                  </a:lnTo>
                  <a:lnTo>
                    <a:pt x="3478" y="65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3" name="Freeform: Shape 1902">
              <a:extLst>
                <a:ext uri="{FF2B5EF4-FFF2-40B4-BE49-F238E27FC236}">
                  <a16:creationId xmlns:a16="http://schemas.microsoft.com/office/drawing/2014/main" id="{9D7CBC3B-9180-E4D9-30CB-FA62545F73B0}"/>
                </a:ext>
              </a:extLst>
            </p:cNvPr>
            <p:cNvSpPr>
              <a:spLocks/>
            </p:cNvSpPr>
            <p:nvPr/>
          </p:nvSpPr>
          <p:spPr>
            <a:xfrm>
              <a:off x="6250078" y="1782190"/>
              <a:ext cx="6922" cy="7797"/>
            </a:xfrm>
            <a:custGeom>
              <a:avLst/>
              <a:gdLst>
                <a:gd name="connsiteX0" fmla="*/ 0 w 4637"/>
                <a:gd name="connsiteY0" fmla="*/ 5224 h 5224"/>
                <a:gd name="connsiteX1" fmla="*/ 4638 w 4637"/>
                <a:gd name="connsiteY1" fmla="*/ 5224 h 5224"/>
                <a:gd name="connsiteX2" fmla="*/ 4638 w 4637"/>
                <a:gd name="connsiteY2" fmla="*/ 0 h 5224"/>
                <a:gd name="connsiteX3" fmla="*/ 0 w 4637"/>
                <a:gd name="connsiteY3" fmla="*/ 2590 h 5224"/>
                <a:gd name="connsiteX4" fmla="*/ 0 w 4637"/>
                <a:gd name="connsiteY4" fmla="*/ 5224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5224">
                  <a:moveTo>
                    <a:pt x="0" y="5224"/>
                  </a:moveTo>
                  <a:lnTo>
                    <a:pt x="4638" y="5224"/>
                  </a:lnTo>
                  <a:lnTo>
                    <a:pt x="4638" y="0"/>
                  </a:lnTo>
                  <a:lnTo>
                    <a:pt x="0" y="2590"/>
                  </a:lnTo>
                  <a:lnTo>
                    <a:pt x="0" y="52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4" name="Freeform: Shape 1903">
              <a:extLst>
                <a:ext uri="{FF2B5EF4-FFF2-40B4-BE49-F238E27FC236}">
                  <a16:creationId xmlns:a16="http://schemas.microsoft.com/office/drawing/2014/main" id="{8D4C0C88-8173-84EB-AA3E-CF533A89A110}"/>
                </a:ext>
              </a:extLst>
            </p:cNvPr>
            <p:cNvSpPr>
              <a:spLocks/>
            </p:cNvSpPr>
            <p:nvPr/>
          </p:nvSpPr>
          <p:spPr>
            <a:xfrm>
              <a:off x="6225641" y="1809974"/>
              <a:ext cx="19381" cy="24309"/>
            </a:xfrm>
            <a:custGeom>
              <a:avLst/>
              <a:gdLst>
                <a:gd name="connsiteX0" fmla="*/ 8905 w 12985"/>
                <a:gd name="connsiteY0" fmla="*/ 4609 h 16286"/>
                <a:gd name="connsiteX1" fmla="*/ 6493 w 12985"/>
                <a:gd name="connsiteY1" fmla="*/ 7156 h 16286"/>
                <a:gd name="connsiteX2" fmla="*/ 0 w 12985"/>
                <a:gd name="connsiteY2" fmla="*/ 10448 h 16286"/>
                <a:gd name="connsiteX3" fmla="*/ 3293 w 12985"/>
                <a:gd name="connsiteY3" fmla="*/ 13565 h 16286"/>
                <a:gd name="connsiteX4" fmla="*/ 5055 w 12985"/>
                <a:gd name="connsiteY4" fmla="*/ 16287 h 16286"/>
                <a:gd name="connsiteX5" fmla="*/ 7189 w 12985"/>
                <a:gd name="connsiteY5" fmla="*/ 16287 h 16286"/>
                <a:gd name="connsiteX6" fmla="*/ 12986 w 12985"/>
                <a:gd name="connsiteY6" fmla="*/ 7507 h 16286"/>
                <a:gd name="connsiteX7" fmla="*/ 11038 w 12985"/>
                <a:gd name="connsiteY7" fmla="*/ 5312 h 16286"/>
                <a:gd name="connsiteX8" fmla="*/ 11038 w 12985"/>
                <a:gd name="connsiteY8" fmla="*/ 0 h 16286"/>
                <a:gd name="connsiteX9" fmla="*/ 8905 w 12985"/>
                <a:gd name="connsiteY9" fmla="*/ 4566 h 1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85" h="16286">
                  <a:moveTo>
                    <a:pt x="8905" y="4609"/>
                  </a:moveTo>
                  <a:lnTo>
                    <a:pt x="6493" y="7156"/>
                  </a:lnTo>
                  <a:cubicBezTo>
                    <a:pt x="0" y="6804"/>
                    <a:pt x="0" y="10448"/>
                    <a:pt x="0" y="10448"/>
                  </a:cubicBezTo>
                  <a:lnTo>
                    <a:pt x="3293" y="13565"/>
                  </a:lnTo>
                  <a:lnTo>
                    <a:pt x="5055" y="16287"/>
                  </a:lnTo>
                  <a:lnTo>
                    <a:pt x="7189" y="16287"/>
                  </a:lnTo>
                  <a:lnTo>
                    <a:pt x="12986" y="7507"/>
                  </a:lnTo>
                  <a:lnTo>
                    <a:pt x="11038" y="5312"/>
                  </a:lnTo>
                  <a:lnTo>
                    <a:pt x="11038" y="0"/>
                  </a:lnTo>
                  <a:lnTo>
                    <a:pt x="8905" y="45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5" name="Freeform: Shape 1904">
              <a:extLst>
                <a:ext uri="{FF2B5EF4-FFF2-40B4-BE49-F238E27FC236}">
                  <a16:creationId xmlns:a16="http://schemas.microsoft.com/office/drawing/2014/main" id="{D19B5587-6692-6F8B-151D-C5B54CB9ABF7}"/>
                </a:ext>
              </a:extLst>
            </p:cNvPr>
            <p:cNvSpPr>
              <a:spLocks/>
            </p:cNvSpPr>
            <p:nvPr/>
          </p:nvSpPr>
          <p:spPr>
            <a:xfrm>
              <a:off x="6215951" y="1828634"/>
              <a:ext cx="11768" cy="7615"/>
            </a:xfrm>
            <a:custGeom>
              <a:avLst/>
              <a:gdLst>
                <a:gd name="connsiteX0" fmla="*/ 7884 w 7884"/>
                <a:gd name="connsiteY0" fmla="*/ 5102 h 5102"/>
                <a:gd name="connsiteX1" fmla="*/ 7884 w 7884"/>
                <a:gd name="connsiteY1" fmla="*/ 2907 h 5102"/>
                <a:gd name="connsiteX2" fmla="*/ 3942 w 7884"/>
                <a:gd name="connsiteY2" fmla="*/ 186 h 5102"/>
                <a:gd name="connsiteX3" fmla="*/ 0 w 7884"/>
                <a:gd name="connsiteY3" fmla="*/ 2907 h 5102"/>
                <a:gd name="connsiteX4" fmla="*/ 2875 w 7884"/>
                <a:gd name="connsiteY4" fmla="*/ 4005 h 5102"/>
                <a:gd name="connsiteX5" fmla="*/ 7884 w 7884"/>
                <a:gd name="connsiteY5" fmla="*/ 5102 h 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4" h="5102">
                  <a:moveTo>
                    <a:pt x="7884" y="5102"/>
                  </a:moveTo>
                  <a:lnTo>
                    <a:pt x="7884" y="2907"/>
                  </a:lnTo>
                  <a:cubicBezTo>
                    <a:pt x="7884" y="2907"/>
                    <a:pt x="7699" y="1239"/>
                    <a:pt x="3942" y="186"/>
                  </a:cubicBezTo>
                  <a:cubicBezTo>
                    <a:pt x="185" y="-868"/>
                    <a:pt x="0" y="2907"/>
                    <a:pt x="0" y="2907"/>
                  </a:cubicBezTo>
                  <a:lnTo>
                    <a:pt x="2875" y="4005"/>
                  </a:lnTo>
                  <a:lnTo>
                    <a:pt x="7884" y="51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6" name="Freeform: Shape 1905">
              <a:extLst>
                <a:ext uri="{FF2B5EF4-FFF2-40B4-BE49-F238E27FC236}">
                  <a16:creationId xmlns:a16="http://schemas.microsoft.com/office/drawing/2014/main" id="{A2B0A5D0-1351-AABE-5B10-C33FFF4EA2B5}"/>
                </a:ext>
              </a:extLst>
            </p:cNvPr>
            <p:cNvSpPr>
              <a:spLocks/>
            </p:cNvSpPr>
            <p:nvPr/>
          </p:nvSpPr>
          <p:spPr>
            <a:xfrm>
              <a:off x="6205875" y="1797711"/>
              <a:ext cx="33334" cy="23894"/>
            </a:xfrm>
            <a:custGeom>
              <a:avLst/>
              <a:gdLst>
                <a:gd name="connsiteX0" fmla="*/ 10646 w 22333"/>
                <a:gd name="connsiteY0" fmla="*/ 13176 h 16008"/>
                <a:gd name="connsiteX1" fmla="*/ 17649 w 22333"/>
                <a:gd name="connsiteY1" fmla="*/ 12078 h 16008"/>
                <a:gd name="connsiteX2" fmla="*/ 19736 w 22333"/>
                <a:gd name="connsiteY2" fmla="*/ 8215 h 16008"/>
                <a:gd name="connsiteX3" fmla="*/ 22333 w 22333"/>
                <a:gd name="connsiteY3" fmla="*/ 4571 h 16008"/>
                <a:gd name="connsiteX4" fmla="*/ 22333 w 22333"/>
                <a:gd name="connsiteY4" fmla="*/ 6 h 16008"/>
                <a:gd name="connsiteX5" fmla="*/ 17695 w 22333"/>
                <a:gd name="connsiteY5" fmla="*/ 3869 h 16008"/>
                <a:gd name="connsiteX6" fmla="*/ 15933 w 22333"/>
                <a:gd name="connsiteY6" fmla="*/ 4396 h 16008"/>
                <a:gd name="connsiteX7" fmla="*/ 11156 w 22333"/>
                <a:gd name="connsiteY7" fmla="*/ 3298 h 16008"/>
                <a:gd name="connsiteX8" fmla="*/ 11156 w 22333"/>
                <a:gd name="connsiteY8" fmla="*/ 6020 h 16008"/>
                <a:gd name="connsiteX9" fmla="*/ 9394 w 22333"/>
                <a:gd name="connsiteY9" fmla="*/ 5669 h 16008"/>
                <a:gd name="connsiteX10" fmla="*/ 5127 w 22333"/>
                <a:gd name="connsiteY10" fmla="*/ 7995 h 16008"/>
                <a:gd name="connsiteX11" fmla="*/ 1278 w 22333"/>
                <a:gd name="connsiteY11" fmla="*/ 8259 h 16008"/>
                <a:gd name="connsiteX12" fmla="*/ 2994 w 22333"/>
                <a:gd name="connsiteY12" fmla="*/ 12298 h 16008"/>
                <a:gd name="connsiteX13" fmla="*/ 2994 w 22333"/>
                <a:gd name="connsiteY13" fmla="*/ 14493 h 16008"/>
                <a:gd name="connsiteX14" fmla="*/ 10646 w 22333"/>
                <a:gd name="connsiteY14" fmla="*/ 13220 h 1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333" h="16008">
                  <a:moveTo>
                    <a:pt x="10646" y="13176"/>
                  </a:moveTo>
                  <a:cubicBezTo>
                    <a:pt x="13429" y="14449"/>
                    <a:pt x="17649" y="12078"/>
                    <a:pt x="17649" y="12078"/>
                  </a:cubicBezTo>
                  <a:lnTo>
                    <a:pt x="19736" y="8215"/>
                  </a:lnTo>
                  <a:lnTo>
                    <a:pt x="22333" y="4571"/>
                  </a:lnTo>
                  <a:lnTo>
                    <a:pt x="22333" y="6"/>
                  </a:lnTo>
                  <a:cubicBezTo>
                    <a:pt x="16907" y="-170"/>
                    <a:pt x="17695" y="3869"/>
                    <a:pt x="17695" y="3869"/>
                  </a:cubicBezTo>
                  <a:lnTo>
                    <a:pt x="15933" y="4396"/>
                  </a:lnTo>
                  <a:cubicBezTo>
                    <a:pt x="15376" y="1849"/>
                    <a:pt x="11156" y="3298"/>
                    <a:pt x="11156" y="3298"/>
                  </a:cubicBezTo>
                  <a:lnTo>
                    <a:pt x="11156" y="6020"/>
                  </a:lnTo>
                  <a:lnTo>
                    <a:pt x="9394" y="5669"/>
                  </a:lnTo>
                  <a:cubicBezTo>
                    <a:pt x="4385" y="4747"/>
                    <a:pt x="5127" y="7995"/>
                    <a:pt x="5127" y="7995"/>
                  </a:cubicBezTo>
                  <a:lnTo>
                    <a:pt x="1278" y="8259"/>
                  </a:lnTo>
                  <a:cubicBezTo>
                    <a:pt x="-2386" y="10454"/>
                    <a:pt x="2994" y="12298"/>
                    <a:pt x="2994" y="12298"/>
                  </a:cubicBezTo>
                  <a:lnTo>
                    <a:pt x="2994" y="14493"/>
                  </a:lnTo>
                  <a:cubicBezTo>
                    <a:pt x="8003" y="18531"/>
                    <a:pt x="10646" y="13220"/>
                    <a:pt x="10646" y="132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7" name="Freeform: Shape 1906">
              <a:extLst>
                <a:ext uri="{FF2B5EF4-FFF2-40B4-BE49-F238E27FC236}">
                  <a16:creationId xmlns:a16="http://schemas.microsoft.com/office/drawing/2014/main" id="{BD33C0BA-1869-AA17-A9A4-89AEF2C789BF}"/>
                </a:ext>
              </a:extLst>
            </p:cNvPr>
            <p:cNvSpPr>
              <a:spLocks/>
            </p:cNvSpPr>
            <p:nvPr/>
          </p:nvSpPr>
          <p:spPr>
            <a:xfrm>
              <a:off x="6160779" y="1830220"/>
              <a:ext cx="5814" cy="6027"/>
            </a:xfrm>
            <a:custGeom>
              <a:avLst/>
              <a:gdLst>
                <a:gd name="connsiteX0" fmla="*/ 0 w 3895"/>
                <a:gd name="connsiteY0" fmla="*/ 2766 h 4038"/>
                <a:gd name="connsiteX1" fmla="*/ 2922 w 3895"/>
                <a:gd name="connsiteY1" fmla="*/ 4039 h 4038"/>
                <a:gd name="connsiteX2" fmla="*/ 3896 w 3895"/>
                <a:gd name="connsiteY2" fmla="*/ 1449 h 4038"/>
                <a:gd name="connsiteX3" fmla="*/ 1948 w 3895"/>
                <a:gd name="connsiteY3" fmla="*/ 0 h 4038"/>
                <a:gd name="connsiteX4" fmla="*/ 0 w 3895"/>
                <a:gd name="connsiteY4" fmla="*/ 2766 h 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5" h="4038">
                  <a:moveTo>
                    <a:pt x="0" y="2766"/>
                  </a:moveTo>
                  <a:lnTo>
                    <a:pt x="2922" y="4039"/>
                  </a:lnTo>
                  <a:lnTo>
                    <a:pt x="3896" y="1449"/>
                  </a:lnTo>
                  <a:lnTo>
                    <a:pt x="1948" y="0"/>
                  </a:lnTo>
                  <a:lnTo>
                    <a:pt x="0" y="27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8" name="Freeform: Shape 1907">
              <a:extLst>
                <a:ext uri="{FF2B5EF4-FFF2-40B4-BE49-F238E27FC236}">
                  <a16:creationId xmlns:a16="http://schemas.microsoft.com/office/drawing/2014/main" id="{CE9F4B5C-5455-FE0E-6ACB-A55D09B31103}"/>
                </a:ext>
              </a:extLst>
            </p:cNvPr>
            <p:cNvSpPr>
              <a:spLocks/>
            </p:cNvSpPr>
            <p:nvPr/>
          </p:nvSpPr>
          <p:spPr>
            <a:xfrm>
              <a:off x="6147833" y="1834349"/>
              <a:ext cx="12944" cy="13105"/>
            </a:xfrm>
            <a:custGeom>
              <a:avLst/>
              <a:gdLst>
                <a:gd name="connsiteX0" fmla="*/ 8673 w 8672"/>
                <a:gd name="connsiteY0" fmla="*/ 8780 h 8780"/>
                <a:gd name="connsiteX1" fmla="*/ 6168 w 8672"/>
                <a:gd name="connsiteY1" fmla="*/ 4566 h 8780"/>
                <a:gd name="connsiteX2" fmla="*/ 4035 w 8672"/>
                <a:gd name="connsiteY2" fmla="*/ 1273 h 8780"/>
                <a:gd name="connsiteX3" fmla="*/ 0 w 8672"/>
                <a:gd name="connsiteY3" fmla="*/ 0 h 8780"/>
                <a:gd name="connsiteX4" fmla="*/ 0 w 8672"/>
                <a:gd name="connsiteY4" fmla="*/ 3293 h 8780"/>
                <a:gd name="connsiteX5" fmla="*/ 3478 w 8672"/>
                <a:gd name="connsiteY5" fmla="*/ 8780 h 8780"/>
                <a:gd name="connsiteX6" fmla="*/ 7513 w 8672"/>
                <a:gd name="connsiteY6" fmla="*/ 8780 h 8780"/>
                <a:gd name="connsiteX7" fmla="*/ 8673 w 8672"/>
                <a:gd name="connsiteY7" fmla="*/ 8780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672" h="8780">
                  <a:moveTo>
                    <a:pt x="8673" y="8780"/>
                  </a:moveTo>
                  <a:lnTo>
                    <a:pt x="6168" y="4566"/>
                  </a:lnTo>
                  <a:lnTo>
                    <a:pt x="4035" y="1273"/>
                  </a:lnTo>
                  <a:lnTo>
                    <a:pt x="0" y="0"/>
                  </a:lnTo>
                  <a:lnTo>
                    <a:pt x="0" y="3293"/>
                  </a:lnTo>
                  <a:lnTo>
                    <a:pt x="3478" y="8780"/>
                  </a:lnTo>
                  <a:lnTo>
                    <a:pt x="7513" y="8780"/>
                  </a:lnTo>
                  <a:lnTo>
                    <a:pt x="8673" y="8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9" name="Freeform: Shape 1908">
              <a:extLst>
                <a:ext uri="{FF2B5EF4-FFF2-40B4-BE49-F238E27FC236}">
                  <a16:creationId xmlns:a16="http://schemas.microsoft.com/office/drawing/2014/main" id="{FB2CC5D7-00E4-6891-AAB8-985BE098C946}"/>
                </a:ext>
              </a:extLst>
            </p:cNvPr>
            <p:cNvSpPr>
              <a:spLocks/>
            </p:cNvSpPr>
            <p:nvPr/>
          </p:nvSpPr>
          <p:spPr>
            <a:xfrm>
              <a:off x="6143473" y="1842541"/>
              <a:ext cx="4291" cy="2751"/>
            </a:xfrm>
            <a:custGeom>
              <a:avLst/>
              <a:gdLst>
                <a:gd name="connsiteX0" fmla="*/ 0 w 2875"/>
                <a:gd name="connsiteY0" fmla="*/ 0 h 1843"/>
                <a:gd name="connsiteX1" fmla="*/ 2875 w 2875"/>
                <a:gd name="connsiteY1" fmla="*/ 0 h 1843"/>
                <a:gd name="connsiteX2" fmla="*/ 2875 w 2875"/>
                <a:gd name="connsiteY2" fmla="*/ 1844 h 1843"/>
                <a:gd name="connsiteX3" fmla="*/ 0 w 2875"/>
                <a:gd name="connsiteY3" fmla="*/ 1844 h 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5" h="1843">
                  <a:moveTo>
                    <a:pt x="0" y="0"/>
                  </a:moveTo>
                  <a:lnTo>
                    <a:pt x="2875" y="0"/>
                  </a:lnTo>
                  <a:lnTo>
                    <a:pt x="2875" y="1844"/>
                  </a:lnTo>
                  <a:lnTo>
                    <a:pt x="0" y="18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0" name="Freeform: Shape 1909">
              <a:extLst>
                <a:ext uri="{FF2B5EF4-FFF2-40B4-BE49-F238E27FC236}">
                  <a16:creationId xmlns:a16="http://schemas.microsoft.com/office/drawing/2014/main" id="{B0AFCE65-1C75-BA3B-BFB1-7844904FC5B2}"/>
                </a:ext>
              </a:extLst>
            </p:cNvPr>
            <p:cNvSpPr>
              <a:spLocks/>
            </p:cNvSpPr>
            <p:nvPr/>
          </p:nvSpPr>
          <p:spPr>
            <a:xfrm>
              <a:off x="6133990" y="1839264"/>
              <a:ext cx="6922" cy="4651"/>
            </a:xfrm>
            <a:custGeom>
              <a:avLst/>
              <a:gdLst>
                <a:gd name="connsiteX0" fmla="*/ 0 w 4637"/>
                <a:gd name="connsiteY0" fmla="*/ 3117 h 3116"/>
                <a:gd name="connsiteX1" fmla="*/ 4638 w 4637"/>
                <a:gd name="connsiteY1" fmla="*/ 3117 h 3116"/>
                <a:gd name="connsiteX2" fmla="*/ 4638 w 4637"/>
                <a:gd name="connsiteY2" fmla="*/ 0 h 3116"/>
                <a:gd name="connsiteX3" fmla="*/ 974 w 4637"/>
                <a:gd name="connsiteY3" fmla="*/ 0 h 3116"/>
                <a:gd name="connsiteX4" fmla="*/ 0 w 4637"/>
                <a:gd name="connsiteY4" fmla="*/ 3117 h 3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3116">
                  <a:moveTo>
                    <a:pt x="0" y="3117"/>
                  </a:moveTo>
                  <a:lnTo>
                    <a:pt x="4638" y="3117"/>
                  </a:lnTo>
                  <a:lnTo>
                    <a:pt x="4638" y="0"/>
                  </a:lnTo>
                  <a:lnTo>
                    <a:pt x="974" y="0"/>
                  </a:lnTo>
                  <a:lnTo>
                    <a:pt x="0" y="31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1" name="Freeform: Shape 1910">
              <a:extLst>
                <a:ext uri="{FF2B5EF4-FFF2-40B4-BE49-F238E27FC236}">
                  <a16:creationId xmlns:a16="http://schemas.microsoft.com/office/drawing/2014/main" id="{E930148C-236A-426F-BB5C-051A18A23F20}"/>
                </a:ext>
              </a:extLst>
            </p:cNvPr>
            <p:cNvSpPr>
              <a:spLocks/>
            </p:cNvSpPr>
            <p:nvPr/>
          </p:nvSpPr>
          <p:spPr>
            <a:xfrm>
              <a:off x="6124920" y="1845226"/>
              <a:ext cx="8997" cy="8190"/>
            </a:xfrm>
            <a:custGeom>
              <a:avLst/>
              <a:gdLst>
                <a:gd name="connsiteX0" fmla="*/ 3339 w 6028"/>
                <a:gd name="connsiteY0" fmla="*/ 5488 h 5487"/>
                <a:gd name="connsiteX1" fmla="*/ 6029 w 6028"/>
                <a:gd name="connsiteY1" fmla="*/ 1449 h 5487"/>
                <a:gd name="connsiteX2" fmla="*/ 3015 w 6028"/>
                <a:gd name="connsiteY2" fmla="*/ 0 h 5487"/>
                <a:gd name="connsiteX3" fmla="*/ 0 w 6028"/>
                <a:gd name="connsiteY3" fmla="*/ 4566 h 5487"/>
                <a:gd name="connsiteX4" fmla="*/ 3293 w 6028"/>
                <a:gd name="connsiteY4" fmla="*/ 5488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8" h="5487">
                  <a:moveTo>
                    <a:pt x="3339" y="5488"/>
                  </a:moveTo>
                  <a:cubicBezTo>
                    <a:pt x="3339" y="5488"/>
                    <a:pt x="5844" y="2195"/>
                    <a:pt x="6029" y="1449"/>
                  </a:cubicBezTo>
                  <a:lnTo>
                    <a:pt x="3015" y="0"/>
                  </a:lnTo>
                  <a:lnTo>
                    <a:pt x="0" y="4566"/>
                  </a:lnTo>
                  <a:lnTo>
                    <a:pt x="3293" y="54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2" name="Freeform: Shape 1911">
              <a:extLst>
                <a:ext uri="{FF2B5EF4-FFF2-40B4-BE49-F238E27FC236}">
                  <a16:creationId xmlns:a16="http://schemas.microsoft.com/office/drawing/2014/main" id="{D8E8F175-68D3-C497-1ABD-C8E8449CD98D}"/>
                </a:ext>
              </a:extLst>
            </p:cNvPr>
            <p:cNvSpPr>
              <a:spLocks/>
            </p:cNvSpPr>
            <p:nvPr/>
          </p:nvSpPr>
          <p:spPr>
            <a:xfrm>
              <a:off x="6131567" y="1847454"/>
              <a:ext cx="24019" cy="18608"/>
            </a:xfrm>
            <a:custGeom>
              <a:avLst/>
              <a:gdLst>
                <a:gd name="connsiteX0" fmla="*/ 9414 w 16092"/>
                <a:gd name="connsiteY0" fmla="*/ 10404 h 12467"/>
                <a:gd name="connsiteX1" fmla="*/ 13774 w 16092"/>
                <a:gd name="connsiteY1" fmla="*/ 10404 h 12467"/>
                <a:gd name="connsiteX2" fmla="*/ 16093 w 16092"/>
                <a:gd name="connsiteY2" fmla="*/ 6761 h 12467"/>
                <a:gd name="connsiteX3" fmla="*/ 15212 w 16092"/>
                <a:gd name="connsiteY3" fmla="*/ 4346 h 12467"/>
                <a:gd name="connsiteX4" fmla="*/ 10852 w 16092"/>
                <a:gd name="connsiteY4" fmla="*/ 6761 h 12467"/>
                <a:gd name="connsiteX5" fmla="*/ 13960 w 16092"/>
                <a:gd name="connsiteY5" fmla="*/ 3117 h 12467"/>
                <a:gd name="connsiteX6" fmla="*/ 7977 w 16092"/>
                <a:gd name="connsiteY6" fmla="*/ 3117 h 12467"/>
                <a:gd name="connsiteX7" fmla="*/ 8070 w 16092"/>
                <a:gd name="connsiteY7" fmla="*/ 1273 h 12467"/>
                <a:gd name="connsiteX8" fmla="*/ 6214 w 16092"/>
                <a:gd name="connsiteY8" fmla="*/ 0 h 12467"/>
                <a:gd name="connsiteX9" fmla="*/ 3107 w 16092"/>
                <a:gd name="connsiteY9" fmla="*/ 1975 h 12467"/>
                <a:gd name="connsiteX10" fmla="*/ 0 w 16092"/>
                <a:gd name="connsiteY10" fmla="*/ 5136 h 12467"/>
                <a:gd name="connsiteX11" fmla="*/ 0 w 16092"/>
                <a:gd name="connsiteY11" fmla="*/ 8429 h 12467"/>
                <a:gd name="connsiteX12" fmla="*/ 6168 w 16092"/>
                <a:gd name="connsiteY12" fmla="*/ 12468 h 12467"/>
                <a:gd name="connsiteX13" fmla="*/ 9368 w 16092"/>
                <a:gd name="connsiteY13" fmla="*/ 10448 h 1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92" h="12467">
                  <a:moveTo>
                    <a:pt x="9414" y="10404"/>
                  </a:moveTo>
                  <a:lnTo>
                    <a:pt x="13774" y="10404"/>
                  </a:lnTo>
                  <a:lnTo>
                    <a:pt x="16093" y="6761"/>
                  </a:lnTo>
                  <a:lnTo>
                    <a:pt x="15212" y="4346"/>
                  </a:lnTo>
                  <a:lnTo>
                    <a:pt x="10852" y="6761"/>
                  </a:lnTo>
                  <a:lnTo>
                    <a:pt x="13960" y="3117"/>
                  </a:lnTo>
                  <a:cubicBezTo>
                    <a:pt x="10667" y="571"/>
                    <a:pt x="7977" y="3117"/>
                    <a:pt x="7977" y="3117"/>
                  </a:cubicBezTo>
                  <a:lnTo>
                    <a:pt x="8070" y="1273"/>
                  </a:lnTo>
                  <a:lnTo>
                    <a:pt x="6214" y="0"/>
                  </a:lnTo>
                  <a:lnTo>
                    <a:pt x="3107" y="1975"/>
                  </a:lnTo>
                  <a:lnTo>
                    <a:pt x="0" y="5136"/>
                  </a:lnTo>
                  <a:lnTo>
                    <a:pt x="0" y="8429"/>
                  </a:lnTo>
                  <a:lnTo>
                    <a:pt x="6168" y="12468"/>
                  </a:lnTo>
                  <a:lnTo>
                    <a:pt x="9368" y="104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3" name="Freeform: Shape 1912">
              <a:extLst>
                <a:ext uri="{FF2B5EF4-FFF2-40B4-BE49-F238E27FC236}">
                  <a16:creationId xmlns:a16="http://schemas.microsoft.com/office/drawing/2014/main" id="{EC628250-5214-AAE0-7C88-A2EF74D25296}"/>
                </a:ext>
              </a:extLst>
            </p:cNvPr>
            <p:cNvSpPr>
              <a:spLocks/>
            </p:cNvSpPr>
            <p:nvPr/>
          </p:nvSpPr>
          <p:spPr>
            <a:xfrm>
              <a:off x="6111123" y="1862199"/>
              <a:ext cx="24733" cy="22102"/>
            </a:xfrm>
            <a:custGeom>
              <a:avLst/>
              <a:gdLst>
                <a:gd name="connsiteX0" fmla="*/ 988 w 16570"/>
                <a:gd name="connsiteY0" fmla="*/ 13170 h 14808"/>
                <a:gd name="connsiteX1" fmla="*/ 6182 w 16570"/>
                <a:gd name="connsiteY1" fmla="*/ 13170 h 14808"/>
                <a:gd name="connsiteX2" fmla="*/ 13695 w 16570"/>
                <a:gd name="connsiteY2" fmla="*/ 8956 h 14808"/>
                <a:gd name="connsiteX3" fmla="*/ 15226 w 16570"/>
                <a:gd name="connsiteY3" fmla="*/ 5839 h 14808"/>
                <a:gd name="connsiteX4" fmla="*/ 16571 w 16570"/>
                <a:gd name="connsiteY4" fmla="*/ 2546 h 14808"/>
                <a:gd name="connsiteX5" fmla="*/ 12211 w 16570"/>
                <a:gd name="connsiteY5" fmla="*/ 0 h 14808"/>
                <a:gd name="connsiteX6" fmla="*/ 9985 w 16570"/>
                <a:gd name="connsiteY6" fmla="*/ 0 h 14808"/>
                <a:gd name="connsiteX7" fmla="*/ 12211 w 16570"/>
                <a:gd name="connsiteY7" fmla="*/ 2546 h 14808"/>
                <a:gd name="connsiteX8" fmla="*/ 10588 w 16570"/>
                <a:gd name="connsiteY8" fmla="*/ 3819 h 14808"/>
                <a:gd name="connsiteX9" fmla="*/ 5394 w 16570"/>
                <a:gd name="connsiteY9" fmla="*/ 6190 h 14808"/>
                <a:gd name="connsiteX10" fmla="*/ 4049 w 16570"/>
                <a:gd name="connsiteY10" fmla="*/ 9834 h 14808"/>
                <a:gd name="connsiteX11" fmla="*/ 942 w 16570"/>
                <a:gd name="connsiteY11" fmla="*/ 13126 h 1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0" h="14808">
                  <a:moveTo>
                    <a:pt x="988" y="13170"/>
                  </a:moveTo>
                  <a:cubicBezTo>
                    <a:pt x="4281" y="16858"/>
                    <a:pt x="6182" y="13170"/>
                    <a:pt x="6182" y="13170"/>
                  </a:cubicBezTo>
                  <a:cubicBezTo>
                    <a:pt x="13510" y="13521"/>
                    <a:pt x="13695" y="8956"/>
                    <a:pt x="13695" y="8956"/>
                  </a:cubicBezTo>
                  <a:lnTo>
                    <a:pt x="15226" y="5839"/>
                  </a:lnTo>
                  <a:lnTo>
                    <a:pt x="16571" y="2546"/>
                  </a:lnTo>
                  <a:cubicBezTo>
                    <a:pt x="16571" y="2546"/>
                    <a:pt x="13093" y="0"/>
                    <a:pt x="12211" y="0"/>
                  </a:cubicBezTo>
                  <a:lnTo>
                    <a:pt x="9985" y="0"/>
                  </a:lnTo>
                  <a:lnTo>
                    <a:pt x="12211" y="2546"/>
                  </a:lnTo>
                  <a:lnTo>
                    <a:pt x="10588" y="3819"/>
                  </a:lnTo>
                  <a:cubicBezTo>
                    <a:pt x="7481" y="-1317"/>
                    <a:pt x="7110" y="5488"/>
                    <a:pt x="5394" y="6190"/>
                  </a:cubicBezTo>
                  <a:cubicBezTo>
                    <a:pt x="3678" y="6936"/>
                    <a:pt x="4049" y="9834"/>
                    <a:pt x="4049" y="9834"/>
                  </a:cubicBezTo>
                  <a:cubicBezTo>
                    <a:pt x="4049" y="9834"/>
                    <a:pt x="-2351" y="9482"/>
                    <a:pt x="942" y="1312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4" name="Freeform: Shape 1913">
              <a:extLst>
                <a:ext uri="{FF2B5EF4-FFF2-40B4-BE49-F238E27FC236}">
                  <a16:creationId xmlns:a16="http://schemas.microsoft.com/office/drawing/2014/main" id="{67EB918D-4359-AF7B-867A-7DEBB6172D9E}"/>
                </a:ext>
              </a:extLst>
            </p:cNvPr>
            <p:cNvSpPr>
              <a:spLocks/>
            </p:cNvSpPr>
            <p:nvPr/>
          </p:nvSpPr>
          <p:spPr>
            <a:xfrm>
              <a:off x="6086086" y="1920320"/>
              <a:ext cx="12668" cy="11204"/>
            </a:xfrm>
            <a:custGeom>
              <a:avLst/>
              <a:gdLst>
                <a:gd name="connsiteX0" fmla="*/ 3664 w 8487"/>
                <a:gd name="connsiteY0" fmla="*/ 5136 h 7506"/>
                <a:gd name="connsiteX1" fmla="*/ 6354 w 8487"/>
                <a:gd name="connsiteY1" fmla="*/ 5136 h 7506"/>
                <a:gd name="connsiteX2" fmla="*/ 8487 w 8487"/>
                <a:gd name="connsiteY2" fmla="*/ 2019 h 7506"/>
                <a:gd name="connsiteX3" fmla="*/ 4267 w 8487"/>
                <a:gd name="connsiteY3" fmla="*/ 0 h 7506"/>
                <a:gd name="connsiteX4" fmla="*/ 2922 w 8487"/>
                <a:gd name="connsiteY4" fmla="*/ 3468 h 7506"/>
                <a:gd name="connsiteX5" fmla="*/ 0 w 8487"/>
                <a:gd name="connsiteY5" fmla="*/ 4785 h 7506"/>
                <a:gd name="connsiteX6" fmla="*/ 0 w 8487"/>
                <a:gd name="connsiteY6" fmla="*/ 7507 h 7506"/>
                <a:gd name="connsiteX7" fmla="*/ 2690 w 8487"/>
                <a:gd name="connsiteY7" fmla="*/ 7507 h 7506"/>
                <a:gd name="connsiteX8" fmla="*/ 3664 w 8487"/>
                <a:gd name="connsiteY8" fmla="*/ 5136 h 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87" h="7506">
                  <a:moveTo>
                    <a:pt x="3664" y="5136"/>
                  </a:moveTo>
                  <a:lnTo>
                    <a:pt x="6354" y="5136"/>
                  </a:lnTo>
                  <a:lnTo>
                    <a:pt x="8487" y="2019"/>
                  </a:lnTo>
                  <a:lnTo>
                    <a:pt x="4267" y="0"/>
                  </a:lnTo>
                  <a:lnTo>
                    <a:pt x="2922" y="3468"/>
                  </a:lnTo>
                  <a:lnTo>
                    <a:pt x="0" y="4785"/>
                  </a:lnTo>
                  <a:lnTo>
                    <a:pt x="0" y="7507"/>
                  </a:lnTo>
                  <a:lnTo>
                    <a:pt x="2690" y="7507"/>
                  </a:lnTo>
                  <a:lnTo>
                    <a:pt x="3664" y="51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5" name="Freeform: Shape 1914">
              <a:extLst>
                <a:ext uri="{FF2B5EF4-FFF2-40B4-BE49-F238E27FC236}">
                  <a16:creationId xmlns:a16="http://schemas.microsoft.com/office/drawing/2014/main" id="{0819FD07-3668-D215-FECF-8543D3850F62}"/>
                </a:ext>
              </a:extLst>
            </p:cNvPr>
            <p:cNvSpPr>
              <a:spLocks/>
            </p:cNvSpPr>
            <p:nvPr/>
          </p:nvSpPr>
          <p:spPr>
            <a:xfrm>
              <a:off x="5979066" y="2079484"/>
              <a:ext cx="6367" cy="12580"/>
            </a:xfrm>
            <a:custGeom>
              <a:avLst/>
              <a:gdLst>
                <a:gd name="connsiteX0" fmla="*/ 0 w 4266"/>
                <a:gd name="connsiteY0" fmla="*/ 8429 h 8428"/>
                <a:gd name="connsiteX1" fmla="*/ 4267 w 4266"/>
                <a:gd name="connsiteY1" fmla="*/ 4961 h 8428"/>
                <a:gd name="connsiteX2" fmla="*/ 4267 w 4266"/>
                <a:gd name="connsiteY2" fmla="*/ 0 h 8428"/>
                <a:gd name="connsiteX3" fmla="*/ 0 w 4266"/>
                <a:gd name="connsiteY3" fmla="*/ 4214 h 8428"/>
                <a:gd name="connsiteX4" fmla="*/ 0 w 4266"/>
                <a:gd name="connsiteY4" fmla="*/ 8429 h 8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66" h="8428">
                  <a:moveTo>
                    <a:pt x="0" y="8429"/>
                  </a:moveTo>
                  <a:lnTo>
                    <a:pt x="4267" y="4961"/>
                  </a:lnTo>
                  <a:lnTo>
                    <a:pt x="4267" y="0"/>
                  </a:lnTo>
                  <a:lnTo>
                    <a:pt x="0" y="4214"/>
                  </a:lnTo>
                  <a:lnTo>
                    <a:pt x="0" y="84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6" name="Freeform: Shape 1915">
              <a:extLst>
                <a:ext uri="{FF2B5EF4-FFF2-40B4-BE49-F238E27FC236}">
                  <a16:creationId xmlns:a16="http://schemas.microsoft.com/office/drawing/2014/main" id="{F53C641D-C1B1-01F4-5946-1D72218261A9}"/>
                </a:ext>
              </a:extLst>
            </p:cNvPr>
            <p:cNvSpPr>
              <a:spLocks/>
            </p:cNvSpPr>
            <p:nvPr/>
          </p:nvSpPr>
          <p:spPr>
            <a:xfrm>
              <a:off x="5964044" y="2107924"/>
              <a:ext cx="6092" cy="7600"/>
            </a:xfrm>
            <a:custGeom>
              <a:avLst/>
              <a:gdLst>
                <a:gd name="connsiteX0" fmla="*/ 4081 w 4081"/>
                <a:gd name="connsiteY0" fmla="*/ 2897 h 5092"/>
                <a:gd name="connsiteX1" fmla="*/ 4081 w 4081"/>
                <a:gd name="connsiteY1" fmla="*/ 0 h 5092"/>
                <a:gd name="connsiteX2" fmla="*/ 0 w 4081"/>
                <a:gd name="connsiteY2" fmla="*/ 1624 h 5092"/>
                <a:gd name="connsiteX3" fmla="*/ 2922 w 4081"/>
                <a:gd name="connsiteY3" fmla="*/ 5092 h 5092"/>
                <a:gd name="connsiteX4" fmla="*/ 4081 w 4081"/>
                <a:gd name="connsiteY4" fmla="*/ 2897 h 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1" h="5092">
                  <a:moveTo>
                    <a:pt x="4081" y="2897"/>
                  </a:moveTo>
                  <a:lnTo>
                    <a:pt x="4081" y="0"/>
                  </a:lnTo>
                  <a:lnTo>
                    <a:pt x="0" y="1624"/>
                  </a:lnTo>
                  <a:lnTo>
                    <a:pt x="2922" y="5092"/>
                  </a:lnTo>
                  <a:lnTo>
                    <a:pt x="4081" y="28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7" name="Freeform: Shape 1916">
              <a:extLst>
                <a:ext uri="{FF2B5EF4-FFF2-40B4-BE49-F238E27FC236}">
                  <a16:creationId xmlns:a16="http://schemas.microsoft.com/office/drawing/2014/main" id="{E4713C17-26FA-75D3-C6B9-0699D038303B}"/>
                </a:ext>
              </a:extLst>
            </p:cNvPr>
            <p:cNvSpPr>
              <a:spLocks/>
            </p:cNvSpPr>
            <p:nvPr/>
          </p:nvSpPr>
          <p:spPr>
            <a:xfrm>
              <a:off x="5882360" y="2215746"/>
              <a:ext cx="20214" cy="11453"/>
            </a:xfrm>
            <a:custGeom>
              <a:avLst/>
              <a:gdLst>
                <a:gd name="connsiteX0" fmla="*/ 10667 w 13542"/>
                <a:gd name="connsiteY0" fmla="*/ 5685 h 7673"/>
                <a:gd name="connsiteX1" fmla="*/ 13542 w 13542"/>
                <a:gd name="connsiteY1" fmla="*/ 2568 h 7673"/>
                <a:gd name="connsiteX2" fmla="*/ 0 w 13542"/>
                <a:gd name="connsiteY2" fmla="*/ 5685 h 7673"/>
                <a:gd name="connsiteX3" fmla="*/ 10620 w 13542"/>
                <a:gd name="connsiteY3" fmla="*/ 5685 h 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42" h="7673">
                  <a:moveTo>
                    <a:pt x="10667" y="5685"/>
                  </a:moveTo>
                  <a:cubicBezTo>
                    <a:pt x="13542" y="4588"/>
                    <a:pt x="13542" y="2568"/>
                    <a:pt x="13542" y="2568"/>
                  </a:cubicBezTo>
                  <a:cubicBezTo>
                    <a:pt x="9878" y="-3095"/>
                    <a:pt x="0" y="1822"/>
                    <a:pt x="0" y="5685"/>
                  </a:cubicBezTo>
                  <a:cubicBezTo>
                    <a:pt x="0" y="9549"/>
                    <a:pt x="7745" y="6783"/>
                    <a:pt x="10620" y="568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8" name="Freeform: Shape 1917">
              <a:extLst>
                <a:ext uri="{FF2B5EF4-FFF2-40B4-BE49-F238E27FC236}">
                  <a16:creationId xmlns:a16="http://schemas.microsoft.com/office/drawing/2014/main" id="{644271D8-A867-CAB0-06A4-6661CCA40DAD}"/>
                </a:ext>
              </a:extLst>
            </p:cNvPr>
            <p:cNvSpPr>
              <a:spLocks/>
            </p:cNvSpPr>
            <p:nvPr/>
          </p:nvSpPr>
          <p:spPr>
            <a:xfrm>
              <a:off x="5884783" y="2207589"/>
              <a:ext cx="9760" cy="5700"/>
            </a:xfrm>
            <a:custGeom>
              <a:avLst/>
              <a:gdLst>
                <a:gd name="connsiteX0" fmla="*/ 6539 w 6539"/>
                <a:gd name="connsiteY0" fmla="*/ 0 h 3819"/>
                <a:gd name="connsiteX1" fmla="*/ 3293 w 6539"/>
                <a:gd name="connsiteY1" fmla="*/ 0 h 3819"/>
                <a:gd name="connsiteX2" fmla="*/ 0 w 6539"/>
                <a:gd name="connsiteY2" fmla="*/ 3819 h 3819"/>
                <a:gd name="connsiteX3" fmla="*/ 6539 w 6539"/>
                <a:gd name="connsiteY3" fmla="*/ 3819 h 3819"/>
                <a:gd name="connsiteX4" fmla="*/ 6539 w 6539"/>
                <a:gd name="connsiteY4" fmla="*/ 0 h 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9" h="3819">
                  <a:moveTo>
                    <a:pt x="6539" y="0"/>
                  </a:moveTo>
                  <a:lnTo>
                    <a:pt x="3293" y="0"/>
                  </a:lnTo>
                  <a:lnTo>
                    <a:pt x="0" y="3819"/>
                  </a:lnTo>
                  <a:lnTo>
                    <a:pt x="6539" y="3819"/>
                  </a:lnTo>
                  <a:lnTo>
                    <a:pt x="653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9" name="Freeform: Shape 1918">
              <a:extLst>
                <a:ext uri="{FF2B5EF4-FFF2-40B4-BE49-F238E27FC236}">
                  <a16:creationId xmlns:a16="http://schemas.microsoft.com/office/drawing/2014/main" id="{0ED40281-08AD-A51A-9769-78F12CE53AA8}"/>
                </a:ext>
              </a:extLst>
            </p:cNvPr>
            <p:cNvSpPr>
              <a:spLocks/>
            </p:cNvSpPr>
            <p:nvPr/>
          </p:nvSpPr>
          <p:spPr>
            <a:xfrm>
              <a:off x="5870036" y="2224743"/>
              <a:ext cx="9422" cy="8987"/>
            </a:xfrm>
            <a:custGeom>
              <a:avLst/>
              <a:gdLst>
                <a:gd name="connsiteX0" fmla="*/ 5797 w 6312"/>
                <a:gd name="connsiteY0" fmla="*/ 4224 h 6021"/>
                <a:gd name="connsiteX1" fmla="*/ 5797 w 6312"/>
                <a:gd name="connsiteY1" fmla="*/ 1634 h 6021"/>
                <a:gd name="connsiteX2" fmla="*/ 0 w 6312"/>
                <a:gd name="connsiteY2" fmla="*/ 4224 h 6021"/>
                <a:gd name="connsiteX3" fmla="*/ 5797 w 6312"/>
                <a:gd name="connsiteY3" fmla="*/ 4224 h 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2" h="6021">
                  <a:moveTo>
                    <a:pt x="5797" y="4224"/>
                  </a:moveTo>
                  <a:cubicBezTo>
                    <a:pt x="6957" y="2029"/>
                    <a:pt x="5797" y="1634"/>
                    <a:pt x="5797" y="1634"/>
                  </a:cubicBezTo>
                  <a:cubicBezTo>
                    <a:pt x="2133" y="-2229"/>
                    <a:pt x="0" y="1634"/>
                    <a:pt x="0" y="4224"/>
                  </a:cubicBezTo>
                  <a:cubicBezTo>
                    <a:pt x="0" y="6814"/>
                    <a:pt x="4638" y="6419"/>
                    <a:pt x="5797" y="422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0" name="Freeform: Shape 1919">
              <a:extLst>
                <a:ext uri="{FF2B5EF4-FFF2-40B4-BE49-F238E27FC236}">
                  <a16:creationId xmlns:a16="http://schemas.microsoft.com/office/drawing/2014/main" id="{7030CC32-708B-36BC-FAFA-35971F26D7CE}"/>
                </a:ext>
              </a:extLst>
            </p:cNvPr>
            <p:cNvSpPr>
              <a:spLocks/>
            </p:cNvSpPr>
            <p:nvPr/>
          </p:nvSpPr>
          <p:spPr>
            <a:xfrm>
              <a:off x="6032649" y="2587759"/>
              <a:ext cx="13287" cy="10662"/>
            </a:xfrm>
            <a:custGeom>
              <a:avLst/>
              <a:gdLst>
                <a:gd name="connsiteX0" fmla="*/ 7371 w 8902"/>
                <a:gd name="connsiteY0" fmla="*/ 7036 h 7143"/>
                <a:gd name="connsiteX1" fmla="*/ 7371 w 8902"/>
                <a:gd name="connsiteY1" fmla="*/ 1724 h 7143"/>
                <a:gd name="connsiteX2" fmla="*/ 2177 w 8902"/>
                <a:gd name="connsiteY2" fmla="*/ 55 h 7143"/>
                <a:gd name="connsiteX3" fmla="*/ 44 w 8902"/>
                <a:gd name="connsiteY3" fmla="*/ 4445 h 7143"/>
                <a:gd name="connsiteX4" fmla="*/ 7371 w 8902"/>
                <a:gd name="connsiteY4" fmla="*/ 6992 h 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2" h="7143">
                  <a:moveTo>
                    <a:pt x="7371" y="7036"/>
                  </a:moveTo>
                  <a:cubicBezTo>
                    <a:pt x="9505" y="6289"/>
                    <a:pt x="9319" y="3919"/>
                    <a:pt x="7371" y="1724"/>
                  </a:cubicBezTo>
                  <a:cubicBezTo>
                    <a:pt x="5424" y="-471"/>
                    <a:pt x="2177" y="55"/>
                    <a:pt x="2177" y="55"/>
                  </a:cubicBezTo>
                  <a:cubicBezTo>
                    <a:pt x="-95" y="-32"/>
                    <a:pt x="647" y="3348"/>
                    <a:pt x="44" y="4445"/>
                  </a:cubicBezTo>
                  <a:cubicBezTo>
                    <a:pt x="-559" y="5543"/>
                    <a:pt x="5238" y="7738"/>
                    <a:pt x="7371" y="699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1" name="Freeform: Shape 1920">
              <a:extLst>
                <a:ext uri="{FF2B5EF4-FFF2-40B4-BE49-F238E27FC236}">
                  <a16:creationId xmlns:a16="http://schemas.microsoft.com/office/drawing/2014/main" id="{55ECCFD4-915A-4EFD-3B57-FDD9B6DED416}"/>
                </a:ext>
              </a:extLst>
            </p:cNvPr>
            <p:cNvSpPr>
              <a:spLocks/>
            </p:cNvSpPr>
            <p:nvPr/>
          </p:nvSpPr>
          <p:spPr>
            <a:xfrm>
              <a:off x="6113906" y="2479782"/>
              <a:ext cx="26024" cy="42401"/>
            </a:xfrm>
            <a:custGeom>
              <a:avLst/>
              <a:gdLst>
                <a:gd name="connsiteX0" fmla="*/ 12666 w 17435"/>
                <a:gd name="connsiteY0" fmla="*/ 4745 h 28407"/>
                <a:gd name="connsiteX1" fmla="*/ 14800 w 17435"/>
                <a:gd name="connsiteY1" fmla="*/ 4 h 28407"/>
                <a:gd name="connsiteX2" fmla="*/ 7843 w 17435"/>
                <a:gd name="connsiteY2" fmla="*/ 1848 h 28407"/>
                <a:gd name="connsiteX3" fmla="*/ 2649 w 17435"/>
                <a:gd name="connsiteY3" fmla="*/ 7906 h 28407"/>
                <a:gd name="connsiteX4" fmla="*/ 145 w 17435"/>
                <a:gd name="connsiteY4" fmla="*/ 10101 h 28407"/>
                <a:gd name="connsiteX5" fmla="*/ 2278 w 17435"/>
                <a:gd name="connsiteY5" fmla="*/ 28407 h 28407"/>
                <a:gd name="connsiteX6" fmla="*/ 7426 w 17435"/>
                <a:gd name="connsiteY6" fmla="*/ 20154 h 28407"/>
                <a:gd name="connsiteX7" fmla="*/ 12156 w 17435"/>
                <a:gd name="connsiteY7" fmla="*/ 11901 h 28407"/>
                <a:gd name="connsiteX8" fmla="*/ 12713 w 17435"/>
                <a:gd name="connsiteY8" fmla="*/ 4789 h 28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35" h="28407">
                  <a:moveTo>
                    <a:pt x="12666" y="4745"/>
                  </a:moveTo>
                  <a:cubicBezTo>
                    <a:pt x="13223" y="4569"/>
                    <a:pt x="21571" y="706"/>
                    <a:pt x="14800" y="4"/>
                  </a:cubicBezTo>
                  <a:cubicBezTo>
                    <a:pt x="14800" y="4"/>
                    <a:pt x="11507" y="-172"/>
                    <a:pt x="7843" y="1848"/>
                  </a:cubicBezTo>
                  <a:cubicBezTo>
                    <a:pt x="4179" y="3867"/>
                    <a:pt x="2649" y="7906"/>
                    <a:pt x="2649" y="7906"/>
                  </a:cubicBezTo>
                  <a:lnTo>
                    <a:pt x="145" y="10101"/>
                  </a:lnTo>
                  <a:cubicBezTo>
                    <a:pt x="145" y="10101"/>
                    <a:pt x="-829" y="26739"/>
                    <a:pt x="2278" y="28407"/>
                  </a:cubicBezTo>
                  <a:cubicBezTo>
                    <a:pt x="2278" y="28407"/>
                    <a:pt x="5246" y="23842"/>
                    <a:pt x="7426" y="20154"/>
                  </a:cubicBezTo>
                  <a:cubicBezTo>
                    <a:pt x="7426" y="20154"/>
                    <a:pt x="13501" y="17432"/>
                    <a:pt x="12156" y="11901"/>
                  </a:cubicBezTo>
                  <a:cubicBezTo>
                    <a:pt x="10811" y="6413"/>
                    <a:pt x="12156" y="4965"/>
                    <a:pt x="12713" y="478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2" name="Freeform: Shape 1921">
              <a:extLst>
                <a:ext uri="{FF2B5EF4-FFF2-40B4-BE49-F238E27FC236}">
                  <a16:creationId xmlns:a16="http://schemas.microsoft.com/office/drawing/2014/main" id="{4D0F465C-A525-2E06-15E7-C668E134DFAC}"/>
                </a:ext>
              </a:extLst>
            </p:cNvPr>
            <p:cNvSpPr>
              <a:spLocks/>
            </p:cNvSpPr>
            <p:nvPr/>
          </p:nvSpPr>
          <p:spPr>
            <a:xfrm>
              <a:off x="6147478" y="2371603"/>
              <a:ext cx="17591" cy="13105"/>
            </a:xfrm>
            <a:custGeom>
              <a:avLst/>
              <a:gdLst>
                <a:gd name="connsiteX0" fmla="*/ 6 w 11785"/>
                <a:gd name="connsiteY0" fmla="*/ 4039 h 8780"/>
                <a:gd name="connsiteX1" fmla="*/ 1954 w 11785"/>
                <a:gd name="connsiteY1" fmla="*/ 6585 h 8780"/>
                <a:gd name="connsiteX2" fmla="*/ 4876 w 11785"/>
                <a:gd name="connsiteY2" fmla="*/ 8780 h 8780"/>
                <a:gd name="connsiteX3" fmla="*/ 7751 w 11785"/>
                <a:gd name="connsiteY3" fmla="*/ 6936 h 8780"/>
                <a:gd name="connsiteX4" fmla="*/ 9282 w 11785"/>
                <a:gd name="connsiteY4" fmla="*/ 5751 h 8780"/>
                <a:gd name="connsiteX5" fmla="*/ 11786 w 11785"/>
                <a:gd name="connsiteY5" fmla="*/ 4390 h 8780"/>
                <a:gd name="connsiteX6" fmla="*/ 10812 w 11785"/>
                <a:gd name="connsiteY6" fmla="*/ 746 h 8780"/>
                <a:gd name="connsiteX7" fmla="*/ 8122 w 11785"/>
                <a:gd name="connsiteY7" fmla="*/ 0 h 8780"/>
                <a:gd name="connsiteX8" fmla="*/ 3670 w 11785"/>
                <a:gd name="connsiteY8" fmla="*/ 0 h 8780"/>
                <a:gd name="connsiteX9" fmla="*/ 5896 w 11785"/>
                <a:gd name="connsiteY9" fmla="*/ 1844 h 8780"/>
                <a:gd name="connsiteX10" fmla="*/ 3856 w 11785"/>
                <a:gd name="connsiteY10" fmla="*/ 2766 h 8780"/>
                <a:gd name="connsiteX11" fmla="*/ 6 w 11785"/>
                <a:gd name="connsiteY11" fmla="*/ 4039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85" h="8780">
                  <a:moveTo>
                    <a:pt x="6" y="4039"/>
                  </a:moveTo>
                  <a:cubicBezTo>
                    <a:pt x="192" y="5707"/>
                    <a:pt x="1954" y="6585"/>
                    <a:pt x="1954" y="6585"/>
                  </a:cubicBezTo>
                  <a:lnTo>
                    <a:pt x="4876" y="8780"/>
                  </a:lnTo>
                  <a:lnTo>
                    <a:pt x="7751" y="6936"/>
                  </a:lnTo>
                  <a:lnTo>
                    <a:pt x="9282" y="5751"/>
                  </a:lnTo>
                  <a:lnTo>
                    <a:pt x="11786" y="4390"/>
                  </a:lnTo>
                  <a:lnTo>
                    <a:pt x="10812" y="746"/>
                  </a:lnTo>
                  <a:lnTo>
                    <a:pt x="8122" y="0"/>
                  </a:lnTo>
                  <a:lnTo>
                    <a:pt x="3670" y="0"/>
                  </a:lnTo>
                  <a:lnTo>
                    <a:pt x="5896" y="1844"/>
                  </a:lnTo>
                  <a:lnTo>
                    <a:pt x="3856" y="2766"/>
                  </a:lnTo>
                  <a:cubicBezTo>
                    <a:pt x="3856" y="2766"/>
                    <a:pt x="-179" y="2414"/>
                    <a:pt x="6" y="40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3" name="Freeform: Shape 1922">
              <a:extLst>
                <a:ext uri="{FF2B5EF4-FFF2-40B4-BE49-F238E27FC236}">
                  <a16:creationId xmlns:a16="http://schemas.microsoft.com/office/drawing/2014/main" id="{59835BC2-D2BA-BEB8-C580-3DF45B397C32}"/>
                </a:ext>
              </a:extLst>
            </p:cNvPr>
            <p:cNvSpPr>
              <a:spLocks/>
            </p:cNvSpPr>
            <p:nvPr/>
          </p:nvSpPr>
          <p:spPr>
            <a:xfrm>
              <a:off x="6210414" y="2429641"/>
              <a:ext cx="20454" cy="16553"/>
            </a:xfrm>
            <a:custGeom>
              <a:avLst/>
              <a:gdLst>
                <a:gd name="connsiteX0" fmla="*/ 6354 w 13703"/>
                <a:gd name="connsiteY0" fmla="*/ 11074 h 11090"/>
                <a:gd name="connsiteX1" fmla="*/ 10991 w 13703"/>
                <a:gd name="connsiteY1" fmla="*/ 7782 h 11090"/>
                <a:gd name="connsiteX2" fmla="*/ 12939 w 13703"/>
                <a:gd name="connsiteY2" fmla="*/ 4665 h 11090"/>
                <a:gd name="connsiteX3" fmla="*/ 6354 w 13703"/>
                <a:gd name="connsiteY3" fmla="*/ 99 h 11090"/>
                <a:gd name="connsiteX4" fmla="*/ 3849 w 13703"/>
                <a:gd name="connsiteY4" fmla="*/ 3392 h 11090"/>
                <a:gd name="connsiteX5" fmla="*/ 0 w 13703"/>
                <a:gd name="connsiteY5" fmla="*/ 4314 h 11090"/>
                <a:gd name="connsiteX6" fmla="*/ 0 w 13703"/>
                <a:gd name="connsiteY6" fmla="*/ 5763 h 11090"/>
                <a:gd name="connsiteX7" fmla="*/ 4035 w 13703"/>
                <a:gd name="connsiteY7" fmla="*/ 5763 h 11090"/>
                <a:gd name="connsiteX8" fmla="*/ 6354 w 13703"/>
                <a:gd name="connsiteY8" fmla="*/ 11074 h 1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03" h="11090">
                  <a:moveTo>
                    <a:pt x="6354" y="11074"/>
                  </a:moveTo>
                  <a:cubicBezTo>
                    <a:pt x="9646" y="10723"/>
                    <a:pt x="10991" y="7782"/>
                    <a:pt x="10991" y="7782"/>
                  </a:cubicBezTo>
                  <a:cubicBezTo>
                    <a:pt x="10991" y="7782"/>
                    <a:pt x="15443" y="6333"/>
                    <a:pt x="12939" y="4665"/>
                  </a:cubicBezTo>
                  <a:cubicBezTo>
                    <a:pt x="10435" y="2997"/>
                    <a:pt x="8301" y="-647"/>
                    <a:pt x="6354" y="99"/>
                  </a:cubicBezTo>
                  <a:lnTo>
                    <a:pt x="3849" y="3392"/>
                  </a:lnTo>
                  <a:lnTo>
                    <a:pt x="0" y="4314"/>
                  </a:lnTo>
                  <a:lnTo>
                    <a:pt x="0" y="5763"/>
                  </a:lnTo>
                  <a:lnTo>
                    <a:pt x="4035" y="5763"/>
                  </a:lnTo>
                  <a:cubicBezTo>
                    <a:pt x="4035" y="5763"/>
                    <a:pt x="3061" y="11426"/>
                    <a:pt x="6354" y="1107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4" name="Freeform: Shape 1923">
              <a:extLst>
                <a:ext uri="{FF2B5EF4-FFF2-40B4-BE49-F238E27FC236}">
                  <a16:creationId xmlns:a16="http://schemas.microsoft.com/office/drawing/2014/main" id="{36F74896-407E-31E8-803B-3875E6A6138E}"/>
                </a:ext>
              </a:extLst>
            </p:cNvPr>
            <p:cNvSpPr>
              <a:spLocks/>
            </p:cNvSpPr>
            <p:nvPr/>
          </p:nvSpPr>
          <p:spPr>
            <a:xfrm>
              <a:off x="6202234" y="2446498"/>
              <a:ext cx="36698" cy="31648"/>
            </a:xfrm>
            <a:custGeom>
              <a:avLst/>
              <a:gdLst>
                <a:gd name="connsiteX0" fmla="*/ 53 w 24586"/>
                <a:gd name="connsiteY0" fmla="*/ 8385 h 21203"/>
                <a:gd name="connsiteX1" fmla="*/ 3531 w 24586"/>
                <a:gd name="connsiteY1" fmla="*/ 14048 h 21203"/>
                <a:gd name="connsiteX2" fmla="*/ 5479 w 24586"/>
                <a:gd name="connsiteY2" fmla="*/ 16067 h 21203"/>
                <a:gd name="connsiteX3" fmla="*/ 2186 w 24586"/>
                <a:gd name="connsiteY3" fmla="*/ 19360 h 21203"/>
                <a:gd name="connsiteX4" fmla="*/ 2186 w 24586"/>
                <a:gd name="connsiteY4" fmla="*/ 21204 h 21203"/>
                <a:gd name="connsiteX5" fmla="*/ 4690 w 24586"/>
                <a:gd name="connsiteY5" fmla="*/ 20457 h 21203"/>
                <a:gd name="connsiteX6" fmla="*/ 7983 w 24586"/>
                <a:gd name="connsiteY6" fmla="*/ 15541 h 21203"/>
                <a:gd name="connsiteX7" fmla="*/ 14152 w 24586"/>
                <a:gd name="connsiteY7" fmla="*/ 13521 h 21203"/>
                <a:gd name="connsiteX8" fmla="*/ 21479 w 24586"/>
                <a:gd name="connsiteY8" fmla="*/ 6014 h 21203"/>
                <a:gd name="connsiteX9" fmla="*/ 24586 w 24586"/>
                <a:gd name="connsiteY9" fmla="*/ 3073 h 21203"/>
                <a:gd name="connsiteX10" fmla="*/ 21479 w 24586"/>
                <a:gd name="connsiteY10" fmla="*/ 702 h 21203"/>
                <a:gd name="connsiteX11" fmla="*/ 16470 w 24586"/>
                <a:gd name="connsiteY11" fmla="*/ 2722 h 21203"/>
                <a:gd name="connsiteX12" fmla="*/ 5479 w 24586"/>
                <a:gd name="connsiteY12" fmla="*/ 5839 h 21203"/>
                <a:gd name="connsiteX13" fmla="*/ 53 w 24586"/>
                <a:gd name="connsiteY13" fmla="*/ 8385 h 2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586" h="21203">
                  <a:moveTo>
                    <a:pt x="53" y="8385"/>
                  </a:moveTo>
                  <a:cubicBezTo>
                    <a:pt x="-504" y="13302"/>
                    <a:pt x="3531" y="14048"/>
                    <a:pt x="3531" y="14048"/>
                  </a:cubicBezTo>
                  <a:lnTo>
                    <a:pt x="5479" y="16067"/>
                  </a:lnTo>
                  <a:lnTo>
                    <a:pt x="2186" y="19360"/>
                  </a:lnTo>
                  <a:lnTo>
                    <a:pt x="2186" y="21204"/>
                  </a:lnTo>
                  <a:lnTo>
                    <a:pt x="4690" y="20457"/>
                  </a:lnTo>
                  <a:lnTo>
                    <a:pt x="7983" y="15541"/>
                  </a:lnTo>
                  <a:cubicBezTo>
                    <a:pt x="7983" y="15541"/>
                    <a:pt x="11091" y="13872"/>
                    <a:pt x="14152" y="13521"/>
                  </a:cubicBezTo>
                  <a:cubicBezTo>
                    <a:pt x="17259" y="13170"/>
                    <a:pt x="21479" y="6014"/>
                    <a:pt x="21479" y="6014"/>
                  </a:cubicBezTo>
                  <a:cubicBezTo>
                    <a:pt x="21479" y="6014"/>
                    <a:pt x="24586" y="4917"/>
                    <a:pt x="24586" y="3073"/>
                  </a:cubicBezTo>
                  <a:cubicBezTo>
                    <a:pt x="24586" y="1229"/>
                    <a:pt x="21479" y="702"/>
                    <a:pt x="21479" y="702"/>
                  </a:cubicBezTo>
                  <a:cubicBezTo>
                    <a:pt x="18372" y="-1668"/>
                    <a:pt x="16470" y="2722"/>
                    <a:pt x="16470" y="2722"/>
                  </a:cubicBezTo>
                  <a:cubicBezTo>
                    <a:pt x="9282" y="658"/>
                    <a:pt x="5479" y="5839"/>
                    <a:pt x="5479" y="5839"/>
                  </a:cubicBezTo>
                  <a:cubicBezTo>
                    <a:pt x="5479" y="5839"/>
                    <a:pt x="656" y="3468"/>
                    <a:pt x="53" y="838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5" name="Freeform: Shape 1924">
              <a:extLst>
                <a:ext uri="{FF2B5EF4-FFF2-40B4-BE49-F238E27FC236}">
                  <a16:creationId xmlns:a16="http://schemas.microsoft.com/office/drawing/2014/main" id="{444CFEA8-9D1D-77F5-9154-C6449D8DB98E}"/>
                </a:ext>
              </a:extLst>
            </p:cNvPr>
            <p:cNvSpPr>
              <a:spLocks/>
            </p:cNvSpPr>
            <p:nvPr/>
          </p:nvSpPr>
          <p:spPr>
            <a:xfrm>
              <a:off x="5651427" y="2757162"/>
              <a:ext cx="7475" cy="4061"/>
            </a:xfrm>
            <a:custGeom>
              <a:avLst/>
              <a:gdLst>
                <a:gd name="connsiteX0" fmla="*/ 0 w 5008"/>
                <a:gd name="connsiteY0" fmla="*/ 0 h 2721"/>
                <a:gd name="connsiteX1" fmla="*/ 5009 w 5008"/>
                <a:gd name="connsiteY1" fmla="*/ 0 h 2721"/>
                <a:gd name="connsiteX2" fmla="*/ 5009 w 5008"/>
                <a:gd name="connsiteY2" fmla="*/ 2722 h 2721"/>
                <a:gd name="connsiteX3" fmla="*/ 0 w 5008"/>
                <a:gd name="connsiteY3" fmla="*/ 2722 h 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8" h="2721">
                  <a:moveTo>
                    <a:pt x="0" y="0"/>
                  </a:moveTo>
                  <a:lnTo>
                    <a:pt x="5009" y="0"/>
                  </a:lnTo>
                  <a:lnTo>
                    <a:pt x="5009" y="2722"/>
                  </a:lnTo>
                  <a:lnTo>
                    <a:pt x="0" y="27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6" name="Freeform: Shape 1925">
              <a:extLst>
                <a:ext uri="{FF2B5EF4-FFF2-40B4-BE49-F238E27FC236}">
                  <a16:creationId xmlns:a16="http://schemas.microsoft.com/office/drawing/2014/main" id="{E6C3E259-54B6-4C11-201B-08A3BB1F2981}"/>
                </a:ext>
              </a:extLst>
            </p:cNvPr>
            <p:cNvSpPr>
              <a:spLocks/>
            </p:cNvSpPr>
            <p:nvPr/>
          </p:nvSpPr>
          <p:spPr>
            <a:xfrm>
              <a:off x="5303853" y="3824722"/>
              <a:ext cx="7199" cy="6290"/>
            </a:xfrm>
            <a:custGeom>
              <a:avLst/>
              <a:gdLst>
                <a:gd name="connsiteX0" fmla="*/ 0 w 4823"/>
                <a:gd name="connsiteY0" fmla="*/ 4214 h 4214"/>
                <a:gd name="connsiteX1" fmla="*/ 4823 w 4823"/>
                <a:gd name="connsiteY1" fmla="*/ 2722 h 4214"/>
                <a:gd name="connsiteX2" fmla="*/ 4823 w 4823"/>
                <a:gd name="connsiteY2" fmla="*/ 0 h 4214"/>
                <a:gd name="connsiteX3" fmla="*/ 0 w 4823"/>
                <a:gd name="connsiteY3" fmla="*/ 0 h 4214"/>
                <a:gd name="connsiteX4" fmla="*/ 0 w 4823"/>
                <a:gd name="connsiteY4" fmla="*/ 4214 h 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3" h="4214">
                  <a:moveTo>
                    <a:pt x="0" y="4214"/>
                  </a:moveTo>
                  <a:lnTo>
                    <a:pt x="4823" y="2722"/>
                  </a:lnTo>
                  <a:lnTo>
                    <a:pt x="4823" y="0"/>
                  </a:lnTo>
                  <a:lnTo>
                    <a:pt x="0" y="0"/>
                  </a:lnTo>
                  <a:lnTo>
                    <a:pt x="0" y="42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7" name="Freeform: Shape 1926">
              <a:extLst>
                <a:ext uri="{FF2B5EF4-FFF2-40B4-BE49-F238E27FC236}">
                  <a16:creationId xmlns:a16="http://schemas.microsoft.com/office/drawing/2014/main" id="{2C531042-1B34-79C8-9CC4-BC4EC01EBFAE}"/>
                </a:ext>
              </a:extLst>
            </p:cNvPr>
            <p:cNvSpPr>
              <a:spLocks/>
            </p:cNvSpPr>
            <p:nvPr/>
          </p:nvSpPr>
          <p:spPr>
            <a:xfrm>
              <a:off x="5886237" y="3992602"/>
              <a:ext cx="10936" cy="13367"/>
            </a:xfrm>
            <a:custGeom>
              <a:avLst/>
              <a:gdLst>
                <a:gd name="connsiteX0" fmla="*/ 7328 w 7327"/>
                <a:gd name="connsiteY0" fmla="*/ 0 h 8955"/>
                <a:gd name="connsiteX1" fmla="*/ 4638 w 7327"/>
                <a:gd name="connsiteY1" fmla="*/ 0 h 8955"/>
                <a:gd name="connsiteX2" fmla="*/ 1901 w 7327"/>
                <a:gd name="connsiteY2" fmla="*/ 2766 h 8955"/>
                <a:gd name="connsiteX3" fmla="*/ 0 w 7327"/>
                <a:gd name="connsiteY3" fmla="*/ 6980 h 8955"/>
                <a:gd name="connsiteX4" fmla="*/ 3664 w 7327"/>
                <a:gd name="connsiteY4" fmla="*/ 8956 h 8955"/>
                <a:gd name="connsiteX5" fmla="*/ 5751 w 7327"/>
                <a:gd name="connsiteY5" fmla="*/ 4961 h 8955"/>
                <a:gd name="connsiteX6" fmla="*/ 7328 w 7327"/>
                <a:gd name="connsiteY6" fmla="*/ 0 h 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27" h="8955">
                  <a:moveTo>
                    <a:pt x="7328" y="0"/>
                  </a:moveTo>
                  <a:lnTo>
                    <a:pt x="4638" y="0"/>
                  </a:lnTo>
                  <a:lnTo>
                    <a:pt x="1901" y="2766"/>
                  </a:lnTo>
                  <a:lnTo>
                    <a:pt x="0" y="6980"/>
                  </a:lnTo>
                  <a:lnTo>
                    <a:pt x="3664" y="8956"/>
                  </a:lnTo>
                  <a:lnTo>
                    <a:pt x="5751" y="4961"/>
                  </a:lnTo>
                  <a:lnTo>
                    <a:pt x="732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8" name="Freeform: Shape 1927">
              <a:extLst>
                <a:ext uri="{FF2B5EF4-FFF2-40B4-BE49-F238E27FC236}">
                  <a16:creationId xmlns:a16="http://schemas.microsoft.com/office/drawing/2014/main" id="{6C21A8D6-988E-2DE5-D853-799740A266F1}"/>
                </a:ext>
              </a:extLst>
            </p:cNvPr>
            <p:cNvSpPr>
              <a:spLocks/>
            </p:cNvSpPr>
            <p:nvPr/>
          </p:nvSpPr>
          <p:spPr>
            <a:xfrm>
              <a:off x="6706438" y="4331177"/>
              <a:ext cx="7234" cy="13956"/>
            </a:xfrm>
            <a:custGeom>
              <a:avLst/>
              <a:gdLst>
                <a:gd name="connsiteX0" fmla="*/ 4105 w 4846"/>
                <a:gd name="connsiteY0" fmla="*/ 5312 h 9350"/>
                <a:gd name="connsiteX1" fmla="*/ 2157 w 4846"/>
                <a:gd name="connsiteY1" fmla="*/ 0 h 9350"/>
                <a:gd name="connsiteX2" fmla="*/ 23 w 4846"/>
                <a:gd name="connsiteY2" fmla="*/ 2195 h 9350"/>
                <a:gd name="connsiteX3" fmla="*/ 812 w 4846"/>
                <a:gd name="connsiteY3" fmla="*/ 8253 h 9350"/>
                <a:gd name="connsiteX4" fmla="*/ 4847 w 4846"/>
                <a:gd name="connsiteY4" fmla="*/ 9351 h 9350"/>
                <a:gd name="connsiteX5" fmla="*/ 4058 w 4846"/>
                <a:gd name="connsiteY5" fmla="*/ 5312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46" h="9350">
                  <a:moveTo>
                    <a:pt x="4105" y="5312"/>
                  </a:moveTo>
                  <a:lnTo>
                    <a:pt x="2157" y="0"/>
                  </a:lnTo>
                  <a:cubicBezTo>
                    <a:pt x="2157" y="0"/>
                    <a:pt x="209" y="1668"/>
                    <a:pt x="23" y="2195"/>
                  </a:cubicBezTo>
                  <a:cubicBezTo>
                    <a:pt x="-162" y="2722"/>
                    <a:pt x="812" y="8253"/>
                    <a:pt x="812" y="8253"/>
                  </a:cubicBezTo>
                  <a:lnTo>
                    <a:pt x="4847" y="9351"/>
                  </a:lnTo>
                  <a:lnTo>
                    <a:pt x="4058" y="53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9" name="Freeform: Shape 1928">
              <a:extLst>
                <a:ext uri="{FF2B5EF4-FFF2-40B4-BE49-F238E27FC236}">
                  <a16:creationId xmlns:a16="http://schemas.microsoft.com/office/drawing/2014/main" id="{F8689335-B06B-B6AB-0ABE-B5D15438CD35}"/>
                </a:ext>
              </a:extLst>
            </p:cNvPr>
            <p:cNvSpPr>
              <a:spLocks/>
            </p:cNvSpPr>
            <p:nvPr/>
          </p:nvSpPr>
          <p:spPr>
            <a:xfrm>
              <a:off x="6733056" y="4349459"/>
              <a:ext cx="6299" cy="6553"/>
            </a:xfrm>
            <a:custGeom>
              <a:avLst/>
              <a:gdLst>
                <a:gd name="connsiteX0" fmla="*/ 3293 w 4220"/>
                <a:gd name="connsiteY0" fmla="*/ 0 h 4390"/>
                <a:gd name="connsiteX1" fmla="*/ 0 w 4220"/>
                <a:gd name="connsiteY1" fmla="*/ 2195 h 4390"/>
                <a:gd name="connsiteX2" fmla="*/ 4220 w 4220"/>
                <a:gd name="connsiteY2" fmla="*/ 4390 h 4390"/>
                <a:gd name="connsiteX3" fmla="*/ 3293 w 4220"/>
                <a:gd name="connsiteY3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20" h="4390">
                  <a:moveTo>
                    <a:pt x="3293" y="0"/>
                  </a:moveTo>
                  <a:lnTo>
                    <a:pt x="0" y="2195"/>
                  </a:lnTo>
                  <a:lnTo>
                    <a:pt x="4220" y="4390"/>
                  </a:lnTo>
                  <a:lnTo>
                    <a:pt x="3293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0" name="Freeform: Shape 1929">
              <a:extLst>
                <a:ext uri="{FF2B5EF4-FFF2-40B4-BE49-F238E27FC236}">
                  <a16:creationId xmlns:a16="http://schemas.microsoft.com/office/drawing/2014/main" id="{F7FFBD0A-449F-8153-4374-B31BBF8D8B98}"/>
                </a:ext>
              </a:extLst>
            </p:cNvPr>
            <p:cNvSpPr>
              <a:spLocks/>
            </p:cNvSpPr>
            <p:nvPr/>
          </p:nvSpPr>
          <p:spPr>
            <a:xfrm>
              <a:off x="6717203" y="4352736"/>
              <a:ext cx="4638" cy="4651"/>
            </a:xfrm>
            <a:custGeom>
              <a:avLst/>
              <a:gdLst>
                <a:gd name="connsiteX0" fmla="*/ 0 w 3107"/>
                <a:gd name="connsiteY0" fmla="*/ 0 h 3116"/>
                <a:gd name="connsiteX1" fmla="*/ 3107 w 3107"/>
                <a:gd name="connsiteY1" fmla="*/ 0 h 3116"/>
                <a:gd name="connsiteX2" fmla="*/ 3107 w 3107"/>
                <a:gd name="connsiteY2" fmla="*/ 3117 h 3116"/>
                <a:gd name="connsiteX3" fmla="*/ 0 w 3107"/>
                <a:gd name="connsiteY3" fmla="*/ 3117 h 3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7" h="3116">
                  <a:moveTo>
                    <a:pt x="0" y="0"/>
                  </a:moveTo>
                  <a:lnTo>
                    <a:pt x="3107" y="0"/>
                  </a:lnTo>
                  <a:lnTo>
                    <a:pt x="3107" y="3117"/>
                  </a:lnTo>
                  <a:lnTo>
                    <a:pt x="0" y="31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1" name="Freeform: Shape 1930">
              <a:extLst>
                <a:ext uri="{FF2B5EF4-FFF2-40B4-BE49-F238E27FC236}">
                  <a16:creationId xmlns:a16="http://schemas.microsoft.com/office/drawing/2014/main" id="{BE61E802-E752-8D74-3149-7B2481A0645C}"/>
                </a:ext>
              </a:extLst>
            </p:cNvPr>
            <p:cNvSpPr>
              <a:spLocks/>
            </p:cNvSpPr>
            <p:nvPr/>
          </p:nvSpPr>
          <p:spPr>
            <a:xfrm>
              <a:off x="6747731" y="4363090"/>
              <a:ext cx="9275" cy="6027"/>
            </a:xfrm>
            <a:custGeom>
              <a:avLst/>
              <a:gdLst>
                <a:gd name="connsiteX0" fmla="*/ 6214 w 6214"/>
                <a:gd name="connsiteY0" fmla="*/ 2766 h 4038"/>
                <a:gd name="connsiteX1" fmla="*/ 4081 w 6214"/>
                <a:gd name="connsiteY1" fmla="*/ 0 h 4038"/>
                <a:gd name="connsiteX2" fmla="*/ 0 w 6214"/>
                <a:gd name="connsiteY2" fmla="*/ 0 h 4038"/>
                <a:gd name="connsiteX3" fmla="*/ 4081 w 6214"/>
                <a:gd name="connsiteY3" fmla="*/ 4039 h 4038"/>
                <a:gd name="connsiteX4" fmla="*/ 6214 w 6214"/>
                <a:gd name="connsiteY4" fmla="*/ 2766 h 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14" h="4038">
                  <a:moveTo>
                    <a:pt x="6214" y="2766"/>
                  </a:moveTo>
                  <a:lnTo>
                    <a:pt x="4081" y="0"/>
                  </a:lnTo>
                  <a:lnTo>
                    <a:pt x="0" y="0"/>
                  </a:lnTo>
                  <a:lnTo>
                    <a:pt x="4081" y="4039"/>
                  </a:lnTo>
                  <a:lnTo>
                    <a:pt x="6214" y="27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2" name="Freeform: Shape 1931">
              <a:extLst>
                <a:ext uri="{FF2B5EF4-FFF2-40B4-BE49-F238E27FC236}">
                  <a16:creationId xmlns:a16="http://schemas.microsoft.com/office/drawing/2014/main" id="{E6576019-01D1-AFFA-2BE4-CB02D831B947}"/>
                </a:ext>
              </a:extLst>
            </p:cNvPr>
            <p:cNvSpPr>
              <a:spLocks/>
            </p:cNvSpPr>
            <p:nvPr/>
          </p:nvSpPr>
          <p:spPr>
            <a:xfrm>
              <a:off x="6708702" y="4346707"/>
              <a:ext cx="170535" cy="320949"/>
            </a:xfrm>
            <a:custGeom>
              <a:avLst/>
              <a:gdLst>
                <a:gd name="connsiteX0" fmla="*/ 109442 w 114251"/>
                <a:gd name="connsiteY0" fmla="*/ 42627 h 215022"/>
                <a:gd name="connsiteX1" fmla="*/ 97059 w 114251"/>
                <a:gd name="connsiteY1" fmla="*/ 5575 h 215022"/>
                <a:gd name="connsiteX2" fmla="*/ 95297 w 114251"/>
                <a:gd name="connsiteY2" fmla="*/ 0 h 215022"/>
                <a:gd name="connsiteX3" fmla="*/ 86392 w 114251"/>
                <a:gd name="connsiteY3" fmla="*/ 7112 h 215022"/>
                <a:gd name="connsiteX4" fmla="*/ 88711 w 114251"/>
                <a:gd name="connsiteY4" fmla="*/ 16243 h 215022"/>
                <a:gd name="connsiteX5" fmla="*/ 80780 w 114251"/>
                <a:gd name="connsiteY5" fmla="*/ 24672 h 215022"/>
                <a:gd name="connsiteX6" fmla="*/ 80780 w 114251"/>
                <a:gd name="connsiteY6" fmla="*/ 27394 h 215022"/>
                <a:gd name="connsiteX7" fmla="*/ 78091 w 114251"/>
                <a:gd name="connsiteY7" fmla="*/ 27394 h 215022"/>
                <a:gd name="connsiteX8" fmla="*/ 73267 w 114251"/>
                <a:gd name="connsiteY8" fmla="*/ 25023 h 215022"/>
                <a:gd name="connsiteX9" fmla="*/ 76143 w 114251"/>
                <a:gd name="connsiteY9" fmla="*/ 34330 h 215022"/>
                <a:gd name="connsiteX10" fmla="*/ 70949 w 114251"/>
                <a:gd name="connsiteY10" fmla="*/ 36700 h 215022"/>
                <a:gd name="connsiteX11" fmla="*/ 69418 w 114251"/>
                <a:gd name="connsiteY11" fmla="*/ 42539 h 215022"/>
                <a:gd name="connsiteX12" fmla="*/ 67470 w 114251"/>
                <a:gd name="connsiteY12" fmla="*/ 47851 h 215022"/>
                <a:gd name="connsiteX13" fmla="*/ 64595 w 114251"/>
                <a:gd name="connsiteY13" fmla="*/ 47851 h 215022"/>
                <a:gd name="connsiteX14" fmla="*/ 66125 w 114251"/>
                <a:gd name="connsiteY14" fmla="*/ 41442 h 215022"/>
                <a:gd name="connsiteX15" fmla="*/ 62461 w 114251"/>
                <a:gd name="connsiteY15" fmla="*/ 46007 h 215022"/>
                <a:gd name="connsiteX16" fmla="*/ 61673 w 114251"/>
                <a:gd name="connsiteY16" fmla="*/ 53119 h 215022"/>
                <a:gd name="connsiteX17" fmla="*/ 59354 w 114251"/>
                <a:gd name="connsiteY17" fmla="*/ 54041 h 215022"/>
                <a:gd name="connsiteX18" fmla="*/ 58009 w 114251"/>
                <a:gd name="connsiteY18" fmla="*/ 50573 h 215022"/>
                <a:gd name="connsiteX19" fmla="*/ 48548 w 114251"/>
                <a:gd name="connsiteY19" fmla="*/ 57158 h 215022"/>
                <a:gd name="connsiteX20" fmla="*/ 48548 w 114251"/>
                <a:gd name="connsiteY20" fmla="*/ 59528 h 215022"/>
                <a:gd name="connsiteX21" fmla="*/ 47018 w 114251"/>
                <a:gd name="connsiteY21" fmla="*/ 60450 h 215022"/>
                <a:gd name="connsiteX22" fmla="*/ 47018 w 114251"/>
                <a:gd name="connsiteY22" fmla="*/ 58431 h 215022"/>
                <a:gd name="connsiteX23" fmla="*/ 38113 w 114251"/>
                <a:gd name="connsiteY23" fmla="*/ 59177 h 215022"/>
                <a:gd name="connsiteX24" fmla="*/ 36769 w 114251"/>
                <a:gd name="connsiteY24" fmla="*/ 61899 h 215022"/>
                <a:gd name="connsiteX25" fmla="*/ 27864 w 114251"/>
                <a:gd name="connsiteY25" fmla="*/ 63918 h 215022"/>
                <a:gd name="connsiteX26" fmla="*/ 19192 w 114251"/>
                <a:gd name="connsiteY26" fmla="*/ 66289 h 215022"/>
                <a:gd name="connsiteX27" fmla="*/ 17476 w 114251"/>
                <a:gd name="connsiteY27" fmla="*/ 74323 h 215022"/>
                <a:gd name="connsiteX28" fmla="*/ 11493 w 114251"/>
                <a:gd name="connsiteY28" fmla="*/ 88942 h 215022"/>
                <a:gd name="connsiteX29" fmla="*/ 14971 w 114251"/>
                <a:gd name="connsiteY29" fmla="*/ 103209 h 215022"/>
                <a:gd name="connsiteX30" fmla="*/ 18264 w 114251"/>
                <a:gd name="connsiteY30" fmla="*/ 116028 h 215022"/>
                <a:gd name="connsiteX31" fmla="*/ 16733 w 114251"/>
                <a:gd name="connsiteY31" fmla="*/ 127179 h 215022"/>
                <a:gd name="connsiteX32" fmla="*/ 9220 w 114251"/>
                <a:gd name="connsiteY32" fmla="*/ 144212 h 215022"/>
                <a:gd name="connsiteX33" fmla="*/ 130 w 114251"/>
                <a:gd name="connsiteY33" fmla="*/ 157031 h 215022"/>
                <a:gd name="connsiteX34" fmla="*/ 5928 w 114251"/>
                <a:gd name="connsiteY34" fmla="*/ 176259 h 215022"/>
                <a:gd name="connsiteX35" fmla="*/ 8246 w 114251"/>
                <a:gd name="connsiteY35" fmla="*/ 181746 h 215022"/>
                <a:gd name="connsiteX36" fmla="*/ 10751 w 114251"/>
                <a:gd name="connsiteY36" fmla="*/ 199306 h 215022"/>
                <a:gd name="connsiteX37" fmla="*/ 23505 w 114251"/>
                <a:gd name="connsiteY37" fmla="*/ 211379 h 215022"/>
                <a:gd name="connsiteX38" fmla="*/ 28931 w 114251"/>
                <a:gd name="connsiteY38" fmla="*/ 215022 h 215022"/>
                <a:gd name="connsiteX39" fmla="*/ 36258 w 114251"/>
                <a:gd name="connsiteY39" fmla="*/ 215022 h 215022"/>
                <a:gd name="connsiteX40" fmla="*/ 53464 w 114251"/>
                <a:gd name="connsiteY40" fmla="*/ 209359 h 215022"/>
                <a:gd name="connsiteX41" fmla="*/ 68351 w 114251"/>
                <a:gd name="connsiteY41" fmla="*/ 182493 h 215022"/>
                <a:gd name="connsiteX42" fmla="*/ 77998 w 114251"/>
                <a:gd name="connsiteY42" fmla="*/ 150841 h 215022"/>
                <a:gd name="connsiteX43" fmla="*/ 88433 w 114251"/>
                <a:gd name="connsiteY43" fmla="*/ 116994 h 215022"/>
                <a:gd name="connsiteX44" fmla="*/ 95389 w 114251"/>
                <a:gd name="connsiteY44" fmla="*/ 101980 h 215022"/>
                <a:gd name="connsiteX45" fmla="*/ 97523 w 114251"/>
                <a:gd name="connsiteY45" fmla="*/ 82049 h 215022"/>
                <a:gd name="connsiteX46" fmla="*/ 102531 w 114251"/>
                <a:gd name="connsiteY46" fmla="*/ 64138 h 215022"/>
                <a:gd name="connsiteX47" fmla="*/ 103320 w 114251"/>
                <a:gd name="connsiteY47" fmla="*/ 53909 h 215022"/>
                <a:gd name="connsiteX48" fmla="*/ 107169 w 114251"/>
                <a:gd name="connsiteY48" fmla="*/ 60670 h 215022"/>
                <a:gd name="connsiteX49" fmla="*/ 112781 w 114251"/>
                <a:gd name="connsiteY49" fmla="*/ 58650 h 215022"/>
                <a:gd name="connsiteX50" fmla="*/ 109488 w 114251"/>
                <a:gd name="connsiteY50" fmla="*/ 42539 h 215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14251" h="215022">
                  <a:moveTo>
                    <a:pt x="109442" y="42627"/>
                  </a:moveTo>
                  <a:cubicBezTo>
                    <a:pt x="109442" y="42627"/>
                    <a:pt x="110416" y="13346"/>
                    <a:pt x="97059" y="5575"/>
                  </a:cubicBezTo>
                  <a:lnTo>
                    <a:pt x="95297" y="0"/>
                  </a:lnTo>
                  <a:cubicBezTo>
                    <a:pt x="95297" y="0"/>
                    <a:pt x="92004" y="7112"/>
                    <a:pt x="86392" y="7112"/>
                  </a:cubicBezTo>
                  <a:cubicBezTo>
                    <a:pt x="86392" y="7112"/>
                    <a:pt x="90845" y="11502"/>
                    <a:pt x="88711" y="16243"/>
                  </a:cubicBezTo>
                  <a:cubicBezTo>
                    <a:pt x="86578" y="20984"/>
                    <a:pt x="80780" y="24672"/>
                    <a:pt x="80780" y="24672"/>
                  </a:cubicBezTo>
                  <a:lnTo>
                    <a:pt x="80780" y="27394"/>
                  </a:lnTo>
                  <a:lnTo>
                    <a:pt x="78091" y="27394"/>
                  </a:lnTo>
                  <a:cubicBezTo>
                    <a:pt x="78091" y="27394"/>
                    <a:pt x="77117" y="23530"/>
                    <a:pt x="73267" y="25023"/>
                  </a:cubicBezTo>
                  <a:cubicBezTo>
                    <a:pt x="69418" y="26472"/>
                    <a:pt x="76143" y="34330"/>
                    <a:pt x="76143" y="34330"/>
                  </a:cubicBezTo>
                  <a:cubicBezTo>
                    <a:pt x="76143" y="34330"/>
                    <a:pt x="72479" y="33803"/>
                    <a:pt x="70949" y="36700"/>
                  </a:cubicBezTo>
                  <a:cubicBezTo>
                    <a:pt x="69418" y="39642"/>
                    <a:pt x="69418" y="42539"/>
                    <a:pt x="69418" y="42539"/>
                  </a:cubicBezTo>
                  <a:lnTo>
                    <a:pt x="67470" y="47851"/>
                  </a:lnTo>
                  <a:lnTo>
                    <a:pt x="64595" y="47851"/>
                  </a:lnTo>
                  <a:cubicBezTo>
                    <a:pt x="64595" y="47851"/>
                    <a:pt x="67099" y="43461"/>
                    <a:pt x="66125" y="41442"/>
                  </a:cubicBezTo>
                  <a:lnTo>
                    <a:pt x="62461" y="46007"/>
                  </a:lnTo>
                  <a:cubicBezTo>
                    <a:pt x="62461" y="46007"/>
                    <a:pt x="59169" y="49651"/>
                    <a:pt x="61673" y="53119"/>
                  </a:cubicBezTo>
                  <a:lnTo>
                    <a:pt x="59354" y="54041"/>
                  </a:lnTo>
                  <a:lnTo>
                    <a:pt x="58009" y="50573"/>
                  </a:lnTo>
                  <a:lnTo>
                    <a:pt x="48548" y="57158"/>
                  </a:lnTo>
                  <a:lnTo>
                    <a:pt x="48548" y="59528"/>
                  </a:lnTo>
                  <a:lnTo>
                    <a:pt x="47018" y="60450"/>
                  </a:lnTo>
                  <a:lnTo>
                    <a:pt x="47018" y="58431"/>
                  </a:lnTo>
                  <a:lnTo>
                    <a:pt x="38113" y="59177"/>
                  </a:lnTo>
                  <a:lnTo>
                    <a:pt x="36769" y="61899"/>
                  </a:lnTo>
                  <a:cubicBezTo>
                    <a:pt x="36769" y="61899"/>
                    <a:pt x="31574" y="61372"/>
                    <a:pt x="27864" y="63918"/>
                  </a:cubicBezTo>
                  <a:cubicBezTo>
                    <a:pt x="27864" y="63918"/>
                    <a:pt x="22438" y="64094"/>
                    <a:pt x="19192" y="66289"/>
                  </a:cubicBezTo>
                  <a:cubicBezTo>
                    <a:pt x="15899" y="68484"/>
                    <a:pt x="17476" y="74323"/>
                    <a:pt x="17476" y="74323"/>
                  </a:cubicBezTo>
                  <a:cubicBezTo>
                    <a:pt x="17476" y="74323"/>
                    <a:pt x="10519" y="80162"/>
                    <a:pt x="11493" y="88942"/>
                  </a:cubicBezTo>
                  <a:cubicBezTo>
                    <a:pt x="12467" y="97722"/>
                    <a:pt x="10936" y="101936"/>
                    <a:pt x="14971" y="103209"/>
                  </a:cubicBezTo>
                  <a:cubicBezTo>
                    <a:pt x="14971" y="103209"/>
                    <a:pt x="15157" y="111462"/>
                    <a:pt x="18264" y="116028"/>
                  </a:cubicBezTo>
                  <a:cubicBezTo>
                    <a:pt x="21371" y="120594"/>
                    <a:pt x="16733" y="127179"/>
                    <a:pt x="16733" y="127179"/>
                  </a:cubicBezTo>
                  <a:cubicBezTo>
                    <a:pt x="16733" y="127179"/>
                    <a:pt x="9591" y="137627"/>
                    <a:pt x="9220" y="144212"/>
                  </a:cubicBezTo>
                  <a:cubicBezTo>
                    <a:pt x="9220" y="144212"/>
                    <a:pt x="1290" y="143114"/>
                    <a:pt x="130" y="157031"/>
                  </a:cubicBezTo>
                  <a:cubicBezTo>
                    <a:pt x="-1029" y="170947"/>
                    <a:pt x="5928" y="176259"/>
                    <a:pt x="5928" y="176259"/>
                  </a:cubicBezTo>
                  <a:cubicBezTo>
                    <a:pt x="5928" y="176259"/>
                    <a:pt x="5139" y="180298"/>
                    <a:pt x="8246" y="181746"/>
                  </a:cubicBezTo>
                  <a:cubicBezTo>
                    <a:pt x="8246" y="181746"/>
                    <a:pt x="3423" y="193643"/>
                    <a:pt x="10751" y="199306"/>
                  </a:cubicBezTo>
                  <a:cubicBezTo>
                    <a:pt x="10751" y="199306"/>
                    <a:pt x="12096" y="210106"/>
                    <a:pt x="23505" y="211379"/>
                  </a:cubicBezTo>
                  <a:lnTo>
                    <a:pt x="28931" y="215022"/>
                  </a:lnTo>
                  <a:lnTo>
                    <a:pt x="36258" y="215022"/>
                  </a:lnTo>
                  <a:cubicBezTo>
                    <a:pt x="36258" y="215022"/>
                    <a:pt x="42056" y="209535"/>
                    <a:pt x="53464" y="209359"/>
                  </a:cubicBezTo>
                  <a:cubicBezTo>
                    <a:pt x="64873" y="209184"/>
                    <a:pt x="68351" y="182493"/>
                    <a:pt x="68351" y="182493"/>
                  </a:cubicBezTo>
                  <a:cubicBezTo>
                    <a:pt x="68351" y="182493"/>
                    <a:pt x="75679" y="156899"/>
                    <a:pt x="77998" y="150841"/>
                  </a:cubicBezTo>
                  <a:cubicBezTo>
                    <a:pt x="80317" y="144782"/>
                    <a:pt x="90381" y="124852"/>
                    <a:pt x="88433" y="116994"/>
                  </a:cubicBezTo>
                  <a:cubicBezTo>
                    <a:pt x="88433" y="116994"/>
                    <a:pt x="93256" y="107292"/>
                    <a:pt x="95389" y="101980"/>
                  </a:cubicBezTo>
                  <a:cubicBezTo>
                    <a:pt x="95389" y="101980"/>
                    <a:pt x="102717" y="90829"/>
                    <a:pt x="97523" y="82049"/>
                  </a:cubicBezTo>
                  <a:cubicBezTo>
                    <a:pt x="97523" y="82049"/>
                    <a:pt x="105824" y="70899"/>
                    <a:pt x="102531" y="64138"/>
                  </a:cubicBezTo>
                  <a:cubicBezTo>
                    <a:pt x="99239" y="57377"/>
                    <a:pt x="103320" y="53909"/>
                    <a:pt x="103320" y="53909"/>
                  </a:cubicBezTo>
                  <a:cubicBezTo>
                    <a:pt x="103320" y="53909"/>
                    <a:pt x="106010" y="59397"/>
                    <a:pt x="107169" y="60670"/>
                  </a:cubicBezTo>
                  <a:cubicBezTo>
                    <a:pt x="108329" y="61943"/>
                    <a:pt x="111621" y="62514"/>
                    <a:pt x="112781" y="58650"/>
                  </a:cubicBezTo>
                  <a:cubicBezTo>
                    <a:pt x="113940" y="54787"/>
                    <a:pt x="116630" y="45305"/>
                    <a:pt x="109488" y="425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3" name="Freeform: Shape 1932">
              <a:extLst>
                <a:ext uri="{FF2B5EF4-FFF2-40B4-BE49-F238E27FC236}">
                  <a16:creationId xmlns:a16="http://schemas.microsoft.com/office/drawing/2014/main" id="{C3987041-0E83-9EA8-E6A6-68C32EB9EA40}"/>
                </a:ext>
              </a:extLst>
            </p:cNvPr>
            <p:cNvSpPr>
              <a:spLocks/>
            </p:cNvSpPr>
            <p:nvPr/>
          </p:nvSpPr>
          <p:spPr>
            <a:xfrm>
              <a:off x="6991158" y="4553862"/>
              <a:ext cx="13962" cy="15119"/>
            </a:xfrm>
            <a:custGeom>
              <a:avLst/>
              <a:gdLst>
                <a:gd name="connsiteX0" fmla="*/ 2528 w 9354"/>
                <a:gd name="connsiteY0" fmla="*/ 641 h 10129"/>
                <a:gd name="connsiteX1" fmla="*/ 24 w 9354"/>
                <a:gd name="connsiteY1" fmla="*/ 3934 h 10129"/>
                <a:gd name="connsiteX2" fmla="*/ 6609 w 9354"/>
                <a:gd name="connsiteY2" fmla="*/ 9992 h 10129"/>
                <a:gd name="connsiteX3" fmla="*/ 8743 w 9354"/>
                <a:gd name="connsiteY3" fmla="*/ 1958 h 10129"/>
                <a:gd name="connsiteX4" fmla="*/ 2575 w 9354"/>
                <a:gd name="connsiteY4" fmla="*/ 685 h 10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54" h="10129">
                  <a:moveTo>
                    <a:pt x="2528" y="641"/>
                  </a:moveTo>
                  <a:cubicBezTo>
                    <a:pt x="2528" y="641"/>
                    <a:pt x="395" y="2090"/>
                    <a:pt x="24" y="3934"/>
                  </a:cubicBezTo>
                  <a:cubicBezTo>
                    <a:pt x="-347" y="5777"/>
                    <a:pt x="3688" y="11045"/>
                    <a:pt x="6609" y="9992"/>
                  </a:cubicBezTo>
                  <a:cubicBezTo>
                    <a:pt x="9531" y="8938"/>
                    <a:pt x="9902" y="5426"/>
                    <a:pt x="8743" y="1958"/>
                  </a:cubicBezTo>
                  <a:cubicBezTo>
                    <a:pt x="7583" y="-1510"/>
                    <a:pt x="2575" y="685"/>
                    <a:pt x="2575" y="68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4" name="Freeform: Shape 1933">
              <a:extLst>
                <a:ext uri="{FF2B5EF4-FFF2-40B4-BE49-F238E27FC236}">
                  <a16:creationId xmlns:a16="http://schemas.microsoft.com/office/drawing/2014/main" id="{76937793-2D57-B2C3-3FFF-89C9ECC25895}"/>
                </a:ext>
              </a:extLst>
            </p:cNvPr>
            <p:cNvSpPr>
              <a:spLocks/>
            </p:cNvSpPr>
            <p:nvPr/>
          </p:nvSpPr>
          <p:spPr>
            <a:xfrm>
              <a:off x="7040331" y="4534343"/>
              <a:ext cx="13115" cy="12547"/>
            </a:xfrm>
            <a:custGeom>
              <a:avLst/>
              <a:gdLst>
                <a:gd name="connsiteX0" fmla="*/ 2651 w 8787"/>
                <a:gd name="connsiteY0" fmla="*/ 549 h 8406"/>
                <a:gd name="connsiteX1" fmla="*/ 147 w 8787"/>
                <a:gd name="connsiteY1" fmla="*/ 4193 h 8406"/>
                <a:gd name="connsiteX2" fmla="*/ 3811 w 8787"/>
                <a:gd name="connsiteY2" fmla="*/ 8407 h 8406"/>
                <a:gd name="connsiteX3" fmla="*/ 8634 w 8787"/>
                <a:gd name="connsiteY3" fmla="*/ 2744 h 8406"/>
                <a:gd name="connsiteX4" fmla="*/ 2651 w 8787"/>
                <a:gd name="connsiteY4" fmla="*/ 549 h 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7" h="8406">
                  <a:moveTo>
                    <a:pt x="2651" y="549"/>
                  </a:moveTo>
                  <a:cubicBezTo>
                    <a:pt x="2651" y="549"/>
                    <a:pt x="935" y="2568"/>
                    <a:pt x="147" y="4193"/>
                  </a:cubicBezTo>
                  <a:cubicBezTo>
                    <a:pt x="-641" y="5861"/>
                    <a:pt x="1909" y="8407"/>
                    <a:pt x="3811" y="8407"/>
                  </a:cubicBezTo>
                  <a:cubicBezTo>
                    <a:pt x="5712" y="8407"/>
                    <a:pt x="9608" y="7134"/>
                    <a:pt x="8634" y="2744"/>
                  </a:cubicBezTo>
                  <a:cubicBezTo>
                    <a:pt x="7660" y="-1646"/>
                    <a:pt x="2651" y="549"/>
                    <a:pt x="2651" y="54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5" name="Freeform: Shape 1934">
              <a:extLst>
                <a:ext uri="{FF2B5EF4-FFF2-40B4-BE49-F238E27FC236}">
                  <a16:creationId xmlns:a16="http://schemas.microsoft.com/office/drawing/2014/main" id="{F803450E-6352-F42D-6F7C-728C1DC555B3}"/>
                </a:ext>
              </a:extLst>
            </p:cNvPr>
            <p:cNvSpPr>
              <a:spLocks/>
            </p:cNvSpPr>
            <p:nvPr/>
          </p:nvSpPr>
          <p:spPr>
            <a:xfrm>
              <a:off x="5716153" y="3123456"/>
              <a:ext cx="8237" cy="11008"/>
            </a:xfrm>
            <a:custGeom>
              <a:avLst/>
              <a:gdLst>
                <a:gd name="connsiteX0" fmla="*/ 5519 w 5518"/>
                <a:gd name="connsiteY0" fmla="*/ 0 h 7375"/>
                <a:gd name="connsiteX1" fmla="*/ 0 w 5518"/>
                <a:gd name="connsiteY1" fmla="*/ 3688 h 7375"/>
                <a:gd name="connsiteX2" fmla="*/ 1438 w 5518"/>
                <a:gd name="connsiteY2" fmla="*/ 7375 h 7375"/>
                <a:gd name="connsiteX3" fmla="*/ 5519 w 5518"/>
                <a:gd name="connsiteY3" fmla="*/ 3293 h 7375"/>
                <a:gd name="connsiteX4" fmla="*/ 5519 w 5518"/>
                <a:gd name="connsiteY4" fmla="*/ 0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8" h="7375">
                  <a:moveTo>
                    <a:pt x="5519" y="0"/>
                  </a:moveTo>
                  <a:lnTo>
                    <a:pt x="0" y="3688"/>
                  </a:lnTo>
                  <a:lnTo>
                    <a:pt x="1438" y="7375"/>
                  </a:lnTo>
                  <a:lnTo>
                    <a:pt x="5519" y="3293"/>
                  </a:lnTo>
                  <a:lnTo>
                    <a:pt x="551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6" name="Freeform: Shape 1935">
              <a:extLst>
                <a:ext uri="{FF2B5EF4-FFF2-40B4-BE49-F238E27FC236}">
                  <a16:creationId xmlns:a16="http://schemas.microsoft.com/office/drawing/2014/main" id="{7CB8CDBF-BE52-EA5C-FC80-8E571F1DFDF5}"/>
                </a:ext>
              </a:extLst>
            </p:cNvPr>
            <p:cNvSpPr>
              <a:spLocks/>
            </p:cNvSpPr>
            <p:nvPr/>
          </p:nvSpPr>
          <p:spPr>
            <a:xfrm>
              <a:off x="5742043" y="3099735"/>
              <a:ext cx="24519" cy="20117"/>
            </a:xfrm>
            <a:custGeom>
              <a:avLst/>
              <a:gdLst>
                <a:gd name="connsiteX0" fmla="*/ 9600 w 16427"/>
                <a:gd name="connsiteY0" fmla="*/ 13433 h 13477"/>
                <a:gd name="connsiteX1" fmla="*/ 15397 w 16427"/>
                <a:gd name="connsiteY1" fmla="*/ 10843 h 13477"/>
                <a:gd name="connsiteX2" fmla="*/ 15397 w 16427"/>
                <a:gd name="connsiteY2" fmla="*/ 4390 h 13477"/>
                <a:gd name="connsiteX3" fmla="*/ 12197 w 16427"/>
                <a:gd name="connsiteY3" fmla="*/ 4390 h 13477"/>
                <a:gd name="connsiteX4" fmla="*/ 10157 w 16427"/>
                <a:gd name="connsiteY4" fmla="*/ 0 h 13477"/>
                <a:gd name="connsiteX5" fmla="*/ 0 w 16427"/>
                <a:gd name="connsiteY5" fmla="*/ 8253 h 13477"/>
                <a:gd name="connsiteX6" fmla="*/ 1438 w 16427"/>
                <a:gd name="connsiteY6" fmla="*/ 10448 h 13477"/>
                <a:gd name="connsiteX7" fmla="*/ 3478 w 16427"/>
                <a:gd name="connsiteY7" fmla="*/ 10448 h 13477"/>
                <a:gd name="connsiteX8" fmla="*/ 9554 w 16427"/>
                <a:gd name="connsiteY8" fmla="*/ 13477 h 1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27" h="13477">
                  <a:moveTo>
                    <a:pt x="9600" y="13433"/>
                  </a:moveTo>
                  <a:cubicBezTo>
                    <a:pt x="9600" y="13433"/>
                    <a:pt x="13078" y="13170"/>
                    <a:pt x="15397" y="10843"/>
                  </a:cubicBezTo>
                  <a:cubicBezTo>
                    <a:pt x="17716" y="8517"/>
                    <a:pt x="15397" y="4390"/>
                    <a:pt x="15397" y="4390"/>
                  </a:cubicBezTo>
                  <a:lnTo>
                    <a:pt x="12197" y="4390"/>
                  </a:lnTo>
                  <a:lnTo>
                    <a:pt x="10157" y="0"/>
                  </a:lnTo>
                  <a:cubicBezTo>
                    <a:pt x="10157" y="0"/>
                    <a:pt x="603" y="3556"/>
                    <a:pt x="0" y="8253"/>
                  </a:cubicBezTo>
                  <a:lnTo>
                    <a:pt x="1438" y="10448"/>
                  </a:lnTo>
                  <a:lnTo>
                    <a:pt x="3478" y="10448"/>
                  </a:lnTo>
                  <a:lnTo>
                    <a:pt x="9554" y="1347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7" name="Freeform: Shape 1936">
              <a:extLst>
                <a:ext uri="{FF2B5EF4-FFF2-40B4-BE49-F238E27FC236}">
                  <a16:creationId xmlns:a16="http://schemas.microsoft.com/office/drawing/2014/main" id="{043C05C7-1058-B009-403B-A72508A9D445}"/>
                </a:ext>
              </a:extLst>
            </p:cNvPr>
            <p:cNvSpPr>
              <a:spLocks/>
            </p:cNvSpPr>
            <p:nvPr/>
          </p:nvSpPr>
          <p:spPr>
            <a:xfrm>
              <a:off x="5777604" y="3096852"/>
              <a:ext cx="11233" cy="7797"/>
            </a:xfrm>
            <a:custGeom>
              <a:avLst/>
              <a:gdLst>
                <a:gd name="connsiteX0" fmla="*/ 7526 w 7526"/>
                <a:gd name="connsiteY0" fmla="*/ 2590 h 5224"/>
                <a:gd name="connsiteX1" fmla="*/ 5486 w 7526"/>
                <a:gd name="connsiteY1" fmla="*/ 0 h 5224"/>
                <a:gd name="connsiteX2" fmla="*/ 1729 w 7526"/>
                <a:gd name="connsiteY2" fmla="*/ 0 h 5224"/>
                <a:gd name="connsiteX3" fmla="*/ 13 w 7526"/>
                <a:gd name="connsiteY3" fmla="*/ 1932 h 5224"/>
                <a:gd name="connsiteX4" fmla="*/ 1729 w 7526"/>
                <a:gd name="connsiteY4" fmla="*/ 5224 h 5224"/>
                <a:gd name="connsiteX5" fmla="*/ 7526 w 7526"/>
                <a:gd name="connsiteY5" fmla="*/ 2634 h 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26" h="5224">
                  <a:moveTo>
                    <a:pt x="7526" y="2590"/>
                  </a:moveTo>
                  <a:lnTo>
                    <a:pt x="5486" y="0"/>
                  </a:lnTo>
                  <a:lnTo>
                    <a:pt x="1729" y="0"/>
                  </a:lnTo>
                  <a:lnTo>
                    <a:pt x="13" y="1932"/>
                  </a:lnTo>
                  <a:cubicBezTo>
                    <a:pt x="13" y="1932"/>
                    <a:pt x="-265" y="5224"/>
                    <a:pt x="1729" y="5224"/>
                  </a:cubicBezTo>
                  <a:cubicBezTo>
                    <a:pt x="3723" y="5224"/>
                    <a:pt x="7526" y="2634"/>
                    <a:pt x="7526" y="263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8" name="Freeform: Shape 1937">
              <a:extLst>
                <a:ext uri="{FF2B5EF4-FFF2-40B4-BE49-F238E27FC236}">
                  <a16:creationId xmlns:a16="http://schemas.microsoft.com/office/drawing/2014/main" id="{730FB9B1-0294-8D63-A1E7-5F2AC84DDB76}"/>
                </a:ext>
              </a:extLst>
            </p:cNvPr>
            <p:cNvSpPr>
              <a:spLocks/>
            </p:cNvSpPr>
            <p:nvPr/>
          </p:nvSpPr>
          <p:spPr>
            <a:xfrm>
              <a:off x="5888335" y="3008392"/>
              <a:ext cx="24864" cy="50324"/>
            </a:xfrm>
            <a:custGeom>
              <a:avLst/>
              <a:gdLst>
                <a:gd name="connsiteX0" fmla="*/ 12182 w 16658"/>
                <a:gd name="connsiteY0" fmla="*/ 4083 h 33715"/>
                <a:gd name="connsiteX1" fmla="*/ 7823 w 16658"/>
                <a:gd name="connsiteY1" fmla="*/ 6278 h 33715"/>
                <a:gd name="connsiteX2" fmla="*/ 1748 w 16658"/>
                <a:gd name="connsiteY2" fmla="*/ 23004 h 33715"/>
                <a:gd name="connsiteX3" fmla="*/ 10142 w 16658"/>
                <a:gd name="connsiteY3" fmla="*/ 33715 h 33715"/>
                <a:gd name="connsiteX4" fmla="*/ 13342 w 16658"/>
                <a:gd name="connsiteY4" fmla="*/ 30159 h 33715"/>
                <a:gd name="connsiteX5" fmla="*/ 14733 w 16658"/>
                <a:gd name="connsiteY5" fmla="*/ 22213 h 33715"/>
                <a:gd name="connsiteX6" fmla="*/ 15383 w 16658"/>
                <a:gd name="connsiteY6" fmla="*/ 9878 h 33715"/>
                <a:gd name="connsiteX7" fmla="*/ 15383 w 16658"/>
                <a:gd name="connsiteY7" fmla="*/ 0 h 33715"/>
                <a:gd name="connsiteX8" fmla="*/ 12182 w 16658"/>
                <a:gd name="connsiteY8" fmla="*/ 4127 h 3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58" h="33715">
                  <a:moveTo>
                    <a:pt x="12182" y="4083"/>
                  </a:moveTo>
                  <a:lnTo>
                    <a:pt x="7823" y="6278"/>
                  </a:lnTo>
                  <a:cubicBezTo>
                    <a:pt x="-4931" y="12863"/>
                    <a:pt x="1748" y="23004"/>
                    <a:pt x="1748" y="23004"/>
                  </a:cubicBezTo>
                  <a:cubicBezTo>
                    <a:pt x="1469" y="29062"/>
                    <a:pt x="10142" y="33715"/>
                    <a:pt x="10142" y="33715"/>
                  </a:cubicBezTo>
                  <a:lnTo>
                    <a:pt x="13342" y="30159"/>
                  </a:lnTo>
                  <a:lnTo>
                    <a:pt x="14733" y="22213"/>
                  </a:lnTo>
                  <a:cubicBezTo>
                    <a:pt x="17562" y="18350"/>
                    <a:pt x="16820" y="12599"/>
                    <a:pt x="15383" y="9878"/>
                  </a:cubicBezTo>
                  <a:cubicBezTo>
                    <a:pt x="13945" y="7156"/>
                    <a:pt x="15383" y="0"/>
                    <a:pt x="15383" y="0"/>
                  </a:cubicBezTo>
                  <a:lnTo>
                    <a:pt x="12182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9" name="Freeform: Shape 1938">
              <a:extLst>
                <a:ext uri="{FF2B5EF4-FFF2-40B4-BE49-F238E27FC236}">
                  <a16:creationId xmlns:a16="http://schemas.microsoft.com/office/drawing/2014/main" id="{D4A6F965-55DC-4F62-F36E-420FFFCB38BE}"/>
                </a:ext>
              </a:extLst>
            </p:cNvPr>
            <p:cNvSpPr>
              <a:spLocks/>
            </p:cNvSpPr>
            <p:nvPr/>
          </p:nvSpPr>
          <p:spPr>
            <a:xfrm>
              <a:off x="5879099" y="3063078"/>
              <a:ext cx="39695" cy="68907"/>
            </a:xfrm>
            <a:custGeom>
              <a:avLst/>
              <a:gdLst>
                <a:gd name="connsiteX0" fmla="*/ 1581 w 26594"/>
                <a:gd name="connsiteY0" fmla="*/ 7306 h 46165"/>
                <a:gd name="connsiteX1" fmla="*/ 4781 w 26594"/>
                <a:gd name="connsiteY1" fmla="*/ 16832 h 46165"/>
                <a:gd name="connsiteX2" fmla="*/ 3344 w 26594"/>
                <a:gd name="connsiteY2" fmla="*/ 34919 h 46165"/>
                <a:gd name="connsiteX3" fmla="*/ 10857 w 26594"/>
                <a:gd name="connsiteY3" fmla="*/ 46157 h 46165"/>
                <a:gd name="connsiteX4" fmla="*/ 14520 w 26594"/>
                <a:gd name="connsiteY4" fmla="*/ 40406 h 46165"/>
                <a:gd name="connsiteX5" fmla="*/ 22869 w 26594"/>
                <a:gd name="connsiteY5" fmla="*/ 40406 h 46165"/>
                <a:gd name="connsiteX6" fmla="*/ 22869 w 26594"/>
                <a:gd name="connsiteY6" fmla="*/ 18983 h 46165"/>
                <a:gd name="connsiteX7" fmla="*/ 19854 w 26594"/>
                <a:gd name="connsiteY7" fmla="*/ 238 h 46165"/>
                <a:gd name="connsiteX8" fmla="*/ 6219 w 26594"/>
                <a:gd name="connsiteY8" fmla="*/ 7262 h 46165"/>
                <a:gd name="connsiteX9" fmla="*/ 1581 w 26594"/>
                <a:gd name="connsiteY9" fmla="*/ 7262 h 4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594" h="46165">
                  <a:moveTo>
                    <a:pt x="1581" y="7306"/>
                  </a:moveTo>
                  <a:cubicBezTo>
                    <a:pt x="-3335" y="14242"/>
                    <a:pt x="4781" y="16832"/>
                    <a:pt x="4781" y="16832"/>
                  </a:cubicBezTo>
                  <a:cubicBezTo>
                    <a:pt x="4781" y="16832"/>
                    <a:pt x="4225" y="29168"/>
                    <a:pt x="3344" y="34919"/>
                  </a:cubicBezTo>
                  <a:cubicBezTo>
                    <a:pt x="2462" y="40670"/>
                    <a:pt x="7981" y="46420"/>
                    <a:pt x="10857" y="46157"/>
                  </a:cubicBezTo>
                  <a:cubicBezTo>
                    <a:pt x="13732" y="45894"/>
                    <a:pt x="13454" y="42294"/>
                    <a:pt x="14520" y="40406"/>
                  </a:cubicBezTo>
                  <a:cubicBezTo>
                    <a:pt x="15587" y="38475"/>
                    <a:pt x="20689" y="42865"/>
                    <a:pt x="22869" y="40406"/>
                  </a:cubicBezTo>
                  <a:cubicBezTo>
                    <a:pt x="25002" y="37948"/>
                    <a:pt x="22869" y="18983"/>
                    <a:pt x="22869" y="18983"/>
                  </a:cubicBezTo>
                  <a:cubicBezTo>
                    <a:pt x="28480" y="15690"/>
                    <a:pt x="27970" y="1950"/>
                    <a:pt x="19854" y="238"/>
                  </a:cubicBezTo>
                  <a:cubicBezTo>
                    <a:pt x="11738" y="-1474"/>
                    <a:pt x="10022" y="6603"/>
                    <a:pt x="6219" y="7262"/>
                  </a:cubicBezTo>
                  <a:cubicBezTo>
                    <a:pt x="2462" y="7876"/>
                    <a:pt x="1581" y="7262"/>
                    <a:pt x="1581" y="726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0" name="Freeform: Shape 1939">
              <a:extLst>
                <a:ext uri="{FF2B5EF4-FFF2-40B4-BE49-F238E27FC236}">
                  <a16:creationId xmlns:a16="http://schemas.microsoft.com/office/drawing/2014/main" id="{EB2C51DE-BB0A-AF76-7A47-A7AD7B5D3DA1}"/>
                </a:ext>
              </a:extLst>
            </p:cNvPr>
            <p:cNvSpPr>
              <a:spLocks/>
            </p:cNvSpPr>
            <p:nvPr/>
          </p:nvSpPr>
          <p:spPr>
            <a:xfrm>
              <a:off x="6227095" y="3202873"/>
              <a:ext cx="6922" cy="7403"/>
            </a:xfrm>
            <a:custGeom>
              <a:avLst/>
              <a:gdLst>
                <a:gd name="connsiteX0" fmla="*/ 1484 w 4637"/>
                <a:gd name="connsiteY0" fmla="*/ 0 h 4960"/>
                <a:gd name="connsiteX1" fmla="*/ 0 w 4637"/>
                <a:gd name="connsiteY1" fmla="*/ 2458 h 4960"/>
                <a:gd name="connsiteX2" fmla="*/ 3061 w 4637"/>
                <a:gd name="connsiteY2" fmla="*/ 4961 h 4960"/>
                <a:gd name="connsiteX3" fmla="*/ 4638 w 4637"/>
                <a:gd name="connsiteY3" fmla="*/ 3029 h 4960"/>
                <a:gd name="connsiteX4" fmla="*/ 1484 w 4637"/>
                <a:gd name="connsiteY4" fmla="*/ 0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4960">
                  <a:moveTo>
                    <a:pt x="1484" y="0"/>
                  </a:moveTo>
                  <a:lnTo>
                    <a:pt x="0" y="2458"/>
                  </a:lnTo>
                  <a:lnTo>
                    <a:pt x="3061" y="4961"/>
                  </a:lnTo>
                  <a:lnTo>
                    <a:pt x="4638" y="3029"/>
                  </a:lnTo>
                  <a:lnTo>
                    <a:pt x="148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1" name="Freeform: Shape 1940">
              <a:extLst>
                <a:ext uri="{FF2B5EF4-FFF2-40B4-BE49-F238E27FC236}">
                  <a16:creationId xmlns:a16="http://schemas.microsoft.com/office/drawing/2014/main" id="{145CA004-DCFF-7254-C9C0-8A3585F99DE7}"/>
                </a:ext>
              </a:extLst>
            </p:cNvPr>
            <p:cNvSpPr>
              <a:spLocks/>
            </p:cNvSpPr>
            <p:nvPr/>
          </p:nvSpPr>
          <p:spPr>
            <a:xfrm>
              <a:off x="6242741" y="3224629"/>
              <a:ext cx="64862" cy="17561"/>
            </a:xfrm>
            <a:custGeom>
              <a:avLst/>
              <a:gdLst>
                <a:gd name="connsiteX0" fmla="*/ 9275 w 43455"/>
                <a:gd name="connsiteY0" fmla="*/ 0 h 11765"/>
                <a:gd name="connsiteX1" fmla="*/ 5472 w 43455"/>
                <a:gd name="connsiteY1" fmla="*/ 2195 h 11765"/>
                <a:gd name="connsiteX2" fmla="*/ 5194 w 43455"/>
                <a:gd name="connsiteY2" fmla="*/ 0 h 11765"/>
                <a:gd name="connsiteX3" fmla="*/ 1716 w 43455"/>
                <a:gd name="connsiteY3" fmla="*/ 0 h 11765"/>
                <a:gd name="connsiteX4" fmla="*/ 0 w 43455"/>
                <a:gd name="connsiteY4" fmla="*/ 6014 h 11765"/>
                <a:gd name="connsiteX5" fmla="*/ 7791 w 43455"/>
                <a:gd name="connsiteY5" fmla="*/ 6014 h 11765"/>
                <a:gd name="connsiteX6" fmla="*/ 15351 w 43455"/>
                <a:gd name="connsiteY6" fmla="*/ 6014 h 11765"/>
                <a:gd name="connsiteX7" fmla="*/ 19107 w 43455"/>
                <a:gd name="connsiteY7" fmla="*/ 11765 h 11765"/>
                <a:gd name="connsiteX8" fmla="*/ 28105 w 43455"/>
                <a:gd name="connsiteY8" fmla="*/ 11765 h 11765"/>
                <a:gd name="connsiteX9" fmla="*/ 33902 w 43455"/>
                <a:gd name="connsiteY9" fmla="*/ 10141 h 11765"/>
                <a:gd name="connsiteX10" fmla="*/ 38818 w 43455"/>
                <a:gd name="connsiteY10" fmla="*/ 9834 h 11765"/>
                <a:gd name="connsiteX11" fmla="*/ 43455 w 43455"/>
                <a:gd name="connsiteY11" fmla="*/ 5883 h 11765"/>
                <a:gd name="connsiteX12" fmla="*/ 35339 w 43455"/>
                <a:gd name="connsiteY12" fmla="*/ 5883 h 11765"/>
                <a:gd name="connsiteX13" fmla="*/ 23467 w 43455"/>
                <a:gd name="connsiteY13" fmla="*/ 3819 h 11765"/>
                <a:gd name="connsiteX14" fmla="*/ 20267 w 43455"/>
                <a:gd name="connsiteY14" fmla="*/ 2195 h 11765"/>
                <a:gd name="connsiteX15" fmla="*/ 13913 w 43455"/>
                <a:gd name="connsiteY15" fmla="*/ 4083 h 11765"/>
                <a:gd name="connsiteX16" fmla="*/ 9275 w 43455"/>
                <a:gd name="connsiteY16" fmla="*/ 0 h 1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455" h="11765">
                  <a:moveTo>
                    <a:pt x="9275" y="0"/>
                  </a:moveTo>
                  <a:lnTo>
                    <a:pt x="5472" y="2195"/>
                  </a:lnTo>
                  <a:lnTo>
                    <a:pt x="5194" y="0"/>
                  </a:lnTo>
                  <a:lnTo>
                    <a:pt x="1716" y="0"/>
                  </a:lnTo>
                  <a:lnTo>
                    <a:pt x="0" y="6014"/>
                  </a:lnTo>
                  <a:lnTo>
                    <a:pt x="7791" y="6014"/>
                  </a:lnTo>
                  <a:lnTo>
                    <a:pt x="15351" y="6014"/>
                  </a:lnTo>
                  <a:lnTo>
                    <a:pt x="19107" y="11765"/>
                  </a:lnTo>
                  <a:lnTo>
                    <a:pt x="28105" y="11765"/>
                  </a:lnTo>
                  <a:lnTo>
                    <a:pt x="33902" y="10141"/>
                  </a:lnTo>
                  <a:lnTo>
                    <a:pt x="38818" y="9834"/>
                  </a:lnTo>
                  <a:lnTo>
                    <a:pt x="43455" y="5883"/>
                  </a:lnTo>
                  <a:lnTo>
                    <a:pt x="35339" y="5883"/>
                  </a:lnTo>
                  <a:lnTo>
                    <a:pt x="23467" y="3819"/>
                  </a:lnTo>
                  <a:lnTo>
                    <a:pt x="20267" y="2195"/>
                  </a:lnTo>
                  <a:lnTo>
                    <a:pt x="13913" y="4083"/>
                  </a:lnTo>
                  <a:lnTo>
                    <a:pt x="927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2" name="Freeform: Shape 1941">
              <a:extLst>
                <a:ext uri="{FF2B5EF4-FFF2-40B4-BE49-F238E27FC236}">
                  <a16:creationId xmlns:a16="http://schemas.microsoft.com/office/drawing/2014/main" id="{AC87FD04-35B9-C26A-04A2-30F358E5E1A4}"/>
                </a:ext>
              </a:extLst>
            </p:cNvPr>
            <p:cNvSpPr>
              <a:spLocks/>
            </p:cNvSpPr>
            <p:nvPr/>
          </p:nvSpPr>
          <p:spPr>
            <a:xfrm>
              <a:off x="6447776" y="3221746"/>
              <a:ext cx="54900" cy="29812"/>
            </a:xfrm>
            <a:custGeom>
              <a:avLst/>
              <a:gdLst>
                <a:gd name="connsiteX0" fmla="*/ 19111 w 36781"/>
                <a:gd name="connsiteY0" fmla="*/ 17560 h 19973"/>
                <a:gd name="connsiteX1" fmla="*/ 28109 w 36781"/>
                <a:gd name="connsiteY1" fmla="*/ 7814 h 19973"/>
                <a:gd name="connsiteX2" fmla="*/ 36781 w 36781"/>
                <a:gd name="connsiteY2" fmla="*/ 0 h 19973"/>
                <a:gd name="connsiteX3" fmla="*/ 34184 w 36781"/>
                <a:gd name="connsiteY3" fmla="*/ 0 h 19973"/>
                <a:gd name="connsiteX4" fmla="*/ 23749 w 36781"/>
                <a:gd name="connsiteY4" fmla="*/ 5751 h 19973"/>
                <a:gd name="connsiteX5" fmla="*/ 12433 w 36781"/>
                <a:gd name="connsiteY5" fmla="*/ 5224 h 19973"/>
                <a:gd name="connsiteX6" fmla="*/ 9558 w 36781"/>
                <a:gd name="connsiteY6" fmla="*/ 7814 h 19973"/>
                <a:gd name="connsiteX7" fmla="*/ 282 w 36781"/>
                <a:gd name="connsiteY7" fmla="*/ 13697 h 19973"/>
                <a:gd name="connsiteX8" fmla="*/ 19111 w 36781"/>
                <a:gd name="connsiteY8" fmla="*/ 17560 h 19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81" h="19973">
                  <a:moveTo>
                    <a:pt x="19111" y="17560"/>
                  </a:moveTo>
                  <a:cubicBezTo>
                    <a:pt x="27830" y="12907"/>
                    <a:pt x="28109" y="7814"/>
                    <a:pt x="28109" y="7814"/>
                  </a:cubicBezTo>
                  <a:lnTo>
                    <a:pt x="36781" y="0"/>
                  </a:lnTo>
                  <a:lnTo>
                    <a:pt x="34184" y="0"/>
                  </a:lnTo>
                  <a:lnTo>
                    <a:pt x="23749" y="5751"/>
                  </a:lnTo>
                  <a:lnTo>
                    <a:pt x="12433" y="5224"/>
                  </a:lnTo>
                  <a:lnTo>
                    <a:pt x="9558" y="7814"/>
                  </a:lnTo>
                  <a:cubicBezTo>
                    <a:pt x="9558" y="7814"/>
                    <a:pt x="2601" y="7683"/>
                    <a:pt x="282" y="13697"/>
                  </a:cubicBezTo>
                  <a:cubicBezTo>
                    <a:pt x="-2037" y="19711"/>
                    <a:pt x="10439" y="22213"/>
                    <a:pt x="19111" y="1756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3" name="Freeform: Shape 1942">
              <a:extLst>
                <a:ext uri="{FF2B5EF4-FFF2-40B4-BE49-F238E27FC236}">
                  <a16:creationId xmlns:a16="http://schemas.microsoft.com/office/drawing/2014/main" id="{55342C62-2538-3C79-D4DF-2B8B24B7BCF7}"/>
                </a:ext>
              </a:extLst>
            </p:cNvPr>
            <p:cNvSpPr>
              <a:spLocks/>
            </p:cNvSpPr>
            <p:nvPr/>
          </p:nvSpPr>
          <p:spPr>
            <a:xfrm>
              <a:off x="6339931" y="3200865"/>
              <a:ext cx="14408" cy="16315"/>
            </a:xfrm>
            <a:custGeom>
              <a:avLst/>
              <a:gdLst>
                <a:gd name="connsiteX0" fmla="*/ 9646 w 9653"/>
                <a:gd name="connsiteY0" fmla="*/ 1346 h 10931"/>
                <a:gd name="connsiteX1" fmla="*/ 2968 w 9653"/>
                <a:gd name="connsiteY1" fmla="*/ 1346 h 10931"/>
                <a:gd name="connsiteX2" fmla="*/ 928 w 9653"/>
                <a:gd name="connsiteY2" fmla="*/ 10653 h 10931"/>
                <a:gd name="connsiteX3" fmla="*/ 9646 w 9653"/>
                <a:gd name="connsiteY3" fmla="*/ 1346 h 1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53" h="10931">
                  <a:moveTo>
                    <a:pt x="9646" y="1346"/>
                  </a:moveTo>
                  <a:cubicBezTo>
                    <a:pt x="9368" y="-1683"/>
                    <a:pt x="2968" y="1346"/>
                    <a:pt x="2968" y="1346"/>
                  </a:cubicBezTo>
                  <a:cubicBezTo>
                    <a:pt x="-1670" y="8195"/>
                    <a:pt x="371" y="8765"/>
                    <a:pt x="928" y="10653"/>
                  </a:cubicBezTo>
                  <a:cubicBezTo>
                    <a:pt x="1484" y="12541"/>
                    <a:pt x="9925" y="4331"/>
                    <a:pt x="9646" y="134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4" name="Freeform: Shape 1943">
              <a:extLst>
                <a:ext uri="{FF2B5EF4-FFF2-40B4-BE49-F238E27FC236}">
                  <a16:creationId xmlns:a16="http://schemas.microsoft.com/office/drawing/2014/main" id="{5D6A998F-2F73-5716-A483-BB434B2F85C7}"/>
                </a:ext>
              </a:extLst>
            </p:cNvPr>
            <p:cNvSpPr>
              <a:spLocks/>
            </p:cNvSpPr>
            <p:nvPr/>
          </p:nvSpPr>
          <p:spPr>
            <a:xfrm>
              <a:off x="6326226" y="3217224"/>
              <a:ext cx="4706" cy="12711"/>
            </a:xfrm>
            <a:custGeom>
              <a:avLst/>
              <a:gdLst>
                <a:gd name="connsiteX0" fmla="*/ 0 w 3153"/>
                <a:gd name="connsiteY0" fmla="*/ 1361 h 8516"/>
                <a:gd name="connsiteX1" fmla="*/ 0 w 3153"/>
                <a:gd name="connsiteY1" fmla="*/ 8517 h 8516"/>
                <a:gd name="connsiteX2" fmla="*/ 3154 w 3153"/>
                <a:gd name="connsiteY2" fmla="*/ 4961 h 8516"/>
                <a:gd name="connsiteX3" fmla="*/ 3154 w 3153"/>
                <a:gd name="connsiteY3" fmla="*/ 0 h 8516"/>
                <a:gd name="connsiteX4" fmla="*/ 0 w 3153"/>
                <a:gd name="connsiteY4" fmla="*/ 1361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3" h="8516">
                  <a:moveTo>
                    <a:pt x="0" y="1361"/>
                  </a:moveTo>
                  <a:lnTo>
                    <a:pt x="0" y="8517"/>
                  </a:lnTo>
                  <a:lnTo>
                    <a:pt x="3154" y="4961"/>
                  </a:lnTo>
                  <a:lnTo>
                    <a:pt x="3154" y="0"/>
                  </a:lnTo>
                  <a:lnTo>
                    <a:pt x="0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5" name="Freeform: Shape 1944">
              <a:extLst>
                <a:ext uri="{FF2B5EF4-FFF2-40B4-BE49-F238E27FC236}">
                  <a16:creationId xmlns:a16="http://schemas.microsoft.com/office/drawing/2014/main" id="{1E5FB1A8-97A4-13A1-BE7B-CE66A38C8C49}"/>
                </a:ext>
              </a:extLst>
            </p:cNvPr>
            <p:cNvSpPr>
              <a:spLocks/>
            </p:cNvSpPr>
            <p:nvPr/>
          </p:nvSpPr>
          <p:spPr>
            <a:xfrm>
              <a:off x="6278598" y="3177908"/>
              <a:ext cx="12597" cy="10221"/>
            </a:xfrm>
            <a:custGeom>
              <a:avLst/>
              <a:gdLst>
                <a:gd name="connsiteX0" fmla="*/ 4638 w 8440"/>
                <a:gd name="connsiteY0" fmla="*/ 6848 h 6848"/>
                <a:gd name="connsiteX1" fmla="*/ 8441 w 8440"/>
                <a:gd name="connsiteY1" fmla="*/ 4653 h 6848"/>
                <a:gd name="connsiteX2" fmla="*/ 8441 w 8440"/>
                <a:gd name="connsiteY2" fmla="*/ 0 h 6848"/>
                <a:gd name="connsiteX3" fmla="*/ 0 w 8440"/>
                <a:gd name="connsiteY3" fmla="*/ 3424 h 6848"/>
                <a:gd name="connsiteX4" fmla="*/ 4638 w 8440"/>
                <a:gd name="connsiteY4" fmla="*/ 6848 h 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40" h="6848">
                  <a:moveTo>
                    <a:pt x="4638" y="6848"/>
                  </a:moveTo>
                  <a:lnTo>
                    <a:pt x="8441" y="4653"/>
                  </a:lnTo>
                  <a:lnTo>
                    <a:pt x="8441" y="0"/>
                  </a:lnTo>
                  <a:lnTo>
                    <a:pt x="0" y="3424"/>
                  </a:lnTo>
                  <a:lnTo>
                    <a:pt x="4638" y="68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6" name="Freeform: Shape 1945">
              <a:extLst>
                <a:ext uri="{FF2B5EF4-FFF2-40B4-BE49-F238E27FC236}">
                  <a16:creationId xmlns:a16="http://schemas.microsoft.com/office/drawing/2014/main" id="{C9B406D0-4367-D22C-B690-6A3875C7AB4B}"/>
                </a:ext>
              </a:extLst>
            </p:cNvPr>
            <p:cNvSpPr>
              <a:spLocks/>
            </p:cNvSpPr>
            <p:nvPr/>
          </p:nvSpPr>
          <p:spPr>
            <a:xfrm>
              <a:off x="6295904" y="3139837"/>
              <a:ext cx="9088" cy="12711"/>
            </a:xfrm>
            <a:custGeom>
              <a:avLst/>
              <a:gdLst>
                <a:gd name="connsiteX0" fmla="*/ 0 w 6089"/>
                <a:gd name="connsiteY0" fmla="*/ 4258 h 8516"/>
                <a:gd name="connsiteX1" fmla="*/ 2319 w 6089"/>
                <a:gd name="connsiteY1" fmla="*/ 8517 h 8516"/>
                <a:gd name="connsiteX2" fmla="*/ 6075 w 6089"/>
                <a:gd name="connsiteY2" fmla="*/ 3293 h 8516"/>
                <a:gd name="connsiteX3" fmla="*/ 2319 w 6089"/>
                <a:gd name="connsiteY3" fmla="*/ 0 h 8516"/>
                <a:gd name="connsiteX4" fmla="*/ 0 w 6089"/>
                <a:gd name="connsiteY4" fmla="*/ 4258 h 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9" h="8516">
                  <a:moveTo>
                    <a:pt x="0" y="4258"/>
                  </a:moveTo>
                  <a:lnTo>
                    <a:pt x="2319" y="8517"/>
                  </a:lnTo>
                  <a:cubicBezTo>
                    <a:pt x="2319" y="8517"/>
                    <a:pt x="5797" y="4653"/>
                    <a:pt x="6075" y="3293"/>
                  </a:cubicBezTo>
                  <a:cubicBezTo>
                    <a:pt x="6354" y="1932"/>
                    <a:pt x="2319" y="0"/>
                    <a:pt x="2319" y="0"/>
                  </a:cubicBezTo>
                  <a:lnTo>
                    <a:pt x="0" y="42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7" name="Freeform: Shape 1946">
              <a:extLst>
                <a:ext uri="{FF2B5EF4-FFF2-40B4-BE49-F238E27FC236}">
                  <a16:creationId xmlns:a16="http://schemas.microsoft.com/office/drawing/2014/main" id="{16F6E7D9-5EA1-1A2C-1989-F1A6BC39D4F7}"/>
                </a:ext>
              </a:extLst>
            </p:cNvPr>
            <p:cNvSpPr>
              <a:spLocks/>
            </p:cNvSpPr>
            <p:nvPr/>
          </p:nvSpPr>
          <p:spPr>
            <a:xfrm>
              <a:off x="6295836" y="3118127"/>
              <a:ext cx="20561" cy="11463"/>
            </a:xfrm>
            <a:custGeom>
              <a:avLst/>
              <a:gdLst>
                <a:gd name="connsiteX0" fmla="*/ 11919 w 13775"/>
                <a:gd name="connsiteY0" fmla="*/ 7390 h 7680"/>
                <a:gd name="connsiteX1" fmla="*/ 7838 w 13775"/>
                <a:gd name="connsiteY1" fmla="*/ 278 h 7680"/>
                <a:gd name="connsiteX2" fmla="*/ 0 w 13775"/>
                <a:gd name="connsiteY2" fmla="*/ 3000 h 7680"/>
                <a:gd name="connsiteX3" fmla="*/ 11873 w 13775"/>
                <a:gd name="connsiteY3" fmla="*/ 7390 h 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75" h="7680">
                  <a:moveTo>
                    <a:pt x="11919" y="7390"/>
                  </a:moveTo>
                  <a:cubicBezTo>
                    <a:pt x="16835" y="5721"/>
                    <a:pt x="10760" y="1639"/>
                    <a:pt x="7838" y="278"/>
                  </a:cubicBezTo>
                  <a:cubicBezTo>
                    <a:pt x="4916" y="-1083"/>
                    <a:pt x="0" y="3000"/>
                    <a:pt x="0" y="3000"/>
                  </a:cubicBezTo>
                  <a:cubicBezTo>
                    <a:pt x="0" y="3000"/>
                    <a:pt x="6957" y="9058"/>
                    <a:pt x="11873" y="73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8" name="Freeform: Shape 1947">
              <a:extLst>
                <a:ext uri="{FF2B5EF4-FFF2-40B4-BE49-F238E27FC236}">
                  <a16:creationId xmlns:a16="http://schemas.microsoft.com/office/drawing/2014/main" id="{D961F474-B81C-7A61-0E38-57CDD15044AA}"/>
                </a:ext>
              </a:extLst>
            </p:cNvPr>
            <p:cNvSpPr>
              <a:spLocks/>
            </p:cNvSpPr>
            <p:nvPr/>
          </p:nvSpPr>
          <p:spPr>
            <a:xfrm>
              <a:off x="6274973" y="3097639"/>
              <a:ext cx="12562" cy="7920"/>
            </a:xfrm>
            <a:custGeom>
              <a:avLst/>
              <a:gdLst>
                <a:gd name="connsiteX0" fmla="*/ 110 w 8416"/>
                <a:gd name="connsiteY0" fmla="*/ 3863 h 5306"/>
                <a:gd name="connsiteX1" fmla="*/ 8226 w 8416"/>
                <a:gd name="connsiteY1" fmla="*/ 5224 h 5306"/>
                <a:gd name="connsiteX2" fmla="*/ 6649 w 8416"/>
                <a:gd name="connsiteY2" fmla="*/ 0 h 5306"/>
                <a:gd name="connsiteX3" fmla="*/ 110 w 8416"/>
                <a:gd name="connsiteY3" fmla="*/ 3863 h 5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16" h="5306">
                  <a:moveTo>
                    <a:pt x="110" y="3863"/>
                  </a:moveTo>
                  <a:cubicBezTo>
                    <a:pt x="-1050" y="4961"/>
                    <a:pt x="7345" y="5531"/>
                    <a:pt x="8226" y="5224"/>
                  </a:cubicBezTo>
                  <a:cubicBezTo>
                    <a:pt x="9107" y="4961"/>
                    <a:pt x="6649" y="0"/>
                    <a:pt x="6649" y="0"/>
                  </a:cubicBezTo>
                  <a:cubicBezTo>
                    <a:pt x="6649" y="0"/>
                    <a:pt x="1269" y="2766"/>
                    <a:pt x="110" y="38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9" name="Freeform: Shape 1948">
              <a:extLst>
                <a:ext uri="{FF2B5EF4-FFF2-40B4-BE49-F238E27FC236}">
                  <a16:creationId xmlns:a16="http://schemas.microsoft.com/office/drawing/2014/main" id="{E7891BA1-EEAE-F6D1-7C3F-6E536647DA47}"/>
                </a:ext>
              </a:extLst>
            </p:cNvPr>
            <p:cNvSpPr>
              <a:spLocks/>
            </p:cNvSpPr>
            <p:nvPr/>
          </p:nvSpPr>
          <p:spPr>
            <a:xfrm>
              <a:off x="6291198" y="3087808"/>
              <a:ext cx="9275" cy="9828"/>
            </a:xfrm>
            <a:custGeom>
              <a:avLst/>
              <a:gdLst>
                <a:gd name="connsiteX0" fmla="*/ 0 w 6214"/>
                <a:gd name="connsiteY0" fmla="*/ 4785 h 6585"/>
                <a:gd name="connsiteX1" fmla="*/ 6214 w 6214"/>
                <a:gd name="connsiteY1" fmla="*/ 6585 h 6585"/>
                <a:gd name="connsiteX2" fmla="*/ 6214 w 6214"/>
                <a:gd name="connsiteY2" fmla="*/ 3029 h 6585"/>
                <a:gd name="connsiteX3" fmla="*/ 3107 w 6214"/>
                <a:gd name="connsiteY3" fmla="*/ 0 h 6585"/>
                <a:gd name="connsiteX4" fmla="*/ 0 w 6214"/>
                <a:gd name="connsiteY4" fmla="*/ 4785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14" h="6585">
                  <a:moveTo>
                    <a:pt x="0" y="4785"/>
                  </a:moveTo>
                  <a:lnTo>
                    <a:pt x="6214" y="6585"/>
                  </a:lnTo>
                  <a:lnTo>
                    <a:pt x="6214" y="3029"/>
                  </a:lnTo>
                  <a:lnTo>
                    <a:pt x="3107" y="0"/>
                  </a:lnTo>
                  <a:lnTo>
                    <a:pt x="0" y="47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0" name="Freeform: Shape 1949">
              <a:extLst>
                <a:ext uri="{FF2B5EF4-FFF2-40B4-BE49-F238E27FC236}">
                  <a16:creationId xmlns:a16="http://schemas.microsoft.com/office/drawing/2014/main" id="{F972FA42-C9CA-8131-1657-269686DA419C}"/>
                </a:ext>
              </a:extLst>
            </p:cNvPr>
            <p:cNvSpPr>
              <a:spLocks/>
            </p:cNvSpPr>
            <p:nvPr/>
          </p:nvSpPr>
          <p:spPr>
            <a:xfrm>
              <a:off x="6269115" y="3157398"/>
              <a:ext cx="15781" cy="13956"/>
            </a:xfrm>
            <a:custGeom>
              <a:avLst/>
              <a:gdLst>
                <a:gd name="connsiteX0" fmla="*/ 0 w 10573"/>
                <a:gd name="connsiteY0" fmla="*/ 1932 h 9350"/>
                <a:gd name="connsiteX1" fmla="*/ 8162 w 10573"/>
                <a:gd name="connsiteY1" fmla="*/ 9351 h 9350"/>
                <a:gd name="connsiteX2" fmla="*/ 10574 w 10573"/>
                <a:gd name="connsiteY2" fmla="*/ 7419 h 9350"/>
                <a:gd name="connsiteX3" fmla="*/ 2319 w 10573"/>
                <a:gd name="connsiteY3" fmla="*/ 0 h 9350"/>
                <a:gd name="connsiteX4" fmla="*/ 0 w 10573"/>
                <a:gd name="connsiteY4" fmla="*/ 1932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3" h="9350">
                  <a:moveTo>
                    <a:pt x="0" y="1932"/>
                  </a:moveTo>
                  <a:lnTo>
                    <a:pt x="8162" y="9351"/>
                  </a:lnTo>
                  <a:lnTo>
                    <a:pt x="10574" y="7419"/>
                  </a:lnTo>
                  <a:lnTo>
                    <a:pt x="2319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1" name="Freeform: Shape 1950">
              <a:extLst>
                <a:ext uri="{FF2B5EF4-FFF2-40B4-BE49-F238E27FC236}">
                  <a16:creationId xmlns:a16="http://schemas.microsoft.com/office/drawing/2014/main" id="{FC33889A-9C8D-F0AB-C6C3-36C2D584AAE8}"/>
                </a:ext>
              </a:extLst>
            </p:cNvPr>
            <p:cNvSpPr>
              <a:spLocks/>
            </p:cNvSpPr>
            <p:nvPr/>
          </p:nvSpPr>
          <p:spPr>
            <a:xfrm>
              <a:off x="9603576" y="5388582"/>
              <a:ext cx="12944" cy="22148"/>
            </a:xfrm>
            <a:custGeom>
              <a:avLst/>
              <a:gdLst>
                <a:gd name="connsiteX0" fmla="*/ 0 w 8672"/>
                <a:gd name="connsiteY0" fmla="*/ 14838 h 14838"/>
                <a:gd name="connsiteX1" fmla="*/ 8673 w 8672"/>
                <a:gd name="connsiteY1" fmla="*/ 9921 h 14838"/>
                <a:gd name="connsiteX2" fmla="*/ 8673 w 8672"/>
                <a:gd name="connsiteY2" fmla="*/ 0 h 14838"/>
                <a:gd name="connsiteX3" fmla="*/ 0 w 8672"/>
                <a:gd name="connsiteY3" fmla="*/ 5531 h 14838"/>
                <a:gd name="connsiteX4" fmla="*/ 0 w 8672"/>
                <a:gd name="connsiteY4" fmla="*/ 14838 h 1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72" h="14838">
                  <a:moveTo>
                    <a:pt x="0" y="14838"/>
                  </a:moveTo>
                  <a:lnTo>
                    <a:pt x="8673" y="9921"/>
                  </a:lnTo>
                  <a:lnTo>
                    <a:pt x="8673" y="0"/>
                  </a:lnTo>
                  <a:lnTo>
                    <a:pt x="0" y="5531"/>
                  </a:lnTo>
                  <a:lnTo>
                    <a:pt x="0" y="1483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2" name="Freeform: Shape 1951">
              <a:extLst>
                <a:ext uri="{FF2B5EF4-FFF2-40B4-BE49-F238E27FC236}">
                  <a16:creationId xmlns:a16="http://schemas.microsoft.com/office/drawing/2014/main" id="{16A87E0F-20CA-9BE1-37A7-112F4F5559C6}"/>
                </a:ext>
              </a:extLst>
            </p:cNvPr>
            <p:cNvSpPr>
              <a:spLocks/>
            </p:cNvSpPr>
            <p:nvPr/>
          </p:nvSpPr>
          <p:spPr>
            <a:xfrm>
              <a:off x="9646426" y="5261655"/>
              <a:ext cx="14259" cy="20051"/>
            </a:xfrm>
            <a:custGeom>
              <a:avLst/>
              <a:gdLst>
                <a:gd name="connsiteX0" fmla="*/ 4035 w 9553"/>
                <a:gd name="connsiteY0" fmla="*/ 0 h 13433"/>
                <a:gd name="connsiteX1" fmla="*/ 0 w 9553"/>
                <a:gd name="connsiteY1" fmla="*/ 7946 h 13433"/>
                <a:gd name="connsiteX2" fmla="*/ 0 w 9553"/>
                <a:gd name="connsiteY2" fmla="*/ 13433 h 13433"/>
                <a:gd name="connsiteX3" fmla="*/ 6818 w 9553"/>
                <a:gd name="connsiteY3" fmla="*/ 10404 h 13433"/>
                <a:gd name="connsiteX4" fmla="*/ 9554 w 9553"/>
                <a:gd name="connsiteY4" fmla="*/ 3556 h 13433"/>
                <a:gd name="connsiteX5" fmla="*/ 4035 w 9553"/>
                <a:gd name="connsiteY5" fmla="*/ 0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53" h="13433">
                  <a:moveTo>
                    <a:pt x="4035" y="0"/>
                  </a:moveTo>
                  <a:lnTo>
                    <a:pt x="0" y="7946"/>
                  </a:lnTo>
                  <a:lnTo>
                    <a:pt x="0" y="13433"/>
                  </a:lnTo>
                  <a:lnTo>
                    <a:pt x="6818" y="10404"/>
                  </a:lnTo>
                  <a:cubicBezTo>
                    <a:pt x="6818" y="10404"/>
                    <a:pt x="9554" y="6014"/>
                    <a:pt x="9554" y="3556"/>
                  </a:cubicBezTo>
                  <a:cubicBezTo>
                    <a:pt x="9554" y="1098"/>
                    <a:pt x="4035" y="0"/>
                    <a:pt x="403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3" name="Freeform: Shape 1952">
              <a:extLst>
                <a:ext uri="{FF2B5EF4-FFF2-40B4-BE49-F238E27FC236}">
                  <a16:creationId xmlns:a16="http://schemas.microsoft.com/office/drawing/2014/main" id="{5B1494E0-A94E-502E-0612-A0C1231B9819}"/>
                </a:ext>
              </a:extLst>
            </p:cNvPr>
            <p:cNvSpPr>
              <a:spLocks/>
            </p:cNvSpPr>
            <p:nvPr/>
          </p:nvSpPr>
          <p:spPr>
            <a:xfrm>
              <a:off x="9618804" y="5072808"/>
              <a:ext cx="183721" cy="187069"/>
            </a:xfrm>
            <a:custGeom>
              <a:avLst/>
              <a:gdLst>
                <a:gd name="connsiteX0" fmla="*/ 118448 w 123085"/>
                <a:gd name="connsiteY0" fmla="*/ 3863 h 125328"/>
                <a:gd name="connsiteX1" fmla="*/ 114692 w 123085"/>
                <a:gd name="connsiteY1" fmla="*/ 10448 h 125328"/>
                <a:gd name="connsiteX2" fmla="*/ 112095 w 123085"/>
                <a:gd name="connsiteY2" fmla="*/ 10448 h 125328"/>
                <a:gd name="connsiteX3" fmla="*/ 107457 w 123085"/>
                <a:gd name="connsiteY3" fmla="*/ 13741 h 125328"/>
                <a:gd name="connsiteX4" fmla="*/ 104257 w 123085"/>
                <a:gd name="connsiteY4" fmla="*/ 6058 h 125328"/>
                <a:gd name="connsiteX5" fmla="*/ 101057 w 123085"/>
                <a:gd name="connsiteY5" fmla="*/ 4127 h 125328"/>
                <a:gd name="connsiteX6" fmla="*/ 98738 w 123085"/>
                <a:gd name="connsiteY6" fmla="*/ 0 h 125328"/>
                <a:gd name="connsiteX7" fmla="*/ 89741 w 123085"/>
                <a:gd name="connsiteY7" fmla="*/ 5488 h 125328"/>
                <a:gd name="connsiteX8" fmla="*/ 89741 w 123085"/>
                <a:gd name="connsiteY8" fmla="*/ 14531 h 125328"/>
                <a:gd name="connsiteX9" fmla="*/ 87700 w 123085"/>
                <a:gd name="connsiteY9" fmla="*/ 17823 h 125328"/>
                <a:gd name="connsiteX10" fmla="*/ 76662 w 123085"/>
                <a:gd name="connsiteY10" fmla="*/ 34286 h 125328"/>
                <a:gd name="connsiteX11" fmla="*/ 50598 w 123085"/>
                <a:gd name="connsiteY11" fmla="*/ 61460 h 125328"/>
                <a:gd name="connsiteX12" fmla="*/ 36685 w 123085"/>
                <a:gd name="connsiteY12" fmla="*/ 69406 h 125328"/>
                <a:gd name="connsiteX13" fmla="*/ 27966 w 123085"/>
                <a:gd name="connsiteY13" fmla="*/ 75991 h 125328"/>
                <a:gd name="connsiteX14" fmla="*/ 18413 w 123085"/>
                <a:gd name="connsiteY14" fmla="*/ 84771 h 125328"/>
                <a:gd name="connsiteX15" fmla="*/ 3943 w 123085"/>
                <a:gd name="connsiteY15" fmla="*/ 105624 h 125328"/>
                <a:gd name="connsiteX16" fmla="*/ 3943 w 123085"/>
                <a:gd name="connsiteY16" fmla="*/ 115238 h 125328"/>
                <a:gd name="connsiteX17" fmla="*/ 16094 w 123085"/>
                <a:gd name="connsiteY17" fmla="*/ 115238 h 125328"/>
                <a:gd name="connsiteX18" fmla="*/ 27966 w 123085"/>
                <a:gd name="connsiteY18" fmla="*/ 119364 h 125328"/>
                <a:gd name="connsiteX19" fmla="*/ 34923 w 123085"/>
                <a:gd name="connsiteY19" fmla="*/ 124588 h 125328"/>
                <a:gd name="connsiteX20" fmla="*/ 45961 w 123085"/>
                <a:gd name="connsiteY20" fmla="*/ 124588 h 125328"/>
                <a:gd name="connsiteX21" fmla="*/ 52917 w 123085"/>
                <a:gd name="connsiteY21" fmla="*/ 119935 h 125328"/>
                <a:gd name="connsiteX22" fmla="*/ 59596 w 123085"/>
                <a:gd name="connsiteY22" fmla="*/ 114711 h 125328"/>
                <a:gd name="connsiteX23" fmla="*/ 61543 w 123085"/>
                <a:gd name="connsiteY23" fmla="*/ 111989 h 125328"/>
                <a:gd name="connsiteX24" fmla="*/ 65393 w 123085"/>
                <a:gd name="connsiteY24" fmla="*/ 110628 h 125328"/>
                <a:gd name="connsiteX25" fmla="*/ 68268 w 123085"/>
                <a:gd name="connsiteY25" fmla="*/ 108433 h 125328"/>
                <a:gd name="connsiteX26" fmla="*/ 66552 w 123085"/>
                <a:gd name="connsiteY26" fmla="*/ 105404 h 125328"/>
                <a:gd name="connsiteX27" fmla="*/ 69752 w 123085"/>
                <a:gd name="connsiteY27" fmla="*/ 102375 h 125328"/>
                <a:gd name="connsiteX28" fmla="*/ 70912 w 123085"/>
                <a:gd name="connsiteY28" fmla="*/ 96887 h 125328"/>
                <a:gd name="connsiteX29" fmla="*/ 75549 w 123085"/>
                <a:gd name="connsiteY29" fmla="*/ 88634 h 125328"/>
                <a:gd name="connsiteX30" fmla="*/ 94379 w 123085"/>
                <a:gd name="connsiteY30" fmla="*/ 64489 h 125328"/>
                <a:gd name="connsiteX31" fmla="*/ 104535 w 123085"/>
                <a:gd name="connsiteY31" fmla="*/ 66684 h 125328"/>
                <a:gd name="connsiteX32" fmla="*/ 101938 w 123085"/>
                <a:gd name="connsiteY32" fmla="*/ 61460 h 125328"/>
                <a:gd name="connsiteX33" fmla="*/ 106297 w 123085"/>
                <a:gd name="connsiteY33" fmla="*/ 46929 h 125328"/>
                <a:gd name="connsiteX34" fmla="*/ 120211 w 123085"/>
                <a:gd name="connsiteY34" fmla="*/ 28535 h 125328"/>
                <a:gd name="connsiteX35" fmla="*/ 120767 w 123085"/>
                <a:gd name="connsiteY35" fmla="*/ 18087 h 125328"/>
                <a:gd name="connsiteX36" fmla="*/ 123086 w 123085"/>
                <a:gd name="connsiteY36" fmla="*/ 12336 h 125328"/>
                <a:gd name="connsiteX37" fmla="*/ 123086 w 123085"/>
                <a:gd name="connsiteY37" fmla="*/ 9307 h 125328"/>
                <a:gd name="connsiteX38" fmla="*/ 118448 w 123085"/>
                <a:gd name="connsiteY38" fmla="*/ 12029 h 125328"/>
                <a:gd name="connsiteX39" fmla="*/ 118448 w 123085"/>
                <a:gd name="connsiteY39" fmla="*/ 3775 h 125328"/>
                <a:gd name="connsiteX40" fmla="*/ 23236 w 123085"/>
                <a:gd name="connsiteY40" fmla="*/ 95219 h 125328"/>
                <a:gd name="connsiteX41" fmla="*/ 19897 w 123085"/>
                <a:gd name="connsiteY41" fmla="*/ 98512 h 125328"/>
                <a:gd name="connsiteX42" fmla="*/ 18459 w 123085"/>
                <a:gd name="connsiteY42" fmla="*/ 96053 h 125328"/>
                <a:gd name="connsiteX43" fmla="*/ 24534 w 123085"/>
                <a:gd name="connsiteY43" fmla="*/ 90302 h 125328"/>
                <a:gd name="connsiteX44" fmla="*/ 23236 w 123085"/>
                <a:gd name="connsiteY44" fmla="*/ 95219 h 12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3085" h="125328">
                  <a:moveTo>
                    <a:pt x="118448" y="3863"/>
                  </a:moveTo>
                  <a:cubicBezTo>
                    <a:pt x="118448" y="3029"/>
                    <a:pt x="114692" y="10448"/>
                    <a:pt x="114692" y="10448"/>
                  </a:cubicBezTo>
                  <a:lnTo>
                    <a:pt x="112095" y="10448"/>
                  </a:lnTo>
                  <a:cubicBezTo>
                    <a:pt x="112095" y="10448"/>
                    <a:pt x="112373" y="14004"/>
                    <a:pt x="107457" y="13741"/>
                  </a:cubicBezTo>
                  <a:cubicBezTo>
                    <a:pt x="102541" y="13477"/>
                    <a:pt x="104257" y="6058"/>
                    <a:pt x="104257" y="6058"/>
                  </a:cubicBezTo>
                  <a:lnTo>
                    <a:pt x="101057" y="4127"/>
                  </a:lnTo>
                  <a:lnTo>
                    <a:pt x="98738" y="0"/>
                  </a:lnTo>
                  <a:lnTo>
                    <a:pt x="89741" y="5488"/>
                  </a:lnTo>
                  <a:lnTo>
                    <a:pt x="89741" y="14531"/>
                  </a:lnTo>
                  <a:lnTo>
                    <a:pt x="87700" y="17823"/>
                  </a:lnTo>
                  <a:cubicBezTo>
                    <a:pt x="81903" y="19184"/>
                    <a:pt x="78425" y="23311"/>
                    <a:pt x="76662" y="34286"/>
                  </a:cubicBezTo>
                  <a:cubicBezTo>
                    <a:pt x="74900" y="45261"/>
                    <a:pt x="50598" y="61460"/>
                    <a:pt x="50598" y="61460"/>
                  </a:cubicBezTo>
                  <a:cubicBezTo>
                    <a:pt x="42761" y="61460"/>
                    <a:pt x="36685" y="69406"/>
                    <a:pt x="36685" y="69406"/>
                  </a:cubicBezTo>
                  <a:cubicBezTo>
                    <a:pt x="26529" y="69669"/>
                    <a:pt x="27966" y="75991"/>
                    <a:pt x="27966" y="75991"/>
                  </a:cubicBezTo>
                  <a:cubicBezTo>
                    <a:pt x="23885" y="75991"/>
                    <a:pt x="18413" y="84771"/>
                    <a:pt x="18413" y="84771"/>
                  </a:cubicBezTo>
                  <a:cubicBezTo>
                    <a:pt x="7421" y="88327"/>
                    <a:pt x="3943" y="105624"/>
                    <a:pt x="3943" y="105624"/>
                  </a:cubicBezTo>
                  <a:cubicBezTo>
                    <a:pt x="-2411" y="108653"/>
                    <a:pt x="-92" y="111111"/>
                    <a:pt x="3943" y="115238"/>
                  </a:cubicBezTo>
                  <a:cubicBezTo>
                    <a:pt x="7978" y="119364"/>
                    <a:pt x="16094" y="115238"/>
                    <a:pt x="16094" y="115238"/>
                  </a:cubicBezTo>
                  <a:cubicBezTo>
                    <a:pt x="21288" y="123184"/>
                    <a:pt x="27966" y="119364"/>
                    <a:pt x="27966" y="119364"/>
                  </a:cubicBezTo>
                  <a:cubicBezTo>
                    <a:pt x="31444" y="125115"/>
                    <a:pt x="34923" y="124588"/>
                    <a:pt x="34923" y="124588"/>
                  </a:cubicBezTo>
                  <a:cubicBezTo>
                    <a:pt x="39839" y="125949"/>
                    <a:pt x="38401" y="125115"/>
                    <a:pt x="45961" y="124588"/>
                  </a:cubicBezTo>
                  <a:cubicBezTo>
                    <a:pt x="53520" y="124062"/>
                    <a:pt x="52917" y="119935"/>
                    <a:pt x="52917" y="119935"/>
                  </a:cubicBezTo>
                  <a:lnTo>
                    <a:pt x="59596" y="114711"/>
                  </a:lnTo>
                  <a:lnTo>
                    <a:pt x="61543" y="111989"/>
                  </a:lnTo>
                  <a:lnTo>
                    <a:pt x="65393" y="110628"/>
                  </a:lnTo>
                  <a:lnTo>
                    <a:pt x="68268" y="108433"/>
                  </a:lnTo>
                  <a:lnTo>
                    <a:pt x="66552" y="105404"/>
                  </a:lnTo>
                  <a:lnTo>
                    <a:pt x="69752" y="102375"/>
                  </a:lnTo>
                  <a:lnTo>
                    <a:pt x="70912" y="96887"/>
                  </a:lnTo>
                  <a:lnTo>
                    <a:pt x="75549" y="88634"/>
                  </a:lnTo>
                  <a:cubicBezTo>
                    <a:pt x="72350" y="72435"/>
                    <a:pt x="94379" y="64489"/>
                    <a:pt x="94379" y="64489"/>
                  </a:cubicBezTo>
                  <a:cubicBezTo>
                    <a:pt x="94379" y="64489"/>
                    <a:pt x="101613" y="66948"/>
                    <a:pt x="104535" y="66684"/>
                  </a:cubicBezTo>
                  <a:cubicBezTo>
                    <a:pt x="107457" y="66421"/>
                    <a:pt x="109451" y="62821"/>
                    <a:pt x="101938" y="61460"/>
                  </a:cubicBezTo>
                  <a:cubicBezTo>
                    <a:pt x="94425" y="60099"/>
                    <a:pt x="106297" y="46929"/>
                    <a:pt x="106297" y="46929"/>
                  </a:cubicBezTo>
                  <a:cubicBezTo>
                    <a:pt x="106297" y="46929"/>
                    <a:pt x="114135" y="37622"/>
                    <a:pt x="120211" y="28535"/>
                  </a:cubicBezTo>
                  <a:cubicBezTo>
                    <a:pt x="126286" y="19492"/>
                    <a:pt x="120767" y="18087"/>
                    <a:pt x="120767" y="18087"/>
                  </a:cubicBezTo>
                  <a:lnTo>
                    <a:pt x="123086" y="12336"/>
                  </a:lnTo>
                  <a:lnTo>
                    <a:pt x="123086" y="9307"/>
                  </a:lnTo>
                  <a:lnTo>
                    <a:pt x="118448" y="12029"/>
                  </a:lnTo>
                  <a:lnTo>
                    <a:pt x="118448" y="3775"/>
                  </a:lnTo>
                  <a:close/>
                  <a:moveTo>
                    <a:pt x="23236" y="95219"/>
                  </a:moveTo>
                  <a:lnTo>
                    <a:pt x="19897" y="98512"/>
                  </a:lnTo>
                  <a:lnTo>
                    <a:pt x="18459" y="96053"/>
                  </a:lnTo>
                  <a:lnTo>
                    <a:pt x="24534" y="90302"/>
                  </a:lnTo>
                  <a:lnTo>
                    <a:pt x="23236" y="952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4" name="Freeform: Shape 1953">
              <a:extLst>
                <a:ext uri="{FF2B5EF4-FFF2-40B4-BE49-F238E27FC236}">
                  <a16:creationId xmlns:a16="http://schemas.microsoft.com/office/drawing/2014/main" id="{264696F0-93CF-E2AB-CCBD-A389F4FBCEBC}"/>
                </a:ext>
              </a:extLst>
            </p:cNvPr>
            <p:cNvSpPr>
              <a:spLocks/>
            </p:cNvSpPr>
            <p:nvPr/>
          </p:nvSpPr>
          <p:spPr>
            <a:xfrm>
              <a:off x="9767845" y="4899163"/>
              <a:ext cx="137617" cy="204505"/>
            </a:xfrm>
            <a:custGeom>
              <a:avLst/>
              <a:gdLst>
                <a:gd name="connsiteX0" fmla="*/ 75456 w 92198"/>
                <a:gd name="connsiteY0" fmla="*/ 64797 h 137009"/>
                <a:gd name="connsiteX1" fmla="*/ 70262 w 92198"/>
                <a:gd name="connsiteY1" fmla="*/ 66465 h 137009"/>
                <a:gd name="connsiteX2" fmla="*/ 51711 w 92198"/>
                <a:gd name="connsiteY2" fmla="*/ 59880 h 137009"/>
                <a:gd name="connsiteX3" fmla="*/ 42157 w 92198"/>
                <a:gd name="connsiteY3" fmla="*/ 33540 h 137009"/>
                <a:gd name="connsiteX4" fmla="*/ 42435 w 92198"/>
                <a:gd name="connsiteY4" fmla="*/ 37096 h 137009"/>
                <a:gd name="connsiteX5" fmla="*/ 42713 w 92198"/>
                <a:gd name="connsiteY5" fmla="*/ 42320 h 137009"/>
                <a:gd name="connsiteX6" fmla="*/ 42713 w 92198"/>
                <a:gd name="connsiteY6" fmla="*/ 44515 h 137009"/>
                <a:gd name="connsiteX7" fmla="*/ 43873 w 92198"/>
                <a:gd name="connsiteY7" fmla="*/ 47807 h 137009"/>
                <a:gd name="connsiteX8" fmla="*/ 43873 w 92198"/>
                <a:gd name="connsiteY8" fmla="*/ 50836 h 137009"/>
                <a:gd name="connsiteX9" fmla="*/ 41554 w 92198"/>
                <a:gd name="connsiteY9" fmla="*/ 51100 h 137009"/>
                <a:gd name="connsiteX10" fmla="*/ 36035 w 92198"/>
                <a:gd name="connsiteY10" fmla="*/ 43681 h 137009"/>
                <a:gd name="connsiteX11" fmla="*/ 31954 w 92198"/>
                <a:gd name="connsiteY11" fmla="*/ 40959 h 137009"/>
                <a:gd name="connsiteX12" fmla="*/ 31073 w 92198"/>
                <a:gd name="connsiteY12" fmla="*/ 34901 h 137009"/>
                <a:gd name="connsiteX13" fmla="*/ 28754 w 92198"/>
                <a:gd name="connsiteY13" fmla="*/ 20896 h 137009"/>
                <a:gd name="connsiteX14" fmla="*/ 23235 w 92198"/>
                <a:gd name="connsiteY14" fmla="*/ 14575 h 137009"/>
                <a:gd name="connsiteX15" fmla="*/ 9878 w 92198"/>
                <a:gd name="connsiteY15" fmla="*/ 8253 h 137009"/>
                <a:gd name="connsiteX16" fmla="*/ 5797 w 92198"/>
                <a:gd name="connsiteY16" fmla="*/ 4127 h 137009"/>
                <a:gd name="connsiteX17" fmla="*/ 4916 w 92198"/>
                <a:gd name="connsiteY17" fmla="*/ 0 h 137009"/>
                <a:gd name="connsiteX18" fmla="*/ 0 w 92198"/>
                <a:gd name="connsiteY18" fmla="*/ 1361 h 137009"/>
                <a:gd name="connsiteX19" fmla="*/ 2458 w 92198"/>
                <a:gd name="connsiteY19" fmla="*/ 3293 h 137009"/>
                <a:gd name="connsiteX20" fmla="*/ 6679 w 92198"/>
                <a:gd name="connsiteY20" fmla="*/ 9614 h 137009"/>
                <a:gd name="connsiteX21" fmla="*/ 6679 w 92198"/>
                <a:gd name="connsiteY21" fmla="*/ 15936 h 137009"/>
                <a:gd name="connsiteX22" fmla="*/ 21148 w 92198"/>
                <a:gd name="connsiteY22" fmla="*/ 32135 h 137009"/>
                <a:gd name="connsiteX23" fmla="*/ 26064 w 92198"/>
                <a:gd name="connsiteY23" fmla="*/ 32135 h 137009"/>
                <a:gd name="connsiteX24" fmla="*/ 26064 w 92198"/>
                <a:gd name="connsiteY24" fmla="*/ 37622 h 137009"/>
                <a:gd name="connsiteX25" fmla="*/ 23189 w 92198"/>
                <a:gd name="connsiteY25" fmla="*/ 39291 h 137009"/>
                <a:gd name="connsiteX26" fmla="*/ 31305 w 92198"/>
                <a:gd name="connsiteY26" fmla="*/ 54129 h 137009"/>
                <a:gd name="connsiteX27" fmla="*/ 33067 w 92198"/>
                <a:gd name="connsiteY27" fmla="*/ 69231 h 137009"/>
                <a:gd name="connsiteX28" fmla="*/ 28429 w 92198"/>
                <a:gd name="connsiteY28" fmla="*/ 84332 h 137009"/>
                <a:gd name="connsiteX29" fmla="*/ 16557 w 92198"/>
                <a:gd name="connsiteY29" fmla="*/ 92278 h 137009"/>
                <a:gd name="connsiteX30" fmla="*/ 24673 w 92198"/>
                <a:gd name="connsiteY30" fmla="*/ 98029 h 137009"/>
                <a:gd name="connsiteX31" fmla="*/ 38586 w 92198"/>
                <a:gd name="connsiteY31" fmla="*/ 107072 h 137009"/>
                <a:gd name="connsiteX32" fmla="*/ 36870 w 92198"/>
                <a:gd name="connsiteY32" fmla="*/ 118881 h 137009"/>
                <a:gd name="connsiteX33" fmla="*/ 30192 w 92198"/>
                <a:gd name="connsiteY33" fmla="*/ 130383 h 137009"/>
                <a:gd name="connsiteX34" fmla="*/ 38771 w 92198"/>
                <a:gd name="connsiteY34" fmla="*/ 132052 h 137009"/>
                <a:gd name="connsiteX35" fmla="*/ 40905 w 92198"/>
                <a:gd name="connsiteY35" fmla="*/ 136968 h 137009"/>
                <a:gd name="connsiteX36" fmla="*/ 51896 w 92198"/>
                <a:gd name="connsiteY36" fmla="*/ 129022 h 137009"/>
                <a:gd name="connsiteX37" fmla="*/ 60893 w 92198"/>
                <a:gd name="connsiteY37" fmla="*/ 116379 h 137009"/>
                <a:gd name="connsiteX38" fmla="*/ 63212 w 92198"/>
                <a:gd name="connsiteY38" fmla="*/ 110628 h 137009"/>
                <a:gd name="connsiteX39" fmla="*/ 66691 w 92198"/>
                <a:gd name="connsiteY39" fmla="*/ 92541 h 137009"/>
                <a:gd name="connsiteX40" fmla="*/ 82645 w 92198"/>
                <a:gd name="connsiteY40" fmla="*/ 90083 h 137009"/>
                <a:gd name="connsiteX41" fmla="*/ 82645 w 92198"/>
                <a:gd name="connsiteY41" fmla="*/ 79942 h 137009"/>
                <a:gd name="connsiteX42" fmla="*/ 89323 w 92198"/>
                <a:gd name="connsiteY42" fmla="*/ 74191 h 137009"/>
                <a:gd name="connsiteX43" fmla="*/ 89323 w 92198"/>
                <a:gd name="connsiteY43" fmla="*/ 64314 h 137009"/>
                <a:gd name="connsiteX44" fmla="*/ 92198 w 92198"/>
                <a:gd name="connsiteY44" fmla="*/ 59660 h 137009"/>
                <a:gd name="connsiteX45" fmla="*/ 75409 w 92198"/>
                <a:gd name="connsiteY45" fmla="*/ 64884 h 137009"/>
                <a:gd name="connsiteX46" fmla="*/ 51061 w 92198"/>
                <a:gd name="connsiteY46" fmla="*/ 84815 h 137009"/>
                <a:gd name="connsiteX47" fmla="*/ 47583 w 92198"/>
                <a:gd name="connsiteY47" fmla="*/ 84815 h 137009"/>
                <a:gd name="connsiteX48" fmla="*/ 47583 w 92198"/>
                <a:gd name="connsiteY48" fmla="*/ 80162 h 137009"/>
                <a:gd name="connsiteX49" fmla="*/ 51061 w 92198"/>
                <a:gd name="connsiteY49" fmla="*/ 79064 h 137009"/>
                <a:gd name="connsiteX50" fmla="*/ 52824 w 92198"/>
                <a:gd name="connsiteY50" fmla="*/ 79064 h 137009"/>
                <a:gd name="connsiteX51" fmla="*/ 51061 w 92198"/>
                <a:gd name="connsiteY51" fmla="*/ 84815 h 137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92198" h="137009">
                  <a:moveTo>
                    <a:pt x="75456" y="64797"/>
                  </a:moveTo>
                  <a:lnTo>
                    <a:pt x="70262" y="66465"/>
                  </a:lnTo>
                  <a:cubicBezTo>
                    <a:pt x="70262" y="66465"/>
                    <a:pt x="58945" y="60143"/>
                    <a:pt x="51711" y="59880"/>
                  </a:cubicBezTo>
                  <a:cubicBezTo>
                    <a:pt x="51711" y="59880"/>
                    <a:pt x="48232" y="38193"/>
                    <a:pt x="42157" y="33540"/>
                  </a:cubicBezTo>
                  <a:lnTo>
                    <a:pt x="42435" y="37096"/>
                  </a:lnTo>
                  <a:lnTo>
                    <a:pt x="42713" y="42320"/>
                  </a:lnTo>
                  <a:lnTo>
                    <a:pt x="42713" y="44515"/>
                  </a:lnTo>
                  <a:lnTo>
                    <a:pt x="43873" y="47807"/>
                  </a:lnTo>
                  <a:lnTo>
                    <a:pt x="43873" y="50836"/>
                  </a:lnTo>
                  <a:lnTo>
                    <a:pt x="41554" y="51100"/>
                  </a:lnTo>
                  <a:lnTo>
                    <a:pt x="36035" y="43681"/>
                  </a:lnTo>
                  <a:lnTo>
                    <a:pt x="31954" y="40959"/>
                  </a:lnTo>
                  <a:lnTo>
                    <a:pt x="31073" y="34901"/>
                  </a:lnTo>
                  <a:cubicBezTo>
                    <a:pt x="31073" y="34901"/>
                    <a:pt x="31630" y="24760"/>
                    <a:pt x="28754" y="20896"/>
                  </a:cubicBezTo>
                  <a:cubicBezTo>
                    <a:pt x="28754" y="20896"/>
                    <a:pt x="27316" y="13785"/>
                    <a:pt x="23235" y="14575"/>
                  </a:cubicBezTo>
                  <a:cubicBezTo>
                    <a:pt x="23235" y="14575"/>
                    <a:pt x="16557" y="7990"/>
                    <a:pt x="9878" y="8253"/>
                  </a:cubicBezTo>
                  <a:lnTo>
                    <a:pt x="5797" y="4127"/>
                  </a:lnTo>
                  <a:lnTo>
                    <a:pt x="4916" y="0"/>
                  </a:lnTo>
                  <a:lnTo>
                    <a:pt x="0" y="1361"/>
                  </a:lnTo>
                  <a:lnTo>
                    <a:pt x="2458" y="3293"/>
                  </a:lnTo>
                  <a:lnTo>
                    <a:pt x="6679" y="9614"/>
                  </a:lnTo>
                  <a:lnTo>
                    <a:pt x="6679" y="15936"/>
                  </a:lnTo>
                  <a:lnTo>
                    <a:pt x="21148" y="32135"/>
                  </a:lnTo>
                  <a:lnTo>
                    <a:pt x="26064" y="32135"/>
                  </a:lnTo>
                  <a:cubicBezTo>
                    <a:pt x="26064" y="32135"/>
                    <a:pt x="24905" y="36525"/>
                    <a:pt x="26064" y="37622"/>
                  </a:cubicBezTo>
                  <a:cubicBezTo>
                    <a:pt x="27223" y="38720"/>
                    <a:pt x="23189" y="39291"/>
                    <a:pt x="23189" y="39291"/>
                  </a:cubicBezTo>
                  <a:cubicBezTo>
                    <a:pt x="23189" y="39291"/>
                    <a:pt x="31305" y="48597"/>
                    <a:pt x="31305" y="54129"/>
                  </a:cubicBezTo>
                  <a:cubicBezTo>
                    <a:pt x="31305" y="59660"/>
                    <a:pt x="33067" y="69231"/>
                    <a:pt x="33067" y="69231"/>
                  </a:cubicBezTo>
                  <a:cubicBezTo>
                    <a:pt x="33067" y="69231"/>
                    <a:pt x="31027" y="82927"/>
                    <a:pt x="28429" y="84332"/>
                  </a:cubicBezTo>
                  <a:cubicBezTo>
                    <a:pt x="25832" y="85693"/>
                    <a:pt x="14795" y="85430"/>
                    <a:pt x="16557" y="92278"/>
                  </a:cubicBezTo>
                  <a:cubicBezTo>
                    <a:pt x="18319" y="99126"/>
                    <a:pt x="24673" y="98029"/>
                    <a:pt x="24673" y="98029"/>
                  </a:cubicBezTo>
                  <a:cubicBezTo>
                    <a:pt x="24673" y="98029"/>
                    <a:pt x="37983" y="102156"/>
                    <a:pt x="38586" y="107072"/>
                  </a:cubicBezTo>
                  <a:cubicBezTo>
                    <a:pt x="39189" y="111989"/>
                    <a:pt x="38308" y="114491"/>
                    <a:pt x="36870" y="118881"/>
                  </a:cubicBezTo>
                  <a:cubicBezTo>
                    <a:pt x="35432" y="123271"/>
                    <a:pt x="27316" y="127925"/>
                    <a:pt x="30192" y="130383"/>
                  </a:cubicBezTo>
                  <a:cubicBezTo>
                    <a:pt x="33067" y="132842"/>
                    <a:pt x="38771" y="132052"/>
                    <a:pt x="38771" y="132052"/>
                  </a:cubicBezTo>
                  <a:cubicBezTo>
                    <a:pt x="38771" y="132052"/>
                    <a:pt x="38308" y="137539"/>
                    <a:pt x="40905" y="136968"/>
                  </a:cubicBezTo>
                  <a:cubicBezTo>
                    <a:pt x="43502" y="136442"/>
                    <a:pt x="51896" y="129022"/>
                    <a:pt x="51896" y="129022"/>
                  </a:cubicBezTo>
                  <a:cubicBezTo>
                    <a:pt x="51896" y="129022"/>
                    <a:pt x="54493" y="120242"/>
                    <a:pt x="60893" y="116379"/>
                  </a:cubicBezTo>
                  <a:lnTo>
                    <a:pt x="63212" y="110628"/>
                  </a:lnTo>
                  <a:cubicBezTo>
                    <a:pt x="63212" y="110628"/>
                    <a:pt x="70169" y="101321"/>
                    <a:pt x="66691" y="92541"/>
                  </a:cubicBezTo>
                  <a:cubicBezTo>
                    <a:pt x="66691" y="92541"/>
                    <a:pt x="73647" y="84025"/>
                    <a:pt x="82645" y="90083"/>
                  </a:cubicBezTo>
                  <a:lnTo>
                    <a:pt x="82645" y="79942"/>
                  </a:lnTo>
                  <a:cubicBezTo>
                    <a:pt x="82645" y="79942"/>
                    <a:pt x="89323" y="77747"/>
                    <a:pt x="89323" y="74191"/>
                  </a:cubicBezTo>
                  <a:lnTo>
                    <a:pt x="89323" y="64314"/>
                  </a:lnTo>
                  <a:lnTo>
                    <a:pt x="92198" y="59660"/>
                  </a:lnTo>
                  <a:cubicBezTo>
                    <a:pt x="92198" y="59660"/>
                    <a:pt x="85241" y="50880"/>
                    <a:pt x="75409" y="64884"/>
                  </a:cubicBezTo>
                  <a:close/>
                  <a:moveTo>
                    <a:pt x="51061" y="84815"/>
                  </a:moveTo>
                  <a:lnTo>
                    <a:pt x="47583" y="84815"/>
                  </a:lnTo>
                  <a:lnTo>
                    <a:pt x="47583" y="80162"/>
                  </a:lnTo>
                  <a:lnTo>
                    <a:pt x="51061" y="79064"/>
                  </a:lnTo>
                  <a:lnTo>
                    <a:pt x="52824" y="79064"/>
                  </a:lnTo>
                  <a:lnTo>
                    <a:pt x="51061" y="8481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5" name="Freeform: Shape 1954">
              <a:extLst>
                <a:ext uri="{FF2B5EF4-FFF2-40B4-BE49-F238E27FC236}">
                  <a16:creationId xmlns:a16="http://schemas.microsoft.com/office/drawing/2014/main" id="{355A0728-6C32-65C9-31E1-B667F3F74C57}"/>
                </a:ext>
              </a:extLst>
            </p:cNvPr>
            <p:cNvSpPr>
              <a:spLocks/>
            </p:cNvSpPr>
            <p:nvPr/>
          </p:nvSpPr>
          <p:spPr>
            <a:xfrm>
              <a:off x="9085226" y="5045813"/>
              <a:ext cx="7337" cy="13105"/>
            </a:xfrm>
            <a:custGeom>
              <a:avLst/>
              <a:gdLst>
                <a:gd name="connsiteX0" fmla="*/ 1438 w 4916"/>
                <a:gd name="connsiteY0" fmla="*/ 8780 h 8780"/>
                <a:gd name="connsiteX1" fmla="*/ 4916 w 4916"/>
                <a:gd name="connsiteY1" fmla="*/ 6058 h 8780"/>
                <a:gd name="connsiteX2" fmla="*/ 4916 w 4916"/>
                <a:gd name="connsiteY2" fmla="*/ 0 h 8780"/>
                <a:gd name="connsiteX3" fmla="*/ 0 w 4916"/>
                <a:gd name="connsiteY3" fmla="*/ 0 h 8780"/>
                <a:gd name="connsiteX4" fmla="*/ 1438 w 4916"/>
                <a:gd name="connsiteY4" fmla="*/ 8780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6" h="8780">
                  <a:moveTo>
                    <a:pt x="1438" y="8780"/>
                  </a:moveTo>
                  <a:lnTo>
                    <a:pt x="4916" y="6058"/>
                  </a:lnTo>
                  <a:lnTo>
                    <a:pt x="4916" y="0"/>
                  </a:lnTo>
                  <a:lnTo>
                    <a:pt x="0" y="0"/>
                  </a:lnTo>
                  <a:lnTo>
                    <a:pt x="1438" y="8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6" name="Freeform: Shape 1955">
              <a:extLst>
                <a:ext uri="{FF2B5EF4-FFF2-40B4-BE49-F238E27FC236}">
                  <a16:creationId xmlns:a16="http://schemas.microsoft.com/office/drawing/2014/main" id="{A9F4F867-3776-74DF-453C-74DC11DA72AD}"/>
                </a:ext>
              </a:extLst>
            </p:cNvPr>
            <p:cNvSpPr>
              <a:spLocks/>
            </p:cNvSpPr>
            <p:nvPr/>
          </p:nvSpPr>
          <p:spPr>
            <a:xfrm>
              <a:off x="9178678" y="5049874"/>
              <a:ext cx="13013" cy="11160"/>
            </a:xfrm>
            <a:custGeom>
              <a:avLst/>
              <a:gdLst>
                <a:gd name="connsiteX0" fmla="*/ 3200 w 8718"/>
                <a:gd name="connsiteY0" fmla="*/ 7419 h 7477"/>
                <a:gd name="connsiteX1" fmla="*/ 8719 w 8718"/>
                <a:gd name="connsiteY1" fmla="*/ 7419 h 7477"/>
                <a:gd name="connsiteX2" fmla="*/ 4359 w 8718"/>
                <a:gd name="connsiteY2" fmla="*/ 0 h 7477"/>
                <a:gd name="connsiteX3" fmla="*/ 1159 w 8718"/>
                <a:gd name="connsiteY3" fmla="*/ 0 h 7477"/>
                <a:gd name="connsiteX4" fmla="*/ 0 w 8718"/>
                <a:gd name="connsiteY4" fmla="*/ 3688 h 7477"/>
                <a:gd name="connsiteX5" fmla="*/ 3200 w 8718"/>
                <a:gd name="connsiteY5" fmla="*/ 7375 h 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18" h="7477">
                  <a:moveTo>
                    <a:pt x="3200" y="7419"/>
                  </a:moveTo>
                  <a:cubicBezTo>
                    <a:pt x="4081" y="6585"/>
                    <a:pt x="8719" y="7419"/>
                    <a:pt x="8719" y="7419"/>
                  </a:cubicBezTo>
                  <a:lnTo>
                    <a:pt x="4359" y="0"/>
                  </a:lnTo>
                  <a:lnTo>
                    <a:pt x="1159" y="0"/>
                  </a:lnTo>
                  <a:lnTo>
                    <a:pt x="0" y="3688"/>
                  </a:lnTo>
                  <a:cubicBezTo>
                    <a:pt x="0" y="3688"/>
                    <a:pt x="2319" y="8209"/>
                    <a:pt x="3200" y="73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7" name="Freeform: Shape 1956">
              <a:extLst>
                <a:ext uri="{FF2B5EF4-FFF2-40B4-BE49-F238E27FC236}">
                  <a16:creationId xmlns:a16="http://schemas.microsoft.com/office/drawing/2014/main" id="{8141AD02-CBAF-F095-8B57-9630F190A9BA}"/>
                </a:ext>
              </a:extLst>
            </p:cNvPr>
            <p:cNvSpPr>
              <a:spLocks/>
            </p:cNvSpPr>
            <p:nvPr/>
          </p:nvSpPr>
          <p:spPr>
            <a:xfrm>
              <a:off x="9185183" y="5066715"/>
              <a:ext cx="11629" cy="3669"/>
            </a:xfrm>
            <a:custGeom>
              <a:avLst/>
              <a:gdLst>
                <a:gd name="connsiteX0" fmla="*/ 0 w 7791"/>
                <a:gd name="connsiteY0" fmla="*/ 0 h 2458"/>
                <a:gd name="connsiteX1" fmla="*/ 0 w 7791"/>
                <a:gd name="connsiteY1" fmla="*/ 2458 h 2458"/>
                <a:gd name="connsiteX2" fmla="*/ 4360 w 7791"/>
                <a:gd name="connsiteY2" fmla="*/ 2458 h 2458"/>
                <a:gd name="connsiteX3" fmla="*/ 7792 w 7791"/>
                <a:gd name="connsiteY3" fmla="*/ 0 h 2458"/>
                <a:gd name="connsiteX4" fmla="*/ 3896 w 7791"/>
                <a:gd name="connsiteY4" fmla="*/ 0 h 2458"/>
                <a:gd name="connsiteX5" fmla="*/ 0 w 7791"/>
                <a:gd name="connsiteY5" fmla="*/ 0 h 2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91" h="2458">
                  <a:moveTo>
                    <a:pt x="0" y="0"/>
                  </a:moveTo>
                  <a:lnTo>
                    <a:pt x="0" y="2458"/>
                  </a:lnTo>
                  <a:lnTo>
                    <a:pt x="4360" y="2458"/>
                  </a:lnTo>
                  <a:lnTo>
                    <a:pt x="7792" y="0"/>
                  </a:lnTo>
                  <a:lnTo>
                    <a:pt x="389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8" name="Freeform: Shape 1957">
              <a:extLst>
                <a:ext uri="{FF2B5EF4-FFF2-40B4-BE49-F238E27FC236}">
                  <a16:creationId xmlns:a16="http://schemas.microsoft.com/office/drawing/2014/main" id="{4E05F19C-90A0-AB80-D81B-83D6AC9AA907}"/>
                </a:ext>
              </a:extLst>
            </p:cNvPr>
            <p:cNvSpPr>
              <a:spLocks/>
            </p:cNvSpPr>
            <p:nvPr/>
          </p:nvSpPr>
          <p:spPr>
            <a:xfrm>
              <a:off x="9103015" y="5072874"/>
              <a:ext cx="90891" cy="92588"/>
            </a:xfrm>
            <a:custGeom>
              <a:avLst/>
              <a:gdLst>
                <a:gd name="connsiteX0" fmla="*/ 58946 w 60893"/>
                <a:gd name="connsiteY0" fmla="*/ 16463 h 62030"/>
                <a:gd name="connsiteX1" fmla="*/ 58946 w 60893"/>
                <a:gd name="connsiteY1" fmla="*/ 10141 h 62030"/>
                <a:gd name="connsiteX2" fmla="*/ 53288 w 60893"/>
                <a:gd name="connsiteY2" fmla="*/ 4917 h 62030"/>
                <a:gd name="connsiteX3" fmla="*/ 42853 w 60893"/>
                <a:gd name="connsiteY3" fmla="*/ 7287 h 62030"/>
                <a:gd name="connsiteX4" fmla="*/ 31259 w 60893"/>
                <a:gd name="connsiteY4" fmla="*/ 11765 h 62030"/>
                <a:gd name="connsiteX5" fmla="*/ 24905 w 60893"/>
                <a:gd name="connsiteY5" fmla="*/ 11765 h 62030"/>
                <a:gd name="connsiteX6" fmla="*/ 9275 w 60893"/>
                <a:gd name="connsiteY6" fmla="*/ 4434 h 62030"/>
                <a:gd name="connsiteX7" fmla="*/ 6957 w 60893"/>
                <a:gd name="connsiteY7" fmla="*/ 2722 h 62030"/>
                <a:gd name="connsiteX8" fmla="*/ 3757 w 60893"/>
                <a:gd name="connsiteY8" fmla="*/ 0 h 62030"/>
                <a:gd name="connsiteX9" fmla="*/ 0 w 60893"/>
                <a:gd name="connsiteY9" fmla="*/ 5883 h 62030"/>
                <a:gd name="connsiteX10" fmla="*/ 3200 w 60893"/>
                <a:gd name="connsiteY10" fmla="*/ 13433 h 62030"/>
                <a:gd name="connsiteX11" fmla="*/ 12476 w 60893"/>
                <a:gd name="connsiteY11" fmla="*/ 30159 h 62030"/>
                <a:gd name="connsiteX12" fmla="*/ 13913 w 60893"/>
                <a:gd name="connsiteY12" fmla="*/ 36218 h 62030"/>
                <a:gd name="connsiteX13" fmla="*/ 8719 w 60893"/>
                <a:gd name="connsiteY13" fmla="*/ 33188 h 62030"/>
                <a:gd name="connsiteX14" fmla="*/ 13357 w 60893"/>
                <a:gd name="connsiteY14" fmla="*/ 43900 h 62030"/>
                <a:gd name="connsiteX15" fmla="*/ 23792 w 60893"/>
                <a:gd name="connsiteY15" fmla="*/ 57904 h 62030"/>
                <a:gd name="connsiteX16" fmla="*/ 31027 w 60893"/>
                <a:gd name="connsiteY16" fmla="*/ 57904 h 62030"/>
                <a:gd name="connsiteX17" fmla="*/ 32186 w 60893"/>
                <a:gd name="connsiteY17" fmla="*/ 62031 h 62030"/>
                <a:gd name="connsiteX18" fmla="*/ 37380 w 60893"/>
                <a:gd name="connsiteY18" fmla="*/ 62031 h 62030"/>
                <a:gd name="connsiteX19" fmla="*/ 36824 w 60893"/>
                <a:gd name="connsiteY19" fmla="*/ 58168 h 62030"/>
                <a:gd name="connsiteX20" fmla="*/ 39421 w 60893"/>
                <a:gd name="connsiteY20" fmla="*/ 52943 h 62030"/>
                <a:gd name="connsiteX21" fmla="*/ 42899 w 60893"/>
                <a:gd name="connsiteY21" fmla="*/ 57333 h 62030"/>
                <a:gd name="connsiteX22" fmla="*/ 44337 w 60893"/>
                <a:gd name="connsiteY22" fmla="*/ 55402 h 62030"/>
                <a:gd name="connsiteX23" fmla="*/ 42018 w 60893"/>
                <a:gd name="connsiteY23" fmla="*/ 51012 h 62030"/>
                <a:gd name="connsiteX24" fmla="*/ 43780 w 60893"/>
                <a:gd name="connsiteY24" fmla="*/ 48290 h 62030"/>
                <a:gd name="connsiteX25" fmla="*/ 45543 w 60893"/>
                <a:gd name="connsiteY25" fmla="*/ 47456 h 62030"/>
                <a:gd name="connsiteX26" fmla="*/ 48418 w 60893"/>
                <a:gd name="connsiteY26" fmla="*/ 44998 h 62030"/>
                <a:gd name="connsiteX27" fmla="*/ 50737 w 60893"/>
                <a:gd name="connsiteY27" fmla="*/ 45832 h 62030"/>
                <a:gd name="connsiteX28" fmla="*/ 50737 w 60893"/>
                <a:gd name="connsiteY28" fmla="*/ 48290 h 62030"/>
                <a:gd name="connsiteX29" fmla="*/ 47862 w 60893"/>
                <a:gd name="connsiteY29" fmla="*/ 50485 h 62030"/>
                <a:gd name="connsiteX30" fmla="*/ 48743 w 60893"/>
                <a:gd name="connsiteY30" fmla="*/ 52943 h 62030"/>
                <a:gd name="connsiteX31" fmla="*/ 55096 w 60893"/>
                <a:gd name="connsiteY31" fmla="*/ 52417 h 62030"/>
                <a:gd name="connsiteX32" fmla="*/ 53659 w 60893"/>
                <a:gd name="connsiteY32" fmla="*/ 44471 h 62030"/>
                <a:gd name="connsiteX33" fmla="*/ 52499 w 60893"/>
                <a:gd name="connsiteY33" fmla="*/ 39817 h 62030"/>
                <a:gd name="connsiteX34" fmla="*/ 55096 w 60893"/>
                <a:gd name="connsiteY34" fmla="*/ 36525 h 62030"/>
                <a:gd name="connsiteX35" fmla="*/ 53380 w 60893"/>
                <a:gd name="connsiteY35" fmla="*/ 31037 h 62030"/>
                <a:gd name="connsiteX36" fmla="*/ 59456 w 60893"/>
                <a:gd name="connsiteY36" fmla="*/ 32135 h 62030"/>
                <a:gd name="connsiteX37" fmla="*/ 60893 w 60893"/>
                <a:gd name="connsiteY37" fmla="*/ 28579 h 62030"/>
                <a:gd name="connsiteX38" fmla="*/ 57694 w 60893"/>
                <a:gd name="connsiteY38" fmla="*/ 25857 h 62030"/>
                <a:gd name="connsiteX39" fmla="*/ 58992 w 60893"/>
                <a:gd name="connsiteY39" fmla="*/ 16550 h 62030"/>
                <a:gd name="connsiteX40" fmla="*/ 24905 w 60893"/>
                <a:gd name="connsiteY40" fmla="*/ 49080 h 62030"/>
                <a:gd name="connsiteX41" fmla="*/ 23467 w 60893"/>
                <a:gd name="connsiteY41" fmla="*/ 45788 h 62030"/>
                <a:gd name="connsiteX42" fmla="*/ 24905 w 60893"/>
                <a:gd name="connsiteY42" fmla="*/ 39203 h 62030"/>
                <a:gd name="connsiteX43" fmla="*/ 27781 w 60893"/>
                <a:gd name="connsiteY43" fmla="*/ 42759 h 62030"/>
                <a:gd name="connsiteX44" fmla="*/ 24905 w 60893"/>
                <a:gd name="connsiteY44" fmla="*/ 49080 h 62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60893" h="62030">
                  <a:moveTo>
                    <a:pt x="58946" y="16463"/>
                  </a:moveTo>
                  <a:lnTo>
                    <a:pt x="58946" y="10141"/>
                  </a:lnTo>
                  <a:cubicBezTo>
                    <a:pt x="58946" y="10141"/>
                    <a:pt x="59085" y="2458"/>
                    <a:pt x="53288" y="4917"/>
                  </a:cubicBezTo>
                  <a:cubicBezTo>
                    <a:pt x="47491" y="7375"/>
                    <a:pt x="42853" y="7287"/>
                    <a:pt x="42853" y="7287"/>
                  </a:cubicBezTo>
                  <a:cubicBezTo>
                    <a:pt x="42853" y="7287"/>
                    <a:pt x="35015" y="7683"/>
                    <a:pt x="31259" y="11765"/>
                  </a:cubicBezTo>
                  <a:lnTo>
                    <a:pt x="24905" y="11765"/>
                  </a:lnTo>
                  <a:cubicBezTo>
                    <a:pt x="24905" y="11765"/>
                    <a:pt x="16232" y="2810"/>
                    <a:pt x="9275" y="4434"/>
                  </a:cubicBezTo>
                  <a:lnTo>
                    <a:pt x="6957" y="2722"/>
                  </a:lnTo>
                  <a:lnTo>
                    <a:pt x="3757" y="0"/>
                  </a:lnTo>
                  <a:lnTo>
                    <a:pt x="0" y="5883"/>
                  </a:lnTo>
                  <a:lnTo>
                    <a:pt x="3200" y="13433"/>
                  </a:lnTo>
                  <a:cubicBezTo>
                    <a:pt x="3200" y="13433"/>
                    <a:pt x="603" y="20282"/>
                    <a:pt x="12476" y="30159"/>
                  </a:cubicBezTo>
                  <a:lnTo>
                    <a:pt x="13913" y="36218"/>
                  </a:lnTo>
                  <a:lnTo>
                    <a:pt x="8719" y="33188"/>
                  </a:lnTo>
                  <a:cubicBezTo>
                    <a:pt x="8719" y="33188"/>
                    <a:pt x="9600" y="38413"/>
                    <a:pt x="13357" y="43900"/>
                  </a:cubicBezTo>
                  <a:cubicBezTo>
                    <a:pt x="13357" y="43900"/>
                    <a:pt x="15676" y="51583"/>
                    <a:pt x="23792" y="57904"/>
                  </a:cubicBezTo>
                  <a:cubicBezTo>
                    <a:pt x="23792" y="57904"/>
                    <a:pt x="24951" y="62294"/>
                    <a:pt x="31027" y="57904"/>
                  </a:cubicBezTo>
                  <a:lnTo>
                    <a:pt x="32186" y="62031"/>
                  </a:lnTo>
                  <a:lnTo>
                    <a:pt x="37380" y="62031"/>
                  </a:lnTo>
                  <a:lnTo>
                    <a:pt x="36824" y="58168"/>
                  </a:lnTo>
                  <a:cubicBezTo>
                    <a:pt x="36824" y="58168"/>
                    <a:pt x="39143" y="57333"/>
                    <a:pt x="39421" y="52943"/>
                  </a:cubicBezTo>
                  <a:lnTo>
                    <a:pt x="42899" y="57333"/>
                  </a:lnTo>
                  <a:lnTo>
                    <a:pt x="44337" y="55402"/>
                  </a:lnTo>
                  <a:lnTo>
                    <a:pt x="42018" y="51012"/>
                  </a:lnTo>
                  <a:lnTo>
                    <a:pt x="43780" y="48290"/>
                  </a:lnTo>
                  <a:lnTo>
                    <a:pt x="45543" y="47456"/>
                  </a:lnTo>
                  <a:lnTo>
                    <a:pt x="48418" y="44998"/>
                  </a:lnTo>
                  <a:lnTo>
                    <a:pt x="50737" y="45832"/>
                  </a:lnTo>
                  <a:lnTo>
                    <a:pt x="50737" y="48290"/>
                  </a:lnTo>
                  <a:lnTo>
                    <a:pt x="47862" y="50485"/>
                  </a:lnTo>
                  <a:lnTo>
                    <a:pt x="48743" y="52943"/>
                  </a:lnTo>
                  <a:lnTo>
                    <a:pt x="55096" y="52417"/>
                  </a:lnTo>
                  <a:lnTo>
                    <a:pt x="53659" y="44471"/>
                  </a:lnTo>
                  <a:lnTo>
                    <a:pt x="52499" y="39817"/>
                  </a:lnTo>
                  <a:lnTo>
                    <a:pt x="55096" y="36525"/>
                  </a:lnTo>
                  <a:lnTo>
                    <a:pt x="53380" y="31037"/>
                  </a:lnTo>
                  <a:lnTo>
                    <a:pt x="59456" y="32135"/>
                  </a:lnTo>
                  <a:lnTo>
                    <a:pt x="60893" y="28579"/>
                  </a:lnTo>
                  <a:lnTo>
                    <a:pt x="57694" y="25857"/>
                  </a:lnTo>
                  <a:lnTo>
                    <a:pt x="58992" y="16550"/>
                  </a:lnTo>
                  <a:close/>
                  <a:moveTo>
                    <a:pt x="24905" y="49080"/>
                  </a:moveTo>
                  <a:lnTo>
                    <a:pt x="23467" y="45788"/>
                  </a:lnTo>
                  <a:lnTo>
                    <a:pt x="24905" y="39203"/>
                  </a:lnTo>
                  <a:cubicBezTo>
                    <a:pt x="25786" y="39466"/>
                    <a:pt x="27781" y="42759"/>
                    <a:pt x="27781" y="42759"/>
                  </a:cubicBezTo>
                  <a:lnTo>
                    <a:pt x="24905" y="490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9" name="Freeform: Shape 1958">
              <a:extLst>
                <a:ext uri="{FF2B5EF4-FFF2-40B4-BE49-F238E27FC236}">
                  <a16:creationId xmlns:a16="http://schemas.microsoft.com/office/drawing/2014/main" id="{680E3213-B92E-8AC3-CA4C-304981349FAB}"/>
                </a:ext>
              </a:extLst>
            </p:cNvPr>
            <p:cNvSpPr>
              <a:spLocks/>
            </p:cNvSpPr>
            <p:nvPr/>
          </p:nvSpPr>
          <p:spPr>
            <a:xfrm>
              <a:off x="7571769" y="3855108"/>
              <a:ext cx="51130" cy="89211"/>
            </a:xfrm>
            <a:custGeom>
              <a:avLst/>
              <a:gdLst>
                <a:gd name="connsiteX0" fmla="*/ 7008 w 34255"/>
                <a:gd name="connsiteY0" fmla="*/ 100 h 59767"/>
                <a:gd name="connsiteX1" fmla="*/ 1814 w 34255"/>
                <a:gd name="connsiteY1" fmla="*/ 1461 h 59767"/>
                <a:gd name="connsiteX2" fmla="*/ 7008 w 34255"/>
                <a:gd name="connsiteY2" fmla="*/ 4754 h 59767"/>
                <a:gd name="connsiteX3" fmla="*/ 4411 w 34255"/>
                <a:gd name="connsiteY3" fmla="*/ 8617 h 59767"/>
                <a:gd name="connsiteX4" fmla="*/ 4411 w 34255"/>
                <a:gd name="connsiteY4" fmla="*/ 12480 h 59767"/>
                <a:gd name="connsiteX5" fmla="*/ 1814 w 34255"/>
                <a:gd name="connsiteY5" fmla="*/ 14939 h 59767"/>
                <a:gd name="connsiteX6" fmla="*/ 1814 w 34255"/>
                <a:gd name="connsiteY6" fmla="*/ 17397 h 59767"/>
                <a:gd name="connsiteX7" fmla="*/ 1814 w 34255"/>
                <a:gd name="connsiteY7" fmla="*/ 45669 h 59767"/>
                <a:gd name="connsiteX8" fmla="*/ 17489 w 34255"/>
                <a:gd name="connsiteY8" fmla="*/ 57171 h 59767"/>
                <a:gd name="connsiteX9" fmla="*/ 30243 w 34255"/>
                <a:gd name="connsiteY9" fmla="*/ 31094 h 59767"/>
                <a:gd name="connsiteX10" fmla="*/ 7055 w 34255"/>
                <a:gd name="connsiteY10" fmla="*/ 100 h 59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55" h="59767">
                  <a:moveTo>
                    <a:pt x="7008" y="100"/>
                  </a:moveTo>
                  <a:lnTo>
                    <a:pt x="1814" y="1461"/>
                  </a:lnTo>
                  <a:lnTo>
                    <a:pt x="7008" y="4754"/>
                  </a:lnTo>
                  <a:lnTo>
                    <a:pt x="4411" y="8617"/>
                  </a:lnTo>
                  <a:lnTo>
                    <a:pt x="4411" y="12480"/>
                  </a:lnTo>
                  <a:lnTo>
                    <a:pt x="1814" y="14939"/>
                  </a:lnTo>
                  <a:lnTo>
                    <a:pt x="1814" y="17397"/>
                  </a:lnTo>
                  <a:cubicBezTo>
                    <a:pt x="1814" y="17397"/>
                    <a:pt x="-2267" y="33596"/>
                    <a:pt x="1814" y="45669"/>
                  </a:cubicBezTo>
                  <a:cubicBezTo>
                    <a:pt x="5895" y="57741"/>
                    <a:pt x="7008" y="63492"/>
                    <a:pt x="17489" y="57171"/>
                  </a:cubicBezTo>
                  <a:cubicBezTo>
                    <a:pt x="27971" y="50849"/>
                    <a:pt x="40956" y="50059"/>
                    <a:pt x="30243" y="31094"/>
                  </a:cubicBezTo>
                  <a:cubicBezTo>
                    <a:pt x="19530" y="12173"/>
                    <a:pt x="12249" y="-1304"/>
                    <a:pt x="7055" y="10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0" name="Freeform: Shape 1959">
              <a:extLst>
                <a:ext uri="{FF2B5EF4-FFF2-40B4-BE49-F238E27FC236}">
                  <a16:creationId xmlns:a16="http://schemas.microsoft.com/office/drawing/2014/main" id="{8BB03077-0CED-5EB9-F8E1-3E00866613EE}"/>
                </a:ext>
              </a:extLst>
            </p:cNvPr>
            <p:cNvSpPr>
              <a:spLocks/>
            </p:cNvSpPr>
            <p:nvPr/>
          </p:nvSpPr>
          <p:spPr>
            <a:xfrm>
              <a:off x="6948758" y="3791604"/>
              <a:ext cx="22912" cy="7954"/>
            </a:xfrm>
            <a:custGeom>
              <a:avLst/>
              <a:gdLst>
                <a:gd name="connsiteX0" fmla="*/ 4359 w 15350"/>
                <a:gd name="connsiteY0" fmla="*/ 149 h 5329"/>
                <a:gd name="connsiteX1" fmla="*/ 0 w 15350"/>
                <a:gd name="connsiteY1" fmla="*/ 2871 h 5329"/>
                <a:gd name="connsiteX2" fmla="*/ 4359 w 15350"/>
                <a:gd name="connsiteY2" fmla="*/ 5330 h 5329"/>
                <a:gd name="connsiteX3" fmla="*/ 10435 w 15350"/>
                <a:gd name="connsiteY3" fmla="*/ 5330 h 5329"/>
                <a:gd name="connsiteX4" fmla="*/ 15351 w 15350"/>
                <a:gd name="connsiteY4" fmla="*/ 1466 h 5329"/>
                <a:gd name="connsiteX5" fmla="*/ 4359 w 15350"/>
                <a:gd name="connsiteY5" fmla="*/ 105 h 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0" h="5329">
                  <a:moveTo>
                    <a:pt x="4359" y="149"/>
                  </a:moveTo>
                  <a:cubicBezTo>
                    <a:pt x="325" y="676"/>
                    <a:pt x="0" y="2871"/>
                    <a:pt x="0" y="2871"/>
                  </a:cubicBezTo>
                  <a:lnTo>
                    <a:pt x="4359" y="5330"/>
                  </a:lnTo>
                  <a:lnTo>
                    <a:pt x="10435" y="5330"/>
                  </a:lnTo>
                  <a:lnTo>
                    <a:pt x="15351" y="1466"/>
                  </a:lnTo>
                  <a:cubicBezTo>
                    <a:pt x="15351" y="1466"/>
                    <a:pt x="8394" y="-465"/>
                    <a:pt x="4359" y="10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1" name="Freeform: Shape 1960">
              <a:extLst>
                <a:ext uri="{FF2B5EF4-FFF2-40B4-BE49-F238E27FC236}">
                  <a16:creationId xmlns:a16="http://schemas.microsoft.com/office/drawing/2014/main" id="{80DF7E3D-EC27-A517-DEB4-9EE30C21F645}"/>
                </a:ext>
              </a:extLst>
            </p:cNvPr>
            <p:cNvSpPr>
              <a:spLocks/>
            </p:cNvSpPr>
            <p:nvPr/>
          </p:nvSpPr>
          <p:spPr>
            <a:xfrm>
              <a:off x="7875117" y="3775053"/>
              <a:ext cx="9482" cy="45016"/>
            </a:xfrm>
            <a:custGeom>
              <a:avLst/>
              <a:gdLst>
                <a:gd name="connsiteX0" fmla="*/ 3200 w 6353"/>
                <a:gd name="connsiteY0" fmla="*/ 1361 h 30159"/>
                <a:gd name="connsiteX1" fmla="*/ 1438 w 6353"/>
                <a:gd name="connsiteY1" fmla="*/ 15058 h 30159"/>
                <a:gd name="connsiteX2" fmla="*/ 0 w 6353"/>
                <a:gd name="connsiteY2" fmla="*/ 20282 h 30159"/>
                <a:gd name="connsiteX3" fmla="*/ 0 w 6353"/>
                <a:gd name="connsiteY3" fmla="*/ 30159 h 30159"/>
                <a:gd name="connsiteX4" fmla="*/ 2597 w 6353"/>
                <a:gd name="connsiteY4" fmla="*/ 27394 h 30159"/>
                <a:gd name="connsiteX5" fmla="*/ 2597 w 6353"/>
                <a:gd name="connsiteY5" fmla="*/ 20545 h 30159"/>
                <a:gd name="connsiteX6" fmla="*/ 6354 w 6353"/>
                <a:gd name="connsiteY6" fmla="*/ 16155 h 30159"/>
                <a:gd name="connsiteX7" fmla="*/ 6354 w 6353"/>
                <a:gd name="connsiteY7" fmla="*/ 0 h 30159"/>
                <a:gd name="connsiteX8" fmla="*/ 2597 w 6353"/>
                <a:gd name="connsiteY8" fmla="*/ 0 h 30159"/>
                <a:gd name="connsiteX9" fmla="*/ 3200 w 6353"/>
                <a:gd name="connsiteY9" fmla="*/ 1361 h 30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3" h="30159">
                  <a:moveTo>
                    <a:pt x="3200" y="1361"/>
                  </a:moveTo>
                  <a:lnTo>
                    <a:pt x="1438" y="15058"/>
                  </a:lnTo>
                  <a:lnTo>
                    <a:pt x="0" y="20282"/>
                  </a:lnTo>
                  <a:lnTo>
                    <a:pt x="0" y="30159"/>
                  </a:lnTo>
                  <a:lnTo>
                    <a:pt x="2597" y="27394"/>
                  </a:lnTo>
                  <a:lnTo>
                    <a:pt x="2597" y="20545"/>
                  </a:lnTo>
                  <a:lnTo>
                    <a:pt x="6354" y="16155"/>
                  </a:lnTo>
                  <a:lnTo>
                    <a:pt x="6354" y="0"/>
                  </a:lnTo>
                  <a:lnTo>
                    <a:pt x="2597" y="0"/>
                  </a:lnTo>
                  <a:lnTo>
                    <a:pt x="3200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2" name="Freeform: Shape 1961">
              <a:extLst>
                <a:ext uri="{FF2B5EF4-FFF2-40B4-BE49-F238E27FC236}">
                  <a16:creationId xmlns:a16="http://schemas.microsoft.com/office/drawing/2014/main" id="{3EA7FC59-A446-7A58-7459-FDBA05EB3538}"/>
                </a:ext>
              </a:extLst>
            </p:cNvPr>
            <p:cNvSpPr>
              <a:spLocks/>
            </p:cNvSpPr>
            <p:nvPr/>
          </p:nvSpPr>
          <p:spPr>
            <a:xfrm>
              <a:off x="7867709" y="3835206"/>
              <a:ext cx="7407" cy="7403"/>
            </a:xfrm>
            <a:custGeom>
              <a:avLst/>
              <a:gdLst>
                <a:gd name="connsiteX0" fmla="*/ 0 w 4962"/>
                <a:gd name="connsiteY0" fmla="*/ 2458 h 4960"/>
                <a:gd name="connsiteX1" fmla="*/ 4962 w 4962"/>
                <a:gd name="connsiteY1" fmla="*/ 4961 h 4960"/>
                <a:gd name="connsiteX2" fmla="*/ 4962 w 4962"/>
                <a:gd name="connsiteY2" fmla="*/ 0 h 4960"/>
                <a:gd name="connsiteX3" fmla="*/ 0 w 4962"/>
                <a:gd name="connsiteY3" fmla="*/ 0 h 4960"/>
                <a:gd name="connsiteX4" fmla="*/ 0 w 4962"/>
                <a:gd name="connsiteY4" fmla="*/ 2458 h 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2" h="4960">
                  <a:moveTo>
                    <a:pt x="0" y="2458"/>
                  </a:moveTo>
                  <a:lnTo>
                    <a:pt x="4962" y="4961"/>
                  </a:lnTo>
                  <a:lnTo>
                    <a:pt x="4962" y="0"/>
                  </a:lnTo>
                  <a:lnTo>
                    <a:pt x="0" y="0"/>
                  </a:lnTo>
                  <a:lnTo>
                    <a:pt x="0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3" name="Freeform: Shape 1962">
              <a:extLst>
                <a:ext uri="{FF2B5EF4-FFF2-40B4-BE49-F238E27FC236}">
                  <a16:creationId xmlns:a16="http://schemas.microsoft.com/office/drawing/2014/main" id="{E0269464-7CFD-2E08-3CCC-0979441BD3B8}"/>
                </a:ext>
              </a:extLst>
            </p:cNvPr>
            <p:cNvSpPr>
              <a:spLocks/>
            </p:cNvSpPr>
            <p:nvPr/>
          </p:nvSpPr>
          <p:spPr>
            <a:xfrm>
              <a:off x="7948217" y="4012129"/>
              <a:ext cx="19451" cy="13956"/>
            </a:xfrm>
            <a:custGeom>
              <a:avLst/>
              <a:gdLst>
                <a:gd name="connsiteX0" fmla="*/ 0 w 13031"/>
                <a:gd name="connsiteY0" fmla="*/ 0 h 9350"/>
                <a:gd name="connsiteX1" fmla="*/ 0 w 13031"/>
                <a:gd name="connsiteY1" fmla="*/ 2766 h 9350"/>
                <a:gd name="connsiteX2" fmla="*/ 10435 w 13031"/>
                <a:gd name="connsiteY2" fmla="*/ 9351 h 9350"/>
                <a:gd name="connsiteX3" fmla="*/ 13032 w 13031"/>
                <a:gd name="connsiteY3" fmla="*/ 7990 h 9350"/>
                <a:gd name="connsiteX4" fmla="*/ 1716 w 13031"/>
                <a:gd name="connsiteY4" fmla="*/ 0 h 9350"/>
                <a:gd name="connsiteX5" fmla="*/ 0 w 13031"/>
                <a:gd name="connsiteY5" fmla="*/ 0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1" h="9350">
                  <a:moveTo>
                    <a:pt x="0" y="0"/>
                  </a:moveTo>
                  <a:lnTo>
                    <a:pt x="0" y="2766"/>
                  </a:lnTo>
                  <a:lnTo>
                    <a:pt x="10435" y="9351"/>
                  </a:lnTo>
                  <a:lnTo>
                    <a:pt x="13032" y="7990"/>
                  </a:lnTo>
                  <a:lnTo>
                    <a:pt x="171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4" name="Freeform: Shape 1963">
              <a:extLst>
                <a:ext uri="{FF2B5EF4-FFF2-40B4-BE49-F238E27FC236}">
                  <a16:creationId xmlns:a16="http://schemas.microsoft.com/office/drawing/2014/main" id="{DFFAC463-CDBE-FC3E-7F31-056CF65C9A08}"/>
                </a:ext>
              </a:extLst>
            </p:cNvPr>
            <p:cNvSpPr>
              <a:spLocks/>
            </p:cNvSpPr>
            <p:nvPr/>
          </p:nvSpPr>
          <p:spPr>
            <a:xfrm>
              <a:off x="7978953" y="4044105"/>
              <a:ext cx="21597" cy="22541"/>
            </a:xfrm>
            <a:custGeom>
              <a:avLst/>
              <a:gdLst>
                <a:gd name="connsiteX0" fmla="*/ 0 w 14469"/>
                <a:gd name="connsiteY0" fmla="*/ 1932 h 15101"/>
                <a:gd name="connsiteX1" fmla="*/ 13032 w 14469"/>
                <a:gd name="connsiteY1" fmla="*/ 15102 h 15101"/>
                <a:gd name="connsiteX2" fmla="*/ 14470 w 14469"/>
                <a:gd name="connsiteY2" fmla="*/ 7375 h 15101"/>
                <a:gd name="connsiteX3" fmla="*/ 6957 w 14469"/>
                <a:gd name="connsiteY3" fmla="*/ 0 h 15101"/>
                <a:gd name="connsiteX4" fmla="*/ 0 w 14469"/>
                <a:gd name="connsiteY4" fmla="*/ 1932 h 1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69" h="15101">
                  <a:moveTo>
                    <a:pt x="0" y="1932"/>
                  </a:moveTo>
                  <a:lnTo>
                    <a:pt x="13032" y="15102"/>
                  </a:lnTo>
                  <a:lnTo>
                    <a:pt x="14470" y="7375"/>
                  </a:lnTo>
                  <a:lnTo>
                    <a:pt x="6957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5" name="Freeform: Shape 1964">
              <a:extLst>
                <a:ext uri="{FF2B5EF4-FFF2-40B4-BE49-F238E27FC236}">
                  <a16:creationId xmlns:a16="http://schemas.microsoft.com/office/drawing/2014/main" id="{8A472ACB-8491-8493-A03F-5799D82C3E7A}"/>
                </a:ext>
              </a:extLst>
            </p:cNvPr>
            <p:cNvSpPr>
              <a:spLocks/>
            </p:cNvSpPr>
            <p:nvPr/>
          </p:nvSpPr>
          <p:spPr>
            <a:xfrm>
              <a:off x="7898031" y="3915476"/>
              <a:ext cx="8652" cy="10680"/>
            </a:xfrm>
            <a:custGeom>
              <a:avLst/>
              <a:gdLst>
                <a:gd name="connsiteX0" fmla="*/ 1159 w 5797"/>
                <a:gd name="connsiteY0" fmla="*/ 0 h 7155"/>
                <a:gd name="connsiteX1" fmla="*/ 0 w 5797"/>
                <a:gd name="connsiteY1" fmla="*/ 3556 h 7155"/>
                <a:gd name="connsiteX2" fmla="*/ 4220 w 5797"/>
                <a:gd name="connsiteY2" fmla="*/ 7156 h 7155"/>
                <a:gd name="connsiteX3" fmla="*/ 5797 w 5797"/>
                <a:gd name="connsiteY3" fmla="*/ 1668 h 7155"/>
                <a:gd name="connsiteX4" fmla="*/ 2597 w 5797"/>
                <a:gd name="connsiteY4" fmla="*/ 0 h 7155"/>
                <a:gd name="connsiteX5" fmla="*/ 1159 w 5797"/>
                <a:gd name="connsiteY5" fmla="*/ 0 h 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97" h="7155">
                  <a:moveTo>
                    <a:pt x="1159" y="0"/>
                  </a:moveTo>
                  <a:lnTo>
                    <a:pt x="0" y="3556"/>
                  </a:lnTo>
                  <a:lnTo>
                    <a:pt x="4220" y="7156"/>
                  </a:lnTo>
                  <a:lnTo>
                    <a:pt x="5797" y="1668"/>
                  </a:lnTo>
                  <a:lnTo>
                    <a:pt x="2597" y="0"/>
                  </a:lnTo>
                  <a:lnTo>
                    <a:pt x="115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6" name="Freeform: Shape 1965">
              <a:extLst>
                <a:ext uri="{FF2B5EF4-FFF2-40B4-BE49-F238E27FC236}">
                  <a16:creationId xmlns:a16="http://schemas.microsoft.com/office/drawing/2014/main" id="{DBE3F0AA-9D4F-FA4C-5695-51E056C1E604}"/>
                </a:ext>
              </a:extLst>
            </p:cNvPr>
            <p:cNvSpPr>
              <a:spLocks/>
            </p:cNvSpPr>
            <p:nvPr/>
          </p:nvSpPr>
          <p:spPr>
            <a:xfrm>
              <a:off x="7935366" y="3950317"/>
              <a:ext cx="257472" cy="260947"/>
            </a:xfrm>
            <a:custGeom>
              <a:avLst/>
              <a:gdLst>
                <a:gd name="connsiteX0" fmla="*/ 167731 w 172495"/>
                <a:gd name="connsiteY0" fmla="*/ 161346 h 174823"/>
                <a:gd name="connsiteX1" fmla="*/ 169772 w 172495"/>
                <a:gd name="connsiteY1" fmla="*/ 145981 h 174823"/>
                <a:gd name="connsiteX2" fmla="*/ 169772 w 172495"/>
                <a:gd name="connsiteY2" fmla="*/ 139133 h 174823"/>
                <a:gd name="connsiteX3" fmla="*/ 168891 w 172495"/>
                <a:gd name="connsiteY3" fmla="*/ 130089 h 174823"/>
                <a:gd name="connsiteX4" fmla="*/ 166850 w 172495"/>
                <a:gd name="connsiteY4" fmla="*/ 125963 h 174823"/>
                <a:gd name="connsiteX5" fmla="*/ 165088 w 172495"/>
                <a:gd name="connsiteY5" fmla="*/ 120212 h 174823"/>
                <a:gd name="connsiteX6" fmla="*/ 151453 w 172495"/>
                <a:gd name="connsiteY6" fmla="*/ 121880 h 174823"/>
                <a:gd name="connsiteX7" fmla="*/ 153771 w 172495"/>
                <a:gd name="connsiteY7" fmla="*/ 118017 h 174823"/>
                <a:gd name="connsiteX8" fmla="*/ 151731 w 172495"/>
                <a:gd name="connsiteY8" fmla="*/ 114461 h 174823"/>
                <a:gd name="connsiteX9" fmla="*/ 147093 w 172495"/>
                <a:gd name="connsiteY9" fmla="*/ 114198 h 174823"/>
                <a:gd name="connsiteX10" fmla="*/ 145655 w 172495"/>
                <a:gd name="connsiteY10" fmla="*/ 105418 h 174823"/>
                <a:gd name="connsiteX11" fmla="*/ 140739 w 172495"/>
                <a:gd name="connsiteY11" fmla="*/ 101554 h 174823"/>
                <a:gd name="connsiteX12" fmla="*/ 135824 w 172495"/>
                <a:gd name="connsiteY12" fmla="*/ 99623 h 174823"/>
                <a:gd name="connsiteX13" fmla="*/ 130629 w 172495"/>
                <a:gd name="connsiteY13" fmla="*/ 97691 h 174823"/>
                <a:gd name="connsiteX14" fmla="*/ 130908 w 172495"/>
                <a:gd name="connsiteY14" fmla="*/ 93565 h 174823"/>
                <a:gd name="connsiteX15" fmla="*/ 136102 w 172495"/>
                <a:gd name="connsiteY15" fmla="*/ 91896 h 174823"/>
                <a:gd name="connsiteX16" fmla="*/ 135545 w 172495"/>
                <a:gd name="connsiteY16" fmla="*/ 88867 h 174823"/>
                <a:gd name="connsiteX17" fmla="*/ 130908 w 172495"/>
                <a:gd name="connsiteY17" fmla="*/ 89131 h 174823"/>
                <a:gd name="connsiteX18" fmla="*/ 133226 w 172495"/>
                <a:gd name="connsiteY18" fmla="*/ 87375 h 174823"/>
                <a:gd name="connsiteX19" fmla="*/ 136705 w 172495"/>
                <a:gd name="connsiteY19" fmla="*/ 87375 h 174823"/>
                <a:gd name="connsiteX20" fmla="*/ 135545 w 172495"/>
                <a:gd name="connsiteY20" fmla="*/ 80877 h 174823"/>
                <a:gd name="connsiteX21" fmla="*/ 130026 w 172495"/>
                <a:gd name="connsiteY21" fmla="*/ 76487 h 174823"/>
                <a:gd name="connsiteX22" fmla="*/ 126548 w 172495"/>
                <a:gd name="connsiteY22" fmla="*/ 77848 h 174823"/>
                <a:gd name="connsiteX23" fmla="*/ 132067 w 172495"/>
                <a:gd name="connsiteY23" fmla="*/ 74556 h 174823"/>
                <a:gd name="connsiteX24" fmla="*/ 126873 w 172495"/>
                <a:gd name="connsiteY24" fmla="*/ 72888 h 174823"/>
                <a:gd name="connsiteX25" fmla="*/ 122235 w 172495"/>
                <a:gd name="connsiteY25" fmla="*/ 73722 h 174823"/>
                <a:gd name="connsiteX26" fmla="*/ 116716 w 172495"/>
                <a:gd name="connsiteY26" fmla="*/ 73722 h 174823"/>
                <a:gd name="connsiteX27" fmla="*/ 114397 w 172495"/>
                <a:gd name="connsiteY27" fmla="*/ 66873 h 174823"/>
                <a:gd name="connsiteX28" fmla="*/ 109203 w 172495"/>
                <a:gd name="connsiteY28" fmla="*/ 62747 h 174823"/>
                <a:gd name="connsiteX29" fmla="*/ 104287 w 172495"/>
                <a:gd name="connsiteY29" fmla="*/ 54230 h 174823"/>
                <a:gd name="connsiteX30" fmla="*/ 99371 w 172495"/>
                <a:gd name="connsiteY30" fmla="*/ 55591 h 174823"/>
                <a:gd name="connsiteX31" fmla="*/ 95893 w 172495"/>
                <a:gd name="connsiteY31" fmla="*/ 52562 h 174823"/>
                <a:gd name="connsiteX32" fmla="*/ 91858 w 172495"/>
                <a:gd name="connsiteY32" fmla="*/ 50630 h 174823"/>
                <a:gd name="connsiteX33" fmla="*/ 87823 w 172495"/>
                <a:gd name="connsiteY33" fmla="*/ 51991 h 174823"/>
                <a:gd name="connsiteX34" fmla="*/ 84948 w 172495"/>
                <a:gd name="connsiteY34" fmla="*/ 50630 h 174823"/>
                <a:gd name="connsiteX35" fmla="*/ 81748 w 172495"/>
                <a:gd name="connsiteY35" fmla="*/ 45977 h 174823"/>
                <a:gd name="connsiteX36" fmla="*/ 77991 w 172495"/>
                <a:gd name="connsiteY36" fmla="*/ 45977 h 174823"/>
                <a:gd name="connsiteX37" fmla="*/ 76832 w 172495"/>
                <a:gd name="connsiteY37" fmla="*/ 41323 h 174823"/>
                <a:gd name="connsiteX38" fmla="*/ 69875 w 172495"/>
                <a:gd name="connsiteY38" fmla="*/ 34475 h 174823"/>
                <a:gd name="connsiteX39" fmla="*/ 63521 w 172495"/>
                <a:gd name="connsiteY39" fmla="*/ 30612 h 174823"/>
                <a:gd name="connsiteX40" fmla="*/ 56287 w 172495"/>
                <a:gd name="connsiteY40" fmla="*/ 27319 h 174823"/>
                <a:gd name="connsiteX41" fmla="*/ 49887 w 172495"/>
                <a:gd name="connsiteY41" fmla="*/ 23763 h 174823"/>
                <a:gd name="connsiteX42" fmla="*/ 48449 w 172495"/>
                <a:gd name="connsiteY42" fmla="*/ 18847 h 174823"/>
                <a:gd name="connsiteX43" fmla="*/ 46130 w 172495"/>
                <a:gd name="connsiteY43" fmla="*/ 17486 h 174823"/>
                <a:gd name="connsiteX44" fmla="*/ 43811 w 172495"/>
                <a:gd name="connsiteY44" fmla="*/ 12832 h 174823"/>
                <a:gd name="connsiteX45" fmla="*/ 36576 w 172495"/>
                <a:gd name="connsiteY45" fmla="*/ 6247 h 174823"/>
                <a:gd name="connsiteX46" fmla="*/ 31939 w 172495"/>
                <a:gd name="connsiteY46" fmla="*/ 7608 h 174823"/>
                <a:gd name="connsiteX47" fmla="*/ 23544 w 172495"/>
                <a:gd name="connsiteY47" fmla="*/ 6511 h 174823"/>
                <a:gd name="connsiteX48" fmla="*/ 20344 w 172495"/>
                <a:gd name="connsiteY48" fmla="*/ 7345 h 174823"/>
                <a:gd name="connsiteX49" fmla="*/ 12507 w 172495"/>
                <a:gd name="connsiteY49" fmla="*/ 5150 h 174823"/>
                <a:gd name="connsiteX50" fmla="*/ 1793 w 172495"/>
                <a:gd name="connsiteY50" fmla="*/ 1287 h 174823"/>
                <a:gd name="connsiteX51" fmla="*/ 1793 w 172495"/>
                <a:gd name="connsiteY51" fmla="*/ 12262 h 174823"/>
                <a:gd name="connsiteX52" fmla="*/ 21782 w 172495"/>
                <a:gd name="connsiteY52" fmla="*/ 29558 h 174823"/>
                <a:gd name="connsiteX53" fmla="*/ 25539 w 172495"/>
                <a:gd name="connsiteY53" fmla="*/ 29558 h 174823"/>
                <a:gd name="connsiteX54" fmla="*/ 39730 w 172495"/>
                <a:gd name="connsiteY54" fmla="*/ 44396 h 174823"/>
                <a:gd name="connsiteX55" fmla="*/ 41771 w 172495"/>
                <a:gd name="connsiteY55" fmla="*/ 52650 h 174823"/>
                <a:gd name="connsiteX56" fmla="*/ 56843 w 172495"/>
                <a:gd name="connsiteY56" fmla="*/ 60332 h 174823"/>
                <a:gd name="connsiteX57" fmla="*/ 63800 w 172495"/>
                <a:gd name="connsiteY57" fmla="*/ 81755 h 174823"/>
                <a:gd name="connsiteX58" fmla="*/ 72519 w 172495"/>
                <a:gd name="connsiteY58" fmla="*/ 87814 h 174823"/>
                <a:gd name="connsiteX59" fmla="*/ 80356 w 172495"/>
                <a:gd name="connsiteY59" fmla="*/ 97428 h 174823"/>
                <a:gd name="connsiteX60" fmla="*/ 82675 w 172495"/>
                <a:gd name="connsiteY60" fmla="*/ 104847 h 174823"/>
                <a:gd name="connsiteX61" fmla="*/ 89632 w 172495"/>
                <a:gd name="connsiteY61" fmla="*/ 113890 h 174823"/>
                <a:gd name="connsiteX62" fmla="*/ 93110 w 172495"/>
                <a:gd name="connsiteY62" fmla="*/ 123768 h 174823"/>
                <a:gd name="connsiteX63" fmla="*/ 102942 w 172495"/>
                <a:gd name="connsiteY63" fmla="*/ 135006 h 174823"/>
                <a:gd name="connsiteX64" fmla="*/ 108136 w 172495"/>
                <a:gd name="connsiteY64" fmla="*/ 136674 h 174823"/>
                <a:gd name="connsiteX65" fmla="*/ 112496 w 172495"/>
                <a:gd name="connsiteY65" fmla="*/ 144928 h 174823"/>
                <a:gd name="connsiteX66" fmla="*/ 137122 w 172495"/>
                <a:gd name="connsiteY66" fmla="*/ 163322 h 174823"/>
                <a:gd name="connsiteX67" fmla="*/ 151917 w 172495"/>
                <a:gd name="connsiteY67" fmla="*/ 174824 h 174823"/>
                <a:gd name="connsiteX68" fmla="*/ 151917 w 172495"/>
                <a:gd name="connsiteY68" fmla="*/ 169907 h 174823"/>
                <a:gd name="connsiteX69" fmla="*/ 155117 w 172495"/>
                <a:gd name="connsiteY69" fmla="*/ 172102 h 174823"/>
                <a:gd name="connsiteX70" fmla="*/ 162351 w 172495"/>
                <a:gd name="connsiteY70" fmla="*/ 172365 h 174823"/>
                <a:gd name="connsiteX71" fmla="*/ 167870 w 172495"/>
                <a:gd name="connsiteY71" fmla="*/ 172365 h 174823"/>
                <a:gd name="connsiteX72" fmla="*/ 167870 w 172495"/>
                <a:gd name="connsiteY72" fmla="*/ 161390 h 174823"/>
                <a:gd name="connsiteX73" fmla="*/ 61945 w 172495"/>
                <a:gd name="connsiteY73" fmla="*/ 50762 h 174823"/>
                <a:gd name="connsiteX74" fmla="*/ 59069 w 172495"/>
                <a:gd name="connsiteY74" fmla="*/ 50762 h 174823"/>
                <a:gd name="connsiteX75" fmla="*/ 52994 w 172495"/>
                <a:gd name="connsiteY75" fmla="*/ 45011 h 174823"/>
                <a:gd name="connsiteX76" fmla="*/ 52994 w 172495"/>
                <a:gd name="connsiteY76" fmla="*/ 41455 h 174823"/>
                <a:gd name="connsiteX77" fmla="*/ 61991 w 172495"/>
                <a:gd name="connsiteY77" fmla="*/ 48040 h 174823"/>
                <a:gd name="connsiteX78" fmla="*/ 61991 w 172495"/>
                <a:gd name="connsiteY78" fmla="*/ 50762 h 174823"/>
                <a:gd name="connsiteX79" fmla="*/ 151221 w 172495"/>
                <a:gd name="connsiteY79" fmla="*/ 146245 h 174823"/>
                <a:gd name="connsiteX80" fmla="*/ 148624 w 172495"/>
                <a:gd name="connsiteY80" fmla="*/ 142820 h 174823"/>
                <a:gd name="connsiteX81" fmla="*/ 148624 w 172495"/>
                <a:gd name="connsiteY81" fmla="*/ 136631 h 174823"/>
                <a:gd name="connsiteX82" fmla="*/ 151221 w 172495"/>
                <a:gd name="connsiteY82" fmla="*/ 139352 h 174823"/>
                <a:gd name="connsiteX83" fmla="*/ 151221 w 172495"/>
                <a:gd name="connsiteY83" fmla="*/ 146201 h 174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72495" h="174823">
                  <a:moveTo>
                    <a:pt x="167731" y="161346"/>
                  </a:moveTo>
                  <a:cubicBezTo>
                    <a:pt x="167731" y="161346"/>
                    <a:pt x="169772" y="155859"/>
                    <a:pt x="169772" y="145981"/>
                  </a:cubicBezTo>
                  <a:cubicBezTo>
                    <a:pt x="169772" y="145981"/>
                    <a:pt x="174131" y="140757"/>
                    <a:pt x="169772" y="139133"/>
                  </a:cubicBezTo>
                  <a:cubicBezTo>
                    <a:pt x="169772" y="139133"/>
                    <a:pt x="176450" y="130616"/>
                    <a:pt x="168891" y="130089"/>
                  </a:cubicBezTo>
                  <a:lnTo>
                    <a:pt x="166850" y="125963"/>
                  </a:lnTo>
                  <a:lnTo>
                    <a:pt x="165088" y="120212"/>
                  </a:lnTo>
                  <a:lnTo>
                    <a:pt x="151453" y="121880"/>
                  </a:lnTo>
                  <a:lnTo>
                    <a:pt x="153771" y="118017"/>
                  </a:lnTo>
                  <a:lnTo>
                    <a:pt x="151731" y="114461"/>
                  </a:lnTo>
                  <a:lnTo>
                    <a:pt x="147093" y="114198"/>
                  </a:lnTo>
                  <a:lnTo>
                    <a:pt x="145655" y="105418"/>
                  </a:lnTo>
                  <a:cubicBezTo>
                    <a:pt x="145655" y="105418"/>
                    <a:pt x="145099" y="101554"/>
                    <a:pt x="140739" y="101554"/>
                  </a:cubicBezTo>
                  <a:lnTo>
                    <a:pt x="135824" y="99623"/>
                  </a:lnTo>
                  <a:lnTo>
                    <a:pt x="130629" y="97691"/>
                  </a:lnTo>
                  <a:lnTo>
                    <a:pt x="130908" y="93565"/>
                  </a:lnTo>
                  <a:lnTo>
                    <a:pt x="136102" y="91896"/>
                  </a:lnTo>
                  <a:lnTo>
                    <a:pt x="135545" y="88867"/>
                  </a:lnTo>
                  <a:lnTo>
                    <a:pt x="130908" y="89131"/>
                  </a:lnTo>
                  <a:lnTo>
                    <a:pt x="133226" y="87375"/>
                  </a:lnTo>
                  <a:lnTo>
                    <a:pt x="136705" y="87375"/>
                  </a:lnTo>
                  <a:lnTo>
                    <a:pt x="135545" y="80877"/>
                  </a:lnTo>
                  <a:lnTo>
                    <a:pt x="130026" y="76487"/>
                  </a:lnTo>
                  <a:lnTo>
                    <a:pt x="126548" y="77848"/>
                  </a:lnTo>
                  <a:lnTo>
                    <a:pt x="132067" y="74556"/>
                  </a:lnTo>
                  <a:lnTo>
                    <a:pt x="126873" y="72888"/>
                  </a:lnTo>
                  <a:lnTo>
                    <a:pt x="122235" y="73722"/>
                  </a:lnTo>
                  <a:lnTo>
                    <a:pt x="116716" y="73722"/>
                  </a:lnTo>
                  <a:lnTo>
                    <a:pt x="114397" y="66873"/>
                  </a:lnTo>
                  <a:lnTo>
                    <a:pt x="109203" y="62747"/>
                  </a:lnTo>
                  <a:lnTo>
                    <a:pt x="104287" y="54230"/>
                  </a:lnTo>
                  <a:lnTo>
                    <a:pt x="99371" y="55591"/>
                  </a:lnTo>
                  <a:lnTo>
                    <a:pt x="95893" y="52562"/>
                  </a:lnTo>
                  <a:lnTo>
                    <a:pt x="91858" y="50630"/>
                  </a:lnTo>
                  <a:lnTo>
                    <a:pt x="87823" y="51991"/>
                  </a:lnTo>
                  <a:lnTo>
                    <a:pt x="84948" y="50630"/>
                  </a:lnTo>
                  <a:lnTo>
                    <a:pt x="81748" y="45977"/>
                  </a:lnTo>
                  <a:lnTo>
                    <a:pt x="77991" y="45977"/>
                  </a:lnTo>
                  <a:lnTo>
                    <a:pt x="76832" y="41323"/>
                  </a:lnTo>
                  <a:lnTo>
                    <a:pt x="69875" y="34475"/>
                  </a:lnTo>
                  <a:lnTo>
                    <a:pt x="63521" y="30612"/>
                  </a:lnTo>
                  <a:lnTo>
                    <a:pt x="56287" y="27319"/>
                  </a:lnTo>
                  <a:lnTo>
                    <a:pt x="49887" y="23763"/>
                  </a:lnTo>
                  <a:lnTo>
                    <a:pt x="48449" y="18847"/>
                  </a:lnTo>
                  <a:lnTo>
                    <a:pt x="46130" y="17486"/>
                  </a:lnTo>
                  <a:lnTo>
                    <a:pt x="43811" y="12832"/>
                  </a:lnTo>
                  <a:lnTo>
                    <a:pt x="36576" y="6247"/>
                  </a:lnTo>
                  <a:lnTo>
                    <a:pt x="31939" y="7608"/>
                  </a:lnTo>
                  <a:cubicBezTo>
                    <a:pt x="31939" y="7608"/>
                    <a:pt x="26420" y="3745"/>
                    <a:pt x="23544" y="6511"/>
                  </a:cubicBezTo>
                  <a:lnTo>
                    <a:pt x="20344" y="7345"/>
                  </a:lnTo>
                  <a:lnTo>
                    <a:pt x="12507" y="5150"/>
                  </a:lnTo>
                  <a:cubicBezTo>
                    <a:pt x="12507" y="5150"/>
                    <a:pt x="5828" y="-3103"/>
                    <a:pt x="1793" y="1287"/>
                  </a:cubicBezTo>
                  <a:cubicBezTo>
                    <a:pt x="-2242" y="5677"/>
                    <a:pt x="1793" y="12262"/>
                    <a:pt x="1793" y="12262"/>
                  </a:cubicBezTo>
                  <a:lnTo>
                    <a:pt x="21782" y="29558"/>
                  </a:lnTo>
                  <a:lnTo>
                    <a:pt x="25539" y="29558"/>
                  </a:lnTo>
                  <a:lnTo>
                    <a:pt x="39730" y="44396"/>
                  </a:lnTo>
                  <a:cubicBezTo>
                    <a:pt x="39730" y="44396"/>
                    <a:pt x="36530" y="50718"/>
                    <a:pt x="41771" y="52650"/>
                  </a:cubicBezTo>
                  <a:cubicBezTo>
                    <a:pt x="47011" y="54581"/>
                    <a:pt x="56843" y="60332"/>
                    <a:pt x="56843" y="60332"/>
                  </a:cubicBezTo>
                  <a:lnTo>
                    <a:pt x="63800" y="81755"/>
                  </a:lnTo>
                  <a:cubicBezTo>
                    <a:pt x="63800" y="81755"/>
                    <a:pt x="71035" y="82590"/>
                    <a:pt x="72519" y="87814"/>
                  </a:cubicBezTo>
                  <a:lnTo>
                    <a:pt x="80356" y="97428"/>
                  </a:lnTo>
                  <a:lnTo>
                    <a:pt x="82675" y="104847"/>
                  </a:lnTo>
                  <a:lnTo>
                    <a:pt x="89632" y="113890"/>
                  </a:lnTo>
                  <a:lnTo>
                    <a:pt x="93110" y="123768"/>
                  </a:lnTo>
                  <a:lnTo>
                    <a:pt x="102942" y="135006"/>
                  </a:lnTo>
                  <a:lnTo>
                    <a:pt x="108136" y="136674"/>
                  </a:lnTo>
                  <a:lnTo>
                    <a:pt x="112496" y="144928"/>
                  </a:lnTo>
                  <a:lnTo>
                    <a:pt x="137122" y="163322"/>
                  </a:lnTo>
                  <a:lnTo>
                    <a:pt x="151917" y="174824"/>
                  </a:lnTo>
                  <a:lnTo>
                    <a:pt x="151917" y="169907"/>
                  </a:lnTo>
                  <a:lnTo>
                    <a:pt x="155117" y="172102"/>
                  </a:lnTo>
                  <a:lnTo>
                    <a:pt x="162351" y="172365"/>
                  </a:lnTo>
                  <a:lnTo>
                    <a:pt x="167870" y="172365"/>
                  </a:lnTo>
                  <a:lnTo>
                    <a:pt x="167870" y="161390"/>
                  </a:lnTo>
                  <a:close/>
                  <a:moveTo>
                    <a:pt x="61945" y="50762"/>
                  </a:moveTo>
                  <a:lnTo>
                    <a:pt x="59069" y="50762"/>
                  </a:lnTo>
                  <a:lnTo>
                    <a:pt x="52994" y="45011"/>
                  </a:lnTo>
                  <a:lnTo>
                    <a:pt x="52994" y="41455"/>
                  </a:lnTo>
                  <a:lnTo>
                    <a:pt x="61991" y="48040"/>
                  </a:lnTo>
                  <a:lnTo>
                    <a:pt x="61991" y="50762"/>
                  </a:lnTo>
                  <a:close/>
                  <a:moveTo>
                    <a:pt x="151221" y="146245"/>
                  </a:moveTo>
                  <a:lnTo>
                    <a:pt x="148624" y="142820"/>
                  </a:lnTo>
                  <a:lnTo>
                    <a:pt x="148624" y="136631"/>
                  </a:lnTo>
                  <a:lnTo>
                    <a:pt x="151221" y="139352"/>
                  </a:lnTo>
                  <a:lnTo>
                    <a:pt x="151221" y="14620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7" name="Freeform: Shape 1966">
              <a:extLst>
                <a:ext uri="{FF2B5EF4-FFF2-40B4-BE49-F238E27FC236}">
                  <a16:creationId xmlns:a16="http://schemas.microsoft.com/office/drawing/2014/main" id="{3203932F-6ED1-1918-5973-B9AB404E1D83}"/>
                </a:ext>
              </a:extLst>
            </p:cNvPr>
            <p:cNvSpPr>
              <a:spLocks/>
            </p:cNvSpPr>
            <p:nvPr/>
          </p:nvSpPr>
          <p:spPr>
            <a:xfrm>
              <a:off x="8008788" y="4080800"/>
              <a:ext cx="5191" cy="13235"/>
            </a:xfrm>
            <a:custGeom>
              <a:avLst/>
              <a:gdLst>
                <a:gd name="connsiteX0" fmla="*/ 0 w 3478"/>
                <a:gd name="connsiteY0" fmla="*/ 5883 h 8867"/>
                <a:gd name="connsiteX1" fmla="*/ 3478 w 3478"/>
                <a:gd name="connsiteY1" fmla="*/ 8868 h 8867"/>
                <a:gd name="connsiteX2" fmla="*/ 3478 w 3478"/>
                <a:gd name="connsiteY2" fmla="*/ 3688 h 8867"/>
                <a:gd name="connsiteX3" fmla="*/ 3478 w 3478"/>
                <a:gd name="connsiteY3" fmla="*/ 0 h 8867"/>
                <a:gd name="connsiteX4" fmla="*/ 1762 w 3478"/>
                <a:gd name="connsiteY4" fmla="*/ 2019 h 8867"/>
                <a:gd name="connsiteX5" fmla="*/ 0 w 3478"/>
                <a:gd name="connsiteY5" fmla="*/ 5883 h 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8" h="8867">
                  <a:moveTo>
                    <a:pt x="0" y="5883"/>
                  </a:moveTo>
                  <a:lnTo>
                    <a:pt x="3478" y="8868"/>
                  </a:lnTo>
                  <a:lnTo>
                    <a:pt x="3478" y="3688"/>
                  </a:lnTo>
                  <a:lnTo>
                    <a:pt x="3478" y="0"/>
                  </a:lnTo>
                  <a:lnTo>
                    <a:pt x="1762" y="2019"/>
                  </a:lnTo>
                  <a:lnTo>
                    <a:pt x="0" y="588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8" name="Freeform: Shape 1967">
              <a:extLst>
                <a:ext uri="{FF2B5EF4-FFF2-40B4-BE49-F238E27FC236}">
                  <a16:creationId xmlns:a16="http://schemas.microsoft.com/office/drawing/2014/main" id="{78746E14-3F16-B98D-F546-E5ED532FC7E2}"/>
                </a:ext>
              </a:extLst>
            </p:cNvPr>
            <p:cNvSpPr>
              <a:spLocks/>
            </p:cNvSpPr>
            <p:nvPr/>
          </p:nvSpPr>
          <p:spPr>
            <a:xfrm>
              <a:off x="8019172" y="4098558"/>
              <a:ext cx="14744" cy="22541"/>
            </a:xfrm>
            <a:custGeom>
              <a:avLst/>
              <a:gdLst>
                <a:gd name="connsiteX0" fmla="*/ 0 w 9878"/>
                <a:gd name="connsiteY0" fmla="*/ 0 h 15101"/>
                <a:gd name="connsiteX1" fmla="*/ 0 w 9878"/>
                <a:gd name="connsiteY1" fmla="*/ 5488 h 15101"/>
                <a:gd name="connsiteX2" fmla="*/ 6400 w 9878"/>
                <a:gd name="connsiteY2" fmla="*/ 15102 h 15101"/>
                <a:gd name="connsiteX3" fmla="*/ 9878 w 9878"/>
                <a:gd name="connsiteY3" fmla="*/ 8780 h 15101"/>
                <a:gd name="connsiteX4" fmla="*/ 46 w 9878"/>
                <a:gd name="connsiteY4" fmla="*/ 0 h 1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78" h="15101">
                  <a:moveTo>
                    <a:pt x="0" y="0"/>
                  </a:moveTo>
                  <a:lnTo>
                    <a:pt x="0" y="5488"/>
                  </a:lnTo>
                  <a:lnTo>
                    <a:pt x="6400" y="15102"/>
                  </a:lnTo>
                  <a:lnTo>
                    <a:pt x="9878" y="8780"/>
                  </a:lnTo>
                  <a:cubicBezTo>
                    <a:pt x="9878" y="8780"/>
                    <a:pt x="881" y="0"/>
                    <a:pt x="4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9" name="Freeform: Shape 1968">
              <a:extLst>
                <a:ext uri="{FF2B5EF4-FFF2-40B4-BE49-F238E27FC236}">
                  <a16:creationId xmlns:a16="http://schemas.microsoft.com/office/drawing/2014/main" id="{608BBF30-51AA-B60D-09A8-DAF426265933}"/>
                </a:ext>
              </a:extLst>
            </p:cNvPr>
            <p:cNvSpPr>
              <a:spLocks/>
            </p:cNvSpPr>
            <p:nvPr/>
          </p:nvSpPr>
          <p:spPr>
            <a:xfrm>
              <a:off x="8039524" y="4123917"/>
              <a:ext cx="22012" cy="26669"/>
            </a:xfrm>
            <a:custGeom>
              <a:avLst/>
              <a:gdLst>
                <a:gd name="connsiteX0" fmla="*/ 0 w 14747"/>
                <a:gd name="connsiteY0" fmla="*/ 0 h 17867"/>
                <a:gd name="connsiteX1" fmla="*/ 11873 w 14747"/>
                <a:gd name="connsiteY1" fmla="*/ 17867 h 17867"/>
                <a:gd name="connsiteX2" fmla="*/ 14748 w 14747"/>
                <a:gd name="connsiteY2" fmla="*/ 16506 h 17867"/>
                <a:gd name="connsiteX3" fmla="*/ 1438 w 14747"/>
                <a:gd name="connsiteY3" fmla="*/ 0 h 17867"/>
                <a:gd name="connsiteX4" fmla="*/ 0 w 14747"/>
                <a:gd name="connsiteY4" fmla="*/ 0 h 1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47" h="17867">
                  <a:moveTo>
                    <a:pt x="0" y="0"/>
                  </a:moveTo>
                  <a:lnTo>
                    <a:pt x="11873" y="17867"/>
                  </a:lnTo>
                  <a:lnTo>
                    <a:pt x="14748" y="16506"/>
                  </a:lnTo>
                  <a:lnTo>
                    <a:pt x="143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0" name="Freeform: Shape 1969">
              <a:extLst>
                <a:ext uri="{FF2B5EF4-FFF2-40B4-BE49-F238E27FC236}">
                  <a16:creationId xmlns:a16="http://schemas.microsoft.com/office/drawing/2014/main" id="{A574F680-A966-1CF3-A268-A14FC76221DF}"/>
                </a:ext>
              </a:extLst>
            </p:cNvPr>
            <p:cNvSpPr>
              <a:spLocks/>
            </p:cNvSpPr>
            <p:nvPr/>
          </p:nvSpPr>
          <p:spPr>
            <a:xfrm>
              <a:off x="8154990" y="4076475"/>
              <a:ext cx="5260" cy="7337"/>
            </a:xfrm>
            <a:custGeom>
              <a:avLst/>
              <a:gdLst>
                <a:gd name="connsiteX0" fmla="*/ 0 w 3524"/>
                <a:gd name="connsiteY0" fmla="*/ 0 h 4916"/>
                <a:gd name="connsiteX1" fmla="*/ 0 w 3524"/>
                <a:gd name="connsiteY1" fmla="*/ 4917 h 4916"/>
                <a:gd name="connsiteX2" fmla="*/ 3525 w 3524"/>
                <a:gd name="connsiteY2" fmla="*/ 2897 h 4916"/>
                <a:gd name="connsiteX3" fmla="*/ 0 w 3524"/>
                <a:gd name="connsiteY3" fmla="*/ 0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4" h="4916">
                  <a:moveTo>
                    <a:pt x="0" y="0"/>
                  </a:moveTo>
                  <a:lnTo>
                    <a:pt x="0" y="4917"/>
                  </a:lnTo>
                  <a:lnTo>
                    <a:pt x="3525" y="289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1" name="Freeform: Shape 1970">
              <a:extLst>
                <a:ext uri="{FF2B5EF4-FFF2-40B4-BE49-F238E27FC236}">
                  <a16:creationId xmlns:a16="http://schemas.microsoft.com/office/drawing/2014/main" id="{C0B5CFD9-915B-A8F1-1BAC-F4CE7EE2AB97}"/>
                </a:ext>
              </a:extLst>
            </p:cNvPr>
            <p:cNvSpPr>
              <a:spLocks/>
            </p:cNvSpPr>
            <p:nvPr/>
          </p:nvSpPr>
          <p:spPr>
            <a:xfrm>
              <a:off x="8150698" y="4087418"/>
              <a:ext cx="6922" cy="6617"/>
            </a:xfrm>
            <a:custGeom>
              <a:avLst/>
              <a:gdLst>
                <a:gd name="connsiteX0" fmla="*/ 0 w 4637"/>
                <a:gd name="connsiteY0" fmla="*/ 2239 h 4433"/>
                <a:gd name="connsiteX1" fmla="*/ 2875 w 4637"/>
                <a:gd name="connsiteY1" fmla="*/ 4434 h 4433"/>
                <a:gd name="connsiteX2" fmla="*/ 4638 w 4637"/>
                <a:gd name="connsiteY2" fmla="*/ 0 h 4433"/>
                <a:gd name="connsiteX3" fmla="*/ 0 w 4637"/>
                <a:gd name="connsiteY3" fmla="*/ 0 h 4433"/>
                <a:gd name="connsiteX4" fmla="*/ 0 w 4637"/>
                <a:gd name="connsiteY4" fmla="*/ 2239 h 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4433">
                  <a:moveTo>
                    <a:pt x="0" y="2239"/>
                  </a:moveTo>
                  <a:lnTo>
                    <a:pt x="2875" y="4434"/>
                  </a:lnTo>
                  <a:lnTo>
                    <a:pt x="4638" y="0"/>
                  </a:lnTo>
                  <a:lnTo>
                    <a:pt x="0" y="0"/>
                  </a:lnTo>
                  <a:lnTo>
                    <a:pt x="0" y="223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2" name="Freeform: Shape 1971">
              <a:extLst>
                <a:ext uri="{FF2B5EF4-FFF2-40B4-BE49-F238E27FC236}">
                  <a16:creationId xmlns:a16="http://schemas.microsoft.com/office/drawing/2014/main" id="{3EDF2EA6-132B-BD58-2942-47265C1CAF24}"/>
                </a:ext>
              </a:extLst>
            </p:cNvPr>
            <p:cNvSpPr>
              <a:spLocks/>
            </p:cNvSpPr>
            <p:nvPr/>
          </p:nvSpPr>
          <p:spPr>
            <a:xfrm>
              <a:off x="8171051" y="4109829"/>
              <a:ext cx="37657" cy="37022"/>
            </a:xfrm>
            <a:custGeom>
              <a:avLst/>
              <a:gdLst>
                <a:gd name="connsiteX0" fmla="*/ 22910 w 25229"/>
                <a:gd name="connsiteY0" fmla="*/ 24804 h 24803"/>
                <a:gd name="connsiteX1" fmla="*/ 25229 w 25229"/>
                <a:gd name="connsiteY1" fmla="*/ 16024 h 24803"/>
                <a:gd name="connsiteX2" fmla="*/ 19107 w 25229"/>
                <a:gd name="connsiteY2" fmla="*/ 15233 h 24803"/>
                <a:gd name="connsiteX3" fmla="*/ 16510 w 25229"/>
                <a:gd name="connsiteY3" fmla="*/ 10843 h 24803"/>
                <a:gd name="connsiteX4" fmla="*/ 16232 w 25229"/>
                <a:gd name="connsiteY4" fmla="*/ 2854 h 24803"/>
                <a:gd name="connsiteX5" fmla="*/ 9832 w 25229"/>
                <a:gd name="connsiteY5" fmla="*/ 0 h 24803"/>
                <a:gd name="connsiteX6" fmla="*/ 9554 w 25229"/>
                <a:gd name="connsiteY6" fmla="*/ 4258 h 24803"/>
                <a:gd name="connsiteX7" fmla="*/ 6354 w 25229"/>
                <a:gd name="connsiteY7" fmla="*/ 0 h 24803"/>
                <a:gd name="connsiteX8" fmla="*/ 4035 w 25229"/>
                <a:gd name="connsiteY8" fmla="*/ 4258 h 24803"/>
                <a:gd name="connsiteX9" fmla="*/ 0 w 25229"/>
                <a:gd name="connsiteY9" fmla="*/ 7551 h 24803"/>
                <a:gd name="connsiteX10" fmla="*/ 0 w 25229"/>
                <a:gd name="connsiteY10" fmla="*/ 9439 h 24803"/>
                <a:gd name="connsiteX11" fmla="*/ 7235 w 25229"/>
                <a:gd name="connsiteY11" fmla="*/ 10843 h 24803"/>
                <a:gd name="connsiteX12" fmla="*/ 12754 w 25229"/>
                <a:gd name="connsiteY12" fmla="*/ 13565 h 24803"/>
                <a:gd name="connsiteX13" fmla="*/ 12754 w 25229"/>
                <a:gd name="connsiteY13" fmla="*/ 20414 h 24803"/>
                <a:gd name="connsiteX14" fmla="*/ 22910 w 25229"/>
                <a:gd name="connsiteY14" fmla="*/ 24804 h 2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229" h="24803">
                  <a:moveTo>
                    <a:pt x="22910" y="24804"/>
                  </a:moveTo>
                  <a:lnTo>
                    <a:pt x="25229" y="16024"/>
                  </a:lnTo>
                  <a:lnTo>
                    <a:pt x="19107" y="15233"/>
                  </a:lnTo>
                  <a:lnTo>
                    <a:pt x="16510" y="10843"/>
                  </a:lnTo>
                  <a:lnTo>
                    <a:pt x="16232" y="2854"/>
                  </a:lnTo>
                  <a:lnTo>
                    <a:pt x="9832" y="0"/>
                  </a:lnTo>
                  <a:lnTo>
                    <a:pt x="9554" y="4258"/>
                  </a:lnTo>
                  <a:lnTo>
                    <a:pt x="6354" y="0"/>
                  </a:lnTo>
                  <a:lnTo>
                    <a:pt x="4035" y="4258"/>
                  </a:lnTo>
                  <a:lnTo>
                    <a:pt x="0" y="7551"/>
                  </a:lnTo>
                  <a:lnTo>
                    <a:pt x="0" y="9439"/>
                  </a:lnTo>
                  <a:lnTo>
                    <a:pt x="7235" y="10843"/>
                  </a:lnTo>
                  <a:lnTo>
                    <a:pt x="12754" y="13565"/>
                  </a:lnTo>
                  <a:lnTo>
                    <a:pt x="12754" y="20414"/>
                  </a:lnTo>
                  <a:lnTo>
                    <a:pt x="22910" y="2480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3" name="Freeform: Shape 1972">
              <a:extLst>
                <a:ext uri="{FF2B5EF4-FFF2-40B4-BE49-F238E27FC236}">
                  <a16:creationId xmlns:a16="http://schemas.microsoft.com/office/drawing/2014/main" id="{DDE89B32-67E7-BD7D-200F-DDE0FF049241}"/>
                </a:ext>
              </a:extLst>
            </p:cNvPr>
            <p:cNvSpPr>
              <a:spLocks/>
            </p:cNvSpPr>
            <p:nvPr/>
          </p:nvSpPr>
          <p:spPr>
            <a:xfrm>
              <a:off x="8228160" y="4135055"/>
              <a:ext cx="15991" cy="16433"/>
            </a:xfrm>
            <a:custGeom>
              <a:avLst/>
              <a:gdLst>
                <a:gd name="connsiteX0" fmla="*/ 3757 w 10713"/>
                <a:gd name="connsiteY0" fmla="*/ 1492 h 11009"/>
                <a:gd name="connsiteX1" fmla="*/ 0 w 10713"/>
                <a:gd name="connsiteY1" fmla="*/ 1492 h 11009"/>
                <a:gd name="connsiteX2" fmla="*/ 1901 w 10713"/>
                <a:gd name="connsiteY2" fmla="*/ 10404 h 11009"/>
                <a:gd name="connsiteX3" fmla="*/ 5797 w 10713"/>
                <a:gd name="connsiteY3" fmla="*/ 10404 h 11009"/>
                <a:gd name="connsiteX4" fmla="*/ 10713 w 10713"/>
                <a:gd name="connsiteY4" fmla="*/ 7946 h 11009"/>
                <a:gd name="connsiteX5" fmla="*/ 10713 w 10713"/>
                <a:gd name="connsiteY5" fmla="*/ 1492 h 11009"/>
                <a:gd name="connsiteX6" fmla="*/ 5333 w 10713"/>
                <a:gd name="connsiteY6" fmla="*/ 0 h 11009"/>
                <a:gd name="connsiteX7" fmla="*/ 3757 w 10713"/>
                <a:gd name="connsiteY7" fmla="*/ 1492 h 1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13" h="11009">
                  <a:moveTo>
                    <a:pt x="3757" y="1492"/>
                  </a:moveTo>
                  <a:lnTo>
                    <a:pt x="0" y="1492"/>
                  </a:lnTo>
                  <a:cubicBezTo>
                    <a:pt x="0" y="1492"/>
                    <a:pt x="2319" y="9043"/>
                    <a:pt x="1901" y="10404"/>
                  </a:cubicBezTo>
                  <a:cubicBezTo>
                    <a:pt x="1484" y="11765"/>
                    <a:pt x="5797" y="10404"/>
                    <a:pt x="5797" y="10404"/>
                  </a:cubicBezTo>
                  <a:lnTo>
                    <a:pt x="10713" y="7946"/>
                  </a:lnTo>
                  <a:lnTo>
                    <a:pt x="10713" y="1492"/>
                  </a:lnTo>
                  <a:lnTo>
                    <a:pt x="5333" y="0"/>
                  </a:lnTo>
                  <a:lnTo>
                    <a:pt x="3757" y="149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4" name="Freeform: Shape 1973">
              <a:extLst>
                <a:ext uri="{FF2B5EF4-FFF2-40B4-BE49-F238E27FC236}">
                  <a16:creationId xmlns:a16="http://schemas.microsoft.com/office/drawing/2014/main" id="{C9B42D43-A092-B7C3-6BB5-6B8D13BF5FD0}"/>
                </a:ext>
              </a:extLst>
            </p:cNvPr>
            <p:cNvSpPr>
              <a:spLocks/>
            </p:cNvSpPr>
            <p:nvPr/>
          </p:nvSpPr>
          <p:spPr>
            <a:xfrm>
              <a:off x="8237447" y="3984427"/>
              <a:ext cx="13210" cy="13416"/>
            </a:xfrm>
            <a:custGeom>
              <a:avLst/>
              <a:gdLst>
                <a:gd name="connsiteX0" fmla="*/ 8851 w 8850"/>
                <a:gd name="connsiteY0" fmla="*/ 4598 h 8988"/>
                <a:gd name="connsiteX1" fmla="*/ 4491 w 8850"/>
                <a:gd name="connsiteY1" fmla="*/ 208 h 8988"/>
                <a:gd name="connsiteX2" fmla="*/ 735 w 8850"/>
                <a:gd name="connsiteY2" fmla="*/ 4598 h 8988"/>
                <a:gd name="connsiteX3" fmla="*/ 4491 w 8850"/>
                <a:gd name="connsiteY3" fmla="*/ 8988 h 8988"/>
                <a:gd name="connsiteX4" fmla="*/ 8851 w 8850"/>
                <a:gd name="connsiteY4" fmla="*/ 4598 h 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0" h="8988">
                  <a:moveTo>
                    <a:pt x="8851" y="4598"/>
                  </a:moveTo>
                  <a:lnTo>
                    <a:pt x="4491" y="208"/>
                  </a:lnTo>
                  <a:cubicBezTo>
                    <a:pt x="-2465" y="-1153"/>
                    <a:pt x="735" y="4598"/>
                    <a:pt x="735" y="4598"/>
                  </a:cubicBezTo>
                  <a:lnTo>
                    <a:pt x="4491" y="8988"/>
                  </a:lnTo>
                  <a:lnTo>
                    <a:pt x="8851" y="459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5" name="Freeform: Shape 1974">
              <a:extLst>
                <a:ext uri="{FF2B5EF4-FFF2-40B4-BE49-F238E27FC236}">
                  <a16:creationId xmlns:a16="http://schemas.microsoft.com/office/drawing/2014/main" id="{D9041C63-836A-6C4D-CA3B-E5A7E1F96DF4}"/>
                </a:ext>
              </a:extLst>
            </p:cNvPr>
            <p:cNvSpPr>
              <a:spLocks/>
            </p:cNvSpPr>
            <p:nvPr/>
          </p:nvSpPr>
          <p:spPr>
            <a:xfrm>
              <a:off x="8181850" y="4208053"/>
              <a:ext cx="209818" cy="65788"/>
            </a:xfrm>
            <a:custGeom>
              <a:avLst/>
              <a:gdLst>
                <a:gd name="connsiteX0" fmla="*/ 126656 w 140569"/>
                <a:gd name="connsiteY0" fmla="*/ 40212 h 44075"/>
                <a:gd name="connsiteX1" fmla="*/ 136210 w 140569"/>
                <a:gd name="connsiteY1" fmla="*/ 42144 h 44075"/>
                <a:gd name="connsiteX2" fmla="*/ 140569 w 140569"/>
                <a:gd name="connsiteY2" fmla="*/ 44076 h 44075"/>
                <a:gd name="connsiteX3" fmla="*/ 138854 w 140569"/>
                <a:gd name="connsiteY3" fmla="*/ 38325 h 44075"/>
                <a:gd name="connsiteX4" fmla="*/ 140569 w 140569"/>
                <a:gd name="connsiteY4" fmla="*/ 30642 h 44075"/>
                <a:gd name="connsiteX5" fmla="*/ 135932 w 140569"/>
                <a:gd name="connsiteY5" fmla="*/ 26779 h 44075"/>
                <a:gd name="connsiteX6" fmla="*/ 131294 w 140569"/>
                <a:gd name="connsiteY6" fmla="*/ 27613 h 44075"/>
                <a:gd name="connsiteX7" fmla="*/ 124616 w 140569"/>
                <a:gd name="connsiteY7" fmla="*/ 28974 h 44075"/>
                <a:gd name="connsiteX8" fmla="*/ 117381 w 140569"/>
                <a:gd name="connsiteY8" fmla="*/ 28974 h 44075"/>
                <a:gd name="connsiteX9" fmla="*/ 114784 w 140569"/>
                <a:gd name="connsiteY9" fmla="*/ 23091 h 44075"/>
                <a:gd name="connsiteX10" fmla="*/ 109265 w 140569"/>
                <a:gd name="connsiteY10" fmla="*/ 17209 h 44075"/>
                <a:gd name="connsiteX11" fmla="*/ 101427 w 140569"/>
                <a:gd name="connsiteY11" fmla="*/ 17209 h 44075"/>
                <a:gd name="connsiteX12" fmla="*/ 100268 w 140569"/>
                <a:gd name="connsiteY12" fmla="*/ 14487 h 44075"/>
                <a:gd name="connsiteX13" fmla="*/ 92755 w 140569"/>
                <a:gd name="connsiteY13" fmla="*/ 13389 h 44075"/>
                <a:gd name="connsiteX14" fmla="*/ 89276 w 140569"/>
                <a:gd name="connsiteY14" fmla="*/ 13653 h 44075"/>
                <a:gd name="connsiteX15" fmla="*/ 84917 w 140569"/>
                <a:gd name="connsiteY15" fmla="*/ 7902 h 44075"/>
                <a:gd name="connsiteX16" fmla="*/ 80557 w 140569"/>
                <a:gd name="connsiteY16" fmla="*/ 9834 h 44075"/>
                <a:gd name="connsiteX17" fmla="*/ 79676 w 140569"/>
                <a:gd name="connsiteY17" fmla="*/ 14224 h 44075"/>
                <a:gd name="connsiteX18" fmla="*/ 76476 w 140569"/>
                <a:gd name="connsiteY18" fmla="*/ 17253 h 44075"/>
                <a:gd name="connsiteX19" fmla="*/ 68638 w 140569"/>
                <a:gd name="connsiteY19" fmla="*/ 16726 h 44075"/>
                <a:gd name="connsiteX20" fmla="*/ 55606 w 140569"/>
                <a:gd name="connsiteY20" fmla="*/ 15058 h 44075"/>
                <a:gd name="connsiteX21" fmla="*/ 48093 w 140569"/>
                <a:gd name="connsiteY21" fmla="*/ 14531 h 44075"/>
                <a:gd name="connsiteX22" fmla="*/ 41693 w 140569"/>
                <a:gd name="connsiteY22" fmla="*/ 5751 h 44075"/>
                <a:gd name="connsiteX23" fmla="*/ 39096 w 140569"/>
                <a:gd name="connsiteY23" fmla="*/ 7946 h 44075"/>
                <a:gd name="connsiteX24" fmla="*/ 32742 w 140569"/>
                <a:gd name="connsiteY24" fmla="*/ 6848 h 44075"/>
                <a:gd name="connsiteX25" fmla="*/ 28986 w 140569"/>
                <a:gd name="connsiteY25" fmla="*/ 2195 h 44075"/>
                <a:gd name="connsiteX26" fmla="*/ 20870 w 140569"/>
                <a:gd name="connsiteY26" fmla="*/ 2195 h 44075"/>
                <a:gd name="connsiteX27" fmla="*/ 17994 w 140569"/>
                <a:gd name="connsiteY27" fmla="*/ 0 h 44075"/>
                <a:gd name="connsiteX28" fmla="*/ 13913 w 140569"/>
                <a:gd name="connsiteY28" fmla="*/ 5488 h 44075"/>
                <a:gd name="connsiteX29" fmla="*/ 8719 w 140569"/>
                <a:gd name="connsiteY29" fmla="*/ 2195 h 44075"/>
                <a:gd name="connsiteX30" fmla="*/ 2922 w 140569"/>
                <a:gd name="connsiteY30" fmla="*/ 2195 h 44075"/>
                <a:gd name="connsiteX31" fmla="*/ 5380 w 140569"/>
                <a:gd name="connsiteY31" fmla="*/ 8253 h 44075"/>
                <a:gd name="connsiteX32" fmla="*/ 0 w 140569"/>
                <a:gd name="connsiteY32" fmla="*/ 14838 h 44075"/>
                <a:gd name="connsiteX33" fmla="*/ 15351 w 140569"/>
                <a:gd name="connsiteY33" fmla="*/ 17867 h 44075"/>
                <a:gd name="connsiteX34" fmla="*/ 13635 w 140569"/>
                <a:gd name="connsiteY34" fmla="*/ 22521 h 44075"/>
                <a:gd name="connsiteX35" fmla="*/ 25507 w 140569"/>
                <a:gd name="connsiteY35" fmla="*/ 23882 h 44075"/>
                <a:gd name="connsiteX36" fmla="*/ 34226 w 140569"/>
                <a:gd name="connsiteY36" fmla="*/ 29369 h 44075"/>
                <a:gd name="connsiteX37" fmla="*/ 48696 w 140569"/>
                <a:gd name="connsiteY37" fmla="*/ 29369 h 44075"/>
                <a:gd name="connsiteX38" fmla="*/ 64650 w 140569"/>
                <a:gd name="connsiteY38" fmla="*/ 30467 h 44075"/>
                <a:gd name="connsiteX39" fmla="*/ 78563 w 140569"/>
                <a:gd name="connsiteY39" fmla="*/ 35691 h 44075"/>
                <a:gd name="connsiteX40" fmla="*/ 86679 w 140569"/>
                <a:gd name="connsiteY40" fmla="*/ 37886 h 44075"/>
                <a:gd name="connsiteX41" fmla="*/ 94795 w 140569"/>
                <a:gd name="connsiteY41" fmla="*/ 37886 h 44075"/>
                <a:gd name="connsiteX42" fmla="*/ 105508 w 140569"/>
                <a:gd name="connsiteY42" fmla="*/ 40344 h 44075"/>
                <a:gd name="connsiteX43" fmla="*/ 112465 w 140569"/>
                <a:gd name="connsiteY43" fmla="*/ 40344 h 44075"/>
                <a:gd name="connsiteX44" fmla="*/ 118865 w 140569"/>
                <a:gd name="connsiteY44" fmla="*/ 37315 h 44075"/>
                <a:gd name="connsiteX45" fmla="*/ 126703 w 140569"/>
                <a:gd name="connsiteY45" fmla="*/ 40344 h 44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569" h="44075">
                  <a:moveTo>
                    <a:pt x="126656" y="40212"/>
                  </a:moveTo>
                  <a:lnTo>
                    <a:pt x="136210" y="42144"/>
                  </a:lnTo>
                  <a:lnTo>
                    <a:pt x="140569" y="44076"/>
                  </a:lnTo>
                  <a:lnTo>
                    <a:pt x="138854" y="38325"/>
                  </a:lnTo>
                  <a:lnTo>
                    <a:pt x="140569" y="30642"/>
                  </a:lnTo>
                  <a:lnTo>
                    <a:pt x="135932" y="26779"/>
                  </a:lnTo>
                  <a:lnTo>
                    <a:pt x="131294" y="27613"/>
                  </a:lnTo>
                  <a:lnTo>
                    <a:pt x="124616" y="28974"/>
                  </a:lnTo>
                  <a:lnTo>
                    <a:pt x="117381" y="28974"/>
                  </a:lnTo>
                  <a:lnTo>
                    <a:pt x="114784" y="23091"/>
                  </a:lnTo>
                  <a:lnTo>
                    <a:pt x="109265" y="17209"/>
                  </a:lnTo>
                  <a:lnTo>
                    <a:pt x="101427" y="17209"/>
                  </a:lnTo>
                  <a:lnTo>
                    <a:pt x="100268" y="14487"/>
                  </a:lnTo>
                  <a:lnTo>
                    <a:pt x="92755" y="13389"/>
                  </a:lnTo>
                  <a:lnTo>
                    <a:pt x="89276" y="13653"/>
                  </a:lnTo>
                  <a:lnTo>
                    <a:pt x="84917" y="7902"/>
                  </a:lnTo>
                  <a:lnTo>
                    <a:pt x="80557" y="9834"/>
                  </a:lnTo>
                  <a:lnTo>
                    <a:pt x="79676" y="14224"/>
                  </a:lnTo>
                  <a:lnTo>
                    <a:pt x="76476" y="17253"/>
                  </a:lnTo>
                  <a:lnTo>
                    <a:pt x="68638" y="16726"/>
                  </a:lnTo>
                  <a:lnTo>
                    <a:pt x="55606" y="15058"/>
                  </a:lnTo>
                  <a:lnTo>
                    <a:pt x="48093" y="14531"/>
                  </a:lnTo>
                  <a:lnTo>
                    <a:pt x="41693" y="5751"/>
                  </a:lnTo>
                  <a:lnTo>
                    <a:pt x="39096" y="7946"/>
                  </a:lnTo>
                  <a:lnTo>
                    <a:pt x="32742" y="6848"/>
                  </a:lnTo>
                  <a:lnTo>
                    <a:pt x="28986" y="2195"/>
                  </a:lnTo>
                  <a:lnTo>
                    <a:pt x="20870" y="2195"/>
                  </a:lnTo>
                  <a:lnTo>
                    <a:pt x="17994" y="0"/>
                  </a:lnTo>
                  <a:lnTo>
                    <a:pt x="13913" y="5488"/>
                  </a:lnTo>
                  <a:lnTo>
                    <a:pt x="8719" y="2195"/>
                  </a:lnTo>
                  <a:lnTo>
                    <a:pt x="2922" y="2195"/>
                  </a:lnTo>
                  <a:lnTo>
                    <a:pt x="5380" y="8253"/>
                  </a:lnTo>
                  <a:lnTo>
                    <a:pt x="0" y="14838"/>
                  </a:lnTo>
                  <a:lnTo>
                    <a:pt x="15351" y="17867"/>
                  </a:lnTo>
                  <a:lnTo>
                    <a:pt x="13635" y="22521"/>
                  </a:lnTo>
                  <a:cubicBezTo>
                    <a:pt x="13635" y="22521"/>
                    <a:pt x="19432" y="27438"/>
                    <a:pt x="25507" y="23882"/>
                  </a:cubicBezTo>
                  <a:cubicBezTo>
                    <a:pt x="25507" y="23882"/>
                    <a:pt x="30145" y="26911"/>
                    <a:pt x="34226" y="29369"/>
                  </a:cubicBezTo>
                  <a:cubicBezTo>
                    <a:pt x="38308" y="31828"/>
                    <a:pt x="48696" y="29369"/>
                    <a:pt x="48696" y="29369"/>
                  </a:cubicBezTo>
                  <a:lnTo>
                    <a:pt x="64650" y="30467"/>
                  </a:lnTo>
                  <a:lnTo>
                    <a:pt x="78563" y="35691"/>
                  </a:lnTo>
                  <a:lnTo>
                    <a:pt x="86679" y="37886"/>
                  </a:lnTo>
                  <a:lnTo>
                    <a:pt x="94795" y="37886"/>
                  </a:lnTo>
                  <a:lnTo>
                    <a:pt x="105508" y="40344"/>
                  </a:lnTo>
                  <a:lnTo>
                    <a:pt x="112465" y="40344"/>
                  </a:lnTo>
                  <a:lnTo>
                    <a:pt x="118865" y="37315"/>
                  </a:lnTo>
                  <a:lnTo>
                    <a:pt x="126703" y="403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6" name="Freeform: Shape 1975">
              <a:extLst>
                <a:ext uri="{FF2B5EF4-FFF2-40B4-BE49-F238E27FC236}">
                  <a16:creationId xmlns:a16="http://schemas.microsoft.com/office/drawing/2014/main" id="{ADED3E0D-227F-7289-B648-44A49156DE99}"/>
                </a:ext>
              </a:extLst>
            </p:cNvPr>
            <p:cNvSpPr>
              <a:spLocks/>
            </p:cNvSpPr>
            <p:nvPr/>
          </p:nvSpPr>
          <p:spPr>
            <a:xfrm>
              <a:off x="8351864" y="4230856"/>
              <a:ext cx="33365" cy="10024"/>
            </a:xfrm>
            <a:custGeom>
              <a:avLst/>
              <a:gdLst>
                <a:gd name="connsiteX0" fmla="*/ 0 w 22353"/>
                <a:gd name="connsiteY0" fmla="*/ 1361 h 6716"/>
                <a:gd name="connsiteX1" fmla="*/ 4081 w 22353"/>
                <a:gd name="connsiteY1" fmla="*/ 6717 h 6716"/>
                <a:gd name="connsiteX2" fmla="*/ 11038 w 22353"/>
                <a:gd name="connsiteY2" fmla="*/ 6717 h 6716"/>
                <a:gd name="connsiteX3" fmla="*/ 15954 w 22353"/>
                <a:gd name="connsiteY3" fmla="*/ 4039 h 6716"/>
                <a:gd name="connsiteX4" fmla="*/ 22354 w 22353"/>
                <a:gd name="connsiteY4" fmla="*/ 1361 h 6716"/>
                <a:gd name="connsiteX5" fmla="*/ 8719 w 22353"/>
                <a:gd name="connsiteY5" fmla="*/ 0 h 6716"/>
                <a:gd name="connsiteX6" fmla="*/ 0 w 22353"/>
                <a:gd name="connsiteY6" fmla="*/ 1361 h 6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3" h="6716">
                  <a:moveTo>
                    <a:pt x="0" y="1361"/>
                  </a:moveTo>
                  <a:lnTo>
                    <a:pt x="4081" y="6717"/>
                  </a:lnTo>
                  <a:lnTo>
                    <a:pt x="11038" y="6717"/>
                  </a:lnTo>
                  <a:lnTo>
                    <a:pt x="15954" y="4039"/>
                  </a:lnTo>
                  <a:lnTo>
                    <a:pt x="22354" y="1361"/>
                  </a:lnTo>
                  <a:lnTo>
                    <a:pt x="8719" y="0"/>
                  </a:lnTo>
                  <a:lnTo>
                    <a:pt x="0" y="136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7" name="Freeform: Shape 1976">
              <a:extLst>
                <a:ext uri="{FF2B5EF4-FFF2-40B4-BE49-F238E27FC236}">
                  <a16:creationId xmlns:a16="http://schemas.microsoft.com/office/drawing/2014/main" id="{6A4A23BC-AD7A-D5F8-C0AC-14C0237B9B78}"/>
                </a:ext>
              </a:extLst>
            </p:cNvPr>
            <p:cNvSpPr>
              <a:spLocks/>
            </p:cNvSpPr>
            <p:nvPr/>
          </p:nvSpPr>
          <p:spPr>
            <a:xfrm>
              <a:off x="8394298" y="4260343"/>
              <a:ext cx="25059" cy="13498"/>
            </a:xfrm>
            <a:custGeom>
              <a:avLst/>
              <a:gdLst>
                <a:gd name="connsiteX0" fmla="*/ 0 w 16788"/>
                <a:gd name="connsiteY0" fmla="*/ 0 h 9043"/>
                <a:gd name="connsiteX1" fmla="*/ 0 w 16788"/>
                <a:gd name="connsiteY1" fmla="*/ 4522 h 9043"/>
                <a:gd name="connsiteX2" fmla="*/ 4638 w 16788"/>
                <a:gd name="connsiteY2" fmla="*/ 4522 h 9043"/>
                <a:gd name="connsiteX3" fmla="*/ 7235 w 16788"/>
                <a:gd name="connsiteY3" fmla="*/ 9043 h 9043"/>
                <a:gd name="connsiteX4" fmla="*/ 14794 w 16788"/>
                <a:gd name="connsiteY4" fmla="*/ 6014 h 9043"/>
                <a:gd name="connsiteX5" fmla="*/ 16789 w 16788"/>
                <a:gd name="connsiteY5" fmla="*/ 3819 h 9043"/>
                <a:gd name="connsiteX6" fmla="*/ 12754 w 16788"/>
                <a:gd name="connsiteY6" fmla="*/ 0 h 9043"/>
                <a:gd name="connsiteX7" fmla="*/ 8394 w 16788"/>
                <a:gd name="connsiteY7" fmla="*/ 1361 h 9043"/>
                <a:gd name="connsiteX8" fmla="*/ 0 w 16788"/>
                <a:gd name="connsiteY8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788" h="9043">
                  <a:moveTo>
                    <a:pt x="0" y="0"/>
                  </a:moveTo>
                  <a:lnTo>
                    <a:pt x="0" y="4522"/>
                  </a:lnTo>
                  <a:lnTo>
                    <a:pt x="4638" y="4522"/>
                  </a:lnTo>
                  <a:lnTo>
                    <a:pt x="7235" y="9043"/>
                  </a:lnTo>
                  <a:lnTo>
                    <a:pt x="14794" y="6014"/>
                  </a:lnTo>
                  <a:lnTo>
                    <a:pt x="16789" y="3819"/>
                  </a:lnTo>
                  <a:lnTo>
                    <a:pt x="12754" y="0"/>
                  </a:lnTo>
                  <a:lnTo>
                    <a:pt x="8394" y="136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8" name="Freeform: Shape 1977">
              <a:extLst>
                <a:ext uri="{FF2B5EF4-FFF2-40B4-BE49-F238E27FC236}">
                  <a16:creationId xmlns:a16="http://schemas.microsoft.com/office/drawing/2014/main" id="{C55963BA-60AA-59DC-F1E2-FDE74A29EAB3}"/>
                </a:ext>
              </a:extLst>
            </p:cNvPr>
            <p:cNvSpPr>
              <a:spLocks/>
            </p:cNvSpPr>
            <p:nvPr/>
          </p:nvSpPr>
          <p:spPr>
            <a:xfrm>
              <a:off x="8422819" y="4263227"/>
              <a:ext cx="19451" cy="15530"/>
            </a:xfrm>
            <a:custGeom>
              <a:avLst/>
              <a:gdLst>
                <a:gd name="connsiteX0" fmla="*/ 3478 w 13031"/>
                <a:gd name="connsiteY0" fmla="*/ 7112 h 10404"/>
                <a:gd name="connsiteX1" fmla="*/ 0 w 13031"/>
                <a:gd name="connsiteY1" fmla="*/ 7112 h 10404"/>
                <a:gd name="connsiteX2" fmla="*/ 4081 w 13031"/>
                <a:gd name="connsiteY2" fmla="*/ 10404 h 10404"/>
                <a:gd name="connsiteX3" fmla="*/ 10435 w 13031"/>
                <a:gd name="connsiteY3" fmla="*/ 10404 h 10404"/>
                <a:gd name="connsiteX4" fmla="*/ 11919 w 13031"/>
                <a:gd name="connsiteY4" fmla="*/ 7112 h 10404"/>
                <a:gd name="connsiteX5" fmla="*/ 13032 w 13031"/>
                <a:gd name="connsiteY5" fmla="*/ 4083 h 10404"/>
                <a:gd name="connsiteX6" fmla="*/ 13032 w 13031"/>
                <a:gd name="connsiteY6" fmla="*/ 0 h 10404"/>
                <a:gd name="connsiteX7" fmla="*/ 6678 w 13031"/>
                <a:gd name="connsiteY7" fmla="*/ 0 h 10404"/>
                <a:gd name="connsiteX8" fmla="*/ 3478 w 13031"/>
                <a:gd name="connsiteY8" fmla="*/ 7112 h 1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31" h="10404">
                  <a:moveTo>
                    <a:pt x="3478" y="7112"/>
                  </a:moveTo>
                  <a:lnTo>
                    <a:pt x="0" y="7112"/>
                  </a:lnTo>
                  <a:lnTo>
                    <a:pt x="4081" y="10404"/>
                  </a:lnTo>
                  <a:lnTo>
                    <a:pt x="10435" y="10404"/>
                  </a:lnTo>
                  <a:lnTo>
                    <a:pt x="11919" y="7112"/>
                  </a:lnTo>
                  <a:lnTo>
                    <a:pt x="13032" y="4083"/>
                  </a:lnTo>
                  <a:lnTo>
                    <a:pt x="13032" y="0"/>
                  </a:lnTo>
                  <a:lnTo>
                    <a:pt x="6678" y="0"/>
                  </a:lnTo>
                  <a:lnTo>
                    <a:pt x="3478" y="71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9" name="Freeform: Shape 1978">
              <a:extLst>
                <a:ext uri="{FF2B5EF4-FFF2-40B4-BE49-F238E27FC236}">
                  <a16:creationId xmlns:a16="http://schemas.microsoft.com/office/drawing/2014/main" id="{567511EB-C7B6-A404-A549-6D99AC900754}"/>
                </a:ext>
              </a:extLst>
            </p:cNvPr>
            <p:cNvSpPr>
              <a:spLocks/>
            </p:cNvSpPr>
            <p:nvPr/>
          </p:nvSpPr>
          <p:spPr>
            <a:xfrm>
              <a:off x="8445722" y="4258247"/>
              <a:ext cx="55874" cy="25431"/>
            </a:xfrm>
            <a:custGeom>
              <a:avLst/>
              <a:gdLst>
                <a:gd name="connsiteX0" fmla="*/ 11323 w 37433"/>
                <a:gd name="connsiteY0" fmla="*/ 4697 h 17038"/>
                <a:gd name="connsiteX1" fmla="*/ 7845 w 37433"/>
                <a:gd name="connsiteY1" fmla="*/ 5926 h 17038"/>
                <a:gd name="connsiteX2" fmla="*/ 610 w 37433"/>
                <a:gd name="connsiteY2" fmla="*/ 13741 h 17038"/>
                <a:gd name="connsiteX3" fmla="*/ 13967 w 37433"/>
                <a:gd name="connsiteY3" fmla="*/ 13741 h 17038"/>
                <a:gd name="connsiteX4" fmla="*/ 21804 w 37433"/>
                <a:gd name="connsiteY4" fmla="*/ 13741 h 17038"/>
                <a:gd name="connsiteX5" fmla="*/ 25004 w 37433"/>
                <a:gd name="connsiteY5" fmla="*/ 10843 h 17038"/>
                <a:gd name="connsiteX6" fmla="*/ 28483 w 37433"/>
                <a:gd name="connsiteY6" fmla="*/ 13741 h 17038"/>
                <a:gd name="connsiteX7" fmla="*/ 31358 w 37433"/>
                <a:gd name="connsiteY7" fmla="*/ 10843 h 17038"/>
                <a:gd name="connsiteX8" fmla="*/ 37433 w 37433"/>
                <a:gd name="connsiteY8" fmla="*/ 12073 h 17038"/>
                <a:gd name="connsiteX9" fmla="*/ 37433 w 37433"/>
                <a:gd name="connsiteY9" fmla="*/ 8517 h 17038"/>
                <a:gd name="connsiteX10" fmla="*/ 33955 w 37433"/>
                <a:gd name="connsiteY10" fmla="*/ 3293 h 17038"/>
                <a:gd name="connsiteX11" fmla="*/ 25561 w 37433"/>
                <a:gd name="connsiteY11" fmla="*/ 3293 h 17038"/>
                <a:gd name="connsiteX12" fmla="*/ 18743 w 37433"/>
                <a:gd name="connsiteY12" fmla="*/ 0 h 17038"/>
                <a:gd name="connsiteX13" fmla="*/ 16007 w 37433"/>
                <a:gd name="connsiteY13" fmla="*/ 3293 h 17038"/>
                <a:gd name="connsiteX14" fmla="*/ 22083 w 37433"/>
                <a:gd name="connsiteY14" fmla="*/ 7156 h 17038"/>
                <a:gd name="connsiteX15" fmla="*/ 16285 w 37433"/>
                <a:gd name="connsiteY15" fmla="*/ 10448 h 17038"/>
                <a:gd name="connsiteX16" fmla="*/ 11369 w 37433"/>
                <a:gd name="connsiteY16" fmla="*/ 4697 h 1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433" h="17038">
                  <a:moveTo>
                    <a:pt x="11323" y="4697"/>
                  </a:moveTo>
                  <a:lnTo>
                    <a:pt x="7845" y="5926"/>
                  </a:lnTo>
                  <a:cubicBezTo>
                    <a:pt x="7845" y="5926"/>
                    <a:pt x="-2590" y="6322"/>
                    <a:pt x="610" y="13741"/>
                  </a:cubicBezTo>
                  <a:cubicBezTo>
                    <a:pt x="3810" y="21160"/>
                    <a:pt x="13967" y="13741"/>
                    <a:pt x="13967" y="13741"/>
                  </a:cubicBezTo>
                  <a:lnTo>
                    <a:pt x="21804" y="13741"/>
                  </a:lnTo>
                  <a:lnTo>
                    <a:pt x="25004" y="10843"/>
                  </a:lnTo>
                  <a:lnTo>
                    <a:pt x="28483" y="13741"/>
                  </a:lnTo>
                  <a:lnTo>
                    <a:pt x="31358" y="10843"/>
                  </a:lnTo>
                  <a:lnTo>
                    <a:pt x="37433" y="12073"/>
                  </a:lnTo>
                  <a:lnTo>
                    <a:pt x="37433" y="8517"/>
                  </a:lnTo>
                  <a:lnTo>
                    <a:pt x="33955" y="3293"/>
                  </a:lnTo>
                  <a:lnTo>
                    <a:pt x="25561" y="3293"/>
                  </a:lnTo>
                  <a:lnTo>
                    <a:pt x="18743" y="0"/>
                  </a:lnTo>
                  <a:lnTo>
                    <a:pt x="16007" y="3293"/>
                  </a:lnTo>
                  <a:lnTo>
                    <a:pt x="22083" y="7156"/>
                  </a:lnTo>
                  <a:lnTo>
                    <a:pt x="16285" y="10448"/>
                  </a:lnTo>
                  <a:lnTo>
                    <a:pt x="11369" y="46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0" name="Freeform: Shape 1979">
              <a:extLst>
                <a:ext uri="{FF2B5EF4-FFF2-40B4-BE49-F238E27FC236}">
                  <a16:creationId xmlns:a16="http://schemas.microsoft.com/office/drawing/2014/main" id="{31D69F27-D787-DF08-755D-375B275B7F69}"/>
                </a:ext>
              </a:extLst>
            </p:cNvPr>
            <p:cNvSpPr>
              <a:spLocks/>
            </p:cNvSpPr>
            <p:nvPr/>
          </p:nvSpPr>
          <p:spPr>
            <a:xfrm>
              <a:off x="8498619" y="4288651"/>
              <a:ext cx="43254" cy="21115"/>
            </a:xfrm>
            <a:custGeom>
              <a:avLst/>
              <a:gdLst>
                <a:gd name="connsiteX0" fmla="*/ 10667 w 28978"/>
                <a:gd name="connsiteY0" fmla="*/ 6541 h 14146"/>
                <a:gd name="connsiteX1" fmla="*/ 28939 w 28978"/>
                <a:gd name="connsiteY1" fmla="*/ 10404 h 14146"/>
                <a:gd name="connsiteX2" fmla="*/ 19386 w 28978"/>
                <a:gd name="connsiteY2" fmla="*/ 2458 h 14146"/>
                <a:gd name="connsiteX3" fmla="*/ 15351 w 28978"/>
                <a:gd name="connsiteY3" fmla="*/ 0 h 14146"/>
                <a:gd name="connsiteX4" fmla="*/ 3478 w 28978"/>
                <a:gd name="connsiteY4" fmla="*/ 0 h 14146"/>
                <a:gd name="connsiteX5" fmla="*/ 0 w 28978"/>
                <a:gd name="connsiteY5" fmla="*/ 2458 h 14146"/>
                <a:gd name="connsiteX6" fmla="*/ 2041 w 28978"/>
                <a:gd name="connsiteY6" fmla="*/ 7068 h 14146"/>
                <a:gd name="connsiteX7" fmla="*/ 10713 w 28978"/>
                <a:gd name="connsiteY7" fmla="*/ 6541 h 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978" h="14146">
                  <a:moveTo>
                    <a:pt x="10667" y="6541"/>
                  </a:moveTo>
                  <a:cubicBezTo>
                    <a:pt x="17020" y="15584"/>
                    <a:pt x="29774" y="16155"/>
                    <a:pt x="28939" y="10404"/>
                  </a:cubicBezTo>
                  <a:cubicBezTo>
                    <a:pt x="28058" y="4653"/>
                    <a:pt x="19386" y="2458"/>
                    <a:pt x="19386" y="2458"/>
                  </a:cubicBezTo>
                  <a:lnTo>
                    <a:pt x="15351" y="0"/>
                  </a:lnTo>
                  <a:lnTo>
                    <a:pt x="3478" y="0"/>
                  </a:lnTo>
                  <a:lnTo>
                    <a:pt x="0" y="2458"/>
                  </a:lnTo>
                  <a:lnTo>
                    <a:pt x="2041" y="7068"/>
                  </a:lnTo>
                  <a:lnTo>
                    <a:pt x="10713" y="65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1" name="Freeform: Shape 1980">
              <a:extLst>
                <a:ext uri="{FF2B5EF4-FFF2-40B4-BE49-F238E27FC236}">
                  <a16:creationId xmlns:a16="http://schemas.microsoft.com/office/drawing/2014/main" id="{63C62B6E-FB6B-4279-8F55-7B64ABA3A0D8}"/>
                </a:ext>
              </a:extLst>
            </p:cNvPr>
            <p:cNvSpPr>
              <a:spLocks/>
            </p:cNvSpPr>
            <p:nvPr/>
          </p:nvSpPr>
          <p:spPr>
            <a:xfrm>
              <a:off x="8520287" y="4260343"/>
              <a:ext cx="124948" cy="19132"/>
            </a:xfrm>
            <a:custGeom>
              <a:avLst/>
              <a:gdLst>
                <a:gd name="connsiteX0" fmla="*/ 68638 w 83710"/>
                <a:gd name="connsiteY0" fmla="*/ 7112 h 12818"/>
                <a:gd name="connsiteX1" fmla="*/ 76754 w 83710"/>
                <a:gd name="connsiteY1" fmla="*/ 4522 h 12818"/>
                <a:gd name="connsiteX2" fmla="*/ 83711 w 83710"/>
                <a:gd name="connsiteY2" fmla="*/ 1932 h 12818"/>
                <a:gd name="connsiteX3" fmla="*/ 83711 w 83710"/>
                <a:gd name="connsiteY3" fmla="*/ 0 h 12818"/>
                <a:gd name="connsiteX4" fmla="*/ 76198 w 83710"/>
                <a:gd name="connsiteY4" fmla="*/ 1932 h 12818"/>
                <a:gd name="connsiteX5" fmla="*/ 68963 w 83710"/>
                <a:gd name="connsiteY5" fmla="*/ 1932 h 12818"/>
                <a:gd name="connsiteX6" fmla="*/ 67201 w 83710"/>
                <a:gd name="connsiteY6" fmla="*/ 4522 h 12818"/>
                <a:gd name="connsiteX7" fmla="*/ 59688 w 83710"/>
                <a:gd name="connsiteY7" fmla="*/ 4522 h 12818"/>
                <a:gd name="connsiteX8" fmla="*/ 50969 w 83710"/>
                <a:gd name="connsiteY8" fmla="*/ 1932 h 12818"/>
                <a:gd name="connsiteX9" fmla="*/ 46609 w 83710"/>
                <a:gd name="connsiteY9" fmla="*/ 0 h 12818"/>
                <a:gd name="connsiteX10" fmla="*/ 45171 w 83710"/>
                <a:gd name="connsiteY10" fmla="*/ 1932 h 12818"/>
                <a:gd name="connsiteX11" fmla="*/ 42296 w 83710"/>
                <a:gd name="connsiteY11" fmla="*/ 3293 h 12818"/>
                <a:gd name="connsiteX12" fmla="*/ 40255 w 83710"/>
                <a:gd name="connsiteY12" fmla="*/ 6102 h 12818"/>
                <a:gd name="connsiteX13" fmla="*/ 37380 w 83710"/>
                <a:gd name="connsiteY13" fmla="*/ 6102 h 12818"/>
                <a:gd name="connsiteX14" fmla="*/ 24626 w 83710"/>
                <a:gd name="connsiteY14" fmla="*/ 7156 h 12818"/>
                <a:gd name="connsiteX15" fmla="*/ 14516 w 83710"/>
                <a:gd name="connsiteY15" fmla="*/ 3293 h 12818"/>
                <a:gd name="connsiteX16" fmla="*/ 1577 w 83710"/>
                <a:gd name="connsiteY16" fmla="*/ 4522 h 12818"/>
                <a:gd name="connsiteX17" fmla="*/ 0 w 83710"/>
                <a:gd name="connsiteY17" fmla="*/ 6014 h 12818"/>
                <a:gd name="connsiteX18" fmla="*/ 0 w 83710"/>
                <a:gd name="connsiteY18" fmla="*/ 10404 h 12818"/>
                <a:gd name="connsiteX19" fmla="*/ 3154 w 83710"/>
                <a:gd name="connsiteY19" fmla="*/ 10404 h 12818"/>
                <a:gd name="connsiteX20" fmla="*/ 23420 w 83710"/>
                <a:gd name="connsiteY20" fmla="*/ 12336 h 12818"/>
                <a:gd name="connsiteX21" fmla="*/ 31258 w 83710"/>
                <a:gd name="connsiteY21" fmla="*/ 12336 h 12818"/>
                <a:gd name="connsiteX22" fmla="*/ 33299 w 83710"/>
                <a:gd name="connsiteY22" fmla="*/ 10404 h 12818"/>
                <a:gd name="connsiteX23" fmla="*/ 39652 w 83710"/>
                <a:gd name="connsiteY23" fmla="*/ 10404 h 12818"/>
                <a:gd name="connsiteX24" fmla="*/ 44012 w 83710"/>
                <a:gd name="connsiteY24" fmla="*/ 7112 h 12818"/>
                <a:gd name="connsiteX25" fmla="*/ 49531 w 83710"/>
                <a:gd name="connsiteY25" fmla="*/ 5180 h 12818"/>
                <a:gd name="connsiteX26" fmla="*/ 61681 w 83710"/>
                <a:gd name="connsiteY26" fmla="*/ 7112 h 12818"/>
                <a:gd name="connsiteX27" fmla="*/ 68638 w 83710"/>
                <a:gd name="connsiteY27" fmla="*/ 7112 h 1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3710" h="12818">
                  <a:moveTo>
                    <a:pt x="68638" y="7112"/>
                  </a:moveTo>
                  <a:lnTo>
                    <a:pt x="76754" y="4522"/>
                  </a:lnTo>
                  <a:lnTo>
                    <a:pt x="83711" y="1932"/>
                  </a:lnTo>
                  <a:lnTo>
                    <a:pt x="83711" y="0"/>
                  </a:lnTo>
                  <a:lnTo>
                    <a:pt x="76198" y="1932"/>
                  </a:lnTo>
                  <a:lnTo>
                    <a:pt x="68963" y="1932"/>
                  </a:lnTo>
                  <a:lnTo>
                    <a:pt x="67201" y="4522"/>
                  </a:lnTo>
                  <a:lnTo>
                    <a:pt x="59688" y="4522"/>
                  </a:lnTo>
                  <a:lnTo>
                    <a:pt x="50969" y="1932"/>
                  </a:lnTo>
                  <a:lnTo>
                    <a:pt x="46609" y="0"/>
                  </a:lnTo>
                  <a:lnTo>
                    <a:pt x="45171" y="1932"/>
                  </a:lnTo>
                  <a:lnTo>
                    <a:pt x="42296" y="3293"/>
                  </a:lnTo>
                  <a:lnTo>
                    <a:pt x="40255" y="6102"/>
                  </a:lnTo>
                  <a:lnTo>
                    <a:pt x="37380" y="6102"/>
                  </a:lnTo>
                  <a:cubicBezTo>
                    <a:pt x="30145" y="3424"/>
                    <a:pt x="24626" y="7156"/>
                    <a:pt x="24626" y="7156"/>
                  </a:cubicBezTo>
                  <a:cubicBezTo>
                    <a:pt x="22029" y="3600"/>
                    <a:pt x="14516" y="3293"/>
                    <a:pt x="14516" y="3293"/>
                  </a:cubicBezTo>
                  <a:cubicBezTo>
                    <a:pt x="3849" y="-834"/>
                    <a:pt x="1577" y="4522"/>
                    <a:pt x="1577" y="4522"/>
                  </a:cubicBezTo>
                  <a:lnTo>
                    <a:pt x="0" y="6014"/>
                  </a:lnTo>
                  <a:lnTo>
                    <a:pt x="0" y="10404"/>
                  </a:lnTo>
                  <a:lnTo>
                    <a:pt x="3154" y="10404"/>
                  </a:lnTo>
                  <a:cubicBezTo>
                    <a:pt x="10110" y="14268"/>
                    <a:pt x="23420" y="12336"/>
                    <a:pt x="23420" y="12336"/>
                  </a:cubicBezTo>
                  <a:lnTo>
                    <a:pt x="31258" y="12336"/>
                  </a:lnTo>
                  <a:lnTo>
                    <a:pt x="33299" y="10404"/>
                  </a:lnTo>
                  <a:lnTo>
                    <a:pt x="39652" y="10404"/>
                  </a:lnTo>
                  <a:lnTo>
                    <a:pt x="44012" y="7112"/>
                  </a:lnTo>
                  <a:lnTo>
                    <a:pt x="49531" y="5180"/>
                  </a:lnTo>
                  <a:lnTo>
                    <a:pt x="61681" y="7112"/>
                  </a:lnTo>
                  <a:lnTo>
                    <a:pt x="68638" y="71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2" name="Freeform: Shape 1981">
              <a:extLst>
                <a:ext uri="{FF2B5EF4-FFF2-40B4-BE49-F238E27FC236}">
                  <a16:creationId xmlns:a16="http://schemas.microsoft.com/office/drawing/2014/main" id="{04184586-BE11-215E-BD19-CE654EC4D3CB}"/>
                </a:ext>
              </a:extLst>
            </p:cNvPr>
            <p:cNvSpPr>
              <a:spLocks/>
            </p:cNvSpPr>
            <p:nvPr/>
          </p:nvSpPr>
          <p:spPr>
            <a:xfrm>
              <a:off x="8658666" y="4248025"/>
              <a:ext cx="24229" cy="8147"/>
            </a:xfrm>
            <a:custGeom>
              <a:avLst/>
              <a:gdLst>
                <a:gd name="connsiteX0" fmla="*/ 0 w 16232"/>
                <a:gd name="connsiteY0" fmla="*/ 5224 h 5458"/>
                <a:gd name="connsiteX1" fmla="*/ 9553 w 16232"/>
                <a:gd name="connsiteY1" fmla="*/ 5224 h 5458"/>
                <a:gd name="connsiteX2" fmla="*/ 16232 w 16232"/>
                <a:gd name="connsiteY2" fmla="*/ 1932 h 5458"/>
                <a:gd name="connsiteX3" fmla="*/ 13032 w 16232"/>
                <a:gd name="connsiteY3" fmla="*/ 0 h 5458"/>
                <a:gd name="connsiteX4" fmla="*/ 8116 w 16232"/>
                <a:gd name="connsiteY4" fmla="*/ 2722 h 5458"/>
                <a:gd name="connsiteX5" fmla="*/ 2040 w 16232"/>
                <a:gd name="connsiteY5" fmla="*/ 2722 h 5458"/>
                <a:gd name="connsiteX6" fmla="*/ 0 w 16232"/>
                <a:gd name="connsiteY6" fmla="*/ 5224 h 5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32" h="5458">
                  <a:moveTo>
                    <a:pt x="0" y="5224"/>
                  </a:moveTo>
                  <a:cubicBezTo>
                    <a:pt x="0" y="5224"/>
                    <a:pt x="8719" y="5751"/>
                    <a:pt x="9553" y="5224"/>
                  </a:cubicBezTo>
                  <a:cubicBezTo>
                    <a:pt x="10435" y="4697"/>
                    <a:pt x="16232" y="1932"/>
                    <a:pt x="16232" y="1932"/>
                  </a:cubicBezTo>
                  <a:lnTo>
                    <a:pt x="13032" y="0"/>
                  </a:lnTo>
                  <a:lnTo>
                    <a:pt x="8116" y="2722"/>
                  </a:lnTo>
                  <a:lnTo>
                    <a:pt x="2040" y="2722"/>
                  </a:lnTo>
                  <a:lnTo>
                    <a:pt x="0" y="52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3" name="Freeform: Shape 1982">
              <a:extLst>
                <a:ext uri="{FF2B5EF4-FFF2-40B4-BE49-F238E27FC236}">
                  <a16:creationId xmlns:a16="http://schemas.microsoft.com/office/drawing/2014/main" id="{D3C7FB85-3E80-410E-CED9-83444CEA72F6}"/>
                </a:ext>
              </a:extLst>
            </p:cNvPr>
            <p:cNvSpPr>
              <a:spLocks/>
            </p:cNvSpPr>
            <p:nvPr/>
          </p:nvSpPr>
          <p:spPr>
            <a:xfrm>
              <a:off x="8608408" y="4261758"/>
              <a:ext cx="88261" cy="47927"/>
            </a:xfrm>
            <a:custGeom>
              <a:avLst/>
              <a:gdLst>
                <a:gd name="connsiteX0" fmla="*/ 22354 w 59131"/>
                <a:gd name="connsiteY0" fmla="*/ 11871 h 32109"/>
                <a:gd name="connsiteX1" fmla="*/ 14516 w 59131"/>
                <a:gd name="connsiteY1" fmla="*/ 14681 h 32109"/>
                <a:gd name="connsiteX2" fmla="*/ 1762 w 59131"/>
                <a:gd name="connsiteY2" fmla="*/ 19598 h 32109"/>
                <a:gd name="connsiteX3" fmla="*/ 0 w 59131"/>
                <a:gd name="connsiteY3" fmla="*/ 27544 h 32109"/>
                <a:gd name="connsiteX4" fmla="*/ 0 w 59131"/>
                <a:gd name="connsiteY4" fmla="*/ 32109 h 32109"/>
                <a:gd name="connsiteX5" fmla="*/ 6957 w 59131"/>
                <a:gd name="connsiteY5" fmla="*/ 30836 h 32109"/>
                <a:gd name="connsiteX6" fmla="*/ 14795 w 59131"/>
                <a:gd name="connsiteY6" fmla="*/ 28378 h 32109"/>
                <a:gd name="connsiteX7" fmla="*/ 20592 w 59131"/>
                <a:gd name="connsiteY7" fmla="*/ 22320 h 32109"/>
                <a:gd name="connsiteX8" fmla="*/ 24627 w 59131"/>
                <a:gd name="connsiteY8" fmla="*/ 17930 h 32109"/>
                <a:gd name="connsiteX9" fmla="*/ 33624 w 59131"/>
                <a:gd name="connsiteY9" fmla="*/ 14637 h 32109"/>
                <a:gd name="connsiteX10" fmla="*/ 47815 w 59131"/>
                <a:gd name="connsiteY10" fmla="*/ 9150 h 32109"/>
                <a:gd name="connsiteX11" fmla="*/ 59131 w 59131"/>
                <a:gd name="connsiteY11" fmla="*/ 896 h 32109"/>
                <a:gd name="connsiteX12" fmla="*/ 47815 w 59131"/>
                <a:gd name="connsiteY12" fmla="*/ 3487 h 32109"/>
                <a:gd name="connsiteX13" fmla="*/ 22308 w 59131"/>
                <a:gd name="connsiteY13" fmla="*/ 11784 h 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31" h="32109">
                  <a:moveTo>
                    <a:pt x="22354" y="11871"/>
                  </a:moveTo>
                  <a:lnTo>
                    <a:pt x="14516" y="14681"/>
                  </a:lnTo>
                  <a:cubicBezTo>
                    <a:pt x="6679" y="14154"/>
                    <a:pt x="1762" y="19598"/>
                    <a:pt x="1762" y="19598"/>
                  </a:cubicBezTo>
                  <a:lnTo>
                    <a:pt x="0" y="27544"/>
                  </a:lnTo>
                  <a:lnTo>
                    <a:pt x="0" y="32109"/>
                  </a:lnTo>
                  <a:lnTo>
                    <a:pt x="6957" y="30836"/>
                  </a:lnTo>
                  <a:lnTo>
                    <a:pt x="14795" y="28378"/>
                  </a:lnTo>
                  <a:lnTo>
                    <a:pt x="20592" y="22320"/>
                  </a:lnTo>
                  <a:lnTo>
                    <a:pt x="24627" y="17930"/>
                  </a:lnTo>
                  <a:cubicBezTo>
                    <a:pt x="24627" y="17930"/>
                    <a:pt x="29821" y="15998"/>
                    <a:pt x="33624" y="14637"/>
                  </a:cubicBezTo>
                  <a:cubicBezTo>
                    <a:pt x="37380" y="13276"/>
                    <a:pt x="44337" y="8315"/>
                    <a:pt x="47815" y="9150"/>
                  </a:cubicBezTo>
                  <a:cubicBezTo>
                    <a:pt x="51294" y="9984"/>
                    <a:pt x="59131" y="3925"/>
                    <a:pt x="59131" y="896"/>
                  </a:cubicBezTo>
                  <a:cubicBezTo>
                    <a:pt x="59131" y="-2133"/>
                    <a:pt x="47815" y="3487"/>
                    <a:pt x="47815" y="3487"/>
                  </a:cubicBezTo>
                  <a:cubicBezTo>
                    <a:pt x="15351" y="5286"/>
                    <a:pt x="22308" y="11784"/>
                    <a:pt x="22308" y="1178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4" name="Freeform: Shape 1983">
              <a:extLst>
                <a:ext uri="{FF2B5EF4-FFF2-40B4-BE49-F238E27FC236}">
                  <a16:creationId xmlns:a16="http://schemas.microsoft.com/office/drawing/2014/main" id="{704DA7D2-D203-A6B4-5216-B1AA1487B2C2}"/>
                </a:ext>
              </a:extLst>
            </p:cNvPr>
            <p:cNvSpPr>
              <a:spLocks/>
            </p:cNvSpPr>
            <p:nvPr/>
          </p:nvSpPr>
          <p:spPr>
            <a:xfrm>
              <a:off x="8589856" y="4313945"/>
              <a:ext cx="11629" cy="9043"/>
            </a:xfrm>
            <a:custGeom>
              <a:avLst/>
              <a:gdLst>
                <a:gd name="connsiteX0" fmla="*/ 0 w 7791"/>
                <a:gd name="connsiteY0" fmla="*/ 6058 h 6058"/>
                <a:gd name="connsiteX1" fmla="*/ 4638 w 7791"/>
                <a:gd name="connsiteY1" fmla="*/ 6058 h 6058"/>
                <a:gd name="connsiteX2" fmla="*/ 7792 w 7791"/>
                <a:gd name="connsiteY2" fmla="*/ 2766 h 6058"/>
                <a:gd name="connsiteX3" fmla="*/ 7792 w 7791"/>
                <a:gd name="connsiteY3" fmla="*/ 0 h 6058"/>
                <a:gd name="connsiteX4" fmla="*/ 0 w 7791"/>
                <a:gd name="connsiteY4" fmla="*/ 3029 h 6058"/>
                <a:gd name="connsiteX5" fmla="*/ 0 w 7791"/>
                <a:gd name="connsiteY5" fmla="*/ 6058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91" h="6058">
                  <a:moveTo>
                    <a:pt x="0" y="6058"/>
                  </a:moveTo>
                  <a:lnTo>
                    <a:pt x="4638" y="6058"/>
                  </a:lnTo>
                  <a:lnTo>
                    <a:pt x="7792" y="2766"/>
                  </a:lnTo>
                  <a:lnTo>
                    <a:pt x="7792" y="0"/>
                  </a:lnTo>
                  <a:lnTo>
                    <a:pt x="0" y="3029"/>
                  </a:lnTo>
                  <a:lnTo>
                    <a:pt x="0" y="60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5" name="Freeform: Shape 1984">
              <a:extLst>
                <a:ext uri="{FF2B5EF4-FFF2-40B4-BE49-F238E27FC236}">
                  <a16:creationId xmlns:a16="http://schemas.microsoft.com/office/drawing/2014/main" id="{841A154E-2AB4-EC58-D70F-7E5022EBA15B}"/>
                </a:ext>
              </a:extLst>
            </p:cNvPr>
            <p:cNvSpPr>
              <a:spLocks/>
            </p:cNvSpPr>
            <p:nvPr/>
          </p:nvSpPr>
          <p:spPr>
            <a:xfrm>
              <a:off x="8784506" y="4235836"/>
              <a:ext cx="17315" cy="22449"/>
            </a:xfrm>
            <a:custGeom>
              <a:avLst/>
              <a:gdLst>
                <a:gd name="connsiteX0" fmla="*/ 11601 w 11600"/>
                <a:gd name="connsiteY0" fmla="*/ 0 h 15040"/>
                <a:gd name="connsiteX1" fmla="*/ 8400 w 11600"/>
                <a:gd name="connsiteY1" fmla="*/ 0 h 15040"/>
                <a:gd name="connsiteX2" fmla="*/ 1722 w 11600"/>
                <a:gd name="connsiteY2" fmla="*/ 7507 h 15040"/>
                <a:gd name="connsiteX3" fmla="*/ 6 w 11600"/>
                <a:gd name="connsiteY3" fmla="*/ 15014 h 15040"/>
                <a:gd name="connsiteX4" fmla="*/ 8679 w 11600"/>
                <a:gd name="connsiteY4" fmla="*/ 8165 h 15040"/>
                <a:gd name="connsiteX5" fmla="*/ 11554 w 11600"/>
                <a:gd name="connsiteY5" fmla="*/ 0 h 1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00" h="15040">
                  <a:moveTo>
                    <a:pt x="11601" y="0"/>
                  </a:moveTo>
                  <a:lnTo>
                    <a:pt x="8400" y="0"/>
                  </a:lnTo>
                  <a:lnTo>
                    <a:pt x="1722" y="7507"/>
                  </a:lnTo>
                  <a:cubicBezTo>
                    <a:pt x="1722" y="7507"/>
                    <a:pt x="284" y="14443"/>
                    <a:pt x="6" y="15014"/>
                  </a:cubicBezTo>
                  <a:cubicBezTo>
                    <a:pt x="-272" y="15541"/>
                    <a:pt x="8679" y="8165"/>
                    <a:pt x="8679" y="8165"/>
                  </a:cubicBezTo>
                  <a:lnTo>
                    <a:pt x="11554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6" name="Freeform: Shape 1985">
              <a:extLst>
                <a:ext uri="{FF2B5EF4-FFF2-40B4-BE49-F238E27FC236}">
                  <a16:creationId xmlns:a16="http://schemas.microsoft.com/office/drawing/2014/main" id="{CAA591AC-CBBB-141C-E141-BB834E7B2847}"/>
                </a:ext>
              </a:extLst>
            </p:cNvPr>
            <p:cNvSpPr>
              <a:spLocks/>
            </p:cNvSpPr>
            <p:nvPr/>
          </p:nvSpPr>
          <p:spPr>
            <a:xfrm>
              <a:off x="8853246" y="4198945"/>
              <a:ext cx="17197" cy="32206"/>
            </a:xfrm>
            <a:custGeom>
              <a:avLst/>
              <a:gdLst>
                <a:gd name="connsiteX0" fmla="*/ 1814 w 11521"/>
                <a:gd name="connsiteY0" fmla="*/ 21379 h 21577"/>
                <a:gd name="connsiteX1" fmla="*/ 6730 w 11521"/>
                <a:gd name="connsiteY1" fmla="*/ 18658 h 21577"/>
                <a:gd name="connsiteX2" fmla="*/ 10486 w 11521"/>
                <a:gd name="connsiteY2" fmla="*/ 13433 h 21577"/>
                <a:gd name="connsiteX3" fmla="*/ 8168 w 11521"/>
                <a:gd name="connsiteY3" fmla="*/ 0 h 21577"/>
                <a:gd name="connsiteX4" fmla="*/ 5570 w 11521"/>
                <a:gd name="connsiteY4" fmla="*/ 7419 h 21577"/>
                <a:gd name="connsiteX5" fmla="*/ 1814 w 11521"/>
                <a:gd name="connsiteY5" fmla="*/ 13477 h 21577"/>
                <a:gd name="connsiteX6" fmla="*/ 1814 w 11521"/>
                <a:gd name="connsiteY6" fmla="*/ 21423 h 21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21" h="21577">
                  <a:moveTo>
                    <a:pt x="1814" y="21379"/>
                  </a:moveTo>
                  <a:cubicBezTo>
                    <a:pt x="5895" y="22477"/>
                    <a:pt x="6730" y="18658"/>
                    <a:pt x="6730" y="18658"/>
                  </a:cubicBezTo>
                  <a:lnTo>
                    <a:pt x="10486" y="13433"/>
                  </a:lnTo>
                  <a:cubicBezTo>
                    <a:pt x="10486" y="13433"/>
                    <a:pt x="13965" y="0"/>
                    <a:pt x="8168" y="0"/>
                  </a:cubicBezTo>
                  <a:cubicBezTo>
                    <a:pt x="2370" y="0"/>
                    <a:pt x="5570" y="7419"/>
                    <a:pt x="5570" y="7419"/>
                  </a:cubicBezTo>
                  <a:cubicBezTo>
                    <a:pt x="-273" y="7156"/>
                    <a:pt x="1814" y="13477"/>
                    <a:pt x="1814" y="13477"/>
                  </a:cubicBezTo>
                  <a:cubicBezTo>
                    <a:pt x="1814" y="13477"/>
                    <a:pt x="-2267" y="20326"/>
                    <a:pt x="1814" y="2142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7" name="Freeform: Shape 1986">
              <a:extLst>
                <a:ext uri="{FF2B5EF4-FFF2-40B4-BE49-F238E27FC236}">
                  <a16:creationId xmlns:a16="http://schemas.microsoft.com/office/drawing/2014/main" id="{7EA7A9DB-9935-9D74-BE2F-7C3F3A03A0C9}"/>
                </a:ext>
              </a:extLst>
            </p:cNvPr>
            <p:cNvSpPr>
              <a:spLocks/>
            </p:cNvSpPr>
            <p:nvPr/>
          </p:nvSpPr>
          <p:spPr>
            <a:xfrm>
              <a:off x="8759871" y="4329753"/>
              <a:ext cx="35783" cy="17019"/>
            </a:xfrm>
            <a:custGeom>
              <a:avLst/>
              <a:gdLst>
                <a:gd name="connsiteX0" fmla="*/ 12754 w 23973"/>
                <a:gd name="connsiteY0" fmla="*/ 2315 h 11402"/>
                <a:gd name="connsiteX1" fmla="*/ 6678 w 23973"/>
                <a:gd name="connsiteY1" fmla="*/ 1218 h 11402"/>
                <a:gd name="connsiteX2" fmla="*/ 0 w 23973"/>
                <a:gd name="connsiteY2" fmla="*/ 9734 h 11402"/>
                <a:gd name="connsiteX3" fmla="*/ 11316 w 23973"/>
                <a:gd name="connsiteY3" fmla="*/ 9471 h 11402"/>
                <a:gd name="connsiteX4" fmla="*/ 16511 w 23973"/>
                <a:gd name="connsiteY4" fmla="*/ 11402 h 11402"/>
                <a:gd name="connsiteX5" fmla="*/ 23745 w 23973"/>
                <a:gd name="connsiteY5" fmla="*/ 954 h 11402"/>
                <a:gd name="connsiteX6" fmla="*/ 12707 w 23973"/>
                <a:gd name="connsiteY6" fmla="*/ 2315 h 1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73" h="11402">
                  <a:moveTo>
                    <a:pt x="12754" y="2315"/>
                  </a:moveTo>
                  <a:lnTo>
                    <a:pt x="6678" y="1218"/>
                  </a:lnTo>
                  <a:lnTo>
                    <a:pt x="0" y="9734"/>
                  </a:lnTo>
                  <a:lnTo>
                    <a:pt x="11316" y="9471"/>
                  </a:lnTo>
                  <a:lnTo>
                    <a:pt x="16511" y="11402"/>
                  </a:lnTo>
                  <a:cubicBezTo>
                    <a:pt x="16511" y="11402"/>
                    <a:pt x="25507" y="3720"/>
                    <a:pt x="23745" y="954"/>
                  </a:cubicBezTo>
                  <a:cubicBezTo>
                    <a:pt x="21983" y="-1812"/>
                    <a:pt x="12707" y="2315"/>
                    <a:pt x="12707" y="231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8" name="Freeform: Shape 1987">
              <a:extLst>
                <a:ext uri="{FF2B5EF4-FFF2-40B4-BE49-F238E27FC236}">
                  <a16:creationId xmlns:a16="http://schemas.microsoft.com/office/drawing/2014/main" id="{F2EA760C-785D-D8D1-454E-9626D8168992}"/>
                </a:ext>
              </a:extLst>
            </p:cNvPr>
            <p:cNvSpPr>
              <a:spLocks/>
            </p:cNvSpPr>
            <p:nvPr/>
          </p:nvSpPr>
          <p:spPr>
            <a:xfrm>
              <a:off x="8381839" y="3971828"/>
              <a:ext cx="18275" cy="15201"/>
            </a:xfrm>
            <a:custGeom>
              <a:avLst/>
              <a:gdLst>
                <a:gd name="connsiteX0" fmla="*/ 12244 w 12243"/>
                <a:gd name="connsiteY0" fmla="*/ 8166 h 10184"/>
                <a:gd name="connsiteX1" fmla="*/ 9554 w 12243"/>
                <a:gd name="connsiteY1" fmla="*/ 790 h 10184"/>
                <a:gd name="connsiteX2" fmla="*/ 9600 w 12243"/>
                <a:gd name="connsiteY2" fmla="*/ 0 h 10184"/>
                <a:gd name="connsiteX3" fmla="*/ 9461 w 12243"/>
                <a:gd name="connsiteY3" fmla="*/ 176 h 10184"/>
                <a:gd name="connsiteX4" fmla="*/ 0 w 12243"/>
                <a:gd name="connsiteY4" fmla="*/ 1712 h 10184"/>
                <a:gd name="connsiteX5" fmla="*/ 10249 w 12243"/>
                <a:gd name="connsiteY5" fmla="*/ 10185 h 10184"/>
                <a:gd name="connsiteX6" fmla="*/ 12197 w 12243"/>
                <a:gd name="connsiteY6" fmla="*/ 8210 h 10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43" h="10184">
                  <a:moveTo>
                    <a:pt x="12244" y="8166"/>
                  </a:moveTo>
                  <a:lnTo>
                    <a:pt x="9554" y="790"/>
                  </a:lnTo>
                  <a:cubicBezTo>
                    <a:pt x="9461" y="527"/>
                    <a:pt x="9507" y="263"/>
                    <a:pt x="9600" y="0"/>
                  </a:cubicBezTo>
                  <a:cubicBezTo>
                    <a:pt x="9600" y="44"/>
                    <a:pt x="9507" y="88"/>
                    <a:pt x="9461" y="176"/>
                  </a:cubicBezTo>
                  <a:cubicBezTo>
                    <a:pt x="9461" y="176"/>
                    <a:pt x="4081" y="-351"/>
                    <a:pt x="0" y="1712"/>
                  </a:cubicBezTo>
                  <a:lnTo>
                    <a:pt x="10249" y="10185"/>
                  </a:lnTo>
                  <a:lnTo>
                    <a:pt x="12197" y="821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9" name="Freeform: Shape 1988">
              <a:extLst>
                <a:ext uri="{FF2B5EF4-FFF2-40B4-BE49-F238E27FC236}">
                  <a16:creationId xmlns:a16="http://schemas.microsoft.com/office/drawing/2014/main" id="{CC0273DF-1AED-FAC5-4693-6E5D4914B31B}"/>
                </a:ext>
              </a:extLst>
            </p:cNvPr>
            <p:cNvSpPr>
              <a:spLocks/>
            </p:cNvSpPr>
            <p:nvPr/>
          </p:nvSpPr>
          <p:spPr>
            <a:xfrm>
              <a:off x="8258670" y="3979627"/>
              <a:ext cx="238148" cy="191140"/>
            </a:xfrm>
            <a:custGeom>
              <a:avLst/>
              <a:gdLst>
                <a:gd name="connsiteX0" fmla="*/ 1589 w 159549"/>
                <a:gd name="connsiteY0" fmla="*/ 50748 h 128056"/>
                <a:gd name="connsiteX1" fmla="*/ 4789 w 159549"/>
                <a:gd name="connsiteY1" fmla="*/ 64884 h 128056"/>
                <a:gd name="connsiteX2" fmla="*/ 4511 w 159549"/>
                <a:gd name="connsiteY2" fmla="*/ 67826 h 128056"/>
                <a:gd name="connsiteX3" fmla="*/ 7386 w 159549"/>
                <a:gd name="connsiteY3" fmla="*/ 74499 h 128056"/>
                <a:gd name="connsiteX4" fmla="*/ 6505 w 159549"/>
                <a:gd name="connsiteY4" fmla="*/ 79723 h 128056"/>
                <a:gd name="connsiteX5" fmla="*/ 10864 w 159549"/>
                <a:gd name="connsiteY5" fmla="*/ 79723 h 128056"/>
                <a:gd name="connsiteX6" fmla="*/ 8824 w 159549"/>
                <a:gd name="connsiteY6" fmla="*/ 83849 h 128056"/>
                <a:gd name="connsiteX7" fmla="*/ 12905 w 159549"/>
                <a:gd name="connsiteY7" fmla="*/ 83849 h 128056"/>
                <a:gd name="connsiteX8" fmla="*/ 14575 w 159549"/>
                <a:gd name="connsiteY8" fmla="*/ 82181 h 128056"/>
                <a:gd name="connsiteX9" fmla="*/ 17543 w 159549"/>
                <a:gd name="connsiteY9" fmla="*/ 92059 h 128056"/>
                <a:gd name="connsiteX10" fmla="*/ 18841 w 159549"/>
                <a:gd name="connsiteY10" fmla="*/ 96712 h 128056"/>
                <a:gd name="connsiteX11" fmla="*/ 20140 w 159549"/>
                <a:gd name="connsiteY11" fmla="*/ 104131 h 128056"/>
                <a:gd name="connsiteX12" fmla="*/ 22737 w 159549"/>
                <a:gd name="connsiteY12" fmla="*/ 109663 h 128056"/>
                <a:gd name="connsiteX13" fmla="*/ 26818 w 159549"/>
                <a:gd name="connsiteY13" fmla="*/ 109663 h 128056"/>
                <a:gd name="connsiteX14" fmla="*/ 29137 w 159549"/>
                <a:gd name="connsiteY14" fmla="*/ 112121 h 128056"/>
                <a:gd name="connsiteX15" fmla="*/ 37531 w 159549"/>
                <a:gd name="connsiteY15" fmla="*/ 112121 h 128056"/>
                <a:gd name="connsiteX16" fmla="*/ 40731 w 159549"/>
                <a:gd name="connsiteY16" fmla="*/ 108565 h 128056"/>
                <a:gd name="connsiteX17" fmla="*/ 40731 w 159549"/>
                <a:gd name="connsiteY17" fmla="*/ 112121 h 128056"/>
                <a:gd name="connsiteX18" fmla="*/ 45647 w 159549"/>
                <a:gd name="connsiteY18" fmla="*/ 109663 h 128056"/>
                <a:gd name="connsiteX19" fmla="*/ 47085 w 159549"/>
                <a:gd name="connsiteY19" fmla="*/ 120594 h 128056"/>
                <a:gd name="connsiteX20" fmla="*/ 50842 w 159549"/>
                <a:gd name="connsiteY20" fmla="*/ 118135 h 128056"/>
                <a:gd name="connsiteX21" fmla="*/ 56360 w 159549"/>
                <a:gd name="connsiteY21" fmla="*/ 116467 h 128056"/>
                <a:gd name="connsiteX22" fmla="*/ 59561 w 159549"/>
                <a:gd name="connsiteY22" fmla="*/ 116730 h 128056"/>
                <a:gd name="connsiteX23" fmla="*/ 63920 w 159549"/>
                <a:gd name="connsiteY23" fmla="*/ 114535 h 128056"/>
                <a:gd name="connsiteX24" fmla="*/ 66517 w 159549"/>
                <a:gd name="connsiteY24" fmla="*/ 112077 h 128056"/>
                <a:gd name="connsiteX25" fmla="*/ 73613 w 159549"/>
                <a:gd name="connsiteY25" fmla="*/ 116204 h 128056"/>
                <a:gd name="connsiteX26" fmla="*/ 75190 w 159549"/>
                <a:gd name="connsiteY26" fmla="*/ 114535 h 128056"/>
                <a:gd name="connsiteX27" fmla="*/ 75190 w 159549"/>
                <a:gd name="connsiteY27" fmla="*/ 118662 h 128056"/>
                <a:gd name="connsiteX28" fmla="*/ 78668 w 159549"/>
                <a:gd name="connsiteY28" fmla="*/ 118662 h 128056"/>
                <a:gd name="connsiteX29" fmla="*/ 92303 w 159549"/>
                <a:gd name="connsiteY29" fmla="*/ 127442 h 128056"/>
                <a:gd name="connsiteX30" fmla="*/ 96384 w 159549"/>
                <a:gd name="connsiteY30" fmla="*/ 127442 h 128056"/>
                <a:gd name="connsiteX31" fmla="*/ 101903 w 159549"/>
                <a:gd name="connsiteY31" fmla="*/ 124413 h 128056"/>
                <a:gd name="connsiteX32" fmla="*/ 110019 w 159549"/>
                <a:gd name="connsiteY32" fmla="*/ 121691 h 128056"/>
                <a:gd name="connsiteX33" fmla="*/ 112894 w 159549"/>
                <a:gd name="connsiteY33" fmla="*/ 119760 h 128056"/>
                <a:gd name="connsiteX34" fmla="*/ 112894 w 159549"/>
                <a:gd name="connsiteY34" fmla="*/ 123886 h 128056"/>
                <a:gd name="connsiteX35" fmla="*/ 114610 w 159549"/>
                <a:gd name="connsiteY35" fmla="*/ 128057 h 128056"/>
                <a:gd name="connsiteX36" fmla="*/ 117810 w 159549"/>
                <a:gd name="connsiteY36" fmla="*/ 124720 h 128056"/>
                <a:gd name="connsiteX37" fmla="*/ 117810 w 159549"/>
                <a:gd name="connsiteY37" fmla="*/ 121164 h 128056"/>
                <a:gd name="connsiteX38" fmla="*/ 120407 w 159549"/>
                <a:gd name="connsiteY38" fmla="*/ 117872 h 128056"/>
                <a:gd name="connsiteX39" fmla="*/ 117810 w 159549"/>
                <a:gd name="connsiteY39" fmla="*/ 116774 h 128056"/>
                <a:gd name="connsiteX40" fmla="*/ 116512 w 159549"/>
                <a:gd name="connsiteY40" fmla="*/ 114579 h 128056"/>
                <a:gd name="connsiteX41" fmla="*/ 117532 w 159549"/>
                <a:gd name="connsiteY41" fmla="*/ 112121 h 128056"/>
                <a:gd name="connsiteX42" fmla="*/ 118413 w 159549"/>
                <a:gd name="connsiteY42" fmla="*/ 106897 h 128056"/>
                <a:gd name="connsiteX43" fmla="*/ 117857 w 159549"/>
                <a:gd name="connsiteY43" fmla="*/ 92893 h 128056"/>
                <a:gd name="connsiteX44" fmla="*/ 122912 w 159549"/>
                <a:gd name="connsiteY44" fmla="*/ 88503 h 128056"/>
                <a:gd name="connsiteX45" fmla="*/ 125370 w 159549"/>
                <a:gd name="connsiteY45" fmla="*/ 85474 h 128056"/>
                <a:gd name="connsiteX46" fmla="*/ 128570 w 159549"/>
                <a:gd name="connsiteY46" fmla="*/ 84639 h 128056"/>
                <a:gd name="connsiteX47" fmla="*/ 133764 w 159549"/>
                <a:gd name="connsiteY47" fmla="*/ 79723 h 128056"/>
                <a:gd name="connsiteX48" fmla="*/ 137799 w 159549"/>
                <a:gd name="connsiteY48" fmla="*/ 79723 h 128056"/>
                <a:gd name="connsiteX49" fmla="*/ 140118 w 159549"/>
                <a:gd name="connsiteY49" fmla="*/ 72260 h 128056"/>
                <a:gd name="connsiteX50" fmla="*/ 136640 w 159549"/>
                <a:gd name="connsiteY50" fmla="*/ 69845 h 128056"/>
                <a:gd name="connsiteX51" fmla="*/ 144756 w 159549"/>
                <a:gd name="connsiteY51" fmla="*/ 53953 h 128056"/>
                <a:gd name="connsiteX52" fmla="*/ 151434 w 159549"/>
                <a:gd name="connsiteY52" fmla="*/ 54217 h 128056"/>
                <a:gd name="connsiteX53" fmla="*/ 156072 w 159549"/>
                <a:gd name="connsiteY53" fmla="*/ 54217 h 128056"/>
                <a:gd name="connsiteX54" fmla="*/ 159550 w 159549"/>
                <a:gd name="connsiteY54" fmla="*/ 52022 h 128056"/>
                <a:gd name="connsiteX55" fmla="*/ 155793 w 159549"/>
                <a:gd name="connsiteY55" fmla="*/ 46271 h 128056"/>
                <a:gd name="connsiteX56" fmla="*/ 149718 w 159549"/>
                <a:gd name="connsiteY56" fmla="*/ 42715 h 128056"/>
                <a:gd name="connsiteX57" fmla="*/ 142483 w 159549"/>
                <a:gd name="connsiteY57" fmla="*/ 35867 h 128056"/>
                <a:gd name="connsiteX58" fmla="*/ 146240 w 159549"/>
                <a:gd name="connsiteY58" fmla="*/ 32003 h 128056"/>
                <a:gd name="connsiteX59" fmla="*/ 141880 w 159549"/>
                <a:gd name="connsiteY59" fmla="*/ 24584 h 128056"/>
                <a:gd name="connsiteX60" fmla="*/ 134042 w 159549"/>
                <a:gd name="connsiteY60" fmla="*/ 17736 h 128056"/>
                <a:gd name="connsiteX61" fmla="*/ 140118 w 159549"/>
                <a:gd name="connsiteY61" fmla="*/ 17736 h 128056"/>
                <a:gd name="connsiteX62" fmla="*/ 137799 w 159549"/>
                <a:gd name="connsiteY62" fmla="*/ 12248 h 128056"/>
                <a:gd name="connsiteX63" fmla="*/ 141834 w 159549"/>
                <a:gd name="connsiteY63" fmla="*/ 10887 h 128056"/>
                <a:gd name="connsiteX64" fmla="*/ 142993 w 159549"/>
                <a:gd name="connsiteY64" fmla="*/ 7770 h 128056"/>
                <a:gd name="connsiteX65" fmla="*/ 139190 w 159549"/>
                <a:gd name="connsiteY65" fmla="*/ 4697 h 128056"/>
                <a:gd name="connsiteX66" fmla="*/ 137289 w 159549"/>
                <a:gd name="connsiteY66" fmla="*/ 4390 h 128056"/>
                <a:gd name="connsiteX67" fmla="*/ 136547 w 159549"/>
                <a:gd name="connsiteY67" fmla="*/ 3995 h 128056"/>
                <a:gd name="connsiteX68" fmla="*/ 134784 w 159549"/>
                <a:gd name="connsiteY68" fmla="*/ 1800 h 128056"/>
                <a:gd name="connsiteX69" fmla="*/ 125926 w 159549"/>
                <a:gd name="connsiteY69" fmla="*/ 0 h 128056"/>
                <a:gd name="connsiteX70" fmla="*/ 121567 w 159549"/>
                <a:gd name="connsiteY70" fmla="*/ 1273 h 128056"/>
                <a:gd name="connsiteX71" fmla="*/ 121242 w 159549"/>
                <a:gd name="connsiteY71" fmla="*/ 1317 h 128056"/>
                <a:gd name="connsiteX72" fmla="*/ 111920 w 159549"/>
                <a:gd name="connsiteY72" fmla="*/ 1317 h 128056"/>
                <a:gd name="connsiteX73" fmla="*/ 107190 w 159549"/>
                <a:gd name="connsiteY73" fmla="*/ 6717 h 128056"/>
                <a:gd name="connsiteX74" fmla="*/ 109834 w 159549"/>
                <a:gd name="connsiteY74" fmla="*/ 13258 h 128056"/>
                <a:gd name="connsiteX75" fmla="*/ 109834 w 159549"/>
                <a:gd name="connsiteY75" fmla="*/ 14092 h 128056"/>
                <a:gd name="connsiteX76" fmla="*/ 106958 w 159549"/>
                <a:gd name="connsiteY76" fmla="*/ 20677 h 128056"/>
                <a:gd name="connsiteX77" fmla="*/ 105891 w 159549"/>
                <a:gd name="connsiteY77" fmla="*/ 21336 h 128056"/>
                <a:gd name="connsiteX78" fmla="*/ 103712 w 159549"/>
                <a:gd name="connsiteY78" fmla="*/ 21336 h 128056"/>
                <a:gd name="connsiteX79" fmla="*/ 100372 w 159549"/>
                <a:gd name="connsiteY79" fmla="*/ 23882 h 128056"/>
                <a:gd name="connsiteX80" fmla="*/ 102367 w 159549"/>
                <a:gd name="connsiteY80" fmla="*/ 28316 h 128056"/>
                <a:gd name="connsiteX81" fmla="*/ 101903 w 159549"/>
                <a:gd name="connsiteY81" fmla="*/ 29676 h 128056"/>
                <a:gd name="connsiteX82" fmla="*/ 96059 w 159549"/>
                <a:gd name="connsiteY82" fmla="*/ 33188 h 128056"/>
                <a:gd name="connsiteX83" fmla="*/ 96059 w 159549"/>
                <a:gd name="connsiteY83" fmla="*/ 37535 h 128056"/>
                <a:gd name="connsiteX84" fmla="*/ 95642 w 159549"/>
                <a:gd name="connsiteY84" fmla="*/ 38413 h 128056"/>
                <a:gd name="connsiteX85" fmla="*/ 93369 w 159549"/>
                <a:gd name="connsiteY85" fmla="*/ 40125 h 128056"/>
                <a:gd name="connsiteX86" fmla="*/ 92442 w 159549"/>
                <a:gd name="connsiteY86" fmla="*/ 45042 h 128056"/>
                <a:gd name="connsiteX87" fmla="*/ 91283 w 159549"/>
                <a:gd name="connsiteY87" fmla="*/ 45964 h 128056"/>
                <a:gd name="connsiteX88" fmla="*/ 79827 w 159549"/>
                <a:gd name="connsiteY88" fmla="*/ 45964 h 128056"/>
                <a:gd name="connsiteX89" fmla="*/ 77880 w 159549"/>
                <a:gd name="connsiteY89" fmla="*/ 48378 h 128056"/>
                <a:gd name="connsiteX90" fmla="*/ 76674 w 159549"/>
                <a:gd name="connsiteY90" fmla="*/ 48773 h 128056"/>
                <a:gd name="connsiteX91" fmla="*/ 65682 w 159549"/>
                <a:gd name="connsiteY91" fmla="*/ 45920 h 128056"/>
                <a:gd name="connsiteX92" fmla="*/ 64848 w 159549"/>
                <a:gd name="connsiteY92" fmla="*/ 44866 h 128056"/>
                <a:gd name="connsiteX93" fmla="*/ 64848 w 159549"/>
                <a:gd name="connsiteY93" fmla="*/ 43198 h 128056"/>
                <a:gd name="connsiteX94" fmla="*/ 58448 w 159549"/>
                <a:gd name="connsiteY94" fmla="*/ 43198 h 128056"/>
                <a:gd name="connsiteX95" fmla="*/ 53532 w 159549"/>
                <a:gd name="connsiteY95" fmla="*/ 45568 h 128056"/>
                <a:gd name="connsiteX96" fmla="*/ 53532 w 159549"/>
                <a:gd name="connsiteY96" fmla="*/ 49651 h 128056"/>
                <a:gd name="connsiteX97" fmla="*/ 52558 w 159549"/>
                <a:gd name="connsiteY97" fmla="*/ 50748 h 128056"/>
                <a:gd name="connsiteX98" fmla="*/ 44163 w 159549"/>
                <a:gd name="connsiteY98" fmla="*/ 51978 h 128056"/>
                <a:gd name="connsiteX99" fmla="*/ 43746 w 159549"/>
                <a:gd name="connsiteY99" fmla="*/ 51978 h 128056"/>
                <a:gd name="connsiteX100" fmla="*/ 37717 w 159549"/>
                <a:gd name="connsiteY100" fmla="*/ 50792 h 128056"/>
                <a:gd name="connsiteX101" fmla="*/ 29044 w 159549"/>
                <a:gd name="connsiteY101" fmla="*/ 53953 h 128056"/>
                <a:gd name="connsiteX102" fmla="*/ 28627 w 159549"/>
                <a:gd name="connsiteY102" fmla="*/ 54041 h 128056"/>
                <a:gd name="connsiteX103" fmla="*/ 24546 w 159549"/>
                <a:gd name="connsiteY103" fmla="*/ 54041 h 128056"/>
                <a:gd name="connsiteX104" fmla="*/ 23665 w 159549"/>
                <a:gd name="connsiteY104" fmla="*/ 53690 h 128056"/>
                <a:gd name="connsiteX105" fmla="*/ 8731 w 159549"/>
                <a:gd name="connsiteY105" fmla="*/ 38106 h 128056"/>
                <a:gd name="connsiteX106" fmla="*/ 7989 w 159549"/>
                <a:gd name="connsiteY106" fmla="*/ 38939 h 128056"/>
                <a:gd name="connsiteX107" fmla="*/ 1635 w 159549"/>
                <a:gd name="connsiteY107" fmla="*/ 50880 h 128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59549" h="128056">
                  <a:moveTo>
                    <a:pt x="1589" y="50748"/>
                  </a:moveTo>
                  <a:cubicBezTo>
                    <a:pt x="1589" y="50748"/>
                    <a:pt x="-3605" y="59134"/>
                    <a:pt x="4789" y="64884"/>
                  </a:cubicBezTo>
                  <a:lnTo>
                    <a:pt x="4511" y="67826"/>
                  </a:lnTo>
                  <a:cubicBezTo>
                    <a:pt x="4511" y="67826"/>
                    <a:pt x="151" y="70635"/>
                    <a:pt x="7386" y="74499"/>
                  </a:cubicBezTo>
                  <a:lnTo>
                    <a:pt x="6505" y="79723"/>
                  </a:lnTo>
                  <a:lnTo>
                    <a:pt x="10864" y="79723"/>
                  </a:lnTo>
                  <a:lnTo>
                    <a:pt x="8824" y="83849"/>
                  </a:lnTo>
                  <a:lnTo>
                    <a:pt x="12905" y="83849"/>
                  </a:lnTo>
                  <a:lnTo>
                    <a:pt x="14575" y="82181"/>
                  </a:lnTo>
                  <a:cubicBezTo>
                    <a:pt x="14575" y="82181"/>
                    <a:pt x="21021" y="84639"/>
                    <a:pt x="17543" y="92059"/>
                  </a:cubicBezTo>
                  <a:lnTo>
                    <a:pt x="18841" y="96712"/>
                  </a:lnTo>
                  <a:lnTo>
                    <a:pt x="20140" y="104131"/>
                  </a:lnTo>
                  <a:lnTo>
                    <a:pt x="22737" y="109663"/>
                  </a:lnTo>
                  <a:lnTo>
                    <a:pt x="26818" y="109663"/>
                  </a:lnTo>
                  <a:lnTo>
                    <a:pt x="29137" y="112121"/>
                  </a:lnTo>
                  <a:lnTo>
                    <a:pt x="37531" y="112121"/>
                  </a:lnTo>
                  <a:lnTo>
                    <a:pt x="40731" y="108565"/>
                  </a:lnTo>
                  <a:lnTo>
                    <a:pt x="40731" y="112121"/>
                  </a:lnTo>
                  <a:lnTo>
                    <a:pt x="45647" y="109663"/>
                  </a:lnTo>
                  <a:lnTo>
                    <a:pt x="47085" y="120594"/>
                  </a:lnTo>
                  <a:lnTo>
                    <a:pt x="50842" y="118135"/>
                  </a:lnTo>
                  <a:lnTo>
                    <a:pt x="56360" y="116467"/>
                  </a:lnTo>
                  <a:lnTo>
                    <a:pt x="59561" y="116730"/>
                  </a:lnTo>
                  <a:lnTo>
                    <a:pt x="63920" y="114535"/>
                  </a:lnTo>
                  <a:lnTo>
                    <a:pt x="66517" y="112077"/>
                  </a:lnTo>
                  <a:lnTo>
                    <a:pt x="73613" y="116204"/>
                  </a:lnTo>
                  <a:lnTo>
                    <a:pt x="75190" y="114535"/>
                  </a:lnTo>
                  <a:lnTo>
                    <a:pt x="75190" y="118662"/>
                  </a:lnTo>
                  <a:lnTo>
                    <a:pt x="78668" y="118662"/>
                  </a:lnTo>
                  <a:cubicBezTo>
                    <a:pt x="78668" y="118662"/>
                    <a:pt x="90819" y="112340"/>
                    <a:pt x="92303" y="127442"/>
                  </a:cubicBezTo>
                  <a:cubicBezTo>
                    <a:pt x="92303" y="127442"/>
                    <a:pt x="94622" y="128803"/>
                    <a:pt x="96384" y="127442"/>
                  </a:cubicBezTo>
                  <a:cubicBezTo>
                    <a:pt x="98146" y="126081"/>
                    <a:pt x="101903" y="124413"/>
                    <a:pt x="101903" y="124413"/>
                  </a:cubicBezTo>
                  <a:lnTo>
                    <a:pt x="110019" y="121691"/>
                  </a:lnTo>
                  <a:lnTo>
                    <a:pt x="112894" y="119760"/>
                  </a:lnTo>
                  <a:lnTo>
                    <a:pt x="112894" y="123886"/>
                  </a:lnTo>
                  <a:lnTo>
                    <a:pt x="114610" y="128057"/>
                  </a:lnTo>
                  <a:lnTo>
                    <a:pt x="117810" y="124720"/>
                  </a:lnTo>
                  <a:lnTo>
                    <a:pt x="117810" y="121164"/>
                  </a:lnTo>
                  <a:lnTo>
                    <a:pt x="120407" y="117872"/>
                  </a:lnTo>
                  <a:lnTo>
                    <a:pt x="117810" y="116774"/>
                  </a:lnTo>
                  <a:lnTo>
                    <a:pt x="116512" y="114579"/>
                  </a:lnTo>
                  <a:lnTo>
                    <a:pt x="117532" y="112121"/>
                  </a:lnTo>
                  <a:lnTo>
                    <a:pt x="118413" y="106897"/>
                  </a:lnTo>
                  <a:cubicBezTo>
                    <a:pt x="118413" y="106897"/>
                    <a:pt x="128848" y="96449"/>
                    <a:pt x="117857" y="92893"/>
                  </a:cubicBezTo>
                  <a:lnTo>
                    <a:pt x="122912" y="88503"/>
                  </a:lnTo>
                  <a:lnTo>
                    <a:pt x="125370" y="85474"/>
                  </a:lnTo>
                  <a:lnTo>
                    <a:pt x="128570" y="84639"/>
                  </a:lnTo>
                  <a:lnTo>
                    <a:pt x="133764" y="79723"/>
                  </a:lnTo>
                  <a:lnTo>
                    <a:pt x="137799" y="79723"/>
                  </a:lnTo>
                  <a:lnTo>
                    <a:pt x="140118" y="72260"/>
                  </a:lnTo>
                  <a:lnTo>
                    <a:pt x="136640" y="69845"/>
                  </a:lnTo>
                  <a:cubicBezTo>
                    <a:pt x="136640" y="69845"/>
                    <a:pt x="135202" y="56675"/>
                    <a:pt x="144756" y="53953"/>
                  </a:cubicBezTo>
                  <a:lnTo>
                    <a:pt x="151434" y="54217"/>
                  </a:lnTo>
                  <a:lnTo>
                    <a:pt x="156072" y="54217"/>
                  </a:lnTo>
                  <a:lnTo>
                    <a:pt x="159550" y="52022"/>
                  </a:lnTo>
                  <a:lnTo>
                    <a:pt x="155793" y="46271"/>
                  </a:lnTo>
                  <a:lnTo>
                    <a:pt x="149718" y="42715"/>
                  </a:lnTo>
                  <a:lnTo>
                    <a:pt x="142483" y="35867"/>
                  </a:lnTo>
                  <a:lnTo>
                    <a:pt x="146240" y="32003"/>
                  </a:lnTo>
                  <a:lnTo>
                    <a:pt x="141880" y="24584"/>
                  </a:lnTo>
                  <a:lnTo>
                    <a:pt x="134042" y="17736"/>
                  </a:lnTo>
                  <a:lnTo>
                    <a:pt x="140118" y="17736"/>
                  </a:lnTo>
                  <a:lnTo>
                    <a:pt x="137799" y="12248"/>
                  </a:lnTo>
                  <a:lnTo>
                    <a:pt x="141834" y="10887"/>
                  </a:lnTo>
                  <a:lnTo>
                    <a:pt x="142993" y="7770"/>
                  </a:lnTo>
                  <a:lnTo>
                    <a:pt x="139190" y="4697"/>
                  </a:lnTo>
                  <a:lnTo>
                    <a:pt x="137289" y="4390"/>
                  </a:lnTo>
                  <a:cubicBezTo>
                    <a:pt x="137011" y="4346"/>
                    <a:pt x="136732" y="4215"/>
                    <a:pt x="136547" y="3995"/>
                  </a:cubicBezTo>
                  <a:lnTo>
                    <a:pt x="134784" y="1800"/>
                  </a:lnTo>
                  <a:lnTo>
                    <a:pt x="125926" y="0"/>
                  </a:lnTo>
                  <a:lnTo>
                    <a:pt x="121567" y="1273"/>
                  </a:lnTo>
                  <a:cubicBezTo>
                    <a:pt x="121567" y="1273"/>
                    <a:pt x="121335" y="1317"/>
                    <a:pt x="121242" y="1317"/>
                  </a:cubicBezTo>
                  <a:lnTo>
                    <a:pt x="111920" y="1317"/>
                  </a:lnTo>
                  <a:lnTo>
                    <a:pt x="107190" y="6717"/>
                  </a:lnTo>
                  <a:lnTo>
                    <a:pt x="109834" y="13258"/>
                  </a:lnTo>
                  <a:cubicBezTo>
                    <a:pt x="109926" y="13521"/>
                    <a:pt x="109926" y="13829"/>
                    <a:pt x="109834" y="14092"/>
                  </a:cubicBezTo>
                  <a:lnTo>
                    <a:pt x="106958" y="20677"/>
                  </a:lnTo>
                  <a:cubicBezTo>
                    <a:pt x="106773" y="21072"/>
                    <a:pt x="106355" y="21336"/>
                    <a:pt x="105891" y="21336"/>
                  </a:cubicBezTo>
                  <a:lnTo>
                    <a:pt x="103712" y="21336"/>
                  </a:lnTo>
                  <a:lnTo>
                    <a:pt x="100372" y="23882"/>
                  </a:lnTo>
                  <a:lnTo>
                    <a:pt x="102367" y="28316"/>
                  </a:lnTo>
                  <a:cubicBezTo>
                    <a:pt x="102598" y="28798"/>
                    <a:pt x="102367" y="29369"/>
                    <a:pt x="101903" y="29676"/>
                  </a:cubicBezTo>
                  <a:lnTo>
                    <a:pt x="96059" y="33188"/>
                  </a:lnTo>
                  <a:lnTo>
                    <a:pt x="96059" y="37535"/>
                  </a:lnTo>
                  <a:cubicBezTo>
                    <a:pt x="96059" y="37886"/>
                    <a:pt x="95920" y="38193"/>
                    <a:pt x="95642" y="38413"/>
                  </a:cubicBezTo>
                  <a:lnTo>
                    <a:pt x="93369" y="40125"/>
                  </a:lnTo>
                  <a:lnTo>
                    <a:pt x="92442" y="45042"/>
                  </a:lnTo>
                  <a:cubicBezTo>
                    <a:pt x="92349" y="45568"/>
                    <a:pt x="91885" y="45964"/>
                    <a:pt x="91283" y="45964"/>
                  </a:cubicBezTo>
                  <a:lnTo>
                    <a:pt x="79827" y="45964"/>
                  </a:lnTo>
                  <a:lnTo>
                    <a:pt x="77880" y="48378"/>
                  </a:lnTo>
                  <a:cubicBezTo>
                    <a:pt x="77601" y="48729"/>
                    <a:pt x="77137" y="48905"/>
                    <a:pt x="76674" y="48773"/>
                  </a:cubicBezTo>
                  <a:lnTo>
                    <a:pt x="65682" y="45920"/>
                  </a:lnTo>
                  <a:cubicBezTo>
                    <a:pt x="65172" y="45788"/>
                    <a:pt x="64848" y="45349"/>
                    <a:pt x="64848" y="44866"/>
                  </a:cubicBezTo>
                  <a:lnTo>
                    <a:pt x="64848" y="43198"/>
                  </a:lnTo>
                  <a:lnTo>
                    <a:pt x="58448" y="43198"/>
                  </a:lnTo>
                  <a:lnTo>
                    <a:pt x="53532" y="45568"/>
                  </a:lnTo>
                  <a:lnTo>
                    <a:pt x="53532" y="49651"/>
                  </a:lnTo>
                  <a:cubicBezTo>
                    <a:pt x="53532" y="50178"/>
                    <a:pt x="53114" y="50661"/>
                    <a:pt x="52558" y="50748"/>
                  </a:cubicBezTo>
                  <a:lnTo>
                    <a:pt x="44163" y="51978"/>
                  </a:lnTo>
                  <a:cubicBezTo>
                    <a:pt x="44163" y="51978"/>
                    <a:pt x="43885" y="51978"/>
                    <a:pt x="43746" y="51978"/>
                  </a:cubicBezTo>
                  <a:lnTo>
                    <a:pt x="37717" y="50792"/>
                  </a:lnTo>
                  <a:lnTo>
                    <a:pt x="29044" y="53953"/>
                  </a:lnTo>
                  <a:cubicBezTo>
                    <a:pt x="29044" y="53953"/>
                    <a:pt x="28766" y="54041"/>
                    <a:pt x="28627" y="54041"/>
                  </a:cubicBezTo>
                  <a:lnTo>
                    <a:pt x="24546" y="54041"/>
                  </a:lnTo>
                  <a:cubicBezTo>
                    <a:pt x="24221" y="54041"/>
                    <a:pt x="23896" y="53909"/>
                    <a:pt x="23665" y="53690"/>
                  </a:cubicBezTo>
                  <a:lnTo>
                    <a:pt x="8731" y="38106"/>
                  </a:lnTo>
                  <a:lnTo>
                    <a:pt x="7989" y="38939"/>
                  </a:lnTo>
                  <a:cubicBezTo>
                    <a:pt x="7989" y="38939"/>
                    <a:pt x="1032" y="40608"/>
                    <a:pt x="1635" y="508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0" name="Freeform: Shape 1989">
              <a:extLst>
                <a:ext uri="{FF2B5EF4-FFF2-40B4-BE49-F238E27FC236}">
                  <a16:creationId xmlns:a16="http://schemas.microsoft.com/office/drawing/2014/main" id="{6C3361F4-FE24-0737-48A8-E8603ABEE8BC}"/>
                </a:ext>
              </a:extLst>
            </p:cNvPr>
            <p:cNvSpPr>
              <a:spLocks/>
            </p:cNvSpPr>
            <p:nvPr/>
          </p:nvSpPr>
          <p:spPr>
            <a:xfrm>
              <a:off x="8396237" y="3966620"/>
              <a:ext cx="14605" cy="11303"/>
            </a:xfrm>
            <a:custGeom>
              <a:avLst/>
              <a:gdLst>
                <a:gd name="connsiteX0" fmla="*/ 5844 w 9785"/>
                <a:gd name="connsiteY0" fmla="*/ 1207 h 7572"/>
                <a:gd name="connsiteX1" fmla="*/ 6910 w 9785"/>
                <a:gd name="connsiteY1" fmla="*/ 1339 h 7572"/>
                <a:gd name="connsiteX2" fmla="*/ 7374 w 9785"/>
                <a:gd name="connsiteY2" fmla="*/ 2217 h 7572"/>
                <a:gd name="connsiteX3" fmla="*/ 7374 w 9785"/>
                <a:gd name="connsiteY3" fmla="*/ 7573 h 7572"/>
                <a:gd name="connsiteX4" fmla="*/ 9786 w 9785"/>
                <a:gd name="connsiteY4" fmla="*/ 7573 h 7572"/>
                <a:gd name="connsiteX5" fmla="*/ 8812 w 9785"/>
                <a:gd name="connsiteY5" fmla="*/ 1031 h 7572"/>
                <a:gd name="connsiteX6" fmla="*/ 0 w 9785"/>
                <a:gd name="connsiteY6" fmla="*/ 3358 h 7572"/>
                <a:gd name="connsiteX7" fmla="*/ 603 w 9785"/>
                <a:gd name="connsiteY7" fmla="*/ 2875 h 7572"/>
                <a:gd name="connsiteX8" fmla="*/ 5797 w 9785"/>
                <a:gd name="connsiteY8" fmla="*/ 1207 h 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85" h="7572">
                  <a:moveTo>
                    <a:pt x="5844" y="1207"/>
                  </a:moveTo>
                  <a:cubicBezTo>
                    <a:pt x="6168" y="1075"/>
                    <a:pt x="6586" y="1163"/>
                    <a:pt x="6910" y="1339"/>
                  </a:cubicBezTo>
                  <a:cubicBezTo>
                    <a:pt x="7189" y="1558"/>
                    <a:pt x="7374" y="1865"/>
                    <a:pt x="7374" y="2217"/>
                  </a:cubicBezTo>
                  <a:lnTo>
                    <a:pt x="7374" y="7573"/>
                  </a:lnTo>
                  <a:lnTo>
                    <a:pt x="9786" y="7573"/>
                  </a:lnTo>
                  <a:lnTo>
                    <a:pt x="8812" y="1031"/>
                  </a:lnTo>
                  <a:cubicBezTo>
                    <a:pt x="7328" y="154"/>
                    <a:pt x="3246" y="-1603"/>
                    <a:pt x="0" y="3358"/>
                  </a:cubicBezTo>
                  <a:cubicBezTo>
                    <a:pt x="139" y="3139"/>
                    <a:pt x="325" y="2963"/>
                    <a:pt x="603" y="2875"/>
                  </a:cubicBezTo>
                  <a:lnTo>
                    <a:pt x="5797" y="120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1" name="Freeform: Shape 1990">
              <a:extLst>
                <a:ext uri="{FF2B5EF4-FFF2-40B4-BE49-F238E27FC236}">
                  <a16:creationId xmlns:a16="http://schemas.microsoft.com/office/drawing/2014/main" id="{16329F73-395F-B8E5-1C6F-9905DC8FC8D7}"/>
                </a:ext>
              </a:extLst>
            </p:cNvPr>
            <p:cNvSpPr>
              <a:spLocks/>
            </p:cNvSpPr>
            <p:nvPr/>
          </p:nvSpPr>
          <p:spPr>
            <a:xfrm>
              <a:off x="8275164" y="3922225"/>
              <a:ext cx="229962" cy="134788"/>
            </a:xfrm>
            <a:custGeom>
              <a:avLst/>
              <a:gdLst>
                <a:gd name="connsiteX0" fmla="*/ 13960 w 154065"/>
                <a:gd name="connsiteY0" fmla="*/ 90171 h 90302"/>
                <a:gd name="connsiteX1" fmla="*/ 17299 w 154065"/>
                <a:gd name="connsiteY1" fmla="*/ 90171 h 90302"/>
                <a:gd name="connsiteX2" fmla="*/ 26064 w 154065"/>
                <a:gd name="connsiteY2" fmla="*/ 86966 h 90302"/>
                <a:gd name="connsiteX3" fmla="*/ 26713 w 154065"/>
                <a:gd name="connsiteY3" fmla="*/ 86922 h 90302"/>
                <a:gd name="connsiteX4" fmla="*/ 32882 w 154065"/>
                <a:gd name="connsiteY4" fmla="*/ 88107 h 90302"/>
                <a:gd name="connsiteX5" fmla="*/ 40116 w 154065"/>
                <a:gd name="connsiteY5" fmla="*/ 87054 h 90302"/>
                <a:gd name="connsiteX6" fmla="*/ 40116 w 154065"/>
                <a:gd name="connsiteY6" fmla="*/ 83234 h 90302"/>
                <a:gd name="connsiteX7" fmla="*/ 40766 w 154065"/>
                <a:gd name="connsiteY7" fmla="*/ 82269 h 90302"/>
                <a:gd name="connsiteX8" fmla="*/ 46563 w 154065"/>
                <a:gd name="connsiteY8" fmla="*/ 79503 h 90302"/>
                <a:gd name="connsiteX9" fmla="*/ 47073 w 154065"/>
                <a:gd name="connsiteY9" fmla="*/ 79371 h 90302"/>
                <a:gd name="connsiteX10" fmla="*/ 54911 w 154065"/>
                <a:gd name="connsiteY10" fmla="*/ 79371 h 90302"/>
                <a:gd name="connsiteX11" fmla="*/ 56070 w 154065"/>
                <a:gd name="connsiteY11" fmla="*/ 80469 h 90302"/>
                <a:gd name="connsiteX12" fmla="*/ 56070 w 154065"/>
                <a:gd name="connsiteY12" fmla="*/ 82400 h 90302"/>
                <a:gd name="connsiteX13" fmla="*/ 65485 w 154065"/>
                <a:gd name="connsiteY13" fmla="*/ 84815 h 90302"/>
                <a:gd name="connsiteX14" fmla="*/ 67340 w 154065"/>
                <a:gd name="connsiteY14" fmla="*/ 82532 h 90302"/>
                <a:gd name="connsiteX15" fmla="*/ 68267 w 154065"/>
                <a:gd name="connsiteY15" fmla="*/ 82093 h 90302"/>
                <a:gd name="connsiteX16" fmla="*/ 79305 w 154065"/>
                <a:gd name="connsiteY16" fmla="*/ 82093 h 90302"/>
                <a:gd name="connsiteX17" fmla="*/ 80140 w 154065"/>
                <a:gd name="connsiteY17" fmla="*/ 77659 h 90302"/>
                <a:gd name="connsiteX18" fmla="*/ 80557 w 154065"/>
                <a:gd name="connsiteY18" fmla="*/ 77001 h 90302"/>
                <a:gd name="connsiteX19" fmla="*/ 82737 w 154065"/>
                <a:gd name="connsiteY19" fmla="*/ 75376 h 90302"/>
                <a:gd name="connsiteX20" fmla="*/ 82737 w 154065"/>
                <a:gd name="connsiteY20" fmla="*/ 70986 h 90302"/>
                <a:gd name="connsiteX21" fmla="*/ 83294 w 154065"/>
                <a:gd name="connsiteY21" fmla="*/ 70064 h 90302"/>
                <a:gd name="connsiteX22" fmla="*/ 88859 w 154065"/>
                <a:gd name="connsiteY22" fmla="*/ 66728 h 90302"/>
                <a:gd name="connsiteX23" fmla="*/ 86911 w 154065"/>
                <a:gd name="connsiteY23" fmla="*/ 62382 h 90302"/>
                <a:gd name="connsiteX24" fmla="*/ 87236 w 154065"/>
                <a:gd name="connsiteY24" fmla="*/ 61109 h 90302"/>
                <a:gd name="connsiteX25" fmla="*/ 91595 w 154065"/>
                <a:gd name="connsiteY25" fmla="*/ 57816 h 90302"/>
                <a:gd name="connsiteX26" fmla="*/ 92337 w 154065"/>
                <a:gd name="connsiteY26" fmla="*/ 57597 h 90302"/>
                <a:gd name="connsiteX27" fmla="*/ 94192 w 154065"/>
                <a:gd name="connsiteY27" fmla="*/ 57597 h 90302"/>
                <a:gd name="connsiteX28" fmla="*/ 96604 w 154065"/>
                <a:gd name="connsiteY28" fmla="*/ 52109 h 90302"/>
                <a:gd name="connsiteX29" fmla="*/ 93868 w 154065"/>
                <a:gd name="connsiteY29" fmla="*/ 45393 h 90302"/>
                <a:gd name="connsiteX30" fmla="*/ 94053 w 154065"/>
                <a:gd name="connsiteY30" fmla="*/ 44295 h 90302"/>
                <a:gd name="connsiteX31" fmla="*/ 99572 w 154065"/>
                <a:gd name="connsiteY31" fmla="*/ 37973 h 90302"/>
                <a:gd name="connsiteX32" fmla="*/ 100453 w 154065"/>
                <a:gd name="connsiteY32" fmla="*/ 37578 h 90302"/>
                <a:gd name="connsiteX33" fmla="*/ 110146 w 154065"/>
                <a:gd name="connsiteY33" fmla="*/ 37578 h 90302"/>
                <a:gd name="connsiteX34" fmla="*/ 114598 w 154065"/>
                <a:gd name="connsiteY34" fmla="*/ 36261 h 90302"/>
                <a:gd name="connsiteX35" fmla="*/ 115201 w 154065"/>
                <a:gd name="connsiteY35" fmla="*/ 36261 h 90302"/>
                <a:gd name="connsiteX36" fmla="*/ 124755 w 154065"/>
                <a:gd name="connsiteY36" fmla="*/ 38193 h 90302"/>
                <a:gd name="connsiteX37" fmla="*/ 125451 w 154065"/>
                <a:gd name="connsiteY37" fmla="*/ 38588 h 90302"/>
                <a:gd name="connsiteX38" fmla="*/ 127213 w 154065"/>
                <a:gd name="connsiteY38" fmla="*/ 40783 h 90302"/>
                <a:gd name="connsiteX39" fmla="*/ 127723 w 154065"/>
                <a:gd name="connsiteY39" fmla="*/ 40871 h 90302"/>
                <a:gd name="connsiteX40" fmla="*/ 129439 w 154065"/>
                <a:gd name="connsiteY40" fmla="*/ 39510 h 90302"/>
                <a:gd name="connsiteX41" fmla="*/ 134355 w 154065"/>
                <a:gd name="connsiteY41" fmla="*/ 41749 h 90302"/>
                <a:gd name="connsiteX42" fmla="*/ 138390 w 154065"/>
                <a:gd name="connsiteY42" fmla="*/ 39510 h 90302"/>
                <a:gd name="connsiteX43" fmla="*/ 144465 w 154065"/>
                <a:gd name="connsiteY43" fmla="*/ 39510 h 90302"/>
                <a:gd name="connsiteX44" fmla="*/ 136952 w 154065"/>
                <a:gd name="connsiteY44" fmla="*/ 32091 h 90302"/>
                <a:gd name="connsiteX45" fmla="*/ 138390 w 154065"/>
                <a:gd name="connsiteY45" fmla="*/ 29633 h 90302"/>
                <a:gd name="connsiteX46" fmla="*/ 146228 w 154065"/>
                <a:gd name="connsiteY46" fmla="*/ 29633 h 90302"/>
                <a:gd name="connsiteX47" fmla="*/ 152628 w 154065"/>
                <a:gd name="connsiteY47" fmla="*/ 28272 h 90302"/>
                <a:gd name="connsiteX48" fmla="*/ 154065 w 154065"/>
                <a:gd name="connsiteY48" fmla="*/ 23048 h 90302"/>
                <a:gd name="connsiteX49" fmla="*/ 149428 w 154065"/>
                <a:gd name="connsiteY49" fmla="*/ 23048 h 90302"/>
                <a:gd name="connsiteX50" fmla="*/ 144790 w 154065"/>
                <a:gd name="connsiteY50" fmla="*/ 20589 h 90302"/>
                <a:gd name="connsiteX51" fmla="*/ 132314 w 154065"/>
                <a:gd name="connsiteY51" fmla="*/ 20589 h 90302"/>
                <a:gd name="connsiteX52" fmla="*/ 134912 w 154065"/>
                <a:gd name="connsiteY52" fmla="*/ 14268 h 90302"/>
                <a:gd name="connsiteX53" fmla="*/ 128558 w 154065"/>
                <a:gd name="connsiteY53" fmla="*/ 14268 h 90302"/>
                <a:gd name="connsiteX54" fmla="*/ 123920 w 154065"/>
                <a:gd name="connsiteY54" fmla="*/ 5488 h 90302"/>
                <a:gd name="connsiteX55" fmla="*/ 122483 w 154065"/>
                <a:gd name="connsiteY55" fmla="*/ 2195 h 90302"/>
                <a:gd name="connsiteX56" fmla="*/ 119004 w 154065"/>
                <a:gd name="connsiteY56" fmla="*/ 0 h 90302"/>
                <a:gd name="connsiteX57" fmla="*/ 116685 w 154065"/>
                <a:gd name="connsiteY57" fmla="*/ 4917 h 90302"/>
                <a:gd name="connsiteX58" fmla="*/ 114923 w 154065"/>
                <a:gd name="connsiteY58" fmla="*/ 0 h 90302"/>
                <a:gd name="connsiteX59" fmla="*/ 112882 w 154065"/>
                <a:gd name="connsiteY59" fmla="*/ 2195 h 90302"/>
                <a:gd name="connsiteX60" fmla="*/ 111723 w 154065"/>
                <a:gd name="connsiteY60" fmla="*/ 6848 h 90302"/>
                <a:gd name="connsiteX61" fmla="*/ 102448 w 154065"/>
                <a:gd name="connsiteY61" fmla="*/ 19009 h 90302"/>
                <a:gd name="connsiteX62" fmla="*/ 98969 w 154065"/>
                <a:gd name="connsiteY62" fmla="*/ 21116 h 90302"/>
                <a:gd name="connsiteX63" fmla="*/ 94053 w 154065"/>
                <a:gd name="connsiteY63" fmla="*/ 22213 h 90302"/>
                <a:gd name="connsiteX64" fmla="*/ 92013 w 154065"/>
                <a:gd name="connsiteY64" fmla="*/ 24408 h 90302"/>
                <a:gd name="connsiteX65" fmla="*/ 94610 w 154065"/>
                <a:gd name="connsiteY65" fmla="*/ 25506 h 90302"/>
                <a:gd name="connsiteX66" fmla="*/ 92059 w 154065"/>
                <a:gd name="connsiteY66" fmla="*/ 29149 h 90302"/>
                <a:gd name="connsiteX67" fmla="*/ 93450 w 154065"/>
                <a:gd name="connsiteY67" fmla="*/ 38413 h 90302"/>
                <a:gd name="connsiteX68" fmla="*/ 93172 w 154065"/>
                <a:gd name="connsiteY68" fmla="*/ 39290 h 90302"/>
                <a:gd name="connsiteX69" fmla="*/ 92291 w 154065"/>
                <a:gd name="connsiteY69" fmla="*/ 39686 h 90302"/>
                <a:gd name="connsiteX70" fmla="*/ 87375 w 154065"/>
                <a:gd name="connsiteY70" fmla="*/ 39686 h 90302"/>
                <a:gd name="connsiteX71" fmla="*/ 86215 w 154065"/>
                <a:gd name="connsiteY71" fmla="*/ 38588 h 90302"/>
                <a:gd name="connsiteX72" fmla="*/ 86215 w 154065"/>
                <a:gd name="connsiteY72" fmla="*/ 33671 h 90302"/>
                <a:gd name="connsiteX73" fmla="*/ 83618 w 154065"/>
                <a:gd name="connsiteY73" fmla="*/ 34505 h 90302"/>
                <a:gd name="connsiteX74" fmla="*/ 86123 w 154065"/>
                <a:gd name="connsiteY74" fmla="*/ 41485 h 90302"/>
                <a:gd name="connsiteX75" fmla="*/ 85891 w 154065"/>
                <a:gd name="connsiteY75" fmla="*/ 42583 h 90302"/>
                <a:gd name="connsiteX76" fmla="*/ 82691 w 154065"/>
                <a:gd name="connsiteY76" fmla="*/ 45832 h 90302"/>
                <a:gd name="connsiteX77" fmla="*/ 81856 w 154065"/>
                <a:gd name="connsiteY77" fmla="*/ 46183 h 90302"/>
                <a:gd name="connsiteX78" fmla="*/ 81114 w 154065"/>
                <a:gd name="connsiteY78" fmla="*/ 45919 h 90302"/>
                <a:gd name="connsiteX79" fmla="*/ 69566 w 154065"/>
                <a:gd name="connsiteY79" fmla="*/ 36393 h 90302"/>
                <a:gd name="connsiteX80" fmla="*/ 67386 w 154065"/>
                <a:gd name="connsiteY80" fmla="*/ 39861 h 90302"/>
                <a:gd name="connsiteX81" fmla="*/ 59873 w 154065"/>
                <a:gd name="connsiteY81" fmla="*/ 49168 h 90302"/>
                <a:gd name="connsiteX82" fmla="*/ 56117 w 154065"/>
                <a:gd name="connsiteY82" fmla="*/ 56016 h 90302"/>
                <a:gd name="connsiteX83" fmla="*/ 26853 w 154065"/>
                <a:gd name="connsiteY83" fmla="*/ 65894 h 90302"/>
                <a:gd name="connsiteX84" fmla="*/ 18134 w 154065"/>
                <a:gd name="connsiteY84" fmla="*/ 80425 h 90302"/>
                <a:gd name="connsiteX85" fmla="*/ 5658 w 154065"/>
                <a:gd name="connsiteY85" fmla="*/ 77966 h 90302"/>
                <a:gd name="connsiteX86" fmla="*/ 696 w 154065"/>
                <a:gd name="connsiteY86" fmla="*/ 75069 h 90302"/>
                <a:gd name="connsiteX87" fmla="*/ 0 w 154065"/>
                <a:gd name="connsiteY87" fmla="*/ 75728 h 90302"/>
                <a:gd name="connsiteX88" fmla="*/ 13960 w 154065"/>
                <a:gd name="connsiteY88" fmla="*/ 90302 h 90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54065" h="90302">
                  <a:moveTo>
                    <a:pt x="13960" y="90171"/>
                  </a:moveTo>
                  <a:lnTo>
                    <a:pt x="17299" y="90171"/>
                  </a:lnTo>
                  <a:lnTo>
                    <a:pt x="26064" y="86966"/>
                  </a:lnTo>
                  <a:cubicBezTo>
                    <a:pt x="26064" y="86966"/>
                    <a:pt x="26482" y="86878"/>
                    <a:pt x="26713" y="86922"/>
                  </a:cubicBezTo>
                  <a:lnTo>
                    <a:pt x="32882" y="88107"/>
                  </a:lnTo>
                  <a:lnTo>
                    <a:pt x="40116" y="87054"/>
                  </a:lnTo>
                  <a:lnTo>
                    <a:pt x="40116" y="83234"/>
                  </a:lnTo>
                  <a:cubicBezTo>
                    <a:pt x="40116" y="82839"/>
                    <a:pt x="40348" y="82444"/>
                    <a:pt x="40766" y="82269"/>
                  </a:cubicBezTo>
                  <a:lnTo>
                    <a:pt x="46563" y="79503"/>
                  </a:lnTo>
                  <a:cubicBezTo>
                    <a:pt x="46563" y="79503"/>
                    <a:pt x="46888" y="79371"/>
                    <a:pt x="47073" y="79371"/>
                  </a:cubicBezTo>
                  <a:lnTo>
                    <a:pt x="54911" y="79371"/>
                  </a:lnTo>
                  <a:cubicBezTo>
                    <a:pt x="55560" y="79371"/>
                    <a:pt x="56070" y="79854"/>
                    <a:pt x="56070" y="80469"/>
                  </a:cubicBezTo>
                  <a:lnTo>
                    <a:pt x="56070" y="82400"/>
                  </a:lnTo>
                  <a:lnTo>
                    <a:pt x="65485" y="84815"/>
                  </a:lnTo>
                  <a:lnTo>
                    <a:pt x="67340" y="82532"/>
                  </a:lnTo>
                  <a:cubicBezTo>
                    <a:pt x="67572" y="82269"/>
                    <a:pt x="67896" y="82093"/>
                    <a:pt x="68267" y="82093"/>
                  </a:cubicBezTo>
                  <a:lnTo>
                    <a:pt x="79305" y="82093"/>
                  </a:lnTo>
                  <a:lnTo>
                    <a:pt x="80140" y="77659"/>
                  </a:lnTo>
                  <a:cubicBezTo>
                    <a:pt x="80186" y="77396"/>
                    <a:pt x="80325" y="77176"/>
                    <a:pt x="80557" y="77001"/>
                  </a:cubicBezTo>
                  <a:lnTo>
                    <a:pt x="82737" y="75376"/>
                  </a:lnTo>
                  <a:lnTo>
                    <a:pt x="82737" y="70986"/>
                  </a:lnTo>
                  <a:cubicBezTo>
                    <a:pt x="82737" y="70591"/>
                    <a:pt x="82923" y="70284"/>
                    <a:pt x="83294" y="70064"/>
                  </a:cubicBezTo>
                  <a:lnTo>
                    <a:pt x="88859" y="66728"/>
                  </a:lnTo>
                  <a:lnTo>
                    <a:pt x="86911" y="62382"/>
                  </a:lnTo>
                  <a:cubicBezTo>
                    <a:pt x="86726" y="61943"/>
                    <a:pt x="86865" y="61416"/>
                    <a:pt x="87236" y="61109"/>
                  </a:cubicBezTo>
                  <a:lnTo>
                    <a:pt x="91595" y="57816"/>
                  </a:lnTo>
                  <a:cubicBezTo>
                    <a:pt x="91595" y="57816"/>
                    <a:pt x="92059" y="57597"/>
                    <a:pt x="92337" y="57597"/>
                  </a:cubicBezTo>
                  <a:lnTo>
                    <a:pt x="94192" y="57597"/>
                  </a:lnTo>
                  <a:lnTo>
                    <a:pt x="96604" y="52109"/>
                  </a:lnTo>
                  <a:lnTo>
                    <a:pt x="93868" y="45393"/>
                  </a:lnTo>
                  <a:cubicBezTo>
                    <a:pt x="93729" y="45041"/>
                    <a:pt x="93775" y="44602"/>
                    <a:pt x="94053" y="44295"/>
                  </a:cubicBezTo>
                  <a:lnTo>
                    <a:pt x="99572" y="37973"/>
                  </a:lnTo>
                  <a:cubicBezTo>
                    <a:pt x="99804" y="37710"/>
                    <a:pt x="100129" y="37578"/>
                    <a:pt x="100453" y="37578"/>
                  </a:cubicBezTo>
                  <a:lnTo>
                    <a:pt x="110146" y="37578"/>
                  </a:lnTo>
                  <a:lnTo>
                    <a:pt x="114598" y="36261"/>
                  </a:lnTo>
                  <a:cubicBezTo>
                    <a:pt x="114598" y="36261"/>
                    <a:pt x="115016" y="36174"/>
                    <a:pt x="115201" y="36261"/>
                  </a:cubicBezTo>
                  <a:lnTo>
                    <a:pt x="124755" y="38193"/>
                  </a:lnTo>
                  <a:cubicBezTo>
                    <a:pt x="125033" y="38237"/>
                    <a:pt x="125265" y="38369"/>
                    <a:pt x="125451" y="38588"/>
                  </a:cubicBezTo>
                  <a:lnTo>
                    <a:pt x="127213" y="40783"/>
                  </a:lnTo>
                  <a:lnTo>
                    <a:pt x="127723" y="40871"/>
                  </a:lnTo>
                  <a:lnTo>
                    <a:pt x="129439" y="39510"/>
                  </a:lnTo>
                  <a:lnTo>
                    <a:pt x="134355" y="41749"/>
                  </a:lnTo>
                  <a:lnTo>
                    <a:pt x="138390" y="39510"/>
                  </a:lnTo>
                  <a:lnTo>
                    <a:pt x="144465" y="39510"/>
                  </a:lnTo>
                  <a:lnTo>
                    <a:pt x="136952" y="32091"/>
                  </a:lnTo>
                  <a:lnTo>
                    <a:pt x="138390" y="29633"/>
                  </a:lnTo>
                  <a:lnTo>
                    <a:pt x="146228" y="29633"/>
                  </a:lnTo>
                  <a:lnTo>
                    <a:pt x="152628" y="28272"/>
                  </a:lnTo>
                  <a:lnTo>
                    <a:pt x="154065" y="23048"/>
                  </a:lnTo>
                  <a:lnTo>
                    <a:pt x="149428" y="23048"/>
                  </a:lnTo>
                  <a:lnTo>
                    <a:pt x="144790" y="20589"/>
                  </a:lnTo>
                  <a:cubicBezTo>
                    <a:pt x="144790" y="20589"/>
                    <a:pt x="140755" y="13477"/>
                    <a:pt x="132314" y="20589"/>
                  </a:cubicBezTo>
                  <a:lnTo>
                    <a:pt x="134912" y="14268"/>
                  </a:lnTo>
                  <a:lnTo>
                    <a:pt x="128558" y="14268"/>
                  </a:lnTo>
                  <a:cubicBezTo>
                    <a:pt x="128558" y="14268"/>
                    <a:pt x="131758" y="5488"/>
                    <a:pt x="123920" y="5488"/>
                  </a:cubicBezTo>
                  <a:lnTo>
                    <a:pt x="122483" y="2195"/>
                  </a:lnTo>
                  <a:lnTo>
                    <a:pt x="119004" y="0"/>
                  </a:lnTo>
                  <a:lnTo>
                    <a:pt x="116685" y="4917"/>
                  </a:lnTo>
                  <a:lnTo>
                    <a:pt x="114923" y="0"/>
                  </a:lnTo>
                  <a:lnTo>
                    <a:pt x="112882" y="2195"/>
                  </a:lnTo>
                  <a:lnTo>
                    <a:pt x="111723" y="6848"/>
                  </a:lnTo>
                  <a:cubicBezTo>
                    <a:pt x="111723" y="6848"/>
                    <a:pt x="103607" y="11414"/>
                    <a:pt x="102448" y="19009"/>
                  </a:cubicBezTo>
                  <a:lnTo>
                    <a:pt x="98969" y="21116"/>
                  </a:lnTo>
                  <a:lnTo>
                    <a:pt x="94053" y="22213"/>
                  </a:lnTo>
                  <a:lnTo>
                    <a:pt x="92013" y="24408"/>
                  </a:lnTo>
                  <a:lnTo>
                    <a:pt x="94610" y="25506"/>
                  </a:lnTo>
                  <a:lnTo>
                    <a:pt x="92059" y="29149"/>
                  </a:lnTo>
                  <a:lnTo>
                    <a:pt x="93450" y="38413"/>
                  </a:lnTo>
                  <a:cubicBezTo>
                    <a:pt x="93497" y="38720"/>
                    <a:pt x="93404" y="39027"/>
                    <a:pt x="93172" y="39290"/>
                  </a:cubicBezTo>
                  <a:cubicBezTo>
                    <a:pt x="92940" y="39510"/>
                    <a:pt x="92616" y="39686"/>
                    <a:pt x="92291" y="39686"/>
                  </a:cubicBezTo>
                  <a:lnTo>
                    <a:pt x="87375" y="39686"/>
                  </a:lnTo>
                  <a:cubicBezTo>
                    <a:pt x="86726" y="39686"/>
                    <a:pt x="86215" y="39203"/>
                    <a:pt x="86215" y="38588"/>
                  </a:cubicBezTo>
                  <a:lnTo>
                    <a:pt x="86215" y="33671"/>
                  </a:lnTo>
                  <a:lnTo>
                    <a:pt x="83618" y="34505"/>
                  </a:lnTo>
                  <a:lnTo>
                    <a:pt x="86123" y="41485"/>
                  </a:lnTo>
                  <a:cubicBezTo>
                    <a:pt x="86262" y="41881"/>
                    <a:pt x="86123" y="42276"/>
                    <a:pt x="85891" y="42583"/>
                  </a:cubicBezTo>
                  <a:lnTo>
                    <a:pt x="82691" y="45832"/>
                  </a:lnTo>
                  <a:cubicBezTo>
                    <a:pt x="82459" y="46051"/>
                    <a:pt x="82134" y="46183"/>
                    <a:pt x="81856" y="46183"/>
                  </a:cubicBezTo>
                  <a:cubicBezTo>
                    <a:pt x="81578" y="46183"/>
                    <a:pt x="81299" y="46095"/>
                    <a:pt x="81114" y="45919"/>
                  </a:cubicBezTo>
                  <a:lnTo>
                    <a:pt x="69566" y="36393"/>
                  </a:lnTo>
                  <a:cubicBezTo>
                    <a:pt x="68546" y="37271"/>
                    <a:pt x="67757" y="38413"/>
                    <a:pt x="67386" y="39861"/>
                  </a:cubicBezTo>
                  <a:cubicBezTo>
                    <a:pt x="65346" y="47280"/>
                    <a:pt x="59873" y="49168"/>
                    <a:pt x="59873" y="49168"/>
                  </a:cubicBezTo>
                  <a:lnTo>
                    <a:pt x="56117" y="56016"/>
                  </a:lnTo>
                  <a:cubicBezTo>
                    <a:pt x="56117" y="56016"/>
                    <a:pt x="27409" y="59309"/>
                    <a:pt x="26853" y="65894"/>
                  </a:cubicBezTo>
                  <a:cubicBezTo>
                    <a:pt x="26296" y="72479"/>
                    <a:pt x="28615" y="80732"/>
                    <a:pt x="18134" y="80425"/>
                  </a:cubicBezTo>
                  <a:cubicBezTo>
                    <a:pt x="18134" y="80425"/>
                    <a:pt x="11455" y="75771"/>
                    <a:pt x="5658" y="77966"/>
                  </a:cubicBezTo>
                  <a:lnTo>
                    <a:pt x="696" y="75069"/>
                  </a:lnTo>
                  <a:lnTo>
                    <a:pt x="0" y="75728"/>
                  </a:lnTo>
                  <a:lnTo>
                    <a:pt x="13960" y="903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2" name="Freeform: Shape 1991">
              <a:extLst>
                <a:ext uri="{FF2B5EF4-FFF2-40B4-BE49-F238E27FC236}">
                  <a16:creationId xmlns:a16="http://schemas.microsoft.com/office/drawing/2014/main" id="{EA9D5484-72E0-0688-0BAE-275A038E3FF2}"/>
                </a:ext>
              </a:extLst>
            </p:cNvPr>
            <p:cNvSpPr>
              <a:spLocks/>
            </p:cNvSpPr>
            <p:nvPr/>
          </p:nvSpPr>
          <p:spPr>
            <a:xfrm>
              <a:off x="8450092" y="3895426"/>
              <a:ext cx="4360" cy="8583"/>
            </a:xfrm>
            <a:custGeom>
              <a:avLst/>
              <a:gdLst>
                <a:gd name="connsiteX0" fmla="*/ 0 w 2921"/>
                <a:gd name="connsiteY0" fmla="*/ 1932 h 5750"/>
                <a:gd name="connsiteX1" fmla="*/ 0 w 2921"/>
                <a:gd name="connsiteY1" fmla="*/ 5751 h 5750"/>
                <a:gd name="connsiteX2" fmla="*/ 2922 w 2921"/>
                <a:gd name="connsiteY2" fmla="*/ 4390 h 5750"/>
                <a:gd name="connsiteX3" fmla="*/ 2922 w 2921"/>
                <a:gd name="connsiteY3" fmla="*/ 0 h 5750"/>
                <a:gd name="connsiteX4" fmla="*/ 0 w 2921"/>
                <a:gd name="connsiteY4" fmla="*/ 1932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1" h="5750">
                  <a:moveTo>
                    <a:pt x="0" y="1932"/>
                  </a:moveTo>
                  <a:lnTo>
                    <a:pt x="0" y="5751"/>
                  </a:lnTo>
                  <a:lnTo>
                    <a:pt x="2922" y="4390"/>
                  </a:lnTo>
                  <a:lnTo>
                    <a:pt x="2922" y="0"/>
                  </a:lnTo>
                  <a:lnTo>
                    <a:pt x="0" y="193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3" name="Freeform: Shape 1992">
              <a:extLst>
                <a:ext uri="{FF2B5EF4-FFF2-40B4-BE49-F238E27FC236}">
                  <a16:creationId xmlns:a16="http://schemas.microsoft.com/office/drawing/2014/main" id="{01D3EDB3-2FE7-0138-47FA-3EF73F038A19}"/>
                </a:ext>
              </a:extLst>
            </p:cNvPr>
            <p:cNvSpPr>
              <a:spLocks/>
            </p:cNvSpPr>
            <p:nvPr/>
          </p:nvSpPr>
          <p:spPr>
            <a:xfrm>
              <a:off x="8450092" y="3913444"/>
              <a:ext cx="6506" cy="6159"/>
            </a:xfrm>
            <a:custGeom>
              <a:avLst/>
              <a:gdLst>
                <a:gd name="connsiteX0" fmla="*/ 1438 w 4359"/>
                <a:gd name="connsiteY0" fmla="*/ 4127 h 4126"/>
                <a:gd name="connsiteX1" fmla="*/ 4359 w 4359"/>
                <a:gd name="connsiteY1" fmla="*/ 0 h 4126"/>
                <a:gd name="connsiteX2" fmla="*/ 0 w 4359"/>
                <a:gd name="connsiteY2" fmla="*/ 0 h 4126"/>
                <a:gd name="connsiteX3" fmla="*/ 1438 w 4359"/>
                <a:gd name="connsiteY3" fmla="*/ 4127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59" h="4126">
                  <a:moveTo>
                    <a:pt x="1438" y="4127"/>
                  </a:moveTo>
                  <a:lnTo>
                    <a:pt x="4359" y="0"/>
                  </a:lnTo>
                  <a:lnTo>
                    <a:pt x="0" y="0"/>
                  </a:lnTo>
                  <a:lnTo>
                    <a:pt x="1438" y="41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4" name="Freeform: Shape 1993">
              <a:extLst>
                <a:ext uri="{FF2B5EF4-FFF2-40B4-BE49-F238E27FC236}">
                  <a16:creationId xmlns:a16="http://schemas.microsoft.com/office/drawing/2014/main" id="{A2090C22-D4FD-2E60-3C59-534CA56D5D72}"/>
                </a:ext>
              </a:extLst>
            </p:cNvPr>
            <p:cNvSpPr>
              <a:spLocks/>
            </p:cNvSpPr>
            <p:nvPr/>
          </p:nvSpPr>
          <p:spPr>
            <a:xfrm>
              <a:off x="8456601" y="3821707"/>
              <a:ext cx="64031" cy="67164"/>
            </a:xfrm>
            <a:custGeom>
              <a:avLst/>
              <a:gdLst>
                <a:gd name="connsiteX0" fmla="*/ 32464 w 42898"/>
                <a:gd name="connsiteY0" fmla="*/ 14004 h 44997"/>
                <a:gd name="connsiteX1" fmla="*/ 0 w 42898"/>
                <a:gd name="connsiteY1" fmla="*/ 44998 h 44997"/>
                <a:gd name="connsiteX2" fmla="*/ 7235 w 42898"/>
                <a:gd name="connsiteY2" fmla="*/ 40608 h 44997"/>
                <a:gd name="connsiteX3" fmla="*/ 12754 w 42898"/>
                <a:gd name="connsiteY3" fmla="*/ 35383 h 44997"/>
                <a:gd name="connsiteX4" fmla="*/ 19432 w 42898"/>
                <a:gd name="connsiteY4" fmla="*/ 32354 h 44997"/>
                <a:gd name="connsiteX5" fmla="*/ 25229 w 42898"/>
                <a:gd name="connsiteY5" fmla="*/ 22477 h 44997"/>
                <a:gd name="connsiteX6" fmla="*/ 32464 w 42898"/>
                <a:gd name="connsiteY6" fmla="*/ 20809 h 44997"/>
                <a:gd name="connsiteX7" fmla="*/ 34505 w 42898"/>
                <a:gd name="connsiteY7" fmla="*/ 17253 h 44997"/>
                <a:gd name="connsiteX8" fmla="*/ 41461 w 42898"/>
                <a:gd name="connsiteY8" fmla="*/ 14794 h 44997"/>
                <a:gd name="connsiteX9" fmla="*/ 42899 w 42898"/>
                <a:gd name="connsiteY9" fmla="*/ 12599 h 44997"/>
                <a:gd name="connsiteX10" fmla="*/ 39699 w 42898"/>
                <a:gd name="connsiteY10" fmla="*/ 12073 h 44997"/>
                <a:gd name="connsiteX11" fmla="*/ 37380 w 42898"/>
                <a:gd name="connsiteY11" fmla="*/ 6585 h 44997"/>
                <a:gd name="connsiteX12" fmla="*/ 37380 w 42898"/>
                <a:gd name="connsiteY12" fmla="*/ 0 h 44997"/>
                <a:gd name="connsiteX13" fmla="*/ 32464 w 42898"/>
                <a:gd name="connsiteY13" fmla="*/ 14004 h 4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898" h="44997">
                  <a:moveTo>
                    <a:pt x="32464" y="14004"/>
                  </a:moveTo>
                  <a:cubicBezTo>
                    <a:pt x="5797" y="28272"/>
                    <a:pt x="0" y="44998"/>
                    <a:pt x="0" y="44998"/>
                  </a:cubicBezTo>
                  <a:lnTo>
                    <a:pt x="7235" y="40608"/>
                  </a:lnTo>
                  <a:cubicBezTo>
                    <a:pt x="12754" y="39773"/>
                    <a:pt x="12754" y="35383"/>
                    <a:pt x="12754" y="35383"/>
                  </a:cubicBezTo>
                  <a:cubicBezTo>
                    <a:pt x="12754" y="35383"/>
                    <a:pt x="15954" y="35383"/>
                    <a:pt x="19432" y="32354"/>
                  </a:cubicBezTo>
                  <a:cubicBezTo>
                    <a:pt x="22910" y="29325"/>
                    <a:pt x="25229" y="22477"/>
                    <a:pt x="25229" y="22477"/>
                  </a:cubicBezTo>
                  <a:lnTo>
                    <a:pt x="32464" y="20809"/>
                  </a:lnTo>
                  <a:lnTo>
                    <a:pt x="34505" y="17253"/>
                  </a:lnTo>
                  <a:lnTo>
                    <a:pt x="41461" y="14794"/>
                  </a:lnTo>
                  <a:lnTo>
                    <a:pt x="42899" y="12599"/>
                  </a:lnTo>
                  <a:lnTo>
                    <a:pt x="39699" y="12073"/>
                  </a:lnTo>
                  <a:cubicBezTo>
                    <a:pt x="40858" y="8209"/>
                    <a:pt x="37380" y="6585"/>
                    <a:pt x="37380" y="6585"/>
                  </a:cubicBezTo>
                  <a:lnTo>
                    <a:pt x="37380" y="0"/>
                  </a:lnTo>
                  <a:cubicBezTo>
                    <a:pt x="32742" y="3556"/>
                    <a:pt x="32464" y="14004"/>
                    <a:pt x="32464" y="1400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5" name="Freeform: Shape 1994">
              <a:extLst>
                <a:ext uri="{FF2B5EF4-FFF2-40B4-BE49-F238E27FC236}">
                  <a16:creationId xmlns:a16="http://schemas.microsoft.com/office/drawing/2014/main" id="{53CB0CB7-07BD-D5A1-5782-59BC8ACFB028}"/>
                </a:ext>
              </a:extLst>
            </p:cNvPr>
            <p:cNvSpPr>
              <a:spLocks/>
            </p:cNvSpPr>
            <p:nvPr/>
          </p:nvSpPr>
          <p:spPr>
            <a:xfrm>
              <a:off x="8515717" y="3654198"/>
              <a:ext cx="140178" cy="201191"/>
            </a:xfrm>
            <a:custGeom>
              <a:avLst/>
              <a:gdLst>
                <a:gd name="connsiteX0" fmla="*/ 93 w 93913"/>
                <a:gd name="connsiteY0" fmla="*/ 43082 h 134789"/>
                <a:gd name="connsiteX1" fmla="*/ 6493 w 93913"/>
                <a:gd name="connsiteY1" fmla="*/ 57086 h 134789"/>
                <a:gd name="connsiteX2" fmla="*/ 8534 w 93913"/>
                <a:gd name="connsiteY2" fmla="*/ 60642 h 134789"/>
                <a:gd name="connsiteX3" fmla="*/ 12893 w 93913"/>
                <a:gd name="connsiteY3" fmla="*/ 63671 h 134789"/>
                <a:gd name="connsiteX4" fmla="*/ 13171 w 93913"/>
                <a:gd name="connsiteY4" fmla="*/ 60378 h 134789"/>
                <a:gd name="connsiteX5" fmla="*/ 18968 w 93913"/>
                <a:gd name="connsiteY5" fmla="*/ 61213 h 134789"/>
                <a:gd name="connsiteX6" fmla="*/ 24163 w 93913"/>
                <a:gd name="connsiteY6" fmla="*/ 63671 h 134789"/>
                <a:gd name="connsiteX7" fmla="*/ 25600 w 93913"/>
                <a:gd name="connsiteY7" fmla="*/ 67359 h 134789"/>
                <a:gd name="connsiteX8" fmla="*/ 23281 w 93913"/>
                <a:gd name="connsiteY8" fmla="*/ 67359 h 134789"/>
                <a:gd name="connsiteX9" fmla="*/ 20081 w 93913"/>
                <a:gd name="connsiteY9" fmla="*/ 64505 h 134789"/>
                <a:gd name="connsiteX10" fmla="*/ 18365 w 93913"/>
                <a:gd name="connsiteY10" fmla="*/ 66173 h 134789"/>
                <a:gd name="connsiteX11" fmla="*/ 15490 w 93913"/>
                <a:gd name="connsiteY11" fmla="*/ 67402 h 134789"/>
                <a:gd name="connsiteX12" fmla="*/ 13774 w 93913"/>
                <a:gd name="connsiteY12" fmla="*/ 73066 h 134789"/>
                <a:gd name="connsiteX13" fmla="*/ 19850 w 93913"/>
                <a:gd name="connsiteY13" fmla="*/ 75787 h 134789"/>
                <a:gd name="connsiteX14" fmla="*/ 18412 w 93913"/>
                <a:gd name="connsiteY14" fmla="*/ 80704 h 134789"/>
                <a:gd name="connsiteX15" fmla="*/ 10018 w 93913"/>
                <a:gd name="connsiteY15" fmla="*/ 78773 h 134789"/>
                <a:gd name="connsiteX16" fmla="*/ 17252 w 93913"/>
                <a:gd name="connsiteY16" fmla="*/ 92469 h 134789"/>
                <a:gd name="connsiteX17" fmla="*/ 24209 w 93913"/>
                <a:gd name="connsiteY17" fmla="*/ 99054 h 134789"/>
                <a:gd name="connsiteX18" fmla="*/ 27687 w 93913"/>
                <a:gd name="connsiteY18" fmla="*/ 93830 h 134789"/>
                <a:gd name="connsiteX19" fmla="*/ 26528 w 93913"/>
                <a:gd name="connsiteY19" fmla="*/ 87772 h 134789"/>
                <a:gd name="connsiteX20" fmla="*/ 26528 w 93913"/>
                <a:gd name="connsiteY20" fmla="*/ 81450 h 134789"/>
                <a:gd name="connsiteX21" fmla="*/ 23931 w 93913"/>
                <a:gd name="connsiteY21" fmla="*/ 77324 h 134789"/>
                <a:gd name="connsiteX22" fmla="*/ 30331 w 93913"/>
                <a:gd name="connsiteY22" fmla="*/ 74031 h 134789"/>
                <a:gd name="connsiteX23" fmla="*/ 36128 w 93913"/>
                <a:gd name="connsiteY23" fmla="*/ 74295 h 134789"/>
                <a:gd name="connsiteX24" fmla="*/ 36128 w 93913"/>
                <a:gd name="connsiteY24" fmla="*/ 81977 h 134789"/>
                <a:gd name="connsiteX25" fmla="*/ 48000 w 93913"/>
                <a:gd name="connsiteY25" fmla="*/ 89923 h 134789"/>
                <a:gd name="connsiteX26" fmla="*/ 46284 w 93913"/>
                <a:gd name="connsiteY26" fmla="*/ 82241 h 134789"/>
                <a:gd name="connsiteX27" fmla="*/ 44244 w 93913"/>
                <a:gd name="connsiteY27" fmla="*/ 75129 h 134789"/>
                <a:gd name="connsiteX28" fmla="*/ 49160 w 93913"/>
                <a:gd name="connsiteY28" fmla="*/ 78992 h 134789"/>
                <a:gd name="connsiteX29" fmla="*/ 55235 w 93913"/>
                <a:gd name="connsiteY29" fmla="*/ 82548 h 134789"/>
                <a:gd name="connsiteX30" fmla="*/ 56998 w 93913"/>
                <a:gd name="connsiteY30" fmla="*/ 88035 h 134789"/>
                <a:gd name="connsiteX31" fmla="*/ 60476 w 93913"/>
                <a:gd name="connsiteY31" fmla="*/ 90757 h 134789"/>
                <a:gd name="connsiteX32" fmla="*/ 68870 w 93913"/>
                <a:gd name="connsiteY32" fmla="*/ 92118 h 134789"/>
                <a:gd name="connsiteX33" fmla="*/ 73508 w 93913"/>
                <a:gd name="connsiteY33" fmla="*/ 95147 h 134789"/>
                <a:gd name="connsiteX34" fmla="*/ 74667 w 93913"/>
                <a:gd name="connsiteY34" fmla="*/ 102566 h 134789"/>
                <a:gd name="connsiteX35" fmla="*/ 70308 w 93913"/>
                <a:gd name="connsiteY35" fmla="*/ 103400 h 134789"/>
                <a:gd name="connsiteX36" fmla="*/ 63908 w 93913"/>
                <a:gd name="connsiteY36" fmla="*/ 98747 h 134789"/>
                <a:gd name="connsiteX37" fmla="*/ 57508 w 93913"/>
                <a:gd name="connsiteY37" fmla="*/ 94357 h 134789"/>
                <a:gd name="connsiteX38" fmla="*/ 55189 w 93913"/>
                <a:gd name="connsiteY38" fmla="*/ 100415 h 134789"/>
                <a:gd name="connsiteX39" fmla="*/ 59548 w 93913"/>
                <a:gd name="connsiteY39" fmla="*/ 101513 h 134789"/>
                <a:gd name="connsiteX40" fmla="*/ 62424 w 93913"/>
                <a:gd name="connsiteY40" fmla="*/ 103444 h 134789"/>
                <a:gd name="connsiteX41" fmla="*/ 63166 w 93913"/>
                <a:gd name="connsiteY41" fmla="*/ 103971 h 134789"/>
                <a:gd name="connsiteX42" fmla="*/ 66366 w 93913"/>
                <a:gd name="connsiteY42" fmla="*/ 100635 h 134789"/>
                <a:gd name="connsiteX43" fmla="*/ 64372 w 93913"/>
                <a:gd name="connsiteY43" fmla="*/ 104805 h 134789"/>
                <a:gd name="connsiteX44" fmla="*/ 69659 w 93913"/>
                <a:gd name="connsiteY44" fmla="*/ 108405 h 134789"/>
                <a:gd name="connsiteX45" fmla="*/ 74296 w 93913"/>
                <a:gd name="connsiteY45" fmla="*/ 112268 h 134789"/>
                <a:gd name="connsiteX46" fmla="*/ 74575 w 93913"/>
                <a:gd name="connsiteY46" fmla="*/ 119951 h 134789"/>
                <a:gd name="connsiteX47" fmla="*/ 77450 w 93913"/>
                <a:gd name="connsiteY47" fmla="*/ 119951 h 134789"/>
                <a:gd name="connsiteX48" fmla="*/ 78610 w 93913"/>
                <a:gd name="connsiteY48" fmla="*/ 129565 h 134789"/>
                <a:gd name="connsiteX49" fmla="*/ 82088 w 93913"/>
                <a:gd name="connsiteY49" fmla="*/ 134789 h 134789"/>
                <a:gd name="connsiteX50" fmla="*/ 87282 w 93913"/>
                <a:gd name="connsiteY50" fmla="*/ 128204 h 134789"/>
                <a:gd name="connsiteX51" fmla="*/ 84963 w 93913"/>
                <a:gd name="connsiteY51" fmla="*/ 121619 h 134789"/>
                <a:gd name="connsiteX52" fmla="*/ 83804 w 93913"/>
                <a:gd name="connsiteY52" fmla="*/ 113937 h 134789"/>
                <a:gd name="connsiteX53" fmla="*/ 88720 w 93913"/>
                <a:gd name="connsiteY53" fmla="*/ 117229 h 134789"/>
                <a:gd name="connsiteX54" fmla="*/ 93914 w 93913"/>
                <a:gd name="connsiteY54" fmla="*/ 115034 h 134789"/>
                <a:gd name="connsiteX55" fmla="*/ 93914 w 93913"/>
                <a:gd name="connsiteY55" fmla="*/ 110381 h 134789"/>
                <a:gd name="connsiteX56" fmla="*/ 92477 w 93913"/>
                <a:gd name="connsiteY56" fmla="*/ 102127 h 134789"/>
                <a:gd name="connsiteX57" fmla="*/ 87560 w 93913"/>
                <a:gd name="connsiteY57" fmla="*/ 92821 h 134789"/>
                <a:gd name="connsiteX58" fmla="*/ 77404 w 93913"/>
                <a:gd name="connsiteY58" fmla="*/ 95279 h 134789"/>
                <a:gd name="connsiteX59" fmla="*/ 74807 w 93913"/>
                <a:gd name="connsiteY59" fmla="*/ 92250 h 134789"/>
                <a:gd name="connsiteX60" fmla="*/ 74807 w 93913"/>
                <a:gd name="connsiteY60" fmla="*/ 88694 h 134789"/>
                <a:gd name="connsiteX61" fmla="*/ 72210 w 93913"/>
                <a:gd name="connsiteY61" fmla="*/ 85138 h 134789"/>
                <a:gd name="connsiteX62" fmla="*/ 66691 w 93913"/>
                <a:gd name="connsiteY62" fmla="*/ 83470 h 134789"/>
                <a:gd name="connsiteX63" fmla="*/ 61172 w 93913"/>
                <a:gd name="connsiteY63" fmla="*/ 81012 h 134789"/>
                <a:gd name="connsiteX64" fmla="*/ 60012 w 93913"/>
                <a:gd name="connsiteY64" fmla="*/ 77148 h 134789"/>
                <a:gd name="connsiteX65" fmla="*/ 66691 w 93913"/>
                <a:gd name="connsiteY65" fmla="*/ 77148 h 134789"/>
                <a:gd name="connsiteX66" fmla="*/ 66691 w 93913"/>
                <a:gd name="connsiteY66" fmla="*/ 74953 h 134789"/>
                <a:gd name="connsiteX67" fmla="*/ 59456 w 93913"/>
                <a:gd name="connsiteY67" fmla="*/ 73592 h 134789"/>
                <a:gd name="connsiteX68" fmla="*/ 56859 w 93913"/>
                <a:gd name="connsiteY68" fmla="*/ 71397 h 134789"/>
                <a:gd name="connsiteX69" fmla="*/ 54262 w 93913"/>
                <a:gd name="connsiteY69" fmla="*/ 77148 h 134789"/>
                <a:gd name="connsiteX70" fmla="*/ 48465 w 93913"/>
                <a:gd name="connsiteY70" fmla="*/ 67007 h 134789"/>
                <a:gd name="connsiteX71" fmla="*/ 40070 w 93913"/>
                <a:gd name="connsiteY71" fmla="*/ 69466 h 134789"/>
                <a:gd name="connsiteX72" fmla="*/ 40627 w 93913"/>
                <a:gd name="connsiteY72" fmla="*/ 72758 h 134789"/>
                <a:gd name="connsiteX73" fmla="*/ 29310 w 93913"/>
                <a:gd name="connsiteY73" fmla="*/ 61783 h 134789"/>
                <a:gd name="connsiteX74" fmla="*/ 27456 w 93913"/>
                <a:gd name="connsiteY74" fmla="*/ 51335 h 134789"/>
                <a:gd name="connsiteX75" fmla="*/ 29310 w 93913"/>
                <a:gd name="connsiteY75" fmla="*/ 43653 h 134789"/>
                <a:gd name="connsiteX76" fmla="*/ 33670 w 93913"/>
                <a:gd name="connsiteY76" fmla="*/ 39263 h 134789"/>
                <a:gd name="connsiteX77" fmla="*/ 39746 w 93913"/>
                <a:gd name="connsiteY77" fmla="*/ 35707 h 134789"/>
                <a:gd name="connsiteX78" fmla="*/ 41183 w 93913"/>
                <a:gd name="connsiteY78" fmla="*/ 31053 h 134789"/>
                <a:gd name="connsiteX79" fmla="*/ 43502 w 93913"/>
                <a:gd name="connsiteY79" fmla="*/ 22273 h 134789"/>
                <a:gd name="connsiteX80" fmla="*/ 38586 w 93913"/>
                <a:gd name="connsiteY80" fmla="*/ 16215 h 134789"/>
                <a:gd name="connsiteX81" fmla="*/ 39467 w 93913"/>
                <a:gd name="connsiteY81" fmla="*/ 9367 h 134789"/>
                <a:gd name="connsiteX82" fmla="*/ 40905 w 93913"/>
                <a:gd name="connsiteY82" fmla="*/ 3616 h 134789"/>
                <a:gd name="connsiteX83" fmla="*/ 40905 w 93913"/>
                <a:gd name="connsiteY83" fmla="*/ 16 h 134789"/>
                <a:gd name="connsiteX84" fmla="*/ 34829 w 93913"/>
                <a:gd name="connsiteY84" fmla="*/ 6469 h 134789"/>
                <a:gd name="connsiteX85" fmla="*/ 20916 w 93913"/>
                <a:gd name="connsiteY85" fmla="*/ 323 h 134789"/>
                <a:gd name="connsiteX86" fmla="*/ 11362 w 93913"/>
                <a:gd name="connsiteY86" fmla="*/ 12966 h 134789"/>
                <a:gd name="connsiteX87" fmla="*/ 11362 w 93913"/>
                <a:gd name="connsiteY87" fmla="*/ 25302 h 134789"/>
                <a:gd name="connsiteX88" fmla="*/ 9322 w 93913"/>
                <a:gd name="connsiteY88" fmla="*/ 31053 h 134789"/>
                <a:gd name="connsiteX89" fmla="*/ 10760 w 93913"/>
                <a:gd name="connsiteY89" fmla="*/ 38165 h 134789"/>
                <a:gd name="connsiteX90" fmla="*/ 7560 w 93913"/>
                <a:gd name="connsiteY90" fmla="*/ 40360 h 134789"/>
                <a:gd name="connsiteX91" fmla="*/ 1762 w 93913"/>
                <a:gd name="connsiteY91" fmla="*/ 35136 h 134789"/>
                <a:gd name="connsiteX92" fmla="*/ 0 w 93913"/>
                <a:gd name="connsiteY92" fmla="*/ 43082 h 13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93913" h="134789">
                  <a:moveTo>
                    <a:pt x="93" y="43082"/>
                  </a:moveTo>
                  <a:lnTo>
                    <a:pt x="6493" y="57086"/>
                  </a:lnTo>
                  <a:lnTo>
                    <a:pt x="8534" y="60642"/>
                  </a:lnTo>
                  <a:lnTo>
                    <a:pt x="12893" y="63671"/>
                  </a:lnTo>
                  <a:lnTo>
                    <a:pt x="13171" y="60378"/>
                  </a:lnTo>
                  <a:lnTo>
                    <a:pt x="18968" y="61213"/>
                  </a:lnTo>
                  <a:lnTo>
                    <a:pt x="24163" y="63671"/>
                  </a:lnTo>
                  <a:lnTo>
                    <a:pt x="25600" y="67359"/>
                  </a:lnTo>
                  <a:lnTo>
                    <a:pt x="23281" y="67359"/>
                  </a:lnTo>
                  <a:lnTo>
                    <a:pt x="20081" y="64505"/>
                  </a:lnTo>
                  <a:lnTo>
                    <a:pt x="18365" y="66173"/>
                  </a:lnTo>
                  <a:lnTo>
                    <a:pt x="15490" y="67402"/>
                  </a:lnTo>
                  <a:lnTo>
                    <a:pt x="13774" y="73066"/>
                  </a:lnTo>
                  <a:lnTo>
                    <a:pt x="19850" y="75787"/>
                  </a:lnTo>
                  <a:lnTo>
                    <a:pt x="18412" y="80704"/>
                  </a:lnTo>
                  <a:lnTo>
                    <a:pt x="10018" y="78773"/>
                  </a:lnTo>
                  <a:lnTo>
                    <a:pt x="17252" y="92469"/>
                  </a:lnTo>
                  <a:lnTo>
                    <a:pt x="24209" y="99054"/>
                  </a:lnTo>
                  <a:lnTo>
                    <a:pt x="27687" y="93830"/>
                  </a:lnTo>
                  <a:lnTo>
                    <a:pt x="26528" y="87772"/>
                  </a:lnTo>
                  <a:lnTo>
                    <a:pt x="26528" y="81450"/>
                  </a:lnTo>
                  <a:lnTo>
                    <a:pt x="23931" y="77324"/>
                  </a:lnTo>
                  <a:lnTo>
                    <a:pt x="30331" y="74031"/>
                  </a:lnTo>
                  <a:lnTo>
                    <a:pt x="36128" y="74295"/>
                  </a:lnTo>
                  <a:lnTo>
                    <a:pt x="36128" y="81977"/>
                  </a:lnTo>
                  <a:lnTo>
                    <a:pt x="48000" y="89923"/>
                  </a:lnTo>
                  <a:lnTo>
                    <a:pt x="46284" y="82241"/>
                  </a:lnTo>
                  <a:cubicBezTo>
                    <a:pt x="46284" y="82241"/>
                    <a:pt x="41925" y="77587"/>
                    <a:pt x="44244" y="75129"/>
                  </a:cubicBezTo>
                  <a:cubicBezTo>
                    <a:pt x="46563" y="72670"/>
                    <a:pt x="49160" y="78992"/>
                    <a:pt x="49160" y="78992"/>
                  </a:cubicBezTo>
                  <a:lnTo>
                    <a:pt x="55235" y="82548"/>
                  </a:lnTo>
                  <a:lnTo>
                    <a:pt x="56998" y="88035"/>
                  </a:lnTo>
                  <a:lnTo>
                    <a:pt x="60476" y="90757"/>
                  </a:lnTo>
                  <a:lnTo>
                    <a:pt x="68870" y="92118"/>
                  </a:lnTo>
                  <a:lnTo>
                    <a:pt x="73508" y="95147"/>
                  </a:lnTo>
                  <a:cubicBezTo>
                    <a:pt x="73508" y="95147"/>
                    <a:pt x="74667" y="100898"/>
                    <a:pt x="74667" y="102566"/>
                  </a:cubicBezTo>
                  <a:cubicBezTo>
                    <a:pt x="74667" y="104235"/>
                    <a:pt x="70308" y="103400"/>
                    <a:pt x="70308" y="103400"/>
                  </a:cubicBezTo>
                  <a:lnTo>
                    <a:pt x="63908" y="98747"/>
                  </a:lnTo>
                  <a:lnTo>
                    <a:pt x="57508" y="94357"/>
                  </a:lnTo>
                  <a:lnTo>
                    <a:pt x="55189" y="100415"/>
                  </a:lnTo>
                  <a:lnTo>
                    <a:pt x="59548" y="101513"/>
                  </a:lnTo>
                  <a:lnTo>
                    <a:pt x="62424" y="103444"/>
                  </a:lnTo>
                  <a:lnTo>
                    <a:pt x="63166" y="103971"/>
                  </a:lnTo>
                  <a:lnTo>
                    <a:pt x="66366" y="100635"/>
                  </a:lnTo>
                  <a:lnTo>
                    <a:pt x="64372" y="104805"/>
                  </a:lnTo>
                  <a:lnTo>
                    <a:pt x="69659" y="108405"/>
                  </a:lnTo>
                  <a:lnTo>
                    <a:pt x="74296" y="112268"/>
                  </a:lnTo>
                  <a:lnTo>
                    <a:pt x="74575" y="119951"/>
                  </a:lnTo>
                  <a:lnTo>
                    <a:pt x="77450" y="119951"/>
                  </a:lnTo>
                  <a:lnTo>
                    <a:pt x="78610" y="129565"/>
                  </a:lnTo>
                  <a:lnTo>
                    <a:pt x="82088" y="134789"/>
                  </a:lnTo>
                  <a:cubicBezTo>
                    <a:pt x="82088" y="134789"/>
                    <a:pt x="86447" y="130399"/>
                    <a:pt x="87282" y="128204"/>
                  </a:cubicBezTo>
                  <a:cubicBezTo>
                    <a:pt x="88163" y="126009"/>
                    <a:pt x="84963" y="121619"/>
                    <a:pt x="84963" y="121619"/>
                  </a:cubicBezTo>
                  <a:lnTo>
                    <a:pt x="83804" y="113937"/>
                  </a:lnTo>
                  <a:lnTo>
                    <a:pt x="88720" y="117229"/>
                  </a:lnTo>
                  <a:lnTo>
                    <a:pt x="93914" y="115034"/>
                  </a:lnTo>
                  <a:lnTo>
                    <a:pt x="93914" y="110381"/>
                  </a:lnTo>
                  <a:lnTo>
                    <a:pt x="92477" y="102127"/>
                  </a:lnTo>
                  <a:cubicBezTo>
                    <a:pt x="92477" y="102127"/>
                    <a:pt x="92755" y="96640"/>
                    <a:pt x="87560" y="92821"/>
                  </a:cubicBezTo>
                  <a:cubicBezTo>
                    <a:pt x="82366" y="89001"/>
                    <a:pt x="77404" y="95279"/>
                    <a:pt x="77404" y="95279"/>
                  </a:cubicBezTo>
                  <a:lnTo>
                    <a:pt x="74807" y="92250"/>
                  </a:lnTo>
                  <a:lnTo>
                    <a:pt x="74807" y="88694"/>
                  </a:lnTo>
                  <a:lnTo>
                    <a:pt x="72210" y="85138"/>
                  </a:lnTo>
                  <a:lnTo>
                    <a:pt x="66691" y="83470"/>
                  </a:lnTo>
                  <a:lnTo>
                    <a:pt x="61172" y="81012"/>
                  </a:lnTo>
                  <a:lnTo>
                    <a:pt x="60012" y="77148"/>
                  </a:lnTo>
                  <a:lnTo>
                    <a:pt x="66691" y="77148"/>
                  </a:lnTo>
                  <a:lnTo>
                    <a:pt x="66691" y="74953"/>
                  </a:lnTo>
                  <a:lnTo>
                    <a:pt x="59456" y="73592"/>
                  </a:lnTo>
                  <a:lnTo>
                    <a:pt x="56859" y="71397"/>
                  </a:lnTo>
                  <a:lnTo>
                    <a:pt x="54262" y="77148"/>
                  </a:lnTo>
                  <a:cubicBezTo>
                    <a:pt x="54262" y="77148"/>
                    <a:pt x="53983" y="69466"/>
                    <a:pt x="48465" y="67007"/>
                  </a:cubicBezTo>
                  <a:cubicBezTo>
                    <a:pt x="42945" y="64549"/>
                    <a:pt x="40070" y="69466"/>
                    <a:pt x="40070" y="69466"/>
                  </a:cubicBezTo>
                  <a:lnTo>
                    <a:pt x="40627" y="72758"/>
                  </a:lnTo>
                  <a:cubicBezTo>
                    <a:pt x="31351" y="74119"/>
                    <a:pt x="29310" y="61783"/>
                    <a:pt x="29310" y="61783"/>
                  </a:cubicBezTo>
                  <a:cubicBezTo>
                    <a:pt x="29310" y="56559"/>
                    <a:pt x="27456" y="51335"/>
                    <a:pt x="27456" y="51335"/>
                  </a:cubicBezTo>
                  <a:cubicBezTo>
                    <a:pt x="31676" y="45848"/>
                    <a:pt x="29310" y="43653"/>
                    <a:pt x="29310" y="43653"/>
                  </a:cubicBezTo>
                  <a:lnTo>
                    <a:pt x="33670" y="39263"/>
                  </a:lnTo>
                  <a:cubicBezTo>
                    <a:pt x="36870" y="39789"/>
                    <a:pt x="39746" y="35707"/>
                    <a:pt x="39746" y="35707"/>
                  </a:cubicBezTo>
                  <a:lnTo>
                    <a:pt x="41183" y="31053"/>
                  </a:lnTo>
                  <a:cubicBezTo>
                    <a:pt x="41183" y="31053"/>
                    <a:pt x="43780" y="26136"/>
                    <a:pt x="43502" y="22273"/>
                  </a:cubicBezTo>
                  <a:cubicBezTo>
                    <a:pt x="43224" y="18410"/>
                    <a:pt x="38586" y="16215"/>
                    <a:pt x="38586" y="16215"/>
                  </a:cubicBezTo>
                  <a:lnTo>
                    <a:pt x="39467" y="9367"/>
                  </a:lnTo>
                  <a:lnTo>
                    <a:pt x="40905" y="3616"/>
                  </a:lnTo>
                  <a:lnTo>
                    <a:pt x="40905" y="16"/>
                  </a:lnTo>
                  <a:lnTo>
                    <a:pt x="34829" y="6469"/>
                  </a:lnTo>
                  <a:cubicBezTo>
                    <a:pt x="34829" y="6469"/>
                    <a:pt x="28429" y="3045"/>
                    <a:pt x="20916" y="323"/>
                  </a:cubicBezTo>
                  <a:cubicBezTo>
                    <a:pt x="13403" y="-2399"/>
                    <a:pt x="11362" y="12966"/>
                    <a:pt x="11362" y="12966"/>
                  </a:cubicBezTo>
                  <a:cubicBezTo>
                    <a:pt x="7606" y="16830"/>
                    <a:pt x="11362" y="25302"/>
                    <a:pt x="11362" y="25302"/>
                  </a:cubicBezTo>
                  <a:lnTo>
                    <a:pt x="9322" y="31053"/>
                  </a:lnTo>
                  <a:lnTo>
                    <a:pt x="10760" y="38165"/>
                  </a:lnTo>
                  <a:lnTo>
                    <a:pt x="7560" y="40360"/>
                  </a:lnTo>
                  <a:lnTo>
                    <a:pt x="1762" y="35136"/>
                  </a:lnTo>
                  <a:lnTo>
                    <a:pt x="0" y="4308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6" name="Freeform: Shape 1995">
              <a:extLst>
                <a:ext uri="{FF2B5EF4-FFF2-40B4-BE49-F238E27FC236}">
                  <a16:creationId xmlns:a16="http://schemas.microsoft.com/office/drawing/2014/main" id="{F3AAF065-9484-EA7D-93B0-961D18F0B99B}"/>
                </a:ext>
              </a:extLst>
            </p:cNvPr>
            <p:cNvSpPr>
              <a:spLocks/>
            </p:cNvSpPr>
            <p:nvPr/>
          </p:nvSpPr>
          <p:spPr>
            <a:xfrm>
              <a:off x="8566460" y="3736131"/>
              <a:ext cx="3875" cy="8977"/>
            </a:xfrm>
            <a:custGeom>
              <a:avLst/>
              <a:gdLst>
                <a:gd name="connsiteX0" fmla="*/ 0 w 2596"/>
                <a:gd name="connsiteY0" fmla="*/ 6014 h 6014"/>
                <a:gd name="connsiteX1" fmla="*/ 2597 w 2596"/>
                <a:gd name="connsiteY1" fmla="*/ 4390 h 6014"/>
                <a:gd name="connsiteX2" fmla="*/ 2597 w 2596"/>
                <a:gd name="connsiteY2" fmla="*/ 0 h 6014"/>
                <a:gd name="connsiteX3" fmla="*/ 0 w 2596"/>
                <a:gd name="connsiteY3" fmla="*/ 2985 h 6014"/>
                <a:gd name="connsiteX4" fmla="*/ 0 w 2596"/>
                <a:gd name="connsiteY4" fmla="*/ 6014 h 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6" h="6014">
                  <a:moveTo>
                    <a:pt x="0" y="6014"/>
                  </a:moveTo>
                  <a:lnTo>
                    <a:pt x="2597" y="4390"/>
                  </a:lnTo>
                  <a:lnTo>
                    <a:pt x="2597" y="0"/>
                  </a:lnTo>
                  <a:lnTo>
                    <a:pt x="0" y="2985"/>
                  </a:lnTo>
                  <a:lnTo>
                    <a:pt x="0" y="60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7" name="Freeform: Shape 1996">
              <a:extLst>
                <a:ext uri="{FF2B5EF4-FFF2-40B4-BE49-F238E27FC236}">
                  <a16:creationId xmlns:a16="http://schemas.microsoft.com/office/drawing/2014/main" id="{42A4F208-C577-B6F6-6C95-25210B756A96}"/>
                </a:ext>
              </a:extLst>
            </p:cNvPr>
            <p:cNvSpPr>
              <a:spLocks/>
            </p:cNvSpPr>
            <p:nvPr/>
          </p:nvSpPr>
          <p:spPr>
            <a:xfrm>
              <a:off x="8618425" y="3760310"/>
              <a:ext cx="7772" cy="13890"/>
            </a:xfrm>
            <a:custGeom>
              <a:avLst/>
              <a:gdLst>
                <a:gd name="connsiteX0" fmla="*/ 5207 w 5207"/>
                <a:gd name="connsiteY0" fmla="*/ 5751 h 9306"/>
                <a:gd name="connsiteX1" fmla="*/ 5207 w 5207"/>
                <a:gd name="connsiteY1" fmla="*/ 0 h 9306"/>
                <a:gd name="connsiteX2" fmla="*/ 13 w 5207"/>
                <a:gd name="connsiteY2" fmla="*/ 0 h 9306"/>
                <a:gd name="connsiteX3" fmla="*/ 1729 w 5207"/>
                <a:gd name="connsiteY3" fmla="*/ 9307 h 9306"/>
                <a:gd name="connsiteX4" fmla="*/ 5207 w 5207"/>
                <a:gd name="connsiteY4" fmla="*/ 5751 h 9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07" h="9306">
                  <a:moveTo>
                    <a:pt x="5207" y="5751"/>
                  </a:moveTo>
                  <a:lnTo>
                    <a:pt x="5207" y="0"/>
                  </a:lnTo>
                  <a:lnTo>
                    <a:pt x="13" y="0"/>
                  </a:lnTo>
                  <a:cubicBezTo>
                    <a:pt x="13" y="0"/>
                    <a:pt x="-265" y="9307"/>
                    <a:pt x="1729" y="9307"/>
                  </a:cubicBezTo>
                  <a:cubicBezTo>
                    <a:pt x="3724" y="9307"/>
                    <a:pt x="5207" y="5751"/>
                    <a:pt x="5207" y="57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8" name="Freeform: Shape 1997">
              <a:extLst>
                <a:ext uri="{FF2B5EF4-FFF2-40B4-BE49-F238E27FC236}">
                  <a16:creationId xmlns:a16="http://schemas.microsoft.com/office/drawing/2014/main" id="{4D2BE12A-6436-8F87-E44E-2CC7923CE895}"/>
                </a:ext>
              </a:extLst>
            </p:cNvPr>
            <p:cNvSpPr>
              <a:spLocks/>
            </p:cNvSpPr>
            <p:nvPr/>
          </p:nvSpPr>
          <p:spPr>
            <a:xfrm>
              <a:off x="8649944" y="3841759"/>
              <a:ext cx="9136" cy="13498"/>
            </a:xfrm>
            <a:custGeom>
              <a:avLst/>
              <a:gdLst>
                <a:gd name="connsiteX0" fmla="*/ 0 w 6121"/>
                <a:gd name="connsiteY0" fmla="*/ 0 h 9043"/>
                <a:gd name="connsiteX1" fmla="*/ 2643 w 6121"/>
                <a:gd name="connsiteY1" fmla="*/ 6585 h 9043"/>
                <a:gd name="connsiteX2" fmla="*/ 6122 w 6121"/>
                <a:gd name="connsiteY2" fmla="*/ 9043 h 9043"/>
                <a:gd name="connsiteX3" fmla="*/ 4081 w 6121"/>
                <a:gd name="connsiteY3" fmla="*/ 0 h 9043"/>
                <a:gd name="connsiteX4" fmla="*/ 0 w 6121"/>
                <a:gd name="connsiteY4" fmla="*/ 0 h 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1" h="9043">
                  <a:moveTo>
                    <a:pt x="0" y="0"/>
                  </a:moveTo>
                  <a:lnTo>
                    <a:pt x="2643" y="6585"/>
                  </a:lnTo>
                  <a:lnTo>
                    <a:pt x="6122" y="9043"/>
                  </a:lnTo>
                  <a:lnTo>
                    <a:pt x="408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9" name="Freeform: Shape 1998">
              <a:extLst>
                <a:ext uri="{FF2B5EF4-FFF2-40B4-BE49-F238E27FC236}">
                  <a16:creationId xmlns:a16="http://schemas.microsoft.com/office/drawing/2014/main" id="{FA9D5719-ADF2-EA2B-1749-0F10DBED3712}"/>
                </a:ext>
              </a:extLst>
            </p:cNvPr>
            <p:cNvSpPr>
              <a:spLocks/>
            </p:cNvSpPr>
            <p:nvPr/>
          </p:nvSpPr>
          <p:spPr>
            <a:xfrm>
              <a:off x="8566528" y="3858141"/>
              <a:ext cx="111782" cy="94293"/>
            </a:xfrm>
            <a:custGeom>
              <a:avLst/>
              <a:gdLst>
                <a:gd name="connsiteX0" fmla="*/ 55885 w 74889"/>
                <a:gd name="connsiteY0" fmla="*/ 0 h 63172"/>
                <a:gd name="connsiteX1" fmla="*/ 57323 w 74889"/>
                <a:gd name="connsiteY1" fmla="*/ 11502 h 63172"/>
                <a:gd name="connsiteX2" fmla="*/ 50969 w 74889"/>
                <a:gd name="connsiteY2" fmla="*/ 15365 h 63172"/>
                <a:gd name="connsiteX3" fmla="*/ 48372 w 74889"/>
                <a:gd name="connsiteY3" fmla="*/ 11809 h 63172"/>
                <a:gd name="connsiteX4" fmla="*/ 44615 w 74889"/>
                <a:gd name="connsiteY4" fmla="*/ 16463 h 63172"/>
                <a:gd name="connsiteX5" fmla="*/ 42018 w 74889"/>
                <a:gd name="connsiteY5" fmla="*/ 21950 h 63172"/>
                <a:gd name="connsiteX6" fmla="*/ 34737 w 74889"/>
                <a:gd name="connsiteY6" fmla="*/ 24979 h 63172"/>
                <a:gd name="connsiteX7" fmla="*/ 34737 w 74889"/>
                <a:gd name="connsiteY7" fmla="*/ 20589 h 63172"/>
                <a:gd name="connsiteX8" fmla="*/ 23745 w 74889"/>
                <a:gd name="connsiteY8" fmla="*/ 19228 h 63172"/>
                <a:gd name="connsiteX9" fmla="*/ 16232 w 74889"/>
                <a:gd name="connsiteY9" fmla="*/ 24979 h 63172"/>
                <a:gd name="connsiteX10" fmla="*/ 10713 w 74889"/>
                <a:gd name="connsiteY10" fmla="*/ 24979 h 63172"/>
                <a:gd name="connsiteX11" fmla="*/ 6354 w 74889"/>
                <a:gd name="connsiteY11" fmla="*/ 27876 h 63172"/>
                <a:gd name="connsiteX12" fmla="*/ 4638 w 74889"/>
                <a:gd name="connsiteY12" fmla="*/ 34067 h 63172"/>
                <a:gd name="connsiteX13" fmla="*/ 0 w 74889"/>
                <a:gd name="connsiteY13" fmla="*/ 39159 h 63172"/>
                <a:gd name="connsiteX14" fmla="*/ 2597 w 74889"/>
                <a:gd name="connsiteY14" fmla="*/ 45042 h 63172"/>
                <a:gd name="connsiteX15" fmla="*/ 6076 w 74889"/>
                <a:gd name="connsiteY15" fmla="*/ 42847 h 63172"/>
                <a:gd name="connsiteX16" fmla="*/ 7235 w 74889"/>
                <a:gd name="connsiteY16" fmla="*/ 39159 h 63172"/>
                <a:gd name="connsiteX17" fmla="*/ 10110 w 74889"/>
                <a:gd name="connsiteY17" fmla="*/ 34067 h 63172"/>
                <a:gd name="connsiteX18" fmla="*/ 12986 w 74889"/>
                <a:gd name="connsiteY18" fmla="*/ 30774 h 63172"/>
                <a:gd name="connsiteX19" fmla="*/ 12986 w 74889"/>
                <a:gd name="connsiteY19" fmla="*/ 37096 h 63172"/>
                <a:gd name="connsiteX20" fmla="*/ 16743 w 74889"/>
                <a:gd name="connsiteY20" fmla="*/ 37096 h 63172"/>
                <a:gd name="connsiteX21" fmla="*/ 19618 w 74889"/>
                <a:gd name="connsiteY21" fmla="*/ 31608 h 63172"/>
                <a:gd name="connsiteX22" fmla="*/ 22493 w 74889"/>
                <a:gd name="connsiteY22" fmla="*/ 34637 h 63172"/>
                <a:gd name="connsiteX23" fmla="*/ 31769 w 74889"/>
                <a:gd name="connsiteY23" fmla="*/ 31608 h 63172"/>
                <a:gd name="connsiteX24" fmla="*/ 37288 w 74889"/>
                <a:gd name="connsiteY24" fmla="*/ 39159 h 63172"/>
                <a:gd name="connsiteX25" fmla="*/ 34691 w 74889"/>
                <a:gd name="connsiteY25" fmla="*/ 50836 h 63172"/>
                <a:gd name="connsiteX26" fmla="*/ 39931 w 74889"/>
                <a:gd name="connsiteY26" fmla="*/ 56587 h 63172"/>
                <a:gd name="connsiteX27" fmla="*/ 50366 w 74889"/>
                <a:gd name="connsiteY27" fmla="*/ 58782 h 63172"/>
                <a:gd name="connsiteX28" fmla="*/ 50366 w 74889"/>
                <a:gd name="connsiteY28" fmla="*/ 56587 h 63172"/>
                <a:gd name="connsiteX29" fmla="*/ 54401 w 74889"/>
                <a:gd name="connsiteY29" fmla="*/ 56587 h 63172"/>
                <a:gd name="connsiteX30" fmla="*/ 52963 w 74889"/>
                <a:gd name="connsiteY30" fmla="*/ 59616 h 63172"/>
                <a:gd name="connsiteX31" fmla="*/ 55838 w 74889"/>
                <a:gd name="connsiteY31" fmla="*/ 63172 h 63172"/>
                <a:gd name="connsiteX32" fmla="*/ 58899 w 74889"/>
                <a:gd name="connsiteY32" fmla="*/ 50836 h 63172"/>
                <a:gd name="connsiteX33" fmla="*/ 56998 w 74889"/>
                <a:gd name="connsiteY33" fmla="*/ 42890 h 63172"/>
                <a:gd name="connsiteX34" fmla="*/ 59873 w 74889"/>
                <a:gd name="connsiteY34" fmla="*/ 42890 h 63172"/>
                <a:gd name="connsiteX35" fmla="*/ 59873 w 74889"/>
                <a:gd name="connsiteY35" fmla="*/ 39203 h 63172"/>
                <a:gd name="connsiteX36" fmla="*/ 68592 w 74889"/>
                <a:gd name="connsiteY36" fmla="*/ 51978 h 63172"/>
                <a:gd name="connsiteX37" fmla="*/ 69149 w 74889"/>
                <a:gd name="connsiteY37" fmla="*/ 42934 h 63172"/>
                <a:gd name="connsiteX38" fmla="*/ 71190 w 74889"/>
                <a:gd name="connsiteY38" fmla="*/ 27964 h 63172"/>
                <a:gd name="connsiteX39" fmla="*/ 68314 w 74889"/>
                <a:gd name="connsiteY39" fmla="*/ 17385 h 63172"/>
                <a:gd name="connsiteX40" fmla="*/ 64836 w 74889"/>
                <a:gd name="connsiteY40" fmla="*/ 6410 h 63172"/>
                <a:gd name="connsiteX41" fmla="*/ 55838 w 74889"/>
                <a:gd name="connsiteY41" fmla="*/ 88 h 6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4889" h="63172">
                  <a:moveTo>
                    <a:pt x="55885" y="0"/>
                  </a:moveTo>
                  <a:lnTo>
                    <a:pt x="57323" y="11502"/>
                  </a:lnTo>
                  <a:cubicBezTo>
                    <a:pt x="52685" y="9834"/>
                    <a:pt x="50969" y="15365"/>
                    <a:pt x="50969" y="15365"/>
                  </a:cubicBezTo>
                  <a:lnTo>
                    <a:pt x="48372" y="11809"/>
                  </a:lnTo>
                  <a:lnTo>
                    <a:pt x="44615" y="16463"/>
                  </a:lnTo>
                  <a:lnTo>
                    <a:pt x="42018" y="21950"/>
                  </a:lnTo>
                  <a:lnTo>
                    <a:pt x="34737" y="24979"/>
                  </a:lnTo>
                  <a:lnTo>
                    <a:pt x="34737" y="20589"/>
                  </a:lnTo>
                  <a:lnTo>
                    <a:pt x="23745" y="19228"/>
                  </a:lnTo>
                  <a:lnTo>
                    <a:pt x="16232" y="24979"/>
                  </a:lnTo>
                  <a:lnTo>
                    <a:pt x="10713" y="24979"/>
                  </a:lnTo>
                  <a:lnTo>
                    <a:pt x="6354" y="27876"/>
                  </a:lnTo>
                  <a:lnTo>
                    <a:pt x="4638" y="34067"/>
                  </a:lnTo>
                  <a:lnTo>
                    <a:pt x="0" y="39159"/>
                  </a:lnTo>
                  <a:lnTo>
                    <a:pt x="2597" y="45042"/>
                  </a:lnTo>
                  <a:lnTo>
                    <a:pt x="6076" y="42847"/>
                  </a:lnTo>
                  <a:lnTo>
                    <a:pt x="7235" y="39159"/>
                  </a:lnTo>
                  <a:lnTo>
                    <a:pt x="10110" y="34067"/>
                  </a:lnTo>
                  <a:lnTo>
                    <a:pt x="12986" y="30774"/>
                  </a:lnTo>
                  <a:lnTo>
                    <a:pt x="12986" y="37096"/>
                  </a:lnTo>
                  <a:lnTo>
                    <a:pt x="16743" y="37096"/>
                  </a:lnTo>
                  <a:lnTo>
                    <a:pt x="19618" y="31608"/>
                  </a:lnTo>
                  <a:lnTo>
                    <a:pt x="22493" y="34637"/>
                  </a:lnTo>
                  <a:cubicBezTo>
                    <a:pt x="26853" y="24496"/>
                    <a:pt x="31769" y="31608"/>
                    <a:pt x="31769" y="31608"/>
                  </a:cubicBezTo>
                  <a:cubicBezTo>
                    <a:pt x="38123" y="31608"/>
                    <a:pt x="37288" y="39159"/>
                    <a:pt x="37288" y="39159"/>
                  </a:cubicBezTo>
                  <a:cubicBezTo>
                    <a:pt x="30887" y="43417"/>
                    <a:pt x="33809" y="47544"/>
                    <a:pt x="34691" y="50836"/>
                  </a:cubicBezTo>
                  <a:cubicBezTo>
                    <a:pt x="35525" y="54129"/>
                    <a:pt x="39931" y="56587"/>
                    <a:pt x="39931" y="56587"/>
                  </a:cubicBezTo>
                  <a:lnTo>
                    <a:pt x="50366" y="58782"/>
                  </a:lnTo>
                  <a:lnTo>
                    <a:pt x="50366" y="56587"/>
                  </a:lnTo>
                  <a:lnTo>
                    <a:pt x="54401" y="56587"/>
                  </a:lnTo>
                  <a:lnTo>
                    <a:pt x="52963" y="59616"/>
                  </a:lnTo>
                  <a:lnTo>
                    <a:pt x="55838" y="63172"/>
                  </a:lnTo>
                  <a:cubicBezTo>
                    <a:pt x="56720" y="60977"/>
                    <a:pt x="63676" y="53295"/>
                    <a:pt x="58899" y="50836"/>
                  </a:cubicBezTo>
                  <a:cubicBezTo>
                    <a:pt x="54122" y="48378"/>
                    <a:pt x="56998" y="42890"/>
                    <a:pt x="56998" y="42890"/>
                  </a:cubicBezTo>
                  <a:lnTo>
                    <a:pt x="59873" y="42890"/>
                  </a:lnTo>
                  <a:lnTo>
                    <a:pt x="59873" y="39203"/>
                  </a:lnTo>
                  <a:cubicBezTo>
                    <a:pt x="63630" y="37140"/>
                    <a:pt x="68592" y="51978"/>
                    <a:pt x="68592" y="51978"/>
                  </a:cubicBezTo>
                  <a:lnTo>
                    <a:pt x="69149" y="42934"/>
                  </a:lnTo>
                  <a:cubicBezTo>
                    <a:pt x="80743" y="39379"/>
                    <a:pt x="71190" y="27964"/>
                    <a:pt x="71190" y="27964"/>
                  </a:cubicBezTo>
                  <a:cubicBezTo>
                    <a:pt x="79306" y="17955"/>
                    <a:pt x="68314" y="17385"/>
                    <a:pt x="68314" y="17385"/>
                  </a:cubicBezTo>
                  <a:cubicBezTo>
                    <a:pt x="72349" y="13521"/>
                    <a:pt x="69195" y="8078"/>
                    <a:pt x="64836" y="6410"/>
                  </a:cubicBezTo>
                  <a:cubicBezTo>
                    <a:pt x="60476" y="4741"/>
                    <a:pt x="55838" y="88"/>
                    <a:pt x="55838" y="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0" name="Freeform: Shape 1999">
              <a:extLst>
                <a:ext uri="{FF2B5EF4-FFF2-40B4-BE49-F238E27FC236}">
                  <a16:creationId xmlns:a16="http://schemas.microsoft.com/office/drawing/2014/main" id="{A60AB3DF-A356-01B2-C4A6-18E030AEF02A}"/>
                </a:ext>
              </a:extLst>
            </p:cNvPr>
            <p:cNvSpPr>
              <a:spLocks/>
            </p:cNvSpPr>
            <p:nvPr/>
          </p:nvSpPr>
          <p:spPr>
            <a:xfrm>
              <a:off x="8610969" y="3850430"/>
              <a:ext cx="19110" cy="15573"/>
            </a:xfrm>
            <a:custGeom>
              <a:avLst/>
              <a:gdLst>
                <a:gd name="connsiteX0" fmla="*/ 1484 w 12803"/>
                <a:gd name="connsiteY0" fmla="*/ 10390 h 10433"/>
                <a:gd name="connsiteX1" fmla="*/ 10157 w 12803"/>
                <a:gd name="connsiteY1" fmla="*/ 8458 h 10433"/>
                <a:gd name="connsiteX2" fmla="*/ 12476 w 12803"/>
                <a:gd name="connsiteY2" fmla="*/ 1346 h 10433"/>
                <a:gd name="connsiteX3" fmla="*/ 4916 w 12803"/>
                <a:gd name="connsiteY3" fmla="*/ 1346 h 10433"/>
                <a:gd name="connsiteX4" fmla="*/ 0 w 12803"/>
                <a:gd name="connsiteY4" fmla="*/ 5210 h 10433"/>
                <a:gd name="connsiteX5" fmla="*/ 1438 w 12803"/>
                <a:gd name="connsiteY5" fmla="*/ 10434 h 10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03" h="10433">
                  <a:moveTo>
                    <a:pt x="1484" y="10390"/>
                  </a:moveTo>
                  <a:lnTo>
                    <a:pt x="10157" y="8458"/>
                  </a:lnTo>
                  <a:cubicBezTo>
                    <a:pt x="10157" y="8458"/>
                    <a:pt x="13913" y="4331"/>
                    <a:pt x="12476" y="1346"/>
                  </a:cubicBezTo>
                  <a:cubicBezTo>
                    <a:pt x="11038" y="-1683"/>
                    <a:pt x="4916" y="1346"/>
                    <a:pt x="4916" y="1346"/>
                  </a:cubicBezTo>
                  <a:lnTo>
                    <a:pt x="0" y="5210"/>
                  </a:lnTo>
                  <a:lnTo>
                    <a:pt x="1438" y="104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1" name="Freeform: Shape 2000">
              <a:extLst>
                <a:ext uri="{FF2B5EF4-FFF2-40B4-BE49-F238E27FC236}">
                  <a16:creationId xmlns:a16="http://schemas.microsoft.com/office/drawing/2014/main" id="{4806E2C9-15AD-2A4C-2A11-2E41206FBB7D}"/>
                </a:ext>
              </a:extLst>
            </p:cNvPr>
            <p:cNvSpPr>
              <a:spLocks/>
            </p:cNvSpPr>
            <p:nvPr/>
          </p:nvSpPr>
          <p:spPr>
            <a:xfrm>
              <a:off x="8601486" y="3827475"/>
              <a:ext cx="16890" cy="35188"/>
            </a:xfrm>
            <a:custGeom>
              <a:avLst/>
              <a:gdLst>
                <a:gd name="connsiteX0" fmla="*/ 0 w 11316"/>
                <a:gd name="connsiteY0" fmla="*/ 23574 h 23574"/>
                <a:gd name="connsiteX1" fmla="*/ 4081 w 11316"/>
                <a:gd name="connsiteY1" fmla="*/ 16726 h 23574"/>
                <a:gd name="connsiteX2" fmla="*/ 9878 w 11316"/>
                <a:gd name="connsiteY2" fmla="*/ 12336 h 23574"/>
                <a:gd name="connsiteX3" fmla="*/ 11316 w 11316"/>
                <a:gd name="connsiteY3" fmla="*/ 0 h 23574"/>
                <a:gd name="connsiteX4" fmla="*/ 3525 w 11316"/>
                <a:gd name="connsiteY4" fmla="*/ 11765 h 23574"/>
                <a:gd name="connsiteX5" fmla="*/ 0 w 11316"/>
                <a:gd name="connsiteY5" fmla="*/ 23574 h 2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16" h="23574">
                  <a:moveTo>
                    <a:pt x="0" y="23574"/>
                  </a:moveTo>
                  <a:lnTo>
                    <a:pt x="4081" y="16726"/>
                  </a:lnTo>
                  <a:lnTo>
                    <a:pt x="9878" y="12336"/>
                  </a:lnTo>
                  <a:lnTo>
                    <a:pt x="11316" y="0"/>
                  </a:lnTo>
                  <a:lnTo>
                    <a:pt x="3525" y="11765"/>
                  </a:lnTo>
                  <a:lnTo>
                    <a:pt x="0" y="2357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2" name="Freeform: Shape 2001">
              <a:extLst>
                <a:ext uri="{FF2B5EF4-FFF2-40B4-BE49-F238E27FC236}">
                  <a16:creationId xmlns:a16="http://schemas.microsoft.com/office/drawing/2014/main" id="{4697D22E-FB0C-22F9-705A-5AB91590B124}"/>
                </a:ext>
              </a:extLst>
            </p:cNvPr>
            <p:cNvSpPr>
              <a:spLocks/>
            </p:cNvSpPr>
            <p:nvPr/>
          </p:nvSpPr>
          <p:spPr>
            <a:xfrm>
              <a:off x="8585980" y="3831832"/>
              <a:ext cx="21681" cy="39570"/>
            </a:xfrm>
            <a:custGeom>
              <a:avLst/>
              <a:gdLst>
                <a:gd name="connsiteX0" fmla="*/ 12151 w 14525"/>
                <a:gd name="connsiteY0" fmla="*/ 329 h 26510"/>
                <a:gd name="connsiteX1" fmla="*/ 2875 w 14525"/>
                <a:gd name="connsiteY1" fmla="*/ 4983 h 26510"/>
                <a:gd name="connsiteX2" fmla="*/ 0 w 14525"/>
                <a:gd name="connsiteY2" fmla="*/ 13236 h 26510"/>
                <a:gd name="connsiteX3" fmla="*/ 0 w 14525"/>
                <a:gd name="connsiteY3" fmla="*/ 24167 h 26510"/>
                <a:gd name="connsiteX4" fmla="*/ 8719 w 14525"/>
                <a:gd name="connsiteY4" fmla="*/ 25835 h 26510"/>
                <a:gd name="connsiteX5" fmla="*/ 8719 w 14525"/>
                <a:gd name="connsiteY5" fmla="*/ 20611 h 26510"/>
                <a:gd name="connsiteX6" fmla="*/ 10435 w 14525"/>
                <a:gd name="connsiteY6" fmla="*/ 12402 h 26510"/>
                <a:gd name="connsiteX7" fmla="*/ 12197 w 14525"/>
                <a:gd name="connsiteY7" fmla="*/ 285 h 2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5" h="26510">
                  <a:moveTo>
                    <a:pt x="12151" y="329"/>
                  </a:moveTo>
                  <a:cubicBezTo>
                    <a:pt x="5983" y="-1514"/>
                    <a:pt x="2875" y="4983"/>
                    <a:pt x="2875" y="4983"/>
                  </a:cubicBezTo>
                  <a:lnTo>
                    <a:pt x="0" y="13236"/>
                  </a:lnTo>
                  <a:lnTo>
                    <a:pt x="0" y="24167"/>
                  </a:lnTo>
                  <a:cubicBezTo>
                    <a:pt x="0" y="24167"/>
                    <a:pt x="5194" y="28030"/>
                    <a:pt x="8719" y="25835"/>
                  </a:cubicBezTo>
                  <a:cubicBezTo>
                    <a:pt x="12197" y="23640"/>
                    <a:pt x="8719" y="20611"/>
                    <a:pt x="8719" y="20611"/>
                  </a:cubicBezTo>
                  <a:lnTo>
                    <a:pt x="10435" y="12402"/>
                  </a:lnTo>
                  <a:cubicBezTo>
                    <a:pt x="10435" y="12402"/>
                    <a:pt x="18319" y="2129"/>
                    <a:pt x="12197" y="28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3" name="Freeform: Shape 2002">
              <a:extLst>
                <a:ext uri="{FF2B5EF4-FFF2-40B4-BE49-F238E27FC236}">
                  <a16:creationId xmlns:a16="http://schemas.microsoft.com/office/drawing/2014/main" id="{20155D7F-2FDE-DD8B-B0E5-AE85B74D14EE}"/>
                </a:ext>
              </a:extLst>
            </p:cNvPr>
            <p:cNvSpPr>
              <a:spLocks/>
            </p:cNvSpPr>
            <p:nvPr/>
          </p:nvSpPr>
          <p:spPr>
            <a:xfrm>
              <a:off x="8570336" y="3804343"/>
              <a:ext cx="44441" cy="37416"/>
            </a:xfrm>
            <a:custGeom>
              <a:avLst/>
              <a:gdLst>
                <a:gd name="connsiteX0" fmla="*/ 26574 w 29774"/>
                <a:gd name="connsiteY0" fmla="*/ 3380 h 25067"/>
                <a:gd name="connsiteX1" fmla="*/ 24997 w 29774"/>
                <a:gd name="connsiteY1" fmla="*/ 5049 h 25067"/>
                <a:gd name="connsiteX2" fmla="*/ 17716 w 29774"/>
                <a:gd name="connsiteY2" fmla="*/ 3380 h 25067"/>
                <a:gd name="connsiteX3" fmla="*/ 10481 w 29774"/>
                <a:gd name="connsiteY3" fmla="*/ 6146 h 25067"/>
                <a:gd name="connsiteX4" fmla="*/ 0 w 29774"/>
                <a:gd name="connsiteY4" fmla="*/ 8341 h 25067"/>
                <a:gd name="connsiteX5" fmla="*/ 0 w 29774"/>
                <a:gd name="connsiteY5" fmla="*/ 13302 h 25067"/>
                <a:gd name="connsiteX6" fmla="*/ 0 w 29774"/>
                <a:gd name="connsiteY6" fmla="*/ 20150 h 25067"/>
                <a:gd name="connsiteX7" fmla="*/ 0 w 29774"/>
                <a:gd name="connsiteY7" fmla="*/ 25067 h 25067"/>
                <a:gd name="connsiteX8" fmla="*/ 5844 w 29774"/>
                <a:gd name="connsiteY8" fmla="*/ 22872 h 25067"/>
                <a:gd name="connsiteX9" fmla="*/ 7281 w 29774"/>
                <a:gd name="connsiteY9" fmla="*/ 25067 h 25067"/>
                <a:gd name="connsiteX10" fmla="*/ 9275 w 29774"/>
                <a:gd name="connsiteY10" fmla="*/ 25067 h 25067"/>
                <a:gd name="connsiteX11" fmla="*/ 10481 w 29774"/>
                <a:gd name="connsiteY11" fmla="*/ 21775 h 25067"/>
                <a:gd name="connsiteX12" fmla="*/ 13635 w 29774"/>
                <a:gd name="connsiteY12" fmla="*/ 18438 h 25067"/>
                <a:gd name="connsiteX13" fmla="*/ 20870 w 29774"/>
                <a:gd name="connsiteY13" fmla="*/ 13302 h 25067"/>
                <a:gd name="connsiteX14" fmla="*/ 24997 w 29774"/>
                <a:gd name="connsiteY14" fmla="*/ 9965 h 25067"/>
                <a:gd name="connsiteX15" fmla="*/ 27780 w 29774"/>
                <a:gd name="connsiteY15" fmla="*/ 4171 h 25067"/>
                <a:gd name="connsiteX16" fmla="*/ 29774 w 29774"/>
                <a:gd name="connsiteY16" fmla="*/ 0 h 25067"/>
                <a:gd name="connsiteX17" fmla="*/ 26574 w 29774"/>
                <a:gd name="connsiteY17" fmla="*/ 3380 h 2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774" h="25067">
                  <a:moveTo>
                    <a:pt x="26574" y="3380"/>
                  </a:moveTo>
                  <a:lnTo>
                    <a:pt x="24997" y="5049"/>
                  </a:lnTo>
                  <a:lnTo>
                    <a:pt x="17716" y="3380"/>
                  </a:lnTo>
                  <a:lnTo>
                    <a:pt x="10481" y="6146"/>
                  </a:lnTo>
                  <a:lnTo>
                    <a:pt x="0" y="8341"/>
                  </a:lnTo>
                  <a:lnTo>
                    <a:pt x="0" y="13302"/>
                  </a:lnTo>
                  <a:lnTo>
                    <a:pt x="0" y="20150"/>
                  </a:lnTo>
                  <a:lnTo>
                    <a:pt x="0" y="25067"/>
                  </a:lnTo>
                  <a:lnTo>
                    <a:pt x="5844" y="22872"/>
                  </a:lnTo>
                  <a:lnTo>
                    <a:pt x="7281" y="25067"/>
                  </a:lnTo>
                  <a:lnTo>
                    <a:pt x="9275" y="25067"/>
                  </a:lnTo>
                  <a:lnTo>
                    <a:pt x="10481" y="21775"/>
                  </a:lnTo>
                  <a:lnTo>
                    <a:pt x="13635" y="18438"/>
                  </a:lnTo>
                  <a:lnTo>
                    <a:pt x="20870" y="13302"/>
                  </a:lnTo>
                  <a:lnTo>
                    <a:pt x="24997" y="9965"/>
                  </a:lnTo>
                  <a:lnTo>
                    <a:pt x="27780" y="4171"/>
                  </a:lnTo>
                  <a:lnTo>
                    <a:pt x="29774" y="0"/>
                  </a:lnTo>
                  <a:lnTo>
                    <a:pt x="26574" y="33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4" name="Freeform: Shape 2003">
              <a:extLst>
                <a:ext uri="{FF2B5EF4-FFF2-40B4-BE49-F238E27FC236}">
                  <a16:creationId xmlns:a16="http://schemas.microsoft.com/office/drawing/2014/main" id="{44A4170F-AE80-5505-BD36-625E37D1EFB2}"/>
                </a:ext>
              </a:extLst>
            </p:cNvPr>
            <p:cNvSpPr>
              <a:spLocks/>
            </p:cNvSpPr>
            <p:nvPr/>
          </p:nvSpPr>
          <p:spPr>
            <a:xfrm>
              <a:off x="8545276" y="3942146"/>
              <a:ext cx="11214" cy="6093"/>
            </a:xfrm>
            <a:custGeom>
              <a:avLst/>
              <a:gdLst>
                <a:gd name="connsiteX0" fmla="*/ 7513 w 7513"/>
                <a:gd name="connsiteY0" fmla="*/ 790 h 4082"/>
                <a:gd name="connsiteX1" fmla="*/ 0 w 7513"/>
                <a:gd name="connsiteY1" fmla="*/ 0 h 4082"/>
                <a:gd name="connsiteX2" fmla="*/ 0 w 7513"/>
                <a:gd name="connsiteY2" fmla="*/ 2458 h 4082"/>
                <a:gd name="connsiteX3" fmla="*/ 5519 w 7513"/>
                <a:gd name="connsiteY3" fmla="*/ 4083 h 4082"/>
                <a:gd name="connsiteX4" fmla="*/ 7513 w 7513"/>
                <a:gd name="connsiteY4" fmla="*/ 790 h 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" h="4082">
                  <a:moveTo>
                    <a:pt x="7513" y="790"/>
                  </a:moveTo>
                  <a:lnTo>
                    <a:pt x="0" y="0"/>
                  </a:lnTo>
                  <a:lnTo>
                    <a:pt x="0" y="2458"/>
                  </a:lnTo>
                  <a:lnTo>
                    <a:pt x="5519" y="4083"/>
                  </a:lnTo>
                  <a:lnTo>
                    <a:pt x="7513" y="7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5" name="Freeform: Shape 2004">
              <a:extLst>
                <a:ext uri="{FF2B5EF4-FFF2-40B4-BE49-F238E27FC236}">
                  <a16:creationId xmlns:a16="http://schemas.microsoft.com/office/drawing/2014/main" id="{A1D82D31-E700-24B2-D6E8-C60054DA24D7}"/>
                </a:ext>
              </a:extLst>
            </p:cNvPr>
            <p:cNvSpPr>
              <a:spLocks/>
            </p:cNvSpPr>
            <p:nvPr/>
          </p:nvSpPr>
          <p:spPr>
            <a:xfrm>
              <a:off x="8515856" y="3958069"/>
              <a:ext cx="13844" cy="8190"/>
            </a:xfrm>
            <a:custGeom>
              <a:avLst/>
              <a:gdLst>
                <a:gd name="connsiteX0" fmla="*/ 9275 w 9275"/>
                <a:gd name="connsiteY0" fmla="*/ 0 h 5487"/>
                <a:gd name="connsiteX1" fmla="*/ 3200 w 9275"/>
                <a:gd name="connsiteY1" fmla="*/ 0 h 5487"/>
                <a:gd name="connsiteX2" fmla="*/ 0 w 9275"/>
                <a:gd name="connsiteY2" fmla="*/ 5488 h 5487"/>
                <a:gd name="connsiteX3" fmla="*/ 9275 w 9275"/>
                <a:gd name="connsiteY3" fmla="*/ 4390 h 5487"/>
                <a:gd name="connsiteX4" fmla="*/ 9275 w 9275"/>
                <a:gd name="connsiteY4" fmla="*/ 0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5487">
                  <a:moveTo>
                    <a:pt x="9275" y="0"/>
                  </a:moveTo>
                  <a:lnTo>
                    <a:pt x="3200" y="0"/>
                  </a:lnTo>
                  <a:lnTo>
                    <a:pt x="0" y="5488"/>
                  </a:lnTo>
                  <a:lnTo>
                    <a:pt x="9275" y="4390"/>
                  </a:lnTo>
                  <a:lnTo>
                    <a:pt x="927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6" name="Freeform: Shape 2005">
              <a:extLst>
                <a:ext uri="{FF2B5EF4-FFF2-40B4-BE49-F238E27FC236}">
                  <a16:creationId xmlns:a16="http://schemas.microsoft.com/office/drawing/2014/main" id="{7A364DBF-28EE-44F2-C29F-8EAD4032F23B}"/>
                </a:ext>
              </a:extLst>
            </p:cNvPr>
            <p:cNvSpPr>
              <a:spLocks/>
            </p:cNvSpPr>
            <p:nvPr/>
          </p:nvSpPr>
          <p:spPr>
            <a:xfrm>
              <a:off x="8492528" y="4038568"/>
              <a:ext cx="153367" cy="166572"/>
            </a:xfrm>
            <a:custGeom>
              <a:avLst/>
              <a:gdLst>
                <a:gd name="connsiteX0" fmla="*/ 0 w 102749"/>
                <a:gd name="connsiteY0" fmla="*/ 73950 h 111596"/>
                <a:gd name="connsiteX1" fmla="*/ 6075 w 102749"/>
                <a:gd name="connsiteY1" fmla="*/ 80272 h 111596"/>
                <a:gd name="connsiteX2" fmla="*/ 10713 w 102749"/>
                <a:gd name="connsiteY2" fmla="*/ 79745 h 111596"/>
                <a:gd name="connsiteX3" fmla="*/ 13913 w 102749"/>
                <a:gd name="connsiteY3" fmla="*/ 86593 h 111596"/>
                <a:gd name="connsiteX4" fmla="*/ 11873 w 102749"/>
                <a:gd name="connsiteY4" fmla="*/ 95637 h 111596"/>
                <a:gd name="connsiteX5" fmla="*/ 8394 w 102749"/>
                <a:gd name="connsiteY5" fmla="*/ 106348 h 111596"/>
                <a:gd name="connsiteX6" fmla="*/ 18551 w 102749"/>
                <a:gd name="connsiteY6" fmla="*/ 111265 h 111596"/>
                <a:gd name="connsiteX7" fmla="*/ 27502 w 102749"/>
                <a:gd name="connsiteY7" fmla="*/ 111265 h 111596"/>
                <a:gd name="connsiteX8" fmla="*/ 24905 w 102749"/>
                <a:gd name="connsiteY8" fmla="*/ 88569 h 111596"/>
                <a:gd name="connsiteX9" fmla="*/ 22864 w 102749"/>
                <a:gd name="connsiteY9" fmla="*/ 72589 h 111596"/>
                <a:gd name="connsiteX10" fmla="*/ 28058 w 102749"/>
                <a:gd name="connsiteY10" fmla="*/ 67365 h 111596"/>
                <a:gd name="connsiteX11" fmla="*/ 33021 w 102749"/>
                <a:gd name="connsiteY11" fmla="*/ 67629 h 111596"/>
                <a:gd name="connsiteX12" fmla="*/ 35896 w 102749"/>
                <a:gd name="connsiteY12" fmla="*/ 75662 h 111596"/>
                <a:gd name="connsiteX13" fmla="*/ 33021 w 102749"/>
                <a:gd name="connsiteY13" fmla="*/ 78911 h 111596"/>
                <a:gd name="connsiteX14" fmla="*/ 42528 w 102749"/>
                <a:gd name="connsiteY14" fmla="*/ 88569 h 111596"/>
                <a:gd name="connsiteX15" fmla="*/ 52685 w 102749"/>
                <a:gd name="connsiteY15" fmla="*/ 93178 h 111596"/>
                <a:gd name="connsiteX16" fmla="*/ 56766 w 102749"/>
                <a:gd name="connsiteY16" fmla="*/ 98403 h 111596"/>
                <a:gd name="connsiteX17" fmla="*/ 56488 w 102749"/>
                <a:gd name="connsiteY17" fmla="*/ 105514 h 111596"/>
                <a:gd name="connsiteX18" fmla="*/ 60430 w 102749"/>
                <a:gd name="connsiteY18" fmla="*/ 109070 h 111596"/>
                <a:gd name="connsiteX19" fmla="*/ 65206 w 102749"/>
                <a:gd name="connsiteY19" fmla="*/ 111265 h 111596"/>
                <a:gd name="connsiteX20" fmla="*/ 65206 w 102749"/>
                <a:gd name="connsiteY20" fmla="*/ 109597 h 111596"/>
                <a:gd name="connsiteX21" fmla="*/ 70401 w 102749"/>
                <a:gd name="connsiteY21" fmla="*/ 107402 h 111596"/>
                <a:gd name="connsiteX22" fmla="*/ 69102 w 102749"/>
                <a:gd name="connsiteY22" fmla="*/ 99719 h 111596"/>
                <a:gd name="connsiteX23" fmla="*/ 55931 w 102749"/>
                <a:gd name="connsiteY23" fmla="*/ 82423 h 111596"/>
                <a:gd name="connsiteX24" fmla="*/ 55374 w 102749"/>
                <a:gd name="connsiteY24" fmla="*/ 78033 h 111596"/>
                <a:gd name="connsiteX25" fmla="*/ 57693 w 102749"/>
                <a:gd name="connsiteY25" fmla="*/ 72545 h 111596"/>
                <a:gd name="connsiteX26" fmla="*/ 56812 w 102749"/>
                <a:gd name="connsiteY26" fmla="*/ 70087 h 111596"/>
                <a:gd name="connsiteX27" fmla="*/ 53937 w 102749"/>
                <a:gd name="connsiteY27" fmla="*/ 67848 h 111596"/>
                <a:gd name="connsiteX28" fmla="*/ 51061 w 102749"/>
                <a:gd name="connsiteY28" fmla="*/ 64555 h 111596"/>
                <a:gd name="connsiteX29" fmla="*/ 40905 w 102749"/>
                <a:gd name="connsiteY29" fmla="*/ 54941 h 111596"/>
                <a:gd name="connsiteX30" fmla="*/ 46980 w 102749"/>
                <a:gd name="connsiteY30" fmla="*/ 54941 h 111596"/>
                <a:gd name="connsiteX31" fmla="*/ 49577 w 102749"/>
                <a:gd name="connsiteY31" fmla="*/ 52220 h 111596"/>
                <a:gd name="connsiteX32" fmla="*/ 53937 w 102749"/>
                <a:gd name="connsiteY32" fmla="*/ 51122 h 111596"/>
                <a:gd name="connsiteX33" fmla="*/ 65253 w 102749"/>
                <a:gd name="connsiteY33" fmla="*/ 40410 h 111596"/>
                <a:gd name="connsiteX34" fmla="*/ 72488 w 102749"/>
                <a:gd name="connsiteY34" fmla="*/ 42342 h 111596"/>
                <a:gd name="connsiteX35" fmla="*/ 73369 w 102749"/>
                <a:gd name="connsiteY35" fmla="*/ 36020 h 111596"/>
                <a:gd name="connsiteX36" fmla="*/ 62099 w 102749"/>
                <a:gd name="connsiteY36" fmla="*/ 37952 h 111596"/>
                <a:gd name="connsiteX37" fmla="*/ 54215 w 102749"/>
                <a:gd name="connsiteY37" fmla="*/ 39620 h 111596"/>
                <a:gd name="connsiteX38" fmla="*/ 48140 w 102749"/>
                <a:gd name="connsiteY38" fmla="*/ 41288 h 111596"/>
                <a:gd name="connsiteX39" fmla="*/ 46377 w 102749"/>
                <a:gd name="connsiteY39" fmla="*/ 37733 h 111596"/>
                <a:gd name="connsiteX40" fmla="*/ 36824 w 102749"/>
                <a:gd name="connsiteY40" fmla="*/ 46513 h 111596"/>
                <a:gd name="connsiteX41" fmla="*/ 31908 w 102749"/>
                <a:gd name="connsiteY41" fmla="*/ 47742 h 111596"/>
                <a:gd name="connsiteX42" fmla="*/ 24951 w 102749"/>
                <a:gd name="connsiteY42" fmla="*/ 40762 h 111596"/>
                <a:gd name="connsiteX43" fmla="*/ 27270 w 102749"/>
                <a:gd name="connsiteY43" fmla="*/ 18285 h 111596"/>
                <a:gd name="connsiteX44" fmla="*/ 42945 w 102749"/>
                <a:gd name="connsiteY44" fmla="*/ 19382 h 111596"/>
                <a:gd name="connsiteX45" fmla="*/ 65578 w 102749"/>
                <a:gd name="connsiteY45" fmla="*/ 19119 h 111596"/>
                <a:gd name="connsiteX46" fmla="*/ 84128 w 102749"/>
                <a:gd name="connsiteY46" fmla="*/ 20787 h 111596"/>
                <a:gd name="connsiteX47" fmla="*/ 94841 w 102749"/>
                <a:gd name="connsiteY47" fmla="*/ 12841 h 111596"/>
                <a:gd name="connsiteX48" fmla="*/ 100360 w 102749"/>
                <a:gd name="connsiteY48" fmla="*/ 6432 h 111596"/>
                <a:gd name="connsiteX49" fmla="*/ 102401 w 102749"/>
                <a:gd name="connsiteY49" fmla="*/ 769 h 111596"/>
                <a:gd name="connsiteX50" fmla="*/ 92847 w 102749"/>
                <a:gd name="connsiteY50" fmla="*/ 6827 h 111596"/>
                <a:gd name="connsiteX51" fmla="*/ 81810 w 102749"/>
                <a:gd name="connsiteY51" fmla="*/ 12885 h 111596"/>
                <a:gd name="connsiteX52" fmla="*/ 56580 w 102749"/>
                <a:gd name="connsiteY52" fmla="*/ 13149 h 111596"/>
                <a:gd name="connsiteX53" fmla="*/ 39189 w 102749"/>
                <a:gd name="connsiteY53" fmla="*/ 7090 h 111596"/>
                <a:gd name="connsiteX54" fmla="*/ 29032 w 102749"/>
                <a:gd name="connsiteY54" fmla="*/ 14510 h 111596"/>
                <a:gd name="connsiteX55" fmla="*/ 15676 w 102749"/>
                <a:gd name="connsiteY55" fmla="*/ 36723 h 111596"/>
                <a:gd name="connsiteX56" fmla="*/ 8441 w 102749"/>
                <a:gd name="connsiteY56" fmla="*/ 57005 h 111596"/>
                <a:gd name="connsiteX57" fmla="*/ 2922 w 102749"/>
                <a:gd name="connsiteY57" fmla="*/ 64687 h 111596"/>
                <a:gd name="connsiteX58" fmla="*/ 46 w 102749"/>
                <a:gd name="connsiteY58" fmla="*/ 73994 h 111596"/>
                <a:gd name="connsiteX59" fmla="*/ 46934 w 102749"/>
                <a:gd name="connsiteY59" fmla="*/ 68067 h 111596"/>
                <a:gd name="connsiteX60" fmla="*/ 44615 w 102749"/>
                <a:gd name="connsiteY60" fmla="*/ 70131 h 111596"/>
                <a:gd name="connsiteX61" fmla="*/ 41137 w 102749"/>
                <a:gd name="connsiteY61" fmla="*/ 66004 h 111596"/>
                <a:gd name="connsiteX62" fmla="*/ 46934 w 102749"/>
                <a:gd name="connsiteY62" fmla="*/ 68067 h 111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02749" h="111596">
                  <a:moveTo>
                    <a:pt x="0" y="73950"/>
                  </a:moveTo>
                  <a:cubicBezTo>
                    <a:pt x="0" y="79701"/>
                    <a:pt x="6075" y="80272"/>
                    <a:pt x="6075" y="80272"/>
                  </a:cubicBezTo>
                  <a:lnTo>
                    <a:pt x="10713" y="79745"/>
                  </a:lnTo>
                  <a:cubicBezTo>
                    <a:pt x="10713" y="79745"/>
                    <a:pt x="13032" y="83608"/>
                    <a:pt x="13913" y="86593"/>
                  </a:cubicBezTo>
                  <a:cubicBezTo>
                    <a:pt x="14794" y="89622"/>
                    <a:pt x="11873" y="95637"/>
                    <a:pt x="11873" y="95637"/>
                  </a:cubicBezTo>
                  <a:cubicBezTo>
                    <a:pt x="11873" y="95637"/>
                    <a:pt x="9554" y="99193"/>
                    <a:pt x="8394" y="106348"/>
                  </a:cubicBezTo>
                  <a:cubicBezTo>
                    <a:pt x="7235" y="113504"/>
                    <a:pt x="18551" y="111265"/>
                    <a:pt x="18551" y="111265"/>
                  </a:cubicBezTo>
                  <a:lnTo>
                    <a:pt x="27502" y="111265"/>
                  </a:lnTo>
                  <a:cubicBezTo>
                    <a:pt x="24023" y="104417"/>
                    <a:pt x="24905" y="88569"/>
                    <a:pt x="24905" y="88569"/>
                  </a:cubicBezTo>
                  <a:cubicBezTo>
                    <a:pt x="29821" y="76540"/>
                    <a:pt x="22864" y="72589"/>
                    <a:pt x="22864" y="72589"/>
                  </a:cubicBezTo>
                  <a:lnTo>
                    <a:pt x="28058" y="67365"/>
                  </a:lnTo>
                  <a:lnTo>
                    <a:pt x="33021" y="67629"/>
                  </a:lnTo>
                  <a:lnTo>
                    <a:pt x="35896" y="75662"/>
                  </a:lnTo>
                  <a:lnTo>
                    <a:pt x="33021" y="78911"/>
                  </a:lnTo>
                  <a:lnTo>
                    <a:pt x="42528" y="88569"/>
                  </a:lnTo>
                  <a:lnTo>
                    <a:pt x="52685" y="93178"/>
                  </a:lnTo>
                  <a:lnTo>
                    <a:pt x="56766" y="98403"/>
                  </a:lnTo>
                  <a:lnTo>
                    <a:pt x="56488" y="105514"/>
                  </a:lnTo>
                  <a:lnTo>
                    <a:pt x="60430" y="109070"/>
                  </a:lnTo>
                  <a:lnTo>
                    <a:pt x="65206" y="111265"/>
                  </a:lnTo>
                  <a:lnTo>
                    <a:pt x="65206" y="109597"/>
                  </a:lnTo>
                  <a:lnTo>
                    <a:pt x="70401" y="107402"/>
                  </a:lnTo>
                  <a:lnTo>
                    <a:pt x="69102" y="99719"/>
                  </a:lnTo>
                  <a:cubicBezTo>
                    <a:pt x="72163" y="90676"/>
                    <a:pt x="55931" y="82423"/>
                    <a:pt x="55931" y="82423"/>
                  </a:cubicBezTo>
                  <a:lnTo>
                    <a:pt x="55374" y="78033"/>
                  </a:lnTo>
                  <a:lnTo>
                    <a:pt x="57693" y="72545"/>
                  </a:lnTo>
                  <a:lnTo>
                    <a:pt x="56812" y="70087"/>
                  </a:lnTo>
                  <a:lnTo>
                    <a:pt x="53937" y="67848"/>
                  </a:lnTo>
                  <a:lnTo>
                    <a:pt x="51061" y="64555"/>
                  </a:lnTo>
                  <a:cubicBezTo>
                    <a:pt x="50505" y="58805"/>
                    <a:pt x="40905" y="54941"/>
                    <a:pt x="40905" y="54941"/>
                  </a:cubicBezTo>
                  <a:lnTo>
                    <a:pt x="46980" y="54941"/>
                  </a:lnTo>
                  <a:lnTo>
                    <a:pt x="49577" y="52220"/>
                  </a:lnTo>
                  <a:lnTo>
                    <a:pt x="53937" y="51122"/>
                  </a:lnTo>
                  <a:cubicBezTo>
                    <a:pt x="61450" y="49190"/>
                    <a:pt x="65253" y="40410"/>
                    <a:pt x="65253" y="40410"/>
                  </a:cubicBezTo>
                  <a:cubicBezTo>
                    <a:pt x="70447" y="38215"/>
                    <a:pt x="72488" y="42342"/>
                    <a:pt x="72488" y="42342"/>
                  </a:cubicBezTo>
                  <a:cubicBezTo>
                    <a:pt x="72488" y="42342"/>
                    <a:pt x="77403" y="38786"/>
                    <a:pt x="73369" y="36020"/>
                  </a:cubicBezTo>
                  <a:cubicBezTo>
                    <a:pt x="69334" y="33255"/>
                    <a:pt x="62099" y="37952"/>
                    <a:pt x="62099" y="37952"/>
                  </a:cubicBezTo>
                  <a:cubicBezTo>
                    <a:pt x="56348" y="36020"/>
                    <a:pt x="54215" y="39620"/>
                    <a:pt x="54215" y="39620"/>
                  </a:cubicBezTo>
                  <a:lnTo>
                    <a:pt x="48140" y="41288"/>
                  </a:lnTo>
                  <a:lnTo>
                    <a:pt x="46377" y="37733"/>
                  </a:lnTo>
                  <a:lnTo>
                    <a:pt x="36824" y="46513"/>
                  </a:lnTo>
                  <a:lnTo>
                    <a:pt x="31908" y="47742"/>
                  </a:lnTo>
                  <a:cubicBezTo>
                    <a:pt x="31629" y="43747"/>
                    <a:pt x="24951" y="40762"/>
                    <a:pt x="24951" y="40762"/>
                  </a:cubicBezTo>
                  <a:cubicBezTo>
                    <a:pt x="15954" y="33079"/>
                    <a:pt x="27270" y="18285"/>
                    <a:pt x="27270" y="18285"/>
                  </a:cubicBezTo>
                  <a:cubicBezTo>
                    <a:pt x="33345" y="22938"/>
                    <a:pt x="42945" y="19382"/>
                    <a:pt x="42945" y="19382"/>
                  </a:cubicBezTo>
                  <a:lnTo>
                    <a:pt x="65578" y="19119"/>
                  </a:lnTo>
                  <a:cubicBezTo>
                    <a:pt x="75131" y="24870"/>
                    <a:pt x="84128" y="20787"/>
                    <a:pt x="84128" y="20787"/>
                  </a:cubicBezTo>
                  <a:cubicBezTo>
                    <a:pt x="93125" y="22982"/>
                    <a:pt x="94841" y="12841"/>
                    <a:pt x="94841" y="12841"/>
                  </a:cubicBezTo>
                  <a:cubicBezTo>
                    <a:pt x="99201" y="10910"/>
                    <a:pt x="100360" y="6432"/>
                    <a:pt x="100360" y="6432"/>
                  </a:cubicBezTo>
                  <a:cubicBezTo>
                    <a:pt x="100360" y="6432"/>
                    <a:pt x="103839" y="3271"/>
                    <a:pt x="102401" y="769"/>
                  </a:cubicBezTo>
                  <a:cubicBezTo>
                    <a:pt x="100963" y="-1690"/>
                    <a:pt x="96604" y="2130"/>
                    <a:pt x="92847" y="6827"/>
                  </a:cubicBezTo>
                  <a:cubicBezTo>
                    <a:pt x="89091" y="11480"/>
                    <a:pt x="81810" y="12885"/>
                    <a:pt x="81810" y="12885"/>
                  </a:cubicBezTo>
                  <a:cubicBezTo>
                    <a:pt x="81810" y="12885"/>
                    <a:pt x="69659" y="13719"/>
                    <a:pt x="56580" y="13149"/>
                  </a:cubicBezTo>
                  <a:cubicBezTo>
                    <a:pt x="43548" y="12622"/>
                    <a:pt x="48186" y="8232"/>
                    <a:pt x="39189" y="7090"/>
                  </a:cubicBezTo>
                  <a:cubicBezTo>
                    <a:pt x="30192" y="5993"/>
                    <a:pt x="29032" y="14510"/>
                    <a:pt x="29032" y="14510"/>
                  </a:cubicBezTo>
                  <a:cubicBezTo>
                    <a:pt x="12800" y="12315"/>
                    <a:pt x="15676" y="36723"/>
                    <a:pt x="15676" y="36723"/>
                  </a:cubicBezTo>
                  <a:cubicBezTo>
                    <a:pt x="6678" y="40850"/>
                    <a:pt x="8441" y="57005"/>
                    <a:pt x="8441" y="57005"/>
                  </a:cubicBezTo>
                  <a:lnTo>
                    <a:pt x="2922" y="64687"/>
                  </a:lnTo>
                  <a:cubicBezTo>
                    <a:pt x="2922" y="64687"/>
                    <a:pt x="46" y="68243"/>
                    <a:pt x="46" y="73994"/>
                  </a:cubicBezTo>
                  <a:close/>
                  <a:moveTo>
                    <a:pt x="46934" y="68067"/>
                  </a:moveTo>
                  <a:lnTo>
                    <a:pt x="44615" y="70131"/>
                  </a:lnTo>
                  <a:lnTo>
                    <a:pt x="41137" y="66004"/>
                  </a:lnTo>
                  <a:lnTo>
                    <a:pt x="46934" y="6806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7" name="Freeform: Shape 2006">
              <a:extLst>
                <a:ext uri="{FF2B5EF4-FFF2-40B4-BE49-F238E27FC236}">
                  <a16:creationId xmlns:a16="http://schemas.microsoft.com/office/drawing/2014/main" id="{DE2EDAD4-A62F-38BF-878B-84FC74572A1D}"/>
                </a:ext>
              </a:extLst>
            </p:cNvPr>
            <p:cNvSpPr>
              <a:spLocks/>
            </p:cNvSpPr>
            <p:nvPr/>
          </p:nvSpPr>
          <p:spPr>
            <a:xfrm>
              <a:off x="8588125" y="4104259"/>
              <a:ext cx="11214" cy="9828"/>
            </a:xfrm>
            <a:custGeom>
              <a:avLst/>
              <a:gdLst>
                <a:gd name="connsiteX0" fmla="*/ 0 w 7513"/>
                <a:gd name="connsiteY0" fmla="*/ 3731 h 6585"/>
                <a:gd name="connsiteX1" fmla="*/ 3200 w 7513"/>
                <a:gd name="connsiteY1" fmla="*/ 6585 h 6585"/>
                <a:gd name="connsiteX2" fmla="*/ 7514 w 7513"/>
                <a:gd name="connsiteY2" fmla="*/ 1141 h 6585"/>
                <a:gd name="connsiteX3" fmla="*/ 3757 w 7513"/>
                <a:gd name="connsiteY3" fmla="*/ 0 h 6585"/>
                <a:gd name="connsiteX4" fmla="*/ 0 w 7513"/>
                <a:gd name="connsiteY4" fmla="*/ 3731 h 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" h="6585">
                  <a:moveTo>
                    <a:pt x="0" y="3731"/>
                  </a:moveTo>
                  <a:lnTo>
                    <a:pt x="3200" y="6585"/>
                  </a:lnTo>
                  <a:lnTo>
                    <a:pt x="7514" y="1141"/>
                  </a:lnTo>
                  <a:lnTo>
                    <a:pt x="3757" y="0"/>
                  </a:lnTo>
                  <a:lnTo>
                    <a:pt x="0" y="37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8" name="Freeform: Shape 2007">
              <a:extLst>
                <a:ext uri="{FF2B5EF4-FFF2-40B4-BE49-F238E27FC236}">
                  <a16:creationId xmlns:a16="http://schemas.microsoft.com/office/drawing/2014/main" id="{0ACB8580-40D8-886A-9172-2DFBE7751F61}"/>
                </a:ext>
              </a:extLst>
            </p:cNvPr>
            <p:cNvSpPr>
              <a:spLocks/>
            </p:cNvSpPr>
            <p:nvPr/>
          </p:nvSpPr>
          <p:spPr>
            <a:xfrm>
              <a:off x="8596364" y="4104259"/>
              <a:ext cx="14259" cy="14808"/>
            </a:xfrm>
            <a:custGeom>
              <a:avLst/>
              <a:gdLst>
                <a:gd name="connsiteX0" fmla="*/ 6354 w 9553"/>
                <a:gd name="connsiteY0" fmla="*/ 9921 h 9921"/>
                <a:gd name="connsiteX1" fmla="*/ 9553 w 9553"/>
                <a:gd name="connsiteY1" fmla="*/ 6585 h 9921"/>
                <a:gd name="connsiteX2" fmla="*/ 6354 w 9553"/>
                <a:gd name="connsiteY2" fmla="*/ 3336 h 9921"/>
                <a:gd name="connsiteX3" fmla="*/ 6354 w 9553"/>
                <a:gd name="connsiteY3" fmla="*/ 0 h 9921"/>
                <a:gd name="connsiteX4" fmla="*/ 0 w 9553"/>
                <a:gd name="connsiteY4" fmla="*/ 8517 h 9921"/>
                <a:gd name="connsiteX5" fmla="*/ 4035 w 9553"/>
                <a:gd name="connsiteY5" fmla="*/ 6585 h 9921"/>
                <a:gd name="connsiteX6" fmla="*/ 6354 w 9553"/>
                <a:gd name="connsiteY6" fmla="*/ 9921 h 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53" h="9921">
                  <a:moveTo>
                    <a:pt x="6354" y="9921"/>
                  </a:moveTo>
                  <a:lnTo>
                    <a:pt x="9553" y="6585"/>
                  </a:lnTo>
                  <a:lnTo>
                    <a:pt x="6354" y="3336"/>
                  </a:lnTo>
                  <a:lnTo>
                    <a:pt x="6354" y="0"/>
                  </a:lnTo>
                  <a:lnTo>
                    <a:pt x="0" y="8517"/>
                  </a:lnTo>
                  <a:lnTo>
                    <a:pt x="4035" y="6585"/>
                  </a:lnTo>
                  <a:lnTo>
                    <a:pt x="6354" y="992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9" name="Freeform: Shape 2008">
              <a:extLst>
                <a:ext uri="{FF2B5EF4-FFF2-40B4-BE49-F238E27FC236}">
                  <a16:creationId xmlns:a16="http://schemas.microsoft.com/office/drawing/2014/main" id="{6C24C85A-CF55-A732-B8DF-3F71361CE58F}"/>
                </a:ext>
              </a:extLst>
            </p:cNvPr>
            <p:cNvSpPr>
              <a:spLocks/>
            </p:cNvSpPr>
            <p:nvPr/>
          </p:nvSpPr>
          <p:spPr>
            <a:xfrm>
              <a:off x="8624230" y="4114087"/>
              <a:ext cx="46479" cy="20508"/>
            </a:xfrm>
            <a:custGeom>
              <a:avLst/>
              <a:gdLst>
                <a:gd name="connsiteX0" fmla="*/ 23070 w 31139"/>
                <a:gd name="connsiteY0" fmla="*/ 2195 h 13740"/>
                <a:gd name="connsiteX1" fmla="*/ 15604 w 31139"/>
                <a:gd name="connsiteY1" fmla="*/ 0 h 13740"/>
                <a:gd name="connsiteX2" fmla="*/ 2201 w 31139"/>
                <a:gd name="connsiteY2" fmla="*/ 0 h 13740"/>
                <a:gd name="connsiteX3" fmla="*/ 763 w 31139"/>
                <a:gd name="connsiteY3" fmla="*/ 5136 h 13740"/>
                <a:gd name="connsiteX4" fmla="*/ 763 w 31139"/>
                <a:gd name="connsiteY4" fmla="*/ 7990 h 13740"/>
                <a:gd name="connsiteX5" fmla="*/ 9435 w 31139"/>
                <a:gd name="connsiteY5" fmla="*/ 5136 h 13740"/>
                <a:gd name="connsiteX6" fmla="*/ 15789 w 31139"/>
                <a:gd name="connsiteY6" fmla="*/ 3995 h 13740"/>
                <a:gd name="connsiteX7" fmla="*/ 23024 w 31139"/>
                <a:gd name="connsiteY7" fmla="*/ 6322 h 13740"/>
                <a:gd name="connsiteX8" fmla="*/ 26781 w 31139"/>
                <a:gd name="connsiteY8" fmla="*/ 13741 h 13740"/>
                <a:gd name="connsiteX9" fmla="*/ 26781 w 31139"/>
                <a:gd name="connsiteY9" fmla="*/ 5136 h 13740"/>
                <a:gd name="connsiteX10" fmla="*/ 31140 w 31139"/>
                <a:gd name="connsiteY10" fmla="*/ 3293 h 13740"/>
                <a:gd name="connsiteX11" fmla="*/ 23024 w 31139"/>
                <a:gd name="connsiteY11" fmla="*/ 2195 h 1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39" h="13740">
                  <a:moveTo>
                    <a:pt x="23070" y="2195"/>
                  </a:moveTo>
                  <a:lnTo>
                    <a:pt x="15604" y="0"/>
                  </a:lnTo>
                  <a:lnTo>
                    <a:pt x="2201" y="0"/>
                  </a:lnTo>
                  <a:lnTo>
                    <a:pt x="763" y="5136"/>
                  </a:lnTo>
                  <a:cubicBezTo>
                    <a:pt x="763" y="5136"/>
                    <a:pt x="-953" y="7990"/>
                    <a:pt x="763" y="7990"/>
                  </a:cubicBezTo>
                  <a:cubicBezTo>
                    <a:pt x="2479" y="7990"/>
                    <a:pt x="9435" y="5136"/>
                    <a:pt x="9435" y="5136"/>
                  </a:cubicBezTo>
                  <a:lnTo>
                    <a:pt x="15789" y="3995"/>
                  </a:lnTo>
                  <a:lnTo>
                    <a:pt x="23024" y="6322"/>
                  </a:lnTo>
                  <a:lnTo>
                    <a:pt x="26781" y="13741"/>
                  </a:lnTo>
                  <a:lnTo>
                    <a:pt x="26781" y="5136"/>
                  </a:lnTo>
                  <a:lnTo>
                    <a:pt x="31140" y="3293"/>
                  </a:lnTo>
                  <a:lnTo>
                    <a:pt x="23024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0" name="Freeform: Shape 2009">
              <a:extLst>
                <a:ext uri="{FF2B5EF4-FFF2-40B4-BE49-F238E27FC236}">
                  <a16:creationId xmlns:a16="http://schemas.microsoft.com/office/drawing/2014/main" id="{37C172D2-7314-07AE-D07F-D4A1824B49C0}"/>
                </a:ext>
              </a:extLst>
            </p:cNvPr>
            <p:cNvSpPr>
              <a:spLocks/>
            </p:cNvSpPr>
            <p:nvPr/>
          </p:nvSpPr>
          <p:spPr>
            <a:xfrm>
              <a:off x="8665373" y="4146466"/>
              <a:ext cx="27959" cy="17054"/>
            </a:xfrm>
            <a:custGeom>
              <a:avLst/>
              <a:gdLst>
                <a:gd name="connsiteX0" fmla="*/ 3576 w 18731"/>
                <a:gd name="connsiteY0" fmla="*/ 828 h 11426"/>
                <a:gd name="connsiteX1" fmla="*/ 376 w 18731"/>
                <a:gd name="connsiteY1" fmla="*/ 7150 h 11426"/>
                <a:gd name="connsiteX2" fmla="*/ 15170 w 18731"/>
                <a:gd name="connsiteY2" fmla="*/ 11276 h 11426"/>
                <a:gd name="connsiteX3" fmla="*/ 17768 w 18731"/>
                <a:gd name="connsiteY3" fmla="*/ 3989 h 11426"/>
                <a:gd name="connsiteX4" fmla="*/ 3576 w 18731"/>
                <a:gd name="connsiteY4" fmla="*/ 828 h 1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31" h="11426">
                  <a:moveTo>
                    <a:pt x="3576" y="828"/>
                  </a:moveTo>
                  <a:cubicBezTo>
                    <a:pt x="-1618" y="1926"/>
                    <a:pt x="376" y="7150"/>
                    <a:pt x="376" y="7150"/>
                  </a:cubicBezTo>
                  <a:cubicBezTo>
                    <a:pt x="4736" y="12637"/>
                    <a:pt x="15170" y="11276"/>
                    <a:pt x="15170" y="11276"/>
                  </a:cubicBezTo>
                  <a:cubicBezTo>
                    <a:pt x="15170" y="11276"/>
                    <a:pt x="20968" y="9081"/>
                    <a:pt x="17768" y="3989"/>
                  </a:cubicBezTo>
                  <a:cubicBezTo>
                    <a:pt x="14567" y="-1103"/>
                    <a:pt x="8770" y="-269"/>
                    <a:pt x="3576" y="82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1" name="Freeform: Shape 2010">
              <a:extLst>
                <a:ext uri="{FF2B5EF4-FFF2-40B4-BE49-F238E27FC236}">
                  <a16:creationId xmlns:a16="http://schemas.microsoft.com/office/drawing/2014/main" id="{05CE6AED-F8D2-06C8-7D9F-66FBF10E7F39}"/>
                </a:ext>
              </a:extLst>
            </p:cNvPr>
            <p:cNvSpPr>
              <a:spLocks/>
            </p:cNvSpPr>
            <p:nvPr/>
          </p:nvSpPr>
          <p:spPr>
            <a:xfrm>
              <a:off x="8696039" y="4106612"/>
              <a:ext cx="20151" cy="8930"/>
            </a:xfrm>
            <a:custGeom>
              <a:avLst/>
              <a:gdLst>
                <a:gd name="connsiteX0" fmla="*/ 13501 w 13500"/>
                <a:gd name="connsiteY0" fmla="*/ 5008 h 5983"/>
                <a:gd name="connsiteX1" fmla="*/ 2185 w 13500"/>
                <a:gd name="connsiteY1" fmla="*/ 355 h 5983"/>
                <a:gd name="connsiteX2" fmla="*/ 2185 w 13500"/>
                <a:gd name="connsiteY2" fmla="*/ 5008 h 5983"/>
                <a:gd name="connsiteX3" fmla="*/ 13501 w 13500"/>
                <a:gd name="connsiteY3" fmla="*/ 5008 h 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00" h="5983">
                  <a:moveTo>
                    <a:pt x="13501" y="5008"/>
                  </a:moveTo>
                  <a:cubicBezTo>
                    <a:pt x="13501" y="5008"/>
                    <a:pt x="6266" y="-1577"/>
                    <a:pt x="2185" y="355"/>
                  </a:cubicBezTo>
                  <a:cubicBezTo>
                    <a:pt x="2185" y="355"/>
                    <a:pt x="-2731" y="2813"/>
                    <a:pt x="2185" y="5008"/>
                  </a:cubicBezTo>
                  <a:cubicBezTo>
                    <a:pt x="7101" y="7203"/>
                    <a:pt x="13501" y="5008"/>
                    <a:pt x="13501" y="500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2" name="Freeform: Shape 2011">
              <a:extLst>
                <a:ext uri="{FF2B5EF4-FFF2-40B4-BE49-F238E27FC236}">
                  <a16:creationId xmlns:a16="http://schemas.microsoft.com/office/drawing/2014/main" id="{339EE5CB-70FB-EE85-3DCA-E52D0B4DC723}"/>
                </a:ext>
              </a:extLst>
            </p:cNvPr>
            <p:cNvSpPr>
              <a:spLocks/>
            </p:cNvSpPr>
            <p:nvPr/>
          </p:nvSpPr>
          <p:spPr>
            <a:xfrm>
              <a:off x="8693347" y="4082629"/>
              <a:ext cx="15022" cy="13897"/>
            </a:xfrm>
            <a:custGeom>
              <a:avLst/>
              <a:gdLst>
                <a:gd name="connsiteX0" fmla="*/ 0 w 10064"/>
                <a:gd name="connsiteY0" fmla="*/ 4921 h 9311"/>
                <a:gd name="connsiteX1" fmla="*/ 2226 w 10064"/>
                <a:gd name="connsiteY1" fmla="*/ 9312 h 9311"/>
                <a:gd name="connsiteX2" fmla="*/ 10064 w 10064"/>
                <a:gd name="connsiteY2" fmla="*/ 9312 h 9311"/>
                <a:gd name="connsiteX3" fmla="*/ 6864 w 10064"/>
                <a:gd name="connsiteY3" fmla="*/ 6853 h 9311"/>
                <a:gd name="connsiteX4" fmla="*/ 0 w 10064"/>
                <a:gd name="connsiteY4" fmla="*/ 1102 h 9311"/>
                <a:gd name="connsiteX5" fmla="*/ 0 w 10064"/>
                <a:gd name="connsiteY5" fmla="*/ 4965 h 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64" h="9311">
                  <a:moveTo>
                    <a:pt x="0" y="4921"/>
                  </a:moveTo>
                  <a:lnTo>
                    <a:pt x="2226" y="9312"/>
                  </a:lnTo>
                  <a:lnTo>
                    <a:pt x="10064" y="9312"/>
                  </a:lnTo>
                  <a:lnTo>
                    <a:pt x="6864" y="6853"/>
                  </a:lnTo>
                  <a:cubicBezTo>
                    <a:pt x="6864" y="6853"/>
                    <a:pt x="6168" y="-3288"/>
                    <a:pt x="0" y="1102"/>
                  </a:cubicBezTo>
                  <a:lnTo>
                    <a:pt x="0" y="496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3" name="Freeform: Shape 2012">
              <a:extLst>
                <a:ext uri="{FF2B5EF4-FFF2-40B4-BE49-F238E27FC236}">
                  <a16:creationId xmlns:a16="http://schemas.microsoft.com/office/drawing/2014/main" id="{5B723FEA-91E4-1986-8815-BFFB4BCF89FA}"/>
                </a:ext>
              </a:extLst>
            </p:cNvPr>
            <p:cNvSpPr>
              <a:spLocks/>
            </p:cNvSpPr>
            <p:nvPr/>
          </p:nvSpPr>
          <p:spPr>
            <a:xfrm>
              <a:off x="8695978" y="4028052"/>
              <a:ext cx="15120" cy="30338"/>
            </a:xfrm>
            <a:custGeom>
              <a:avLst/>
              <a:gdLst>
                <a:gd name="connsiteX0" fmla="*/ 3293 w 10130"/>
                <a:gd name="connsiteY0" fmla="*/ 20326 h 20325"/>
                <a:gd name="connsiteX1" fmla="*/ 6771 w 10130"/>
                <a:gd name="connsiteY1" fmla="*/ 17297 h 20325"/>
                <a:gd name="connsiteX2" fmla="*/ 9739 w 10130"/>
                <a:gd name="connsiteY2" fmla="*/ 12248 h 20325"/>
                <a:gd name="connsiteX3" fmla="*/ 9739 w 10130"/>
                <a:gd name="connsiteY3" fmla="*/ 5751 h 20325"/>
                <a:gd name="connsiteX4" fmla="*/ 9739 w 10130"/>
                <a:gd name="connsiteY4" fmla="*/ 0 h 20325"/>
                <a:gd name="connsiteX5" fmla="*/ 0 w 10130"/>
                <a:gd name="connsiteY5" fmla="*/ 13433 h 20325"/>
                <a:gd name="connsiteX6" fmla="*/ 3246 w 10130"/>
                <a:gd name="connsiteY6" fmla="*/ 20282 h 2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30" h="20325">
                  <a:moveTo>
                    <a:pt x="3293" y="20326"/>
                  </a:moveTo>
                  <a:lnTo>
                    <a:pt x="6771" y="17297"/>
                  </a:lnTo>
                  <a:cubicBezTo>
                    <a:pt x="6771" y="17297"/>
                    <a:pt x="8858" y="15628"/>
                    <a:pt x="9739" y="12248"/>
                  </a:cubicBezTo>
                  <a:cubicBezTo>
                    <a:pt x="10621" y="8868"/>
                    <a:pt x="9739" y="5751"/>
                    <a:pt x="9739" y="5751"/>
                  </a:cubicBezTo>
                  <a:lnTo>
                    <a:pt x="9739" y="0"/>
                  </a:lnTo>
                  <a:cubicBezTo>
                    <a:pt x="1020" y="7946"/>
                    <a:pt x="0" y="13433"/>
                    <a:pt x="0" y="13433"/>
                  </a:cubicBezTo>
                  <a:lnTo>
                    <a:pt x="3246" y="2028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4" name="Freeform: Shape 2013">
              <a:extLst>
                <a:ext uri="{FF2B5EF4-FFF2-40B4-BE49-F238E27FC236}">
                  <a16:creationId xmlns:a16="http://schemas.microsoft.com/office/drawing/2014/main" id="{993A57E0-A141-99F0-1676-46C757CB4BB4}"/>
                </a:ext>
              </a:extLst>
            </p:cNvPr>
            <p:cNvSpPr>
              <a:spLocks/>
            </p:cNvSpPr>
            <p:nvPr/>
          </p:nvSpPr>
          <p:spPr>
            <a:xfrm>
              <a:off x="8715381" y="4018993"/>
              <a:ext cx="11176" cy="13080"/>
            </a:xfrm>
            <a:custGeom>
              <a:avLst/>
              <a:gdLst>
                <a:gd name="connsiteX0" fmla="*/ 542 w 7488"/>
                <a:gd name="connsiteY0" fmla="*/ 7210 h 8763"/>
                <a:gd name="connsiteX1" fmla="*/ 7221 w 7488"/>
                <a:gd name="connsiteY1" fmla="*/ 6112 h 8763"/>
                <a:gd name="connsiteX2" fmla="*/ 7221 w 7488"/>
                <a:gd name="connsiteY2" fmla="*/ 1195 h 8763"/>
                <a:gd name="connsiteX3" fmla="*/ 542 w 7488"/>
                <a:gd name="connsiteY3" fmla="*/ 7254 h 8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88" h="8763">
                  <a:moveTo>
                    <a:pt x="542" y="7210"/>
                  </a:moveTo>
                  <a:cubicBezTo>
                    <a:pt x="1980" y="9668"/>
                    <a:pt x="6618" y="9141"/>
                    <a:pt x="7221" y="6112"/>
                  </a:cubicBezTo>
                  <a:cubicBezTo>
                    <a:pt x="7824" y="3083"/>
                    <a:pt x="7221" y="1195"/>
                    <a:pt x="7221" y="1195"/>
                  </a:cubicBezTo>
                  <a:cubicBezTo>
                    <a:pt x="264" y="-2931"/>
                    <a:pt x="-895" y="4751"/>
                    <a:pt x="542" y="725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5" name="Freeform: Shape 2014">
              <a:extLst>
                <a:ext uri="{FF2B5EF4-FFF2-40B4-BE49-F238E27FC236}">
                  <a16:creationId xmlns:a16="http://schemas.microsoft.com/office/drawing/2014/main" id="{CBC82F00-E297-9B7E-8ABA-23697AA787D4}"/>
                </a:ext>
              </a:extLst>
            </p:cNvPr>
            <p:cNvSpPr>
              <a:spLocks/>
            </p:cNvSpPr>
            <p:nvPr/>
          </p:nvSpPr>
          <p:spPr>
            <a:xfrm>
              <a:off x="8700823" y="4042255"/>
              <a:ext cx="28576" cy="56761"/>
            </a:xfrm>
            <a:custGeom>
              <a:avLst/>
              <a:gdLst>
                <a:gd name="connsiteX0" fmla="*/ 13450 w 19144"/>
                <a:gd name="connsiteY0" fmla="*/ 10809 h 38027"/>
                <a:gd name="connsiteX1" fmla="*/ 18366 w 19144"/>
                <a:gd name="connsiteY1" fmla="*/ 668 h 38027"/>
                <a:gd name="connsiteX2" fmla="*/ 9693 w 19144"/>
                <a:gd name="connsiteY2" fmla="*/ 5892 h 38027"/>
                <a:gd name="connsiteX3" fmla="*/ 5009 w 19144"/>
                <a:gd name="connsiteY3" fmla="*/ 8921 h 38027"/>
                <a:gd name="connsiteX4" fmla="*/ 1809 w 19144"/>
                <a:gd name="connsiteY4" fmla="*/ 12785 h 38027"/>
                <a:gd name="connsiteX5" fmla="*/ 0 w 19144"/>
                <a:gd name="connsiteY5" fmla="*/ 19018 h 38027"/>
                <a:gd name="connsiteX6" fmla="*/ 1809 w 19144"/>
                <a:gd name="connsiteY6" fmla="*/ 27008 h 38027"/>
                <a:gd name="connsiteX7" fmla="*/ 8209 w 19144"/>
                <a:gd name="connsiteY7" fmla="*/ 36359 h 38027"/>
                <a:gd name="connsiteX8" fmla="*/ 13403 w 19144"/>
                <a:gd name="connsiteY8" fmla="*/ 38027 h 38027"/>
                <a:gd name="connsiteX9" fmla="*/ 6817 w 19144"/>
                <a:gd name="connsiteY9" fmla="*/ 25691 h 38027"/>
                <a:gd name="connsiteX10" fmla="*/ 6817 w 19144"/>
                <a:gd name="connsiteY10" fmla="*/ 17175 h 38027"/>
                <a:gd name="connsiteX11" fmla="*/ 12012 w 19144"/>
                <a:gd name="connsiteY11" fmla="*/ 18272 h 38027"/>
                <a:gd name="connsiteX12" fmla="*/ 17114 w 19144"/>
                <a:gd name="connsiteY12" fmla="*/ 20467 h 38027"/>
                <a:gd name="connsiteX13" fmla="*/ 19061 w 19144"/>
                <a:gd name="connsiteY13" fmla="*/ 18799 h 38027"/>
                <a:gd name="connsiteX14" fmla="*/ 9647 w 19144"/>
                <a:gd name="connsiteY14" fmla="*/ 14672 h 38027"/>
                <a:gd name="connsiteX15" fmla="*/ 13403 w 19144"/>
                <a:gd name="connsiteY15" fmla="*/ 10809 h 38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144" h="38027">
                  <a:moveTo>
                    <a:pt x="13450" y="10809"/>
                  </a:moveTo>
                  <a:cubicBezTo>
                    <a:pt x="15165" y="11336"/>
                    <a:pt x="21288" y="3697"/>
                    <a:pt x="18366" y="668"/>
                  </a:cubicBezTo>
                  <a:cubicBezTo>
                    <a:pt x="15444" y="-2361"/>
                    <a:pt x="9693" y="5892"/>
                    <a:pt x="9693" y="5892"/>
                  </a:cubicBezTo>
                  <a:lnTo>
                    <a:pt x="5009" y="8921"/>
                  </a:lnTo>
                  <a:lnTo>
                    <a:pt x="1809" y="12785"/>
                  </a:lnTo>
                  <a:lnTo>
                    <a:pt x="0" y="19018"/>
                  </a:lnTo>
                  <a:lnTo>
                    <a:pt x="1809" y="27008"/>
                  </a:lnTo>
                  <a:lnTo>
                    <a:pt x="8209" y="36359"/>
                  </a:lnTo>
                  <a:lnTo>
                    <a:pt x="13403" y="38027"/>
                  </a:lnTo>
                  <a:lnTo>
                    <a:pt x="6817" y="25691"/>
                  </a:lnTo>
                  <a:lnTo>
                    <a:pt x="6817" y="17175"/>
                  </a:lnTo>
                  <a:lnTo>
                    <a:pt x="12012" y="18272"/>
                  </a:lnTo>
                  <a:lnTo>
                    <a:pt x="17114" y="20467"/>
                  </a:lnTo>
                  <a:lnTo>
                    <a:pt x="19061" y="18799"/>
                  </a:lnTo>
                  <a:lnTo>
                    <a:pt x="9647" y="14672"/>
                  </a:lnTo>
                  <a:cubicBezTo>
                    <a:pt x="9647" y="14672"/>
                    <a:pt x="11641" y="10282"/>
                    <a:pt x="13403" y="1080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6" name="Freeform: Shape 2015">
              <a:extLst>
                <a:ext uri="{FF2B5EF4-FFF2-40B4-BE49-F238E27FC236}">
                  <a16:creationId xmlns:a16="http://schemas.microsoft.com/office/drawing/2014/main" id="{46946852-656A-A99F-7983-B8A1289E62B2}"/>
                </a:ext>
              </a:extLst>
            </p:cNvPr>
            <p:cNvSpPr>
              <a:spLocks/>
            </p:cNvSpPr>
            <p:nvPr/>
          </p:nvSpPr>
          <p:spPr>
            <a:xfrm>
              <a:off x="8754679" y="4115594"/>
              <a:ext cx="13844" cy="8780"/>
            </a:xfrm>
            <a:custGeom>
              <a:avLst/>
              <a:gdLst>
                <a:gd name="connsiteX0" fmla="*/ 0 w 9275"/>
                <a:gd name="connsiteY0" fmla="*/ 2941 h 5882"/>
                <a:gd name="connsiteX1" fmla="*/ 4638 w 9275"/>
                <a:gd name="connsiteY1" fmla="*/ 5883 h 5882"/>
                <a:gd name="connsiteX2" fmla="*/ 9275 w 9275"/>
                <a:gd name="connsiteY2" fmla="*/ 4127 h 5882"/>
                <a:gd name="connsiteX3" fmla="*/ 9275 w 9275"/>
                <a:gd name="connsiteY3" fmla="*/ 0 h 5882"/>
                <a:gd name="connsiteX4" fmla="*/ 3200 w 9275"/>
                <a:gd name="connsiteY4" fmla="*/ 0 h 5882"/>
                <a:gd name="connsiteX5" fmla="*/ 0 w 9275"/>
                <a:gd name="connsiteY5" fmla="*/ 2941 h 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75" h="5882">
                  <a:moveTo>
                    <a:pt x="0" y="2941"/>
                  </a:moveTo>
                  <a:lnTo>
                    <a:pt x="4638" y="5883"/>
                  </a:lnTo>
                  <a:lnTo>
                    <a:pt x="9275" y="4127"/>
                  </a:lnTo>
                  <a:lnTo>
                    <a:pt x="9275" y="0"/>
                  </a:lnTo>
                  <a:lnTo>
                    <a:pt x="3200" y="0"/>
                  </a:lnTo>
                  <a:lnTo>
                    <a:pt x="0" y="29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7" name="Freeform: Shape 2016">
              <a:extLst>
                <a:ext uri="{FF2B5EF4-FFF2-40B4-BE49-F238E27FC236}">
                  <a16:creationId xmlns:a16="http://schemas.microsoft.com/office/drawing/2014/main" id="{A31990DC-B41A-B724-347D-59DB2A40091E}"/>
                </a:ext>
              </a:extLst>
            </p:cNvPr>
            <p:cNvSpPr>
              <a:spLocks/>
            </p:cNvSpPr>
            <p:nvPr/>
          </p:nvSpPr>
          <p:spPr>
            <a:xfrm>
              <a:off x="8706083" y="4139066"/>
              <a:ext cx="76284" cy="24427"/>
            </a:xfrm>
            <a:custGeom>
              <a:avLst/>
              <a:gdLst>
                <a:gd name="connsiteX0" fmla="*/ 6076 w 51107"/>
                <a:gd name="connsiteY0" fmla="*/ 1967 h 16365"/>
                <a:gd name="connsiteX1" fmla="*/ 6076 w 51107"/>
                <a:gd name="connsiteY1" fmla="*/ 4996 h 16365"/>
                <a:gd name="connsiteX2" fmla="*/ 0 w 51107"/>
                <a:gd name="connsiteY2" fmla="*/ 8288 h 16365"/>
                <a:gd name="connsiteX3" fmla="*/ 0 w 51107"/>
                <a:gd name="connsiteY3" fmla="*/ 13205 h 16365"/>
                <a:gd name="connsiteX4" fmla="*/ 3385 w 51107"/>
                <a:gd name="connsiteY4" fmla="*/ 10659 h 16365"/>
                <a:gd name="connsiteX5" fmla="*/ 6214 w 51107"/>
                <a:gd name="connsiteY5" fmla="*/ 8245 h 16365"/>
                <a:gd name="connsiteX6" fmla="*/ 9971 w 51107"/>
                <a:gd name="connsiteY6" fmla="*/ 10659 h 16365"/>
                <a:gd name="connsiteX7" fmla="*/ 9971 w 51107"/>
                <a:gd name="connsiteY7" fmla="*/ 13732 h 16365"/>
                <a:gd name="connsiteX8" fmla="*/ 13727 w 51107"/>
                <a:gd name="connsiteY8" fmla="*/ 14259 h 16365"/>
                <a:gd name="connsiteX9" fmla="*/ 15676 w 51107"/>
                <a:gd name="connsiteY9" fmla="*/ 12898 h 16365"/>
                <a:gd name="connsiteX10" fmla="*/ 13727 w 51107"/>
                <a:gd name="connsiteY10" fmla="*/ 10659 h 16365"/>
                <a:gd name="connsiteX11" fmla="*/ 18087 w 51107"/>
                <a:gd name="connsiteY11" fmla="*/ 6884 h 16365"/>
                <a:gd name="connsiteX12" fmla="*/ 18087 w 51107"/>
                <a:gd name="connsiteY12" fmla="*/ 9079 h 16365"/>
                <a:gd name="connsiteX13" fmla="*/ 23003 w 51107"/>
                <a:gd name="connsiteY13" fmla="*/ 10659 h 16365"/>
                <a:gd name="connsiteX14" fmla="*/ 28198 w 51107"/>
                <a:gd name="connsiteY14" fmla="*/ 10659 h 16365"/>
                <a:gd name="connsiteX15" fmla="*/ 32557 w 51107"/>
                <a:gd name="connsiteY15" fmla="*/ 6884 h 16365"/>
                <a:gd name="connsiteX16" fmla="*/ 47630 w 51107"/>
                <a:gd name="connsiteY16" fmla="*/ 16366 h 16365"/>
                <a:gd name="connsiteX17" fmla="*/ 51108 w 51107"/>
                <a:gd name="connsiteY17" fmla="*/ 12371 h 16365"/>
                <a:gd name="connsiteX18" fmla="*/ 47630 w 51107"/>
                <a:gd name="connsiteY18" fmla="*/ 10659 h 16365"/>
                <a:gd name="connsiteX19" fmla="*/ 35757 w 51107"/>
                <a:gd name="connsiteY19" fmla="*/ 4952 h 16365"/>
                <a:gd name="connsiteX20" fmla="*/ 21287 w 51107"/>
                <a:gd name="connsiteY20" fmla="*/ 1923 h 16365"/>
                <a:gd name="connsiteX21" fmla="*/ 6122 w 51107"/>
                <a:gd name="connsiteY21" fmla="*/ 1923 h 16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107" h="16365">
                  <a:moveTo>
                    <a:pt x="6076" y="1967"/>
                  </a:moveTo>
                  <a:lnTo>
                    <a:pt x="6076" y="4996"/>
                  </a:lnTo>
                  <a:lnTo>
                    <a:pt x="0" y="8288"/>
                  </a:lnTo>
                  <a:lnTo>
                    <a:pt x="0" y="13205"/>
                  </a:lnTo>
                  <a:lnTo>
                    <a:pt x="3385" y="10659"/>
                  </a:lnTo>
                  <a:lnTo>
                    <a:pt x="6214" y="8245"/>
                  </a:lnTo>
                  <a:lnTo>
                    <a:pt x="9971" y="10659"/>
                  </a:lnTo>
                  <a:lnTo>
                    <a:pt x="9971" y="13732"/>
                  </a:lnTo>
                  <a:lnTo>
                    <a:pt x="13727" y="14259"/>
                  </a:lnTo>
                  <a:lnTo>
                    <a:pt x="15676" y="12898"/>
                  </a:lnTo>
                  <a:lnTo>
                    <a:pt x="13727" y="10659"/>
                  </a:lnTo>
                  <a:lnTo>
                    <a:pt x="18087" y="6884"/>
                  </a:lnTo>
                  <a:lnTo>
                    <a:pt x="18087" y="9079"/>
                  </a:lnTo>
                  <a:lnTo>
                    <a:pt x="23003" y="10659"/>
                  </a:lnTo>
                  <a:lnTo>
                    <a:pt x="28198" y="10659"/>
                  </a:lnTo>
                  <a:lnTo>
                    <a:pt x="32557" y="6884"/>
                  </a:lnTo>
                  <a:lnTo>
                    <a:pt x="47630" y="16366"/>
                  </a:lnTo>
                  <a:lnTo>
                    <a:pt x="51108" y="12371"/>
                  </a:lnTo>
                  <a:lnTo>
                    <a:pt x="47630" y="10659"/>
                  </a:lnTo>
                  <a:cubicBezTo>
                    <a:pt x="46192" y="167"/>
                    <a:pt x="35757" y="4952"/>
                    <a:pt x="35757" y="4952"/>
                  </a:cubicBezTo>
                  <a:cubicBezTo>
                    <a:pt x="27780" y="-4003"/>
                    <a:pt x="21287" y="1923"/>
                    <a:pt x="21287" y="1923"/>
                  </a:cubicBezTo>
                  <a:cubicBezTo>
                    <a:pt x="17809" y="-799"/>
                    <a:pt x="6122" y="1923"/>
                    <a:pt x="6122" y="192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8" name="Freeform: Shape 2017">
              <a:extLst>
                <a:ext uri="{FF2B5EF4-FFF2-40B4-BE49-F238E27FC236}">
                  <a16:creationId xmlns:a16="http://schemas.microsoft.com/office/drawing/2014/main" id="{F9B5697A-6F4D-0D88-C94E-50B79A24B650}"/>
                </a:ext>
              </a:extLst>
            </p:cNvPr>
            <p:cNvSpPr>
              <a:spLocks/>
            </p:cNvSpPr>
            <p:nvPr/>
          </p:nvSpPr>
          <p:spPr>
            <a:xfrm>
              <a:off x="8763577" y="4077838"/>
              <a:ext cx="29691" cy="8560"/>
            </a:xfrm>
            <a:custGeom>
              <a:avLst/>
              <a:gdLst>
                <a:gd name="connsiteX0" fmla="*/ 17831 w 19892"/>
                <a:gd name="connsiteY0" fmla="*/ 5365 h 5735"/>
                <a:gd name="connsiteX1" fmla="*/ 17831 w 19892"/>
                <a:gd name="connsiteY1" fmla="*/ 3170 h 5735"/>
                <a:gd name="connsiteX2" fmla="*/ 9947 w 19892"/>
                <a:gd name="connsiteY2" fmla="*/ 712 h 5735"/>
                <a:gd name="connsiteX3" fmla="*/ 161 w 19892"/>
                <a:gd name="connsiteY3" fmla="*/ 3170 h 5735"/>
                <a:gd name="connsiteX4" fmla="*/ 7396 w 19892"/>
                <a:gd name="connsiteY4" fmla="*/ 5365 h 5735"/>
                <a:gd name="connsiteX5" fmla="*/ 17831 w 19892"/>
                <a:gd name="connsiteY5" fmla="*/ 5365 h 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892" h="5735">
                  <a:moveTo>
                    <a:pt x="17831" y="5365"/>
                  </a:moveTo>
                  <a:cubicBezTo>
                    <a:pt x="22469" y="4531"/>
                    <a:pt x="17831" y="3170"/>
                    <a:pt x="17831" y="3170"/>
                  </a:cubicBezTo>
                  <a:cubicBezTo>
                    <a:pt x="17552" y="-386"/>
                    <a:pt x="11755" y="1809"/>
                    <a:pt x="9947" y="712"/>
                  </a:cubicBezTo>
                  <a:cubicBezTo>
                    <a:pt x="8138" y="-386"/>
                    <a:pt x="1599" y="-649"/>
                    <a:pt x="161" y="3170"/>
                  </a:cubicBezTo>
                  <a:cubicBezTo>
                    <a:pt x="-1277" y="6989"/>
                    <a:pt x="7396" y="5365"/>
                    <a:pt x="7396" y="5365"/>
                  </a:cubicBezTo>
                  <a:cubicBezTo>
                    <a:pt x="7396" y="5365"/>
                    <a:pt x="13193" y="6199"/>
                    <a:pt x="17831" y="536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9" name="Freeform: Shape 2018">
              <a:extLst>
                <a:ext uri="{FF2B5EF4-FFF2-40B4-BE49-F238E27FC236}">
                  <a16:creationId xmlns:a16="http://schemas.microsoft.com/office/drawing/2014/main" id="{1AA1641F-DF90-F73A-2818-03EDD534E39A}"/>
                </a:ext>
              </a:extLst>
            </p:cNvPr>
            <p:cNvSpPr>
              <a:spLocks/>
            </p:cNvSpPr>
            <p:nvPr/>
          </p:nvSpPr>
          <p:spPr>
            <a:xfrm>
              <a:off x="8771293" y="4085283"/>
              <a:ext cx="245052" cy="196225"/>
            </a:xfrm>
            <a:custGeom>
              <a:avLst/>
              <a:gdLst>
                <a:gd name="connsiteX0" fmla="*/ 161903 w 164175"/>
                <a:gd name="connsiteY0" fmla="*/ 94762 h 131462"/>
                <a:gd name="connsiteX1" fmla="*/ 163944 w 164175"/>
                <a:gd name="connsiteY1" fmla="*/ 90460 h 131462"/>
                <a:gd name="connsiteX2" fmla="*/ 163944 w 164175"/>
                <a:gd name="connsiteY2" fmla="*/ 86641 h 131462"/>
                <a:gd name="connsiteX3" fmla="*/ 163387 w 164175"/>
                <a:gd name="connsiteY3" fmla="*/ 89845 h 131462"/>
                <a:gd name="connsiteX4" fmla="*/ 159306 w 164175"/>
                <a:gd name="connsiteY4" fmla="*/ 89845 h 131462"/>
                <a:gd name="connsiteX5" fmla="*/ 163387 w 164175"/>
                <a:gd name="connsiteY5" fmla="*/ 80275 h 131462"/>
                <a:gd name="connsiteX6" fmla="*/ 163944 w 164175"/>
                <a:gd name="connsiteY6" fmla="*/ 80275 h 131462"/>
                <a:gd name="connsiteX7" fmla="*/ 163944 w 164175"/>
                <a:gd name="connsiteY7" fmla="*/ 35848 h 131462"/>
                <a:gd name="connsiteX8" fmla="*/ 162784 w 164175"/>
                <a:gd name="connsiteY8" fmla="*/ 36068 h 131462"/>
                <a:gd name="connsiteX9" fmla="*/ 147711 w 164175"/>
                <a:gd name="connsiteY9" fmla="*/ 31151 h 131462"/>
                <a:gd name="connsiteX10" fmla="*/ 114691 w 164175"/>
                <a:gd name="connsiteY10" fmla="*/ 17322 h 131462"/>
                <a:gd name="connsiteX11" fmla="*/ 105137 w 164175"/>
                <a:gd name="connsiteY11" fmla="*/ 24478 h 131462"/>
                <a:gd name="connsiteX12" fmla="*/ 109775 w 164175"/>
                <a:gd name="connsiteY12" fmla="*/ 22634 h 131462"/>
                <a:gd name="connsiteX13" fmla="*/ 109497 w 164175"/>
                <a:gd name="connsiteY13" fmla="*/ 26190 h 131462"/>
                <a:gd name="connsiteX14" fmla="*/ 91827 w 164175"/>
                <a:gd name="connsiteY14" fmla="*/ 33039 h 131462"/>
                <a:gd name="connsiteX15" fmla="*/ 85149 w 164175"/>
                <a:gd name="connsiteY15" fmla="*/ 40985 h 131462"/>
                <a:gd name="connsiteX16" fmla="*/ 78749 w 164175"/>
                <a:gd name="connsiteY16" fmla="*/ 45375 h 131462"/>
                <a:gd name="connsiteX17" fmla="*/ 71235 w 164175"/>
                <a:gd name="connsiteY17" fmla="*/ 46692 h 131462"/>
                <a:gd name="connsiteX18" fmla="*/ 66458 w 164175"/>
                <a:gd name="connsiteY18" fmla="*/ 40985 h 131462"/>
                <a:gd name="connsiteX19" fmla="*/ 66458 w 164175"/>
                <a:gd name="connsiteY19" fmla="*/ 37955 h 131462"/>
                <a:gd name="connsiteX20" fmla="*/ 65113 w 164175"/>
                <a:gd name="connsiteY20" fmla="*/ 33039 h 131462"/>
                <a:gd name="connsiteX21" fmla="*/ 63073 w 164175"/>
                <a:gd name="connsiteY21" fmla="*/ 33039 h 131462"/>
                <a:gd name="connsiteX22" fmla="*/ 62794 w 164175"/>
                <a:gd name="connsiteY22" fmla="*/ 37955 h 131462"/>
                <a:gd name="connsiteX23" fmla="*/ 56997 w 164175"/>
                <a:gd name="connsiteY23" fmla="*/ 17278 h 131462"/>
                <a:gd name="connsiteX24" fmla="*/ 56997 w 164175"/>
                <a:gd name="connsiteY24" fmla="*/ 10781 h 131462"/>
                <a:gd name="connsiteX25" fmla="*/ 48325 w 164175"/>
                <a:gd name="connsiteY25" fmla="*/ 5294 h 131462"/>
                <a:gd name="connsiteX26" fmla="*/ 43131 w 164175"/>
                <a:gd name="connsiteY26" fmla="*/ 2835 h 131462"/>
                <a:gd name="connsiteX27" fmla="*/ 20545 w 164175"/>
                <a:gd name="connsiteY27" fmla="*/ 5601 h 131462"/>
                <a:gd name="connsiteX28" fmla="*/ 13310 w 164175"/>
                <a:gd name="connsiteY28" fmla="*/ 9157 h 131462"/>
                <a:gd name="connsiteX29" fmla="*/ 11269 w 164175"/>
                <a:gd name="connsiteY29" fmla="*/ 14293 h 131462"/>
                <a:gd name="connsiteX30" fmla="*/ 8950 w 164175"/>
                <a:gd name="connsiteY30" fmla="*/ 14293 h 131462"/>
                <a:gd name="connsiteX31" fmla="*/ 8950 w 164175"/>
                <a:gd name="connsiteY31" fmla="*/ 10781 h 131462"/>
                <a:gd name="connsiteX32" fmla="*/ 2875 w 164175"/>
                <a:gd name="connsiteY32" fmla="*/ 9113 h 131462"/>
                <a:gd name="connsiteX33" fmla="*/ 0 w 164175"/>
                <a:gd name="connsiteY33" fmla="*/ 9947 h 131462"/>
                <a:gd name="connsiteX34" fmla="*/ 13357 w 164175"/>
                <a:gd name="connsiteY34" fmla="*/ 19254 h 131462"/>
                <a:gd name="connsiteX35" fmla="*/ 20591 w 164175"/>
                <a:gd name="connsiteY35" fmla="*/ 20220 h 131462"/>
                <a:gd name="connsiteX36" fmla="*/ 27826 w 164175"/>
                <a:gd name="connsiteY36" fmla="*/ 28561 h 131462"/>
                <a:gd name="connsiteX37" fmla="*/ 37983 w 164175"/>
                <a:gd name="connsiteY37" fmla="*/ 28561 h 131462"/>
                <a:gd name="connsiteX38" fmla="*/ 51015 w 164175"/>
                <a:gd name="connsiteY38" fmla="*/ 28561 h 131462"/>
                <a:gd name="connsiteX39" fmla="*/ 47537 w 164175"/>
                <a:gd name="connsiteY39" fmla="*/ 34619 h 131462"/>
                <a:gd name="connsiteX40" fmla="*/ 37102 w 164175"/>
                <a:gd name="connsiteY40" fmla="*/ 34619 h 131462"/>
                <a:gd name="connsiteX41" fmla="*/ 31908 w 164175"/>
                <a:gd name="connsiteY41" fmla="*/ 35980 h 131462"/>
                <a:gd name="connsiteX42" fmla="*/ 26018 w 164175"/>
                <a:gd name="connsiteY42" fmla="*/ 32995 h 131462"/>
                <a:gd name="connsiteX43" fmla="*/ 23513 w 164175"/>
                <a:gd name="connsiteY43" fmla="*/ 37385 h 131462"/>
                <a:gd name="connsiteX44" fmla="*/ 24951 w 164175"/>
                <a:gd name="connsiteY44" fmla="*/ 40941 h 131462"/>
                <a:gd name="connsiteX45" fmla="*/ 29032 w 164175"/>
                <a:gd name="connsiteY45" fmla="*/ 40941 h 131462"/>
                <a:gd name="connsiteX46" fmla="*/ 37426 w 164175"/>
                <a:gd name="connsiteY46" fmla="*/ 45331 h 131462"/>
                <a:gd name="connsiteX47" fmla="*/ 34551 w 164175"/>
                <a:gd name="connsiteY47" fmla="*/ 50555 h 131462"/>
                <a:gd name="connsiteX48" fmla="*/ 41507 w 164175"/>
                <a:gd name="connsiteY48" fmla="*/ 55208 h 131462"/>
                <a:gd name="connsiteX49" fmla="*/ 46702 w 164175"/>
                <a:gd name="connsiteY49" fmla="*/ 48360 h 131462"/>
                <a:gd name="connsiteX50" fmla="*/ 49021 w 164175"/>
                <a:gd name="connsiteY50" fmla="*/ 45331 h 131462"/>
                <a:gd name="connsiteX51" fmla="*/ 49299 w 164175"/>
                <a:gd name="connsiteY51" fmla="*/ 40941 h 131462"/>
                <a:gd name="connsiteX52" fmla="*/ 55050 w 164175"/>
                <a:gd name="connsiteY52" fmla="*/ 39316 h 131462"/>
                <a:gd name="connsiteX53" fmla="*/ 51339 w 164175"/>
                <a:gd name="connsiteY53" fmla="*/ 46648 h 131462"/>
                <a:gd name="connsiteX54" fmla="*/ 53658 w 164175"/>
                <a:gd name="connsiteY54" fmla="*/ 52355 h 131462"/>
                <a:gd name="connsiteX55" fmla="*/ 60801 w 164175"/>
                <a:gd name="connsiteY55" fmla="*/ 53847 h 131462"/>
                <a:gd name="connsiteX56" fmla="*/ 70447 w 164175"/>
                <a:gd name="connsiteY56" fmla="*/ 60696 h 131462"/>
                <a:gd name="connsiteX57" fmla="*/ 80882 w 164175"/>
                <a:gd name="connsiteY57" fmla="*/ 60696 h 131462"/>
                <a:gd name="connsiteX58" fmla="*/ 93357 w 164175"/>
                <a:gd name="connsiteY58" fmla="*/ 64822 h 131462"/>
                <a:gd name="connsiteX59" fmla="*/ 106111 w 164175"/>
                <a:gd name="connsiteY59" fmla="*/ 69739 h 131462"/>
                <a:gd name="connsiteX60" fmla="*/ 120024 w 164175"/>
                <a:gd name="connsiteY60" fmla="*/ 77422 h 131462"/>
                <a:gd name="connsiteX61" fmla="*/ 124106 w 164175"/>
                <a:gd name="connsiteY61" fmla="*/ 84533 h 131462"/>
                <a:gd name="connsiteX62" fmla="*/ 129624 w 164175"/>
                <a:gd name="connsiteY62" fmla="*/ 94674 h 131462"/>
                <a:gd name="connsiteX63" fmla="*/ 129624 w 164175"/>
                <a:gd name="connsiteY63" fmla="*/ 99328 h 131462"/>
                <a:gd name="connsiteX64" fmla="*/ 137740 w 164175"/>
                <a:gd name="connsiteY64" fmla="*/ 105649 h 131462"/>
                <a:gd name="connsiteX65" fmla="*/ 131387 w 164175"/>
                <a:gd name="connsiteY65" fmla="*/ 103191 h 131462"/>
                <a:gd name="connsiteX66" fmla="*/ 134262 w 164175"/>
                <a:gd name="connsiteY66" fmla="*/ 108327 h 131462"/>
                <a:gd name="connsiteX67" fmla="*/ 129068 w 164175"/>
                <a:gd name="connsiteY67" fmla="*/ 105386 h 131462"/>
                <a:gd name="connsiteX68" fmla="*/ 122714 w 164175"/>
                <a:gd name="connsiteY68" fmla="*/ 106747 h 131462"/>
                <a:gd name="connsiteX69" fmla="*/ 114042 w 164175"/>
                <a:gd name="connsiteY69" fmla="*/ 114386 h 131462"/>
                <a:gd name="connsiteX70" fmla="*/ 114042 w 164175"/>
                <a:gd name="connsiteY70" fmla="*/ 119609 h 131462"/>
                <a:gd name="connsiteX71" fmla="*/ 132871 w 164175"/>
                <a:gd name="connsiteY71" fmla="*/ 119609 h 131462"/>
                <a:gd name="connsiteX72" fmla="*/ 137787 w 164175"/>
                <a:gd name="connsiteY72" fmla="*/ 115790 h 131462"/>
                <a:gd name="connsiteX73" fmla="*/ 140384 w 164175"/>
                <a:gd name="connsiteY73" fmla="*/ 118161 h 131462"/>
                <a:gd name="connsiteX74" fmla="*/ 145903 w 164175"/>
                <a:gd name="connsiteY74" fmla="*/ 115790 h 131462"/>
                <a:gd name="connsiteX75" fmla="*/ 152859 w 164175"/>
                <a:gd name="connsiteY75" fmla="*/ 119609 h 131462"/>
                <a:gd name="connsiteX76" fmla="*/ 164176 w 164175"/>
                <a:gd name="connsiteY76" fmla="*/ 131463 h 131462"/>
                <a:gd name="connsiteX77" fmla="*/ 164176 w 164175"/>
                <a:gd name="connsiteY77" fmla="*/ 98099 h 131462"/>
                <a:gd name="connsiteX78" fmla="*/ 162135 w 164175"/>
                <a:gd name="connsiteY78" fmla="*/ 94587 h 131462"/>
                <a:gd name="connsiteX79" fmla="*/ 117845 w 164175"/>
                <a:gd name="connsiteY79" fmla="*/ 73910 h 131462"/>
                <a:gd name="connsiteX80" fmla="*/ 112929 w 164175"/>
                <a:gd name="connsiteY80" fmla="*/ 69256 h 131462"/>
                <a:gd name="connsiteX81" fmla="*/ 117010 w 164175"/>
                <a:gd name="connsiteY81" fmla="*/ 70090 h 131462"/>
                <a:gd name="connsiteX82" fmla="*/ 117010 w 164175"/>
                <a:gd name="connsiteY82" fmla="*/ 67061 h 131462"/>
                <a:gd name="connsiteX83" fmla="*/ 121091 w 164175"/>
                <a:gd name="connsiteY83" fmla="*/ 69256 h 131462"/>
                <a:gd name="connsiteX84" fmla="*/ 117891 w 164175"/>
                <a:gd name="connsiteY84" fmla="*/ 73910 h 131462"/>
                <a:gd name="connsiteX85" fmla="*/ 156106 w 164175"/>
                <a:gd name="connsiteY85" fmla="*/ 47833 h 131462"/>
                <a:gd name="connsiteX86" fmla="*/ 161022 w 164175"/>
                <a:gd name="connsiteY86" fmla="*/ 57228 h 131462"/>
                <a:gd name="connsiteX87" fmla="*/ 161022 w 164175"/>
                <a:gd name="connsiteY87" fmla="*/ 60740 h 131462"/>
                <a:gd name="connsiteX88" fmla="*/ 154947 w 164175"/>
                <a:gd name="connsiteY88" fmla="*/ 52398 h 131462"/>
                <a:gd name="connsiteX89" fmla="*/ 156106 w 164175"/>
                <a:gd name="connsiteY89" fmla="*/ 47877 h 13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64175" h="131462">
                  <a:moveTo>
                    <a:pt x="161903" y="94762"/>
                  </a:moveTo>
                  <a:cubicBezTo>
                    <a:pt x="161810" y="92787"/>
                    <a:pt x="163248" y="91162"/>
                    <a:pt x="163944" y="90460"/>
                  </a:cubicBezTo>
                  <a:lnTo>
                    <a:pt x="163944" y="86641"/>
                  </a:lnTo>
                  <a:lnTo>
                    <a:pt x="163387" y="89845"/>
                  </a:lnTo>
                  <a:lnTo>
                    <a:pt x="159306" y="89845"/>
                  </a:lnTo>
                  <a:lnTo>
                    <a:pt x="163387" y="80275"/>
                  </a:lnTo>
                  <a:lnTo>
                    <a:pt x="163944" y="80275"/>
                  </a:lnTo>
                  <a:lnTo>
                    <a:pt x="163944" y="35848"/>
                  </a:lnTo>
                  <a:cubicBezTo>
                    <a:pt x="163573" y="35936"/>
                    <a:pt x="163155" y="35980"/>
                    <a:pt x="162784" y="36068"/>
                  </a:cubicBezTo>
                  <a:cubicBezTo>
                    <a:pt x="162784" y="36068"/>
                    <a:pt x="156106" y="28693"/>
                    <a:pt x="147711" y="31151"/>
                  </a:cubicBezTo>
                  <a:cubicBezTo>
                    <a:pt x="147711" y="31151"/>
                    <a:pt x="123642" y="17235"/>
                    <a:pt x="114691" y="17322"/>
                  </a:cubicBezTo>
                  <a:cubicBezTo>
                    <a:pt x="105693" y="17410"/>
                    <a:pt x="105137" y="24478"/>
                    <a:pt x="105137" y="24478"/>
                  </a:cubicBezTo>
                  <a:lnTo>
                    <a:pt x="109775" y="22634"/>
                  </a:lnTo>
                  <a:lnTo>
                    <a:pt x="109497" y="26190"/>
                  </a:lnTo>
                  <a:cubicBezTo>
                    <a:pt x="109497" y="26190"/>
                    <a:pt x="92105" y="28385"/>
                    <a:pt x="91827" y="33039"/>
                  </a:cubicBezTo>
                  <a:cubicBezTo>
                    <a:pt x="91827" y="33039"/>
                    <a:pt x="84592" y="36068"/>
                    <a:pt x="85149" y="40985"/>
                  </a:cubicBezTo>
                  <a:cubicBezTo>
                    <a:pt x="85149" y="40985"/>
                    <a:pt x="79351" y="41248"/>
                    <a:pt x="78749" y="45375"/>
                  </a:cubicBezTo>
                  <a:lnTo>
                    <a:pt x="71235" y="46692"/>
                  </a:lnTo>
                  <a:lnTo>
                    <a:pt x="66458" y="40985"/>
                  </a:lnTo>
                  <a:lnTo>
                    <a:pt x="66458" y="37955"/>
                  </a:lnTo>
                  <a:lnTo>
                    <a:pt x="65113" y="33039"/>
                  </a:lnTo>
                  <a:lnTo>
                    <a:pt x="63073" y="33039"/>
                  </a:lnTo>
                  <a:lnTo>
                    <a:pt x="62794" y="37955"/>
                  </a:lnTo>
                  <a:cubicBezTo>
                    <a:pt x="62794" y="37955"/>
                    <a:pt x="55560" y="34180"/>
                    <a:pt x="56997" y="17278"/>
                  </a:cubicBezTo>
                  <a:cubicBezTo>
                    <a:pt x="56997" y="17278"/>
                    <a:pt x="61635" y="13547"/>
                    <a:pt x="56997" y="10781"/>
                  </a:cubicBezTo>
                  <a:cubicBezTo>
                    <a:pt x="56997" y="10781"/>
                    <a:pt x="56997" y="3362"/>
                    <a:pt x="48325" y="5294"/>
                  </a:cubicBezTo>
                  <a:lnTo>
                    <a:pt x="43131" y="2835"/>
                  </a:lnTo>
                  <a:cubicBezTo>
                    <a:pt x="43131" y="2835"/>
                    <a:pt x="30099" y="-5111"/>
                    <a:pt x="20545" y="5601"/>
                  </a:cubicBezTo>
                  <a:cubicBezTo>
                    <a:pt x="20545" y="5601"/>
                    <a:pt x="13588" y="4504"/>
                    <a:pt x="13310" y="9157"/>
                  </a:cubicBezTo>
                  <a:lnTo>
                    <a:pt x="11269" y="14293"/>
                  </a:lnTo>
                  <a:lnTo>
                    <a:pt x="8950" y="14293"/>
                  </a:lnTo>
                  <a:lnTo>
                    <a:pt x="8950" y="10781"/>
                  </a:lnTo>
                  <a:cubicBezTo>
                    <a:pt x="8673" y="9684"/>
                    <a:pt x="2875" y="9113"/>
                    <a:pt x="2875" y="9113"/>
                  </a:cubicBezTo>
                  <a:lnTo>
                    <a:pt x="0" y="9947"/>
                  </a:lnTo>
                  <a:cubicBezTo>
                    <a:pt x="0" y="9947"/>
                    <a:pt x="6400" y="20395"/>
                    <a:pt x="13357" y="19254"/>
                  </a:cubicBezTo>
                  <a:lnTo>
                    <a:pt x="20591" y="20220"/>
                  </a:lnTo>
                  <a:cubicBezTo>
                    <a:pt x="20591" y="20220"/>
                    <a:pt x="22307" y="28561"/>
                    <a:pt x="27826" y="28561"/>
                  </a:cubicBezTo>
                  <a:lnTo>
                    <a:pt x="37983" y="28561"/>
                  </a:lnTo>
                  <a:cubicBezTo>
                    <a:pt x="37983" y="28561"/>
                    <a:pt x="48696" y="26893"/>
                    <a:pt x="51015" y="28561"/>
                  </a:cubicBezTo>
                  <a:cubicBezTo>
                    <a:pt x="53334" y="30229"/>
                    <a:pt x="51015" y="34882"/>
                    <a:pt x="47537" y="34619"/>
                  </a:cubicBezTo>
                  <a:cubicBezTo>
                    <a:pt x="44058" y="34356"/>
                    <a:pt x="42018" y="28868"/>
                    <a:pt x="37102" y="34619"/>
                  </a:cubicBezTo>
                  <a:lnTo>
                    <a:pt x="31908" y="35980"/>
                  </a:lnTo>
                  <a:lnTo>
                    <a:pt x="26018" y="32995"/>
                  </a:lnTo>
                  <a:lnTo>
                    <a:pt x="23513" y="37385"/>
                  </a:lnTo>
                  <a:lnTo>
                    <a:pt x="24951" y="40941"/>
                  </a:lnTo>
                  <a:lnTo>
                    <a:pt x="29032" y="40941"/>
                  </a:lnTo>
                  <a:lnTo>
                    <a:pt x="37426" y="45331"/>
                  </a:lnTo>
                  <a:lnTo>
                    <a:pt x="34551" y="50555"/>
                  </a:lnTo>
                  <a:cubicBezTo>
                    <a:pt x="34551" y="50555"/>
                    <a:pt x="35107" y="56876"/>
                    <a:pt x="41507" y="55208"/>
                  </a:cubicBezTo>
                  <a:cubicBezTo>
                    <a:pt x="47908" y="53540"/>
                    <a:pt x="46702" y="48360"/>
                    <a:pt x="46702" y="48360"/>
                  </a:cubicBezTo>
                  <a:lnTo>
                    <a:pt x="49021" y="45331"/>
                  </a:lnTo>
                  <a:lnTo>
                    <a:pt x="49299" y="40941"/>
                  </a:lnTo>
                  <a:lnTo>
                    <a:pt x="55050" y="39316"/>
                  </a:lnTo>
                  <a:lnTo>
                    <a:pt x="51339" y="46648"/>
                  </a:lnTo>
                  <a:cubicBezTo>
                    <a:pt x="51339" y="46648"/>
                    <a:pt x="50783" y="50862"/>
                    <a:pt x="53658" y="52355"/>
                  </a:cubicBezTo>
                  <a:cubicBezTo>
                    <a:pt x="56534" y="53847"/>
                    <a:pt x="60801" y="53847"/>
                    <a:pt x="60801" y="53847"/>
                  </a:cubicBezTo>
                  <a:lnTo>
                    <a:pt x="70447" y="60696"/>
                  </a:lnTo>
                  <a:lnTo>
                    <a:pt x="80882" y="60696"/>
                  </a:lnTo>
                  <a:lnTo>
                    <a:pt x="93357" y="64822"/>
                  </a:lnTo>
                  <a:lnTo>
                    <a:pt x="106111" y="69739"/>
                  </a:lnTo>
                  <a:lnTo>
                    <a:pt x="120024" y="77422"/>
                  </a:lnTo>
                  <a:lnTo>
                    <a:pt x="124106" y="84533"/>
                  </a:lnTo>
                  <a:lnTo>
                    <a:pt x="129624" y="94674"/>
                  </a:lnTo>
                  <a:lnTo>
                    <a:pt x="129624" y="99328"/>
                  </a:lnTo>
                  <a:lnTo>
                    <a:pt x="137740" y="105649"/>
                  </a:lnTo>
                  <a:lnTo>
                    <a:pt x="131387" y="103191"/>
                  </a:lnTo>
                  <a:lnTo>
                    <a:pt x="134262" y="108327"/>
                  </a:lnTo>
                  <a:lnTo>
                    <a:pt x="129068" y="105386"/>
                  </a:lnTo>
                  <a:lnTo>
                    <a:pt x="122714" y="106747"/>
                  </a:lnTo>
                  <a:lnTo>
                    <a:pt x="114042" y="114386"/>
                  </a:lnTo>
                  <a:lnTo>
                    <a:pt x="114042" y="119609"/>
                  </a:lnTo>
                  <a:lnTo>
                    <a:pt x="132871" y="119609"/>
                  </a:lnTo>
                  <a:lnTo>
                    <a:pt x="137787" y="115790"/>
                  </a:lnTo>
                  <a:lnTo>
                    <a:pt x="140384" y="118161"/>
                  </a:lnTo>
                  <a:lnTo>
                    <a:pt x="145903" y="115790"/>
                  </a:lnTo>
                  <a:lnTo>
                    <a:pt x="152859" y="119609"/>
                  </a:lnTo>
                  <a:cubicBezTo>
                    <a:pt x="152859" y="119609"/>
                    <a:pt x="157914" y="127556"/>
                    <a:pt x="164176" y="131463"/>
                  </a:cubicBezTo>
                  <a:lnTo>
                    <a:pt x="164176" y="98099"/>
                  </a:lnTo>
                  <a:cubicBezTo>
                    <a:pt x="162877" y="97089"/>
                    <a:pt x="162181" y="95904"/>
                    <a:pt x="162135" y="94587"/>
                  </a:cubicBezTo>
                  <a:close/>
                  <a:moveTo>
                    <a:pt x="117845" y="73910"/>
                  </a:moveTo>
                  <a:lnTo>
                    <a:pt x="112929" y="69256"/>
                  </a:lnTo>
                  <a:lnTo>
                    <a:pt x="117010" y="70090"/>
                  </a:lnTo>
                  <a:lnTo>
                    <a:pt x="117010" y="67061"/>
                  </a:lnTo>
                  <a:lnTo>
                    <a:pt x="121091" y="69256"/>
                  </a:lnTo>
                  <a:lnTo>
                    <a:pt x="117891" y="73910"/>
                  </a:lnTo>
                  <a:close/>
                  <a:moveTo>
                    <a:pt x="156106" y="47833"/>
                  </a:moveTo>
                  <a:lnTo>
                    <a:pt x="161022" y="57228"/>
                  </a:lnTo>
                  <a:lnTo>
                    <a:pt x="161022" y="60740"/>
                  </a:lnTo>
                  <a:lnTo>
                    <a:pt x="154947" y="52398"/>
                  </a:lnTo>
                  <a:lnTo>
                    <a:pt x="156106" y="4787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0" name="Freeform: Shape 2019">
              <a:extLst>
                <a:ext uri="{FF2B5EF4-FFF2-40B4-BE49-F238E27FC236}">
                  <a16:creationId xmlns:a16="http://schemas.microsoft.com/office/drawing/2014/main" id="{CA03EF6F-D213-937A-352F-FF8F9D6F7F64}"/>
                </a:ext>
              </a:extLst>
            </p:cNvPr>
            <p:cNvSpPr>
              <a:spLocks/>
            </p:cNvSpPr>
            <p:nvPr/>
          </p:nvSpPr>
          <p:spPr>
            <a:xfrm>
              <a:off x="9016415" y="4138234"/>
              <a:ext cx="235916" cy="179289"/>
            </a:xfrm>
            <a:custGeom>
              <a:avLst/>
              <a:gdLst>
                <a:gd name="connsiteX0" fmla="*/ 152768 w 158054"/>
                <a:gd name="connsiteY0" fmla="*/ 112802 h 120116"/>
                <a:gd name="connsiteX1" fmla="*/ 146971 w 158054"/>
                <a:gd name="connsiteY1" fmla="*/ 112802 h 120116"/>
                <a:gd name="connsiteX2" fmla="*/ 138855 w 158054"/>
                <a:gd name="connsiteY2" fmla="*/ 107314 h 120116"/>
                <a:gd name="connsiteX3" fmla="*/ 145811 w 158054"/>
                <a:gd name="connsiteY3" fmla="*/ 107578 h 120116"/>
                <a:gd name="connsiteX4" fmla="*/ 144373 w 158054"/>
                <a:gd name="connsiteY4" fmla="*/ 104285 h 120116"/>
                <a:gd name="connsiteX5" fmla="*/ 131619 w 158054"/>
                <a:gd name="connsiteY5" fmla="*/ 104285 h 120116"/>
                <a:gd name="connsiteX6" fmla="*/ 130738 w 158054"/>
                <a:gd name="connsiteY6" fmla="*/ 96866 h 120116"/>
                <a:gd name="connsiteX7" fmla="*/ 121185 w 158054"/>
                <a:gd name="connsiteY7" fmla="*/ 96339 h 120116"/>
                <a:gd name="connsiteX8" fmla="*/ 115990 w 158054"/>
                <a:gd name="connsiteY8" fmla="*/ 87823 h 120116"/>
                <a:gd name="connsiteX9" fmla="*/ 105555 w 158054"/>
                <a:gd name="connsiteY9" fmla="*/ 78779 h 120116"/>
                <a:gd name="connsiteX10" fmla="*/ 97161 w 158054"/>
                <a:gd name="connsiteY10" fmla="*/ 70526 h 120116"/>
                <a:gd name="connsiteX11" fmla="*/ 95121 w 158054"/>
                <a:gd name="connsiteY11" fmla="*/ 62229 h 120116"/>
                <a:gd name="connsiteX12" fmla="*/ 110193 w 158054"/>
                <a:gd name="connsiteY12" fmla="*/ 57093 h 120116"/>
                <a:gd name="connsiteX13" fmla="*/ 86448 w 158054"/>
                <a:gd name="connsiteY13" fmla="*/ 44450 h 120116"/>
                <a:gd name="connsiteX14" fmla="*/ 77173 w 158054"/>
                <a:gd name="connsiteY14" fmla="*/ 40586 h 120116"/>
                <a:gd name="connsiteX15" fmla="*/ 64697 w 158054"/>
                <a:gd name="connsiteY15" fmla="*/ 24124 h 120116"/>
                <a:gd name="connsiteX16" fmla="*/ 49903 w 158054"/>
                <a:gd name="connsiteY16" fmla="*/ 16880 h 120116"/>
                <a:gd name="connsiteX17" fmla="*/ 29033 w 158054"/>
                <a:gd name="connsiteY17" fmla="*/ 9856 h 120116"/>
                <a:gd name="connsiteX18" fmla="*/ 2088 w 158054"/>
                <a:gd name="connsiteY18" fmla="*/ 23 h 120116"/>
                <a:gd name="connsiteX19" fmla="*/ 2088 w 158054"/>
                <a:gd name="connsiteY19" fmla="*/ 55381 h 120116"/>
                <a:gd name="connsiteX20" fmla="*/ 1671 w 158054"/>
                <a:gd name="connsiteY20" fmla="*/ 56215 h 120116"/>
                <a:gd name="connsiteX21" fmla="*/ 1 w 158054"/>
                <a:gd name="connsiteY21" fmla="*/ 59112 h 120116"/>
                <a:gd name="connsiteX22" fmla="*/ 1578 w 158054"/>
                <a:gd name="connsiteY22" fmla="*/ 61263 h 120116"/>
                <a:gd name="connsiteX23" fmla="*/ 2088 w 158054"/>
                <a:gd name="connsiteY23" fmla="*/ 62141 h 120116"/>
                <a:gd name="connsiteX24" fmla="*/ 2088 w 158054"/>
                <a:gd name="connsiteY24" fmla="*/ 97261 h 120116"/>
                <a:gd name="connsiteX25" fmla="*/ 5844 w 158054"/>
                <a:gd name="connsiteY25" fmla="*/ 98183 h 120116"/>
                <a:gd name="connsiteX26" fmla="*/ 24117 w 158054"/>
                <a:gd name="connsiteY26" fmla="*/ 98183 h 120116"/>
                <a:gd name="connsiteX27" fmla="*/ 27596 w 158054"/>
                <a:gd name="connsiteY27" fmla="*/ 100378 h 120116"/>
                <a:gd name="connsiteX28" fmla="*/ 33996 w 158054"/>
                <a:gd name="connsiteY28" fmla="*/ 96515 h 120116"/>
                <a:gd name="connsiteX29" fmla="*/ 39190 w 158054"/>
                <a:gd name="connsiteY29" fmla="*/ 90764 h 120116"/>
                <a:gd name="connsiteX30" fmla="*/ 25555 w 158054"/>
                <a:gd name="connsiteY30" fmla="*/ 85277 h 120116"/>
                <a:gd name="connsiteX31" fmla="*/ 44106 w 158054"/>
                <a:gd name="connsiteY31" fmla="*/ 83345 h 120116"/>
                <a:gd name="connsiteX32" fmla="*/ 42390 w 158054"/>
                <a:gd name="connsiteY32" fmla="*/ 80360 h 120116"/>
                <a:gd name="connsiteX33" fmla="*/ 46424 w 158054"/>
                <a:gd name="connsiteY33" fmla="*/ 80360 h 120116"/>
                <a:gd name="connsiteX34" fmla="*/ 46424 w 158054"/>
                <a:gd name="connsiteY34" fmla="*/ 77023 h 120116"/>
                <a:gd name="connsiteX35" fmla="*/ 72488 w 158054"/>
                <a:gd name="connsiteY35" fmla="*/ 77857 h 120116"/>
                <a:gd name="connsiteX36" fmla="*/ 90437 w 158054"/>
                <a:gd name="connsiteY36" fmla="*/ 91027 h 120116"/>
                <a:gd name="connsiteX37" fmla="*/ 94796 w 158054"/>
                <a:gd name="connsiteY37" fmla="*/ 97349 h 120116"/>
                <a:gd name="connsiteX38" fmla="*/ 101196 w 158054"/>
                <a:gd name="connsiteY38" fmla="*/ 105032 h 120116"/>
                <a:gd name="connsiteX39" fmla="*/ 109915 w 158054"/>
                <a:gd name="connsiteY39" fmla="*/ 110782 h 120116"/>
                <a:gd name="connsiteX40" fmla="*/ 130785 w 158054"/>
                <a:gd name="connsiteY40" fmla="*/ 113504 h 120116"/>
                <a:gd name="connsiteX41" fmla="*/ 142657 w 158054"/>
                <a:gd name="connsiteY41" fmla="*/ 117060 h 120116"/>
                <a:gd name="connsiteX42" fmla="*/ 150495 w 158054"/>
                <a:gd name="connsiteY42" fmla="*/ 120089 h 120116"/>
                <a:gd name="connsiteX43" fmla="*/ 155133 w 158054"/>
                <a:gd name="connsiteY43" fmla="*/ 117367 h 120116"/>
                <a:gd name="connsiteX44" fmla="*/ 149939 w 158054"/>
                <a:gd name="connsiteY44" fmla="*/ 116270 h 120116"/>
                <a:gd name="connsiteX45" fmla="*/ 158055 w 158054"/>
                <a:gd name="connsiteY45" fmla="*/ 113812 h 120116"/>
                <a:gd name="connsiteX46" fmla="*/ 152861 w 158054"/>
                <a:gd name="connsiteY46" fmla="*/ 112714 h 12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58054" h="120116">
                  <a:moveTo>
                    <a:pt x="152768" y="112802"/>
                  </a:moveTo>
                  <a:lnTo>
                    <a:pt x="146971" y="112802"/>
                  </a:lnTo>
                  <a:cubicBezTo>
                    <a:pt x="146971" y="112802"/>
                    <a:pt x="137139" y="108939"/>
                    <a:pt x="138855" y="107314"/>
                  </a:cubicBezTo>
                  <a:cubicBezTo>
                    <a:pt x="140570" y="105690"/>
                    <a:pt x="145811" y="107578"/>
                    <a:pt x="145811" y="107578"/>
                  </a:cubicBezTo>
                  <a:lnTo>
                    <a:pt x="144373" y="104285"/>
                  </a:lnTo>
                  <a:lnTo>
                    <a:pt x="131619" y="104285"/>
                  </a:lnTo>
                  <a:lnTo>
                    <a:pt x="130738" y="96866"/>
                  </a:lnTo>
                  <a:lnTo>
                    <a:pt x="121185" y="96339"/>
                  </a:lnTo>
                  <a:cubicBezTo>
                    <a:pt x="121185" y="96339"/>
                    <a:pt x="119469" y="88920"/>
                    <a:pt x="115990" y="87823"/>
                  </a:cubicBezTo>
                  <a:cubicBezTo>
                    <a:pt x="115990" y="87823"/>
                    <a:pt x="116269" y="78516"/>
                    <a:pt x="105555" y="78779"/>
                  </a:cubicBezTo>
                  <a:cubicBezTo>
                    <a:pt x="105555" y="78779"/>
                    <a:pt x="101799" y="72458"/>
                    <a:pt x="97161" y="70526"/>
                  </a:cubicBezTo>
                  <a:lnTo>
                    <a:pt x="95121" y="62229"/>
                  </a:lnTo>
                  <a:cubicBezTo>
                    <a:pt x="95121" y="62229"/>
                    <a:pt x="111909" y="64248"/>
                    <a:pt x="110193" y="57093"/>
                  </a:cubicBezTo>
                  <a:cubicBezTo>
                    <a:pt x="108477" y="49937"/>
                    <a:pt x="99202" y="44757"/>
                    <a:pt x="86448" y="44450"/>
                  </a:cubicBezTo>
                  <a:cubicBezTo>
                    <a:pt x="86448" y="44450"/>
                    <a:pt x="77451" y="43615"/>
                    <a:pt x="77173" y="40586"/>
                  </a:cubicBezTo>
                  <a:cubicBezTo>
                    <a:pt x="76895" y="37557"/>
                    <a:pt x="77173" y="26319"/>
                    <a:pt x="64697" y="24124"/>
                  </a:cubicBezTo>
                  <a:cubicBezTo>
                    <a:pt x="64697" y="24124"/>
                    <a:pt x="64697" y="16178"/>
                    <a:pt x="49903" y="16880"/>
                  </a:cubicBezTo>
                  <a:cubicBezTo>
                    <a:pt x="49903" y="16880"/>
                    <a:pt x="41787" y="7969"/>
                    <a:pt x="29033" y="9856"/>
                  </a:cubicBezTo>
                  <a:cubicBezTo>
                    <a:pt x="29033" y="9856"/>
                    <a:pt x="13960" y="-548"/>
                    <a:pt x="2088" y="23"/>
                  </a:cubicBezTo>
                  <a:lnTo>
                    <a:pt x="2088" y="55381"/>
                  </a:lnTo>
                  <a:cubicBezTo>
                    <a:pt x="2088" y="55688"/>
                    <a:pt x="1949" y="55995"/>
                    <a:pt x="1671" y="56215"/>
                  </a:cubicBezTo>
                  <a:cubicBezTo>
                    <a:pt x="1207" y="56610"/>
                    <a:pt x="-45" y="57883"/>
                    <a:pt x="1" y="59112"/>
                  </a:cubicBezTo>
                  <a:cubicBezTo>
                    <a:pt x="1" y="59858"/>
                    <a:pt x="558" y="60605"/>
                    <a:pt x="1578" y="61263"/>
                  </a:cubicBezTo>
                  <a:cubicBezTo>
                    <a:pt x="1902" y="61483"/>
                    <a:pt x="2088" y="61790"/>
                    <a:pt x="2088" y="62141"/>
                  </a:cubicBezTo>
                  <a:lnTo>
                    <a:pt x="2088" y="97261"/>
                  </a:lnTo>
                  <a:cubicBezTo>
                    <a:pt x="3340" y="97788"/>
                    <a:pt x="4593" y="98139"/>
                    <a:pt x="5844" y="98183"/>
                  </a:cubicBezTo>
                  <a:cubicBezTo>
                    <a:pt x="14517" y="98447"/>
                    <a:pt x="24117" y="98183"/>
                    <a:pt x="24117" y="98183"/>
                  </a:cubicBezTo>
                  <a:lnTo>
                    <a:pt x="27596" y="100378"/>
                  </a:lnTo>
                  <a:lnTo>
                    <a:pt x="33996" y="96515"/>
                  </a:lnTo>
                  <a:cubicBezTo>
                    <a:pt x="33996" y="96515"/>
                    <a:pt x="43271" y="95681"/>
                    <a:pt x="39190" y="90764"/>
                  </a:cubicBezTo>
                  <a:cubicBezTo>
                    <a:pt x="35109" y="85847"/>
                    <a:pt x="25555" y="85277"/>
                    <a:pt x="25555" y="85277"/>
                  </a:cubicBezTo>
                  <a:lnTo>
                    <a:pt x="44106" y="83345"/>
                  </a:lnTo>
                  <a:lnTo>
                    <a:pt x="42390" y="80360"/>
                  </a:lnTo>
                  <a:lnTo>
                    <a:pt x="46424" y="80360"/>
                  </a:lnTo>
                  <a:lnTo>
                    <a:pt x="46424" y="77023"/>
                  </a:lnTo>
                  <a:cubicBezTo>
                    <a:pt x="46424" y="77023"/>
                    <a:pt x="60894" y="73160"/>
                    <a:pt x="72488" y="77857"/>
                  </a:cubicBezTo>
                  <a:cubicBezTo>
                    <a:pt x="84083" y="82555"/>
                    <a:pt x="90437" y="91027"/>
                    <a:pt x="90437" y="91027"/>
                  </a:cubicBezTo>
                  <a:cubicBezTo>
                    <a:pt x="90437" y="91027"/>
                    <a:pt x="89277" y="96252"/>
                    <a:pt x="94796" y="97349"/>
                  </a:cubicBezTo>
                  <a:cubicBezTo>
                    <a:pt x="94796" y="97349"/>
                    <a:pt x="95075" y="101739"/>
                    <a:pt x="101196" y="105032"/>
                  </a:cubicBezTo>
                  <a:cubicBezTo>
                    <a:pt x="101196" y="105032"/>
                    <a:pt x="103237" y="109948"/>
                    <a:pt x="109915" y="110782"/>
                  </a:cubicBezTo>
                  <a:cubicBezTo>
                    <a:pt x="109915" y="110782"/>
                    <a:pt x="116593" y="115436"/>
                    <a:pt x="130785" y="113504"/>
                  </a:cubicBezTo>
                  <a:cubicBezTo>
                    <a:pt x="130785" y="113504"/>
                    <a:pt x="139179" y="113504"/>
                    <a:pt x="142657" y="117060"/>
                  </a:cubicBezTo>
                  <a:cubicBezTo>
                    <a:pt x="146136" y="120616"/>
                    <a:pt x="150495" y="120089"/>
                    <a:pt x="150495" y="120089"/>
                  </a:cubicBezTo>
                  <a:lnTo>
                    <a:pt x="155133" y="117367"/>
                  </a:lnTo>
                  <a:lnTo>
                    <a:pt x="149939" y="116270"/>
                  </a:lnTo>
                  <a:lnTo>
                    <a:pt x="158055" y="113812"/>
                  </a:lnTo>
                  <a:lnTo>
                    <a:pt x="152861" y="11271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1" name="Freeform: Shape 2020">
              <a:extLst>
                <a:ext uri="{FF2B5EF4-FFF2-40B4-BE49-F238E27FC236}">
                  <a16:creationId xmlns:a16="http://schemas.microsoft.com/office/drawing/2014/main" id="{E53C9E8D-E4F2-DAAE-0948-7C466861624F}"/>
                </a:ext>
              </a:extLst>
            </p:cNvPr>
            <p:cNvSpPr>
              <a:spLocks/>
            </p:cNvSpPr>
            <p:nvPr/>
          </p:nvSpPr>
          <p:spPr>
            <a:xfrm>
              <a:off x="8887937" y="4115594"/>
              <a:ext cx="29835" cy="6159"/>
            </a:xfrm>
            <a:custGeom>
              <a:avLst/>
              <a:gdLst>
                <a:gd name="connsiteX0" fmla="*/ 1438 w 19988"/>
                <a:gd name="connsiteY0" fmla="*/ 2327 h 4126"/>
                <a:gd name="connsiteX1" fmla="*/ 11594 w 19988"/>
                <a:gd name="connsiteY1" fmla="*/ 4127 h 4126"/>
                <a:gd name="connsiteX2" fmla="*/ 19989 w 19988"/>
                <a:gd name="connsiteY2" fmla="*/ 2327 h 4126"/>
                <a:gd name="connsiteX3" fmla="*/ 9832 w 19988"/>
                <a:gd name="connsiteY3" fmla="*/ 0 h 4126"/>
                <a:gd name="connsiteX4" fmla="*/ 0 w 19988"/>
                <a:gd name="connsiteY4" fmla="*/ 0 h 4126"/>
                <a:gd name="connsiteX5" fmla="*/ 1438 w 19988"/>
                <a:gd name="connsiteY5" fmla="*/ 2327 h 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8" h="4126">
                  <a:moveTo>
                    <a:pt x="1438" y="2327"/>
                  </a:moveTo>
                  <a:lnTo>
                    <a:pt x="11594" y="4127"/>
                  </a:lnTo>
                  <a:lnTo>
                    <a:pt x="19989" y="2327"/>
                  </a:lnTo>
                  <a:lnTo>
                    <a:pt x="9832" y="0"/>
                  </a:lnTo>
                  <a:lnTo>
                    <a:pt x="0" y="0"/>
                  </a:lnTo>
                  <a:lnTo>
                    <a:pt x="1438" y="23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2" name="Freeform: Shape 2021">
              <a:extLst>
                <a:ext uri="{FF2B5EF4-FFF2-40B4-BE49-F238E27FC236}">
                  <a16:creationId xmlns:a16="http://schemas.microsoft.com/office/drawing/2014/main" id="{460FCF4E-0854-8046-D396-D7BD6CEF9173}"/>
                </a:ext>
              </a:extLst>
            </p:cNvPr>
            <p:cNvSpPr>
              <a:spLocks/>
            </p:cNvSpPr>
            <p:nvPr/>
          </p:nvSpPr>
          <p:spPr>
            <a:xfrm>
              <a:off x="8887937" y="4092398"/>
              <a:ext cx="21182" cy="11858"/>
            </a:xfrm>
            <a:custGeom>
              <a:avLst/>
              <a:gdLst>
                <a:gd name="connsiteX0" fmla="*/ 10018 w 14191"/>
                <a:gd name="connsiteY0" fmla="*/ 7946 h 7945"/>
                <a:gd name="connsiteX1" fmla="*/ 14192 w 14191"/>
                <a:gd name="connsiteY1" fmla="*/ 6322 h 7945"/>
                <a:gd name="connsiteX2" fmla="*/ 11038 w 14191"/>
                <a:gd name="connsiteY2" fmla="*/ 4390 h 7945"/>
                <a:gd name="connsiteX3" fmla="*/ 6957 w 14191"/>
                <a:gd name="connsiteY3" fmla="*/ 0 h 7945"/>
                <a:gd name="connsiteX4" fmla="*/ 0 w 14191"/>
                <a:gd name="connsiteY4" fmla="*/ 0 h 7945"/>
                <a:gd name="connsiteX5" fmla="*/ 0 w 14191"/>
                <a:gd name="connsiteY5" fmla="*/ 3995 h 7945"/>
                <a:gd name="connsiteX6" fmla="*/ 5519 w 14191"/>
                <a:gd name="connsiteY6" fmla="*/ 2766 h 7945"/>
                <a:gd name="connsiteX7" fmla="*/ 5194 w 14191"/>
                <a:gd name="connsiteY7" fmla="*/ 7946 h 7945"/>
                <a:gd name="connsiteX8" fmla="*/ 10018 w 14191"/>
                <a:gd name="connsiteY8" fmla="*/ 7946 h 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91" h="7945">
                  <a:moveTo>
                    <a:pt x="10018" y="7946"/>
                  </a:moveTo>
                  <a:lnTo>
                    <a:pt x="14192" y="6322"/>
                  </a:lnTo>
                  <a:lnTo>
                    <a:pt x="11038" y="4390"/>
                  </a:lnTo>
                  <a:lnTo>
                    <a:pt x="6957" y="0"/>
                  </a:lnTo>
                  <a:lnTo>
                    <a:pt x="0" y="0"/>
                  </a:lnTo>
                  <a:lnTo>
                    <a:pt x="0" y="3995"/>
                  </a:lnTo>
                  <a:lnTo>
                    <a:pt x="5519" y="2766"/>
                  </a:lnTo>
                  <a:lnTo>
                    <a:pt x="5194" y="7946"/>
                  </a:lnTo>
                  <a:lnTo>
                    <a:pt x="10018" y="794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3" name="Freeform: Shape 2022">
              <a:extLst>
                <a:ext uri="{FF2B5EF4-FFF2-40B4-BE49-F238E27FC236}">
                  <a16:creationId xmlns:a16="http://schemas.microsoft.com/office/drawing/2014/main" id="{1226CAA1-E4A2-BC2A-357A-C66DFD7F8D47}"/>
                </a:ext>
              </a:extLst>
            </p:cNvPr>
            <p:cNvSpPr>
              <a:spLocks/>
            </p:cNvSpPr>
            <p:nvPr/>
          </p:nvSpPr>
          <p:spPr>
            <a:xfrm>
              <a:off x="9177848" y="4197700"/>
              <a:ext cx="6922" cy="10614"/>
            </a:xfrm>
            <a:custGeom>
              <a:avLst/>
              <a:gdLst>
                <a:gd name="connsiteX0" fmla="*/ 4638 w 4637"/>
                <a:gd name="connsiteY0" fmla="*/ 3819 h 7111"/>
                <a:gd name="connsiteX1" fmla="*/ 2319 w 4637"/>
                <a:gd name="connsiteY1" fmla="*/ 0 h 7111"/>
                <a:gd name="connsiteX2" fmla="*/ 0 w 4637"/>
                <a:gd name="connsiteY2" fmla="*/ 3819 h 7111"/>
                <a:gd name="connsiteX3" fmla="*/ 4638 w 4637"/>
                <a:gd name="connsiteY3" fmla="*/ 7112 h 7111"/>
                <a:gd name="connsiteX4" fmla="*/ 4638 w 4637"/>
                <a:gd name="connsiteY4" fmla="*/ 3819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7111">
                  <a:moveTo>
                    <a:pt x="4638" y="3819"/>
                  </a:moveTo>
                  <a:lnTo>
                    <a:pt x="2319" y="0"/>
                  </a:lnTo>
                  <a:lnTo>
                    <a:pt x="0" y="3819"/>
                  </a:lnTo>
                  <a:lnTo>
                    <a:pt x="4638" y="7112"/>
                  </a:lnTo>
                  <a:lnTo>
                    <a:pt x="4638" y="38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4" name="Freeform: Shape 2023">
              <a:extLst>
                <a:ext uri="{FF2B5EF4-FFF2-40B4-BE49-F238E27FC236}">
                  <a16:creationId xmlns:a16="http://schemas.microsoft.com/office/drawing/2014/main" id="{04F2BBD3-7205-FE8D-96FE-122F7257E1CB}"/>
                </a:ext>
              </a:extLst>
            </p:cNvPr>
            <p:cNvSpPr>
              <a:spLocks/>
            </p:cNvSpPr>
            <p:nvPr/>
          </p:nvSpPr>
          <p:spPr>
            <a:xfrm>
              <a:off x="9148357" y="4121755"/>
              <a:ext cx="23397" cy="6290"/>
            </a:xfrm>
            <a:custGeom>
              <a:avLst/>
              <a:gdLst>
                <a:gd name="connsiteX0" fmla="*/ 0 w 15675"/>
                <a:gd name="connsiteY0" fmla="*/ 2854 h 4214"/>
                <a:gd name="connsiteX1" fmla="*/ 15676 w 15675"/>
                <a:gd name="connsiteY1" fmla="*/ 4215 h 4214"/>
                <a:gd name="connsiteX2" fmla="*/ 12800 w 15675"/>
                <a:gd name="connsiteY2" fmla="*/ 0 h 4214"/>
                <a:gd name="connsiteX3" fmla="*/ 0 w 15675"/>
                <a:gd name="connsiteY3" fmla="*/ 0 h 4214"/>
                <a:gd name="connsiteX4" fmla="*/ 0 w 15675"/>
                <a:gd name="connsiteY4" fmla="*/ 2854 h 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75" h="4214">
                  <a:moveTo>
                    <a:pt x="0" y="2854"/>
                  </a:moveTo>
                  <a:lnTo>
                    <a:pt x="15676" y="4215"/>
                  </a:lnTo>
                  <a:lnTo>
                    <a:pt x="12800" y="0"/>
                  </a:lnTo>
                  <a:lnTo>
                    <a:pt x="0" y="0"/>
                  </a:lnTo>
                  <a:lnTo>
                    <a:pt x="0" y="285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5" name="Freeform: Shape 2024">
              <a:extLst>
                <a:ext uri="{FF2B5EF4-FFF2-40B4-BE49-F238E27FC236}">
                  <a16:creationId xmlns:a16="http://schemas.microsoft.com/office/drawing/2014/main" id="{B7C488C0-294D-8F63-5B01-639BE4D4E414}"/>
                </a:ext>
              </a:extLst>
            </p:cNvPr>
            <p:cNvSpPr>
              <a:spLocks/>
            </p:cNvSpPr>
            <p:nvPr/>
          </p:nvSpPr>
          <p:spPr>
            <a:xfrm>
              <a:off x="9235373" y="4130928"/>
              <a:ext cx="8652" cy="8583"/>
            </a:xfrm>
            <a:custGeom>
              <a:avLst/>
              <a:gdLst>
                <a:gd name="connsiteX0" fmla="*/ 2876 w 5797"/>
                <a:gd name="connsiteY0" fmla="*/ 5751 h 5750"/>
                <a:gd name="connsiteX1" fmla="*/ 5797 w 5797"/>
                <a:gd name="connsiteY1" fmla="*/ 1624 h 5750"/>
                <a:gd name="connsiteX2" fmla="*/ 2876 w 5797"/>
                <a:gd name="connsiteY2" fmla="*/ 0 h 5750"/>
                <a:gd name="connsiteX3" fmla="*/ 0 w 5797"/>
                <a:gd name="connsiteY3" fmla="*/ 3688 h 5750"/>
                <a:gd name="connsiteX4" fmla="*/ 2876 w 5797"/>
                <a:gd name="connsiteY4" fmla="*/ 5751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7" h="5750">
                  <a:moveTo>
                    <a:pt x="2876" y="5751"/>
                  </a:moveTo>
                  <a:lnTo>
                    <a:pt x="5797" y="1624"/>
                  </a:lnTo>
                  <a:lnTo>
                    <a:pt x="2876" y="0"/>
                  </a:lnTo>
                  <a:lnTo>
                    <a:pt x="0" y="3688"/>
                  </a:lnTo>
                  <a:lnTo>
                    <a:pt x="2876" y="57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6" name="Freeform: Shape 2025">
              <a:extLst>
                <a:ext uri="{FF2B5EF4-FFF2-40B4-BE49-F238E27FC236}">
                  <a16:creationId xmlns:a16="http://schemas.microsoft.com/office/drawing/2014/main" id="{DFA3C10C-1AA7-73C5-C3BA-0798055524BF}"/>
                </a:ext>
              </a:extLst>
            </p:cNvPr>
            <p:cNvSpPr>
              <a:spLocks/>
            </p:cNvSpPr>
            <p:nvPr/>
          </p:nvSpPr>
          <p:spPr>
            <a:xfrm>
              <a:off x="9252194" y="4137022"/>
              <a:ext cx="53797" cy="46800"/>
            </a:xfrm>
            <a:custGeom>
              <a:avLst/>
              <a:gdLst>
                <a:gd name="connsiteX0" fmla="*/ 2319 w 36042"/>
                <a:gd name="connsiteY0" fmla="*/ 0 h 31354"/>
                <a:gd name="connsiteX1" fmla="*/ 0 w 36042"/>
                <a:gd name="connsiteY1" fmla="*/ 0 h 31354"/>
                <a:gd name="connsiteX2" fmla="*/ 0 w 36042"/>
                <a:gd name="connsiteY2" fmla="*/ 1668 h 31354"/>
                <a:gd name="connsiteX3" fmla="*/ 13635 w 36042"/>
                <a:gd name="connsiteY3" fmla="*/ 10185 h 31354"/>
                <a:gd name="connsiteX4" fmla="*/ 15351 w 36042"/>
                <a:gd name="connsiteY4" fmla="*/ 12907 h 31354"/>
                <a:gd name="connsiteX5" fmla="*/ 19107 w 36042"/>
                <a:gd name="connsiteY5" fmla="*/ 14575 h 31354"/>
                <a:gd name="connsiteX6" fmla="*/ 25507 w 36042"/>
                <a:gd name="connsiteY6" fmla="*/ 20062 h 31354"/>
                <a:gd name="connsiteX7" fmla="*/ 28105 w 36042"/>
                <a:gd name="connsiteY7" fmla="*/ 23618 h 31354"/>
                <a:gd name="connsiteX8" fmla="*/ 30424 w 36042"/>
                <a:gd name="connsiteY8" fmla="*/ 31301 h 31354"/>
                <a:gd name="connsiteX9" fmla="*/ 35942 w 36042"/>
                <a:gd name="connsiteY9" fmla="*/ 25243 h 31354"/>
                <a:gd name="connsiteX10" fmla="*/ 32186 w 36042"/>
                <a:gd name="connsiteY10" fmla="*/ 19492 h 31354"/>
                <a:gd name="connsiteX11" fmla="*/ 27270 w 36042"/>
                <a:gd name="connsiteY11" fmla="*/ 15672 h 31354"/>
                <a:gd name="connsiteX12" fmla="*/ 22632 w 36042"/>
                <a:gd name="connsiteY12" fmla="*/ 13170 h 31354"/>
                <a:gd name="connsiteX13" fmla="*/ 18041 w 36042"/>
                <a:gd name="connsiteY13" fmla="*/ 9043 h 31354"/>
                <a:gd name="connsiteX14" fmla="*/ 13357 w 36042"/>
                <a:gd name="connsiteY14" fmla="*/ 7112 h 31354"/>
                <a:gd name="connsiteX15" fmla="*/ 2319 w 36042"/>
                <a:gd name="connsiteY15" fmla="*/ 0 h 3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042" h="31354">
                  <a:moveTo>
                    <a:pt x="2319" y="0"/>
                  </a:moveTo>
                  <a:lnTo>
                    <a:pt x="0" y="0"/>
                  </a:lnTo>
                  <a:lnTo>
                    <a:pt x="0" y="1668"/>
                  </a:lnTo>
                  <a:lnTo>
                    <a:pt x="13635" y="10185"/>
                  </a:lnTo>
                  <a:lnTo>
                    <a:pt x="15351" y="12907"/>
                  </a:lnTo>
                  <a:lnTo>
                    <a:pt x="19107" y="14575"/>
                  </a:lnTo>
                  <a:lnTo>
                    <a:pt x="25507" y="20062"/>
                  </a:lnTo>
                  <a:lnTo>
                    <a:pt x="28105" y="23618"/>
                  </a:lnTo>
                  <a:cubicBezTo>
                    <a:pt x="28105" y="23618"/>
                    <a:pt x="28661" y="30730"/>
                    <a:pt x="30424" y="31301"/>
                  </a:cubicBezTo>
                  <a:cubicBezTo>
                    <a:pt x="32186" y="31871"/>
                    <a:pt x="36777" y="27745"/>
                    <a:pt x="35942" y="25243"/>
                  </a:cubicBezTo>
                  <a:cubicBezTo>
                    <a:pt x="35061" y="22784"/>
                    <a:pt x="32186" y="19492"/>
                    <a:pt x="32186" y="19492"/>
                  </a:cubicBezTo>
                  <a:lnTo>
                    <a:pt x="27270" y="15672"/>
                  </a:lnTo>
                  <a:lnTo>
                    <a:pt x="22632" y="13170"/>
                  </a:lnTo>
                  <a:lnTo>
                    <a:pt x="18041" y="9043"/>
                  </a:lnTo>
                  <a:lnTo>
                    <a:pt x="13357" y="7112"/>
                  </a:lnTo>
                  <a:lnTo>
                    <a:pt x="2319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7" name="Freeform: Shape 2026">
              <a:extLst>
                <a:ext uri="{FF2B5EF4-FFF2-40B4-BE49-F238E27FC236}">
                  <a16:creationId xmlns:a16="http://schemas.microsoft.com/office/drawing/2014/main" id="{02C45766-62AC-75DE-B82D-2684BE432977}"/>
                </a:ext>
              </a:extLst>
            </p:cNvPr>
            <p:cNvSpPr>
              <a:spLocks/>
            </p:cNvSpPr>
            <p:nvPr/>
          </p:nvSpPr>
          <p:spPr>
            <a:xfrm>
              <a:off x="9191276" y="4172320"/>
              <a:ext cx="96139" cy="46705"/>
            </a:xfrm>
            <a:custGeom>
              <a:avLst/>
              <a:gdLst>
                <a:gd name="connsiteX0" fmla="*/ 6911 w 64409"/>
                <a:gd name="connsiteY0" fmla="*/ 19550 h 31290"/>
                <a:gd name="connsiteX1" fmla="*/ 1716 w 64409"/>
                <a:gd name="connsiteY1" fmla="*/ 17794 h 31290"/>
                <a:gd name="connsiteX2" fmla="*/ 0 w 64409"/>
                <a:gd name="connsiteY2" fmla="*/ 20516 h 31290"/>
                <a:gd name="connsiteX3" fmla="*/ 4638 w 64409"/>
                <a:gd name="connsiteY3" fmla="*/ 24072 h 31290"/>
                <a:gd name="connsiteX4" fmla="*/ 13310 w 64409"/>
                <a:gd name="connsiteY4" fmla="*/ 28549 h 31290"/>
                <a:gd name="connsiteX5" fmla="*/ 19386 w 64409"/>
                <a:gd name="connsiteY5" fmla="*/ 28549 h 31290"/>
                <a:gd name="connsiteX6" fmla="*/ 18227 w 64409"/>
                <a:gd name="connsiteY6" fmla="*/ 30920 h 31290"/>
                <a:gd name="connsiteX7" fmla="*/ 32418 w 64409"/>
                <a:gd name="connsiteY7" fmla="*/ 30920 h 31290"/>
                <a:gd name="connsiteX8" fmla="*/ 52129 w 64409"/>
                <a:gd name="connsiteY8" fmla="*/ 19506 h 31290"/>
                <a:gd name="connsiteX9" fmla="*/ 60245 w 64409"/>
                <a:gd name="connsiteY9" fmla="*/ 17750 h 31290"/>
                <a:gd name="connsiteX10" fmla="*/ 58853 w 64409"/>
                <a:gd name="connsiteY10" fmla="*/ 12262 h 31290"/>
                <a:gd name="connsiteX11" fmla="*/ 63723 w 64409"/>
                <a:gd name="connsiteY11" fmla="*/ 3219 h 31290"/>
                <a:gd name="connsiteX12" fmla="*/ 58853 w 64409"/>
                <a:gd name="connsiteY12" fmla="*/ 1024 h 31290"/>
                <a:gd name="connsiteX13" fmla="*/ 50088 w 64409"/>
                <a:gd name="connsiteY13" fmla="*/ 278 h 31290"/>
                <a:gd name="connsiteX14" fmla="*/ 52685 w 64409"/>
                <a:gd name="connsiteY14" fmla="*/ 5721 h 31290"/>
                <a:gd name="connsiteX15" fmla="*/ 51804 w 64409"/>
                <a:gd name="connsiteY15" fmla="*/ 12043 h 31290"/>
                <a:gd name="connsiteX16" fmla="*/ 40766 w 64409"/>
                <a:gd name="connsiteY16" fmla="*/ 19550 h 31290"/>
                <a:gd name="connsiteX17" fmla="*/ 35247 w 64409"/>
                <a:gd name="connsiteY17" fmla="*/ 19550 h 31290"/>
                <a:gd name="connsiteX18" fmla="*/ 35247 w 64409"/>
                <a:gd name="connsiteY18" fmla="*/ 17794 h 31290"/>
                <a:gd name="connsiteX19" fmla="*/ 32093 w 64409"/>
                <a:gd name="connsiteY19" fmla="*/ 20516 h 31290"/>
                <a:gd name="connsiteX20" fmla="*/ 27409 w 64409"/>
                <a:gd name="connsiteY20" fmla="*/ 20516 h 31290"/>
                <a:gd name="connsiteX21" fmla="*/ 27131 w 64409"/>
                <a:gd name="connsiteY21" fmla="*/ 11736 h 31290"/>
                <a:gd name="connsiteX22" fmla="*/ 23374 w 64409"/>
                <a:gd name="connsiteY22" fmla="*/ 20516 h 31290"/>
                <a:gd name="connsiteX23" fmla="*/ 19293 w 64409"/>
                <a:gd name="connsiteY23" fmla="*/ 19506 h 31290"/>
                <a:gd name="connsiteX24" fmla="*/ 16974 w 64409"/>
                <a:gd name="connsiteY24" fmla="*/ 20516 h 31290"/>
                <a:gd name="connsiteX25" fmla="*/ 13774 w 64409"/>
                <a:gd name="connsiteY25" fmla="*/ 20516 h 31290"/>
                <a:gd name="connsiteX26" fmla="*/ 6818 w 64409"/>
                <a:gd name="connsiteY26" fmla="*/ 19506 h 31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4409" h="31290">
                  <a:moveTo>
                    <a:pt x="6911" y="19550"/>
                  </a:moveTo>
                  <a:lnTo>
                    <a:pt x="1716" y="17794"/>
                  </a:lnTo>
                  <a:lnTo>
                    <a:pt x="0" y="20516"/>
                  </a:lnTo>
                  <a:lnTo>
                    <a:pt x="4638" y="24072"/>
                  </a:lnTo>
                  <a:lnTo>
                    <a:pt x="13310" y="28549"/>
                  </a:lnTo>
                  <a:lnTo>
                    <a:pt x="19386" y="28549"/>
                  </a:lnTo>
                  <a:lnTo>
                    <a:pt x="18227" y="30920"/>
                  </a:lnTo>
                  <a:cubicBezTo>
                    <a:pt x="18227" y="30920"/>
                    <a:pt x="21426" y="31754"/>
                    <a:pt x="32418" y="30920"/>
                  </a:cubicBezTo>
                  <a:cubicBezTo>
                    <a:pt x="43410" y="30086"/>
                    <a:pt x="52129" y="19506"/>
                    <a:pt x="52129" y="19506"/>
                  </a:cubicBezTo>
                  <a:cubicBezTo>
                    <a:pt x="54169" y="20428"/>
                    <a:pt x="57926" y="19111"/>
                    <a:pt x="60245" y="17750"/>
                  </a:cubicBezTo>
                  <a:cubicBezTo>
                    <a:pt x="62563" y="16389"/>
                    <a:pt x="58853" y="12262"/>
                    <a:pt x="58853" y="12262"/>
                  </a:cubicBezTo>
                  <a:cubicBezTo>
                    <a:pt x="64697" y="13360"/>
                    <a:pt x="65160" y="8136"/>
                    <a:pt x="63723" y="3219"/>
                  </a:cubicBezTo>
                  <a:cubicBezTo>
                    <a:pt x="62285" y="-1698"/>
                    <a:pt x="58853" y="1024"/>
                    <a:pt x="58853" y="1024"/>
                  </a:cubicBezTo>
                  <a:cubicBezTo>
                    <a:pt x="58853" y="1024"/>
                    <a:pt x="52129" y="-644"/>
                    <a:pt x="50088" y="278"/>
                  </a:cubicBezTo>
                  <a:cubicBezTo>
                    <a:pt x="48047" y="1156"/>
                    <a:pt x="52685" y="5721"/>
                    <a:pt x="52685" y="5721"/>
                  </a:cubicBezTo>
                  <a:lnTo>
                    <a:pt x="51804" y="12043"/>
                  </a:lnTo>
                  <a:cubicBezTo>
                    <a:pt x="45126" y="9321"/>
                    <a:pt x="40766" y="19550"/>
                    <a:pt x="40766" y="19550"/>
                  </a:cubicBezTo>
                  <a:lnTo>
                    <a:pt x="35247" y="19550"/>
                  </a:lnTo>
                  <a:lnTo>
                    <a:pt x="35247" y="17794"/>
                  </a:lnTo>
                  <a:lnTo>
                    <a:pt x="32093" y="20516"/>
                  </a:lnTo>
                  <a:lnTo>
                    <a:pt x="27409" y="20516"/>
                  </a:lnTo>
                  <a:lnTo>
                    <a:pt x="27131" y="11736"/>
                  </a:lnTo>
                  <a:lnTo>
                    <a:pt x="23374" y="20516"/>
                  </a:lnTo>
                  <a:lnTo>
                    <a:pt x="19293" y="19506"/>
                  </a:lnTo>
                  <a:lnTo>
                    <a:pt x="16974" y="20516"/>
                  </a:lnTo>
                  <a:lnTo>
                    <a:pt x="13774" y="20516"/>
                  </a:lnTo>
                  <a:cubicBezTo>
                    <a:pt x="10899" y="16652"/>
                    <a:pt x="6818" y="19506"/>
                    <a:pt x="6818" y="1950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8" name="Freeform: Shape 2027">
              <a:extLst>
                <a:ext uri="{FF2B5EF4-FFF2-40B4-BE49-F238E27FC236}">
                  <a16:creationId xmlns:a16="http://schemas.microsoft.com/office/drawing/2014/main" id="{251B7126-0117-61D4-4D7A-AB9EBAB14114}"/>
                </a:ext>
              </a:extLst>
            </p:cNvPr>
            <p:cNvSpPr>
              <a:spLocks/>
            </p:cNvSpPr>
            <p:nvPr/>
          </p:nvSpPr>
          <p:spPr>
            <a:xfrm>
              <a:off x="9340040" y="4191082"/>
              <a:ext cx="32857" cy="39513"/>
            </a:xfrm>
            <a:custGeom>
              <a:avLst/>
              <a:gdLst>
                <a:gd name="connsiteX0" fmla="*/ 10713 w 22013"/>
                <a:gd name="connsiteY0" fmla="*/ 13258 h 26472"/>
                <a:gd name="connsiteX1" fmla="*/ 5797 w 22013"/>
                <a:gd name="connsiteY1" fmla="*/ 6980 h 26472"/>
                <a:gd name="connsiteX2" fmla="*/ 0 w 22013"/>
                <a:gd name="connsiteY2" fmla="*/ 0 h 26472"/>
                <a:gd name="connsiteX3" fmla="*/ 0 w 22013"/>
                <a:gd name="connsiteY3" fmla="*/ 4390 h 26472"/>
                <a:gd name="connsiteX4" fmla="*/ 2319 w 22013"/>
                <a:gd name="connsiteY4" fmla="*/ 7946 h 26472"/>
                <a:gd name="connsiteX5" fmla="*/ 8394 w 22013"/>
                <a:gd name="connsiteY5" fmla="*/ 18745 h 26472"/>
                <a:gd name="connsiteX6" fmla="*/ 18551 w 22013"/>
                <a:gd name="connsiteY6" fmla="*/ 26077 h 26472"/>
                <a:gd name="connsiteX7" fmla="*/ 10713 w 22013"/>
                <a:gd name="connsiteY7" fmla="*/ 13258 h 2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13" h="26472">
                  <a:moveTo>
                    <a:pt x="10713" y="13258"/>
                  </a:moveTo>
                  <a:lnTo>
                    <a:pt x="5797" y="6980"/>
                  </a:lnTo>
                  <a:lnTo>
                    <a:pt x="0" y="0"/>
                  </a:lnTo>
                  <a:lnTo>
                    <a:pt x="0" y="4390"/>
                  </a:lnTo>
                  <a:lnTo>
                    <a:pt x="2319" y="7946"/>
                  </a:lnTo>
                  <a:cubicBezTo>
                    <a:pt x="2319" y="7946"/>
                    <a:pt x="602" y="18833"/>
                    <a:pt x="8394" y="18745"/>
                  </a:cubicBezTo>
                  <a:cubicBezTo>
                    <a:pt x="8394" y="18745"/>
                    <a:pt x="7513" y="28535"/>
                    <a:pt x="18551" y="26077"/>
                  </a:cubicBezTo>
                  <a:cubicBezTo>
                    <a:pt x="29588" y="23618"/>
                    <a:pt x="10713" y="13258"/>
                    <a:pt x="10713" y="1325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9" name="Freeform: Shape 2028">
              <a:extLst>
                <a:ext uri="{FF2B5EF4-FFF2-40B4-BE49-F238E27FC236}">
                  <a16:creationId xmlns:a16="http://schemas.microsoft.com/office/drawing/2014/main" id="{8F4E65B9-DCED-E967-C77C-923E99DA465E}"/>
                </a:ext>
              </a:extLst>
            </p:cNvPr>
            <p:cNvSpPr>
              <a:spLocks/>
            </p:cNvSpPr>
            <p:nvPr/>
          </p:nvSpPr>
          <p:spPr>
            <a:xfrm>
              <a:off x="9383720" y="4225090"/>
              <a:ext cx="28174" cy="19658"/>
            </a:xfrm>
            <a:custGeom>
              <a:avLst/>
              <a:gdLst>
                <a:gd name="connsiteX0" fmla="*/ 14238 w 18875"/>
                <a:gd name="connsiteY0" fmla="*/ 13170 h 13170"/>
                <a:gd name="connsiteX1" fmla="*/ 18875 w 18875"/>
                <a:gd name="connsiteY1" fmla="*/ 10185 h 13170"/>
                <a:gd name="connsiteX2" fmla="*/ 11919 w 18875"/>
                <a:gd name="connsiteY2" fmla="*/ 8253 h 13170"/>
                <a:gd name="connsiteX3" fmla="*/ 11038 w 18875"/>
                <a:gd name="connsiteY3" fmla="*/ 4961 h 13170"/>
                <a:gd name="connsiteX4" fmla="*/ 6400 w 18875"/>
                <a:gd name="connsiteY4" fmla="*/ 3688 h 13170"/>
                <a:gd name="connsiteX5" fmla="*/ 2319 w 18875"/>
                <a:gd name="connsiteY5" fmla="*/ 0 h 13170"/>
                <a:gd name="connsiteX6" fmla="*/ 0 w 18875"/>
                <a:gd name="connsiteY6" fmla="*/ 3688 h 13170"/>
                <a:gd name="connsiteX7" fmla="*/ 9275 w 18875"/>
                <a:gd name="connsiteY7" fmla="*/ 10975 h 13170"/>
                <a:gd name="connsiteX8" fmla="*/ 14238 w 18875"/>
                <a:gd name="connsiteY8" fmla="*/ 13170 h 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75" h="13170">
                  <a:moveTo>
                    <a:pt x="14238" y="13170"/>
                  </a:moveTo>
                  <a:lnTo>
                    <a:pt x="18875" y="10185"/>
                  </a:lnTo>
                  <a:lnTo>
                    <a:pt x="11919" y="8253"/>
                  </a:lnTo>
                  <a:lnTo>
                    <a:pt x="11038" y="4961"/>
                  </a:lnTo>
                  <a:lnTo>
                    <a:pt x="6400" y="3688"/>
                  </a:lnTo>
                  <a:lnTo>
                    <a:pt x="2319" y="0"/>
                  </a:lnTo>
                  <a:lnTo>
                    <a:pt x="0" y="3688"/>
                  </a:lnTo>
                  <a:lnTo>
                    <a:pt x="9275" y="10975"/>
                  </a:lnTo>
                  <a:lnTo>
                    <a:pt x="14238" y="131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0" name="Freeform: Shape 2029">
              <a:extLst>
                <a:ext uri="{FF2B5EF4-FFF2-40B4-BE49-F238E27FC236}">
                  <a16:creationId xmlns:a16="http://schemas.microsoft.com/office/drawing/2014/main" id="{07895849-D3D2-712B-5623-F4CB8A78DBB0}"/>
                </a:ext>
              </a:extLst>
            </p:cNvPr>
            <p:cNvSpPr>
              <a:spLocks/>
            </p:cNvSpPr>
            <p:nvPr/>
          </p:nvSpPr>
          <p:spPr>
            <a:xfrm>
              <a:off x="9395003" y="4253790"/>
              <a:ext cx="24229" cy="14350"/>
            </a:xfrm>
            <a:custGeom>
              <a:avLst/>
              <a:gdLst>
                <a:gd name="connsiteX0" fmla="*/ 8116 w 16232"/>
                <a:gd name="connsiteY0" fmla="*/ 1361 h 9614"/>
                <a:gd name="connsiteX1" fmla="*/ 4916 w 16232"/>
                <a:gd name="connsiteY1" fmla="*/ 4917 h 9614"/>
                <a:gd name="connsiteX2" fmla="*/ 3200 w 16232"/>
                <a:gd name="connsiteY2" fmla="*/ 0 h 9614"/>
                <a:gd name="connsiteX3" fmla="*/ 0 w 16232"/>
                <a:gd name="connsiteY3" fmla="*/ 2458 h 9614"/>
                <a:gd name="connsiteX4" fmla="*/ 1902 w 16232"/>
                <a:gd name="connsiteY4" fmla="*/ 4917 h 9614"/>
                <a:gd name="connsiteX5" fmla="*/ 6122 w 16232"/>
                <a:gd name="connsiteY5" fmla="*/ 7946 h 9614"/>
                <a:gd name="connsiteX6" fmla="*/ 11316 w 16232"/>
                <a:gd name="connsiteY6" fmla="*/ 9614 h 9614"/>
                <a:gd name="connsiteX7" fmla="*/ 16232 w 16232"/>
                <a:gd name="connsiteY7" fmla="*/ 9614 h 9614"/>
                <a:gd name="connsiteX8" fmla="*/ 16232 w 16232"/>
                <a:gd name="connsiteY8" fmla="*/ 6058 h 9614"/>
                <a:gd name="connsiteX9" fmla="*/ 8116 w 16232"/>
                <a:gd name="connsiteY9" fmla="*/ 1405 h 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32" h="9614">
                  <a:moveTo>
                    <a:pt x="8116" y="1361"/>
                  </a:moveTo>
                  <a:lnTo>
                    <a:pt x="4916" y="4917"/>
                  </a:lnTo>
                  <a:lnTo>
                    <a:pt x="3200" y="0"/>
                  </a:lnTo>
                  <a:lnTo>
                    <a:pt x="0" y="2458"/>
                  </a:lnTo>
                  <a:lnTo>
                    <a:pt x="1902" y="4917"/>
                  </a:lnTo>
                  <a:lnTo>
                    <a:pt x="6122" y="7946"/>
                  </a:lnTo>
                  <a:lnTo>
                    <a:pt x="11316" y="9614"/>
                  </a:lnTo>
                  <a:lnTo>
                    <a:pt x="16232" y="9614"/>
                  </a:lnTo>
                  <a:lnTo>
                    <a:pt x="16232" y="6058"/>
                  </a:lnTo>
                  <a:cubicBezTo>
                    <a:pt x="16232" y="6058"/>
                    <a:pt x="11316" y="6892"/>
                    <a:pt x="8116" y="140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1" name="Freeform: Shape 2030">
              <a:extLst>
                <a:ext uri="{FF2B5EF4-FFF2-40B4-BE49-F238E27FC236}">
                  <a16:creationId xmlns:a16="http://schemas.microsoft.com/office/drawing/2014/main" id="{49CDBD77-607D-E0BC-D6C2-71632FE1273E}"/>
                </a:ext>
              </a:extLst>
            </p:cNvPr>
            <p:cNvSpPr>
              <a:spLocks/>
            </p:cNvSpPr>
            <p:nvPr/>
          </p:nvSpPr>
          <p:spPr>
            <a:xfrm>
              <a:off x="9430031" y="4246845"/>
              <a:ext cx="34612" cy="21295"/>
            </a:xfrm>
            <a:custGeom>
              <a:avLst/>
              <a:gdLst>
                <a:gd name="connsiteX0" fmla="*/ 23189 w 23188"/>
                <a:gd name="connsiteY0" fmla="*/ 12336 h 14267"/>
                <a:gd name="connsiteX1" fmla="*/ 3756 w 23188"/>
                <a:gd name="connsiteY1" fmla="*/ 0 h 14267"/>
                <a:gd name="connsiteX2" fmla="*/ 0 w 23188"/>
                <a:gd name="connsiteY2" fmla="*/ 0 h 14267"/>
                <a:gd name="connsiteX3" fmla="*/ 19988 w 23188"/>
                <a:gd name="connsiteY3" fmla="*/ 14268 h 14267"/>
                <a:gd name="connsiteX4" fmla="*/ 23189 w 23188"/>
                <a:gd name="connsiteY4" fmla="*/ 12336 h 1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88" h="14267">
                  <a:moveTo>
                    <a:pt x="23189" y="12336"/>
                  </a:moveTo>
                  <a:cubicBezTo>
                    <a:pt x="22029" y="11809"/>
                    <a:pt x="3756" y="0"/>
                    <a:pt x="3756" y="0"/>
                  </a:cubicBezTo>
                  <a:lnTo>
                    <a:pt x="0" y="0"/>
                  </a:lnTo>
                  <a:lnTo>
                    <a:pt x="19988" y="14268"/>
                  </a:lnTo>
                  <a:lnTo>
                    <a:pt x="23189" y="123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2" name="Freeform: Shape 2031">
              <a:extLst>
                <a:ext uri="{FF2B5EF4-FFF2-40B4-BE49-F238E27FC236}">
                  <a16:creationId xmlns:a16="http://schemas.microsoft.com/office/drawing/2014/main" id="{F5C5E39F-6688-6197-6B84-24A9CFF8F551}"/>
                </a:ext>
              </a:extLst>
            </p:cNvPr>
            <p:cNvSpPr>
              <a:spLocks/>
            </p:cNvSpPr>
            <p:nvPr/>
          </p:nvSpPr>
          <p:spPr>
            <a:xfrm>
              <a:off x="9457065" y="4283889"/>
              <a:ext cx="30973" cy="18623"/>
            </a:xfrm>
            <a:custGeom>
              <a:avLst/>
              <a:gdLst>
                <a:gd name="connsiteX0" fmla="*/ 10874 w 20751"/>
                <a:gd name="connsiteY0" fmla="*/ 2883 h 12477"/>
                <a:gd name="connsiteX1" fmla="*/ 5076 w 20751"/>
                <a:gd name="connsiteY1" fmla="*/ 425 h 12477"/>
                <a:gd name="connsiteX2" fmla="*/ 2201 w 20751"/>
                <a:gd name="connsiteY2" fmla="*/ 8678 h 12477"/>
                <a:gd name="connsiteX3" fmla="*/ 14073 w 20751"/>
                <a:gd name="connsiteY3" fmla="*/ 10039 h 12477"/>
                <a:gd name="connsiteX4" fmla="*/ 20751 w 20751"/>
                <a:gd name="connsiteY4" fmla="*/ 10039 h 12477"/>
                <a:gd name="connsiteX5" fmla="*/ 10920 w 20751"/>
                <a:gd name="connsiteY5" fmla="*/ 2927 h 12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51" h="12477">
                  <a:moveTo>
                    <a:pt x="10874" y="2883"/>
                  </a:moveTo>
                  <a:cubicBezTo>
                    <a:pt x="6236" y="3147"/>
                    <a:pt x="7117" y="2620"/>
                    <a:pt x="5076" y="425"/>
                  </a:cubicBezTo>
                  <a:cubicBezTo>
                    <a:pt x="3036" y="-1770"/>
                    <a:pt x="-3318" y="5078"/>
                    <a:pt x="2201" y="8678"/>
                  </a:cubicBezTo>
                  <a:cubicBezTo>
                    <a:pt x="7720" y="12234"/>
                    <a:pt x="14073" y="10039"/>
                    <a:pt x="14073" y="10039"/>
                  </a:cubicBezTo>
                  <a:cubicBezTo>
                    <a:pt x="14073" y="10039"/>
                    <a:pt x="16949" y="15526"/>
                    <a:pt x="20751" y="10039"/>
                  </a:cubicBezTo>
                  <a:cubicBezTo>
                    <a:pt x="20751" y="10039"/>
                    <a:pt x="15557" y="2620"/>
                    <a:pt x="10920" y="29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3" name="Freeform: Shape 2032">
              <a:extLst>
                <a:ext uri="{FF2B5EF4-FFF2-40B4-BE49-F238E27FC236}">
                  <a16:creationId xmlns:a16="http://schemas.microsoft.com/office/drawing/2014/main" id="{781D4994-F925-8F53-0A83-831F80F8C1B5}"/>
                </a:ext>
              </a:extLst>
            </p:cNvPr>
            <p:cNvSpPr>
              <a:spLocks/>
            </p:cNvSpPr>
            <p:nvPr/>
          </p:nvSpPr>
          <p:spPr>
            <a:xfrm>
              <a:off x="9480219" y="4264845"/>
              <a:ext cx="24643" cy="32782"/>
            </a:xfrm>
            <a:custGeom>
              <a:avLst/>
              <a:gdLst>
                <a:gd name="connsiteX0" fmla="*/ 15073 w 16510"/>
                <a:gd name="connsiteY0" fmla="*/ 16476 h 21963"/>
                <a:gd name="connsiteX1" fmla="*/ 10435 w 16510"/>
                <a:gd name="connsiteY1" fmla="*/ 10988 h 21963"/>
                <a:gd name="connsiteX2" fmla="*/ 8255 w 16510"/>
                <a:gd name="connsiteY2" fmla="*/ 6335 h 21963"/>
                <a:gd name="connsiteX3" fmla="*/ 5194 w 16510"/>
                <a:gd name="connsiteY3" fmla="*/ 13 h 21963"/>
                <a:gd name="connsiteX4" fmla="*/ 0 w 16510"/>
                <a:gd name="connsiteY4" fmla="*/ 3877 h 21963"/>
                <a:gd name="connsiteX5" fmla="*/ 9832 w 16510"/>
                <a:gd name="connsiteY5" fmla="*/ 17310 h 21963"/>
                <a:gd name="connsiteX6" fmla="*/ 16510 w 16510"/>
                <a:gd name="connsiteY6" fmla="*/ 21963 h 21963"/>
                <a:gd name="connsiteX7" fmla="*/ 15073 w 16510"/>
                <a:gd name="connsiteY7" fmla="*/ 16476 h 2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10" h="21963">
                  <a:moveTo>
                    <a:pt x="15073" y="16476"/>
                  </a:moveTo>
                  <a:lnTo>
                    <a:pt x="10435" y="10988"/>
                  </a:lnTo>
                  <a:lnTo>
                    <a:pt x="8255" y="6335"/>
                  </a:lnTo>
                  <a:cubicBezTo>
                    <a:pt x="8255" y="6335"/>
                    <a:pt x="7698" y="-338"/>
                    <a:pt x="5194" y="13"/>
                  </a:cubicBezTo>
                  <a:cubicBezTo>
                    <a:pt x="5194" y="13"/>
                    <a:pt x="0" y="-250"/>
                    <a:pt x="0" y="3877"/>
                  </a:cubicBezTo>
                  <a:cubicBezTo>
                    <a:pt x="0" y="8003"/>
                    <a:pt x="9832" y="17310"/>
                    <a:pt x="9832" y="17310"/>
                  </a:cubicBezTo>
                  <a:lnTo>
                    <a:pt x="16510" y="21963"/>
                  </a:lnTo>
                  <a:lnTo>
                    <a:pt x="15073" y="1647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4" name="Freeform: Shape 2033">
              <a:extLst>
                <a:ext uri="{FF2B5EF4-FFF2-40B4-BE49-F238E27FC236}">
                  <a16:creationId xmlns:a16="http://schemas.microsoft.com/office/drawing/2014/main" id="{1001D398-EE62-6AAE-B7BB-96A6E6F435B8}"/>
                </a:ext>
              </a:extLst>
            </p:cNvPr>
            <p:cNvSpPr>
              <a:spLocks/>
            </p:cNvSpPr>
            <p:nvPr/>
          </p:nvSpPr>
          <p:spPr>
            <a:xfrm>
              <a:off x="9495690" y="4308549"/>
              <a:ext cx="23846" cy="12275"/>
            </a:xfrm>
            <a:custGeom>
              <a:avLst/>
              <a:gdLst>
                <a:gd name="connsiteX0" fmla="*/ 10783 w 15976"/>
                <a:gd name="connsiteY0" fmla="*/ 4097 h 8224"/>
                <a:gd name="connsiteX1" fmla="*/ 9020 w 15976"/>
                <a:gd name="connsiteY1" fmla="*/ 1463 h 8224"/>
                <a:gd name="connsiteX2" fmla="*/ 23 w 15976"/>
                <a:gd name="connsiteY2" fmla="*/ 1463 h 8224"/>
                <a:gd name="connsiteX3" fmla="*/ 9020 w 15976"/>
                <a:gd name="connsiteY3" fmla="*/ 7785 h 8224"/>
                <a:gd name="connsiteX4" fmla="*/ 15977 w 15976"/>
                <a:gd name="connsiteY4" fmla="*/ 6161 h 8224"/>
                <a:gd name="connsiteX5" fmla="*/ 10783 w 15976"/>
                <a:gd name="connsiteY5" fmla="*/ 4097 h 8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76" h="8224">
                  <a:moveTo>
                    <a:pt x="10783" y="4097"/>
                  </a:moveTo>
                  <a:lnTo>
                    <a:pt x="9020" y="1463"/>
                  </a:lnTo>
                  <a:cubicBezTo>
                    <a:pt x="9020" y="1463"/>
                    <a:pt x="-533" y="-1829"/>
                    <a:pt x="23" y="1463"/>
                  </a:cubicBezTo>
                  <a:cubicBezTo>
                    <a:pt x="580" y="4756"/>
                    <a:pt x="9020" y="7785"/>
                    <a:pt x="9020" y="7785"/>
                  </a:cubicBezTo>
                  <a:cubicBezTo>
                    <a:pt x="9020" y="7785"/>
                    <a:pt x="15977" y="9497"/>
                    <a:pt x="15977" y="6161"/>
                  </a:cubicBezTo>
                  <a:cubicBezTo>
                    <a:pt x="15977" y="2824"/>
                    <a:pt x="10783" y="4097"/>
                    <a:pt x="10783" y="409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5" name="Freeform: Shape 2034">
              <a:extLst>
                <a:ext uri="{FF2B5EF4-FFF2-40B4-BE49-F238E27FC236}">
                  <a16:creationId xmlns:a16="http://schemas.microsoft.com/office/drawing/2014/main" id="{B22AC2EF-FFA2-9AE8-725F-52670298EAD2}"/>
                </a:ext>
              </a:extLst>
            </p:cNvPr>
            <p:cNvSpPr>
              <a:spLocks/>
            </p:cNvSpPr>
            <p:nvPr/>
          </p:nvSpPr>
          <p:spPr>
            <a:xfrm>
              <a:off x="9621713" y="4410071"/>
              <a:ext cx="15574" cy="22214"/>
            </a:xfrm>
            <a:custGeom>
              <a:avLst/>
              <a:gdLst>
                <a:gd name="connsiteX0" fmla="*/ 3200 w 10434"/>
                <a:gd name="connsiteY0" fmla="*/ 88 h 14882"/>
                <a:gd name="connsiteX1" fmla="*/ 0 w 10434"/>
                <a:gd name="connsiteY1" fmla="*/ 88 h 14882"/>
                <a:gd name="connsiteX2" fmla="*/ 0 w 10434"/>
                <a:gd name="connsiteY2" fmla="*/ 7770 h 14882"/>
                <a:gd name="connsiteX3" fmla="*/ 4916 w 10434"/>
                <a:gd name="connsiteY3" fmla="*/ 14882 h 14882"/>
                <a:gd name="connsiteX4" fmla="*/ 10435 w 10434"/>
                <a:gd name="connsiteY4" fmla="*/ 13214 h 14882"/>
                <a:gd name="connsiteX5" fmla="*/ 10435 w 10434"/>
                <a:gd name="connsiteY5" fmla="*/ 2502 h 14882"/>
                <a:gd name="connsiteX6" fmla="*/ 4916 w 10434"/>
                <a:gd name="connsiteY6" fmla="*/ 5224 h 14882"/>
                <a:gd name="connsiteX7" fmla="*/ 3200 w 10434"/>
                <a:gd name="connsiteY7" fmla="*/ 0 h 1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4" h="14882">
                  <a:moveTo>
                    <a:pt x="3200" y="88"/>
                  </a:moveTo>
                  <a:lnTo>
                    <a:pt x="0" y="88"/>
                  </a:lnTo>
                  <a:lnTo>
                    <a:pt x="0" y="7770"/>
                  </a:lnTo>
                  <a:lnTo>
                    <a:pt x="4916" y="14882"/>
                  </a:lnTo>
                  <a:cubicBezTo>
                    <a:pt x="4916" y="14882"/>
                    <a:pt x="10435" y="14048"/>
                    <a:pt x="10435" y="13214"/>
                  </a:cubicBezTo>
                  <a:lnTo>
                    <a:pt x="10435" y="2502"/>
                  </a:lnTo>
                  <a:lnTo>
                    <a:pt x="4916" y="5224"/>
                  </a:lnTo>
                  <a:lnTo>
                    <a:pt x="320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6" name="Freeform: Shape 2035">
              <a:extLst>
                <a:ext uri="{FF2B5EF4-FFF2-40B4-BE49-F238E27FC236}">
                  <a16:creationId xmlns:a16="http://schemas.microsoft.com/office/drawing/2014/main" id="{866565E8-9F9F-1DE6-80DA-917410504227}"/>
                </a:ext>
              </a:extLst>
            </p:cNvPr>
            <p:cNvSpPr>
              <a:spLocks/>
            </p:cNvSpPr>
            <p:nvPr/>
          </p:nvSpPr>
          <p:spPr>
            <a:xfrm>
              <a:off x="9637288" y="4437659"/>
              <a:ext cx="13844" cy="18020"/>
            </a:xfrm>
            <a:custGeom>
              <a:avLst/>
              <a:gdLst>
                <a:gd name="connsiteX0" fmla="*/ 0 w 9275"/>
                <a:gd name="connsiteY0" fmla="*/ 4917 h 12072"/>
                <a:gd name="connsiteX1" fmla="*/ 5519 w 9275"/>
                <a:gd name="connsiteY1" fmla="*/ 12073 h 12072"/>
                <a:gd name="connsiteX2" fmla="*/ 9275 w 9275"/>
                <a:gd name="connsiteY2" fmla="*/ 8780 h 12072"/>
                <a:gd name="connsiteX3" fmla="*/ 0 w 9275"/>
                <a:gd name="connsiteY3" fmla="*/ 0 h 12072"/>
                <a:gd name="connsiteX4" fmla="*/ 0 w 9275"/>
                <a:gd name="connsiteY4" fmla="*/ 4917 h 1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12072">
                  <a:moveTo>
                    <a:pt x="0" y="4917"/>
                  </a:moveTo>
                  <a:lnTo>
                    <a:pt x="5519" y="12073"/>
                  </a:lnTo>
                  <a:lnTo>
                    <a:pt x="9275" y="8780"/>
                  </a:lnTo>
                  <a:lnTo>
                    <a:pt x="0" y="0"/>
                  </a:lnTo>
                  <a:lnTo>
                    <a:pt x="0" y="49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7" name="Freeform: Shape 2036">
              <a:extLst>
                <a:ext uri="{FF2B5EF4-FFF2-40B4-BE49-F238E27FC236}">
                  <a16:creationId xmlns:a16="http://schemas.microsoft.com/office/drawing/2014/main" id="{7B278C0C-91C4-71B7-CF9E-78B56B737897}"/>
                </a:ext>
              </a:extLst>
            </p:cNvPr>
            <p:cNvSpPr>
              <a:spLocks/>
            </p:cNvSpPr>
            <p:nvPr/>
          </p:nvSpPr>
          <p:spPr>
            <a:xfrm>
              <a:off x="9660618" y="4455679"/>
              <a:ext cx="6506" cy="4914"/>
            </a:xfrm>
            <a:custGeom>
              <a:avLst/>
              <a:gdLst>
                <a:gd name="connsiteX0" fmla="*/ 0 w 4359"/>
                <a:gd name="connsiteY0" fmla="*/ 0 h 3292"/>
                <a:gd name="connsiteX1" fmla="*/ 4359 w 4359"/>
                <a:gd name="connsiteY1" fmla="*/ 0 h 3292"/>
                <a:gd name="connsiteX2" fmla="*/ 4359 w 4359"/>
                <a:gd name="connsiteY2" fmla="*/ 3293 h 3292"/>
                <a:gd name="connsiteX3" fmla="*/ 0 w 4359"/>
                <a:gd name="connsiteY3" fmla="*/ 3293 h 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59" h="3292">
                  <a:moveTo>
                    <a:pt x="0" y="0"/>
                  </a:moveTo>
                  <a:lnTo>
                    <a:pt x="4359" y="0"/>
                  </a:lnTo>
                  <a:lnTo>
                    <a:pt x="4359" y="3293"/>
                  </a:lnTo>
                  <a:lnTo>
                    <a:pt x="0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8" name="Freeform: Shape 2037">
              <a:extLst>
                <a:ext uri="{FF2B5EF4-FFF2-40B4-BE49-F238E27FC236}">
                  <a16:creationId xmlns:a16="http://schemas.microsoft.com/office/drawing/2014/main" id="{16115A52-893B-F1F5-669D-C2DA0FBC3FBF}"/>
                </a:ext>
              </a:extLst>
            </p:cNvPr>
            <p:cNvSpPr>
              <a:spLocks/>
            </p:cNvSpPr>
            <p:nvPr/>
          </p:nvSpPr>
          <p:spPr>
            <a:xfrm>
              <a:off x="9655010" y="4430713"/>
              <a:ext cx="8858" cy="20051"/>
            </a:xfrm>
            <a:custGeom>
              <a:avLst/>
              <a:gdLst>
                <a:gd name="connsiteX0" fmla="*/ 2968 w 5935"/>
                <a:gd name="connsiteY0" fmla="*/ 7946 h 13433"/>
                <a:gd name="connsiteX1" fmla="*/ 0 w 5935"/>
                <a:gd name="connsiteY1" fmla="*/ 9307 h 13433"/>
                <a:gd name="connsiteX2" fmla="*/ 3756 w 5935"/>
                <a:gd name="connsiteY2" fmla="*/ 13433 h 13433"/>
                <a:gd name="connsiteX3" fmla="*/ 5936 w 5935"/>
                <a:gd name="connsiteY3" fmla="*/ 10712 h 13433"/>
                <a:gd name="connsiteX4" fmla="*/ 5936 w 5935"/>
                <a:gd name="connsiteY4" fmla="*/ 0 h 13433"/>
                <a:gd name="connsiteX5" fmla="*/ 2968 w 5935"/>
                <a:gd name="connsiteY5" fmla="*/ 1098 h 13433"/>
                <a:gd name="connsiteX6" fmla="*/ 2968 w 5935"/>
                <a:gd name="connsiteY6" fmla="*/ 7946 h 1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5" h="13433">
                  <a:moveTo>
                    <a:pt x="2968" y="7946"/>
                  </a:moveTo>
                  <a:lnTo>
                    <a:pt x="0" y="9307"/>
                  </a:lnTo>
                  <a:lnTo>
                    <a:pt x="3756" y="13433"/>
                  </a:lnTo>
                  <a:lnTo>
                    <a:pt x="5936" y="10712"/>
                  </a:lnTo>
                  <a:lnTo>
                    <a:pt x="5936" y="0"/>
                  </a:lnTo>
                  <a:lnTo>
                    <a:pt x="2968" y="1098"/>
                  </a:lnTo>
                  <a:lnTo>
                    <a:pt x="2968" y="794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9" name="Freeform: Shape 2038">
              <a:extLst>
                <a:ext uri="{FF2B5EF4-FFF2-40B4-BE49-F238E27FC236}">
                  <a16:creationId xmlns:a16="http://schemas.microsoft.com/office/drawing/2014/main" id="{FA4CD68E-1490-5910-2037-C6E1825AE4DA}"/>
                </a:ext>
              </a:extLst>
            </p:cNvPr>
            <p:cNvSpPr>
              <a:spLocks/>
            </p:cNvSpPr>
            <p:nvPr/>
          </p:nvSpPr>
          <p:spPr>
            <a:xfrm>
              <a:off x="9660618" y="4474944"/>
              <a:ext cx="10383" cy="8190"/>
            </a:xfrm>
            <a:custGeom>
              <a:avLst/>
              <a:gdLst>
                <a:gd name="connsiteX0" fmla="*/ 0 w 6956"/>
                <a:gd name="connsiteY0" fmla="*/ 3819 h 5487"/>
                <a:gd name="connsiteX1" fmla="*/ 4360 w 6956"/>
                <a:gd name="connsiteY1" fmla="*/ 5488 h 5487"/>
                <a:gd name="connsiteX2" fmla="*/ 6957 w 6956"/>
                <a:gd name="connsiteY2" fmla="*/ 4083 h 5487"/>
                <a:gd name="connsiteX3" fmla="*/ 4360 w 6956"/>
                <a:gd name="connsiteY3" fmla="*/ 0 h 5487"/>
                <a:gd name="connsiteX4" fmla="*/ 0 w 6956"/>
                <a:gd name="connsiteY4" fmla="*/ 3819 h 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5487">
                  <a:moveTo>
                    <a:pt x="0" y="3819"/>
                  </a:moveTo>
                  <a:lnTo>
                    <a:pt x="4360" y="5488"/>
                  </a:lnTo>
                  <a:lnTo>
                    <a:pt x="6957" y="4083"/>
                  </a:lnTo>
                  <a:lnTo>
                    <a:pt x="4360" y="0"/>
                  </a:lnTo>
                  <a:lnTo>
                    <a:pt x="0" y="38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0" name="Freeform: Shape 2039">
              <a:extLst>
                <a:ext uri="{FF2B5EF4-FFF2-40B4-BE49-F238E27FC236}">
                  <a16:creationId xmlns:a16="http://schemas.microsoft.com/office/drawing/2014/main" id="{55C47C54-BF68-2ACD-6A20-D132148A85E0}"/>
                </a:ext>
              </a:extLst>
            </p:cNvPr>
            <p:cNvSpPr>
              <a:spLocks/>
            </p:cNvSpPr>
            <p:nvPr/>
          </p:nvSpPr>
          <p:spPr>
            <a:xfrm>
              <a:off x="9680138" y="4501940"/>
              <a:ext cx="9068" cy="11467"/>
            </a:xfrm>
            <a:custGeom>
              <a:avLst/>
              <a:gdLst>
                <a:gd name="connsiteX0" fmla="*/ 2041 w 6075"/>
                <a:gd name="connsiteY0" fmla="*/ 0 h 7682"/>
                <a:gd name="connsiteX1" fmla="*/ 0 w 6075"/>
                <a:gd name="connsiteY1" fmla="*/ 4697 h 7682"/>
                <a:gd name="connsiteX2" fmla="*/ 2041 w 6075"/>
                <a:gd name="connsiteY2" fmla="*/ 7683 h 7682"/>
                <a:gd name="connsiteX3" fmla="*/ 6076 w 6075"/>
                <a:gd name="connsiteY3" fmla="*/ 7683 h 7682"/>
                <a:gd name="connsiteX4" fmla="*/ 2041 w 6075"/>
                <a:gd name="connsiteY4" fmla="*/ 0 h 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5" h="7682">
                  <a:moveTo>
                    <a:pt x="2041" y="0"/>
                  </a:moveTo>
                  <a:lnTo>
                    <a:pt x="0" y="4697"/>
                  </a:lnTo>
                  <a:lnTo>
                    <a:pt x="2041" y="7683"/>
                  </a:lnTo>
                  <a:lnTo>
                    <a:pt x="6076" y="7683"/>
                  </a:lnTo>
                  <a:lnTo>
                    <a:pt x="2041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1" name="Freeform: Shape 2040">
              <a:extLst>
                <a:ext uri="{FF2B5EF4-FFF2-40B4-BE49-F238E27FC236}">
                  <a16:creationId xmlns:a16="http://schemas.microsoft.com/office/drawing/2014/main" id="{8D67FF53-D76C-21ED-13AE-94526376F379}"/>
                </a:ext>
              </a:extLst>
            </p:cNvPr>
            <p:cNvSpPr>
              <a:spLocks/>
            </p:cNvSpPr>
            <p:nvPr/>
          </p:nvSpPr>
          <p:spPr>
            <a:xfrm>
              <a:off x="9633827" y="4550693"/>
              <a:ext cx="10383" cy="13890"/>
            </a:xfrm>
            <a:custGeom>
              <a:avLst/>
              <a:gdLst>
                <a:gd name="connsiteX0" fmla="*/ 2319 w 6956"/>
                <a:gd name="connsiteY0" fmla="*/ 0 h 9306"/>
                <a:gd name="connsiteX1" fmla="*/ 0 w 6956"/>
                <a:gd name="connsiteY1" fmla="*/ 7946 h 9306"/>
                <a:gd name="connsiteX2" fmla="*/ 6957 w 6956"/>
                <a:gd name="connsiteY2" fmla="*/ 9307 h 9306"/>
                <a:gd name="connsiteX3" fmla="*/ 6957 w 6956"/>
                <a:gd name="connsiteY3" fmla="*/ 5751 h 9306"/>
                <a:gd name="connsiteX4" fmla="*/ 3478 w 6956"/>
                <a:gd name="connsiteY4" fmla="*/ 5488 h 9306"/>
                <a:gd name="connsiteX5" fmla="*/ 5241 w 6956"/>
                <a:gd name="connsiteY5" fmla="*/ 0 h 9306"/>
                <a:gd name="connsiteX6" fmla="*/ 2365 w 6956"/>
                <a:gd name="connsiteY6" fmla="*/ 0 h 9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56" h="9306">
                  <a:moveTo>
                    <a:pt x="2319" y="0"/>
                  </a:moveTo>
                  <a:cubicBezTo>
                    <a:pt x="1438" y="1098"/>
                    <a:pt x="0" y="7946"/>
                    <a:pt x="0" y="7946"/>
                  </a:cubicBezTo>
                  <a:lnTo>
                    <a:pt x="6957" y="9307"/>
                  </a:lnTo>
                  <a:lnTo>
                    <a:pt x="6957" y="5751"/>
                  </a:lnTo>
                  <a:lnTo>
                    <a:pt x="3478" y="5488"/>
                  </a:lnTo>
                  <a:lnTo>
                    <a:pt x="5241" y="0"/>
                  </a:lnTo>
                  <a:lnTo>
                    <a:pt x="236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2" name="Freeform: Shape 2041">
              <a:extLst>
                <a:ext uri="{FF2B5EF4-FFF2-40B4-BE49-F238E27FC236}">
                  <a16:creationId xmlns:a16="http://schemas.microsoft.com/office/drawing/2014/main" id="{703EFF5F-1555-039F-6405-505980F436B2}"/>
                </a:ext>
              </a:extLst>
            </p:cNvPr>
            <p:cNvSpPr>
              <a:spLocks/>
            </p:cNvSpPr>
            <p:nvPr/>
          </p:nvSpPr>
          <p:spPr>
            <a:xfrm>
              <a:off x="9651133" y="4564648"/>
              <a:ext cx="8306" cy="7731"/>
            </a:xfrm>
            <a:custGeom>
              <a:avLst/>
              <a:gdLst>
                <a:gd name="connsiteX0" fmla="*/ 5565 w 5565"/>
                <a:gd name="connsiteY0" fmla="*/ 5180 h 5180"/>
                <a:gd name="connsiteX1" fmla="*/ 5565 w 5565"/>
                <a:gd name="connsiteY1" fmla="*/ 2195 h 5180"/>
                <a:gd name="connsiteX2" fmla="*/ 2783 w 5565"/>
                <a:gd name="connsiteY2" fmla="*/ 0 h 5180"/>
                <a:gd name="connsiteX3" fmla="*/ 0 w 5565"/>
                <a:gd name="connsiteY3" fmla="*/ 5180 h 5180"/>
                <a:gd name="connsiteX4" fmla="*/ 5565 w 5565"/>
                <a:gd name="connsiteY4" fmla="*/ 5180 h 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5" h="5180">
                  <a:moveTo>
                    <a:pt x="5565" y="5180"/>
                  </a:moveTo>
                  <a:lnTo>
                    <a:pt x="5565" y="2195"/>
                  </a:lnTo>
                  <a:lnTo>
                    <a:pt x="2783" y="0"/>
                  </a:lnTo>
                  <a:lnTo>
                    <a:pt x="0" y="5180"/>
                  </a:lnTo>
                  <a:lnTo>
                    <a:pt x="5565" y="51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3" name="Freeform: Shape 2042">
              <a:extLst>
                <a:ext uri="{FF2B5EF4-FFF2-40B4-BE49-F238E27FC236}">
                  <a16:creationId xmlns:a16="http://schemas.microsoft.com/office/drawing/2014/main" id="{904825BE-210C-6372-3486-9A9257BCCC73}"/>
                </a:ext>
              </a:extLst>
            </p:cNvPr>
            <p:cNvSpPr>
              <a:spLocks/>
            </p:cNvSpPr>
            <p:nvPr/>
          </p:nvSpPr>
          <p:spPr>
            <a:xfrm>
              <a:off x="9561903" y="4535590"/>
              <a:ext cx="67563" cy="57366"/>
            </a:xfrm>
            <a:custGeom>
              <a:avLst/>
              <a:gdLst>
                <a:gd name="connsiteX0" fmla="*/ 45264 w 45264"/>
                <a:gd name="connsiteY0" fmla="*/ 38389 h 38433"/>
                <a:gd name="connsiteX1" fmla="*/ 45264 w 45264"/>
                <a:gd name="connsiteY1" fmla="*/ 32638 h 38433"/>
                <a:gd name="connsiteX2" fmla="*/ 22632 w 45264"/>
                <a:gd name="connsiteY2" fmla="*/ 16747 h 38433"/>
                <a:gd name="connsiteX3" fmla="*/ 18551 w 45264"/>
                <a:gd name="connsiteY3" fmla="*/ 12357 h 38433"/>
                <a:gd name="connsiteX4" fmla="*/ 12476 w 45264"/>
                <a:gd name="connsiteY4" fmla="*/ 8230 h 38433"/>
                <a:gd name="connsiteX5" fmla="*/ 0 w 45264"/>
                <a:gd name="connsiteY5" fmla="*/ 2479 h 38433"/>
                <a:gd name="connsiteX6" fmla="*/ 34505 w 45264"/>
                <a:gd name="connsiteY6" fmla="*/ 33209 h 38433"/>
                <a:gd name="connsiteX7" fmla="*/ 45218 w 45264"/>
                <a:gd name="connsiteY7" fmla="*/ 38433 h 3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264" h="38433">
                  <a:moveTo>
                    <a:pt x="45264" y="38389"/>
                  </a:moveTo>
                  <a:lnTo>
                    <a:pt x="45264" y="32638"/>
                  </a:lnTo>
                  <a:cubicBezTo>
                    <a:pt x="45264" y="32638"/>
                    <a:pt x="29589" y="17537"/>
                    <a:pt x="22632" y="16747"/>
                  </a:cubicBezTo>
                  <a:cubicBezTo>
                    <a:pt x="22632" y="16747"/>
                    <a:pt x="25507" y="13454"/>
                    <a:pt x="18551" y="12357"/>
                  </a:cubicBezTo>
                  <a:lnTo>
                    <a:pt x="12476" y="8230"/>
                  </a:lnTo>
                  <a:cubicBezTo>
                    <a:pt x="12476" y="8230"/>
                    <a:pt x="2644" y="-5467"/>
                    <a:pt x="0" y="2479"/>
                  </a:cubicBezTo>
                  <a:cubicBezTo>
                    <a:pt x="0" y="2479"/>
                    <a:pt x="10713" y="23068"/>
                    <a:pt x="34505" y="33209"/>
                  </a:cubicBezTo>
                  <a:lnTo>
                    <a:pt x="45218" y="3843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4" name="Freeform: Shape 2043">
              <a:extLst>
                <a:ext uri="{FF2B5EF4-FFF2-40B4-BE49-F238E27FC236}">
                  <a16:creationId xmlns:a16="http://schemas.microsoft.com/office/drawing/2014/main" id="{F39E5752-2BA6-5F91-9DAF-EF904B272DB8}"/>
                </a:ext>
              </a:extLst>
            </p:cNvPr>
            <p:cNvSpPr>
              <a:spLocks/>
            </p:cNvSpPr>
            <p:nvPr/>
          </p:nvSpPr>
          <p:spPr>
            <a:xfrm>
              <a:off x="9875424" y="4472951"/>
              <a:ext cx="31836" cy="20938"/>
            </a:xfrm>
            <a:custGeom>
              <a:avLst/>
              <a:gdLst>
                <a:gd name="connsiteX0" fmla="*/ 1063 w 21329"/>
                <a:gd name="connsiteY0" fmla="*/ 5417 h 14027"/>
                <a:gd name="connsiteX1" fmla="*/ 15254 w 21329"/>
                <a:gd name="connsiteY1" fmla="*/ 12836 h 14027"/>
                <a:gd name="connsiteX2" fmla="*/ 21330 w 21329"/>
                <a:gd name="connsiteY2" fmla="*/ 12573 h 14027"/>
                <a:gd name="connsiteX3" fmla="*/ 21330 w 21329"/>
                <a:gd name="connsiteY3" fmla="*/ 4056 h 14027"/>
                <a:gd name="connsiteX4" fmla="*/ 17852 w 21329"/>
                <a:gd name="connsiteY4" fmla="*/ 1334 h 14027"/>
                <a:gd name="connsiteX5" fmla="*/ 1063 w 21329"/>
                <a:gd name="connsiteY5" fmla="*/ 5461 h 1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29" h="14027">
                  <a:moveTo>
                    <a:pt x="1063" y="5417"/>
                  </a:moveTo>
                  <a:cubicBezTo>
                    <a:pt x="-4456" y="14460"/>
                    <a:pt x="13214" y="15294"/>
                    <a:pt x="15254" y="12836"/>
                  </a:cubicBezTo>
                  <a:cubicBezTo>
                    <a:pt x="15254" y="12836"/>
                    <a:pt x="21330" y="13670"/>
                    <a:pt x="21330" y="12573"/>
                  </a:cubicBezTo>
                  <a:lnTo>
                    <a:pt x="21330" y="4056"/>
                  </a:lnTo>
                  <a:lnTo>
                    <a:pt x="17852" y="1334"/>
                  </a:lnTo>
                  <a:cubicBezTo>
                    <a:pt x="17852" y="1334"/>
                    <a:pt x="6536" y="-3583"/>
                    <a:pt x="1063" y="546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5" name="Freeform: Shape 2044">
              <a:extLst>
                <a:ext uri="{FF2B5EF4-FFF2-40B4-BE49-F238E27FC236}">
                  <a16:creationId xmlns:a16="http://schemas.microsoft.com/office/drawing/2014/main" id="{644A9A3E-568D-7F54-3C5A-0116316F25AC}"/>
                </a:ext>
              </a:extLst>
            </p:cNvPr>
            <p:cNvSpPr>
              <a:spLocks/>
            </p:cNvSpPr>
            <p:nvPr/>
          </p:nvSpPr>
          <p:spPr>
            <a:xfrm>
              <a:off x="9903772" y="4444146"/>
              <a:ext cx="34225" cy="19433"/>
            </a:xfrm>
            <a:custGeom>
              <a:avLst/>
              <a:gdLst>
                <a:gd name="connsiteX0" fmla="*/ 13052 w 22929"/>
                <a:gd name="connsiteY0" fmla="*/ 4434 h 13019"/>
                <a:gd name="connsiteX1" fmla="*/ 19 w 22929"/>
                <a:gd name="connsiteY1" fmla="*/ 9351 h 13019"/>
                <a:gd name="connsiteX2" fmla="*/ 4101 w 22929"/>
                <a:gd name="connsiteY2" fmla="*/ 12907 h 13019"/>
                <a:gd name="connsiteX3" fmla="*/ 11474 w 22929"/>
                <a:gd name="connsiteY3" fmla="*/ 9351 h 13019"/>
                <a:gd name="connsiteX4" fmla="*/ 16251 w 22929"/>
                <a:gd name="connsiteY4" fmla="*/ 11019 h 13019"/>
                <a:gd name="connsiteX5" fmla="*/ 17411 w 22929"/>
                <a:gd name="connsiteY5" fmla="*/ 6541 h 13019"/>
                <a:gd name="connsiteX6" fmla="*/ 22930 w 22929"/>
                <a:gd name="connsiteY6" fmla="*/ 1668 h 13019"/>
                <a:gd name="connsiteX7" fmla="*/ 22930 w 22929"/>
                <a:gd name="connsiteY7" fmla="*/ 0 h 13019"/>
                <a:gd name="connsiteX8" fmla="*/ 15973 w 22929"/>
                <a:gd name="connsiteY8" fmla="*/ 1668 h 13019"/>
                <a:gd name="connsiteX9" fmla="*/ 13098 w 22929"/>
                <a:gd name="connsiteY9" fmla="*/ 4390 h 13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9" h="13019">
                  <a:moveTo>
                    <a:pt x="13052" y="4434"/>
                  </a:moveTo>
                  <a:cubicBezTo>
                    <a:pt x="13052" y="4434"/>
                    <a:pt x="-584" y="4697"/>
                    <a:pt x="19" y="9351"/>
                  </a:cubicBezTo>
                  <a:cubicBezTo>
                    <a:pt x="622" y="14004"/>
                    <a:pt x="4101" y="12907"/>
                    <a:pt x="4101" y="12907"/>
                  </a:cubicBezTo>
                  <a:lnTo>
                    <a:pt x="11474" y="9351"/>
                  </a:lnTo>
                  <a:lnTo>
                    <a:pt x="16251" y="11019"/>
                  </a:lnTo>
                  <a:lnTo>
                    <a:pt x="17411" y="6541"/>
                  </a:lnTo>
                  <a:lnTo>
                    <a:pt x="22930" y="1668"/>
                  </a:lnTo>
                  <a:lnTo>
                    <a:pt x="22930" y="0"/>
                  </a:lnTo>
                  <a:lnTo>
                    <a:pt x="15973" y="1668"/>
                  </a:lnTo>
                  <a:lnTo>
                    <a:pt x="13098" y="439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6" name="Freeform: Shape 2045">
              <a:extLst>
                <a:ext uri="{FF2B5EF4-FFF2-40B4-BE49-F238E27FC236}">
                  <a16:creationId xmlns:a16="http://schemas.microsoft.com/office/drawing/2014/main" id="{C9F8B8AA-9434-0716-B87E-7AA3E7CA6206}"/>
                </a:ext>
              </a:extLst>
            </p:cNvPr>
            <p:cNvSpPr>
              <a:spLocks/>
            </p:cNvSpPr>
            <p:nvPr/>
          </p:nvSpPr>
          <p:spPr>
            <a:xfrm>
              <a:off x="10111404" y="4380782"/>
              <a:ext cx="13013" cy="10156"/>
            </a:xfrm>
            <a:custGeom>
              <a:avLst/>
              <a:gdLst>
                <a:gd name="connsiteX0" fmla="*/ 46 w 8718"/>
                <a:gd name="connsiteY0" fmla="*/ 1624 h 6804"/>
                <a:gd name="connsiteX1" fmla="*/ 1206 w 8718"/>
                <a:gd name="connsiteY1" fmla="*/ 4215 h 6804"/>
                <a:gd name="connsiteX2" fmla="*/ 4963 w 8718"/>
                <a:gd name="connsiteY2" fmla="*/ 6805 h 6804"/>
                <a:gd name="connsiteX3" fmla="*/ 8719 w 8718"/>
                <a:gd name="connsiteY3" fmla="*/ 5136 h 6804"/>
                <a:gd name="connsiteX4" fmla="*/ 6679 w 8718"/>
                <a:gd name="connsiteY4" fmla="*/ 1580 h 6804"/>
                <a:gd name="connsiteX5" fmla="*/ 0 w 8718"/>
                <a:gd name="connsiteY5" fmla="*/ 1580 h 6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18" h="6804">
                  <a:moveTo>
                    <a:pt x="46" y="1624"/>
                  </a:moveTo>
                  <a:lnTo>
                    <a:pt x="1206" y="4215"/>
                  </a:lnTo>
                  <a:lnTo>
                    <a:pt x="4963" y="6805"/>
                  </a:lnTo>
                  <a:lnTo>
                    <a:pt x="8719" y="5136"/>
                  </a:lnTo>
                  <a:lnTo>
                    <a:pt x="6679" y="1580"/>
                  </a:lnTo>
                  <a:cubicBezTo>
                    <a:pt x="4638" y="-1975"/>
                    <a:pt x="0" y="1580"/>
                    <a:pt x="0" y="15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7" name="Freeform: Shape 2046">
              <a:extLst>
                <a:ext uri="{FF2B5EF4-FFF2-40B4-BE49-F238E27FC236}">
                  <a16:creationId xmlns:a16="http://schemas.microsoft.com/office/drawing/2014/main" id="{3907449F-90B3-E89B-B606-1A590FDB6266}"/>
                </a:ext>
              </a:extLst>
            </p:cNvPr>
            <p:cNvSpPr>
              <a:spLocks/>
            </p:cNvSpPr>
            <p:nvPr/>
          </p:nvSpPr>
          <p:spPr>
            <a:xfrm>
              <a:off x="9235373" y="4283868"/>
              <a:ext cx="19452" cy="13760"/>
            </a:xfrm>
            <a:custGeom>
              <a:avLst/>
              <a:gdLst>
                <a:gd name="connsiteX0" fmla="*/ 12151 w 13032"/>
                <a:gd name="connsiteY0" fmla="*/ 6234 h 9218"/>
                <a:gd name="connsiteX1" fmla="*/ 13032 w 13032"/>
                <a:gd name="connsiteY1" fmla="*/ 3117 h 9218"/>
                <a:gd name="connsiteX2" fmla="*/ 5797 w 13032"/>
                <a:gd name="connsiteY2" fmla="*/ 1800 h 9218"/>
                <a:gd name="connsiteX3" fmla="*/ 0 w 13032"/>
                <a:gd name="connsiteY3" fmla="*/ 0 h 9218"/>
                <a:gd name="connsiteX4" fmla="*/ 0 w 13032"/>
                <a:gd name="connsiteY4" fmla="*/ 3995 h 9218"/>
                <a:gd name="connsiteX5" fmla="*/ 5797 w 13032"/>
                <a:gd name="connsiteY5" fmla="*/ 6234 h 9218"/>
                <a:gd name="connsiteX6" fmla="*/ 5797 w 13032"/>
                <a:gd name="connsiteY6" fmla="*/ 9219 h 9218"/>
                <a:gd name="connsiteX7" fmla="*/ 12151 w 13032"/>
                <a:gd name="connsiteY7" fmla="*/ 6234 h 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32" h="9218">
                  <a:moveTo>
                    <a:pt x="12151" y="6234"/>
                  </a:moveTo>
                  <a:cubicBezTo>
                    <a:pt x="12429" y="4653"/>
                    <a:pt x="13032" y="3117"/>
                    <a:pt x="13032" y="3117"/>
                  </a:cubicBezTo>
                  <a:lnTo>
                    <a:pt x="5797" y="1800"/>
                  </a:lnTo>
                  <a:lnTo>
                    <a:pt x="0" y="0"/>
                  </a:lnTo>
                  <a:lnTo>
                    <a:pt x="0" y="3995"/>
                  </a:lnTo>
                  <a:lnTo>
                    <a:pt x="5797" y="6234"/>
                  </a:lnTo>
                  <a:lnTo>
                    <a:pt x="5797" y="9219"/>
                  </a:lnTo>
                  <a:cubicBezTo>
                    <a:pt x="5797" y="9219"/>
                    <a:pt x="11873" y="7858"/>
                    <a:pt x="12151" y="623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8" name="Freeform: Shape 2047">
              <a:extLst>
                <a:ext uri="{FF2B5EF4-FFF2-40B4-BE49-F238E27FC236}">
                  <a16:creationId xmlns:a16="http://schemas.microsoft.com/office/drawing/2014/main" id="{CE23ED45-D6BB-0905-3825-98BAE2E2F2F7}"/>
                </a:ext>
              </a:extLst>
            </p:cNvPr>
            <p:cNvSpPr>
              <a:spLocks/>
            </p:cNvSpPr>
            <p:nvPr/>
          </p:nvSpPr>
          <p:spPr>
            <a:xfrm>
              <a:off x="8910018" y="4389825"/>
              <a:ext cx="10799" cy="12645"/>
            </a:xfrm>
            <a:custGeom>
              <a:avLst/>
              <a:gdLst>
                <a:gd name="connsiteX0" fmla="*/ 2876 w 7235"/>
                <a:gd name="connsiteY0" fmla="*/ 6541 h 8472"/>
                <a:gd name="connsiteX1" fmla="*/ 7235 w 7235"/>
                <a:gd name="connsiteY1" fmla="*/ 8473 h 8472"/>
                <a:gd name="connsiteX2" fmla="*/ 7235 w 7235"/>
                <a:gd name="connsiteY2" fmla="*/ 2722 h 8472"/>
                <a:gd name="connsiteX3" fmla="*/ 5195 w 7235"/>
                <a:gd name="connsiteY3" fmla="*/ 0 h 8472"/>
                <a:gd name="connsiteX4" fmla="*/ 0 w 7235"/>
                <a:gd name="connsiteY4" fmla="*/ 0 h 8472"/>
                <a:gd name="connsiteX5" fmla="*/ 2876 w 7235"/>
                <a:gd name="connsiteY5" fmla="*/ 6585 h 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5" h="8472">
                  <a:moveTo>
                    <a:pt x="2876" y="6541"/>
                  </a:moveTo>
                  <a:lnTo>
                    <a:pt x="7235" y="8473"/>
                  </a:lnTo>
                  <a:lnTo>
                    <a:pt x="7235" y="2722"/>
                  </a:lnTo>
                  <a:lnTo>
                    <a:pt x="5195" y="0"/>
                  </a:lnTo>
                  <a:lnTo>
                    <a:pt x="0" y="0"/>
                  </a:lnTo>
                  <a:cubicBezTo>
                    <a:pt x="279" y="834"/>
                    <a:pt x="2876" y="6585"/>
                    <a:pt x="2876" y="658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9" name="Freeform: Shape 2048">
              <a:extLst>
                <a:ext uri="{FF2B5EF4-FFF2-40B4-BE49-F238E27FC236}">
                  <a16:creationId xmlns:a16="http://schemas.microsoft.com/office/drawing/2014/main" id="{5D717483-4B29-9D1A-146E-F48AB5CE1A46}"/>
                </a:ext>
              </a:extLst>
            </p:cNvPr>
            <p:cNvSpPr>
              <a:spLocks/>
            </p:cNvSpPr>
            <p:nvPr/>
          </p:nvSpPr>
          <p:spPr>
            <a:xfrm>
              <a:off x="8352003" y="4320815"/>
              <a:ext cx="964545" cy="710777"/>
            </a:xfrm>
            <a:custGeom>
              <a:avLst/>
              <a:gdLst>
                <a:gd name="connsiteX0" fmla="*/ 642000 w 646204"/>
                <a:gd name="connsiteY0" fmla="*/ 273899 h 476190"/>
                <a:gd name="connsiteX1" fmla="*/ 642835 w 646204"/>
                <a:gd name="connsiteY1" fmla="*/ 270036 h 476190"/>
                <a:gd name="connsiteX2" fmla="*/ 644551 w 646204"/>
                <a:gd name="connsiteY2" fmla="*/ 262924 h 476190"/>
                <a:gd name="connsiteX3" fmla="*/ 639635 w 646204"/>
                <a:gd name="connsiteY3" fmla="*/ 268982 h 476190"/>
                <a:gd name="connsiteX4" fmla="*/ 635878 w 646204"/>
                <a:gd name="connsiteY4" fmla="*/ 264329 h 476190"/>
                <a:gd name="connsiteX5" fmla="*/ 639357 w 646204"/>
                <a:gd name="connsiteY5" fmla="*/ 259105 h 476190"/>
                <a:gd name="connsiteX6" fmla="*/ 642557 w 646204"/>
                <a:gd name="connsiteY6" fmla="*/ 260465 h 476190"/>
                <a:gd name="connsiteX7" fmla="*/ 642835 w 646204"/>
                <a:gd name="connsiteY7" fmla="*/ 256075 h 476190"/>
                <a:gd name="connsiteX8" fmla="*/ 640516 w 646204"/>
                <a:gd name="connsiteY8" fmla="*/ 251949 h 476190"/>
                <a:gd name="connsiteX9" fmla="*/ 639357 w 646204"/>
                <a:gd name="connsiteY9" fmla="*/ 246461 h 476190"/>
                <a:gd name="connsiteX10" fmla="*/ 637919 w 646204"/>
                <a:gd name="connsiteY10" fmla="*/ 243740 h 476190"/>
                <a:gd name="connsiteX11" fmla="*/ 637363 w 646204"/>
                <a:gd name="connsiteY11" fmla="*/ 237681 h 476190"/>
                <a:gd name="connsiteX12" fmla="*/ 635600 w 646204"/>
                <a:gd name="connsiteY12" fmla="*/ 235223 h 476190"/>
                <a:gd name="connsiteX13" fmla="*/ 638197 w 646204"/>
                <a:gd name="connsiteY13" fmla="*/ 235223 h 476190"/>
                <a:gd name="connsiteX14" fmla="*/ 640516 w 646204"/>
                <a:gd name="connsiteY14" fmla="*/ 229999 h 476190"/>
                <a:gd name="connsiteX15" fmla="*/ 642233 w 646204"/>
                <a:gd name="connsiteY15" fmla="*/ 225609 h 476190"/>
                <a:gd name="connsiteX16" fmla="*/ 639635 w 646204"/>
                <a:gd name="connsiteY16" fmla="*/ 218190 h 476190"/>
                <a:gd name="connsiteX17" fmla="*/ 638197 w 646204"/>
                <a:gd name="connsiteY17" fmla="*/ 219858 h 476190"/>
                <a:gd name="connsiteX18" fmla="*/ 638754 w 646204"/>
                <a:gd name="connsiteY18" fmla="*/ 224248 h 476190"/>
                <a:gd name="connsiteX19" fmla="*/ 636435 w 646204"/>
                <a:gd name="connsiteY19" fmla="*/ 231096 h 476190"/>
                <a:gd name="connsiteX20" fmla="*/ 633838 w 646204"/>
                <a:gd name="connsiteY20" fmla="*/ 231623 h 476190"/>
                <a:gd name="connsiteX21" fmla="*/ 631519 w 646204"/>
                <a:gd name="connsiteY21" fmla="*/ 228067 h 476190"/>
                <a:gd name="connsiteX22" fmla="*/ 628644 w 646204"/>
                <a:gd name="connsiteY22" fmla="*/ 224204 h 476190"/>
                <a:gd name="connsiteX23" fmla="*/ 622244 w 646204"/>
                <a:gd name="connsiteY23" fmla="*/ 216521 h 476190"/>
                <a:gd name="connsiteX24" fmla="*/ 612690 w 646204"/>
                <a:gd name="connsiteY24" fmla="*/ 208839 h 476190"/>
                <a:gd name="connsiteX25" fmla="*/ 608933 w 646204"/>
                <a:gd name="connsiteY25" fmla="*/ 205283 h 476190"/>
                <a:gd name="connsiteX26" fmla="*/ 607171 w 646204"/>
                <a:gd name="connsiteY26" fmla="*/ 199225 h 476190"/>
                <a:gd name="connsiteX27" fmla="*/ 603693 w 646204"/>
                <a:gd name="connsiteY27" fmla="*/ 200059 h 476190"/>
                <a:gd name="connsiteX28" fmla="*/ 601652 w 646204"/>
                <a:gd name="connsiteY28" fmla="*/ 199225 h 476190"/>
                <a:gd name="connsiteX29" fmla="*/ 600215 w 646204"/>
                <a:gd name="connsiteY29" fmla="*/ 183596 h 476190"/>
                <a:gd name="connsiteX30" fmla="*/ 595577 w 646204"/>
                <a:gd name="connsiteY30" fmla="*/ 182235 h 476190"/>
                <a:gd name="connsiteX31" fmla="*/ 589501 w 646204"/>
                <a:gd name="connsiteY31" fmla="*/ 177582 h 476190"/>
                <a:gd name="connsiteX32" fmla="*/ 586023 w 646204"/>
                <a:gd name="connsiteY32" fmla="*/ 179250 h 476190"/>
                <a:gd name="connsiteX33" fmla="*/ 588620 w 646204"/>
                <a:gd name="connsiteY33" fmla="*/ 183640 h 476190"/>
                <a:gd name="connsiteX34" fmla="*/ 583102 w 646204"/>
                <a:gd name="connsiteY34" fmla="*/ 181972 h 476190"/>
                <a:gd name="connsiteX35" fmla="*/ 581061 w 646204"/>
                <a:gd name="connsiteY35" fmla="*/ 172929 h 476190"/>
                <a:gd name="connsiteX36" fmla="*/ 570023 w 646204"/>
                <a:gd name="connsiteY36" fmla="*/ 156730 h 476190"/>
                <a:gd name="connsiteX37" fmla="*/ 571182 w 646204"/>
                <a:gd name="connsiteY37" fmla="*/ 151505 h 476190"/>
                <a:gd name="connsiteX38" fmla="*/ 569420 w 646204"/>
                <a:gd name="connsiteY38" fmla="*/ 147379 h 476190"/>
                <a:gd name="connsiteX39" fmla="*/ 549710 w 646204"/>
                <a:gd name="connsiteY39" fmla="*/ 138072 h 476190"/>
                <a:gd name="connsiteX40" fmla="*/ 535240 w 646204"/>
                <a:gd name="connsiteY40" fmla="*/ 130653 h 476190"/>
                <a:gd name="connsiteX41" fmla="*/ 531159 w 646204"/>
                <a:gd name="connsiteY41" fmla="*/ 125429 h 476190"/>
                <a:gd name="connsiteX42" fmla="*/ 527077 w 646204"/>
                <a:gd name="connsiteY42" fmla="*/ 114717 h 476190"/>
                <a:gd name="connsiteX43" fmla="*/ 517245 w 646204"/>
                <a:gd name="connsiteY43" fmla="*/ 88114 h 476190"/>
                <a:gd name="connsiteX44" fmla="*/ 513767 w 646204"/>
                <a:gd name="connsiteY44" fmla="*/ 72222 h 476190"/>
                <a:gd name="connsiteX45" fmla="*/ 512005 w 646204"/>
                <a:gd name="connsiteY45" fmla="*/ 62915 h 476190"/>
                <a:gd name="connsiteX46" fmla="*/ 503889 w 646204"/>
                <a:gd name="connsiteY46" fmla="*/ 56857 h 476190"/>
                <a:gd name="connsiteX47" fmla="*/ 496051 w 646204"/>
                <a:gd name="connsiteY47" fmla="*/ 56023 h 476190"/>
                <a:gd name="connsiteX48" fmla="*/ 491135 w 646204"/>
                <a:gd name="connsiteY48" fmla="*/ 55759 h 476190"/>
                <a:gd name="connsiteX49" fmla="*/ 486219 w 646204"/>
                <a:gd name="connsiteY49" fmla="*/ 43423 h 476190"/>
                <a:gd name="connsiteX50" fmla="*/ 480144 w 646204"/>
                <a:gd name="connsiteY50" fmla="*/ 23405 h 476190"/>
                <a:gd name="connsiteX51" fmla="*/ 476665 w 646204"/>
                <a:gd name="connsiteY51" fmla="*/ 14888 h 476190"/>
                <a:gd name="connsiteX52" fmla="*/ 468828 w 646204"/>
                <a:gd name="connsiteY52" fmla="*/ 50 h 476190"/>
                <a:gd name="connsiteX53" fmla="*/ 461593 w 646204"/>
                <a:gd name="connsiteY53" fmla="*/ 19278 h 476190"/>
                <a:gd name="connsiteX54" fmla="*/ 459274 w 646204"/>
                <a:gd name="connsiteY54" fmla="*/ 27224 h 476190"/>
                <a:gd name="connsiteX55" fmla="*/ 458393 w 646204"/>
                <a:gd name="connsiteY55" fmla="*/ 30780 h 476190"/>
                <a:gd name="connsiteX56" fmla="*/ 457234 w 646204"/>
                <a:gd name="connsiteY56" fmla="*/ 40394 h 476190"/>
                <a:gd name="connsiteX57" fmla="*/ 456074 w 646204"/>
                <a:gd name="connsiteY57" fmla="*/ 52467 h 476190"/>
                <a:gd name="connsiteX58" fmla="*/ 457234 w 646204"/>
                <a:gd name="connsiteY58" fmla="*/ 67568 h 476190"/>
                <a:gd name="connsiteX59" fmla="*/ 452596 w 646204"/>
                <a:gd name="connsiteY59" fmla="*/ 84602 h 476190"/>
                <a:gd name="connsiteX60" fmla="*/ 449396 w 646204"/>
                <a:gd name="connsiteY60" fmla="*/ 92548 h 476190"/>
                <a:gd name="connsiteX61" fmla="*/ 444758 w 646204"/>
                <a:gd name="connsiteY61" fmla="*/ 101854 h 476190"/>
                <a:gd name="connsiteX62" fmla="*/ 416931 w 646204"/>
                <a:gd name="connsiteY62" fmla="*/ 97991 h 476190"/>
                <a:gd name="connsiteX63" fmla="*/ 403018 w 646204"/>
                <a:gd name="connsiteY63" fmla="*/ 91143 h 476190"/>
                <a:gd name="connsiteX64" fmla="*/ 380108 w 646204"/>
                <a:gd name="connsiteY64" fmla="*/ 78807 h 476190"/>
                <a:gd name="connsiteX65" fmla="*/ 357800 w 646204"/>
                <a:gd name="connsiteY65" fmla="*/ 62081 h 476190"/>
                <a:gd name="connsiteX66" fmla="*/ 365638 w 646204"/>
                <a:gd name="connsiteY66" fmla="*/ 43423 h 476190"/>
                <a:gd name="connsiteX67" fmla="*/ 373476 w 646204"/>
                <a:gd name="connsiteY67" fmla="*/ 37102 h 476190"/>
                <a:gd name="connsiteX68" fmla="*/ 376073 w 646204"/>
                <a:gd name="connsiteY68" fmla="*/ 34380 h 476190"/>
                <a:gd name="connsiteX69" fmla="*/ 375192 w 646204"/>
                <a:gd name="connsiteY69" fmla="*/ 30517 h 476190"/>
                <a:gd name="connsiteX70" fmla="*/ 376954 w 646204"/>
                <a:gd name="connsiteY70" fmla="*/ 27488 h 476190"/>
                <a:gd name="connsiteX71" fmla="*/ 381314 w 646204"/>
                <a:gd name="connsiteY71" fmla="*/ 23098 h 476190"/>
                <a:gd name="connsiteX72" fmla="*/ 376676 w 646204"/>
                <a:gd name="connsiteY72" fmla="*/ 21737 h 476190"/>
                <a:gd name="connsiteX73" fmla="*/ 373476 w 646204"/>
                <a:gd name="connsiteY73" fmla="*/ 17347 h 476190"/>
                <a:gd name="connsiteX74" fmla="*/ 370601 w 646204"/>
                <a:gd name="connsiteY74" fmla="*/ 20639 h 476190"/>
                <a:gd name="connsiteX75" fmla="*/ 370879 w 646204"/>
                <a:gd name="connsiteY75" fmla="*/ 25029 h 476190"/>
                <a:gd name="connsiteX76" fmla="*/ 368282 w 646204"/>
                <a:gd name="connsiteY76" fmla="*/ 26127 h 476190"/>
                <a:gd name="connsiteX77" fmla="*/ 366519 w 646204"/>
                <a:gd name="connsiteY77" fmla="*/ 22264 h 476190"/>
                <a:gd name="connsiteX78" fmla="*/ 362763 w 646204"/>
                <a:gd name="connsiteY78" fmla="*/ 21429 h 476190"/>
                <a:gd name="connsiteX79" fmla="*/ 357244 w 646204"/>
                <a:gd name="connsiteY79" fmla="*/ 20069 h 476190"/>
                <a:gd name="connsiteX80" fmla="*/ 355807 w 646204"/>
                <a:gd name="connsiteY80" fmla="*/ 22527 h 476190"/>
                <a:gd name="connsiteX81" fmla="*/ 347273 w 646204"/>
                <a:gd name="connsiteY81" fmla="*/ 17303 h 476190"/>
                <a:gd name="connsiteX82" fmla="*/ 337534 w 646204"/>
                <a:gd name="connsiteY82" fmla="*/ 18971 h 476190"/>
                <a:gd name="connsiteX83" fmla="*/ 335725 w 646204"/>
                <a:gd name="connsiteY83" fmla="*/ 15415 h 476190"/>
                <a:gd name="connsiteX84" fmla="*/ 329974 w 646204"/>
                <a:gd name="connsiteY84" fmla="*/ 15415 h 476190"/>
                <a:gd name="connsiteX85" fmla="*/ 323157 w 646204"/>
                <a:gd name="connsiteY85" fmla="*/ 14888 h 476190"/>
                <a:gd name="connsiteX86" fmla="*/ 319539 w 646204"/>
                <a:gd name="connsiteY86" fmla="*/ 9664 h 476190"/>
                <a:gd name="connsiteX87" fmla="*/ 313464 w 646204"/>
                <a:gd name="connsiteY87" fmla="*/ 9664 h 476190"/>
                <a:gd name="connsiteX88" fmla="*/ 311423 w 646204"/>
                <a:gd name="connsiteY88" fmla="*/ 4748 h 476190"/>
                <a:gd name="connsiteX89" fmla="*/ 303029 w 646204"/>
                <a:gd name="connsiteY89" fmla="*/ 9664 h 476190"/>
                <a:gd name="connsiteX90" fmla="*/ 312305 w 646204"/>
                <a:gd name="connsiteY90" fmla="*/ 11684 h 476190"/>
                <a:gd name="connsiteX91" fmla="*/ 313464 w 646204"/>
                <a:gd name="connsiteY91" fmla="*/ 19278 h 476190"/>
                <a:gd name="connsiteX92" fmla="*/ 306507 w 646204"/>
                <a:gd name="connsiteY92" fmla="*/ 22571 h 476190"/>
                <a:gd name="connsiteX93" fmla="*/ 295470 w 646204"/>
                <a:gd name="connsiteY93" fmla="*/ 22571 h 476190"/>
                <a:gd name="connsiteX94" fmla="*/ 288235 w 646204"/>
                <a:gd name="connsiteY94" fmla="*/ 23932 h 476190"/>
                <a:gd name="connsiteX95" fmla="*/ 280721 w 646204"/>
                <a:gd name="connsiteY95" fmla="*/ 28849 h 476190"/>
                <a:gd name="connsiteX96" fmla="*/ 276965 w 646204"/>
                <a:gd name="connsiteY96" fmla="*/ 28849 h 476190"/>
                <a:gd name="connsiteX97" fmla="*/ 276965 w 646204"/>
                <a:gd name="connsiteY97" fmla="*/ 32404 h 476190"/>
                <a:gd name="connsiteX98" fmla="*/ 274924 w 646204"/>
                <a:gd name="connsiteY98" fmla="*/ 34336 h 476190"/>
                <a:gd name="connsiteX99" fmla="*/ 277243 w 646204"/>
                <a:gd name="connsiteY99" fmla="*/ 39560 h 476190"/>
                <a:gd name="connsiteX100" fmla="*/ 268524 w 646204"/>
                <a:gd name="connsiteY100" fmla="*/ 48604 h 476190"/>
                <a:gd name="connsiteX101" fmla="*/ 267087 w 646204"/>
                <a:gd name="connsiteY101" fmla="*/ 58218 h 476190"/>
                <a:gd name="connsiteX102" fmla="*/ 268246 w 646204"/>
                <a:gd name="connsiteY102" fmla="*/ 62344 h 476190"/>
                <a:gd name="connsiteX103" fmla="*/ 266808 w 646204"/>
                <a:gd name="connsiteY103" fmla="*/ 67261 h 476190"/>
                <a:gd name="connsiteX104" fmla="*/ 262727 w 646204"/>
                <a:gd name="connsiteY104" fmla="*/ 64539 h 476190"/>
                <a:gd name="connsiteX105" fmla="*/ 260733 w 646204"/>
                <a:gd name="connsiteY105" fmla="*/ 63442 h 476190"/>
                <a:gd name="connsiteX106" fmla="*/ 260733 w 646204"/>
                <a:gd name="connsiteY106" fmla="*/ 67305 h 476190"/>
                <a:gd name="connsiteX107" fmla="*/ 249139 w 646204"/>
                <a:gd name="connsiteY107" fmla="*/ 60983 h 476190"/>
                <a:gd name="connsiteX108" fmla="*/ 241904 w 646204"/>
                <a:gd name="connsiteY108" fmla="*/ 72485 h 476190"/>
                <a:gd name="connsiteX109" fmla="*/ 241904 w 646204"/>
                <a:gd name="connsiteY109" fmla="*/ 63442 h 476190"/>
                <a:gd name="connsiteX110" fmla="*/ 243342 w 646204"/>
                <a:gd name="connsiteY110" fmla="*/ 59579 h 476190"/>
                <a:gd name="connsiteX111" fmla="*/ 230866 w 646204"/>
                <a:gd name="connsiteY111" fmla="*/ 47770 h 476190"/>
                <a:gd name="connsiteX112" fmla="*/ 226507 w 646204"/>
                <a:gd name="connsiteY112" fmla="*/ 48033 h 476190"/>
                <a:gd name="connsiteX113" fmla="*/ 221590 w 646204"/>
                <a:gd name="connsiteY113" fmla="*/ 48867 h 476190"/>
                <a:gd name="connsiteX114" fmla="*/ 219272 w 646204"/>
                <a:gd name="connsiteY114" fmla="*/ 52730 h 476190"/>
                <a:gd name="connsiteX115" fmla="*/ 216396 w 646204"/>
                <a:gd name="connsiteY115" fmla="*/ 49438 h 476190"/>
                <a:gd name="connsiteX116" fmla="*/ 213521 w 646204"/>
                <a:gd name="connsiteY116" fmla="*/ 50272 h 476190"/>
                <a:gd name="connsiteX117" fmla="*/ 211202 w 646204"/>
                <a:gd name="connsiteY117" fmla="*/ 48340 h 476190"/>
                <a:gd name="connsiteX118" fmla="*/ 209950 w 646204"/>
                <a:gd name="connsiteY118" fmla="*/ 50008 h 476190"/>
                <a:gd name="connsiteX119" fmla="*/ 212083 w 646204"/>
                <a:gd name="connsiteY119" fmla="*/ 52467 h 476190"/>
                <a:gd name="connsiteX120" fmla="*/ 208327 w 646204"/>
                <a:gd name="connsiteY120" fmla="*/ 58525 h 476190"/>
                <a:gd name="connsiteX121" fmla="*/ 196779 w 646204"/>
                <a:gd name="connsiteY121" fmla="*/ 58525 h 476190"/>
                <a:gd name="connsiteX122" fmla="*/ 199886 w 646204"/>
                <a:gd name="connsiteY122" fmla="*/ 65944 h 476190"/>
                <a:gd name="connsiteX123" fmla="*/ 196779 w 646204"/>
                <a:gd name="connsiteY123" fmla="*/ 67305 h 476190"/>
                <a:gd name="connsiteX124" fmla="*/ 193254 w 646204"/>
                <a:gd name="connsiteY124" fmla="*/ 70598 h 476190"/>
                <a:gd name="connsiteX125" fmla="*/ 186854 w 646204"/>
                <a:gd name="connsiteY125" fmla="*/ 72529 h 476190"/>
                <a:gd name="connsiteX126" fmla="*/ 185417 w 646204"/>
                <a:gd name="connsiteY126" fmla="*/ 79641 h 476190"/>
                <a:gd name="connsiteX127" fmla="*/ 182912 w 646204"/>
                <a:gd name="connsiteY127" fmla="*/ 87324 h 476190"/>
                <a:gd name="connsiteX128" fmla="*/ 176698 w 646204"/>
                <a:gd name="connsiteY128" fmla="*/ 84602 h 476190"/>
                <a:gd name="connsiteX129" fmla="*/ 171781 w 646204"/>
                <a:gd name="connsiteY129" fmla="*/ 82143 h 476190"/>
                <a:gd name="connsiteX130" fmla="*/ 171781 w 646204"/>
                <a:gd name="connsiteY130" fmla="*/ 87367 h 476190"/>
                <a:gd name="connsiteX131" fmla="*/ 169184 w 646204"/>
                <a:gd name="connsiteY131" fmla="*/ 88728 h 476190"/>
                <a:gd name="connsiteX132" fmla="*/ 175863 w 646204"/>
                <a:gd name="connsiteY132" fmla="*/ 93952 h 476190"/>
                <a:gd name="connsiteX133" fmla="*/ 175863 w 646204"/>
                <a:gd name="connsiteY133" fmla="*/ 98869 h 476190"/>
                <a:gd name="connsiteX134" fmla="*/ 171781 w 646204"/>
                <a:gd name="connsiteY134" fmla="*/ 97772 h 476190"/>
                <a:gd name="connsiteX135" fmla="*/ 169184 w 646204"/>
                <a:gd name="connsiteY135" fmla="*/ 102425 h 476190"/>
                <a:gd name="connsiteX136" fmla="*/ 159352 w 646204"/>
                <a:gd name="connsiteY136" fmla="*/ 86797 h 476190"/>
                <a:gd name="connsiteX137" fmla="*/ 157915 w 646204"/>
                <a:gd name="connsiteY137" fmla="*/ 91714 h 476190"/>
                <a:gd name="connsiteX138" fmla="*/ 150958 w 646204"/>
                <a:gd name="connsiteY138" fmla="*/ 113137 h 476190"/>
                <a:gd name="connsiteX139" fmla="*/ 136164 w 646204"/>
                <a:gd name="connsiteY139" fmla="*/ 131794 h 476190"/>
                <a:gd name="connsiteX140" fmla="*/ 105740 w 646204"/>
                <a:gd name="connsiteY140" fmla="*/ 143867 h 476190"/>
                <a:gd name="connsiteX141" fmla="*/ 95908 w 646204"/>
                <a:gd name="connsiteY141" fmla="*/ 146896 h 476190"/>
                <a:gd name="connsiteX142" fmla="*/ 76198 w 646204"/>
                <a:gd name="connsiteY142" fmla="*/ 154842 h 476190"/>
                <a:gd name="connsiteX143" fmla="*/ 62006 w 646204"/>
                <a:gd name="connsiteY143" fmla="*/ 154842 h 476190"/>
                <a:gd name="connsiteX144" fmla="*/ 40580 w 646204"/>
                <a:gd name="connsiteY144" fmla="*/ 169373 h 476190"/>
                <a:gd name="connsiteX145" fmla="*/ 26110 w 646204"/>
                <a:gd name="connsiteY145" fmla="*/ 182806 h 476190"/>
                <a:gd name="connsiteX146" fmla="*/ 21751 w 646204"/>
                <a:gd name="connsiteY146" fmla="*/ 182806 h 476190"/>
                <a:gd name="connsiteX147" fmla="*/ 21751 w 646204"/>
                <a:gd name="connsiteY147" fmla="*/ 172929 h 476190"/>
                <a:gd name="connsiteX148" fmla="*/ 19154 w 646204"/>
                <a:gd name="connsiteY148" fmla="*/ 174026 h 476190"/>
                <a:gd name="connsiteX149" fmla="*/ 13635 w 646204"/>
                <a:gd name="connsiteY149" fmla="*/ 187460 h 476190"/>
                <a:gd name="connsiteX150" fmla="*/ 16232 w 646204"/>
                <a:gd name="connsiteY150" fmla="*/ 187460 h 476190"/>
                <a:gd name="connsiteX151" fmla="*/ 15954 w 646204"/>
                <a:gd name="connsiteY151" fmla="*/ 199269 h 476190"/>
                <a:gd name="connsiteX152" fmla="*/ 11873 w 646204"/>
                <a:gd name="connsiteY152" fmla="*/ 219287 h 476190"/>
                <a:gd name="connsiteX153" fmla="*/ 22910 w 646204"/>
                <a:gd name="connsiteY153" fmla="*/ 238515 h 476190"/>
                <a:gd name="connsiteX154" fmla="*/ 22029 w 646204"/>
                <a:gd name="connsiteY154" fmla="*/ 248393 h 476190"/>
                <a:gd name="connsiteX155" fmla="*/ 17113 w 646204"/>
                <a:gd name="connsiteY155" fmla="*/ 242905 h 476190"/>
                <a:gd name="connsiteX156" fmla="*/ 15073 w 646204"/>
                <a:gd name="connsiteY156" fmla="*/ 241237 h 476190"/>
                <a:gd name="connsiteX157" fmla="*/ 13357 w 646204"/>
                <a:gd name="connsiteY157" fmla="*/ 235486 h 476190"/>
                <a:gd name="connsiteX158" fmla="*/ 10157 w 646204"/>
                <a:gd name="connsiteY158" fmla="*/ 233555 h 476190"/>
                <a:gd name="connsiteX159" fmla="*/ 8626 w 646204"/>
                <a:gd name="connsiteY159" fmla="*/ 235486 h 476190"/>
                <a:gd name="connsiteX160" fmla="*/ 11641 w 646204"/>
                <a:gd name="connsiteY160" fmla="*/ 239876 h 476190"/>
                <a:gd name="connsiteX161" fmla="*/ 13078 w 646204"/>
                <a:gd name="connsiteY161" fmla="*/ 244003 h 476190"/>
                <a:gd name="connsiteX162" fmla="*/ 15954 w 646204"/>
                <a:gd name="connsiteY162" fmla="*/ 246198 h 476190"/>
                <a:gd name="connsiteX163" fmla="*/ 15954 w 646204"/>
                <a:gd name="connsiteY163" fmla="*/ 250325 h 476190"/>
                <a:gd name="connsiteX164" fmla="*/ 8626 w 646204"/>
                <a:gd name="connsiteY164" fmla="*/ 244003 h 476190"/>
                <a:gd name="connsiteX165" fmla="*/ 5519 w 646204"/>
                <a:gd name="connsiteY165" fmla="*/ 240710 h 476190"/>
                <a:gd name="connsiteX166" fmla="*/ 3478 w 646204"/>
                <a:gd name="connsiteY166" fmla="*/ 231667 h 476190"/>
                <a:gd name="connsiteX167" fmla="*/ 0 w 646204"/>
                <a:gd name="connsiteY167" fmla="*/ 235223 h 476190"/>
                <a:gd name="connsiteX168" fmla="*/ 4035 w 646204"/>
                <a:gd name="connsiteY168" fmla="*/ 241281 h 476190"/>
                <a:gd name="connsiteX169" fmla="*/ 12429 w 646204"/>
                <a:gd name="connsiteY169" fmla="*/ 252783 h 476190"/>
                <a:gd name="connsiteX170" fmla="*/ 21426 w 646204"/>
                <a:gd name="connsiteY170" fmla="*/ 268411 h 476190"/>
                <a:gd name="connsiteX171" fmla="*/ 27780 w 646204"/>
                <a:gd name="connsiteY171" fmla="*/ 284303 h 476190"/>
                <a:gd name="connsiteX172" fmla="*/ 33299 w 646204"/>
                <a:gd name="connsiteY172" fmla="*/ 295805 h 476190"/>
                <a:gd name="connsiteX173" fmla="*/ 45450 w 646204"/>
                <a:gd name="connsiteY173" fmla="*/ 337773 h 476190"/>
                <a:gd name="connsiteX174" fmla="*/ 46887 w 646204"/>
                <a:gd name="connsiteY174" fmla="*/ 351778 h 476190"/>
                <a:gd name="connsiteX175" fmla="*/ 46006 w 646204"/>
                <a:gd name="connsiteY175" fmla="*/ 366308 h 476190"/>
                <a:gd name="connsiteX176" fmla="*/ 34690 w 646204"/>
                <a:gd name="connsiteY176" fmla="*/ 371796 h 476190"/>
                <a:gd name="connsiteX177" fmla="*/ 36128 w 646204"/>
                <a:gd name="connsiteY177" fmla="*/ 385229 h 476190"/>
                <a:gd name="connsiteX178" fmla="*/ 44522 w 646204"/>
                <a:gd name="connsiteY178" fmla="*/ 388258 h 476190"/>
                <a:gd name="connsiteX179" fmla="*/ 75224 w 646204"/>
                <a:gd name="connsiteY179" fmla="*/ 395107 h 476190"/>
                <a:gd name="connsiteX180" fmla="*/ 81577 w 646204"/>
                <a:gd name="connsiteY180" fmla="*/ 398399 h 476190"/>
                <a:gd name="connsiteX181" fmla="*/ 96372 w 646204"/>
                <a:gd name="connsiteY181" fmla="*/ 387951 h 476190"/>
                <a:gd name="connsiteX182" fmla="*/ 103885 w 646204"/>
                <a:gd name="connsiteY182" fmla="*/ 386590 h 476190"/>
                <a:gd name="connsiteX183" fmla="*/ 119560 w 646204"/>
                <a:gd name="connsiteY183" fmla="*/ 378074 h 476190"/>
                <a:gd name="connsiteX184" fmla="*/ 124755 w 646204"/>
                <a:gd name="connsiteY184" fmla="*/ 377547 h 476190"/>
                <a:gd name="connsiteX185" fmla="*/ 146181 w 646204"/>
                <a:gd name="connsiteY185" fmla="*/ 378074 h 476190"/>
                <a:gd name="connsiteX186" fmla="*/ 152257 w 646204"/>
                <a:gd name="connsiteY186" fmla="*/ 378908 h 476190"/>
                <a:gd name="connsiteX187" fmla="*/ 161254 w 646204"/>
                <a:gd name="connsiteY187" fmla="*/ 377810 h 476190"/>
                <a:gd name="connsiteX188" fmla="*/ 167654 w 646204"/>
                <a:gd name="connsiteY188" fmla="*/ 378074 h 476190"/>
                <a:gd name="connsiteX189" fmla="*/ 178691 w 646204"/>
                <a:gd name="connsiteY189" fmla="*/ 366001 h 476190"/>
                <a:gd name="connsiteX190" fmla="*/ 187967 w 646204"/>
                <a:gd name="connsiteY190" fmla="*/ 359416 h 476190"/>
                <a:gd name="connsiteX191" fmla="*/ 210878 w 646204"/>
                <a:gd name="connsiteY191" fmla="*/ 348968 h 476190"/>
                <a:gd name="connsiteX192" fmla="*/ 215515 w 646204"/>
                <a:gd name="connsiteY192" fmla="*/ 348704 h 476190"/>
                <a:gd name="connsiteX193" fmla="*/ 255492 w 646204"/>
                <a:gd name="connsiteY193" fmla="*/ 337993 h 476190"/>
                <a:gd name="connsiteX194" fmla="*/ 284478 w 646204"/>
                <a:gd name="connsiteY194" fmla="*/ 337729 h 476190"/>
                <a:gd name="connsiteX195" fmla="*/ 289394 w 646204"/>
                <a:gd name="connsiteY195" fmla="*/ 335534 h 476190"/>
                <a:gd name="connsiteX196" fmla="*/ 307064 w 646204"/>
                <a:gd name="connsiteY196" fmla="*/ 344051 h 476190"/>
                <a:gd name="connsiteX197" fmla="*/ 309383 w 646204"/>
                <a:gd name="connsiteY197" fmla="*/ 344051 h 476190"/>
                <a:gd name="connsiteX198" fmla="*/ 313418 w 646204"/>
                <a:gd name="connsiteY198" fmla="*/ 342954 h 476190"/>
                <a:gd name="connsiteX199" fmla="*/ 317174 w 646204"/>
                <a:gd name="connsiteY199" fmla="*/ 342954 h 476190"/>
                <a:gd name="connsiteX200" fmla="*/ 329047 w 646204"/>
                <a:gd name="connsiteY200" fmla="*/ 346246 h 476190"/>
                <a:gd name="connsiteX201" fmla="*/ 334241 w 646204"/>
                <a:gd name="connsiteY201" fmla="*/ 351734 h 476190"/>
                <a:gd name="connsiteX202" fmla="*/ 337719 w 646204"/>
                <a:gd name="connsiteY202" fmla="*/ 351997 h 476190"/>
                <a:gd name="connsiteX203" fmla="*/ 339157 w 646204"/>
                <a:gd name="connsiteY203" fmla="*/ 356387 h 476190"/>
                <a:gd name="connsiteX204" fmla="*/ 337394 w 646204"/>
                <a:gd name="connsiteY204" fmla="*/ 358319 h 476190"/>
                <a:gd name="connsiteX205" fmla="*/ 345232 w 646204"/>
                <a:gd name="connsiteY205" fmla="*/ 364070 h 476190"/>
                <a:gd name="connsiteX206" fmla="*/ 349267 w 646204"/>
                <a:gd name="connsiteY206" fmla="*/ 368986 h 476190"/>
                <a:gd name="connsiteX207" fmla="*/ 356224 w 646204"/>
                <a:gd name="connsiteY207" fmla="*/ 379435 h 476190"/>
                <a:gd name="connsiteX208" fmla="*/ 357940 w 646204"/>
                <a:gd name="connsiteY208" fmla="*/ 389049 h 476190"/>
                <a:gd name="connsiteX209" fmla="*/ 353905 w 646204"/>
                <a:gd name="connsiteY209" fmla="*/ 387688 h 476190"/>
                <a:gd name="connsiteX210" fmla="*/ 354786 w 646204"/>
                <a:gd name="connsiteY210" fmla="*/ 390717 h 476190"/>
                <a:gd name="connsiteX211" fmla="*/ 365824 w 646204"/>
                <a:gd name="connsiteY211" fmla="*/ 397039 h 476190"/>
                <a:gd name="connsiteX212" fmla="*/ 365824 w 646204"/>
                <a:gd name="connsiteY212" fmla="*/ 391288 h 476190"/>
                <a:gd name="connsiteX213" fmla="*/ 381778 w 646204"/>
                <a:gd name="connsiteY213" fmla="*/ 375088 h 476190"/>
                <a:gd name="connsiteX214" fmla="*/ 389012 w 646204"/>
                <a:gd name="connsiteY214" fmla="*/ 367143 h 476190"/>
                <a:gd name="connsiteX215" fmla="*/ 393650 w 646204"/>
                <a:gd name="connsiteY215" fmla="*/ 361084 h 476190"/>
                <a:gd name="connsiteX216" fmla="*/ 395088 w 646204"/>
                <a:gd name="connsiteY216" fmla="*/ 353665 h 476190"/>
                <a:gd name="connsiteX217" fmla="*/ 397685 w 646204"/>
                <a:gd name="connsiteY217" fmla="*/ 353138 h 476190"/>
                <a:gd name="connsiteX218" fmla="*/ 397685 w 646204"/>
                <a:gd name="connsiteY218" fmla="*/ 363587 h 476190"/>
                <a:gd name="connsiteX219" fmla="*/ 395922 w 646204"/>
                <a:gd name="connsiteY219" fmla="*/ 365518 h 476190"/>
                <a:gd name="connsiteX220" fmla="*/ 397685 w 646204"/>
                <a:gd name="connsiteY220" fmla="*/ 371577 h 476190"/>
                <a:gd name="connsiteX221" fmla="*/ 390172 w 646204"/>
                <a:gd name="connsiteY221" fmla="*/ 388610 h 476190"/>
                <a:gd name="connsiteX222" fmla="*/ 389894 w 646204"/>
                <a:gd name="connsiteY222" fmla="*/ 395722 h 476190"/>
                <a:gd name="connsiteX223" fmla="*/ 381778 w 646204"/>
                <a:gd name="connsiteY223" fmla="*/ 398180 h 476190"/>
                <a:gd name="connsiteX224" fmla="*/ 382056 w 646204"/>
                <a:gd name="connsiteY224" fmla="*/ 403404 h 476190"/>
                <a:gd name="connsiteX225" fmla="*/ 386137 w 646204"/>
                <a:gd name="connsiteY225" fmla="*/ 403404 h 476190"/>
                <a:gd name="connsiteX226" fmla="*/ 388456 w 646204"/>
                <a:gd name="connsiteY226" fmla="*/ 401209 h 476190"/>
                <a:gd name="connsiteX227" fmla="*/ 393975 w 646204"/>
                <a:gd name="connsiteY227" fmla="*/ 400682 h 476190"/>
                <a:gd name="connsiteX228" fmla="*/ 397731 w 646204"/>
                <a:gd name="connsiteY228" fmla="*/ 391068 h 476190"/>
                <a:gd name="connsiteX229" fmla="*/ 399494 w 646204"/>
                <a:gd name="connsiteY229" fmla="*/ 384483 h 476190"/>
                <a:gd name="connsiteX230" fmla="*/ 407007 w 646204"/>
                <a:gd name="connsiteY230" fmla="*/ 393570 h 476190"/>
                <a:gd name="connsiteX231" fmla="*/ 401812 w 646204"/>
                <a:gd name="connsiteY231" fmla="*/ 408936 h 476190"/>
                <a:gd name="connsiteX232" fmla="*/ 411644 w 646204"/>
                <a:gd name="connsiteY232" fmla="*/ 408936 h 476190"/>
                <a:gd name="connsiteX233" fmla="*/ 418601 w 646204"/>
                <a:gd name="connsiteY233" fmla="*/ 412799 h 476190"/>
                <a:gd name="connsiteX234" fmla="*/ 428155 w 646204"/>
                <a:gd name="connsiteY234" fmla="*/ 429525 h 476190"/>
                <a:gd name="connsiteX235" fmla="*/ 428155 w 646204"/>
                <a:gd name="connsiteY235" fmla="*/ 441861 h 476190"/>
                <a:gd name="connsiteX236" fmla="*/ 436827 w 646204"/>
                <a:gd name="connsiteY236" fmla="*/ 453670 h 476190"/>
                <a:gd name="connsiteX237" fmla="*/ 446659 w 646204"/>
                <a:gd name="connsiteY237" fmla="*/ 455601 h 476190"/>
                <a:gd name="connsiteX238" fmla="*/ 457094 w 646204"/>
                <a:gd name="connsiteY238" fmla="*/ 459728 h 476190"/>
                <a:gd name="connsiteX239" fmla="*/ 468689 w 646204"/>
                <a:gd name="connsiteY239" fmla="*/ 461396 h 476190"/>
                <a:gd name="connsiteX240" fmla="*/ 486080 w 646204"/>
                <a:gd name="connsiteY240" fmla="*/ 470176 h 476190"/>
                <a:gd name="connsiteX241" fmla="*/ 490996 w 646204"/>
                <a:gd name="connsiteY241" fmla="*/ 465523 h 476190"/>
                <a:gd name="connsiteX242" fmla="*/ 495912 w 646204"/>
                <a:gd name="connsiteY242" fmla="*/ 462801 h 476190"/>
                <a:gd name="connsiteX243" fmla="*/ 502869 w 646204"/>
                <a:gd name="connsiteY243" fmla="*/ 462801 h 476190"/>
                <a:gd name="connsiteX244" fmla="*/ 504909 w 646204"/>
                <a:gd name="connsiteY244" fmla="*/ 459772 h 476190"/>
                <a:gd name="connsiteX245" fmla="*/ 502869 w 646204"/>
                <a:gd name="connsiteY245" fmla="*/ 455909 h 476190"/>
                <a:gd name="connsiteX246" fmla="*/ 502869 w 646204"/>
                <a:gd name="connsiteY246" fmla="*/ 453714 h 476190"/>
                <a:gd name="connsiteX247" fmla="*/ 506347 w 646204"/>
                <a:gd name="connsiteY247" fmla="*/ 452045 h 476190"/>
                <a:gd name="connsiteX248" fmla="*/ 511263 w 646204"/>
                <a:gd name="connsiteY248" fmla="*/ 455601 h 476190"/>
                <a:gd name="connsiteX249" fmla="*/ 507784 w 646204"/>
                <a:gd name="connsiteY249" fmla="*/ 461352 h 476190"/>
                <a:gd name="connsiteX250" fmla="*/ 512979 w 646204"/>
                <a:gd name="connsiteY250" fmla="*/ 467410 h 476190"/>
                <a:gd name="connsiteX251" fmla="*/ 520492 w 646204"/>
                <a:gd name="connsiteY251" fmla="*/ 468771 h 476190"/>
                <a:gd name="connsiteX252" fmla="*/ 527449 w 646204"/>
                <a:gd name="connsiteY252" fmla="*/ 470132 h 476190"/>
                <a:gd name="connsiteX253" fmla="*/ 529489 w 646204"/>
                <a:gd name="connsiteY253" fmla="*/ 476190 h 476190"/>
                <a:gd name="connsiteX254" fmla="*/ 533246 w 646204"/>
                <a:gd name="connsiteY254" fmla="*/ 473732 h 476190"/>
                <a:gd name="connsiteX255" fmla="*/ 533246 w 646204"/>
                <a:gd name="connsiteY255" fmla="*/ 467674 h 476190"/>
                <a:gd name="connsiteX256" fmla="*/ 544283 w 646204"/>
                <a:gd name="connsiteY256" fmla="*/ 464645 h 476190"/>
                <a:gd name="connsiteX257" fmla="*/ 546881 w 646204"/>
                <a:gd name="connsiteY257" fmla="*/ 458586 h 476190"/>
                <a:gd name="connsiteX258" fmla="*/ 557872 w 646204"/>
                <a:gd name="connsiteY258" fmla="*/ 451475 h 476190"/>
                <a:gd name="connsiteX259" fmla="*/ 584818 w 646204"/>
                <a:gd name="connsiteY259" fmla="*/ 444363 h 476190"/>
                <a:gd name="connsiteX260" fmla="*/ 587693 w 646204"/>
                <a:gd name="connsiteY260" fmla="*/ 445724 h 476190"/>
                <a:gd name="connsiteX261" fmla="*/ 587693 w 646204"/>
                <a:gd name="connsiteY261" fmla="*/ 429832 h 476190"/>
                <a:gd name="connsiteX262" fmla="*/ 592052 w 646204"/>
                <a:gd name="connsiteY262" fmla="*/ 413369 h 476190"/>
                <a:gd name="connsiteX263" fmla="*/ 604806 w 646204"/>
                <a:gd name="connsiteY263" fmla="*/ 384308 h 476190"/>
                <a:gd name="connsiteX264" fmla="*/ 608284 w 646204"/>
                <a:gd name="connsiteY264" fmla="*/ 372499 h 476190"/>
                <a:gd name="connsiteX265" fmla="*/ 616679 w 646204"/>
                <a:gd name="connsiteY265" fmla="*/ 359592 h 476190"/>
                <a:gd name="connsiteX266" fmla="*/ 629432 w 646204"/>
                <a:gd name="connsiteY266" fmla="*/ 345061 h 476190"/>
                <a:gd name="connsiteX267" fmla="*/ 635508 w 646204"/>
                <a:gd name="connsiteY267" fmla="*/ 320916 h 476190"/>
                <a:gd name="connsiteX268" fmla="*/ 641305 w 646204"/>
                <a:gd name="connsiteY268" fmla="*/ 298132 h 476190"/>
                <a:gd name="connsiteX269" fmla="*/ 641630 w 646204"/>
                <a:gd name="connsiteY269" fmla="*/ 273987 h 476190"/>
                <a:gd name="connsiteX270" fmla="*/ 78192 w 646204"/>
                <a:gd name="connsiteY270" fmla="*/ 306561 h 476190"/>
                <a:gd name="connsiteX271" fmla="*/ 72998 w 646204"/>
                <a:gd name="connsiteY271" fmla="*/ 314506 h 476190"/>
                <a:gd name="connsiteX272" fmla="*/ 74157 w 646204"/>
                <a:gd name="connsiteY272" fmla="*/ 306956 h 476190"/>
                <a:gd name="connsiteX273" fmla="*/ 72998 w 646204"/>
                <a:gd name="connsiteY273" fmla="*/ 303795 h 476190"/>
                <a:gd name="connsiteX274" fmla="*/ 72998 w 646204"/>
                <a:gd name="connsiteY274" fmla="*/ 300766 h 476190"/>
                <a:gd name="connsiteX275" fmla="*/ 79954 w 646204"/>
                <a:gd name="connsiteY275" fmla="*/ 299405 h 476190"/>
                <a:gd name="connsiteX276" fmla="*/ 76476 w 646204"/>
                <a:gd name="connsiteY276" fmla="*/ 304892 h 476190"/>
                <a:gd name="connsiteX277" fmla="*/ 78192 w 646204"/>
                <a:gd name="connsiteY277" fmla="*/ 306561 h 476190"/>
                <a:gd name="connsiteX278" fmla="*/ 100221 w 646204"/>
                <a:gd name="connsiteY278" fmla="*/ 283118 h 476190"/>
                <a:gd name="connsiteX279" fmla="*/ 107920 w 646204"/>
                <a:gd name="connsiteY279" fmla="*/ 278596 h 476190"/>
                <a:gd name="connsiteX280" fmla="*/ 110378 w 646204"/>
                <a:gd name="connsiteY280" fmla="*/ 281713 h 476190"/>
                <a:gd name="connsiteX281" fmla="*/ 100221 w 646204"/>
                <a:gd name="connsiteY281" fmla="*/ 287640 h 476190"/>
                <a:gd name="connsiteX282" fmla="*/ 100221 w 646204"/>
                <a:gd name="connsiteY282" fmla="*/ 283118 h 476190"/>
                <a:gd name="connsiteX283" fmla="*/ 112836 w 646204"/>
                <a:gd name="connsiteY283" fmla="*/ 299141 h 476190"/>
                <a:gd name="connsiteX284" fmla="*/ 106900 w 646204"/>
                <a:gd name="connsiteY284" fmla="*/ 294488 h 476190"/>
                <a:gd name="connsiteX285" fmla="*/ 104581 w 646204"/>
                <a:gd name="connsiteY285" fmla="*/ 302741 h 476190"/>
                <a:gd name="connsiteX286" fmla="*/ 103421 w 646204"/>
                <a:gd name="connsiteY286" fmla="*/ 296288 h 476190"/>
                <a:gd name="connsiteX287" fmla="*/ 100221 w 646204"/>
                <a:gd name="connsiteY287" fmla="*/ 296288 h 476190"/>
                <a:gd name="connsiteX288" fmla="*/ 100221 w 646204"/>
                <a:gd name="connsiteY288" fmla="*/ 293698 h 476190"/>
                <a:gd name="connsiteX289" fmla="*/ 104256 w 646204"/>
                <a:gd name="connsiteY289" fmla="*/ 291766 h 476190"/>
                <a:gd name="connsiteX290" fmla="*/ 107874 w 646204"/>
                <a:gd name="connsiteY290" fmla="*/ 292600 h 476190"/>
                <a:gd name="connsiteX291" fmla="*/ 110331 w 646204"/>
                <a:gd name="connsiteY291" fmla="*/ 289879 h 476190"/>
                <a:gd name="connsiteX292" fmla="*/ 115526 w 646204"/>
                <a:gd name="connsiteY292" fmla="*/ 289879 h 476190"/>
                <a:gd name="connsiteX293" fmla="*/ 110007 w 646204"/>
                <a:gd name="connsiteY293" fmla="*/ 293171 h 476190"/>
                <a:gd name="connsiteX294" fmla="*/ 112743 w 646204"/>
                <a:gd name="connsiteY294" fmla="*/ 299229 h 476190"/>
                <a:gd name="connsiteX295" fmla="*/ 159909 w 646204"/>
                <a:gd name="connsiteY295" fmla="*/ 194879 h 476190"/>
                <a:gd name="connsiteX296" fmla="*/ 162784 w 646204"/>
                <a:gd name="connsiteY296" fmla="*/ 198171 h 476190"/>
                <a:gd name="connsiteX297" fmla="*/ 154946 w 646204"/>
                <a:gd name="connsiteY297" fmla="*/ 200366 h 476190"/>
                <a:gd name="connsiteX298" fmla="*/ 159863 w 646204"/>
                <a:gd name="connsiteY298" fmla="*/ 194879 h 476190"/>
                <a:gd name="connsiteX299" fmla="*/ 142239 w 646204"/>
                <a:gd name="connsiteY299" fmla="*/ 346905 h 476190"/>
                <a:gd name="connsiteX300" fmla="*/ 148917 w 646204"/>
                <a:gd name="connsiteY300" fmla="*/ 336764 h 476190"/>
                <a:gd name="connsiteX301" fmla="*/ 142239 w 646204"/>
                <a:gd name="connsiteY301" fmla="*/ 346905 h 476190"/>
                <a:gd name="connsiteX302" fmla="*/ 154946 w 646204"/>
                <a:gd name="connsiteY302" fmla="*/ 245935 h 476190"/>
                <a:gd name="connsiteX303" fmla="*/ 147155 w 646204"/>
                <a:gd name="connsiteY303" fmla="*/ 242071 h 476190"/>
                <a:gd name="connsiteX304" fmla="*/ 152071 w 646204"/>
                <a:gd name="connsiteY304" fmla="*/ 240403 h 476190"/>
                <a:gd name="connsiteX305" fmla="*/ 156987 w 646204"/>
                <a:gd name="connsiteY305" fmla="*/ 242071 h 476190"/>
                <a:gd name="connsiteX306" fmla="*/ 163155 w 646204"/>
                <a:gd name="connsiteY306" fmla="*/ 245935 h 476190"/>
                <a:gd name="connsiteX307" fmla="*/ 154900 w 646204"/>
                <a:gd name="connsiteY307" fmla="*/ 245935 h 476190"/>
                <a:gd name="connsiteX308" fmla="*/ 250066 w 646204"/>
                <a:gd name="connsiteY308" fmla="*/ 85567 h 476190"/>
                <a:gd name="connsiteX309" fmla="*/ 251828 w 646204"/>
                <a:gd name="connsiteY309" fmla="*/ 83241 h 476190"/>
                <a:gd name="connsiteX310" fmla="*/ 257626 w 646204"/>
                <a:gd name="connsiteY310" fmla="*/ 83241 h 476190"/>
                <a:gd name="connsiteX311" fmla="*/ 250113 w 646204"/>
                <a:gd name="connsiteY311" fmla="*/ 88992 h 476190"/>
                <a:gd name="connsiteX312" fmla="*/ 250113 w 646204"/>
                <a:gd name="connsiteY312" fmla="*/ 85567 h 476190"/>
                <a:gd name="connsiteX313" fmla="*/ 259620 w 646204"/>
                <a:gd name="connsiteY313" fmla="*/ 181709 h 476190"/>
                <a:gd name="connsiteX314" fmla="*/ 250066 w 646204"/>
                <a:gd name="connsiteY314" fmla="*/ 186099 h 476190"/>
                <a:gd name="connsiteX315" fmla="*/ 251828 w 646204"/>
                <a:gd name="connsiteY315" fmla="*/ 181270 h 476190"/>
                <a:gd name="connsiteX316" fmla="*/ 257718 w 646204"/>
                <a:gd name="connsiteY316" fmla="*/ 175694 h 476190"/>
                <a:gd name="connsiteX317" fmla="*/ 259620 w 646204"/>
                <a:gd name="connsiteY317" fmla="*/ 181753 h 476190"/>
                <a:gd name="connsiteX318" fmla="*/ 290368 w 646204"/>
                <a:gd name="connsiteY318" fmla="*/ 224819 h 476190"/>
                <a:gd name="connsiteX319" fmla="*/ 281371 w 646204"/>
                <a:gd name="connsiteY319" fmla="*/ 218234 h 476190"/>
                <a:gd name="connsiteX320" fmla="*/ 283968 w 646204"/>
                <a:gd name="connsiteY320" fmla="*/ 218234 h 476190"/>
                <a:gd name="connsiteX321" fmla="*/ 291806 w 646204"/>
                <a:gd name="connsiteY321" fmla="*/ 221526 h 476190"/>
                <a:gd name="connsiteX322" fmla="*/ 290368 w 646204"/>
                <a:gd name="connsiteY322" fmla="*/ 224819 h 476190"/>
                <a:gd name="connsiteX323" fmla="*/ 325151 w 646204"/>
                <a:gd name="connsiteY323" fmla="*/ 108615 h 476190"/>
                <a:gd name="connsiteX324" fmla="*/ 329788 w 646204"/>
                <a:gd name="connsiteY324" fmla="*/ 106025 h 476190"/>
                <a:gd name="connsiteX325" fmla="*/ 331505 w 646204"/>
                <a:gd name="connsiteY325" fmla="*/ 108483 h 476190"/>
                <a:gd name="connsiteX326" fmla="*/ 327748 w 646204"/>
                <a:gd name="connsiteY326" fmla="*/ 111205 h 476190"/>
                <a:gd name="connsiteX327" fmla="*/ 325151 w 646204"/>
                <a:gd name="connsiteY327" fmla="*/ 108615 h 476190"/>
                <a:gd name="connsiteX328" fmla="*/ 337302 w 646204"/>
                <a:gd name="connsiteY328" fmla="*/ 252520 h 476190"/>
                <a:gd name="connsiteX329" fmla="*/ 326867 w 646204"/>
                <a:gd name="connsiteY329" fmla="*/ 241808 h 476190"/>
                <a:gd name="connsiteX330" fmla="*/ 328583 w 646204"/>
                <a:gd name="connsiteY330" fmla="*/ 241808 h 476190"/>
                <a:gd name="connsiteX331" fmla="*/ 339018 w 646204"/>
                <a:gd name="connsiteY331" fmla="*/ 250588 h 476190"/>
                <a:gd name="connsiteX332" fmla="*/ 337302 w 646204"/>
                <a:gd name="connsiteY332" fmla="*/ 252520 h 476190"/>
                <a:gd name="connsiteX333" fmla="*/ 353858 w 646204"/>
                <a:gd name="connsiteY333" fmla="*/ 326052 h 476190"/>
                <a:gd name="connsiteX334" fmla="*/ 355760 w 646204"/>
                <a:gd name="connsiteY334" fmla="*/ 324121 h 476190"/>
                <a:gd name="connsiteX335" fmla="*/ 357661 w 646204"/>
                <a:gd name="connsiteY335" fmla="*/ 326052 h 476190"/>
                <a:gd name="connsiteX336" fmla="*/ 353905 w 646204"/>
                <a:gd name="connsiteY336" fmla="*/ 330179 h 476190"/>
                <a:gd name="connsiteX337" fmla="*/ 353905 w 646204"/>
                <a:gd name="connsiteY337" fmla="*/ 326052 h 476190"/>
                <a:gd name="connsiteX338" fmla="*/ 357615 w 646204"/>
                <a:gd name="connsiteY338" fmla="*/ 336764 h 476190"/>
                <a:gd name="connsiteX339" fmla="*/ 354739 w 646204"/>
                <a:gd name="connsiteY339" fmla="*/ 334964 h 476190"/>
                <a:gd name="connsiteX340" fmla="*/ 350102 w 646204"/>
                <a:gd name="connsiteY340" fmla="*/ 336764 h 476190"/>
                <a:gd name="connsiteX341" fmla="*/ 350102 w 646204"/>
                <a:gd name="connsiteY341" fmla="*/ 333208 h 476190"/>
                <a:gd name="connsiteX342" fmla="*/ 357615 w 646204"/>
                <a:gd name="connsiteY342" fmla="*/ 333208 h 476190"/>
                <a:gd name="connsiteX343" fmla="*/ 357615 w 646204"/>
                <a:gd name="connsiteY343" fmla="*/ 336764 h 476190"/>
                <a:gd name="connsiteX344" fmla="*/ 371528 w 646204"/>
                <a:gd name="connsiteY344" fmla="*/ 346905 h 476190"/>
                <a:gd name="connsiteX345" fmla="*/ 366334 w 646204"/>
                <a:gd name="connsiteY345" fmla="*/ 349363 h 476190"/>
                <a:gd name="connsiteX346" fmla="*/ 367772 w 646204"/>
                <a:gd name="connsiteY346" fmla="*/ 341812 h 476190"/>
                <a:gd name="connsiteX347" fmla="*/ 357615 w 646204"/>
                <a:gd name="connsiteY347" fmla="*/ 330442 h 476190"/>
                <a:gd name="connsiteX348" fmla="*/ 359331 w 646204"/>
                <a:gd name="connsiteY348" fmla="*/ 327632 h 476190"/>
                <a:gd name="connsiteX349" fmla="*/ 362531 w 646204"/>
                <a:gd name="connsiteY349" fmla="*/ 331276 h 476190"/>
                <a:gd name="connsiteX350" fmla="*/ 368328 w 646204"/>
                <a:gd name="connsiteY350" fmla="*/ 331276 h 476190"/>
                <a:gd name="connsiteX351" fmla="*/ 370368 w 646204"/>
                <a:gd name="connsiteY351" fmla="*/ 336764 h 476190"/>
                <a:gd name="connsiteX352" fmla="*/ 373244 w 646204"/>
                <a:gd name="connsiteY352" fmla="*/ 341856 h 476190"/>
                <a:gd name="connsiteX353" fmla="*/ 371528 w 646204"/>
                <a:gd name="connsiteY353" fmla="*/ 346949 h 476190"/>
                <a:gd name="connsiteX354" fmla="*/ 380479 w 646204"/>
                <a:gd name="connsiteY354" fmla="*/ 338476 h 476190"/>
                <a:gd name="connsiteX355" fmla="*/ 377882 w 646204"/>
                <a:gd name="connsiteY355" fmla="*/ 336720 h 476190"/>
                <a:gd name="connsiteX356" fmla="*/ 376444 w 646204"/>
                <a:gd name="connsiteY356" fmla="*/ 333427 h 476190"/>
                <a:gd name="connsiteX357" fmla="*/ 377882 w 646204"/>
                <a:gd name="connsiteY357" fmla="*/ 331232 h 476190"/>
                <a:gd name="connsiteX358" fmla="*/ 380479 w 646204"/>
                <a:gd name="connsiteY358" fmla="*/ 333691 h 476190"/>
                <a:gd name="connsiteX359" fmla="*/ 380479 w 646204"/>
                <a:gd name="connsiteY359" fmla="*/ 338476 h 476190"/>
                <a:gd name="connsiteX360" fmla="*/ 381963 w 646204"/>
                <a:gd name="connsiteY360" fmla="*/ 289835 h 476190"/>
                <a:gd name="connsiteX361" fmla="*/ 383401 w 646204"/>
                <a:gd name="connsiteY361" fmla="*/ 281318 h 476190"/>
                <a:gd name="connsiteX362" fmla="*/ 383401 w 646204"/>
                <a:gd name="connsiteY362" fmla="*/ 278025 h 476190"/>
                <a:gd name="connsiteX363" fmla="*/ 380525 w 646204"/>
                <a:gd name="connsiteY363" fmla="*/ 274162 h 476190"/>
                <a:gd name="connsiteX364" fmla="*/ 394160 w 646204"/>
                <a:gd name="connsiteY364" fmla="*/ 280484 h 476190"/>
                <a:gd name="connsiteX365" fmla="*/ 391841 w 646204"/>
                <a:gd name="connsiteY365" fmla="*/ 284874 h 476190"/>
                <a:gd name="connsiteX366" fmla="*/ 395876 w 646204"/>
                <a:gd name="connsiteY366" fmla="*/ 287332 h 476190"/>
                <a:gd name="connsiteX367" fmla="*/ 395876 w 646204"/>
                <a:gd name="connsiteY367" fmla="*/ 291152 h 476190"/>
                <a:gd name="connsiteX368" fmla="*/ 391517 w 646204"/>
                <a:gd name="connsiteY368" fmla="*/ 291152 h 476190"/>
                <a:gd name="connsiteX369" fmla="*/ 386323 w 646204"/>
                <a:gd name="connsiteY369" fmla="*/ 289791 h 476190"/>
                <a:gd name="connsiteX370" fmla="*/ 381963 w 646204"/>
                <a:gd name="connsiteY370" fmla="*/ 289791 h 476190"/>
                <a:gd name="connsiteX371" fmla="*/ 388178 w 646204"/>
                <a:gd name="connsiteY371" fmla="*/ 296288 h 476190"/>
                <a:gd name="connsiteX372" fmla="*/ 395876 w 646204"/>
                <a:gd name="connsiteY372" fmla="*/ 294795 h 476190"/>
                <a:gd name="connsiteX373" fmla="*/ 393557 w 646204"/>
                <a:gd name="connsiteY373" fmla="*/ 296288 h 476190"/>
                <a:gd name="connsiteX374" fmla="*/ 388178 w 646204"/>
                <a:gd name="connsiteY374" fmla="*/ 301073 h 476190"/>
                <a:gd name="connsiteX375" fmla="*/ 388178 w 646204"/>
                <a:gd name="connsiteY375" fmla="*/ 296288 h 476190"/>
                <a:gd name="connsiteX376" fmla="*/ 394068 w 646204"/>
                <a:gd name="connsiteY376" fmla="*/ 341812 h 476190"/>
                <a:gd name="connsiteX377" fmla="*/ 395876 w 646204"/>
                <a:gd name="connsiteY377" fmla="*/ 332330 h 476190"/>
                <a:gd name="connsiteX378" fmla="*/ 392676 w 646204"/>
                <a:gd name="connsiteY378" fmla="*/ 328774 h 476190"/>
                <a:gd name="connsiteX379" fmla="*/ 393233 w 646204"/>
                <a:gd name="connsiteY379" fmla="*/ 325481 h 476190"/>
                <a:gd name="connsiteX380" fmla="*/ 388178 w 646204"/>
                <a:gd name="connsiteY380" fmla="*/ 313409 h 476190"/>
                <a:gd name="connsiteX381" fmla="*/ 399911 w 646204"/>
                <a:gd name="connsiteY381" fmla="*/ 327676 h 476190"/>
                <a:gd name="connsiteX382" fmla="*/ 394021 w 646204"/>
                <a:gd name="connsiteY382" fmla="*/ 341812 h 476190"/>
                <a:gd name="connsiteX383" fmla="*/ 426300 w 646204"/>
                <a:gd name="connsiteY383" fmla="*/ 223150 h 476190"/>
                <a:gd name="connsiteX384" fmla="*/ 432978 w 646204"/>
                <a:gd name="connsiteY384" fmla="*/ 223150 h 476190"/>
                <a:gd name="connsiteX385" fmla="*/ 432978 w 646204"/>
                <a:gd name="connsiteY385" fmla="*/ 224819 h 476190"/>
                <a:gd name="connsiteX386" fmla="*/ 426300 w 646204"/>
                <a:gd name="connsiteY386" fmla="*/ 227848 h 476190"/>
                <a:gd name="connsiteX387" fmla="*/ 426300 w 646204"/>
                <a:gd name="connsiteY387" fmla="*/ 223194 h 476190"/>
                <a:gd name="connsiteX388" fmla="*/ 426300 w 646204"/>
                <a:gd name="connsiteY388" fmla="*/ 295322 h 476190"/>
                <a:gd name="connsiteX389" fmla="*/ 428340 w 646204"/>
                <a:gd name="connsiteY389" fmla="*/ 297649 h 476190"/>
                <a:gd name="connsiteX390" fmla="*/ 426300 w 646204"/>
                <a:gd name="connsiteY390" fmla="*/ 300019 h 476190"/>
                <a:gd name="connsiteX391" fmla="*/ 423702 w 646204"/>
                <a:gd name="connsiteY391" fmla="*/ 295366 h 476190"/>
                <a:gd name="connsiteX392" fmla="*/ 426300 w 646204"/>
                <a:gd name="connsiteY392" fmla="*/ 295366 h 476190"/>
                <a:gd name="connsiteX393" fmla="*/ 420503 w 646204"/>
                <a:gd name="connsiteY393" fmla="*/ 409989 h 476190"/>
                <a:gd name="connsiteX394" fmla="*/ 415586 w 646204"/>
                <a:gd name="connsiteY394" fmla="*/ 406828 h 476190"/>
                <a:gd name="connsiteX395" fmla="*/ 420503 w 646204"/>
                <a:gd name="connsiteY395" fmla="*/ 403667 h 476190"/>
                <a:gd name="connsiteX396" fmla="*/ 420503 w 646204"/>
                <a:gd name="connsiteY396" fmla="*/ 409989 h 476190"/>
                <a:gd name="connsiteX397" fmla="*/ 431216 w 646204"/>
                <a:gd name="connsiteY397" fmla="*/ 320521 h 476190"/>
                <a:gd name="connsiteX398" fmla="*/ 429175 w 646204"/>
                <a:gd name="connsiteY398" fmla="*/ 326052 h 476190"/>
                <a:gd name="connsiteX399" fmla="*/ 426439 w 646204"/>
                <a:gd name="connsiteY399" fmla="*/ 327632 h 476190"/>
                <a:gd name="connsiteX400" fmla="*/ 423702 w 646204"/>
                <a:gd name="connsiteY400" fmla="*/ 324428 h 476190"/>
                <a:gd name="connsiteX401" fmla="*/ 426578 w 646204"/>
                <a:gd name="connsiteY401" fmla="*/ 317843 h 476190"/>
                <a:gd name="connsiteX402" fmla="*/ 429175 w 646204"/>
                <a:gd name="connsiteY402" fmla="*/ 313453 h 476190"/>
                <a:gd name="connsiteX403" fmla="*/ 432932 w 646204"/>
                <a:gd name="connsiteY403" fmla="*/ 316175 h 476190"/>
                <a:gd name="connsiteX404" fmla="*/ 431216 w 646204"/>
                <a:gd name="connsiteY404" fmla="*/ 320521 h 476190"/>
                <a:gd name="connsiteX405" fmla="*/ 432978 w 646204"/>
                <a:gd name="connsiteY405" fmla="*/ 307921 h 476190"/>
                <a:gd name="connsiteX406" fmla="*/ 429639 w 646204"/>
                <a:gd name="connsiteY406" fmla="*/ 304497 h 476190"/>
                <a:gd name="connsiteX407" fmla="*/ 434694 w 646204"/>
                <a:gd name="connsiteY407" fmla="*/ 301073 h 476190"/>
                <a:gd name="connsiteX408" fmla="*/ 432978 w 646204"/>
                <a:gd name="connsiteY408" fmla="*/ 307921 h 476190"/>
                <a:gd name="connsiteX409" fmla="*/ 452967 w 646204"/>
                <a:gd name="connsiteY409" fmla="*/ 248656 h 476190"/>
                <a:gd name="connsiteX410" fmla="*/ 451204 w 646204"/>
                <a:gd name="connsiteY410" fmla="*/ 244530 h 476190"/>
                <a:gd name="connsiteX411" fmla="*/ 455564 w 646204"/>
                <a:gd name="connsiteY411" fmla="*/ 244530 h 476190"/>
                <a:gd name="connsiteX412" fmla="*/ 452967 w 646204"/>
                <a:gd name="connsiteY412" fmla="*/ 248656 h 476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</a:cxnLst>
              <a:rect l="l" t="t" r="r" b="b"/>
              <a:pathLst>
                <a:path w="646204" h="476190">
                  <a:moveTo>
                    <a:pt x="642000" y="273899"/>
                  </a:moveTo>
                  <a:lnTo>
                    <a:pt x="642835" y="270036"/>
                  </a:lnTo>
                  <a:lnTo>
                    <a:pt x="644551" y="262924"/>
                  </a:lnTo>
                  <a:lnTo>
                    <a:pt x="639635" y="268982"/>
                  </a:lnTo>
                  <a:lnTo>
                    <a:pt x="635878" y="264329"/>
                  </a:lnTo>
                  <a:lnTo>
                    <a:pt x="639357" y="259105"/>
                  </a:lnTo>
                  <a:lnTo>
                    <a:pt x="642557" y="260465"/>
                  </a:lnTo>
                  <a:lnTo>
                    <a:pt x="642835" y="256075"/>
                  </a:lnTo>
                  <a:lnTo>
                    <a:pt x="640516" y="251949"/>
                  </a:lnTo>
                  <a:lnTo>
                    <a:pt x="639357" y="246461"/>
                  </a:lnTo>
                  <a:lnTo>
                    <a:pt x="637919" y="243740"/>
                  </a:lnTo>
                  <a:lnTo>
                    <a:pt x="637363" y="237681"/>
                  </a:lnTo>
                  <a:lnTo>
                    <a:pt x="635600" y="235223"/>
                  </a:lnTo>
                  <a:lnTo>
                    <a:pt x="638197" y="235223"/>
                  </a:lnTo>
                  <a:lnTo>
                    <a:pt x="640516" y="229999"/>
                  </a:lnTo>
                  <a:lnTo>
                    <a:pt x="642233" y="225609"/>
                  </a:lnTo>
                  <a:cubicBezTo>
                    <a:pt x="642233" y="225609"/>
                    <a:pt x="642233" y="219287"/>
                    <a:pt x="639635" y="218190"/>
                  </a:cubicBezTo>
                  <a:lnTo>
                    <a:pt x="638197" y="219858"/>
                  </a:lnTo>
                  <a:lnTo>
                    <a:pt x="638754" y="224248"/>
                  </a:lnTo>
                  <a:cubicBezTo>
                    <a:pt x="638754" y="224248"/>
                    <a:pt x="636435" y="229472"/>
                    <a:pt x="636435" y="231096"/>
                  </a:cubicBezTo>
                  <a:lnTo>
                    <a:pt x="633838" y="231623"/>
                  </a:lnTo>
                  <a:lnTo>
                    <a:pt x="631519" y="228067"/>
                  </a:lnTo>
                  <a:lnTo>
                    <a:pt x="628644" y="224204"/>
                  </a:lnTo>
                  <a:lnTo>
                    <a:pt x="622244" y="216521"/>
                  </a:lnTo>
                  <a:cubicBezTo>
                    <a:pt x="622244" y="216521"/>
                    <a:pt x="619044" y="205546"/>
                    <a:pt x="612690" y="208839"/>
                  </a:cubicBezTo>
                  <a:lnTo>
                    <a:pt x="608933" y="205283"/>
                  </a:lnTo>
                  <a:lnTo>
                    <a:pt x="607171" y="199225"/>
                  </a:lnTo>
                  <a:lnTo>
                    <a:pt x="603693" y="200059"/>
                  </a:lnTo>
                  <a:lnTo>
                    <a:pt x="601652" y="199225"/>
                  </a:lnTo>
                  <a:cubicBezTo>
                    <a:pt x="601652" y="199225"/>
                    <a:pt x="602533" y="185791"/>
                    <a:pt x="600215" y="183596"/>
                  </a:cubicBezTo>
                  <a:cubicBezTo>
                    <a:pt x="597896" y="181401"/>
                    <a:pt x="595577" y="182235"/>
                    <a:pt x="595577" y="182235"/>
                  </a:cubicBezTo>
                  <a:lnTo>
                    <a:pt x="589501" y="177582"/>
                  </a:lnTo>
                  <a:lnTo>
                    <a:pt x="586023" y="179250"/>
                  </a:lnTo>
                  <a:lnTo>
                    <a:pt x="588620" y="183640"/>
                  </a:lnTo>
                  <a:cubicBezTo>
                    <a:pt x="588620" y="183640"/>
                    <a:pt x="584863" y="184167"/>
                    <a:pt x="583102" y="181972"/>
                  </a:cubicBezTo>
                  <a:cubicBezTo>
                    <a:pt x="581339" y="179777"/>
                    <a:pt x="581061" y="172929"/>
                    <a:pt x="581061" y="172929"/>
                  </a:cubicBezTo>
                  <a:cubicBezTo>
                    <a:pt x="581061" y="172929"/>
                    <a:pt x="580504" y="160285"/>
                    <a:pt x="570023" y="156730"/>
                  </a:cubicBezTo>
                  <a:cubicBezTo>
                    <a:pt x="570023" y="156730"/>
                    <a:pt x="566545" y="150671"/>
                    <a:pt x="571182" y="151505"/>
                  </a:cubicBezTo>
                  <a:lnTo>
                    <a:pt x="569420" y="147379"/>
                  </a:lnTo>
                  <a:cubicBezTo>
                    <a:pt x="569420" y="147379"/>
                    <a:pt x="550869" y="141057"/>
                    <a:pt x="549710" y="138072"/>
                  </a:cubicBezTo>
                  <a:cubicBezTo>
                    <a:pt x="548550" y="135087"/>
                    <a:pt x="535240" y="130653"/>
                    <a:pt x="535240" y="130653"/>
                  </a:cubicBezTo>
                  <a:lnTo>
                    <a:pt x="531159" y="125429"/>
                  </a:lnTo>
                  <a:cubicBezTo>
                    <a:pt x="531159" y="125429"/>
                    <a:pt x="531437" y="111425"/>
                    <a:pt x="527077" y="114717"/>
                  </a:cubicBezTo>
                  <a:cubicBezTo>
                    <a:pt x="527077" y="114717"/>
                    <a:pt x="529953" y="96323"/>
                    <a:pt x="517245" y="88114"/>
                  </a:cubicBezTo>
                  <a:cubicBezTo>
                    <a:pt x="517245" y="88114"/>
                    <a:pt x="518405" y="77402"/>
                    <a:pt x="513767" y="72222"/>
                  </a:cubicBezTo>
                  <a:cubicBezTo>
                    <a:pt x="513767" y="72222"/>
                    <a:pt x="515530" y="64539"/>
                    <a:pt x="512005" y="62915"/>
                  </a:cubicBezTo>
                  <a:cubicBezTo>
                    <a:pt x="508480" y="61291"/>
                    <a:pt x="503889" y="56857"/>
                    <a:pt x="503889" y="56857"/>
                  </a:cubicBezTo>
                  <a:cubicBezTo>
                    <a:pt x="503889" y="56857"/>
                    <a:pt x="503332" y="50008"/>
                    <a:pt x="496051" y="56023"/>
                  </a:cubicBezTo>
                  <a:lnTo>
                    <a:pt x="491135" y="55759"/>
                  </a:lnTo>
                  <a:cubicBezTo>
                    <a:pt x="491135" y="55759"/>
                    <a:pt x="490254" y="46145"/>
                    <a:pt x="486219" y="43423"/>
                  </a:cubicBezTo>
                  <a:cubicBezTo>
                    <a:pt x="486219" y="43423"/>
                    <a:pt x="487379" y="25863"/>
                    <a:pt x="480144" y="23405"/>
                  </a:cubicBezTo>
                  <a:cubicBezTo>
                    <a:pt x="480144" y="23405"/>
                    <a:pt x="481582" y="17347"/>
                    <a:pt x="476665" y="14888"/>
                  </a:cubicBezTo>
                  <a:cubicBezTo>
                    <a:pt x="476665" y="14888"/>
                    <a:pt x="473790" y="-1003"/>
                    <a:pt x="468828" y="50"/>
                  </a:cubicBezTo>
                  <a:cubicBezTo>
                    <a:pt x="463912" y="1148"/>
                    <a:pt x="461593" y="19278"/>
                    <a:pt x="461593" y="19278"/>
                  </a:cubicBezTo>
                  <a:cubicBezTo>
                    <a:pt x="461593" y="19278"/>
                    <a:pt x="452874" y="19805"/>
                    <a:pt x="459274" y="27224"/>
                  </a:cubicBezTo>
                  <a:lnTo>
                    <a:pt x="458393" y="30780"/>
                  </a:lnTo>
                  <a:cubicBezTo>
                    <a:pt x="458393" y="30780"/>
                    <a:pt x="453199" y="33239"/>
                    <a:pt x="457234" y="40394"/>
                  </a:cubicBezTo>
                  <a:cubicBezTo>
                    <a:pt x="457234" y="40394"/>
                    <a:pt x="450880" y="42853"/>
                    <a:pt x="456074" y="52467"/>
                  </a:cubicBezTo>
                  <a:cubicBezTo>
                    <a:pt x="456074" y="52467"/>
                    <a:pt x="448839" y="58788"/>
                    <a:pt x="457234" y="67568"/>
                  </a:cubicBezTo>
                  <a:cubicBezTo>
                    <a:pt x="457234" y="67568"/>
                    <a:pt x="451714" y="76349"/>
                    <a:pt x="452596" y="84602"/>
                  </a:cubicBezTo>
                  <a:lnTo>
                    <a:pt x="449396" y="92548"/>
                  </a:lnTo>
                  <a:cubicBezTo>
                    <a:pt x="449396" y="92548"/>
                    <a:pt x="445036" y="95840"/>
                    <a:pt x="444758" y="101854"/>
                  </a:cubicBezTo>
                  <a:cubicBezTo>
                    <a:pt x="444758" y="101854"/>
                    <a:pt x="433442" y="114761"/>
                    <a:pt x="416931" y="97991"/>
                  </a:cubicBezTo>
                  <a:cubicBezTo>
                    <a:pt x="416931" y="97991"/>
                    <a:pt x="417210" y="90572"/>
                    <a:pt x="403018" y="91143"/>
                  </a:cubicBezTo>
                  <a:cubicBezTo>
                    <a:pt x="403018" y="91143"/>
                    <a:pt x="385627" y="77139"/>
                    <a:pt x="380108" y="78807"/>
                  </a:cubicBezTo>
                  <a:cubicBezTo>
                    <a:pt x="380108" y="78807"/>
                    <a:pt x="366798" y="65110"/>
                    <a:pt x="357800" y="62081"/>
                  </a:cubicBezTo>
                  <a:cubicBezTo>
                    <a:pt x="357800" y="62081"/>
                    <a:pt x="371992" y="42853"/>
                    <a:pt x="365638" y="43423"/>
                  </a:cubicBezTo>
                  <a:cubicBezTo>
                    <a:pt x="365638" y="43423"/>
                    <a:pt x="364479" y="33546"/>
                    <a:pt x="373476" y="37102"/>
                  </a:cubicBezTo>
                  <a:lnTo>
                    <a:pt x="376073" y="34380"/>
                  </a:lnTo>
                  <a:lnTo>
                    <a:pt x="375192" y="30517"/>
                  </a:lnTo>
                  <a:lnTo>
                    <a:pt x="376954" y="27488"/>
                  </a:lnTo>
                  <a:lnTo>
                    <a:pt x="381314" y="23098"/>
                  </a:lnTo>
                  <a:lnTo>
                    <a:pt x="376676" y="21737"/>
                  </a:lnTo>
                  <a:lnTo>
                    <a:pt x="373476" y="17347"/>
                  </a:lnTo>
                  <a:lnTo>
                    <a:pt x="370601" y="20639"/>
                  </a:lnTo>
                  <a:lnTo>
                    <a:pt x="370879" y="25029"/>
                  </a:lnTo>
                  <a:lnTo>
                    <a:pt x="368282" y="26127"/>
                  </a:lnTo>
                  <a:lnTo>
                    <a:pt x="366519" y="22264"/>
                  </a:lnTo>
                  <a:lnTo>
                    <a:pt x="362763" y="21429"/>
                  </a:lnTo>
                  <a:lnTo>
                    <a:pt x="357244" y="20069"/>
                  </a:lnTo>
                  <a:lnTo>
                    <a:pt x="355807" y="22527"/>
                  </a:lnTo>
                  <a:lnTo>
                    <a:pt x="347273" y="17303"/>
                  </a:lnTo>
                  <a:lnTo>
                    <a:pt x="337534" y="18971"/>
                  </a:lnTo>
                  <a:cubicBezTo>
                    <a:pt x="337534" y="18971"/>
                    <a:pt x="336838" y="15415"/>
                    <a:pt x="335725" y="15415"/>
                  </a:cubicBezTo>
                  <a:lnTo>
                    <a:pt x="329974" y="15415"/>
                  </a:lnTo>
                  <a:lnTo>
                    <a:pt x="323157" y="14888"/>
                  </a:lnTo>
                  <a:lnTo>
                    <a:pt x="319539" y="9664"/>
                  </a:lnTo>
                  <a:lnTo>
                    <a:pt x="313464" y="9664"/>
                  </a:lnTo>
                  <a:lnTo>
                    <a:pt x="311423" y="4748"/>
                  </a:lnTo>
                  <a:cubicBezTo>
                    <a:pt x="311423" y="4748"/>
                    <a:pt x="299272" y="8040"/>
                    <a:pt x="303029" y="9664"/>
                  </a:cubicBezTo>
                  <a:cubicBezTo>
                    <a:pt x="306785" y="11333"/>
                    <a:pt x="312305" y="11684"/>
                    <a:pt x="312305" y="11684"/>
                  </a:cubicBezTo>
                  <a:cubicBezTo>
                    <a:pt x="312305" y="11684"/>
                    <a:pt x="309986" y="16820"/>
                    <a:pt x="313464" y="19278"/>
                  </a:cubicBezTo>
                  <a:cubicBezTo>
                    <a:pt x="313464" y="19278"/>
                    <a:pt x="308270" y="19805"/>
                    <a:pt x="306507" y="22571"/>
                  </a:cubicBezTo>
                  <a:cubicBezTo>
                    <a:pt x="306507" y="22571"/>
                    <a:pt x="298113" y="20376"/>
                    <a:pt x="295470" y="22571"/>
                  </a:cubicBezTo>
                  <a:cubicBezTo>
                    <a:pt x="295470" y="22571"/>
                    <a:pt x="290275" y="19278"/>
                    <a:pt x="288235" y="23932"/>
                  </a:cubicBezTo>
                  <a:lnTo>
                    <a:pt x="280721" y="28849"/>
                  </a:lnTo>
                  <a:lnTo>
                    <a:pt x="276965" y="28849"/>
                  </a:lnTo>
                  <a:lnTo>
                    <a:pt x="276965" y="32404"/>
                  </a:lnTo>
                  <a:lnTo>
                    <a:pt x="274924" y="34336"/>
                  </a:lnTo>
                  <a:lnTo>
                    <a:pt x="277243" y="39560"/>
                  </a:lnTo>
                  <a:cubicBezTo>
                    <a:pt x="277243" y="39560"/>
                    <a:pt x="268524" y="39560"/>
                    <a:pt x="268524" y="48604"/>
                  </a:cubicBezTo>
                  <a:cubicBezTo>
                    <a:pt x="268524" y="48604"/>
                    <a:pt x="255770" y="52730"/>
                    <a:pt x="267087" y="58218"/>
                  </a:cubicBezTo>
                  <a:lnTo>
                    <a:pt x="268246" y="62344"/>
                  </a:lnTo>
                  <a:lnTo>
                    <a:pt x="266808" y="67261"/>
                  </a:lnTo>
                  <a:lnTo>
                    <a:pt x="262727" y="64539"/>
                  </a:lnTo>
                  <a:lnTo>
                    <a:pt x="260733" y="63442"/>
                  </a:lnTo>
                  <a:lnTo>
                    <a:pt x="260733" y="67305"/>
                  </a:lnTo>
                  <a:cubicBezTo>
                    <a:pt x="260733" y="67305"/>
                    <a:pt x="254055" y="60193"/>
                    <a:pt x="249139" y="60983"/>
                  </a:cubicBezTo>
                  <a:cubicBezTo>
                    <a:pt x="244223" y="61818"/>
                    <a:pt x="241904" y="72485"/>
                    <a:pt x="241904" y="72485"/>
                  </a:cubicBezTo>
                  <a:lnTo>
                    <a:pt x="241904" y="63442"/>
                  </a:lnTo>
                  <a:lnTo>
                    <a:pt x="243342" y="59579"/>
                  </a:lnTo>
                  <a:cubicBezTo>
                    <a:pt x="243342" y="59579"/>
                    <a:pt x="233510" y="49438"/>
                    <a:pt x="230866" y="47770"/>
                  </a:cubicBezTo>
                  <a:cubicBezTo>
                    <a:pt x="228269" y="46101"/>
                    <a:pt x="226507" y="48033"/>
                    <a:pt x="226507" y="48033"/>
                  </a:cubicBezTo>
                  <a:cubicBezTo>
                    <a:pt x="226507" y="48033"/>
                    <a:pt x="220431" y="40350"/>
                    <a:pt x="221590" y="48867"/>
                  </a:cubicBezTo>
                  <a:lnTo>
                    <a:pt x="219272" y="52730"/>
                  </a:lnTo>
                  <a:lnTo>
                    <a:pt x="216396" y="49438"/>
                  </a:lnTo>
                  <a:lnTo>
                    <a:pt x="213521" y="50272"/>
                  </a:lnTo>
                  <a:lnTo>
                    <a:pt x="211202" y="48340"/>
                  </a:lnTo>
                  <a:lnTo>
                    <a:pt x="209950" y="50008"/>
                  </a:lnTo>
                  <a:lnTo>
                    <a:pt x="212083" y="52467"/>
                  </a:lnTo>
                  <a:cubicBezTo>
                    <a:pt x="212083" y="52467"/>
                    <a:pt x="208327" y="53564"/>
                    <a:pt x="208327" y="58525"/>
                  </a:cubicBezTo>
                  <a:cubicBezTo>
                    <a:pt x="208327" y="58525"/>
                    <a:pt x="198587" y="54969"/>
                    <a:pt x="196779" y="58525"/>
                  </a:cubicBezTo>
                  <a:cubicBezTo>
                    <a:pt x="194970" y="62081"/>
                    <a:pt x="199886" y="65944"/>
                    <a:pt x="199886" y="65944"/>
                  </a:cubicBezTo>
                  <a:lnTo>
                    <a:pt x="196779" y="67305"/>
                  </a:lnTo>
                  <a:cubicBezTo>
                    <a:pt x="196779" y="67305"/>
                    <a:pt x="189173" y="63442"/>
                    <a:pt x="193254" y="70598"/>
                  </a:cubicBezTo>
                  <a:cubicBezTo>
                    <a:pt x="193254" y="70598"/>
                    <a:pt x="186854" y="67305"/>
                    <a:pt x="186854" y="72529"/>
                  </a:cubicBezTo>
                  <a:cubicBezTo>
                    <a:pt x="186854" y="72529"/>
                    <a:pt x="179016" y="74724"/>
                    <a:pt x="185417" y="79641"/>
                  </a:cubicBezTo>
                  <a:lnTo>
                    <a:pt x="182912" y="87324"/>
                  </a:lnTo>
                  <a:cubicBezTo>
                    <a:pt x="182912" y="87324"/>
                    <a:pt x="179341" y="80739"/>
                    <a:pt x="176698" y="84602"/>
                  </a:cubicBezTo>
                  <a:cubicBezTo>
                    <a:pt x="176698" y="84602"/>
                    <a:pt x="174100" y="80739"/>
                    <a:pt x="171781" y="82143"/>
                  </a:cubicBezTo>
                  <a:cubicBezTo>
                    <a:pt x="169462" y="83548"/>
                    <a:pt x="171781" y="87367"/>
                    <a:pt x="171781" y="87367"/>
                  </a:cubicBezTo>
                  <a:lnTo>
                    <a:pt x="169184" y="88728"/>
                  </a:lnTo>
                  <a:cubicBezTo>
                    <a:pt x="169184" y="88728"/>
                    <a:pt x="171503" y="94216"/>
                    <a:pt x="175863" y="93952"/>
                  </a:cubicBezTo>
                  <a:lnTo>
                    <a:pt x="175863" y="98869"/>
                  </a:lnTo>
                  <a:lnTo>
                    <a:pt x="171781" y="97772"/>
                  </a:lnTo>
                  <a:lnTo>
                    <a:pt x="169184" y="102425"/>
                  </a:lnTo>
                  <a:cubicBezTo>
                    <a:pt x="169184" y="102425"/>
                    <a:pt x="160511" y="85699"/>
                    <a:pt x="159352" y="86797"/>
                  </a:cubicBezTo>
                  <a:cubicBezTo>
                    <a:pt x="158193" y="87894"/>
                    <a:pt x="157915" y="91714"/>
                    <a:pt x="157915" y="91714"/>
                  </a:cubicBezTo>
                  <a:cubicBezTo>
                    <a:pt x="157915" y="91714"/>
                    <a:pt x="140245" y="97201"/>
                    <a:pt x="150958" y="113137"/>
                  </a:cubicBezTo>
                  <a:cubicBezTo>
                    <a:pt x="150958" y="113137"/>
                    <a:pt x="141126" y="120819"/>
                    <a:pt x="136164" y="131794"/>
                  </a:cubicBezTo>
                  <a:cubicBezTo>
                    <a:pt x="131248" y="142769"/>
                    <a:pt x="105740" y="143867"/>
                    <a:pt x="105740" y="143867"/>
                  </a:cubicBezTo>
                  <a:cubicBezTo>
                    <a:pt x="105740" y="143867"/>
                    <a:pt x="98505" y="137809"/>
                    <a:pt x="95908" y="146896"/>
                  </a:cubicBezTo>
                  <a:cubicBezTo>
                    <a:pt x="95908" y="146896"/>
                    <a:pt x="84592" y="146062"/>
                    <a:pt x="76198" y="154842"/>
                  </a:cubicBezTo>
                  <a:cubicBezTo>
                    <a:pt x="76198" y="154842"/>
                    <a:pt x="67201" y="153174"/>
                    <a:pt x="62006" y="154842"/>
                  </a:cubicBezTo>
                  <a:cubicBezTo>
                    <a:pt x="56812" y="156510"/>
                    <a:pt x="40580" y="169373"/>
                    <a:pt x="40580" y="169373"/>
                  </a:cubicBezTo>
                  <a:cubicBezTo>
                    <a:pt x="40580" y="169373"/>
                    <a:pt x="26110" y="169109"/>
                    <a:pt x="26110" y="182806"/>
                  </a:cubicBezTo>
                  <a:lnTo>
                    <a:pt x="21751" y="182806"/>
                  </a:lnTo>
                  <a:lnTo>
                    <a:pt x="21751" y="172929"/>
                  </a:lnTo>
                  <a:lnTo>
                    <a:pt x="19154" y="174026"/>
                  </a:lnTo>
                  <a:lnTo>
                    <a:pt x="13635" y="187460"/>
                  </a:lnTo>
                  <a:lnTo>
                    <a:pt x="16232" y="187460"/>
                  </a:lnTo>
                  <a:lnTo>
                    <a:pt x="15954" y="199269"/>
                  </a:lnTo>
                  <a:cubicBezTo>
                    <a:pt x="15954" y="199269"/>
                    <a:pt x="2597" y="208576"/>
                    <a:pt x="11873" y="219287"/>
                  </a:cubicBezTo>
                  <a:cubicBezTo>
                    <a:pt x="11873" y="219287"/>
                    <a:pt x="17067" y="234916"/>
                    <a:pt x="22910" y="238515"/>
                  </a:cubicBezTo>
                  <a:cubicBezTo>
                    <a:pt x="22910" y="238515"/>
                    <a:pt x="23792" y="248130"/>
                    <a:pt x="22029" y="248393"/>
                  </a:cubicBezTo>
                  <a:cubicBezTo>
                    <a:pt x="20267" y="248656"/>
                    <a:pt x="17113" y="242905"/>
                    <a:pt x="17113" y="242905"/>
                  </a:cubicBezTo>
                  <a:lnTo>
                    <a:pt x="15073" y="241237"/>
                  </a:lnTo>
                  <a:lnTo>
                    <a:pt x="13357" y="235486"/>
                  </a:lnTo>
                  <a:lnTo>
                    <a:pt x="10157" y="233555"/>
                  </a:lnTo>
                  <a:lnTo>
                    <a:pt x="8626" y="235486"/>
                  </a:lnTo>
                  <a:lnTo>
                    <a:pt x="11641" y="239876"/>
                  </a:lnTo>
                  <a:lnTo>
                    <a:pt x="13078" y="244003"/>
                  </a:lnTo>
                  <a:lnTo>
                    <a:pt x="15954" y="246198"/>
                  </a:lnTo>
                  <a:lnTo>
                    <a:pt x="15954" y="250325"/>
                  </a:lnTo>
                  <a:lnTo>
                    <a:pt x="8626" y="244003"/>
                  </a:lnTo>
                  <a:lnTo>
                    <a:pt x="5519" y="240710"/>
                  </a:lnTo>
                  <a:lnTo>
                    <a:pt x="3478" y="231667"/>
                  </a:lnTo>
                  <a:lnTo>
                    <a:pt x="0" y="235223"/>
                  </a:lnTo>
                  <a:lnTo>
                    <a:pt x="4035" y="241281"/>
                  </a:lnTo>
                  <a:lnTo>
                    <a:pt x="12429" y="252783"/>
                  </a:lnTo>
                  <a:lnTo>
                    <a:pt x="21426" y="268411"/>
                  </a:lnTo>
                  <a:cubicBezTo>
                    <a:pt x="21426" y="268411"/>
                    <a:pt x="18551" y="276665"/>
                    <a:pt x="27780" y="284303"/>
                  </a:cubicBezTo>
                  <a:cubicBezTo>
                    <a:pt x="27780" y="284303"/>
                    <a:pt x="27223" y="290054"/>
                    <a:pt x="33299" y="295805"/>
                  </a:cubicBezTo>
                  <a:cubicBezTo>
                    <a:pt x="33299" y="295805"/>
                    <a:pt x="32139" y="319423"/>
                    <a:pt x="45450" y="337773"/>
                  </a:cubicBezTo>
                  <a:lnTo>
                    <a:pt x="46887" y="351778"/>
                  </a:lnTo>
                  <a:cubicBezTo>
                    <a:pt x="46887" y="351778"/>
                    <a:pt x="42528" y="358626"/>
                    <a:pt x="46006" y="366308"/>
                  </a:cubicBezTo>
                  <a:cubicBezTo>
                    <a:pt x="46006" y="366308"/>
                    <a:pt x="40487" y="377020"/>
                    <a:pt x="34690" y="371796"/>
                  </a:cubicBezTo>
                  <a:cubicBezTo>
                    <a:pt x="34690" y="371796"/>
                    <a:pt x="34968" y="384132"/>
                    <a:pt x="36128" y="385229"/>
                  </a:cubicBezTo>
                  <a:cubicBezTo>
                    <a:pt x="37287" y="386327"/>
                    <a:pt x="39606" y="383034"/>
                    <a:pt x="44522" y="388258"/>
                  </a:cubicBezTo>
                  <a:cubicBezTo>
                    <a:pt x="49438" y="393483"/>
                    <a:pt x="63073" y="406345"/>
                    <a:pt x="75224" y="395107"/>
                  </a:cubicBezTo>
                  <a:cubicBezTo>
                    <a:pt x="75224" y="395107"/>
                    <a:pt x="72024" y="402219"/>
                    <a:pt x="81577" y="398399"/>
                  </a:cubicBezTo>
                  <a:cubicBezTo>
                    <a:pt x="91131" y="394536"/>
                    <a:pt x="96372" y="387951"/>
                    <a:pt x="96372" y="387951"/>
                  </a:cubicBezTo>
                  <a:cubicBezTo>
                    <a:pt x="96372" y="387951"/>
                    <a:pt x="100128" y="390146"/>
                    <a:pt x="103885" y="386590"/>
                  </a:cubicBezTo>
                  <a:cubicBezTo>
                    <a:pt x="107641" y="383034"/>
                    <a:pt x="111398" y="376713"/>
                    <a:pt x="119560" y="378074"/>
                  </a:cubicBezTo>
                  <a:lnTo>
                    <a:pt x="124755" y="377547"/>
                  </a:lnTo>
                  <a:lnTo>
                    <a:pt x="146181" y="378074"/>
                  </a:lnTo>
                  <a:cubicBezTo>
                    <a:pt x="146181" y="378074"/>
                    <a:pt x="149938" y="381366"/>
                    <a:pt x="152257" y="378908"/>
                  </a:cubicBezTo>
                  <a:lnTo>
                    <a:pt x="161254" y="377810"/>
                  </a:lnTo>
                  <a:cubicBezTo>
                    <a:pt x="161254" y="377810"/>
                    <a:pt x="164732" y="380839"/>
                    <a:pt x="167654" y="378074"/>
                  </a:cubicBezTo>
                  <a:cubicBezTo>
                    <a:pt x="167654" y="378074"/>
                    <a:pt x="175492" y="378337"/>
                    <a:pt x="178691" y="366001"/>
                  </a:cubicBezTo>
                  <a:cubicBezTo>
                    <a:pt x="178691" y="366001"/>
                    <a:pt x="179573" y="359153"/>
                    <a:pt x="187967" y="359416"/>
                  </a:cubicBezTo>
                  <a:cubicBezTo>
                    <a:pt x="196361" y="359679"/>
                    <a:pt x="210878" y="348968"/>
                    <a:pt x="210878" y="348968"/>
                  </a:cubicBezTo>
                  <a:lnTo>
                    <a:pt x="215515" y="348704"/>
                  </a:lnTo>
                  <a:cubicBezTo>
                    <a:pt x="215515" y="348704"/>
                    <a:pt x="238101" y="350065"/>
                    <a:pt x="255492" y="337993"/>
                  </a:cubicBezTo>
                  <a:cubicBezTo>
                    <a:pt x="255492" y="337993"/>
                    <a:pt x="279562" y="334964"/>
                    <a:pt x="284478" y="337729"/>
                  </a:cubicBezTo>
                  <a:cubicBezTo>
                    <a:pt x="284478" y="337729"/>
                    <a:pt x="287075" y="336061"/>
                    <a:pt x="289394" y="335534"/>
                  </a:cubicBezTo>
                  <a:cubicBezTo>
                    <a:pt x="291713" y="335008"/>
                    <a:pt x="307064" y="344051"/>
                    <a:pt x="307064" y="344051"/>
                  </a:cubicBezTo>
                  <a:lnTo>
                    <a:pt x="309383" y="344051"/>
                  </a:lnTo>
                  <a:lnTo>
                    <a:pt x="313418" y="342954"/>
                  </a:lnTo>
                  <a:lnTo>
                    <a:pt x="317174" y="342954"/>
                  </a:lnTo>
                  <a:cubicBezTo>
                    <a:pt x="317174" y="342954"/>
                    <a:pt x="320049" y="348704"/>
                    <a:pt x="329047" y="346246"/>
                  </a:cubicBezTo>
                  <a:cubicBezTo>
                    <a:pt x="329047" y="346246"/>
                    <a:pt x="334241" y="348441"/>
                    <a:pt x="334241" y="351734"/>
                  </a:cubicBezTo>
                  <a:lnTo>
                    <a:pt x="337719" y="351997"/>
                  </a:lnTo>
                  <a:lnTo>
                    <a:pt x="339157" y="356387"/>
                  </a:lnTo>
                  <a:lnTo>
                    <a:pt x="337394" y="358319"/>
                  </a:lnTo>
                  <a:cubicBezTo>
                    <a:pt x="337394" y="358319"/>
                    <a:pt x="337951" y="363543"/>
                    <a:pt x="345232" y="364070"/>
                  </a:cubicBezTo>
                  <a:lnTo>
                    <a:pt x="349267" y="368986"/>
                  </a:lnTo>
                  <a:cubicBezTo>
                    <a:pt x="349267" y="368986"/>
                    <a:pt x="345789" y="373113"/>
                    <a:pt x="356224" y="379435"/>
                  </a:cubicBezTo>
                  <a:lnTo>
                    <a:pt x="357940" y="389049"/>
                  </a:lnTo>
                  <a:lnTo>
                    <a:pt x="353905" y="387688"/>
                  </a:lnTo>
                  <a:lnTo>
                    <a:pt x="354786" y="390717"/>
                  </a:lnTo>
                  <a:lnTo>
                    <a:pt x="365824" y="397039"/>
                  </a:lnTo>
                  <a:lnTo>
                    <a:pt x="365824" y="391288"/>
                  </a:lnTo>
                  <a:cubicBezTo>
                    <a:pt x="365824" y="391288"/>
                    <a:pt x="375981" y="378118"/>
                    <a:pt x="381778" y="375088"/>
                  </a:cubicBezTo>
                  <a:cubicBezTo>
                    <a:pt x="381778" y="375088"/>
                    <a:pt x="388456" y="373728"/>
                    <a:pt x="389012" y="367143"/>
                  </a:cubicBezTo>
                  <a:lnTo>
                    <a:pt x="393650" y="361084"/>
                  </a:lnTo>
                  <a:lnTo>
                    <a:pt x="395088" y="353665"/>
                  </a:lnTo>
                  <a:lnTo>
                    <a:pt x="397685" y="353138"/>
                  </a:lnTo>
                  <a:lnTo>
                    <a:pt x="397685" y="363587"/>
                  </a:lnTo>
                  <a:lnTo>
                    <a:pt x="395922" y="365518"/>
                  </a:lnTo>
                  <a:lnTo>
                    <a:pt x="397685" y="371577"/>
                  </a:lnTo>
                  <a:cubicBezTo>
                    <a:pt x="397685" y="371577"/>
                    <a:pt x="387528" y="378996"/>
                    <a:pt x="390172" y="388610"/>
                  </a:cubicBezTo>
                  <a:lnTo>
                    <a:pt x="389894" y="395722"/>
                  </a:lnTo>
                  <a:cubicBezTo>
                    <a:pt x="389894" y="395722"/>
                    <a:pt x="382937" y="395195"/>
                    <a:pt x="381778" y="398180"/>
                  </a:cubicBezTo>
                  <a:cubicBezTo>
                    <a:pt x="380618" y="401165"/>
                    <a:pt x="382056" y="403404"/>
                    <a:pt x="382056" y="403404"/>
                  </a:cubicBezTo>
                  <a:lnTo>
                    <a:pt x="386137" y="403404"/>
                  </a:lnTo>
                  <a:lnTo>
                    <a:pt x="388456" y="401209"/>
                  </a:lnTo>
                  <a:lnTo>
                    <a:pt x="393975" y="400682"/>
                  </a:lnTo>
                  <a:lnTo>
                    <a:pt x="397731" y="391068"/>
                  </a:lnTo>
                  <a:lnTo>
                    <a:pt x="399494" y="384483"/>
                  </a:lnTo>
                  <a:cubicBezTo>
                    <a:pt x="399494" y="384483"/>
                    <a:pt x="406450" y="384483"/>
                    <a:pt x="407007" y="393570"/>
                  </a:cubicBezTo>
                  <a:cubicBezTo>
                    <a:pt x="407563" y="402658"/>
                    <a:pt x="401812" y="408936"/>
                    <a:pt x="401812" y="408936"/>
                  </a:cubicBezTo>
                  <a:lnTo>
                    <a:pt x="411644" y="408936"/>
                  </a:lnTo>
                  <a:lnTo>
                    <a:pt x="418601" y="412799"/>
                  </a:lnTo>
                  <a:cubicBezTo>
                    <a:pt x="418601" y="412799"/>
                    <a:pt x="428758" y="423774"/>
                    <a:pt x="428155" y="429525"/>
                  </a:cubicBezTo>
                  <a:cubicBezTo>
                    <a:pt x="428155" y="429525"/>
                    <a:pt x="421523" y="435276"/>
                    <a:pt x="428155" y="441861"/>
                  </a:cubicBezTo>
                  <a:cubicBezTo>
                    <a:pt x="434787" y="448446"/>
                    <a:pt x="434509" y="452572"/>
                    <a:pt x="436827" y="453670"/>
                  </a:cubicBezTo>
                  <a:cubicBezTo>
                    <a:pt x="439146" y="454767"/>
                    <a:pt x="446659" y="455601"/>
                    <a:pt x="446659" y="455601"/>
                  </a:cubicBezTo>
                  <a:cubicBezTo>
                    <a:pt x="446659" y="455601"/>
                    <a:pt x="457094" y="468771"/>
                    <a:pt x="457094" y="459728"/>
                  </a:cubicBezTo>
                  <a:cubicBezTo>
                    <a:pt x="457094" y="459728"/>
                    <a:pt x="467529" y="460562"/>
                    <a:pt x="468689" y="461396"/>
                  </a:cubicBezTo>
                  <a:cubicBezTo>
                    <a:pt x="469848" y="462230"/>
                    <a:pt x="486080" y="470176"/>
                    <a:pt x="486080" y="470176"/>
                  </a:cubicBezTo>
                  <a:lnTo>
                    <a:pt x="490996" y="465523"/>
                  </a:lnTo>
                  <a:lnTo>
                    <a:pt x="495912" y="462801"/>
                  </a:lnTo>
                  <a:lnTo>
                    <a:pt x="502869" y="462801"/>
                  </a:lnTo>
                  <a:cubicBezTo>
                    <a:pt x="502869" y="462801"/>
                    <a:pt x="505744" y="460869"/>
                    <a:pt x="504909" y="459772"/>
                  </a:cubicBezTo>
                  <a:cubicBezTo>
                    <a:pt x="504028" y="458674"/>
                    <a:pt x="502869" y="455909"/>
                    <a:pt x="502869" y="455909"/>
                  </a:cubicBezTo>
                  <a:lnTo>
                    <a:pt x="502869" y="453714"/>
                  </a:lnTo>
                  <a:lnTo>
                    <a:pt x="506347" y="452045"/>
                  </a:lnTo>
                  <a:lnTo>
                    <a:pt x="511263" y="455601"/>
                  </a:lnTo>
                  <a:cubicBezTo>
                    <a:pt x="511263" y="455601"/>
                    <a:pt x="508063" y="460518"/>
                    <a:pt x="507784" y="461352"/>
                  </a:cubicBezTo>
                  <a:cubicBezTo>
                    <a:pt x="507506" y="462186"/>
                    <a:pt x="512979" y="467410"/>
                    <a:pt x="512979" y="467410"/>
                  </a:cubicBezTo>
                  <a:lnTo>
                    <a:pt x="520492" y="468771"/>
                  </a:lnTo>
                  <a:lnTo>
                    <a:pt x="527449" y="470132"/>
                  </a:lnTo>
                  <a:lnTo>
                    <a:pt x="529489" y="476190"/>
                  </a:lnTo>
                  <a:lnTo>
                    <a:pt x="533246" y="473732"/>
                  </a:lnTo>
                  <a:lnTo>
                    <a:pt x="533246" y="467674"/>
                  </a:lnTo>
                  <a:lnTo>
                    <a:pt x="544283" y="464645"/>
                  </a:lnTo>
                  <a:lnTo>
                    <a:pt x="546881" y="458586"/>
                  </a:lnTo>
                  <a:cubicBezTo>
                    <a:pt x="546881" y="458586"/>
                    <a:pt x="547762" y="452001"/>
                    <a:pt x="557872" y="451475"/>
                  </a:cubicBezTo>
                  <a:cubicBezTo>
                    <a:pt x="568029" y="450948"/>
                    <a:pt x="583658" y="452309"/>
                    <a:pt x="584818" y="444363"/>
                  </a:cubicBezTo>
                  <a:lnTo>
                    <a:pt x="587693" y="445724"/>
                  </a:lnTo>
                  <a:lnTo>
                    <a:pt x="587693" y="429832"/>
                  </a:lnTo>
                  <a:cubicBezTo>
                    <a:pt x="587693" y="429832"/>
                    <a:pt x="591774" y="419384"/>
                    <a:pt x="592052" y="413369"/>
                  </a:cubicBezTo>
                  <a:cubicBezTo>
                    <a:pt x="592052" y="413369"/>
                    <a:pt x="603368" y="395283"/>
                    <a:pt x="604806" y="384308"/>
                  </a:cubicBezTo>
                  <a:cubicBezTo>
                    <a:pt x="604806" y="384308"/>
                    <a:pt x="604806" y="375264"/>
                    <a:pt x="608284" y="372499"/>
                  </a:cubicBezTo>
                  <a:cubicBezTo>
                    <a:pt x="611762" y="369733"/>
                    <a:pt x="618116" y="364816"/>
                    <a:pt x="616679" y="359592"/>
                  </a:cubicBezTo>
                  <a:cubicBezTo>
                    <a:pt x="616679" y="359592"/>
                    <a:pt x="627716" y="357924"/>
                    <a:pt x="629432" y="345061"/>
                  </a:cubicBezTo>
                  <a:cubicBezTo>
                    <a:pt x="629432" y="345061"/>
                    <a:pt x="640470" y="327238"/>
                    <a:pt x="635508" y="320916"/>
                  </a:cubicBezTo>
                  <a:cubicBezTo>
                    <a:pt x="635508" y="320916"/>
                    <a:pt x="643346" y="308273"/>
                    <a:pt x="641305" y="298132"/>
                  </a:cubicBezTo>
                  <a:cubicBezTo>
                    <a:pt x="641305" y="298132"/>
                    <a:pt x="652110" y="286323"/>
                    <a:pt x="641630" y="273987"/>
                  </a:cubicBezTo>
                  <a:close/>
                  <a:moveTo>
                    <a:pt x="78192" y="306561"/>
                  </a:moveTo>
                  <a:lnTo>
                    <a:pt x="72998" y="314506"/>
                  </a:lnTo>
                  <a:lnTo>
                    <a:pt x="74157" y="306956"/>
                  </a:lnTo>
                  <a:lnTo>
                    <a:pt x="72998" y="303795"/>
                  </a:lnTo>
                  <a:lnTo>
                    <a:pt x="72998" y="300766"/>
                  </a:lnTo>
                  <a:lnTo>
                    <a:pt x="79954" y="299405"/>
                  </a:lnTo>
                  <a:lnTo>
                    <a:pt x="76476" y="304892"/>
                  </a:lnTo>
                  <a:lnTo>
                    <a:pt x="78192" y="306561"/>
                  </a:lnTo>
                  <a:close/>
                  <a:moveTo>
                    <a:pt x="100221" y="283118"/>
                  </a:moveTo>
                  <a:lnTo>
                    <a:pt x="107920" y="278596"/>
                  </a:lnTo>
                  <a:lnTo>
                    <a:pt x="110378" y="281713"/>
                  </a:lnTo>
                  <a:lnTo>
                    <a:pt x="100221" y="287640"/>
                  </a:lnTo>
                  <a:lnTo>
                    <a:pt x="100221" y="283118"/>
                  </a:lnTo>
                  <a:close/>
                  <a:moveTo>
                    <a:pt x="112836" y="299141"/>
                  </a:moveTo>
                  <a:lnTo>
                    <a:pt x="106900" y="294488"/>
                  </a:lnTo>
                  <a:lnTo>
                    <a:pt x="104581" y="302741"/>
                  </a:lnTo>
                  <a:lnTo>
                    <a:pt x="103421" y="296288"/>
                  </a:lnTo>
                  <a:lnTo>
                    <a:pt x="100221" y="296288"/>
                  </a:lnTo>
                  <a:lnTo>
                    <a:pt x="100221" y="293698"/>
                  </a:lnTo>
                  <a:lnTo>
                    <a:pt x="104256" y="291766"/>
                  </a:lnTo>
                  <a:lnTo>
                    <a:pt x="107874" y="292600"/>
                  </a:lnTo>
                  <a:lnTo>
                    <a:pt x="110331" y="289879"/>
                  </a:lnTo>
                  <a:lnTo>
                    <a:pt x="115526" y="289879"/>
                  </a:lnTo>
                  <a:lnTo>
                    <a:pt x="110007" y="293171"/>
                  </a:lnTo>
                  <a:lnTo>
                    <a:pt x="112743" y="299229"/>
                  </a:lnTo>
                  <a:close/>
                  <a:moveTo>
                    <a:pt x="159909" y="194879"/>
                  </a:moveTo>
                  <a:cubicBezTo>
                    <a:pt x="159909" y="194879"/>
                    <a:pt x="164547" y="192420"/>
                    <a:pt x="162784" y="198171"/>
                  </a:cubicBezTo>
                  <a:cubicBezTo>
                    <a:pt x="161022" y="203922"/>
                    <a:pt x="155549" y="203922"/>
                    <a:pt x="154946" y="200366"/>
                  </a:cubicBezTo>
                  <a:cubicBezTo>
                    <a:pt x="154343" y="196810"/>
                    <a:pt x="159863" y="194879"/>
                    <a:pt x="159863" y="194879"/>
                  </a:cubicBezTo>
                  <a:close/>
                  <a:moveTo>
                    <a:pt x="142239" y="346905"/>
                  </a:moveTo>
                  <a:cubicBezTo>
                    <a:pt x="142239" y="346905"/>
                    <a:pt x="137323" y="337291"/>
                    <a:pt x="148917" y="336764"/>
                  </a:cubicBezTo>
                  <a:cubicBezTo>
                    <a:pt x="148917" y="336764"/>
                    <a:pt x="141961" y="341988"/>
                    <a:pt x="142239" y="346905"/>
                  </a:cubicBezTo>
                  <a:close/>
                  <a:moveTo>
                    <a:pt x="154946" y="245935"/>
                  </a:moveTo>
                  <a:lnTo>
                    <a:pt x="147155" y="242071"/>
                  </a:lnTo>
                  <a:lnTo>
                    <a:pt x="152071" y="240403"/>
                  </a:lnTo>
                  <a:lnTo>
                    <a:pt x="156987" y="242071"/>
                  </a:lnTo>
                  <a:lnTo>
                    <a:pt x="163155" y="245935"/>
                  </a:lnTo>
                  <a:lnTo>
                    <a:pt x="154900" y="245935"/>
                  </a:lnTo>
                  <a:close/>
                  <a:moveTo>
                    <a:pt x="250066" y="85567"/>
                  </a:moveTo>
                  <a:lnTo>
                    <a:pt x="251828" y="83241"/>
                  </a:lnTo>
                  <a:cubicBezTo>
                    <a:pt x="251828" y="83241"/>
                    <a:pt x="256466" y="80782"/>
                    <a:pt x="257626" y="83241"/>
                  </a:cubicBezTo>
                  <a:cubicBezTo>
                    <a:pt x="258785" y="85699"/>
                    <a:pt x="250113" y="88992"/>
                    <a:pt x="250113" y="88992"/>
                  </a:cubicBezTo>
                  <a:lnTo>
                    <a:pt x="250113" y="85567"/>
                  </a:lnTo>
                  <a:close/>
                  <a:moveTo>
                    <a:pt x="259620" y="181709"/>
                  </a:moveTo>
                  <a:cubicBezTo>
                    <a:pt x="257023" y="184167"/>
                    <a:pt x="257301" y="188557"/>
                    <a:pt x="250066" y="186099"/>
                  </a:cubicBezTo>
                  <a:cubicBezTo>
                    <a:pt x="242831" y="183640"/>
                    <a:pt x="251828" y="181270"/>
                    <a:pt x="251828" y="181270"/>
                  </a:cubicBezTo>
                  <a:lnTo>
                    <a:pt x="257718" y="175694"/>
                  </a:lnTo>
                  <a:cubicBezTo>
                    <a:pt x="257718" y="175694"/>
                    <a:pt x="262263" y="179250"/>
                    <a:pt x="259620" y="181753"/>
                  </a:cubicBezTo>
                  <a:close/>
                  <a:moveTo>
                    <a:pt x="290368" y="224819"/>
                  </a:moveTo>
                  <a:lnTo>
                    <a:pt x="281371" y="218234"/>
                  </a:lnTo>
                  <a:lnTo>
                    <a:pt x="283968" y="218234"/>
                  </a:lnTo>
                  <a:lnTo>
                    <a:pt x="291806" y="221526"/>
                  </a:lnTo>
                  <a:lnTo>
                    <a:pt x="290368" y="224819"/>
                  </a:lnTo>
                  <a:close/>
                  <a:moveTo>
                    <a:pt x="325151" y="108615"/>
                  </a:moveTo>
                  <a:lnTo>
                    <a:pt x="329788" y="106025"/>
                  </a:lnTo>
                  <a:lnTo>
                    <a:pt x="331505" y="108483"/>
                  </a:lnTo>
                  <a:lnTo>
                    <a:pt x="327748" y="111205"/>
                  </a:lnTo>
                  <a:lnTo>
                    <a:pt x="325151" y="108615"/>
                  </a:lnTo>
                  <a:close/>
                  <a:moveTo>
                    <a:pt x="337302" y="252520"/>
                  </a:moveTo>
                  <a:lnTo>
                    <a:pt x="326867" y="241808"/>
                  </a:lnTo>
                  <a:lnTo>
                    <a:pt x="328583" y="241808"/>
                  </a:lnTo>
                  <a:lnTo>
                    <a:pt x="339018" y="250588"/>
                  </a:lnTo>
                  <a:lnTo>
                    <a:pt x="337302" y="252520"/>
                  </a:lnTo>
                  <a:close/>
                  <a:moveTo>
                    <a:pt x="353858" y="326052"/>
                  </a:moveTo>
                  <a:lnTo>
                    <a:pt x="355760" y="324121"/>
                  </a:lnTo>
                  <a:lnTo>
                    <a:pt x="357661" y="326052"/>
                  </a:lnTo>
                  <a:lnTo>
                    <a:pt x="353905" y="330179"/>
                  </a:lnTo>
                  <a:lnTo>
                    <a:pt x="353905" y="326052"/>
                  </a:lnTo>
                  <a:close/>
                  <a:moveTo>
                    <a:pt x="357615" y="336764"/>
                  </a:moveTo>
                  <a:lnTo>
                    <a:pt x="354739" y="334964"/>
                  </a:lnTo>
                  <a:lnTo>
                    <a:pt x="350102" y="336764"/>
                  </a:lnTo>
                  <a:lnTo>
                    <a:pt x="350102" y="333208"/>
                  </a:lnTo>
                  <a:lnTo>
                    <a:pt x="357615" y="333208"/>
                  </a:lnTo>
                  <a:lnTo>
                    <a:pt x="357615" y="336764"/>
                  </a:lnTo>
                  <a:close/>
                  <a:moveTo>
                    <a:pt x="371528" y="346905"/>
                  </a:moveTo>
                  <a:lnTo>
                    <a:pt x="366334" y="349363"/>
                  </a:lnTo>
                  <a:lnTo>
                    <a:pt x="367772" y="341812"/>
                  </a:lnTo>
                  <a:lnTo>
                    <a:pt x="357615" y="330442"/>
                  </a:lnTo>
                  <a:lnTo>
                    <a:pt x="359331" y="327632"/>
                  </a:lnTo>
                  <a:lnTo>
                    <a:pt x="362531" y="331276"/>
                  </a:lnTo>
                  <a:lnTo>
                    <a:pt x="368328" y="331276"/>
                  </a:lnTo>
                  <a:lnTo>
                    <a:pt x="370368" y="336764"/>
                  </a:lnTo>
                  <a:lnTo>
                    <a:pt x="373244" y="341856"/>
                  </a:lnTo>
                  <a:lnTo>
                    <a:pt x="371528" y="346949"/>
                  </a:lnTo>
                  <a:close/>
                  <a:moveTo>
                    <a:pt x="380479" y="338476"/>
                  </a:moveTo>
                  <a:lnTo>
                    <a:pt x="377882" y="336720"/>
                  </a:lnTo>
                  <a:lnTo>
                    <a:pt x="376444" y="333427"/>
                  </a:lnTo>
                  <a:lnTo>
                    <a:pt x="377882" y="331232"/>
                  </a:lnTo>
                  <a:lnTo>
                    <a:pt x="380479" y="333691"/>
                  </a:lnTo>
                  <a:lnTo>
                    <a:pt x="380479" y="338476"/>
                  </a:lnTo>
                  <a:close/>
                  <a:moveTo>
                    <a:pt x="381963" y="289835"/>
                  </a:moveTo>
                  <a:cubicBezTo>
                    <a:pt x="379922" y="286805"/>
                    <a:pt x="383401" y="281318"/>
                    <a:pt x="383401" y="281318"/>
                  </a:cubicBezTo>
                  <a:lnTo>
                    <a:pt x="383401" y="278025"/>
                  </a:lnTo>
                  <a:lnTo>
                    <a:pt x="380525" y="274162"/>
                  </a:lnTo>
                  <a:cubicBezTo>
                    <a:pt x="387482" y="267314"/>
                    <a:pt x="394160" y="280484"/>
                    <a:pt x="394160" y="280484"/>
                  </a:cubicBezTo>
                  <a:lnTo>
                    <a:pt x="391841" y="284874"/>
                  </a:lnTo>
                  <a:lnTo>
                    <a:pt x="395876" y="287332"/>
                  </a:lnTo>
                  <a:lnTo>
                    <a:pt x="395876" y="291152"/>
                  </a:lnTo>
                  <a:lnTo>
                    <a:pt x="391517" y="291152"/>
                  </a:lnTo>
                  <a:lnTo>
                    <a:pt x="386323" y="289791"/>
                  </a:lnTo>
                  <a:cubicBezTo>
                    <a:pt x="386323" y="289791"/>
                    <a:pt x="384004" y="292820"/>
                    <a:pt x="381963" y="289791"/>
                  </a:cubicBezTo>
                  <a:close/>
                  <a:moveTo>
                    <a:pt x="388178" y="296288"/>
                  </a:moveTo>
                  <a:cubicBezTo>
                    <a:pt x="393557" y="296288"/>
                    <a:pt x="391517" y="292864"/>
                    <a:pt x="395876" y="294795"/>
                  </a:cubicBezTo>
                  <a:lnTo>
                    <a:pt x="393557" y="296288"/>
                  </a:lnTo>
                  <a:cubicBezTo>
                    <a:pt x="393557" y="296288"/>
                    <a:pt x="391238" y="301073"/>
                    <a:pt x="388178" y="301073"/>
                  </a:cubicBezTo>
                  <a:cubicBezTo>
                    <a:pt x="385117" y="301073"/>
                    <a:pt x="382798" y="296288"/>
                    <a:pt x="388178" y="296288"/>
                  </a:cubicBezTo>
                  <a:close/>
                  <a:moveTo>
                    <a:pt x="394068" y="341812"/>
                  </a:moveTo>
                  <a:lnTo>
                    <a:pt x="395876" y="332330"/>
                  </a:lnTo>
                  <a:lnTo>
                    <a:pt x="392676" y="328774"/>
                  </a:lnTo>
                  <a:cubicBezTo>
                    <a:pt x="392676" y="328774"/>
                    <a:pt x="394439" y="329037"/>
                    <a:pt x="393233" y="325481"/>
                  </a:cubicBezTo>
                  <a:cubicBezTo>
                    <a:pt x="392027" y="321926"/>
                    <a:pt x="388178" y="313409"/>
                    <a:pt x="388178" y="313409"/>
                  </a:cubicBezTo>
                  <a:cubicBezTo>
                    <a:pt x="388178" y="313409"/>
                    <a:pt x="399911" y="319994"/>
                    <a:pt x="399911" y="327676"/>
                  </a:cubicBezTo>
                  <a:cubicBezTo>
                    <a:pt x="399911" y="327676"/>
                    <a:pt x="404966" y="328774"/>
                    <a:pt x="394021" y="341812"/>
                  </a:cubicBezTo>
                  <a:close/>
                  <a:moveTo>
                    <a:pt x="426300" y="223150"/>
                  </a:moveTo>
                  <a:lnTo>
                    <a:pt x="432978" y="223150"/>
                  </a:lnTo>
                  <a:lnTo>
                    <a:pt x="432978" y="224819"/>
                  </a:lnTo>
                  <a:lnTo>
                    <a:pt x="426300" y="227848"/>
                  </a:lnTo>
                  <a:lnTo>
                    <a:pt x="426300" y="223194"/>
                  </a:lnTo>
                  <a:close/>
                  <a:moveTo>
                    <a:pt x="426300" y="295322"/>
                  </a:moveTo>
                  <a:lnTo>
                    <a:pt x="428340" y="297649"/>
                  </a:lnTo>
                  <a:lnTo>
                    <a:pt x="426300" y="300019"/>
                  </a:lnTo>
                  <a:lnTo>
                    <a:pt x="423702" y="295366"/>
                  </a:lnTo>
                  <a:lnTo>
                    <a:pt x="426300" y="295366"/>
                  </a:lnTo>
                  <a:close/>
                  <a:moveTo>
                    <a:pt x="420503" y="409989"/>
                  </a:moveTo>
                  <a:lnTo>
                    <a:pt x="415586" y="406828"/>
                  </a:lnTo>
                  <a:lnTo>
                    <a:pt x="420503" y="403667"/>
                  </a:lnTo>
                  <a:lnTo>
                    <a:pt x="420503" y="409989"/>
                  </a:lnTo>
                  <a:close/>
                  <a:moveTo>
                    <a:pt x="431216" y="320521"/>
                  </a:moveTo>
                  <a:lnTo>
                    <a:pt x="429175" y="326052"/>
                  </a:lnTo>
                  <a:lnTo>
                    <a:pt x="426439" y="327632"/>
                  </a:lnTo>
                  <a:lnTo>
                    <a:pt x="423702" y="324428"/>
                  </a:lnTo>
                  <a:lnTo>
                    <a:pt x="426578" y="317843"/>
                  </a:lnTo>
                  <a:lnTo>
                    <a:pt x="429175" y="313453"/>
                  </a:lnTo>
                  <a:lnTo>
                    <a:pt x="432932" y="316175"/>
                  </a:lnTo>
                  <a:lnTo>
                    <a:pt x="431216" y="320521"/>
                  </a:lnTo>
                  <a:close/>
                  <a:moveTo>
                    <a:pt x="432978" y="307921"/>
                  </a:moveTo>
                  <a:lnTo>
                    <a:pt x="429639" y="304497"/>
                  </a:lnTo>
                  <a:lnTo>
                    <a:pt x="434694" y="301073"/>
                  </a:lnTo>
                  <a:lnTo>
                    <a:pt x="432978" y="307921"/>
                  </a:lnTo>
                  <a:close/>
                  <a:moveTo>
                    <a:pt x="452967" y="248656"/>
                  </a:moveTo>
                  <a:lnTo>
                    <a:pt x="451204" y="244530"/>
                  </a:lnTo>
                  <a:lnTo>
                    <a:pt x="455564" y="244530"/>
                  </a:lnTo>
                  <a:lnTo>
                    <a:pt x="452967" y="2486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0" name="Freeform: Shape 2049">
              <a:extLst>
                <a:ext uri="{FF2B5EF4-FFF2-40B4-BE49-F238E27FC236}">
                  <a16:creationId xmlns:a16="http://schemas.microsoft.com/office/drawing/2014/main" id="{13A9F4F0-A456-FE92-9E2F-24506C73D4EF}"/>
                </a:ext>
              </a:extLst>
            </p:cNvPr>
            <p:cNvSpPr>
              <a:spLocks/>
            </p:cNvSpPr>
            <p:nvPr/>
          </p:nvSpPr>
          <p:spPr>
            <a:xfrm>
              <a:off x="8914815" y="4929683"/>
              <a:ext cx="34316" cy="14209"/>
            </a:xfrm>
            <a:custGeom>
              <a:avLst/>
              <a:gdLst>
                <a:gd name="connsiteX0" fmla="*/ 4022 w 22990"/>
                <a:gd name="connsiteY0" fmla="*/ 2162 h 9520"/>
                <a:gd name="connsiteX1" fmla="*/ 4996 w 22990"/>
                <a:gd name="connsiteY1" fmla="*/ 9493 h 9520"/>
                <a:gd name="connsiteX2" fmla="*/ 17565 w 22990"/>
                <a:gd name="connsiteY2" fmla="*/ 6771 h 9520"/>
                <a:gd name="connsiteX3" fmla="*/ 22990 w 22990"/>
                <a:gd name="connsiteY3" fmla="*/ 6771 h 9520"/>
                <a:gd name="connsiteX4" fmla="*/ 22990 w 22990"/>
                <a:gd name="connsiteY4" fmla="*/ 3654 h 9520"/>
                <a:gd name="connsiteX5" fmla="*/ 16822 w 22990"/>
                <a:gd name="connsiteY5" fmla="*/ 2206 h 9520"/>
                <a:gd name="connsiteX6" fmla="*/ 4069 w 22990"/>
                <a:gd name="connsiteY6" fmla="*/ 2206 h 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0" h="9520">
                  <a:moveTo>
                    <a:pt x="4022" y="2162"/>
                  </a:moveTo>
                  <a:cubicBezTo>
                    <a:pt x="-615" y="2908"/>
                    <a:pt x="-2378" y="9098"/>
                    <a:pt x="4996" y="9493"/>
                  </a:cubicBezTo>
                  <a:cubicBezTo>
                    <a:pt x="12324" y="9844"/>
                    <a:pt x="17565" y="6771"/>
                    <a:pt x="17565" y="6771"/>
                  </a:cubicBezTo>
                  <a:lnTo>
                    <a:pt x="22990" y="6771"/>
                  </a:lnTo>
                  <a:lnTo>
                    <a:pt x="22990" y="3654"/>
                  </a:lnTo>
                  <a:lnTo>
                    <a:pt x="16822" y="2206"/>
                  </a:lnTo>
                  <a:cubicBezTo>
                    <a:pt x="13715" y="-2360"/>
                    <a:pt x="8706" y="1459"/>
                    <a:pt x="4069" y="220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1" name="Freeform: Shape 2050">
              <a:extLst>
                <a:ext uri="{FF2B5EF4-FFF2-40B4-BE49-F238E27FC236}">
                  <a16:creationId xmlns:a16="http://schemas.microsoft.com/office/drawing/2014/main" id="{6895BE91-4ACF-B39B-024E-15A150A4135D}"/>
                </a:ext>
              </a:extLst>
            </p:cNvPr>
            <p:cNvSpPr>
              <a:spLocks/>
            </p:cNvSpPr>
            <p:nvPr/>
          </p:nvSpPr>
          <p:spPr>
            <a:xfrm>
              <a:off x="8250788" y="3616937"/>
              <a:ext cx="58710" cy="47899"/>
            </a:xfrm>
            <a:custGeom>
              <a:avLst/>
              <a:gdLst>
                <a:gd name="connsiteX0" fmla="*/ 39333 w 39333"/>
                <a:gd name="connsiteY0" fmla="*/ 3293 h 32090"/>
                <a:gd name="connsiteX1" fmla="*/ 33258 w 39333"/>
                <a:gd name="connsiteY1" fmla="*/ 0 h 32090"/>
                <a:gd name="connsiteX2" fmla="*/ 33258 w 39333"/>
                <a:gd name="connsiteY2" fmla="*/ 3336 h 32090"/>
                <a:gd name="connsiteX3" fmla="*/ 25142 w 39333"/>
                <a:gd name="connsiteY3" fmla="*/ 4127 h 32090"/>
                <a:gd name="connsiteX4" fmla="*/ 9791 w 39333"/>
                <a:gd name="connsiteY4" fmla="*/ 9043 h 32090"/>
                <a:gd name="connsiteX5" fmla="*/ 9791 w 39333"/>
                <a:gd name="connsiteY5" fmla="*/ 29633 h 32090"/>
                <a:gd name="connsiteX6" fmla="*/ 18185 w 39333"/>
                <a:gd name="connsiteY6" fmla="*/ 32091 h 32090"/>
                <a:gd name="connsiteX7" fmla="*/ 21663 w 39333"/>
                <a:gd name="connsiteY7" fmla="*/ 28228 h 32090"/>
                <a:gd name="connsiteX8" fmla="*/ 32979 w 39333"/>
                <a:gd name="connsiteY8" fmla="*/ 14531 h 32090"/>
                <a:gd name="connsiteX9" fmla="*/ 39333 w 39333"/>
                <a:gd name="connsiteY9" fmla="*/ 9043 h 32090"/>
                <a:gd name="connsiteX10" fmla="*/ 39333 w 39333"/>
                <a:gd name="connsiteY10" fmla="*/ 3293 h 3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333" h="32090">
                  <a:moveTo>
                    <a:pt x="39333" y="3293"/>
                  </a:moveTo>
                  <a:lnTo>
                    <a:pt x="33258" y="0"/>
                  </a:lnTo>
                  <a:lnTo>
                    <a:pt x="33258" y="3336"/>
                  </a:lnTo>
                  <a:cubicBezTo>
                    <a:pt x="27739" y="351"/>
                    <a:pt x="25142" y="4127"/>
                    <a:pt x="25142" y="4127"/>
                  </a:cubicBezTo>
                  <a:cubicBezTo>
                    <a:pt x="13547" y="834"/>
                    <a:pt x="9791" y="9043"/>
                    <a:pt x="9791" y="9043"/>
                  </a:cubicBezTo>
                  <a:cubicBezTo>
                    <a:pt x="-12238" y="21950"/>
                    <a:pt x="9791" y="29633"/>
                    <a:pt x="9791" y="29633"/>
                  </a:cubicBezTo>
                  <a:lnTo>
                    <a:pt x="18185" y="32091"/>
                  </a:lnTo>
                  <a:lnTo>
                    <a:pt x="21663" y="28228"/>
                  </a:lnTo>
                  <a:cubicBezTo>
                    <a:pt x="38777" y="25199"/>
                    <a:pt x="32979" y="14531"/>
                    <a:pt x="32979" y="14531"/>
                  </a:cubicBezTo>
                  <a:lnTo>
                    <a:pt x="39333" y="9043"/>
                  </a:lnTo>
                  <a:lnTo>
                    <a:pt x="39333" y="32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2" name="Freeform: Shape 2051">
              <a:extLst>
                <a:ext uri="{FF2B5EF4-FFF2-40B4-BE49-F238E27FC236}">
                  <a16:creationId xmlns:a16="http://schemas.microsoft.com/office/drawing/2014/main" id="{23D66309-4D32-EE5B-9A3A-26FBBB0B5CDF}"/>
                </a:ext>
              </a:extLst>
            </p:cNvPr>
            <p:cNvSpPr>
              <a:spLocks/>
            </p:cNvSpPr>
            <p:nvPr/>
          </p:nvSpPr>
          <p:spPr>
            <a:xfrm>
              <a:off x="8523677" y="3493682"/>
              <a:ext cx="46241" cy="79091"/>
            </a:xfrm>
            <a:custGeom>
              <a:avLst/>
              <a:gdLst>
                <a:gd name="connsiteX0" fmla="*/ 30980 w 30980"/>
                <a:gd name="connsiteY0" fmla="*/ 5751 h 52987"/>
                <a:gd name="connsiteX1" fmla="*/ 27223 w 30980"/>
                <a:gd name="connsiteY1" fmla="*/ 0 h 52987"/>
                <a:gd name="connsiteX2" fmla="*/ 17067 w 30980"/>
                <a:gd name="connsiteY2" fmla="*/ 3863 h 52987"/>
                <a:gd name="connsiteX3" fmla="*/ 8394 w 30980"/>
                <a:gd name="connsiteY3" fmla="*/ 14838 h 52987"/>
                <a:gd name="connsiteX4" fmla="*/ 2875 w 30980"/>
                <a:gd name="connsiteY4" fmla="*/ 23618 h 52987"/>
                <a:gd name="connsiteX5" fmla="*/ 0 w 30980"/>
                <a:gd name="connsiteY5" fmla="*/ 34067 h 52987"/>
                <a:gd name="connsiteX6" fmla="*/ 6678 w 30980"/>
                <a:gd name="connsiteY6" fmla="*/ 44207 h 52987"/>
                <a:gd name="connsiteX7" fmla="*/ 11594 w 30980"/>
                <a:gd name="connsiteY7" fmla="*/ 52987 h 52987"/>
                <a:gd name="connsiteX8" fmla="*/ 15490 w 30980"/>
                <a:gd name="connsiteY8" fmla="*/ 42012 h 52987"/>
                <a:gd name="connsiteX9" fmla="*/ 23189 w 30980"/>
                <a:gd name="connsiteY9" fmla="*/ 24452 h 52987"/>
                <a:gd name="connsiteX10" fmla="*/ 25786 w 30980"/>
                <a:gd name="connsiteY10" fmla="*/ 17604 h 52987"/>
                <a:gd name="connsiteX11" fmla="*/ 30980 w 30980"/>
                <a:gd name="connsiteY11" fmla="*/ 5795 h 5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980" h="52987">
                  <a:moveTo>
                    <a:pt x="30980" y="5751"/>
                  </a:moveTo>
                  <a:lnTo>
                    <a:pt x="27223" y="0"/>
                  </a:lnTo>
                  <a:lnTo>
                    <a:pt x="17067" y="3863"/>
                  </a:lnTo>
                  <a:lnTo>
                    <a:pt x="8394" y="14838"/>
                  </a:lnTo>
                  <a:lnTo>
                    <a:pt x="2875" y="23618"/>
                  </a:lnTo>
                  <a:lnTo>
                    <a:pt x="0" y="34067"/>
                  </a:lnTo>
                  <a:lnTo>
                    <a:pt x="6678" y="44207"/>
                  </a:lnTo>
                  <a:lnTo>
                    <a:pt x="11594" y="52987"/>
                  </a:lnTo>
                  <a:cubicBezTo>
                    <a:pt x="13357" y="51890"/>
                    <a:pt x="15490" y="42012"/>
                    <a:pt x="15490" y="42012"/>
                  </a:cubicBezTo>
                  <a:cubicBezTo>
                    <a:pt x="23467" y="38281"/>
                    <a:pt x="23189" y="24452"/>
                    <a:pt x="23189" y="24452"/>
                  </a:cubicBezTo>
                  <a:lnTo>
                    <a:pt x="25786" y="17604"/>
                  </a:lnTo>
                  <a:lnTo>
                    <a:pt x="30980" y="57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3A16C959-5AAE-8F5D-D8A4-29A7B70EC759}"/>
                </a:ext>
              </a:extLst>
            </p:cNvPr>
            <p:cNvSpPr>
              <a:spLocks/>
            </p:cNvSpPr>
            <p:nvPr/>
          </p:nvSpPr>
          <p:spPr>
            <a:xfrm>
              <a:off x="8702345" y="3453972"/>
              <a:ext cx="17306" cy="19198"/>
            </a:xfrm>
            <a:custGeom>
              <a:avLst/>
              <a:gdLst>
                <a:gd name="connsiteX0" fmla="*/ 4638 w 11594"/>
                <a:gd name="connsiteY0" fmla="*/ 6409 h 12862"/>
                <a:gd name="connsiteX1" fmla="*/ 0 w 11594"/>
                <a:gd name="connsiteY1" fmla="*/ 5444 h 12862"/>
                <a:gd name="connsiteX2" fmla="*/ 0 w 11594"/>
                <a:gd name="connsiteY2" fmla="*/ 12863 h 12862"/>
                <a:gd name="connsiteX3" fmla="*/ 2597 w 11594"/>
                <a:gd name="connsiteY3" fmla="*/ 12863 h 12862"/>
                <a:gd name="connsiteX4" fmla="*/ 4638 w 11594"/>
                <a:gd name="connsiteY4" fmla="*/ 8780 h 12862"/>
                <a:gd name="connsiteX5" fmla="*/ 11594 w 11594"/>
                <a:gd name="connsiteY5" fmla="*/ 2985 h 12862"/>
                <a:gd name="connsiteX6" fmla="*/ 8673 w 11594"/>
                <a:gd name="connsiteY6" fmla="*/ 0 h 12862"/>
                <a:gd name="connsiteX7" fmla="*/ 4638 w 11594"/>
                <a:gd name="connsiteY7" fmla="*/ 6409 h 1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94" h="12862">
                  <a:moveTo>
                    <a:pt x="4638" y="6409"/>
                  </a:moveTo>
                  <a:lnTo>
                    <a:pt x="0" y="5444"/>
                  </a:lnTo>
                  <a:lnTo>
                    <a:pt x="0" y="12863"/>
                  </a:lnTo>
                  <a:lnTo>
                    <a:pt x="2597" y="12863"/>
                  </a:lnTo>
                  <a:lnTo>
                    <a:pt x="4638" y="8780"/>
                  </a:lnTo>
                  <a:lnTo>
                    <a:pt x="11594" y="2985"/>
                  </a:lnTo>
                  <a:lnTo>
                    <a:pt x="8673" y="0"/>
                  </a:lnTo>
                  <a:lnTo>
                    <a:pt x="4638" y="64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4" name="Freeform: Shape 2053">
              <a:extLst>
                <a:ext uri="{FF2B5EF4-FFF2-40B4-BE49-F238E27FC236}">
                  <a16:creationId xmlns:a16="http://schemas.microsoft.com/office/drawing/2014/main" id="{FD65DC98-F8A0-D190-C337-BF398F75C514}"/>
                </a:ext>
              </a:extLst>
            </p:cNvPr>
            <p:cNvSpPr>
              <a:spLocks/>
            </p:cNvSpPr>
            <p:nvPr/>
          </p:nvSpPr>
          <p:spPr>
            <a:xfrm>
              <a:off x="8740835" y="3408103"/>
              <a:ext cx="14259" cy="13890"/>
            </a:xfrm>
            <a:custGeom>
              <a:avLst/>
              <a:gdLst>
                <a:gd name="connsiteX0" fmla="*/ 2040 w 9553"/>
                <a:gd name="connsiteY0" fmla="*/ 9307 h 9306"/>
                <a:gd name="connsiteX1" fmla="*/ 9554 w 9553"/>
                <a:gd name="connsiteY1" fmla="*/ 1624 h 9306"/>
                <a:gd name="connsiteX2" fmla="*/ 7560 w 9553"/>
                <a:gd name="connsiteY2" fmla="*/ 0 h 9306"/>
                <a:gd name="connsiteX3" fmla="*/ 0 w 9553"/>
                <a:gd name="connsiteY3" fmla="*/ 5444 h 9306"/>
                <a:gd name="connsiteX4" fmla="*/ 2040 w 9553"/>
                <a:gd name="connsiteY4" fmla="*/ 9307 h 9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3" h="9306">
                  <a:moveTo>
                    <a:pt x="2040" y="9307"/>
                  </a:moveTo>
                  <a:lnTo>
                    <a:pt x="9554" y="1624"/>
                  </a:lnTo>
                  <a:lnTo>
                    <a:pt x="7560" y="0"/>
                  </a:lnTo>
                  <a:lnTo>
                    <a:pt x="0" y="5444"/>
                  </a:lnTo>
                  <a:lnTo>
                    <a:pt x="2040" y="930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5" name="Freeform: Shape 2054">
              <a:extLst>
                <a:ext uri="{FF2B5EF4-FFF2-40B4-BE49-F238E27FC236}">
                  <a16:creationId xmlns:a16="http://schemas.microsoft.com/office/drawing/2014/main" id="{C6C8FC8E-B391-547A-4DF8-58C124C4C3AB}"/>
                </a:ext>
              </a:extLst>
            </p:cNvPr>
            <p:cNvSpPr>
              <a:spLocks/>
            </p:cNvSpPr>
            <p:nvPr/>
          </p:nvSpPr>
          <p:spPr>
            <a:xfrm>
              <a:off x="8666408" y="3278164"/>
              <a:ext cx="18011" cy="12157"/>
            </a:xfrm>
            <a:custGeom>
              <a:avLst/>
              <a:gdLst>
                <a:gd name="connsiteX0" fmla="*/ 5525 w 12066"/>
                <a:gd name="connsiteY0" fmla="*/ 614 h 8144"/>
                <a:gd name="connsiteX1" fmla="*/ 6 w 12066"/>
                <a:gd name="connsiteY1" fmla="*/ 3907 h 8144"/>
                <a:gd name="connsiteX2" fmla="*/ 8540 w 12066"/>
                <a:gd name="connsiteY2" fmla="*/ 7770 h 8144"/>
                <a:gd name="connsiteX3" fmla="*/ 11601 w 12066"/>
                <a:gd name="connsiteY3" fmla="*/ 2019 h 8144"/>
                <a:gd name="connsiteX4" fmla="*/ 5525 w 12066"/>
                <a:gd name="connsiteY4" fmla="*/ 658 h 8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66" h="8144">
                  <a:moveTo>
                    <a:pt x="5525" y="614"/>
                  </a:moveTo>
                  <a:cubicBezTo>
                    <a:pt x="5525" y="614"/>
                    <a:pt x="331" y="-2107"/>
                    <a:pt x="6" y="3907"/>
                  </a:cubicBezTo>
                  <a:cubicBezTo>
                    <a:pt x="-272" y="9921"/>
                    <a:pt x="8540" y="7770"/>
                    <a:pt x="8540" y="7770"/>
                  </a:cubicBezTo>
                  <a:cubicBezTo>
                    <a:pt x="8540" y="7770"/>
                    <a:pt x="13595" y="5312"/>
                    <a:pt x="11601" y="2019"/>
                  </a:cubicBezTo>
                  <a:cubicBezTo>
                    <a:pt x="9560" y="-1273"/>
                    <a:pt x="5525" y="658"/>
                    <a:pt x="5525" y="65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6" name="Freeform: Shape 2055">
              <a:extLst>
                <a:ext uri="{FF2B5EF4-FFF2-40B4-BE49-F238E27FC236}">
                  <a16:creationId xmlns:a16="http://schemas.microsoft.com/office/drawing/2014/main" id="{402E42B7-644C-E35D-B267-714E8E18292D}"/>
                </a:ext>
              </a:extLst>
            </p:cNvPr>
            <p:cNvSpPr>
              <a:spLocks/>
            </p:cNvSpPr>
            <p:nvPr/>
          </p:nvSpPr>
          <p:spPr>
            <a:xfrm>
              <a:off x="8735643" y="3247563"/>
              <a:ext cx="9553" cy="17167"/>
            </a:xfrm>
            <a:custGeom>
              <a:avLst/>
              <a:gdLst>
                <a:gd name="connsiteX0" fmla="*/ 0 w 6400"/>
                <a:gd name="connsiteY0" fmla="*/ 11502 h 11501"/>
                <a:gd name="connsiteX1" fmla="*/ 3478 w 6400"/>
                <a:gd name="connsiteY1" fmla="*/ 11502 h 11501"/>
                <a:gd name="connsiteX2" fmla="*/ 6400 w 6400"/>
                <a:gd name="connsiteY2" fmla="*/ 1361 h 11501"/>
                <a:gd name="connsiteX3" fmla="*/ 3478 w 6400"/>
                <a:gd name="connsiteY3" fmla="*/ 0 h 11501"/>
                <a:gd name="connsiteX4" fmla="*/ 0 w 6400"/>
                <a:gd name="connsiteY4" fmla="*/ 11502 h 1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" h="11501">
                  <a:moveTo>
                    <a:pt x="0" y="11502"/>
                  </a:moveTo>
                  <a:lnTo>
                    <a:pt x="3478" y="11502"/>
                  </a:lnTo>
                  <a:lnTo>
                    <a:pt x="6400" y="1361"/>
                  </a:lnTo>
                  <a:lnTo>
                    <a:pt x="3478" y="0"/>
                  </a:lnTo>
                  <a:lnTo>
                    <a:pt x="0" y="115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7" name="Freeform: Shape 2056">
              <a:extLst>
                <a:ext uri="{FF2B5EF4-FFF2-40B4-BE49-F238E27FC236}">
                  <a16:creationId xmlns:a16="http://schemas.microsoft.com/office/drawing/2014/main" id="{B52694BD-D203-3317-610E-659FC3A13217}"/>
                </a:ext>
              </a:extLst>
            </p:cNvPr>
            <p:cNvSpPr>
              <a:spLocks/>
            </p:cNvSpPr>
            <p:nvPr/>
          </p:nvSpPr>
          <p:spPr>
            <a:xfrm>
              <a:off x="8751565" y="3269998"/>
              <a:ext cx="53320" cy="75739"/>
            </a:xfrm>
            <a:custGeom>
              <a:avLst/>
              <a:gdLst>
                <a:gd name="connsiteX0" fmla="*/ 2365 w 35722"/>
                <a:gd name="connsiteY0" fmla="*/ 21451 h 50742"/>
                <a:gd name="connsiteX1" fmla="*/ 5565 w 35722"/>
                <a:gd name="connsiteY1" fmla="*/ 23646 h 50742"/>
                <a:gd name="connsiteX2" fmla="*/ 9924 w 35722"/>
                <a:gd name="connsiteY2" fmla="*/ 20354 h 50742"/>
                <a:gd name="connsiteX3" fmla="*/ 7049 w 35722"/>
                <a:gd name="connsiteY3" fmla="*/ 16490 h 50742"/>
                <a:gd name="connsiteX4" fmla="*/ 8487 w 35722"/>
                <a:gd name="connsiteY4" fmla="*/ 13593 h 50742"/>
                <a:gd name="connsiteX5" fmla="*/ 11687 w 35722"/>
                <a:gd name="connsiteY5" fmla="*/ 13593 h 50742"/>
                <a:gd name="connsiteX6" fmla="*/ 13403 w 35722"/>
                <a:gd name="connsiteY6" fmla="*/ 21144 h 50742"/>
                <a:gd name="connsiteX7" fmla="*/ 5565 w 35722"/>
                <a:gd name="connsiteY7" fmla="*/ 28563 h 50742"/>
                <a:gd name="connsiteX8" fmla="*/ 5565 w 35722"/>
                <a:gd name="connsiteY8" fmla="*/ 32119 h 50742"/>
                <a:gd name="connsiteX9" fmla="*/ 15397 w 35722"/>
                <a:gd name="connsiteY9" fmla="*/ 23866 h 50742"/>
                <a:gd name="connsiteX10" fmla="*/ 8719 w 35722"/>
                <a:gd name="connsiteY10" fmla="*/ 32909 h 50742"/>
                <a:gd name="connsiteX11" fmla="*/ 8719 w 35722"/>
                <a:gd name="connsiteY11" fmla="*/ 46606 h 50742"/>
                <a:gd name="connsiteX12" fmla="*/ 13357 w 35722"/>
                <a:gd name="connsiteY12" fmla="*/ 48274 h 50742"/>
                <a:gd name="connsiteX13" fmla="*/ 13357 w 35722"/>
                <a:gd name="connsiteY13" fmla="*/ 44147 h 50742"/>
                <a:gd name="connsiteX14" fmla="*/ 16556 w 35722"/>
                <a:gd name="connsiteY14" fmla="*/ 40021 h 50742"/>
                <a:gd name="connsiteX15" fmla="*/ 16556 w 35722"/>
                <a:gd name="connsiteY15" fmla="*/ 50732 h 50742"/>
                <a:gd name="connsiteX16" fmla="*/ 23235 w 35722"/>
                <a:gd name="connsiteY16" fmla="*/ 45816 h 50742"/>
                <a:gd name="connsiteX17" fmla="*/ 29589 w 35722"/>
                <a:gd name="connsiteY17" fmla="*/ 29090 h 50742"/>
                <a:gd name="connsiteX18" fmla="*/ 35107 w 35722"/>
                <a:gd name="connsiteY18" fmla="*/ 20046 h 50742"/>
                <a:gd name="connsiteX19" fmla="*/ 29589 w 35722"/>
                <a:gd name="connsiteY19" fmla="*/ 10740 h 50742"/>
                <a:gd name="connsiteX20" fmla="*/ 32186 w 35722"/>
                <a:gd name="connsiteY20" fmla="*/ 9510 h 50742"/>
                <a:gd name="connsiteX21" fmla="*/ 30423 w 35722"/>
                <a:gd name="connsiteY21" fmla="*/ 4155 h 50742"/>
                <a:gd name="connsiteX22" fmla="*/ 24626 w 35722"/>
                <a:gd name="connsiteY22" fmla="*/ 5471 h 50742"/>
                <a:gd name="connsiteX23" fmla="*/ 20870 w 35722"/>
                <a:gd name="connsiteY23" fmla="*/ 3364 h 50742"/>
                <a:gd name="connsiteX24" fmla="*/ 8116 w 35722"/>
                <a:gd name="connsiteY24" fmla="*/ 5471 h 50742"/>
                <a:gd name="connsiteX25" fmla="*/ 0 w 35722"/>
                <a:gd name="connsiteY25" fmla="*/ 10740 h 50742"/>
                <a:gd name="connsiteX26" fmla="*/ 2319 w 35722"/>
                <a:gd name="connsiteY26" fmla="*/ 17851 h 50742"/>
                <a:gd name="connsiteX27" fmla="*/ 0 w 35722"/>
                <a:gd name="connsiteY27" fmla="*/ 18685 h 50742"/>
                <a:gd name="connsiteX28" fmla="*/ 2319 w 35722"/>
                <a:gd name="connsiteY28" fmla="*/ 21407 h 5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5722" h="50742">
                  <a:moveTo>
                    <a:pt x="2365" y="21451"/>
                  </a:moveTo>
                  <a:lnTo>
                    <a:pt x="5565" y="23646"/>
                  </a:lnTo>
                  <a:lnTo>
                    <a:pt x="9924" y="20354"/>
                  </a:lnTo>
                  <a:lnTo>
                    <a:pt x="7049" y="16490"/>
                  </a:lnTo>
                  <a:lnTo>
                    <a:pt x="8487" y="13593"/>
                  </a:lnTo>
                  <a:lnTo>
                    <a:pt x="11687" y="13593"/>
                  </a:lnTo>
                  <a:lnTo>
                    <a:pt x="13403" y="21144"/>
                  </a:lnTo>
                  <a:lnTo>
                    <a:pt x="5565" y="28563"/>
                  </a:lnTo>
                  <a:lnTo>
                    <a:pt x="5565" y="32119"/>
                  </a:lnTo>
                  <a:lnTo>
                    <a:pt x="15397" y="23866"/>
                  </a:lnTo>
                  <a:lnTo>
                    <a:pt x="8719" y="32909"/>
                  </a:lnTo>
                  <a:lnTo>
                    <a:pt x="8719" y="46606"/>
                  </a:lnTo>
                  <a:lnTo>
                    <a:pt x="13357" y="48274"/>
                  </a:lnTo>
                  <a:lnTo>
                    <a:pt x="13357" y="44147"/>
                  </a:lnTo>
                  <a:lnTo>
                    <a:pt x="16556" y="40021"/>
                  </a:lnTo>
                  <a:lnTo>
                    <a:pt x="16556" y="50732"/>
                  </a:lnTo>
                  <a:cubicBezTo>
                    <a:pt x="21194" y="50996"/>
                    <a:pt x="23235" y="45816"/>
                    <a:pt x="23235" y="45816"/>
                  </a:cubicBezTo>
                  <a:cubicBezTo>
                    <a:pt x="34551" y="43094"/>
                    <a:pt x="29589" y="29090"/>
                    <a:pt x="29589" y="29090"/>
                  </a:cubicBezTo>
                  <a:cubicBezTo>
                    <a:pt x="29589" y="29090"/>
                    <a:pt x="32186" y="25227"/>
                    <a:pt x="35107" y="20046"/>
                  </a:cubicBezTo>
                  <a:cubicBezTo>
                    <a:pt x="38029" y="14866"/>
                    <a:pt x="29589" y="10740"/>
                    <a:pt x="29589" y="10740"/>
                  </a:cubicBezTo>
                  <a:lnTo>
                    <a:pt x="32186" y="9510"/>
                  </a:lnTo>
                  <a:lnTo>
                    <a:pt x="30423" y="4155"/>
                  </a:lnTo>
                  <a:lnTo>
                    <a:pt x="24626" y="5471"/>
                  </a:lnTo>
                  <a:lnTo>
                    <a:pt x="20870" y="3364"/>
                  </a:lnTo>
                  <a:cubicBezTo>
                    <a:pt x="10110" y="-5284"/>
                    <a:pt x="8116" y="5471"/>
                    <a:pt x="8116" y="5471"/>
                  </a:cubicBezTo>
                  <a:cubicBezTo>
                    <a:pt x="2319" y="5384"/>
                    <a:pt x="0" y="10740"/>
                    <a:pt x="0" y="10740"/>
                  </a:cubicBezTo>
                  <a:lnTo>
                    <a:pt x="2319" y="17851"/>
                  </a:lnTo>
                  <a:lnTo>
                    <a:pt x="0" y="18685"/>
                  </a:lnTo>
                  <a:lnTo>
                    <a:pt x="2319" y="2140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5EAE87BE-EAB6-5304-2A85-F78A124B8538}"/>
                </a:ext>
              </a:extLst>
            </p:cNvPr>
            <p:cNvSpPr>
              <a:spLocks/>
            </p:cNvSpPr>
            <p:nvPr/>
          </p:nvSpPr>
          <p:spPr>
            <a:xfrm>
              <a:off x="8777918" y="3053276"/>
              <a:ext cx="262923" cy="228443"/>
            </a:xfrm>
            <a:custGeom>
              <a:avLst/>
              <a:gdLst>
                <a:gd name="connsiteX0" fmla="*/ 68514 w 176147"/>
                <a:gd name="connsiteY0" fmla="*/ 116160 h 153047"/>
                <a:gd name="connsiteX1" fmla="*/ 67354 w 176147"/>
                <a:gd name="connsiteY1" fmla="*/ 112604 h 153047"/>
                <a:gd name="connsiteX2" fmla="*/ 62160 w 176147"/>
                <a:gd name="connsiteY2" fmla="*/ 115896 h 153047"/>
                <a:gd name="connsiteX3" fmla="*/ 52003 w 176147"/>
                <a:gd name="connsiteY3" fmla="*/ 116730 h 153047"/>
                <a:gd name="connsiteX4" fmla="*/ 44166 w 176147"/>
                <a:gd name="connsiteY4" fmla="*/ 114008 h 153047"/>
                <a:gd name="connsiteX5" fmla="*/ 40084 w 176147"/>
                <a:gd name="connsiteY5" fmla="*/ 116467 h 153047"/>
                <a:gd name="connsiteX6" fmla="*/ 33684 w 176147"/>
                <a:gd name="connsiteY6" fmla="*/ 113745 h 153047"/>
                <a:gd name="connsiteX7" fmla="*/ 7620 w 176147"/>
                <a:gd name="connsiteY7" fmla="*/ 135959 h 153047"/>
                <a:gd name="connsiteX8" fmla="*/ 246 w 176147"/>
                <a:gd name="connsiteY8" fmla="*/ 143904 h 153047"/>
                <a:gd name="connsiteX9" fmla="*/ 3818 w 176147"/>
                <a:gd name="connsiteY9" fmla="*/ 141709 h 153047"/>
                <a:gd name="connsiteX10" fmla="*/ 9058 w 176147"/>
                <a:gd name="connsiteY10" fmla="*/ 143904 h 153047"/>
                <a:gd name="connsiteX11" fmla="*/ 14252 w 176147"/>
                <a:gd name="connsiteY11" fmla="*/ 141709 h 153047"/>
                <a:gd name="connsiteX12" fmla="*/ 22090 w 176147"/>
                <a:gd name="connsiteY12" fmla="*/ 145090 h 153047"/>
                <a:gd name="connsiteX13" fmla="*/ 20653 w 176147"/>
                <a:gd name="connsiteY13" fmla="*/ 138724 h 153047"/>
                <a:gd name="connsiteX14" fmla="*/ 23852 w 176147"/>
                <a:gd name="connsiteY14" fmla="*/ 136002 h 153047"/>
                <a:gd name="connsiteX15" fmla="*/ 23852 w 176147"/>
                <a:gd name="connsiteY15" fmla="*/ 140436 h 153047"/>
                <a:gd name="connsiteX16" fmla="*/ 32849 w 176147"/>
                <a:gd name="connsiteY16" fmla="*/ 136002 h 153047"/>
                <a:gd name="connsiteX17" fmla="*/ 35168 w 176147"/>
                <a:gd name="connsiteY17" fmla="*/ 140436 h 153047"/>
                <a:gd name="connsiteX18" fmla="*/ 38368 w 176147"/>
                <a:gd name="connsiteY18" fmla="*/ 135739 h 153047"/>
                <a:gd name="connsiteX19" fmla="*/ 44768 w 176147"/>
                <a:gd name="connsiteY19" fmla="*/ 134071 h 153047"/>
                <a:gd name="connsiteX20" fmla="*/ 44768 w 176147"/>
                <a:gd name="connsiteY20" fmla="*/ 136002 h 153047"/>
                <a:gd name="connsiteX21" fmla="*/ 50287 w 176147"/>
                <a:gd name="connsiteY21" fmla="*/ 136002 h 153047"/>
                <a:gd name="connsiteX22" fmla="*/ 65360 w 176147"/>
                <a:gd name="connsiteY22" fmla="*/ 132710 h 153047"/>
                <a:gd name="connsiteX23" fmla="*/ 71435 w 176147"/>
                <a:gd name="connsiteY23" fmla="*/ 133544 h 153047"/>
                <a:gd name="connsiteX24" fmla="*/ 67957 w 176147"/>
                <a:gd name="connsiteY24" fmla="*/ 138197 h 153047"/>
                <a:gd name="connsiteX25" fmla="*/ 69117 w 176147"/>
                <a:gd name="connsiteY25" fmla="*/ 141797 h 153047"/>
                <a:gd name="connsiteX26" fmla="*/ 71435 w 176147"/>
                <a:gd name="connsiteY26" fmla="*/ 147548 h 153047"/>
                <a:gd name="connsiteX27" fmla="*/ 78949 w 176147"/>
                <a:gd name="connsiteY27" fmla="*/ 153036 h 153047"/>
                <a:gd name="connsiteX28" fmla="*/ 82148 w 176147"/>
                <a:gd name="connsiteY28" fmla="*/ 147548 h 153047"/>
                <a:gd name="connsiteX29" fmla="*/ 86508 w 176147"/>
                <a:gd name="connsiteY29" fmla="*/ 142148 h 153047"/>
                <a:gd name="connsiteX30" fmla="*/ 95783 w 176147"/>
                <a:gd name="connsiteY30" fmla="*/ 139031 h 153047"/>
                <a:gd name="connsiteX31" fmla="*/ 90589 w 176147"/>
                <a:gd name="connsiteY31" fmla="*/ 131261 h 153047"/>
                <a:gd name="connsiteX32" fmla="*/ 92352 w 176147"/>
                <a:gd name="connsiteY32" fmla="*/ 126696 h 153047"/>
                <a:gd name="connsiteX33" fmla="*/ 95969 w 176147"/>
                <a:gd name="connsiteY33" fmla="*/ 126696 h 153047"/>
                <a:gd name="connsiteX34" fmla="*/ 95969 w 176147"/>
                <a:gd name="connsiteY34" fmla="*/ 131920 h 153047"/>
                <a:gd name="connsiteX35" fmla="*/ 101627 w 176147"/>
                <a:gd name="connsiteY35" fmla="*/ 130251 h 153047"/>
                <a:gd name="connsiteX36" fmla="*/ 101627 w 176147"/>
                <a:gd name="connsiteY36" fmla="*/ 133281 h 153047"/>
                <a:gd name="connsiteX37" fmla="*/ 106821 w 176147"/>
                <a:gd name="connsiteY37" fmla="*/ 130251 h 153047"/>
                <a:gd name="connsiteX38" fmla="*/ 108584 w 176147"/>
                <a:gd name="connsiteY38" fmla="*/ 132446 h 153047"/>
                <a:gd name="connsiteX39" fmla="*/ 112665 w 176147"/>
                <a:gd name="connsiteY39" fmla="*/ 132183 h 153047"/>
                <a:gd name="connsiteX40" fmla="*/ 117024 w 176147"/>
                <a:gd name="connsiteY40" fmla="*/ 133017 h 153047"/>
                <a:gd name="connsiteX41" fmla="*/ 118740 w 176147"/>
                <a:gd name="connsiteY41" fmla="*/ 130295 h 153047"/>
                <a:gd name="connsiteX42" fmla="*/ 124537 w 176147"/>
                <a:gd name="connsiteY42" fmla="*/ 124544 h 153047"/>
                <a:gd name="connsiteX43" fmla="*/ 124537 w 176147"/>
                <a:gd name="connsiteY43" fmla="*/ 131393 h 153047"/>
                <a:gd name="connsiteX44" fmla="*/ 125836 w 176147"/>
                <a:gd name="connsiteY44" fmla="*/ 133061 h 153047"/>
                <a:gd name="connsiteX45" fmla="*/ 129453 w 176147"/>
                <a:gd name="connsiteY45" fmla="*/ 130339 h 153047"/>
                <a:gd name="connsiteX46" fmla="*/ 131772 w 176147"/>
                <a:gd name="connsiteY46" fmla="*/ 130339 h 153047"/>
                <a:gd name="connsiteX47" fmla="*/ 131772 w 176147"/>
                <a:gd name="connsiteY47" fmla="*/ 122393 h 153047"/>
                <a:gd name="connsiteX48" fmla="*/ 138729 w 176147"/>
                <a:gd name="connsiteY48" fmla="*/ 122393 h 153047"/>
                <a:gd name="connsiteX49" fmla="*/ 141929 w 176147"/>
                <a:gd name="connsiteY49" fmla="*/ 125686 h 153047"/>
                <a:gd name="connsiteX50" fmla="*/ 152920 w 176147"/>
                <a:gd name="connsiteY50" fmla="*/ 117433 h 153047"/>
                <a:gd name="connsiteX51" fmla="*/ 157280 w 176147"/>
                <a:gd name="connsiteY51" fmla="*/ 113306 h 153047"/>
                <a:gd name="connsiteX52" fmla="*/ 157280 w 176147"/>
                <a:gd name="connsiteY52" fmla="*/ 109443 h 153047"/>
                <a:gd name="connsiteX53" fmla="*/ 154961 w 176147"/>
                <a:gd name="connsiteY53" fmla="*/ 105887 h 153047"/>
                <a:gd name="connsiteX54" fmla="*/ 155842 w 176147"/>
                <a:gd name="connsiteY54" fmla="*/ 96844 h 153047"/>
                <a:gd name="connsiteX55" fmla="*/ 159320 w 176147"/>
                <a:gd name="connsiteY55" fmla="*/ 69143 h 153047"/>
                <a:gd name="connsiteX56" fmla="*/ 167158 w 176147"/>
                <a:gd name="connsiteY56" fmla="*/ 62558 h 153047"/>
                <a:gd name="connsiteX57" fmla="*/ 170034 w 176147"/>
                <a:gd name="connsiteY57" fmla="*/ 61636 h 153047"/>
                <a:gd name="connsiteX58" fmla="*/ 170034 w 176147"/>
                <a:gd name="connsiteY58" fmla="*/ 54875 h 153047"/>
                <a:gd name="connsiteX59" fmla="*/ 176109 w 176147"/>
                <a:gd name="connsiteY59" fmla="*/ 38983 h 153047"/>
                <a:gd name="connsiteX60" fmla="*/ 167993 w 176147"/>
                <a:gd name="connsiteY60" fmla="*/ 17297 h 153047"/>
                <a:gd name="connsiteX61" fmla="*/ 166555 w 176147"/>
                <a:gd name="connsiteY61" fmla="*/ 3029 h 153047"/>
                <a:gd name="connsiteX62" fmla="*/ 163958 w 176147"/>
                <a:gd name="connsiteY62" fmla="*/ 3029 h 153047"/>
                <a:gd name="connsiteX63" fmla="*/ 159599 w 176147"/>
                <a:gd name="connsiteY63" fmla="*/ 0 h 153047"/>
                <a:gd name="connsiteX64" fmla="*/ 157558 w 176147"/>
                <a:gd name="connsiteY64" fmla="*/ 7068 h 153047"/>
                <a:gd name="connsiteX65" fmla="*/ 162474 w 176147"/>
                <a:gd name="connsiteY65" fmla="*/ 7068 h 153047"/>
                <a:gd name="connsiteX66" fmla="*/ 162195 w 176147"/>
                <a:gd name="connsiteY66" fmla="*/ 11809 h 153047"/>
                <a:gd name="connsiteX67" fmla="*/ 158439 w 176147"/>
                <a:gd name="connsiteY67" fmla="*/ 11809 h 153047"/>
                <a:gd name="connsiteX68" fmla="*/ 154961 w 176147"/>
                <a:gd name="connsiteY68" fmla="*/ 12336 h 153047"/>
                <a:gd name="connsiteX69" fmla="*/ 153801 w 176147"/>
                <a:gd name="connsiteY69" fmla="*/ 7068 h 153047"/>
                <a:gd name="connsiteX70" fmla="*/ 148885 w 176147"/>
                <a:gd name="connsiteY70" fmla="*/ 7068 h 153047"/>
                <a:gd name="connsiteX71" fmla="*/ 149767 w 176147"/>
                <a:gd name="connsiteY71" fmla="*/ 14092 h 153047"/>
                <a:gd name="connsiteX72" fmla="*/ 144572 w 176147"/>
                <a:gd name="connsiteY72" fmla="*/ 26384 h 153047"/>
                <a:gd name="connsiteX73" fmla="*/ 139935 w 176147"/>
                <a:gd name="connsiteY73" fmla="*/ 32705 h 153047"/>
                <a:gd name="connsiteX74" fmla="*/ 144572 w 176147"/>
                <a:gd name="connsiteY74" fmla="*/ 33232 h 153047"/>
                <a:gd name="connsiteX75" fmla="*/ 143691 w 176147"/>
                <a:gd name="connsiteY75" fmla="*/ 48334 h 153047"/>
                <a:gd name="connsiteX76" fmla="*/ 136178 w 176147"/>
                <a:gd name="connsiteY76" fmla="*/ 66157 h 153047"/>
                <a:gd name="connsiteX77" fmla="*/ 125465 w 176147"/>
                <a:gd name="connsiteY77" fmla="*/ 75464 h 153047"/>
                <a:gd name="connsiteX78" fmla="*/ 102276 w 176147"/>
                <a:gd name="connsiteY78" fmla="*/ 93858 h 153047"/>
                <a:gd name="connsiteX79" fmla="*/ 98195 w 176147"/>
                <a:gd name="connsiteY79" fmla="*/ 91927 h 153047"/>
                <a:gd name="connsiteX80" fmla="*/ 97314 w 176147"/>
                <a:gd name="connsiteY80" fmla="*/ 88898 h 153047"/>
                <a:gd name="connsiteX81" fmla="*/ 96757 w 176147"/>
                <a:gd name="connsiteY81" fmla="*/ 83981 h 153047"/>
                <a:gd name="connsiteX82" fmla="*/ 102833 w 176147"/>
                <a:gd name="connsiteY82" fmla="*/ 79327 h 153047"/>
                <a:gd name="connsiteX83" fmla="*/ 100792 w 176147"/>
                <a:gd name="connsiteY83" fmla="*/ 76606 h 153047"/>
                <a:gd name="connsiteX84" fmla="*/ 92955 w 176147"/>
                <a:gd name="connsiteY84" fmla="*/ 83454 h 153047"/>
                <a:gd name="connsiteX85" fmla="*/ 92676 w 176147"/>
                <a:gd name="connsiteY85" fmla="*/ 93595 h 153047"/>
                <a:gd name="connsiteX86" fmla="*/ 84003 w 176147"/>
                <a:gd name="connsiteY86" fmla="*/ 115018 h 153047"/>
                <a:gd name="connsiteX87" fmla="*/ 76769 w 176147"/>
                <a:gd name="connsiteY87" fmla="*/ 116379 h 153047"/>
                <a:gd name="connsiteX88" fmla="*/ 68653 w 176147"/>
                <a:gd name="connsiteY88" fmla="*/ 116379 h 153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76147" h="153047">
                  <a:moveTo>
                    <a:pt x="68514" y="116160"/>
                  </a:moveTo>
                  <a:lnTo>
                    <a:pt x="67354" y="112604"/>
                  </a:lnTo>
                  <a:lnTo>
                    <a:pt x="62160" y="115896"/>
                  </a:lnTo>
                  <a:lnTo>
                    <a:pt x="52003" y="116730"/>
                  </a:lnTo>
                  <a:lnTo>
                    <a:pt x="44166" y="114008"/>
                  </a:lnTo>
                  <a:lnTo>
                    <a:pt x="40084" y="116467"/>
                  </a:lnTo>
                  <a:lnTo>
                    <a:pt x="33684" y="113745"/>
                  </a:lnTo>
                  <a:cubicBezTo>
                    <a:pt x="33684" y="113745"/>
                    <a:pt x="7296" y="132666"/>
                    <a:pt x="7620" y="135959"/>
                  </a:cubicBezTo>
                  <a:cubicBezTo>
                    <a:pt x="7620" y="135959"/>
                    <a:pt x="-1609" y="133500"/>
                    <a:pt x="246" y="143904"/>
                  </a:cubicBezTo>
                  <a:lnTo>
                    <a:pt x="3818" y="141709"/>
                  </a:lnTo>
                  <a:cubicBezTo>
                    <a:pt x="3818" y="141709"/>
                    <a:pt x="7064" y="147460"/>
                    <a:pt x="9058" y="143904"/>
                  </a:cubicBezTo>
                  <a:cubicBezTo>
                    <a:pt x="9058" y="143904"/>
                    <a:pt x="11377" y="140875"/>
                    <a:pt x="14252" y="141709"/>
                  </a:cubicBezTo>
                  <a:cubicBezTo>
                    <a:pt x="17128" y="142544"/>
                    <a:pt x="22090" y="145090"/>
                    <a:pt x="22090" y="145090"/>
                  </a:cubicBezTo>
                  <a:lnTo>
                    <a:pt x="20653" y="138724"/>
                  </a:lnTo>
                  <a:lnTo>
                    <a:pt x="23852" y="136002"/>
                  </a:lnTo>
                  <a:lnTo>
                    <a:pt x="23852" y="140436"/>
                  </a:lnTo>
                  <a:cubicBezTo>
                    <a:pt x="23852" y="140436"/>
                    <a:pt x="30809" y="139031"/>
                    <a:pt x="32849" y="136002"/>
                  </a:cubicBezTo>
                  <a:lnTo>
                    <a:pt x="35168" y="140436"/>
                  </a:lnTo>
                  <a:lnTo>
                    <a:pt x="38368" y="135739"/>
                  </a:lnTo>
                  <a:lnTo>
                    <a:pt x="44768" y="134071"/>
                  </a:lnTo>
                  <a:lnTo>
                    <a:pt x="44768" y="136002"/>
                  </a:lnTo>
                  <a:lnTo>
                    <a:pt x="50287" y="136002"/>
                  </a:lnTo>
                  <a:cubicBezTo>
                    <a:pt x="50287" y="136002"/>
                    <a:pt x="59285" y="128056"/>
                    <a:pt x="65360" y="132710"/>
                  </a:cubicBezTo>
                  <a:cubicBezTo>
                    <a:pt x="65360" y="132710"/>
                    <a:pt x="68235" y="134378"/>
                    <a:pt x="71435" y="133544"/>
                  </a:cubicBezTo>
                  <a:cubicBezTo>
                    <a:pt x="71435" y="133544"/>
                    <a:pt x="71157" y="137363"/>
                    <a:pt x="67957" y="138197"/>
                  </a:cubicBezTo>
                  <a:lnTo>
                    <a:pt x="69117" y="141797"/>
                  </a:lnTo>
                  <a:cubicBezTo>
                    <a:pt x="69117" y="141797"/>
                    <a:pt x="64757" y="145660"/>
                    <a:pt x="71435" y="147548"/>
                  </a:cubicBezTo>
                  <a:cubicBezTo>
                    <a:pt x="71435" y="147548"/>
                    <a:pt x="72316" y="153036"/>
                    <a:pt x="78949" y="153036"/>
                  </a:cubicBezTo>
                  <a:cubicBezTo>
                    <a:pt x="78949" y="153036"/>
                    <a:pt x="81824" y="153562"/>
                    <a:pt x="82148" y="147548"/>
                  </a:cubicBezTo>
                  <a:cubicBezTo>
                    <a:pt x="82148" y="147548"/>
                    <a:pt x="85905" y="147724"/>
                    <a:pt x="86508" y="142148"/>
                  </a:cubicBezTo>
                  <a:cubicBezTo>
                    <a:pt x="86508" y="142148"/>
                    <a:pt x="94624" y="142061"/>
                    <a:pt x="95783" y="139031"/>
                  </a:cubicBezTo>
                  <a:cubicBezTo>
                    <a:pt x="96943" y="136002"/>
                    <a:pt x="90589" y="131261"/>
                    <a:pt x="90589" y="131261"/>
                  </a:cubicBezTo>
                  <a:lnTo>
                    <a:pt x="92352" y="126696"/>
                  </a:lnTo>
                  <a:lnTo>
                    <a:pt x="95969" y="126696"/>
                  </a:lnTo>
                  <a:lnTo>
                    <a:pt x="95969" y="131920"/>
                  </a:lnTo>
                  <a:lnTo>
                    <a:pt x="101627" y="130251"/>
                  </a:lnTo>
                  <a:lnTo>
                    <a:pt x="101627" y="133281"/>
                  </a:lnTo>
                  <a:lnTo>
                    <a:pt x="106821" y="130251"/>
                  </a:lnTo>
                  <a:lnTo>
                    <a:pt x="108584" y="132446"/>
                  </a:lnTo>
                  <a:lnTo>
                    <a:pt x="112665" y="132183"/>
                  </a:lnTo>
                  <a:lnTo>
                    <a:pt x="117024" y="133017"/>
                  </a:lnTo>
                  <a:lnTo>
                    <a:pt x="118740" y="130295"/>
                  </a:lnTo>
                  <a:cubicBezTo>
                    <a:pt x="118740" y="130295"/>
                    <a:pt x="120456" y="124544"/>
                    <a:pt x="124537" y="124544"/>
                  </a:cubicBezTo>
                  <a:cubicBezTo>
                    <a:pt x="124537" y="124544"/>
                    <a:pt x="127413" y="125379"/>
                    <a:pt x="124537" y="131393"/>
                  </a:cubicBezTo>
                  <a:lnTo>
                    <a:pt x="125836" y="133061"/>
                  </a:lnTo>
                  <a:lnTo>
                    <a:pt x="129453" y="130339"/>
                  </a:lnTo>
                  <a:lnTo>
                    <a:pt x="131772" y="130339"/>
                  </a:lnTo>
                  <a:lnTo>
                    <a:pt x="131772" y="122393"/>
                  </a:lnTo>
                  <a:cubicBezTo>
                    <a:pt x="131772" y="122393"/>
                    <a:pt x="135251" y="117477"/>
                    <a:pt x="138729" y="122393"/>
                  </a:cubicBezTo>
                  <a:lnTo>
                    <a:pt x="141929" y="125686"/>
                  </a:lnTo>
                  <a:cubicBezTo>
                    <a:pt x="141929" y="125686"/>
                    <a:pt x="149442" y="126783"/>
                    <a:pt x="152920" y="117433"/>
                  </a:cubicBezTo>
                  <a:cubicBezTo>
                    <a:pt x="152920" y="117433"/>
                    <a:pt x="154079" y="113043"/>
                    <a:pt x="157280" y="113306"/>
                  </a:cubicBezTo>
                  <a:lnTo>
                    <a:pt x="157280" y="109443"/>
                  </a:lnTo>
                  <a:lnTo>
                    <a:pt x="154961" y="105887"/>
                  </a:lnTo>
                  <a:lnTo>
                    <a:pt x="155842" y="96844"/>
                  </a:lnTo>
                  <a:cubicBezTo>
                    <a:pt x="155842" y="96844"/>
                    <a:pt x="166555" y="87800"/>
                    <a:pt x="159320" y="69143"/>
                  </a:cubicBezTo>
                  <a:cubicBezTo>
                    <a:pt x="159320" y="69143"/>
                    <a:pt x="158161" y="58431"/>
                    <a:pt x="167158" y="62558"/>
                  </a:cubicBezTo>
                  <a:lnTo>
                    <a:pt x="170034" y="61636"/>
                  </a:lnTo>
                  <a:lnTo>
                    <a:pt x="170034" y="54875"/>
                  </a:lnTo>
                  <a:cubicBezTo>
                    <a:pt x="170034" y="54875"/>
                    <a:pt x="176712" y="48553"/>
                    <a:pt x="176109" y="38983"/>
                  </a:cubicBezTo>
                  <a:cubicBezTo>
                    <a:pt x="175506" y="29413"/>
                    <a:pt x="167993" y="17297"/>
                    <a:pt x="167993" y="17297"/>
                  </a:cubicBezTo>
                  <a:lnTo>
                    <a:pt x="166555" y="3029"/>
                  </a:lnTo>
                  <a:lnTo>
                    <a:pt x="163958" y="3029"/>
                  </a:lnTo>
                  <a:lnTo>
                    <a:pt x="159599" y="0"/>
                  </a:lnTo>
                  <a:lnTo>
                    <a:pt x="157558" y="7068"/>
                  </a:lnTo>
                  <a:lnTo>
                    <a:pt x="162474" y="7068"/>
                  </a:lnTo>
                  <a:lnTo>
                    <a:pt x="162195" y="11809"/>
                  </a:lnTo>
                  <a:lnTo>
                    <a:pt x="158439" y="11809"/>
                  </a:lnTo>
                  <a:lnTo>
                    <a:pt x="154961" y="12336"/>
                  </a:lnTo>
                  <a:lnTo>
                    <a:pt x="153801" y="7068"/>
                  </a:lnTo>
                  <a:lnTo>
                    <a:pt x="148885" y="7068"/>
                  </a:lnTo>
                  <a:lnTo>
                    <a:pt x="149767" y="14092"/>
                  </a:lnTo>
                  <a:cubicBezTo>
                    <a:pt x="149767" y="14092"/>
                    <a:pt x="140491" y="12380"/>
                    <a:pt x="144572" y="26384"/>
                  </a:cubicBezTo>
                  <a:lnTo>
                    <a:pt x="139935" y="32705"/>
                  </a:lnTo>
                  <a:lnTo>
                    <a:pt x="144572" y="33232"/>
                  </a:lnTo>
                  <a:cubicBezTo>
                    <a:pt x="144572" y="33232"/>
                    <a:pt x="145732" y="46666"/>
                    <a:pt x="143691" y="48334"/>
                  </a:cubicBezTo>
                  <a:cubicBezTo>
                    <a:pt x="141651" y="50002"/>
                    <a:pt x="134694" y="60670"/>
                    <a:pt x="136178" y="66157"/>
                  </a:cubicBezTo>
                  <a:cubicBezTo>
                    <a:pt x="136178" y="66157"/>
                    <a:pt x="126624" y="70284"/>
                    <a:pt x="125465" y="75464"/>
                  </a:cubicBezTo>
                  <a:cubicBezTo>
                    <a:pt x="125465" y="75464"/>
                    <a:pt x="103714" y="89995"/>
                    <a:pt x="102276" y="93858"/>
                  </a:cubicBezTo>
                  <a:lnTo>
                    <a:pt x="98195" y="91927"/>
                  </a:lnTo>
                  <a:lnTo>
                    <a:pt x="97314" y="88898"/>
                  </a:lnTo>
                  <a:lnTo>
                    <a:pt x="96757" y="83981"/>
                  </a:lnTo>
                  <a:lnTo>
                    <a:pt x="102833" y="79327"/>
                  </a:lnTo>
                  <a:lnTo>
                    <a:pt x="100792" y="76606"/>
                  </a:lnTo>
                  <a:lnTo>
                    <a:pt x="92955" y="83454"/>
                  </a:lnTo>
                  <a:lnTo>
                    <a:pt x="92676" y="93595"/>
                  </a:lnTo>
                  <a:cubicBezTo>
                    <a:pt x="92676" y="93595"/>
                    <a:pt x="78206" y="106238"/>
                    <a:pt x="84003" y="115018"/>
                  </a:cubicBezTo>
                  <a:lnTo>
                    <a:pt x="76769" y="116379"/>
                  </a:lnTo>
                  <a:lnTo>
                    <a:pt x="68653" y="11637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9" name="Freeform: Shape 2058">
              <a:extLst>
                <a:ext uri="{FF2B5EF4-FFF2-40B4-BE49-F238E27FC236}">
                  <a16:creationId xmlns:a16="http://schemas.microsoft.com/office/drawing/2014/main" id="{9DECB9FB-FB52-88DD-9CC1-06C78FD2D7A7}"/>
                </a:ext>
              </a:extLst>
            </p:cNvPr>
            <p:cNvSpPr>
              <a:spLocks/>
            </p:cNvSpPr>
            <p:nvPr/>
          </p:nvSpPr>
          <p:spPr>
            <a:xfrm>
              <a:off x="8811651" y="3260166"/>
              <a:ext cx="55448" cy="41456"/>
            </a:xfrm>
            <a:custGeom>
              <a:avLst/>
              <a:gdLst>
                <a:gd name="connsiteX0" fmla="*/ 11687 w 37148"/>
                <a:gd name="connsiteY0" fmla="*/ 27731 h 27774"/>
                <a:gd name="connsiteX1" fmla="*/ 13125 w 37148"/>
                <a:gd name="connsiteY1" fmla="*/ 21672 h 27774"/>
                <a:gd name="connsiteX2" fmla="*/ 17763 w 37148"/>
                <a:gd name="connsiteY2" fmla="*/ 16053 h 27774"/>
                <a:gd name="connsiteX3" fmla="*/ 21519 w 37148"/>
                <a:gd name="connsiteY3" fmla="*/ 14253 h 27774"/>
                <a:gd name="connsiteX4" fmla="*/ 29635 w 37148"/>
                <a:gd name="connsiteY4" fmla="*/ 20136 h 27774"/>
                <a:gd name="connsiteX5" fmla="*/ 37148 w 37148"/>
                <a:gd name="connsiteY5" fmla="*/ 9337 h 27774"/>
                <a:gd name="connsiteX6" fmla="*/ 37148 w 37148"/>
                <a:gd name="connsiteY6" fmla="*/ 1391 h 27774"/>
                <a:gd name="connsiteX7" fmla="*/ 20035 w 37148"/>
                <a:gd name="connsiteY7" fmla="*/ 5254 h 27774"/>
                <a:gd name="connsiteX8" fmla="*/ 14516 w 37148"/>
                <a:gd name="connsiteY8" fmla="*/ 5254 h 27774"/>
                <a:gd name="connsiteX9" fmla="*/ 10157 w 37148"/>
                <a:gd name="connsiteY9" fmla="*/ 3059 h 27774"/>
                <a:gd name="connsiteX10" fmla="*/ 5797 w 37148"/>
                <a:gd name="connsiteY10" fmla="*/ 9117 h 27774"/>
                <a:gd name="connsiteX11" fmla="*/ 0 w 37148"/>
                <a:gd name="connsiteY11" fmla="*/ 14341 h 27774"/>
                <a:gd name="connsiteX12" fmla="*/ 4916 w 37148"/>
                <a:gd name="connsiteY12" fmla="*/ 20224 h 27774"/>
                <a:gd name="connsiteX13" fmla="*/ 4916 w 37148"/>
                <a:gd name="connsiteY13" fmla="*/ 25580 h 27774"/>
                <a:gd name="connsiteX14" fmla="*/ 11594 w 37148"/>
                <a:gd name="connsiteY14" fmla="*/ 27775 h 2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148" h="27774">
                  <a:moveTo>
                    <a:pt x="11687" y="27731"/>
                  </a:moveTo>
                  <a:lnTo>
                    <a:pt x="13125" y="21672"/>
                  </a:lnTo>
                  <a:lnTo>
                    <a:pt x="17763" y="16053"/>
                  </a:lnTo>
                  <a:lnTo>
                    <a:pt x="21519" y="14253"/>
                  </a:lnTo>
                  <a:cubicBezTo>
                    <a:pt x="21519" y="14253"/>
                    <a:pt x="28476" y="20268"/>
                    <a:pt x="29635" y="20136"/>
                  </a:cubicBezTo>
                  <a:cubicBezTo>
                    <a:pt x="30795" y="20004"/>
                    <a:pt x="37148" y="9337"/>
                    <a:pt x="37148" y="9337"/>
                  </a:cubicBezTo>
                  <a:lnTo>
                    <a:pt x="37148" y="1391"/>
                  </a:lnTo>
                  <a:cubicBezTo>
                    <a:pt x="21473" y="-3263"/>
                    <a:pt x="20035" y="5254"/>
                    <a:pt x="20035" y="5254"/>
                  </a:cubicBezTo>
                  <a:lnTo>
                    <a:pt x="14516" y="5254"/>
                  </a:lnTo>
                  <a:lnTo>
                    <a:pt x="10157" y="3059"/>
                  </a:lnTo>
                  <a:lnTo>
                    <a:pt x="5797" y="9117"/>
                  </a:lnTo>
                  <a:lnTo>
                    <a:pt x="0" y="14341"/>
                  </a:lnTo>
                  <a:lnTo>
                    <a:pt x="4916" y="20224"/>
                  </a:lnTo>
                  <a:lnTo>
                    <a:pt x="4916" y="25580"/>
                  </a:lnTo>
                  <a:lnTo>
                    <a:pt x="11594" y="2777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1D53B01C-9AAB-1E76-7419-4497DB321A87}"/>
                </a:ext>
              </a:extLst>
            </p:cNvPr>
            <p:cNvSpPr>
              <a:spLocks/>
            </p:cNvSpPr>
            <p:nvPr/>
          </p:nvSpPr>
          <p:spPr>
            <a:xfrm>
              <a:off x="8950654" y="3149273"/>
              <a:ext cx="6922" cy="15135"/>
            </a:xfrm>
            <a:custGeom>
              <a:avLst/>
              <a:gdLst>
                <a:gd name="connsiteX0" fmla="*/ 0 w 4637"/>
                <a:gd name="connsiteY0" fmla="*/ 2458 h 10140"/>
                <a:gd name="connsiteX1" fmla="*/ 0 w 4637"/>
                <a:gd name="connsiteY1" fmla="*/ 10141 h 10140"/>
                <a:gd name="connsiteX2" fmla="*/ 4638 w 4637"/>
                <a:gd name="connsiteY2" fmla="*/ 8780 h 10140"/>
                <a:gd name="connsiteX3" fmla="*/ 4638 w 4637"/>
                <a:gd name="connsiteY3" fmla="*/ 0 h 10140"/>
                <a:gd name="connsiteX4" fmla="*/ 0 w 4637"/>
                <a:gd name="connsiteY4" fmla="*/ 2458 h 10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10140">
                  <a:moveTo>
                    <a:pt x="0" y="2458"/>
                  </a:moveTo>
                  <a:lnTo>
                    <a:pt x="0" y="10141"/>
                  </a:lnTo>
                  <a:lnTo>
                    <a:pt x="4638" y="8780"/>
                  </a:lnTo>
                  <a:lnTo>
                    <a:pt x="4638" y="0"/>
                  </a:lnTo>
                  <a:lnTo>
                    <a:pt x="0" y="24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224E560E-C4C6-E3C9-90FF-3B2BFB79AB74}"/>
                </a:ext>
              </a:extLst>
            </p:cNvPr>
            <p:cNvSpPr>
              <a:spLocks/>
            </p:cNvSpPr>
            <p:nvPr/>
          </p:nvSpPr>
          <p:spPr>
            <a:xfrm>
              <a:off x="8986635" y="2929532"/>
              <a:ext cx="134862" cy="127626"/>
            </a:xfrm>
            <a:custGeom>
              <a:avLst/>
              <a:gdLst>
                <a:gd name="connsiteX0" fmla="*/ 8358 w 90352"/>
                <a:gd name="connsiteY0" fmla="*/ 56388 h 85504"/>
                <a:gd name="connsiteX1" fmla="*/ 844 w 90352"/>
                <a:gd name="connsiteY1" fmla="*/ 61875 h 85504"/>
                <a:gd name="connsiteX2" fmla="*/ 5760 w 90352"/>
                <a:gd name="connsiteY2" fmla="*/ 72587 h 85504"/>
                <a:gd name="connsiteX3" fmla="*/ 6039 w 90352"/>
                <a:gd name="connsiteY3" fmla="*/ 77679 h 85504"/>
                <a:gd name="connsiteX4" fmla="*/ 8636 w 90352"/>
                <a:gd name="connsiteY4" fmla="*/ 85493 h 85504"/>
                <a:gd name="connsiteX5" fmla="*/ 14712 w 90352"/>
                <a:gd name="connsiteY5" fmla="*/ 77811 h 85504"/>
                <a:gd name="connsiteX6" fmla="*/ 23106 w 90352"/>
                <a:gd name="connsiteY6" fmla="*/ 77811 h 85504"/>
                <a:gd name="connsiteX7" fmla="*/ 11790 w 90352"/>
                <a:gd name="connsiteY7" fmla="*/ 69865 h 85504"/>
                <a:gd name="connsiteX8" fmla="*/ 11790 w 90352"/>
                <a:gd name="connsiteY8" fmla="*/ 62182 h 85504"/>
                <a:gd name="connsiteX9" fmla="*/ 21343 w 90352"/>
                <a:gd name="connsiteY9" fmla="*/ 67099 h 85504"/>
                <a:gd name="connsiteX10" fmla="*/ 30619 w 90352"/>
                <a:gd name="connsiteY10" fmla="*/ 59987 h 85504"/>
                <a:gd name="connsiteX11" fmla="*/ 54967 w 90352"/>
                <a:gd name="connsiteY11" fmla="*/ 73684 h 85504"/>
                <a:gd name="connsiteX12" fmla="*/ 58445 w 90352"/>
                <a:gd name="connsiteY12" fmla="*/ 72587 h 85504"/>
                <a:gd name="connsiteX13" fmla="*/ 58445 w 90352"/>
                <a:gd name="connsiteY13" fmla="*/ 64904 h 85504"/>
                <a:gd name="connsiteX14" fmla="*/ 70921 w 90352"/>
                <a:gd name="connsiteY14" fmla="*/ 53402 h 85504"/>
                <a:gd name="connsiteX15" fmla="*/ 81077 w 90352"/>
                <a:gd name="connsiteY15" fmla="*/ 53139 h 85504"/>
                <a:gd name="connsiteX16" fmla="*/ 90353 w 90352"/>
                <a:gd name="connsiteY16" fmla="*/ 50417 h 85504"/>
                <a:gd name="connsiteX17" fmla="*/ 90353 w 90352"/>
                <a:gd name="connsiteY17" fmla="*/ 47695 h 85504"/>
                <a:gd name="connsiteX18" fmla="*/ 83952 w 90352"/>
                <a:gd name="connsiteY18" fmla="*/ 37818 h 85504"/>
                <a:gd name="connsiteX19" fmla="*/ 90353 w 90352"/>
                <a:gd name="connsiteY19" fmla="*/ 24648 h 85504"/>
                <a:gd name="connsiteX20" fmla="*/ 79918 w 90352"/>
                <a:gd name="connsiteY20" fmla="*/ 33691 h 85504"/>
                <a:gd name="connsiteX21" fmla="*/ 58491 w 90352"/>
                <a:gd name="connsiteY21" fmla="*/ 24911 h 85504"/>
                <a:gd name="connsiteX22" fmla="*/ 36230 w 90352"/>
                <a:gd name="connsiteY22" fmla="*/ 239 h 85504"/>
                <a:gd name="connsiteX23" fmla="*/ 30109 w 90352"/>
                <a:gd name="connsiteY23" fmla="*/ 10380 h 85504"/>
                <a:gd name="connsiteX24" fmla="*/ 31871 w 90352"/>
                <a:gd name="connsiteY24" fmla="*/ 22189 h 85504"/>
                <a:gd name="connsiteX25" fmla="*/ 30109 w 90352"/>
                <a:gd name="connsiteY25" fmla="*/ 35096 h 85504"/>
                <a:gd name="connsiteX26" fmla="*/ 26630 w 90352"/>
                <a:gd name="connsiteY26" fmla="*/ 45939 h 85504"/>
                <a:gd name="connsiteX27" fmla="*/ 17355 w 90352"/>
                <a:gd name="connsiteY27" fmla="*/ 49627 h 85504"/>
                <a:gd name="connsiteX28" fmla="*/ 11650 w 90352"/>
                <a:gd name="connsiteY28" fmla="*/ 49627 h 85504"/>
                <a:gd name="connsiteX29" fmla="*/ 8358 w 90352"/>
                <a:gd name="connsiteY29" fmla="*/ 56475 h 8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0352" h="85504">
                  <a:moveTo>
                    <a:pt x="8358" y="56388"/>
                  </a:moveTo>
                  <a:cubicBezTo>
                    <a:pt x="8358" y="56388"/>
                    <a:pt x="4322" y="56388"/>
                    <a:pt x="844" y="61875"/>
                  </a:cubicBezTo>
                  <a:cubicBezTo>
                    <a:pt x="-2634" y="67363"/>
                    <a:pt x="5760" y="72587"/>
                    <a:pt x="5760" y="72587"/>
                  </a:cubicBezTo>
                  <a:lnTo>
                    <a:pt x="6039" y="77679"/>
                  </a:lnTo>
                  <a:cubicBezTo>
                    <a:pt x="844" y="81367"/>
                    <a:pt x="5482" y="85757"/>
                    <a:pt x="8636" y="85493"/>
                  </a:cubicBezTo>
                  <a:cubicBezTo>
                    <a:pt x="11836" y="85230"/>
                    <a:pt x="14712" y="77811"/>
                    <a:pt x="14712" y="77811"/>
                  </a:cubicBezTo>
                  <a:cubicBezTo>
                    <a:pt x="14712" y="77811"/>
                    <a:pt x="21390" y="80840"/>
                    <a:pt x="23106" y="77811"/>
                  </a:cubicBezTo>
                  <a:cubicBezTo>
                    <a:pt x="24821" y="74782"/>
                    <a:pt x="11790" y="69865"/>
                    <a:pt x="11790" y="69865"/>
                  </a:cubicBezTo>
                  <a:cubicBezTo>
                    <a:pt x="11790" y="69865"/>
                    <a:pt x="8033" y="64114"/>
                    <a:pt x="11790" y="62182"/>
                  </a:cubicBezTo>
                  <a:cubicBezTo>
                    <a:pt x="15546" y="60251"/>
                    <a:pt x="21343" y="67099"/>
                    <a:pt x="21343" y="67099"/>
                  </a:cubicBezTo>
                  <a:lnTo>
                    <a:pt x="30619" y="59987"/>
                  </a:lnTo>
                  <a:cubicBezTo>
                    <a:pt x="34097" y="64114"/>
                    <a:pt x="54967" y="73684"/>
                    <a:pt x="54967" y="73684"/>
                  </a:cubicBezTo>
                  <a:lnTo>
                    <a:pt x="58445" y="72587"/>
                  </a:lnTo>
                  <a:cubicBezTo>
                    <a:pt x="58445" y="72587"/>
                    <a:pt x="56405" y="70918"/>
                    <a:pt x="58445" y="64904"/>
                  </a:cubicBezTo>
                  <a:cubicBezTo>
                    <a:pt x="60486" y="58846"/>
                    <a:pt x="70921" y="53402"/>
                    <a:pt x="70921" y="53402"/>
                  </a:cubicBezTo>
                  <a:cubicBezTo>
                    <a:pt x="76115" y="55334"/>
                    <a:pt x="81077" y="53139"/>
                    <a:pt x="81077" y="53139"/>
                  </a:cubicBezTo>
                  <a:cubicBezTo>
                    <a:pt x="84555" y="53402"/>
                    <a:pt x="90353" y="50417"/>
                    <a:pt x="90353" y="50417"/>
                  </a:cubicBezTo>
                  <a:lnTo>
                    <a:pt x="90353" y="47695"/>
                  </a:lnTo>
                  <a:cubicBezTo>
                    <a:pt x="86271" y="46027"/>
                    <a:pt x="83952" y="37818"/>
                    <a:pt x="83952" y="37818"/>
                  </a:cubicBezTo>
                  <a:lnTo>
                    <a:pt x="90353" y="24648"/>
                  </a:lnTo>
                  <a:lnTo>
                    <a:pt x="79918" y="33691"/>
                  </a:lnTo>
                  <a:cubicBezTo>
                    <a:pt x="79918" y="33691"/>
                    <a:pt x="71199" y="32857"/>
                    <a:pt x="58491" y="24911"/>
                  </a:cubicBezTo>
                  <a:cubicBezTo>
                    <a:pt x="45784" y="16965"/>
                    <a:pt x="39060" y="2127"/>
                    <a:pt x="36230" y="239"/>
                  </a:cubicBezTo>
                  <a:cubicBezTo>
                    <a:pt x="33401" y="-1648"/>
                    <a:pt x="25749" y="8185"/>
                    <a:pt x="30109" y="10380"/>
                  </a:cubicBezTo>
                  <a:cubicBezTo>
                    <a:pt x="34468" y="12575"/>
                    <a:pt x="31871" y="22189"/>
                    <a:pt x="31871" y="22189"/>
                  </a:cubicBezTo>
                  <a:cubicBezTo>
                    <a:pt x="28996" y="23858"/>
                    <a:pt x="30109" y="35096"/>
                    <a:pt x="30109" y="35096"/>
                  </a:cubicBezTo>
                  <a:cubicBezTo>
                    <a:pt x="24033" y="36457"/>
                    <a:pt x="26027" y="39749"/>
                    <a:pt x="26630" y="45939"/>
                  </a:cubicBezTo>
                  <a:cubicBezTo>
                    <a:pt x="27233" y="52129"/>
                    <a:pt x="17355" y="49627"/>
                    <a:pt x="17355" y="49627"/>
                  </a:cubicBezTo>
                  <a:cubicBezTo>
                    <a:pt x="14155" y="44403"/>
                    <a:pt x="10398" y="44973"/>
                    <a:pt x="11650" y="49627"/>
                  </a:cubicBezTo>
                  <a:cubicBezTo>
                    <a:pt x="12903" y="54280"/>
                    <a:pt x="8358" y="56475"/>
                    <a:pt x="8358" y="564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D5B74FD3-FF17-DEBF-FEC1-480818749323}"/>
                </a:ext>
              </a:extLst>
            </p:cNvPr>
            <p:cNvSpPr>
              <a:spLocks/>
            </p:cNvSpPr>
            <p:nvPr/>
          </p:nvSpPr>
          <p:spPr>
            <a:xfrm>
              <a:off x="9121568" y="2959246"/>
              <a:ext cx="27273" cy="27782"/>
            </a:xfrm>
            <a:custGeom>
              <a:avLst/>
              <a:gdLst>
                <a:gd name="connsiteX0" fmla="*/ 12197 w 18272"/>
                <a:gd name="connsiteY0" fmla="*/ 0 h 18613"/>
                <a:gd name="connsiteX1" fmla="*/ 9136 w 18272"/>
                <a:gd name="connsiteY1" fmla="*/ 6278 h 18613"/>
                <a:gd name="connsiteX2" fmla="*/ 0 w 18272"/>
                <a:gd name="connsiteY2" fmla="*/ 16155 h 18613"/>
                <a:gd name="connsiteX3" fmla="*/ 2040 w 18272"/>
                <a:gd name="connsiteY3" fmla="*/ 18614 h 18613"/>
                <a:gd name="connsiteX4" fmla="*/ 8673 w 18272"/>
                <a:gd name="connsiteY4" fmla="*/ 8780 h 18613"/>
                <a:gd name="connsiteX5" fmla="*/ 18272 w 18272"/>
                <a:gd name="connsiteY5" fmla="*/ 5751 h 18613"/>
                <a:gd name="connsiteX6" fmla="*/ 18272 w 18272"/>
                <a:gd name="connsiteY6" fmla="*/ 2985 h 18613"/>
                <a:gd name="connsiteX7" fmla="*/ 14192 w 18272"/>
                <a:gd name="connsiteY7" fmla="*/ 2985 h 18613"/>
                <a:gd name="connsiteX8" fmla="*/ 12197 w 18272"/>
                <a:gd name="connsiteY8" fmla="*/ 0 h 1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72" h="18613">
                  <a:moveTo>
                    <a:pt x="12197" y="0"/>
                  </a:moveTo>
                  <a:lnTo>
                    <a:pt x="9136" y="6278"/>
                  </a:lnTo>
                  <a:lnTo>
                    <a:pt x="0" y="16155"/>
                  </a:lnTo>
                  <a:lnTo>
                    <a:pt x="2040" y="18614"/>
                  </a:lnTo>
                  <a:lnTo>
                    <a:pt x="8673" y="8780"/>
                  </a:lnTo>
                  <a:lnTo>
                    <a:pt x="18272" y="5751"/>
                  </a:lnTo>
                  <a:lnTo>
                    <a:pt x="18272" y="2985"/>
                  </a:lnTo>
                  <a:lnTo>
                    <a:pt x="14192" y="2985"/>
                  </a:lnTo>
                  <a:lnTo>
                    <a:pt x="1219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AC7666D3-117B-9827-78EB-032C3DF6F5B9}"/>
                </a:ext>
              </a:extLst>
            </p:cNvPr>
            <p:cNvSpPr>
              <a:spLocks/>
            </p:cNvSpPr>
            <p:nvPr/>
          </p:nvSpPr>
          <p:spPr>
            <a:xfrm>
              <a:off x="9157079" y="2929366"/>
              <a:ext cx="46657" cy="34335"/>
            </a:xfrm>
            <a:custGeom>
              <a:avLst/>
              <a:gdLst>
                <a:gd name="connsiteX0" fmla="*/ 13032 w 31258"/>
                <a:gd name="connsiteY0" fmla="*/ 8209 h 23003"/>
                <a:gd name="connsiteX1" fmla="*/ 6075 w 31258"/>
                <a:gd name="connsiteY1" fmla="*/ 14487 h 23003"/>
                <a:gd name="connsiteX2" fmla="*/ 0 w 31258"/>
                <a:gd name="connsiteY2" fmla="*/ 23004 h 23003"/>
                <a:gd name="connsiteX3" fmla="*/ 6075 w 31258"/>
                <a:gd name="connsiteY3" fmla="*/ 20018 h 23003"/>
                <a:gd name="connsiteX4" fmla="*/ 6957 w 31258"/>
                <a:gd name="connsiteY4" fmla="*/ 16989 h 23003"/>
                <a:gd name="connsiteX5" fmla="*/ 15629 w 31258"/>
                <a:gd name="connsiteY5" fmla="*/ 11502 h 23003"/>
                <a:gd name="connsiteX6" fmla="*/ 21705 w 31258"/>
                <a:gd name="connsiteY6" fmla="*/ 7902 h 23003"/>
                <a:gd name="connsiteX7" fmla="*/ 31258 w 31258"/>
                <a:gd name="connsiteY7" fmla="*/ 2985 h 23003"/>
                <a:gd name="connsiteX8" fmla="*/ 28383 w 31258"/>
                <a:gd name="connsiteY8" fmla="*/ 0 h 23003"/>
                <a:gd name="connsiteX9" fmla="*/ 17669 w 31258"/>
                <a:gd name="connsiteY9" fmla="*/ 5707 h 23003"/>
                <a:gd name="connsiteX10" fmla="*/ 17669 w 31258"/>
                <a:gd name="connsiteY10" fmla="*/ 2722 h 23003"/>
                <a:gd name="connsiteX11" fmla="*/ 13032 w 31258"/>
                <a:gd name="connsiteY11" fmla="*/ 8209 h 2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258" h="23003">
                  <a:moveTo>
                    <a:pt x="13032" y="8209"/>
                  </a:moveTo>
                  <a:lnTo>
                    <a:pt x="6075" y="14487"/>
                  </a:lnTo>
                  <a:lnTo>
                    <a:pt x="0" y="23004"/>
                  </a:lnTo>
                  <a:lnTo>
                    <a:pt x="6075" y="20018"/>
                  </a:lnTo>
                  <a:lnTo>
                    <a:pt x="6957" y="16989"/>
                  </a:lnTo>
                  <a:lnTo>
                    <a:pt x="15629" y="11502"/>
                  </a:lnTo>
                  <a:lnTo>
                    <a:pt x="21705" y="7902"/>
                  </a:lnTo>
                  <a:lnTo>
                    <a:pt x="31258" y="2985"/>
                  </a:lnTo>
                  <a:lnTo>
                    <a:pt x="28383" y="0"/>
                  </a:lnTo>
                  <a:lnTo>
                    <a:pt x="17669" y="5707"/>
                  </a:lnTo>
                  <a:lnTo>
                    <a:pt x="17669" y="2722"/>
                  </a:lnTo>
                  <a:lnTo>
                    <a:pt x="13032" y="82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36D029BD-47BE-6BC1-1881-636711B14842}"/>
                </a:ext>
              </a:extLst>
            </p:cNvPr>
            <p:cNvSpPr>
              <a:spLocks/>
            </p:cNvSpPr>
            <p:nvPr/>
          </p:nvSpPr>
          <p:spPr>
            <a:xfrm>
              <a:off x="9216335" y="2907611"/>
              <a:ext cx="25060" cy="21754"/>
            </a:xfrm>
            <a:custGeom>
              <a:avLst/>
              <a:gdLst>
                <a:gd name="connsiteX0" fmla="*/ 0 w 16789"/>
                <a:gd name="connsiteY0" fmla="*/ 11502 h 14574"/>
                <a:gd name="connsiteX1" fmla="*/ 1438 w 16789"/>
                <a:gd name="connsiteY1" fmla="*/ 14575 h 14574"/>
                <a:gd name="connsiteX2" fmla="*/ 16789 w 16789"/>
                <a:gd name="connsiteY2" fmla="*/ 0 h 14574"/>
                <a:gd name="connsiteX3" fmla="*/ 13032 w 16789"/>
                <a:gd name="connsiteY3" fmla="*/ 0 h 14574"/>
                <a:gd name="connsiteX4" fmla="*/ 0 w 16789"/>
                <a:gd name="connsiteY4" fmla="*/ 11502 h 1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89" h="14574">
                  <a:moveTo>
                    <a:pt x="0" y="11502"/>
                  </a:moveTo>
                  <a:lnTo>
                    <a:pt x="1438" y="14575"/>
                  </a:lnTo>
                  <a:lnTo>
                    <a:pt x="16789" y="0"/>
                  </a:lnTo>
                  <a:lnTo>
                    <a:pt x="13032" y="0"/>
                  </a:lnTo>
                  <a:lnTo>
                    <a:pt x="0" y="1150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59D15BE1-E57B-EA76-938D-17F2B484E146}"/>
                </a:ext>
              </a:extLst>
            </p:cNvPr>
            <p:cNvSpPr>
              <a:spLocks/>
            </p:cNvSpPr>
            <p:nvPr/>
          </p:nvSpPr>
          <p:spPr>
            <a:xfrm>
              <a:off x="9273444" y="2874454"/>
              <a:ext cx="10383" cy="15530"/>
            </a:xfrm>
            <a:custGeom>
              <a:avLst/>
              <a:gdLst>
                <a:gd name="connsiteX0" fmla="*/ 6957 w 6956"/>
                <a:gd name="connsiteY0" fmla="*/ 0 h 10404"/>
                <a:gd name="connsiteX1" fmla="*/ 0 w 6956"/>
                <a:gd name="connsiteY1" fmla="*/ 7375 h 10404"/>
                <a:gd name="connsiteX2" fmla="*/ 0 w 6956"/>
                <a:gd name="connsiteY2" fmla="*/ 10404 h 10404"/>
                <a:gd name="connsiteX3" fmla="*/ 6957 w 6956"/>
                <a:gd name="connsiteY3" fmla="*/ 1361 h 10404"/>
                <a:gd name="connsiteX4" fmla="*/ 6957 w 6956"/>
                <a:gd name="connsiteY4" fmla="*/ 0 h 1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6" h="10404">
                  <a:moveTo>
                    <a:pt x="6957" y="0"/>
                  </a:moveTo>
                  <a:lnTo>
                    <a:pt x="0" y="7375"/>
                  </a:lnTo>
                  <a:lnTo>
                    <a:pt x="0" y="10404"/>
                  </a:lnTo>
                  <a:lnTo>
                    <a:pt x="6957" y="1361"/>
                  </a:lnTo>
                  <a:lnTo>
                    <a:pt x="6957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9DC49B28-2E42-83AE-0282-B35D73A15D2F}"/>
                </a:ext>
              </a:extLst>
            </p:cNvPr>
            <p:cNvSpPr>
              <a:spLocks/>
            </p:cNvSpPr>
            <p:nvPr/>
          </p:nvSpPr>
          <p:spPr>
            <a:xfrm>
              <a:off x="9338723" y="2794184"/>
              <a:ext cx="6922" cy="12253"/>
            </a:xfrm>
            <a:custGeom>
              <a:avLst/>
              <a:gdLst>
                <a:gd name="connsiteX0" fmla="*/ 4638 w 4637"/>
                <a:gd name="connsiteY0" fmla="*/ 0 h 8209"/>
                <a:gd name="connsiteX1" fmla="*/ 0 w 4637"/>
                <a:gd name="connsiteY1" fmla="*/ 4083 h 8209"/>
                <a:gd name="connsiteX2" fmla="*/ 0 w 4637"/>
                <a:gd name="connsiteY2" fmla="*/ 8209 h 8209"/>
                <a:gd name="connsiteX3" fmla="*/ 4638 w 4637"/>
                <a:gd name="connsiteY3" fmla="*/ 8209 h 8209"/>
                <a:gd name="connsiteX4" fmla="*/ 4638 w 4637"/>
                <a:gd name="connsiteY4" fmla="*/ 0 h 8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7" h="8209">
                  <a:moveTo>
                    <a:pt x="4638" y="0"/>
                  </a:moveTo>
                  <a:lnTo>
                    <a:pt x="0" y="4083"/>
                  </a:lnTo>
                  <a:lnTo>
                    <a:pt x="0" y="8209"/>
                  </a:lnTo>
                  <a:lnTo>
                    <a:pt x="4638" y="8209"/>
                  </a:lnTo>
                  <a:lnTo>
                    <a:pt x="4638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A5C176C9-4AD0-2F6B-6D5C-8D1EF6827F96}"/>
                </a:ext>
              </a:extLst>
            </p:cNvPr>
            <p:cNvSpPr>
              <a:spLocks/>
            </p:cNvSpPr>
            <p:nvPr/>
          </p:nvSpPr>
          <p:spPr>
            <a:xfrm>
              <a:off x="9354062" y="2750387"/>
              <a:ext cx="30973" cy="30625"/>
            </a:xfrm>
            <a:custGeom>
              <a:avLst/>
              <a:gdLst>
                <a:gd name="connsiteX0" fmla="*/ 20752 w 20751"/>
                <a:gd name="connsiteY0" fmla="*/ 499 h 20517"/>
                <a:gd name="connsiteX1" fmla="*/ 14073 w 20751"/>
                <a:gd name="connsiteY1" fmla="*/ 4055 h 20517"/>
                <a:gd name="connsiteX2" fmla="*/ 5679 w 20751"/>
                <a:gd name="connsiteY2" fmla="*/ 10509 h 20517"/>
                <a:gd name="connsiteX3" fmla="*/ 763 w 20751"/>
                <a:gd name="connsiteY3" fmla="*/ 13933 h 20517"/>
                <a:gd name="connsiteX4" fmla="*/ 763 w 20751"/>
                <a:gd name="connsiteY4" fmla="*/ 20518 h 20517"/>
                <a:gd name="connsiteX5" fmla="*/ 3082 w 20751"/>
                <a:gd name="connsiteY5" fmla="*/ 20518 h 20517"/>
                <a:gd name="connsiteX6" fmla="*/ 4519 w 20751"/>
                <a:gd name="connsiteY6" fmla="*/ 17796 h 20517"/>
                <a:gd name="connsiteX7" fmla="*/ 7395 w 20751"/>
                <a:gd name="connsiteY7" fmla="*/ 17796 h 20517"/>
                <a:gd name="connsiteX8" fmla="*/ 12033 w 20751"/>
                <a:gd name="connsiteY8" fmla="*/ 12572 h 20517"/>
                <a:gd name="connsiteX9" fmla="*/ 16067 w 20751"/>
                <a:gd name="connsiteY9" fmla="*/ 7084 h 20517"/>
                <a:gd name="connsiteX10" fmla="*/ 20705 w 20751"/>
                <a:gd name="connsiteY10" fmla="*/ 4889 h 20517"/>
                <a:gd name="connsiteX11" fmla="*/ 20705 w 20751"/>
                <a:gd name="connsiteY11" fmla="*/ 499 h 20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751" h="20517">
                  <a:moveTo>
                    <a:pt x="20752" y="499"/>
                  </a:moveTo>
                  <a:cubicBezTo>
                    <a:pt x="15835" y="-1696"/>
                    <a:pt x="14073" y="4055"/>
                    <a:pt x="14073" y="4055"/>
                  </a:cubicBezTo>
                  <a:cubicBezTo>
                    <a:pt x="13146" y="-422"/>
                    <a:pt x="5679" y="10509"/>
                    <a:pt x="5679" y="10509"/>
                  </a:cubicBezTo>
                  <a:cubicBezTo>
                    <a:pt x="5679" y="10509"/>
                    <a:pt x="2479" y="12309"/>
                    <a:pt x="763" y="13933"/>
                  </a:cubicBezTo>
                  <a:cubicBezTo>
                    <a:pt x="-953" y="15557"/>
                    <a:pt x="763" y="20518"/>
                    <a:pt x="763" y="20518"/>
                  </a:cubicBezTo>
                  <a:lnTo>
                    <a:pt x="3082" y="20518"/>
                  </a:lnTo>
                  <a:lnTo>
                    <a:pt x="4519" y="17796"/>
                  </a:lnTo>
                  <a:lnTo>
                    <a:pt x="7395" y="17796"/>
                  </a:lnTo>
                  <a:lnTo>
                    <a:pt x="12033" y="12572"/>
                  </a:lnTo>
                  <a:lnTo>
                    <a:pt x="16067" y="7084"/>
                  </a:lnTo>
                  <a:lnTo>
                    <a:pt x="20705" y="4889"/>
                  </a:lnTo>
                  <a:lnTo>
                    <a:pt x="20705" y="49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43115BC2-9969-5766-EB4F-41ADC7152B67}"/>
                </a:ext>
              </a:extLst>
            </p:cNvPr>
            <p:cNvSpPr>
              <a:spLocks/>
            </p:cNvSpPr>
            <p:nvPr/>
          </p:nvSpPr>
          <p:spPr>
            <a:xfrm>
              <a:off x="9030406" y="2620080"/>
              <a:ext cx="76626" cy="296573"/>
            </a:xfrm>
            <a:custGeom>
              <a:avLst/>
              <a:gdLst>
                <a:gd name="connsiteX0" fmla="*/ 3892 w 51336"/>
                <a:gd name="connsiteY0" fmla="*/ 67782 h 198691"/>
                <a:gd name="connsiteX1" fmla="*/ 9504 w 51336"/>
                <a:gd name="connsiteY1" fmla="*/ 85342 h 198691"/>
                <a:gd name="connsiteX2" fmla="*/ 9225 w 51336"/>
                <a:gd name="connsiteY2" fmla="*/ 97590 h 198691"/>
                <a:gd name="connsiteX3" fmla="*/ 9504 w 51336"/>
                <a:gd name="connsiteY3" fmla="*/ 110058 h 198691"/>
                <a:gd name="connsiteX4" fmla="*/ 7741 w 51336"/>
                <a:gd name="connsiteY4" fmla="*/ 120769 h 198691"/>
                <a:gd name="connsiteX5" fmla="*/ 5701 w 51336"/>
                <a:gd name="connsiteY5" fmla="*/ 132842 h 198691"/>
                <a:gd name="connsiteX6" fmla="*/ 9736 w 51336"/>
                <a:gd name="connsiteY6" fmla="*/ 145748 h 198691"/>
                <a:gd name="connsiteX7" fmla="*/ 8854 w 51336"/>
                <a:gd name="connsiteY7" fmla="*/ 155055 h 198691"/>
                <a:gd name="connsiteX8" fmla="*/ 6814 w 51336"/>
                <a:gd name="connsiteY8" fmla="*/ 170420 h 198691"/>
                <a:gd name="connsiteX9" fmla="*/ 6536 w 51336"/>
                <a:gd name="connsiteY9" fmla="*/ 179464 h 198691"/>
                <a:gd name="connsiteX10" fmla="*/ 6536 w 51336"/>
                <a:gd name="connsiteY10" fmla="*/ 198692 h 198691"/>
                <a:gd name="connsiteX11" fmla="*/ 10292 w 51336"/>
                <a:gd name="connsiteY11" fmla="*/ 191009 h 198691"/>
                <a:gd name="connsiteX12" fmla="*/ 17249 w 51336"/>
                <a:gd name="connsiteY12" fmla="*/ 180868 h 198691"/>
                <a:gd name="connsiteX13" fmla="*/ 21887 w 51336"/>
                <a:gd name="connsiteY13" fmla="*/ 184161 h 198691"/>
                <a:gd name="connsiteX14" fmla="*/ 27081 w 51336"/>
                <a:gd name="connsiteY14" fmla="*/ 185258 h 198691"/>
                <a:gd name="connsiteX15" fmla="*/ 29956 w 51336"/>
                <a:gd name="connsiteY15" fmla="*/ 195399 h 198691"/>
                <a:gd name="connsiteX16" fmla="*/ 31394 w 51336"/>
                <a:gd name="connsiteY16" fmla="*/ 190482 h 198691"/>
                <a:gd name="connsiteX17" fmla="*/ 31394 w 51336"/>
                <a:gd name="connsiteY17" fmla="*/ 184732 h 198691"/>
                <a:gd name="connsiteX18" fmla="*/ 24994 w 51336"/>
                <a:gd name="connsiteY18" fmla="*/ 178410 h 198691"/>
                <a:gd name="connsiteX19" fmla="*/ 17156 w 51336"/>
                <a:gd name="connsiteY19" fmla="*/ 162782 h 198691"/>
                <a:gd name="connsiteX20" fmla="*/ 17713 w 51336"/>
                <a:gd name="connsiteY20" fmla="*/ 144387 h 198691"/>
                <a:gd name="connsiteX21" fmla="*/ 21469 w 51336"/>
                <a:gd name="connsiteY21" fmla="*/ 135081 h 198691"/>
                <a:gd name="connsiteX22" fmla="*/ 29585 w 51336"/>
                <a:gd name="connsiteY22" fmla="*/ 124940 h 198691"/>
                <a:gd name="connsiteX23" fmla="*/ 51336 w 51336"/>
                <a:gd name="connsiteY23" fmla="*/ 136749 h 198691"/>
                <a:gd name="connsiteX24" fmla="*/ 51336 w 51336"/>
                <a:gd name="connsiteY24" fmla="*/ 133720 h 198691"/>
                <a:gd name="connsiteX25" fmla="*/ 45539 w 51336"/>
                <a:gd name="connsiteY25" fmla="*/ 128496 h 198691"/>
                <a:gd name="connsiteX26" fmla="*/ 37145 w 51336"/>
                <a:gd name="connsiteY26" fmla="*/ 106546 h 198691"/>
                <a:gd name="connsiteX27" fmla="*/ 31347 w 51336"/>
                <a:gd name="connsiteY27" fmla="*/ 74147 h 198691"/>
                <a:gd name="connsiteX28" fmla="*/ 26988 w 51336"/>
                <a:gd name="connsiteY28" fmla="*/ 68923 h 198691"/>
                <a:gd name="connsiteX29" fmla="*/ 25550 w 51336"/>
                <a:gd name="connsiteY29" fmla="*/ 62602 h 198691"/>
                <a:gd name="connsiteX30" fmla="*/ 24669 w 51336"/>
                <a:gd name="connsiteY30" fmla="*/ 52153 h 198691"/>
                <a:gd name="connsiteX31" fmla="*/ 27545 w 51336"/>
                <a:gd name="connsiteY31" fmla="*/ 38457 h 198691"/>
                <a:gd name="connsiteX32" fmla="*/ 24066 w 51336"/>
                <a:gd name="connsiteY32" fmla="*/ 30203 h 198691"/>
                <a:gd name="connsiteX33" fmla="*/ 22025 w 51336"/>
                <a:gd name="connsiteY33" fmla="*/ 13477 h 198691"/>
                <a:gd name="connsiteX34" fmla="*/ 24344 w 51336"/>
                <a:gd name="connsiteY34" fmla="*/ 7419 h 198691"/>
                <a:gd name="connsiteX35" fmla="*/ 18547 w 51336"/>
                <a:gd name="connsiteY35" fmla="*/ 0 h 198691"/>
                <a:gd name="connsiteX36" fmla="*/ 15672 w 51336"/>
                <a:gd name="connsiteY36" fmla="*/ 3029 h 198691"/>
                <a:gd name="connsiteX37" fmla="*/ 11591 w 51336"/>
                <a:gd name="connsiteY37" fmla="*/ 3029 h 198691"/>
                <a:gd name="connsiteX38" fmla="*/ 17110 w 51336"/>
                <a:gd name="connsiteY38" fmla="*/ 10141 h 198691"/>
                <a:gd name="connsiteX39" fmla="*/ 18826 w 51336"/>
                <a:gd name="connsiteY39" fmla="*/ 19448 h 198691"/>
                <a:gd name="connsiteX40" fmla="*/ 17388 w 51336"/>
                <a:gd name="connsiteY40" fmla="*/ 16155 h 198691"/>
                <a:gd name="connsiteX41" fmla="*/ 15672 w 51336"/>
                <a:gd name="connsiteY41" fmla="*/ 19448 h 198691"/>
                <a:gd name="connsiteX42" fmla="*/ 15672 w 51336"/>
                <a:gd name="connsiteY42" fmla="*/ 22170 h 198691"/>
                <a:gd name="connsiteX43" fmla="*/ 11869 w 51336"/>
                <a:gd name="connsiteY43" fmla="*/ 25726 h 198691"/>
                <a:gd name="connsiteX44" fmla="*/ 8669 w 51336"/>
                <a:gd name="connsiteY44" fmla="*/ 22170 h 198691"/>
                <a:gd name="connsiteX45" fmla="*/ 5469 w 51336"/>
                <a:gd name="connsiteY45" fmla="*/ 33408 h 198691"/>
                <a:gd name="connsiteX46" fmla="*/ 2269 w 51336"/>
                <a:gd name="connsiteY46" fmla="*/ 52900 h 198691"/>
                <a:gd name="connsiteX47" fmla="*/ 3614 w 51336"/>
                <a:gd name="connsiteY47" fmla="*/ 67738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336" h="198691">
                  <a:moveTo>
                    <a:pt x="3892" y="67782"/>
                  </a:moveTo>
                  <a:cubicBezTo>
                    <a:pt x="13631" y="74367"/>
                    <a:pt x="9504" y="85342"/>
                    <a:pt x="9504" y="85342"/>
                  </a:cubicBezTo>
                  <a:cubicBezTo>
                    <a:pt x="3707" y="95790"/>
                    <a:pt x="9225" y="97590"/>
                    <a:pt x="9225" y="97590"/>
                  </a:cubicBezTo>
                  <a:lnTo>
                    <a:pt x="9504" y="110058"/>
                  </a:lnTo>
                  <a:lnTo>
                    <a:pt x="7741" y="120769"/>
                  </a:lnTo>
                  <a:lnTo>
                    <a:pt x="5701" y="132842"/>
                  </a:lnTo>
                  <a:cubicBezTo>
                    <a:pt x="2501" y="139427"/>
                    <a:pt x="9736" y="145748"/>
                    <a:pt x="9736" y="145748"/>
                  </a:cubicBezTo>
                  <a:lnTo>
                    <a:pt x="8854" y="155055"/>
                  </a:lnTo>
                  <a:cubicBezTo>
                    <a:pt x="4217" y="160806"/>
                    <a:pt x="6814" y="170420"/>
                    <a:pt x="6814" y="170420"/>
                  </a:cubicBezTo>
                  <a:lnTo>
                    <a:pt x="6536" y="179464"/>
                  </a:lnTo>
                  <a:cubicBezTo>
                    <a:pt x="461" y="184688"/>
                    <a:pt x="6536" y="198692"/>
                    <a:pt x="6536" y="198692"/>
                  </a:cubicBezTo>
                  <a:cubicBezTo>
                    <a:pt x="11452" y="198692"/>
                    <a:pt x="10292" y="195399"/>
                    <a:pt x="10292" y="191009"/>
                  </a:cubicBezTo>
                  <a:cubicBezTo>
                    <a:pt x="10292" y="186619"/>
                    <a:pt x="17249" y="180868"/>
                    <a:pt x="17249" y="180868"/>
                  </a:cubicBezTo>
                  <a:lnTo>
                    <a:pt x="21887" y="184161"/>
                  </a:lnTo>
                  <a:lnTo>
                    <a:pt x="27081" y="185258"/>
                  </a:lnTo>
                  <a:lnTo>
                    <a:pt x="29956" y="195399"/>
                  </a:lnTo>
                  <a:lnTo>
                    <a:pt x="31394" y="190482"/>
                  </a:lnTo>
                  <a:lnTo>
                    <a:pt x="31394" y="184732"/>
                  </a:lnTo>
                  <a:cubicBezTo>
                    <a:pt x="31116" y="177620"/>
                    <a:pt x="24994" y="178410"/>
                    <a:pt x="24994" y="178410"/>
                  </a:cubicBezTo>
                  <a:cubicBezTo>
                    <a:pt x="25550" y="170727"/>
                    <a:pt x="17156" y="162782"/>
                    <a:pt x="17156" y="162782"/>
                  </a:cubicBezTo>
                  <a:cubicBezTo>
                    <a:pt x="13121" y="154836"/>
                    <a:pt x="17713" y="144387"/>
                    <a:pt x="17713" y="144387"/>
                  </a:cubicBezTo>
                  <a:lnTo>
                    <a:pt x="21469" y="135081"/>
                  </a:lnTo>
                  <a:cubicBezTo>
                    <a:pt x="21469" y="135081"/>
                    <a:pt x="22350" y="128759"/>
                    <a:pt x="29585" y="124940"/>
                  </a:cubicBezTo>
                  <a:cubicBezTo>
                    <a:pt x="36820" y="121076"/>
                    <a:pt x="51336" y="136749"/>
                    <a:pt x="51336" y="136749"/>
                  </a:cubicBezTo>
                  <a:lnTo>
                    <a:pt x="51336" y="133720"/>
                  </a:lnTo>
                  <a:lnTo>
                    <a:pt x="45539" y="128496"/>
                  </a:lnTo>
                  <a:cubicBezTo>
                    <a:pt x="45539" y="128496"/>
                    <a:pt x="40623" y="113965"/>
                    <a:pt x="37145" y="106546"/>
                  </a:cubicBezTo>
                  <a:cubicBezTo>
                    <a:pt x="33666" y="99126"/>
                    <a:pt x="31347" y="74147"/>
                    <a:pt x="31347" y="74147"/>
                  </a:cubicBezTo>
                  <a:cubicBezTo>
                    <a:pt x="31069" y="67826"/>
                    <a:pt x="26988" y="68923"/>
                    <a:pt x="26988" y="68923"/>
                  </a:cubicBezTo>
                  <a:cubicBezTo>
                    <a:pt x="28704" y="64797"/>
                    <a:pt x="25550" y="62602"/>
                    <a:pt x="25550" y="62602"/>
                  </a:cubicBezTo>
                  <a:lnTo>
                    <a:pt x="24669" y="52153"/>
                  </a:lnTo>
                  <a:cubicBezTo>
                    <a:pt x="24669" y="52153"/>
                    <a:pt x="30466" y="40915"/>
                    <a:pt x="27545" y="38457"/>
                  </a:cubicBezTo>
                  <a:cubicBezTo>
                    <a:pt x="24623" y="35998"/>
                    <a:pt x="24066" y="30203"/>
                    <a:pt x="24066" y="30203"/>
                  </a:cubicBezTo>
                  <a:cubicBezTo>
                    <a:pt x="26663" y="23091"/>
                    <a:pt x="22025" y="13477"/>
                    <a:pt x="22025" y="13477"/>
                  </a:cubicBezTo>
                  <a:lnTo>
                    <a:pt x="24344" y="7419"/>
                  </a:lnTo>
                  <a:lnTo>
                    <a:pt x="18547" y="0"/>
                  </a:lnTo>
                  <a:lnTo>
                    <a:pt x="15672" y="3029"/>
                  </a:lnTo>
                  <a:lnTo>
                    <a:pt x="11591" y="3029"/>
                  </a:lnTo>
                  <a:cubicBezTo>
                    <a:pt x="11591" y="3029"/>
                    <a:pt x="14466" y="8780"/>
                    <a:pt x="17110" y="10141"/>
                  </a:cubicBezTo>
                  <a:cubicBezTo>
                    <a:pt x="19707" y="11502"/>
                    <a:pt x="18826" y="19448"/>
                    <a:pt x="18826" y="19448"/>
                  </a:cubicBezTo>
                  <a:lnTo>
                    <a:pt x="17388" y="16155"/>
                  </a:lnTo>
                  <a:lnTo>
                    <a:pt x="15672" y="19448"/>
                  </a:lnTo>
                  <a:lnTo>
                    <a:pt x="15672" y="22170"/>
                  </a:lnTo>
                  <a:lnTo>
                    <a:pt x="11869" y="25726"/>
                  </a:lnTo>
                  <a:lnTo>
                    <a:pt x="8669" y="22170"/>
                  </a:lnTo>
                  <a:cubicBezTo>
                    <a:pt x="-885" y="26560"/>
                    <a:pt x="5469" y="33408"/>
                    <a:pt x="5469" y="33408"/>
                  </a:cubicBezTo>
                  <a:cubicBezTo>
                    <a:pt x="5747" y="41091"/>
                    <a:pt x="2269" y="52900"/>
                    <a:pt x="2269" y="52900"/>
                  </a:cubicBezTo>
                  <a:cubicBezTo>
                    <a:pt x="-3528" y="64138"/>
                    <a:pt x="3614" y="67738"/>
                    <a:pt x="3614" y="6773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8940ED98-4F63-1FFF-F2C5-C1351E581161}"/>
                </a:ext>
              </a:extLst>
            </p:cNvPr>
            <p:cNvSpPr>
              <a:spLocks/>
            </p:cNvSpPr>
            <p:nvPr/>
          </p:nvSpPr>
          <p:spPr>
            <a:xfrm>
              <a:off x="8914795" y="2588202"/>
              <a:ext cx="37589" cy="21034"/>
            </a:xfrm>
            <a:custGeom>
              <a:avLst/>
              <a:gdLst>
                <a:gd name="connsiteX0" fmla="*/ 15026 w 25183"/>
                <a:gd name="connsiteY0" fmla="*/ 11787 h 14092"/>
                <a:gd name="connsiteX1" fmla="*/ 21983 w 25183"/>
                <a:gd name="connsiteY1" fmla="*/ 8757 h 14092"/>
                <a:gd name="connsiteX2" fmla="*/ 25183 w 25183"/>
                <a:gd name="connsiteY2" fmla="*/ 5728 h 14092"/>
                <a:gd name="connsiteX3" fmla="*/ 21705 w 25183"/>
                <a:gd name="connsiteY3" fmla="*/ 2085 h 14092"/>
                <a:gd name="connsiteX4" fmla="*/ 12151 w 25183"/>
                <a:gd name="connsiteY4" fmla="*/ 2172 h 14092"/>
                <a:gd name="connsiteX5" fmla="*/ 0 w 25183"/>
                <a:gd name="connsiteY5" fmla="*/ 6826 h 14092"/>
                <a:gd name="connsiteX6" fmla="*/ 1437 w 25183"/>
                <a:gd name="connsiteY6" fmla="*/ 8757 h 14092"/>
                <a:gd name="connsiteX7" fmla="*/ 4313 w 25183"/>
                <a:gd name="connsiteY7" fmla="*/ 6826 h 14092"/>
                <a:gd name="connsiteX8" fmla="*/ 7792 w 25183"/>
                <a:gd name="connsiteY8" fmla="*/ 8757 h 14092"/>
                <a:gd name="connsiteX9" fmla="*/ 7792 w 25183"/>
                <a:gd name="connsiteY9" fmla="*/ 4894 h 14092"/>
                <a:gd name="connsiteX10" fmla="*/ 10667 w 25183"/>
                <a:gd name="connsiteY10" fmla="*/ 8450 h 14092"/>
                <a:gd name="connsiteX11" fmla="*/ 15026 w 25183"/>
                <a:gd name="connsiteY11" fmla="*/ 11743 h 14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183" h="14092">
                  <a:moveTo>
                    <a:pt x="15026" y="11787"/>
                  </a:moveTo>
                  <a:cubicBezTo>
                    <a:pt x="19942" y="18372"/>
                    <a:pt x="21983" y="8757"/>
                    <a:pt x="21983" y="8757"/>
                  </a:cubicBezTo>
                  <a:lnTo>
                    <a:pt x="25183" y="5728"/>
                  </a:lnTo>
                  <a:lnTo>
                    <a:pt x="21705" y="2085"/>
                  </a:lnTo>
                  <a:cubicBezTo>
                    <a:pt x="17669" y="-2657"/>
                    <a:pt x="12151" y="2172"/>
                    <a:pt x="12151" y="2172"/>
                  </a:cubicBezTo>
                  <a:cubicBezTo>
                    <a:pt x="5751" y="1338"/>
                    <a:pt x="0" y="6826"/>
                    <a:pt x="0" y="6826"/>
                  </a:cubicBezTo>
                  <a:lnTo>
                    <a:pt x="1437" y="8757"/>
                  </a:lnTo>
                  <a:lnTo>
                    <a:pt x="4313" y="6826"/>
                  </a:lnTo>
                  <a:lnTo>
                    <a:pt x="7792" y="8757"/>
                  </a:lnTo>
                  <a:lnTo>
                    <a:pt x="7792" y="4894"/>
                  </a:lnTo>
                  <a:cubicBezTo>
                    <a:pt x="15629" y="2963"/>
                    <a:pt x="10667" y="8450"/>
                    <a:pt x="10667" y="8450"/>
                  </a:cubicBezTo>
                  <a:cubicBezTo>
                    <a:pt x="7467" y="12313"/>
                    <a:pt x="15026" y="11743"/>
                    <a:pt x="15026" y="1174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CB86B8DC-EF47-875A-387B-2E00862A5705}"/>
                </a:ext>
              </a:extLst>
            </p:cNvPr>
            <p:cNvSpPr>
              <a:spLocks/>
            </p:cNvSpPr>
            <p:nvPr/>
          </p:nvSpPr>
          <p:spPr>
            <a:xfrm>
              <a:off x="8053853" y="3563074"/>
              <a:ext cx="170499" cy="196776"/>
            </a:xfrm>
            <a:custGeom>
              <a:avLst/>
              <a:gdLst>
                <a:gd name="connsiteX0" fmla="*/ 106343 w 114227"/>
                <a:gd name="connsiteY0" fmla="*/ 118047 h 131831"/>
                <a:gd name="connsiteX1" fmla="*/ 107224 w 114227"/>
                <a:gd name="connsiteY1" fmla="*/ 107599 h 131831"/>
                <a:gd name="connsiteX2" fmla="*/ 107595 w 114227"/>
                <a:gd name="connsiteY2" fmla="*/ 106897 h 131831"/>
                <a:gd name="connsiteX3" fmla="*/ 114227 w 114227"/>
                <a:gd name="connsiteY3" fmla="*/ 100838 h 131831"/>
                <a:gd name="connsiteX4" fmla="*/ 107271 w 114227"/>
                <a:gd name="connsiteY4" fmla="*/ 97546 h 131831"/>
                <a:gd name="connsiteX5" fmla="*/ 101473 w 114227"/>
                <a:gd name="connsiteY5" fmla="*/ 97546 h 131831"/>
                <a:gd name="connsiteX6" fmla="*/ 100314 w 114227"/>
                <a:gd name="connsiteY6" fmla="*/ 96448 h 131831"/>
                <a:gd name="connsiteX7" fmla="*/ 100314 w 114227"/>
                <a:gd name="connsiteY7" fmla="*/ 87888 h 131831"/>
                <a:gd name="connsiteX8" fmla="*/ 86818 w 114227"/>
                <a:gd name="connsiteY8" fmla="*/ 76957 h 131831"/>
                <a:gd name="connsiteX9" fmla="*/ 86447 w 114227"/>
                <a:gd name="connsiteY9" fmla="*/ 76474 h 131831"/>
                <a:gd name="connsiteX10" fmla="*/ 84267 w 114227"/>
                <a:gd name="connsiteY10" fmla="*/ 70284 h 131831"/>
                <a:gd name="connsiteX11" fmla="*/ 78285 w 114227"/>
                <a:gd name="connsiteY11" fmla="*/ 66904 h 131831"/>
                <a:gd name="connsiteX12" fmla="*/ 77728 w 114227"/>
                <a:gd name="connsiteY12" fmla="*/ 65982 h 131831"/>
                <a:gd name="connsiteX13" fmla="*/ 77728 w 114227"/>
                <a:gd name="connsiteY13" fmla="*/ 59441 h 131831"/>
                <a:gd name="connsiteX14" fmla="*/ 72812 w 114227"/>
                <a:gd name="connsiteY14" fmla="*/ 58255 h 131831"/>
                <a:gd name="connsiteX15" fmla="*/ 57229 w 114227"/>
                <a:gd name="connsiteY15" fmla="*/ 51627 h 131831"/>
                <a:gd name="connsiteX16" fmla="*/ 56580 w 114227"/>
                <a:gd name="connsiteY16" fmla="*/ 50792 h 131831"/>
                <a:gd name="connsiteX17" fmla="*/ 56951 w 114227"/>
                <a:gd name="connsiteY17" fmla="*/ 49827 h 131831"/>
                <a:gd name="connsiteX18" fmla="*/ 60569 w 114227"/>
                <a:gd name="connsiteY18" fmla="*/ 46841 h 131831"/>
                <a:gd name="connsiteX19" fmla="*/ 58482 w 114227"/>
                <a:gd name="connsiteY19" fmla="*/ 43505 h 131831"/>
                <a:gd name="connsiteX20" fmla="*/ 58575 w 114227"/>
                <a:gd name="connsiteY20" fmla="*/ 42232 h 131831"/>
                <a:gd name="connsiteX21" fmla="*/ 59873 w 114227"/>
                <a:gd name="connsiteY21" fmla="*/ 41881 h 131831"/>
                <a:gd name="connsiteX22" fmla="*/ 70632 w 114227"/>
                <a:gd name="connsiteY22" fmla="*/ 45612 h 131831"/>
                <a:gd name="connsiteX23" fmla="*/ 73508 w 114227"/>
                <a:gd name="connsiteY23" fmla="*/ 37666 h 131831"/>
                <a:gd name="connsiteX24" fmla="*/ 67247 w 114227"/>
                <a:gd name="connsiteY24" fmla="*/ 30467 h 131831"/>
                <a:gd name="connsiteX25" fmla="*/ 67386 w 114227"/>
                <a:gd name="connsiteY25" fmla="*/ 28974 h 131831"/>
                <a:gd name="connsiteX26" fmla="*/ 68685 w 114227"/>
                <a:gd name="connsiteY26" fmla="*/ 27877 h 131831"/>
                <a:gd name="connsiteX27" fmla="*/ 61775 w 114227"/>
                <a:gd name="connsiteY27" fmla="*/ 24804 h 131831"/>
                <a:gd name="connsiteX28" fmla="*/ 56256 w 114227"/>
                <a:gd name="connsiteY28" fmla="*/ 30511 h 131831"/>
                <a:gd name="connsiteX29" fmla="*/ 54679 w 114227"/>
                <a:gd name="connsiteY29" fmla="*/ 30642 h 131831"/>
                <a:gd name="connsiteX30" fmla="*/ 40627 w 114227"/>
                <a:gd name="connsiteY30" fmla="*/ 20194 h 131831"/>
                <a:gd name="connsiteX31" fmla="*/ 40348 w 114227"/>
                <a:gd name="connsiteY31" fmla="*/ 18789 h 131831"/>
                <a:gd name="connsiteX32" fmla="*/ 44197 w 114227"/>
                <a:gd name="connsiteY32" fmla="*/ 12204 h 131831"/>
                <a:gd name="connsiteX33" fmla="*/ 39792 w 114227"/>
                <a:gd name="connsiteY33" fmla="*/ 12204 h 131831"/>
                <a:gd name="connsiteX34" fmla="*/ 38864 w 114227"/>
                <a:gd name="connsiteY34" fmla="*/ 11765 h 131831"/>
                <a:gd name="connsiteX35" fmla="*/ 30980 w 114227"/>
                <a:gd name="connsiteY35" fmla="*/ 1888 h 131831"/>
                <a:gd name="connsiteX36" fmla="*/ 25044 w 114227"/>
                <a:gd name="connsiteY36" fmla="*/ 0 h 131831"/>
                <a:gd name="connsiteX37" fmla="*/ 22632 w 114227"/>
                <a:gd name="connsiteY37" fmla="*/ 2283 h 131831"/>
                <a:gd name="connsiteX38" fmla="*/ 27548 w 114227"/>
                <a:gd name="connsiteY38" fmla="*/ 13389 h 131831"/>
                <a:gd name="connsiteX39" fmla="*/ 27641 w 114227"/>
                <a:gd name="connsiteY39" fmla="*/ 13828 h 131831"/>
                <a:gd name="connsiteX40" fmla="*/ 27641 w 114227"/>
                <a:gd name="connsiteY40" fmla="*/ 19316 h 131831"/>
                <a:gd name="connsiteX41" fmla="*/ 26481 w 114227"/>
                <a:gd name="connsiteY41" fmla="*/ 20414 h 131831"/>
                <a:gd name="connsiteX42" fmla="*/ 18087 w 114227"/>
                <a:gd name="connsiteY42" fmla="*/ 20414 h 131831"/>
                <a:gd name="connsiteX43" fmla="*/ 16974 w 114227"/>
                <a:gd name="connsiteY43" fmla="*/ 19667 h 131831"/>
                <a:gd name="connsiteX44" fmla="*/ 15536 w 114227"/>
                <a:gd name="connsiteY44" fmla="*/ 15497 h 131831"/>
                <a:gd name="connsiteX45" fmla="*/ 10528 w 114227"/>
                <a:gd name="connsiteY45" fmla="*/ 25155 h 131831"/>
                <a:gd name="connsiteX46" fmla="*/ 10296 w 114227"/>
                <a:gd name="connsiteY46" fmla="*/ 26077 h 131831"/>
                <a:gd name="connsiteX47" fmla="*/ 9414 w 114227"/>
                <a:gd name="connsiteY47" fmla="*/ 26472 h 131831"/>
                <a:gd name="connsiteX48" fmla="*/ 3710 w 114227"/>
                <a:gd name="connsiteY48" fmla="*/ 26472 h 131831"/>
                <a:gd name="connsiteX49" fmla="*/ 0 w 114227"/>
                <a:gd name="connsiteY49" fmla="*/ 32837 h 131831"/>
                <a:gd name="connsiteX50" fmla="*/ 6678 w 114227"/>
                <a:gd name="connsiteY50" fmla="*/ 46227 h 131831"/>
                <a:gd name="connsiteX51" fmla="*/ 9461 w 114227"/>
                <a:gd name="connsiteY51" fmla="*/ 46227 h 131831"/>
                <a:gd name="connsiteX52" fmla="*/ 10574 w 114227"/>
                <a:gd name="connsiteY52" fmla="*/ 44954 h 131831"/>
                <a:gd name="connsiteX53" fmla="*/ 11316 w 114227"/>
                <a:gd name="connsiteY53" fmla="*/ 44559 h 131831"/>
                <a:gd name="connsiteX54" fmla="*/ 16093 w 114227"/>
                <a:gd name="connsiteY54" fmla="*/ 44032 h 131831"/>
                <a:gd name="connsiteX55" fmla="*/ 17345 w 114227"/>
                <a:gd name="connsiteY55" fmla="*/ 44822 h 131831"/>
                <a:gd name="connsiteX56" fmla="*/ 19525 w 114227"/>
                <a:gd name="connsiteY56" fmla="*/ 51802 h 131831"/>
                <a:gd name="connsiteX57" fmla="*/ 19525 w 114227"/>
                <a:gd name="connsiteY57" fmla="*/ 52504 h 131831"/>
                <a:gd name="connsiteX58" fmla="*/ 15073 w 114227"/>
                <a:gd name="connsiteY58" fmla="*/ 63436 h 131831"/>
                <a:gd name="connsiteX59" fmla="*/ 17299 w 114227"/>
                <a:gd name="connsiteY59" fmla="*/ 67650 h 131831"/>
                <a:gd name="connsiteX60" fmla="*/ 17299 w 114227"/>
                <a:gd name="connsiteY60" fmla="*/ 68528 h 131831"/>
                <a:gd name="connsiteX61" fmla="*/ 14191 w 114227"/>
                <a:gd name="connsiteY61" fmla="*/ 76123 h 131831"/>
                <a:gd name="connsiteX62" fmla="*/ 16278 w 114227"/>
                <a:gd name="connsiteY62" fmla="*/ 78318 h 131831"/>
                <a:gd name="connsiteX63" fmla="*/ 28568 w 114227"/>
                <a:gd name="connsiteY63" fmla="*/ 67299 h 131831"/>
                <a:gd name="connsiteX64" fmla="*/ 29913 w 114227"/>
                <a:gd name="connsiteY64" fmla="*/ 67123 h 131831"/>
                <a:gd name="connsiteX65" fmla="*/ 41229 w 114227"/>
                <a:gd name="connsiteY65" fmla="*/ 73050 h 131831"/>
                <a:gd name="connsiteX66" fmla="*/ 48743 w 114227"/>
                <a:gd name="connsiteY66" fmla="*/ 61460 h 131831"/>
                <a:gd name="connsiteX67" fmla="*/ 49206 w 114227"/>
                <a:gd name="connsiteY67" fmla="*/ 60582 h 131831"/>
                <a:gd name="connsiteX68" fmla="*/ 50227 w 114227"/>
                <a:gd name="connsiteY68" fmla="*/ 60407 h 131831"/>
                <a:gd name="connsiteX69" fmla="*/ 61821 w 114227"/>
                <a:gd name="connsiteY69" fmla="*/ 63962 h 131831"/>
                <a:gd name="connsiteX70" fmla="*/ 62377 w 114227"/>
                <a:gd name="connsiteY70" fmla="*/ 64314 h 131831"/>
                <a:gd name="connsiteX71" fmla="*/ 73091 w 114227"/>
                <a:gd name="connsiteY71" fmla="*/ 76649 h 131831"/>
                <a:gd name="connsiteX72" fmla="*/ 73369 w 114227"/>
                <a:gd name="connsiteY72" fmla="*/ 77352 h 131831"/>
                <a:gd name="connsiteX73" fmla="*/ 73369 w 114227"/>
                <a:gd name="connsiteY73" fmla="*/ 95132 h 131831"/>
                <a:gd name="connsiteX74" fmla="*/ 78517 w 114227"/>
                <a:gd name="connsiteY74" fmla="*/ 100092 h 131831"/>
                <a:gd name="connsiteX75" fmla="*/ 83526 w 114227"/>
                <a:gd name="connsiteY75" fmla="*/ 100092 h 131831"/>
                <a:gd name="connsiteX76" fmla="*/ 84639 w 114227"/>
                <a:gd name="connsiteY76" fmla="*/ 100882 h 131831"/>
                <a:gd name="connsiteX77" fmla="*/ 86957 w 114227"/>
                <a:gd name="connsiteY77" fmla="*/ 108565 h 131831"/>
                <a:gd name="connsiteX78" fmla="*/ 86957 w 114227"/>
                <a:gd name="connsiteY78" fmla="*/ 109092 h 131831"/>
                <a:gd name="connsiteX79" fmla="*/ 85566 w 114227"/>
                <a:gd name="connsiteY79" fmla="*/ 115589 h 131831"/>
                <a:gd name="connsiteX80" fmla="*/ 86865 w 114227"/>
                <a:gd name="connsiteY80" fmla="*/ 118267 h 131831"/>
                <a:gd name="connsiteX81" fmla="*/ 86957 w 114227"/>
                <a:gd name="connsiteY81" fmla="*/ 118706 h 131831"/>
                <a:gd name="connsiteX82" fmla="*/ 86957 w 114227"/>
                <a:gd name="connsiteY82" fmla="*/ 124193 h 131831"/>
                <a:gd name="connsiteX83" fmla="*/ 86493 w 114227"/>
                <a:gd name="connsiteY83" fmla="*/ 125071 h 131831"/>
                <a:gd name="connsiteX84" fmla="*/ 82273 w 114227"/>
                <a:gd name="connsiteY84" fmla="*/ 127969 h 131831"/>
                <a:gd name="connsiteX85" fmla="*/ 86401 w 114227"/>
                <a:gd name="connsiteY85" fmla="*/ 128891 h 131831"/>
                <a:gd name="connsiteX86" fmla="*/ 86726 w 114227"/>
                <a:gd name="connsiteY86" fmla="*/ 129022 h 131831"/>
                <a:gd name="connsiteX87" fmla="*/ 91642 w 114227"/>
                <a:gd name="connsiteY87" fmla="*/ 131832 h 131831"/>
                <a:gd name="connsiteX88" fmla="*/ 91642 w 114227"/>
                <a:gd name="connsiteY88" fmla="*/ 127749 h 131831"/>
                <a:gd name="connsiteX89" fmla="*/ 92383 w 114227"/>
                <a:gd name="connsiteY89" fmla="*/ 126740 h 131831"/>
                <a:gd name="connsiteX90" fmla="*/ 101659 w 114227"/>
                <a:gd name="connsiteY90" fmla="*/ 123184 h 131831"/>
                <a:gd name="connsiteX91" fmla="*/ 102865 w 114227"/>
                <a:gd name="connsiteY91" fmla="*/ 123359 h 131831"/>
                <a:gd name="connsiteX92" fmla="*/ 107317 w 114227"/>
                <a:gd name="connsiteY92" fmla="*/ 127135 h 131831"/>
                <a:gd name="connsiteX93" fmla="*/ 110703 w 114227"/>
                <a:gd name="connsiteY93" fmla="*/ 124501 h 131831"/>
                <a:gd name="connsiteX94" fmla="*/ 106621 w 114227"/>
                <a:gd name="connsiteY94" fmla="*/ 118442 h 131831"/>
                <a:gd name="connsiteX95" fmla="*/ 106436 w 114227"/>
                <a:gd name="connsiteY95" fmla="*/ 117784 h 13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14227" h="131831">
                  <a:moveTo>
                    <a:pt x="106343" y="118047"/>
                  </a:moveTo>
                  <a:lnTo>
                    <a:pt x="107224" y="107599"/>
                  </a:lnTo>
                  <a:cubicBezTo>
                    <a:pt x="107224" y="107336"/>
                    <a:pt x="107363" y="107072"/>
                    <a:pt x="107595" y="106897"/>
                  </a:cubicBezTo>
                  <a:lnTo>
                    <a:pt x="114227" y="100838"/>
                  </a:lnTo>
                  <a:lnTo>
                    <a:pt x="107271" y="97546"/>
                  </a:lnTo>
                  <a:lnTo>
                    <a:pt x="101473" y="97546"/>
                  </a:lnTo>
                  <a:cubicBezTo>
                    <a:pt x="100824" y="97546"/>
                    <a:pt x="100314" y="97063"/>
                    <a:pt x="100314" y="96448"/>
                  </a:cubicBezTo>
                  <a:lnTo>
                    <a:pt x="100314" y="87888"/>
                  </a:lnTo>
                  <a:lnTo>
                    <a:pt x="86818" y="76957"/>
                  </a:lnTo>
                  <a:cubicBezTo>
                    <a:pt x="86818" y="76957"/>
                    <a:pt x="86540" y="76649"/>
                    <a:pt x="86447" y="76474"/>
                  </a:cubicBezTo>
                  <a:lnTo>
                    <a:pt x="84267" y="70284"/>
                  </a:lnTo>
                  <a:lnTo>
                    <a:pt x="78285" y="66904"/>
                  </a:lnTo>
                  <a:cubicBezTo>
                    <a:pt x="77914" y="66728"/>
                    <a:pt x="77728" y="66333"/>
                    <a:pt x="77728" y="65982"/>
                  </a:cubicBezTo>
                  <a:lnTo>
                    <a:pt x="77728" y="59441"/>
                  </a:lnTo>
                  <a:lnTo>
                    <a:pt x="72812" y="58255"/>
                  </a:lnTo>
                  <a:lnTo>
                    <a:pt x="57229" y="51627"/>
                  </a:lnTo>
                  <a:cubicBezTo>
                    <a:pt x="56859" y="51451"/>
                    <a:pt x="56626" y="51144"/>
                    <a:pt x="56580" y="50792"/>
                  </a:cubicBezTo>
                  <a:cubicBezTo>
                    <a:pt x="56534" y="50441"/>
                    <a:pt x="56673" y="50046"/>
                    <a:pt x="56951" y="49827"/>
                  </a:cubicBezTo>
                  <a:lnTo>
                    <a:pt x="60569" y="46841"/>
                  </a:lnTo>
                  <a:lnTo>
                    <a:pt x="58482" y="43505"/>
                  </a:lnTo>
                  <a:cubicBezTo>
                    <a:pt x="58250" y="43110"/>
                    <a:pt x="58296" y="42583"/>
                    <a:pt x="58575" y="42232"/>
                  </a:cubicBezTo>
                  <a:cubicBezTo>
                    <a:pt x="58899" y="41881"/>
                    <a:pt x="59409" y="41749"/>
                    <a:pt x="59873" y="41881"/>
                  </a:cubicBezTo>
                  <a:lnTo>
                    <a:pt x="70632" y="45612"/>
                  </a:lnTo>
                  <a:lnTo>
                    <a:pt x="73508" y="37666"/>
                  </a:lnTo>
                  <a:lnTo>
                    <a:pt x="67247" y="30467"/>
                  </a:lnTo>
                  <a:cubicBezTo>
                    <a:pt x="66876" y="30028"/>
                    <a:pt x="66922" y="29325"/>
                    <a:pt x="67386" y="28974"/>
                  </a:cubicBezTo>
                  <a:lnTo>
                    <a:pt x="68685" y="27877"/>
                  </a:lnTo>
                  <a:lnTo>
                    <a:pt x="61775" y="24804"/>
                  </a:lnTo>
                  <a:lnTo>
                    <a:pt x="56256" y="30511"/>
                  </a:lnTo>
                  <a:cubicBezTo>
                    <a:pt x="55838" y="30949"/>
                    <a:pt x="55189" y="30993"/>
                    <a:pt x="54679" y="30642"/>
                  </a:cubicBezTo>
                  <a:lnTo>
                    <a:pt x="40627" y="20194"/>
                  </a:lnTo>
                  <a:cubicBezTo>
                    <a:pt x="40163" y="19843"/>
                    <a:pt x="40070" y="19272"/>
                    <a:pt x="40348" y="18789"/>
                  </a:cubicBezTo>
                  <a:lnTo>
                    <a:pt x="44197" y="12204"/>
                  </a:lnTo>
                  <a:lnTo>
                    <a:pt x="39792" y="12204"/>
                  </a:lnTo>
                  <a:cubicBezTo>
                    <a:pt x="39421" y="12204"/>
                    <a:pt x="39096" y="12029"/>
                    <a:pt x="38864" y="11765"/>
                  </a:cubicBezTo>
                  <a:lnTo>
                    <a:pt x="30980" y="1888"/>
                  </a:lnTo>
                  <a:lnTo>
                    <a:pt x="25044" y="0"/>
                  </a:lnTo>
                  <a:lnTo>
                    <a:pt x="22632" y="2283"/>
                  </a:lnTo>
                  <a:lnTo>
                    <a:pt x="27548" y="13389"/>
                  </a:lnTo>
                  <a:cubicBezTo>
                    <a:pt x="27548" y="13389"/>
                    <a:pt x="27641" y="13653"/>
                    <a:pt x="27641" y="13828"/>
                  </a:cubicBezTo>
                  <a:lnTo>
                    <a:pt x="27641" y="19316"/>
                  </a:lnTo>
                  <a:cubicBezTo>
                    <a:pt x="27641" y="19931"/>
                    <a:pt x="27131" y="20414"/>
                    <a:pt x="26481" y="20414"/>
                  </a:cubicBezTo>
                  <a:lnTo>
                    <a:pt x="18087" y="20414"/>
                  </a:lnTo>
                  <a:cubicBezTo>
                    <a:pt x="17577" y="20414"/>
                    <a:pt x="17160" y="20106"/>
                    <a:pt x="16974" y="19667"/>
                  </a:cubicBezTo>
                  <a:lnTo>
                    <a:pt x="15536" y="15497"/>
                  </a:lnTo>
                  <a:cubicBezTo>
                    <a:pt x="9322" y="19009"/>
                    <a:pt x="10435" y="24891"/>
                    <a:pt x="10528" y="25155"/>
                  </a:cubicBezTo>
                  <a:cubicBezTo>
                    <a:pt x="10620" y="25462"/>
                    <a:pt x="10528" y="25813"/>
                    <a:pt x="10296" y="26077"/>
                  </a:cubicBezTo>
                  <a:cubicBezTo>
                    <a:pt x="10064" y="26340"/>
                    <a:pt x="9739" y="26472"/>
                    <a:pt x="9414" y="26472"/>
                  </a:cubicBezTo>
                  <a:lnTo>
                    <a:pt x="3710" y="26472"/>
                  </a:lnTo>
                  <a:lnTo>
                    <a:pt x="0" y="32837"/>
                  </a:lnTo>
                  <a:lnTo>
                    <a:pt x="6678" y="46227"/>
                  </a:lnTo>
                  <a:lnTo>
                    <a:pt x="9461" y="46227"/>
                  </a:lnTo>
                  <a:lnTo>
                    <a:pt x="10574" y="44954"/>
                  </a:lnTo>
                  <a:cubicBezTo>
                    <a:pt x="10574" y="44954"/>
                    <a:pt x="11038" y="44602"/>
                    <a:pt x="11316" y="44559"/>
                  </a:cubicBezTo>
                  <a:lnTo>
                    <a:pt x="16093" y="44032"/>
                  </a:lnTo>
                  <a:cubicBezTo>
                    <a:pt x="16696" y="43988"/>
                    <a:pt x="17206" y="44295"/>
                    <a:pt x="17345" y="44822"/>
                  </a:cubicBezTo>
                  <a:lnTo>
                    <a:pt x="19525" y="51802"/>
                  </a:lnTo>
                  <a:cubicBezTo>
                    <a:pt x="19571" y="52022"/>
                    <a:pt x="19571" y="52285"/>
                    <a:pt x="19525" y="52504"/>
                  </a:cubicBezTo>
                  <a:lnTo>
                    <a:pt x="15073" y="63436"/>
                  </a:lnTo>
                  <a:lnTo>
                    <a:pt x="17299" y="67650"/>
                  </a:lnTo>
                  <a:cubicBezTo>
                    <a:pt x="17438" y="67913"/>
                    <a:pt x="17484" y="68265"/>
                    <a:pt x="17299" y="68528"/>
                  </a:cubicBezTo>
                  <a:lnTo>
                    <a:pt x="14191" y="76123"/>
                  </a:lnTo>
                  <a:lnTo>
                    <a:pt x="16278" y="78318"/>
                  </a:lnTo>
                  <a:lnTo>
                    <a:pt x="28568" y="67299"/>
                  </a:lnTo>
                  <a:cubicBezTo>
                    <a:pt x="28939" y="66992"/>
                    <a:pt x="29496" y="66904"/>
                    <a:pt x="29913" y="67123"/>
                  </a:cubicBezTo>
                  <a:lnTo>
                    <a:pt x="41229" y="73050"/>
                  </a:lnTo>
                  <a:cubicBezTo>
                    <a:pt x="43084" y="71513"/>
                    <a:pt x="48743" y="66509"/>
                    <a:pt x="48743" y="61460"/>
                  </a:cubicBezTo>
                  <a:cubicBezTo>
                    <a:pt x="48743" y="61109"/>
                    <a:pt x="48928" y="60758"/>
                    <a:pt x="49206" y="60582"/>
                  </a:cubicBezTo>
                  <a:cubicBezTo>
                    <a:pt x="49484" y="60363"/>
                    <a:pt x="49902" y="60319"/>
                    <a:pt x="50227" y="60407"/>
                  </a:cubicBezTo>
                  <a:lnTo>
                    <a:pt x="61821" y="63962"/>
                  </a:lnTo>
                  <a:cubicBezTo>
                    <a:pt x="61821" y="63962"/>
                    <a:pt x="62238" y="64138"/>
                    <a:pt x="62377" y="64314"/>
                  </a:cubicBezTo>
                  <a:lnTo>
                    <a:pt x="73091" y="76649"/>
                  </a:lnTo>
                  <a:cubicBezTo>
                    <a:pt x="73091" y="76649"/>
                    <a:pt x="73369" y="77089"/>
                    <a:pt x="73369" y="77352"/>
                  </a:cubicBezTo>
                  <a:lnTo>
                    <a:pt x="73369" y="95132"/>
                  </a:lnTo>
                  <a:lnTo>
                    <a:pt x="78517" y="100092"/>
                  </a:lnTo>
                  <a:lnTo>
                    <a:pt x="83526" y="100092"/>
                  </a:lnTo>
                  <a:cubicBezTo>
                    <a:pt x="84036" y="100092"/>
                    <a:pt x="84499" y="100399"/>
                    <a:pt x="84639" y="100882"/>
                  </a:cubicBezTo>
                  <a:lnTo>
                    <a:pt x="86957" y="108565"/>
                  </a:lnTo>
                  <a:cubicBezTo>
                    <a:pt x="86957" y="108565"/>
                    <a:pt x="87004" y="108916"/>
                    <a:pt x="86957" y="109092"/>
                  </a:cubicBezTo>
                  <a:lnTo>
                    <a:pt x="85566" y="115589"/>
                  </a:lnTo>
                  <a:lnTo>
                    <a:pt x="86865" y="118267"/>
                  </a:lnTo>
                  <a:cubicBezTo>
                    <a:pt x="86865" y="118267"/>
                    <a:pt x="86957" y="118574"/>
                    <a:pt x="86957" y="118706"/>
                  </a:cubicBezTo>
                  <a:lnTo>
                    <a:pt x="86957" y="124193"/>
                  </a:lnTo>
                  <a:cubicBezTo>
                    <a:pt x="86957" y="124545"/>
                    <a:pt x="86772" y="124896"/>
                    <a:pt x="86493" y="125071"/>
                  </a:cubicBezTo>
                  <a:lnTo>
                    <a:pt x="82273" y="127969"/>
                  </a:lnTo>
                  <a:lnTo>
                    <a:pt x="86401" y="128891"/>
                  </a:lnTo>
                  <a:cubicBezTo>
                    <a:pt x="86401" y="128891"/>
                    <a:pt x="86633" y="128978"/>
                    <a:pt x="86726" y="129022"/>
                  </a:cubicBezTo>
                  <a:lnTo>
                    <a:pt x="91642" y="131832"/>
                  </a:lnTo>
                  <a:lnTo>
                    <a:pt x="91642" y="127749"/>
                  </a:lnTo>
                  <a:cubicBezTo>
                    <a:pt x="91642" y="127310"/>
                    <a:pt x="91920" y="126915"/>
                    <a:pt x="92383" y="126740"/>
                  </a:cubicBezTo>
                  <a:lnTo>
                    <a:pt x="101659" y="123184"/>
                  </a:lnTo>
                  <a:cubicBezTo>
                    <a:pt x="102076" y="123008"/>
                    <a:pt x="102540" y="123096"/>
                    <a:pt x="102865" y="123359"/>
                  </a:cubicBezTo>
                  <a:lnTo>
                    <a:pt x="107317" y="127135"/>
                  </a:lnTo>
                  <a:lnTo>
                    <a:pt x="110703" y="124501"/>
                  </a:lnTo>
                  <a:lnTo>
                    <a:pt x="106621" y="118442"/>
                  </a:lnTo>
                  <a:cubicBezTo>
                    <a:pt x="106621" y="118442"/>
                    <a:pt x="106436" y="118003"/>
                    <a:pt x="106436" y="11778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BC3D3EFE-5E91-620B-EE20-DACCBAA15C9F}"/>
                </a:ext>
              </a:extLst>
            </p:cNvPr>
            <p:cNvSpPr>
              <a:spLocks/>
            </p:cNvSpPr>
            <p:nvPr/>
          </p:nvSpPr>
          <p:spPr>
            <a:xfrm>
              <a:off x="6234711" y="2405478"/>
              <a:ext cx="116849" cy="93573"/>
            </a:xfrm>
            <a:custGeom>
              <a:avLst/>
              <a:gdLst>
                <a:gd name="connsiteX0" fmla="*/ 32232 w 78284"/>
                <a:gd name="connsiteY0" fmla="*/ 43770 h 62690"/>
                <a:gd name="connsiteX1" fmla="*/ 45264 w 78284"/>
                <a:gd name="connsiteY1" fmla="*/ 49828 h 62690"/>
                <a:gd name="connsiteX2" fmla="*/ 45914 w 78284"/>
                <a:gd name="connsiteY2" fmla="*/ 50794 h 62690"/>
                <a:gd name="connsiteX3" fmla="*/ 45914 w 78284"/>
                <a:gd name="connsiteY3" fmla="*/ 53252 h 62690"/>
                <a:gd name="connsiteX4" fmla="*/ 57972 w 78284"/>
                <a:gd name="connsiteY4" fmla="*/ 61549 h 62690"/>
                <a:gd name="connsiteX5" fmla="*/ 63490 w 78284"/>
                <a:gd name="connsiteY5" fmla="*/ 62691 h 62690"/>
                <a:gd name="connsiteX6" fmla="*/ 65207 w 78284"/>
                <a:gd name="connsiteY6" fmla="*/ 59047 h 62690"/>
                <a:gd name="connsiteX7" fmla="*/ 65207 w 78284"/>
                <a:gd name="connsiteY7" fmla="*/ 59047 h 62690"/>
                <a:gd name="connsiteX8" fmla="*/ 66320 w 78284"/>
                <a:gd name="connsiteY8" fmla="*/ 56676 h 62690"/>
                <a:gd name="connsiteX9" fmla="*/ 70725 w 78284"/>
                <a:gd name="connsiteY9" fmla="*/ 49740 h 62690"/>
                <a:gd name="connsiteX10" fmla="*/ 67896 w 78284"/>
                <a:gd name="connsiteY10" fmla="*/ 43594 h 62690"/>
                <a:gd name="connsiteX11" fmla="*/ 64743 w 78284"/>
                <a:gd name="connsiteY11" fmla="*/ 40390 h 62690"/>
                <a:gd name="connsiteX12" fmla="*/ 65299 w 78284"/>
                <a:gd name="connsiteY12" fmla="*/ 36263 h 62690"/>
                <a:gd name="connsiteX13" fmla="*/ 60383 w 78284"/>
                <a:gd name="connsiteY13" fmla="*/ 20635 h 62690"/>
                <a:gd name="connsiteX14" fmla="*/ 69102 w 78284"/>
                <a:gd name="connsiteY14" fmla="*/ 20635 h 62690"/>
                <a:gd name="connsiteX15" fmla="*/ 69752 w 78284"/>
                <a:gd name="connsiteY15" fmla="*/ 20064 h 62690"/>
                <a:gd name="connsiteX16" fmla="*/ 72256 w 78284"/>
                <a:gd name="connsiteY16" fmla="*/ 11020 h 62690"/>
                <a:gd name="connsiteX17" fmla="*/ 73369 w 78284"/>
                <a:gd name="connsiteY17" fmla="*/ 10186 h 62690"/>
                <a:gd name="connsiteX18" fmla="*/ 76662 w 78284"/>
                <a:gd name="connsiteY18" fmla="*/ 10186 h 62690"/>
                <a:gd name="connsiteX19" fmla="*/ 78285 w 78284"/>
                <a:gd name="connsiteY19" fmla="*/ 7860 h 62690"/>
                <a:gd name="connsiteX20" fmla="*/ 75873 w 78284"/>
                <a:gd name="connsiteY20" fmla="*/ 5445 h 62690"/>
                <a:gd name="connsiteX21" fmla="*/ 74853 w 78284"/>
                <a:gd name="connsiteY21" fmla="*/ 6279 h 62690"/>
                <a:gd name="connsiteX22" fmla="*/ 57647 w 78284"/>
                <a:gd name="connsiteY22" fmla="*/ 5182 h 62690"/>
                <a:gd name="connsiteX23" fmla="*/ 48743 w 78284"/>
                <a:gd name="connsiteY23" fmla="*/ 1889 h 62690"/>
                <a:gd name="connsiteX24" fmla="*/ 33067 w 78284"/>
                <a:gd name="connsiteY24" fmla="*/ 3909 h 62690"/>
                <a:gd name="connsiteX25" fmla="*/ 30563 w 78284"/>
                <a:gd name="connsiteY25" fmla="*/ 3909 h 62690"/>
                <a:gd name="connsiteX26" fmla="*/ 22818 w 78284"/>
                <a:gd name="connsiteY26" fmla="*/ 5006 h 62690"/>
                <a:gd name="connsiteX27" fmla="*/ 12754 w 78284"/>
                <a:gd name="connsiteY27" fmla="*/ 8869 h 62690"/>
                <a:gd name="connsiteX28" fmla="*/ 4452 w 78284"/>
                <a:gd name="connsiteY28" fmla="*/ 15103 h 62690"/>
                <a:gd name="connsiteX29" fmla="*/ 2505 w 78284"/>
                <a:gd name="connsiteY29" fmla="*/ 17474 h 62690"/>
                <a:gd name="connsiteX30" fmla="*/ 0 w 78284"/>
                <a:gd name="connsiteY30" fmla="*/ 18000 h 62690"/>
                <a:gd name="connsiteX31" fmla="*/ 0 w 78284"/>
                <a:gd name="connsiteY31" fmla="*/ 19098 h 62690"/>
                <a:gd name="connsiteX32" fmla="*/ 4081 w 78284"/>
                <a:gd name="connsiteY32" fmla="*/ 19274 h 62690"/>
                <a:gd name="connsiteX33" fmla="*/ 5612 w 78284"/>
                <a:gd name="connsiteY33" fmla="*/ 26781 h 62690"/>
                <a:gd name="connsiteX34" fmla="*/ 9090 w 78284"/>
                <a:gd name="connsiteY34" fmla="*/ 35912 h 62690"/>
                <a:gd name="connsiteX35" fmla="*/ 15073 w 78284"/>
                <a:gd name="connsiteY35" fmla="*/ 40477 h 62690"/>
                <a:gd name="connsiteX36" fmla="*/ 16835 w 78284"/>
                <a:gd name="connsiteY36" fmla="*/ 39029 h 62690"/>
                <a:gd name="connsiteX37" fmla="*/ 18180 w 78284"/>
                <a:gd name="connsiteY37" fmla="*/ 36834 h 62690"/>
                <a:gd name="connsiteX38" fmla="*/ 21055 w 78284"/>
                <a:gd name="connsiteY38" fmla="*/ 36834 h 62690"/>
                <a:gd name="connsiteX39" fmla="*/ 19108 w 78284"/>
                <a:gd name="connsiteY39" fmla="*/ 42892 h 62690"/>
                <a:gd name="connsiteX40" fmla="*/ 18134 w 78284"/>
                <a:gd name="connsiteY40" fmla="*/ 48028 h 62690"/>
                <a:gd name="connsiteX41" fmla="*/ 17809 w 78284"/>
                <a:gd name="connsiteY41" fmla="*/ 50004 h 62690"/>
                <a:gd name="connsiteX42" fmla="*/ 31073 w 78284"/>
                <a:gd name="connsiteY42" fmla="*/ 43858 h 62690"/>
                <a:gd name="connsiteX43" fmla="*/ 32093 w 78284"/>
                <a:gd name="connsiteY43" fmla="*/ 43858 h 6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78284" h="62690">
                  <a:moveTo>
                    <a:pt x="32232" y="43770"/>
                  </a:moveTo>
                  <a:lnTo>
                    <a:pt x="45264" y="49828"/>
                  </a:lnTo>
                  <a:cubicBezTo>
                    <a:pt x="45682" y="50004"/>
                    <a:pt x="45914" y="50399"/>
                    <a:pt x="45914" y="50794"/>
                  </a:cubicBezTo>
                  <a:lnTo>
                    <a:pt x="45914" y="53252"/>
                  </a:lnTo>
                  <a:lnTo>
                    <a:pt x="57972" y="61549"/>
                  </a:lnTo>
                  <a:lnTo>
                    <a:pt x="63490" y="62691"/>
                  </a:lnTo>
                  <a:lnTo>
                    <a:pt x="65207" y="59047"/>
                  </a:lnTo>
                  <a:cubicBezTo>
                    <a:pt x="65207" y="59047"/>
                    <a:pt x="65207" y="59047"/>
                    <a:pt x="65207" y="59047"/>
                  </a:cubicBezTo>
                  <a:lnTo>
                    <a:pt x="66320" y="56676"/>
                  </a:lnTo>
                  <a:lnTo>
                    <a:pt x="70725" y="49740"/>
                  </a:lnTo>
                  <a:lnTo>
                    <a:pt x="67896" y="43594"/>
                  </a:lnTo>
                  <a:lnTo>
                    <a:pt x="64743" y="40390"/>
                  </a:lnTo>
                  <a:lnTo>
                    <a:pt x="65299" y="36263"/>
                  </a:lnTo>
                  <a:lnTo>
                    <a:pt x="60383" y="20635"/>
                  </a:lnTo>
                  <a:lnTo>
                    <a:pt x="69102" y="20635"/>
                  </a:lnTo>
                  <a:lnTo>
                    <a:pt x="69752" y="20064"/>
                  </a:lnTo>
                  <a:lnTo>
                    <a:pt x="72256" y="11020"/>
                  </a:lnTo>
                  <a:cubicBezTo>
                    <a:pt x="72395" y="10537"/>
                    <a:pt x="72859" y="10186"/>
                    <a:pt x="73369" y="10186"/>
                  </a:cubicBezTo>
                  <a:lnTo>
                    <a:pt x="76662" y="10186"/>
                  </a:lnTo>
                  <a:lnTo>
                    <a:pt x="78285" y="7860"/>
                  </a:lnTo>
                  <a:lnTo>
                    <a:pt x="75873" y="5445"/>
                  </a:lnTo>
                  <a:cubicBezTo>
                    <a:pt x="75595" y="5884"/>
                    <a:pt x="75270" y="6235"/>
                    <a:pt x="74853" y="6279"/>
                  </a:cubicBezTo>
                  <a:cubicBezTo>
                    <a:pt x="72905" y="6455"/>
                    <a:pt x="62099" y="3909"/>
                    <a:pt x="57647" y="5182"/>
                  </a:cubicBezTo>
                  <a:cubicBezTo>
                    <a:pt x="57647" y="5182"/>
                    <a:pt x="51479" y="3514"/>
                    <a:pt x="48743" y="1889"/>
                  </a:cubicBezTo>
                  <a:cubicBezTo>
                    <a:pt x="46053" y="221"/>
                    <a:pt x="39282" y="-2150"/>
                    <a:pt x="33067" y="3909"/>
                  </a:cubicBezTo>
                  <a:lnTo>
                    <a:pt x="30563" y="3909"/>
                  </a:lnTo>
                  <a:cubicBezTo>
                    <a:pt x="30563" y="3909"/>
                    <a:pt x="25369" y="1187"/>
                    <a:pt x="22818" y="5006"/>
                  </a:cubicBezTo>
                  <a:cubicBezTo>
                    <a:pt x="22818" y="5006"/>
                    <a:pt x="16835" y="5182"/>
                    <a:pt x="12754" y="8869"/>
                  </a:cubicBezTo>
                  <a:cubicBezTo>
                    <a:pt x="12754" y="8869"/>
                    <a:pt x="5612" y="9967"/>
                    <a:pt x="4452" y="15103"/>
                  </a:cubicBezTo>
                  <a:lnTo>
                    <a:pt x="2505" y="17474"/>
                  </a:lnTo>
                  <a:lnTo>
                    <a:pt x="0" y="18000"/>
                  </a:lnTo>
                  <a:lnTo>
                    <a:pt x="0" y="19098"/>
                  </a:lnTo>
                  <a:lnTo>
                    <a:pt x="4081" y="19274"/>
                  </a:lnTo>
                  <a:cubicBezTo>
                    <a:pt x="4081" y="19274"/>
                    <a:pt x="2922" y="26034"/>
                    <a:pt x="5612" y="26781"/>
                  </a:cubicBezTo>
                  <a:cubicBezTo>
                    <a:pt x="5612" y="26781"/>
                    <a:pt x="3664" y="32619"/>
                    <a:pt x="9090" y="35912"/>
                  </a:cubicBezTo>
                  <a:cubicBezTo>
                    <a:pt x="14516" y="39204"/>
                    <a:pt x="15073" y="40477"/>
                    <a:pt x="15073" y="40477"/>
                  </a:cubicBezTo>
                  <a:lnTo>
                    <a:pt x="16835" y="39029"/>
                  </a:lnTo>
                  <a:lnTo>
                    <a:pt x="18180" y="36834"/>
                  </a:lnTo>
                  <a:lnTo>
                    <a:pt x="21055" y="36834"/>
                  </a:lnTo>
                  <a:lnTo>
                    <a:pt x="19108" y="42892"/>
                  </a:lnTo>
                  <a:lnTo>
                    <a:pt x="18134" y="48028"/>
                  </a:lnTo>
                  <a:cubicBezTo>
                    <a:pt x="18134" y="48028"/>
                    <a:pt x="17948" y="48818"/>
                    <a:pt x="17809" y="50004"/>
                  </a:cubicBezTo>
                  <a:lnTo>
                    <a:pt x="31073" y="43858"/>
                  </a:lnTo>
                  <a:cubicBezTo>
                    <a:pt x="31397" y="43726"/>
                    <a:pt x="31769" y="43726"/>
                    <a:pt x="32093" y="4385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017F5F5E-3865-30F0-220C-F9DB7FDD1604}"/>
                </a:ext>
              </a:extLst>
            </p:cNvPr>
            <p:cNvSpPr>
              <a:spLocks/>
            </p:cNvSpPr>
            <p:nvPr/>
          </p:nvSpPr>
          <p:spPr>
            <a:xfrm>
              <a:off x="6021915" y="2603566"/>
              <a:ext cx="234600" cy="205294"/>
            </a:xfrm>
            <a:custGeom>
              <a:avLst/>
              <a:gdLst>
                <a:gd name="connsiteX0" fmla="*/ 7189 w 157172"/>
                <a:gd name="connsiteY0" fmla="*/ 26999 h 137538"/>
                <a:gd name="connsiteX1" fmla="*/ 7189 w 157172"/>
                <a:gd name="connsiteY1" fmla="*/ 30862 h 137538"/>
                <a:gd name="connsiteX2" fmla="*/ 3015 w 157172"/>
                <a:gd name="connsiteY2" fmla="*/ 29501 h 137538"/>
                <a:gd name="connsiteX3" fmla="*/ 6122 w 157172"/>
                <a:gd name="connsiteY3" fmla="*/ 41047 h 137538"/>
                <a:gd name="connsiteX4" fmla="*/ 5844 w 157172"/>
                <a:gd name="connsiteY4" fmla="*/ 42056 h 137538"/>
                <a:gd name="connsiteX5" fmla="*/ 1623 w 157172"/>
                <a:gd name="connsiteY5" fmla="*/ 46315 h 137538"/>
                <a:gd name="connsiteX6" fmla="*/ 0 w 157172"/>
                <a:gd name="connsiteY6" fmla="*/ 49607 h 137538"/>
                <a:gd name="connsiteX7" fmla="*/ 8023 w 157172"/>
                <a:gd name="connsiteY7" fmla="*/ 57860 h 137538"/>
                <a:gd name="connsiteX8" fmla="*/ 7977 w 157172"/>
                <a:gd name="connsiteY8" fmla="*/ 59397 h 137538"/>
                <a:gd name="connsiteX9" fmla="*/ 6122 w 157172"/>
                <a:gd name="connsiteY9" fmla="*/ 61021 h 137538"/>
                <a:gd name="connsiteX10" fmla="*/ 5936 w 157172"/>
                <a:gd name="connsiteY10" fmla="*/ 63392 h 137538"/>
                <a:gd name="connsiteX11" fmla="*/ 10806 w 157172"/>
                <a:gd name="connsiteY11" fmla="*/ 68265 h 137538"/>
                <a:gd name="connsiteX12" fmla="*/ 10991 w 157172"/>
                <a:gd name="connsiteY12" fmla="*/ 69538 h 137538"/>
                <a:gd name="connsiteX13" fmla="*/ 8394 w 157172"/>
                <a:gd name="connsiteY13" fmla="*/ 74235 h 137538"/>
                <a:gd name="connsiteX14" fmla="*/ 8394 w 157172"/>
                <a:gd name="connsiteY14" fmla="*/ 81040 h 137538"/>
                <a:gd name="connsiteX15" fmla="*/ 12290 w 157172"/>
                <a:gd name="connsiteY15" fmla="*/ 83191 h 137538"/>
                <a:gd name="connsiteX16" fmla="*/ 12568 w 157172"/>
                <a:gd name="connsiteY16" fmla="*/ 83410 h 137538"/>
                <a:gd name="connsiteX17" fmla="*/ 15490 w 157172"/>
                <a:gd name="connsiteY17" fmla="*/ 86439 h 137538"/>
                <a:gd name="connsiteX18" fmla="*/ 15768 w 157172"/>
                <a:gd name="connsiteY18" fmla="*/ 87449 h 137538"/>
                <a:gd name="connsiteX19" fmla="*/ 13867 w 157172"/>
                <a:gd name="connsiteY19" fmla="*/ 94253 h 137538"/>
                <a:gd name="connsiteX20" fmla="*/ 16418 w 157172"/>
                <a:gd name="connsiteY20" fmla="*/ 94253 h 137538"/>
                <a:gd name="connsiteX21" fmla="*/ 17438 w 157172"/>
                <a:gd name="connsiteY21" fmla="*/ 94868 h 137538"/>
                <a:gd name="connsiteX22" fmla="*/ 20592 w 157172"/>
                <a:gd name="connsiteY22" fmla="*/ 100926 h 137538"/>
                <a:gd name="connsiteX23" fmla="*/ 25090 w 157172"/>
                <a:gd name="connsiteY23" fmla="*/ 100926 h 137538"/>
                <a:gd name="connsiteX24" fmla="*/ 25925 w 157172"/>
                <a:gd name="connsiteY24" fmla="*/ 101234 h 137538"/>
                <a:gd name="connsiteX25" fmla="*/ 28522 w 157172"/>
                <a:gd name="connsiteY25" fmla="*/ 103692 h 137538"/>
                <a:gd name="connsiteX26" fmla="*/ 32557 w 157172"/>
                <a:gd name="connsiteY26" fmla="*/ 101848 h 137538"/>
                <a:gd name="connsiteX27" fmla="*/ 34087 w 157172"/>
                <a:gd name="connsiteY27" fmla="*/ 102331 h 137538"/>
                <a:gd name="connsiteX28" fmla="*/ 36545 w 157172"/>
                <a:gd name="connsiteY28" fmla="*/ 106984 h 137538"/>
                <a:gd name="connsiteX29" fmla="*/ 36035 w 157172"/>
                <a:gd name="connsiteY29" fmla="*/ 108433 h 137538"/>
                <a:gd name="connsiteX30" fmla="*/ 32603 w 157172"/>
                <a:gd name="connsiteY30" fmla="*/ 110145 h 137538"/>
                <a:gd name="connsiteX31" fmla="*/ 40024 w 157172"/>
                <a:gd name="connsiteY31" fmla="*/ 116072 h 137538"/>
                <a:gd name="connsiteX32" fmla="*/ 44801 w 157172"/>
                <a:gd name="connsiteY32" fmla="*/ 114096 h 137538"/>
                <a:gd name="connsiteX33" fmla="*/ 41415 w 157172"/>
                <a:gd name="connsiteY33" fmla="*/ 108872 h 137538"/>
                <a:gd name="connsiteX34" fmla="*/ 41554 w 157172"/>
                <a:gd name="connsiteY34" fmla="*/ 107555 h 137538"/>
                <a:gd name="connsiteX35" fmla="*/ 42945 w 157172"/>
                <a:gd name="connsiteY35" fmla="*/ 107336 h 137538"/>
                <a:gd name="connsiteX36" fmla="*/ 50412 w 157172"/>
                <a:gd name="connsiteY36" fmla="*/ 111199 h 137538"/>
                <a:gd name="connsiteX37" fmla="*/ 54354 w 157172"/>
                <a:gd name="connsiteY37" fmla="*/ 109487 h 137538"/>
                <a:gd name="connsiteX38" fmla="*/ 55514 w 157172"/>
                <a:gd name="connsiteY38" fmla="*/ 109575 h 137538"/>
                <a:gd name="connsiteX39" fmla="*/ 58714 w 157172"/>
                <a:gd name="connsiteY39" fmla="*/ 111770 h 137538"/>
                <a:gd name="connsiteX40" fmla="*/ 58992 w 157172"/>
                <a:gd name="connsiteY40" fmla="*/ 113262 h 137538"/>
                <a:gd name="connsiteX41" fmla="*/ 56348 w 157172"/>
                <a:gd name="connsiteY41" fmla="*/ 117125 h 137538"/>
                <a:gd name="connsiteX42" fmla="*/ 58018 w 157172"/>
                <a:gd name="connsiteY42" fmla="*/ 118574 h 137538"/>
                <a:gd name="connsiteX43" fmla="*/ 60986 w 157172"/>
                <a:gd name="connsiteY43" fmla="*/ 115984 h 137538"/>
                <a:gd name="connsiteX44" fmla="*/ 61821 w 157172"/>
                <a:gd name="connsiteY44" fmla="*/ 115677 h 137538"/>
                <a:gd name="connsiteX45" fmla="*/ 62609 w 157172"/>
                <a:gd name="connsiteY45" fmla="*/ 116028 h 137538"/>
                <a:gd name="connsiteX46" fmla="*/ 65439 w 157172"/>
                <a:gd name="connsiteY46" fmla="*/ 118969 h 137538"/>
                <a:gd name="connsiteX47" fmla="*/ 69566 w 157172"/>
                <a:gd name="connsiteY47" fmla="*/ 118969 h 137538"/>
                <a:gd name="connsiteX48" fmla="*/ 70633 w 157172"/>
                <a:gd name="connsiteY48" fmla="*/ 119628 h 137538"/>
                <a:gd name="connsiteX49" fmla="*/ 75270 w 157172"/>
                <a:gd name="connsiteY49" fmla="*/ 129505 h 137538"/>
                <a:gd name="connsiteX50" fmla="*/ 75270 w 157172"/>
                <a:gd name="connsiteY50" fmla="*/ 129505 h 137538"/>
                <a:gd name="connsiteX51" fmla="*/ 75270 w 157172"/>
                <a:gd name="connsiteY51" fmla="*/ 129505 h 137538"/>
                <a:gd name="connsiteX52" fmla="*/ 76708 w 157172"/>
                <a:gd name="connsiteY52" fmla="*/ 132666 h 137538"/>
                <a:gd name="connsiteX53" fmla="*/ 78146 w 157172"/>
                <a:gd name="connsiteY53" fmla="*/ 132666 h 137538"/>
                <a:gd name="connsiteX54" fmla="*/ 82876 w 157172"/>
                <a:gd name="connsiteY54" fmla="*/ 127047 h 137538"/>
                <a:gd name="connsiteX55" fmla="*/ 83943 w 157172"/>
                <a:gd name="connsiteY55" fmla="*/ 126652 h 137538"/>
                <a:gd name="connsiteX56" fmla="*/ 84871 w 157172"/>
                <a:gd name="connsiteY56" fmla="*/ 127310 h 137538"/>
                <a:gd name="connsiteX57" fmla="*/ 87189 w 157172"/>
                <a:gd name="connsiteY57" fmla="*/ 132666 h 137538"/>
                <a:gd name="connsiteX58" fmla="*/ 89462 w 157172"/>
                <a:gd name="connsiteY58" fmla="*/ 132666 h 137538"/>
                <a:gd name="connsiteX59" fmla="*/ 90621 w 157172"/>
                <a:gd name="connsiteY59" fmla="*/ 133764 h 137538"/>
                <a:gd name="connsiteX60" fmla="*/ 90621 w 157172"/>
                <a:gd name="connsiteY60" fmla="*/ 137539 h 137538"/>
                <a:gd name="connsiteX61" fmla="*/ 96140 w 157172"/>
                <a:gd name="connsiteY61" fmla="*/ 131920 h 137538"/>
                <a:gd name="connsiteX62" fmla="*/ 96975 w 157172"/>
                <a:gd name="connsiteY62" fmla="*/ 131569 h 137538"/>
                <a:gd name="connsiteX63" fmla="*/ 100592 w 157172"/>
                <a:gd name="connsiteY63" fmla="*/ 131569 h 137538"/>
                <a:gd name="connsiteX64" fmla="*/ 100871 w 157172"/>
                <a:gd name="connsiteY64" fmla="*/ 131569 h 137538"/>
                <a:gd name="connsiteX65" fmla="*/ 105694 w 157172"/>
                <a:gd name="connsiteY65" fmla="*/ 132754 h 137538"/>
                <a:gd name="connsiteX66" fmla="*/ 107224 w 157172"/>
                <a:gd name="connsiteY66" fmla="*/ 131086 h 137538"/>
                <a:gd name="connsiteX67" fmla="*/ 108152 w 157172"/>
                <a:gd name="connsiteY67" fmla="*/ 130690 h 137538"/>
                <a:gd name="connsiteX68" fmla="*/ 118865 w 157172"/>
                <a:gd name="connsiteY68" fmla="*/ 130954 h 137538"/>
                <a:gd name="connsiteX69" fmla="*/ 119839 w 157172"/>
                <a:gd name="connsiteY69" fmla="*/ 131481 h 137538"/>
                <a:gd name="connsiteX70" fmla="*/ 122714 w 157172"/>
                <a:gd name="connsiteY70" fmla="*/ 135959 h 137538"/>
                <a:gd name="connsiteX71" fmla="*/ 127630 w 157172"/>
                <a:gd name="connsiteY71" fmla="*/ 136441 h 137538"/>
                <a:gd name="connsiteX72" fmla="*/ 133427 w 157172"/>
                <a:gd name="connsiteY72" fmla="*/ 137539 h 137538"/>
                <a:gd name="connsiteX73" fmla="*/ 132639 w 157172"/>
                <a:gd name="connsiteY73" fmla="*/ 130515 h 137538"/>
                <a:gd name="connsiteX74" fmla="*/ 132825 w 157172"/>
                <a:gd name="connsiteY74" fmla="*/ 129769 h 137538"/>
                <a:gd name="connsiteX75" fmla="*/ 147712 w 157172"/>
                <a:gd name="connsiteY75" fmla="*/ 108916 h 137538"/>
                <a:gd name="connsiteX76" fmla="*/ 148686 w 157172"/>
                <a:gd name="connsiteY76" fmla="*/ 108433 h 137538"/>
                <a:gd name="connsiteX77" fmla="*/ 154065 w 157172"/>
                <a:gd name="connsiteY77" fmla="*/ 108433 h 137538"/>
                <a:gd name="connsiteX78" fmla="*/ 156013 w 157172"/>
                <a:gd name="connsiteY78" fmla="*/ 106941 h 137538"/>
                <a:gd name="connsiteX79" fmla="*/ 154483 w 157172"/>
                <a:gd name="connsiteY79" fmla="*/ 102155 h 137538"/>
                <a:gd name="connsiteX80" fmla="*/ 154807 w 157172"/>
                <a:gd name="connsiteY80" fmla="*/ 101014 h 137538"/>
                <a:gd name="connsiteX81" fmla="*/ 157173 w 157172"/>
                <a:gd name="connsiteY81" fmla="*/ 98995 h 137538"/>
                <a:gd name="connsiteX82" fmla="*/ 148036 w 157172"/>
                <a:gd name="connsiteY82" fmla="*/ 88810 h 137538"/>
                <a:gd name="connsiteX83" fmla="*/ 147758 w 157172"/>
                <a:gd name="connsiteY83" fmla="*/ 88283 h 137538"/>
                <a:gd name="connsiteX84" fmla="*/ 146599 w 157172"/>
                <a:gd name="connsiteY84" fmla="*/ 81698 h 137538"/>
                <a:gd name="connsiteX85" fmla="*/ 146599 w 157172"/>
                <a:gd name="connsiteY85" fmla="*/ 81698 h 137538"/>
                <a:gd name="connsiteX86" fmla="*/ 146599 w 157172"/>
                <a:gd name="connsiteY86" fmla="*/ 81698 h 137538"/>
                <a:gd name="connsiteX87" fmla="*/ 146042 w 157172"/>
                <a:gd name="connsiteY87" fmla="*/ 76474 h 137538"/>
                <a:gd name="connsiteX88" fmla="*/ 146135 w 157172"/>
                <a:gd name="connsiteY88" fmla="*/ 75903 h 137538"/>
                <a:gd name="connsiteX89" fmla="*/ 148639 w 157172"/>
                <a:gd name="connsiteY89" fmla="*/ 70986 h 137538"/>
                <a:gd name="connsiteX90" fmla="*/ 141590 w 157172"/>
                <a:gd name="connsiteY90" fmla="*/ 65982 h 137538"/>
                <a:gd name="connsiteX91" fmla="*/ 141265 w 157172"/>
                <a:gd name="connsiteY91" fmla="*/ 64577 h 137538"/>
                <a:gd name="connsiteX92" fmla="*/ 152442 w 157172"/>
                <a:gd name="connsiteY92" fmla="*/ 52548 h 137538"/>
                <a:gd name="connsiteX93" fmla="*/ 152442 w 157172"/>
                <a:gd name="connsiteY93" fmla="*/ 41661 h 137538"/>
                <a:gd name="connsiteX94" fmla="*/ 144744 w 157172"/>
                <a:gd name="connsiteY94" fmla="*/ 17077 h 137538"/>
                <a:gd name="connsiteX95" fmla="*/ 140106 w 157172"/>
                <a:gd name="connsiteY95" fmla="*/ 12292 h 137538"/>
                <a:gd name="connsiteX96" fmla="*/ 114598 w 157172"/>
                <a:gd name="connsiteY96" fmla="*/ 14575 h 137538"/>
                <a:gd name="connsiteX97" fmla="*/ 99016 w 157172"/>
                <a:gd name="connsiteY97" fmla="*/ 12907 h 137538"/>
                <a:gd name="connsiteX98" fmla="*/ 89369 w 157172"/>
                <a:gd name="connsiteY98" fmla="*/ 10799 h 137538"/>
                <a:gd name="connsiteX99" fmla="*/ 82552 w 157172"/>
                <a:gd name="connsiteY99" fmla="*/ 13741 h 137538"/>
                <a:gd name="connsiteX100" fmla="*/ 69427 w 157172"/>
                <a:gd name="connsiteY100" fmla="*/ 10799 h 137538"/>
                <a:gd name="connsiteX101" fmla="*/ 61914 w 157172"/>
                <a:gd name="connsiteY101" fmla="*/ 0 h 137538"/>
                <a:gd name="connsiteX102" fmla="*/ 50922 w 157172"/>
                <a:gd name="connsiteY102" fmla="*/ 3863 h 137538"/>
                <a:gd name="connsiteX103" fmla="*/ 29496 w 157172"/>
                <a:gd name="connsiteY103" fmla="*/ 14663 h 137538"/>
                <a:gd name="connsiteX104" fmla="*/ 5519 w 157172"/>
                <a:gd name="connsiteY104" fmla="*/ 22521 h 137538"/>
                <a:gd name="connsiteX105" fmla="*/ 1206 w 157172"/>
                <a:gd name="connsiteY105" fmla="*/ 22565 h 137538"/>
                <a:gd name="connsiteX106" fmla="*/ 2133 w 157172"/>
                <a:gd name="connsiteY106" fmla="*/ 25945 h 137538"/>
                <a:gd name="connsiteX107" fmla="*/ 7235 w 157172"/>
                <a:gd name="connsiteY107" fmla="*/ 26911 h 137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57172" h="137538">
                  <a:moveTo>
                    <a:pt x="7189" y="26999"/>
                  </a:moveTo>
                  <a:lnTo>
                    <a:pt x="7189" y="30862"/>
                  </a:lnTo>
                  <a:lnTo>
                    <a:pt x="3015" y="29501"/>
                  </a:lnTo>
                  <a:lnTo>
                    <a:pt x="6122" y="41047"/>
                  </a:lnTo>
                  <a:cubicBezTo>
                    <a:pt x="6215" y="41398"/>
                    <a:pt x="6122" y="41793"/>
                    <a:pt x="5844" y="42056"/>
                  </a:cubicBezTo>
                  <a:lnTo>
                    <a:pt x="1623" y="46315"/>
                  </a:lnTo>
                  <a:lnTo>
                    <a:pt x="0" y="49607"/>
                  </a:lnTo>
                  <a:lnTo>
                    <a:pt x="8023" y="57860"/>
                  </a:lnTo>
                  <a:cubicBezTo>
                    <a:pt x="8441" y="58299"/>
                    <a:pt x="8441" y="59002"/>
                    <a:pt x="7977" y="59397"/>
                  </a:cubicBezTo>
                  <a:lnTo>
                    <a:pt x="6122" y="61021"/>
                  </a:lnTo>
                  <a:lnTo>
                    <a:pt x="5936" y="63392"/>
                  </a:lnTo>
                  <a:lnTo>
                    <a:pt x="10806" y="68265"/>
                  </a:lnTo>
                  <a:cubicBezTo>
                    <a:pt x="11131" y="68616"/>
                    <a:pt x="11224" y="69099"/>
                    <a:pt x="10991" y="69538"/>
                  </a:cubicBezTo>
                  <a:lnTo>
                    <a:pt x="8394" y="74235"/>
                  </a:lnTo>
                  <a:lnTo>
                    <a:pt x="8394" y="81040"/>
                  </a:lnTo>
                  <a:lnTo>
                    <a:pt x="12290" y="83191"/>
                  </a:lnTo>
                  <a:cubicBezTo>
                    <a:pt x="12290" y="83191"/>
                    <a:pt x="12475" y="83322"/>
                    <a:pt x="12568" y="83410"/>
                  </a:cubicBezTo>
                  <a:lnTo>
                    <a:pt x="15490" y="86439"/>
                  </a:lnTo>
                  <a:cubicBezTo>
                    <a:pt x="15768" y="86703"/>
                    <a:pt x="15861" y="87098"/>
                    <a:pt x="15768" y="87449"/>
                  </a:cubicBezTo>
                  <a:lnTo>
                    <a:pt x="13867" y="94253"/>
                  </a:lnTo>
                  <a:lnTo>
                    <a:pt x="16418" y="94253"/>
                  </a:lnTo>
                  <a:cubicBezTo>
                    <a:pt x="16835" y="94253"/>
                    <a:pt x="17252" y="94473"/>
                    <a:pt x="17438" y="94868"/>
                  </a:cubicBezTo>
                  <a:lnTo>
                    <a:pt x="20592" y="100926"/>
                  </a:lnTo>
                  <a:lnTo>
                    <a:pt x="25090" y="100926"/>
                  </a:lnTo>
                  <a:cubicBezTo>
                    <a:pt x="25415" y="100926"/>
                    <a:pt x="25693" y="101058"/>
                    <a:pt x="25925" y="101234"/>
                  </a:cubicBezTo>
                  <a:lnTo>
                    <a:pt x="28522" y="103692"/>
                  </a:lnTo>
                  <a:lnTo>
                    <a:pt x="32557" y="101848"/>
                  </a:lnTo>
                  <a:cubicBezTo>
                    <a:pt x="33113" y="101585"/>
                    <a:pt x="33809" y="101848"/>
                    <a:pt x="34087" y="102331"/>
                  </a:cubicBezTo>
                  <a:lnTo>
                    <a:pt x="36545" y="106984"/>
                  </a:lnTo>
                  <a:cubicBezTo>
                    <a:pt x="36824" y="107511"/>
                    <a:pt x="36592" y="108170"/>
                    <a:pt x="36035" y="108433"/>
                  </a:cubicBezTo>
                  <a:lnTo>
                    <a:pt x="32603" y="110145"/>
                  </a:lnTo>
                  <a:lnTo>
                    <a:pt x="40024" y="116072"/>
                  </a:lnTo>
                  <a:lnTo>
                    <a:pt x="44801" y="114096"/>
                  </a:lnTo>
                  <a:lnTo>
                    <a:pt x="41415" y="108872"/>
                  </a:lnTo>
                  <a:cubicBezTo>
                    <a:pt x="41137" y="108433"/>
                    <a:pt x="41229" y="107906"/>
                    <a:pt x="41554" y="107555"/>
                  </a:cubicBezTo>
                  <a:cubicBezTo>
                    <a:pt x="41925" y="107204"/>
                    <a:pt x="42482" y="107116"/>
                    <a:pt x="42945" y="107336"/>
                  </a:cubicBezTo>
                  <a:lnTo>
                    <a:pt x="50412" y="111199"/>
                  </a:lnTo>
                  <a:lnTo>
                    <a:pt x="54354" y="109487"/>
                  </a:lnTo>
                  <a:cubicBezTo>
                    <a:pt x="54725" y="109311"/>
                    <a:pt x="55189" y="109355"/>
                    <a:pt x="55514" y="109575"/>
                  </a:cubicBezTo>
                  <a:lnTo>
                    <a:pt x="58714" y="111770"/>
                  </a:lnTo>
                  <a:cubicBezTo>
                    <a:pt x="59224" y="112121"/>
                    <a:pt x="59363" y="112779"/>
                    <a:pt x="58992" y="113262"/>
                  </a:cubicBezTo>
                  <a:lnTo>
                    <a:pt x="56348" y="117125"/>
                  </a:lnTo>
                  <a:lnTo>
                    <a:pt x="58018" y="118574"/>
                  </a:lnTo>
                  <a:lnTo>
                    <a:pt x="60986" y="115984"/>
                  </a:lnTo>
                  <a:cubicBezTo>
                    <a:pt x="60986" y="115984"/>
                    <a:pt x="61496" y="115677"/>
                    <a:pt x="61821" y="115677"/>
                  </a:cubicBezTo>
                  <a:cubicBezTo>
                    <a:pt x="62146" y="115677"/>
                    <a:pt x="62424" y="115808"/>
                    <a:pt x="62609" y="116028"/>
                  </a:cubicBezTo>
                  <a:lnTo>
                    <a:pt x="65439" y="118969"/>
                  </a:lnTo>
                  <a:lnTo>
                    <a:pt x="69566" y="118969"/>
                  </a:lnTo>
                  <a:cubicBezTo>
                    <a:pt x="70030" y="118969"/>
                    <a:pt x="70447" y="119233"/>
                    <a:pt x="70633" y="119628"/>
                  </a:cubicBezTo>
                  <a:lnTo>
                    <a:pt x="75270" y="129505"/>
                  </a:lnTo>
                  <a:cubicBezTo>
                    <a:pt x="75270" y="129505"/>
                    <a:pt x="75270" y="129505"/>
                    <a:pt x="75270" y="129505"/>
                  </a:cubicBezTo>
                  <a:cubicBezTo>
                    <a:pt x="75270" y="129505"/>
                    <a:pt x="75270" y="129505"/>
                    <a:pt x="75270" y="129505"/>
                  </a:cubicBezTo>
                  <a:lnTo>
                    <a:pt x="76708" y="132666"/>
                  </a:lnTo>
                  <a:lnTo>
                    <a:pt x="78146" y="132666"/>
                  </a:lnTo>
                  <a:lnTo>
                    <a:pt x="82876" y="127047"/>
                  </a:lnTo>
                  <a:cubicBezTo>
                    <a:pt x="83154" y="126739"/>
                    <a:pt x="83526" y="126608"/>
                    <a:pt x="83943" y="126652"/>
                  </a:cubicBezTo>
                  <a:cubicBezTo>
                    <a:pt x="84360" y="126696"/>
                    <a:pt x="84685" y="126959"/>
                    <a:pt x="84871" y="127310"/>
                  </a:cubicBezTo>
                  <a:lnTo>
                    <a:pt x="87189" y="132666"/>
                  </a:lnTo>
                  <a:lnTo>
                    <a:pt x="89462" y="132666"/>
                  </a:lnTo>
                  <a:cubicBezTo>
                    <a:pt x="90111" y="132666"/>
                    <a:pt x="90621" y="133149"/>
                    <a:pt x="90621" y="133764"/>
                  </a:cubicBezTo>
                  <a:lnTo>
                    <a:pt x="90621" y="137539"/>
                  </a:lnTo>
                  <a:lnTo>
                    <a:pt x="96140" y="131920"/>
                  </a:lnTo>
                  <a:cubicBezTo>
                    <a:pt x="96372" y="131700"/>
                    <a:pt x="96650" y="131569"/>
                    <a:pt x="96975" y="131569"/>
                  </a:cubicBezTo>
                  <a:lnTo>
                    <a:pt x="100592" y="131569"/>
                  </a:lnTo>
                  <a:cubicBezTo>
                    <a:pt x="100592" y="131569"/>
                    <a:pt x="100778" y="131569"/>
                    <a:pt x="100871" y="131569"/>
                  </a:cubicBezTo>
                  <a:lnTo>
                    <a:pt x="105694" y="132754"/>
                  </a:lnTo>
                  <a:lnTo>
                    <a:pt x="107224" y="131086"/>
                  </a:lnTo>
                  <a:cubicBezTo>
                    <a:pt x="107456" y="130822"/>
                    <a:pt x="107781" y="130778"/>
                    <a:pt x="108152" y="130690"/>
                  </a:cubicBezTo>
                  <a:lnTo>
                    <a:pt x="118865" y="130954"/>
                  </a:lnTo>
                  <a:cubicBezTo>
                    <a:pt x="119236" y="130954"/>
                    <a:pt x="119607" y="131173"/>
                    <a:pt x="119839" y="131481"/>
                  </a:cubicBezTo>
                  <a:lnTo>
                    <a:pt x="122714" y="135959"/>
                  </a:lnTo>
                  <a:lnTo>
                    <a:pt x="127630" y="136441"/>
                  </a:lnTo>
                  <a:lnTo>
                    <a:pt x="133427" y="137539"/>
                  </a:lnTo>
                  <a:lnTo>
                    <a:pt x="132639" y="130515"/>
                  </a:lnTo>
                  <a:cubicBezTo>
                    <a:pt x="132639" y="130251"/>
                    <a:pt x="132639" y="129988"/>
                    <a:pt x="132825" y="129769"/>
                  </a:cubicBezTo>
                  <a:lnTo>
                    <a:pt x="147712" y="108916"/>
                  </a:lnTo>
                  <a:cubicBezTo>
                    <a:pt x="147944" y="108609"/>
                    <a:pt x="148268" y="108433"/>
                    <a:pt x="148686" y="108433"/>
                  </a:cubicBezTo>
                  <a:lnTo>
                    <a:pt x="154065" y="108433"/>
                  </a:lnTo>
                  <a:lnTo>
                    <a:pt x="156013" y="106941"/>
                  </a:lnTo>
                  <a:lnTo>
                    <a:pt x="154483" y="102155"/>
                  </a:lnTo>
                  <a:cubicBezTo>
                    <a:pt x="154344" y="101760"/>
                    <a:pt x="154483" y="101321"/>
                    <a:pt x="154807" y="101014"/>
                  </a:cubicBezTo>
                  <a:lnTo>
                    <a:pt x="157173" y="98995"/>
                  </a:lnTo>
                  <a:lnTo>
                    <a:pt x="148036" y="88810"/>
                  </a:lnTo>
                  <a:cubicBezTo>
                    <a:pt x="148036" y="88810"/>
                    <a:pt x="147804" y="88459"/>
                    <a:pt x="147758" y="88283"/>
                  </a:cubicBezTo>
                  <a:lnTo>
                    <a:pt x="146599" y="81698"/>
                  </a:lnTo>
                  <a:cubicBezTo>
                    <a:pt x="146599" y="81698"/>
                    <a:pt x="146599" y="81698"/>
                    <a:pt x="146599" y="81698"/>
                  </a:cubicBezTo>
                  <a:cubicBezTo>
                    <a:pt x="146599" y="81698"/>
                    <a:pt x="146599" y="81698"/>
                    <a:pt x="146599" y="81698"/>
                  </a:cubicBezTo>
                  <a:lnTo>
                    <a:pt x="146042" y="76474"/>
                  </a:lnTo>
                  <a:cubicBezTo>
                    <a:pt x="146042" y="76474"/>
                    <a:pt x="146042" y="76079"/>
                    <a:pt x="146135" y="75903"/>
                  </a:cubicBezTo>
                  <a:lnTo>
                    <a:pt x="148639" y="70986"/>
                  </a:lnTo>
                  <a:lnTo>
                    <a:pt x="141590" y="65982"/>
                  </a:lnTo>
                  <a:cubicBezTo>
                    <a:pt x="141126" y="65631"/>
                    <a:pt x="140987" y="65060"/>
                    <a:pt x="141265" y="64577"/>
                  </a:cubicBezTo>
                  <a:cubicBezTo>
                    <a:pt x="143631" y="60582"/>
                    <a:pt x="150726" y="54129"/>
                    <a:pt x="152442" y="52548"/>
                  </a:cubicBezTo>
                  <a:lnTo>
                    <a:pt x="152442" y="41661"/>
                  </a:lnTo>
                  <a:lnTo>
                    <a:pt x="144744" y="17077"/>
                  </a:lnTo>
                  <a:lnTo>
                    <a:pt x="140106" y="12292"/>
                  </a:lnTo>
                  <a:lnTo>
                    <a:pt x="114598" y="14575"/>
                  </a:lnTo>
                  <a:lnTo>
                    <a:pt x="99016" y="12907"/>
                  </a:lnTo>
                  <a:lnTo>
                    <a:pt x="89369" y="10799"/>
                  </a:lnTo>
                  <a:cubicBezTo>
                    <a:pt x="87097" y="12512"/>
                    <a:pt x="84592" y="13872"/>
                    <a:pt x="82552" y="13741"/>
                  </a:cubicBezTo>
                  <a:cubicBezTo>
                    <a:pt x="77357" y="13389"/>
                    <a:pt x="71143" y="10273"/>
                    <a:pt x="69427" y="10799"/>
                  </a:cubicBezTo>
                  <a:cubicBezTo>
                    <a:pt x="69427" y="10799"/>
                    <a:pt x="67293" y="0"/>
                    <a:pt x="61914" y="0"/>
                  </a:cubicBezTo>
                  <a:cubicBezTo>
                    <a:pt x="56534" y="0"/>
                    <a:pt x="50922" y="3863"/>
                    <a:pt x="50922" y="3863"/>
                  </a:cubicBezTo>
                  <a:cubicBezTo>
                    <a:pt x="50922" y="3863"/>
                    <a:pt x="41647" y="3117"/>
                    <a:pt x="29496" y="14663"/>
                  </a:cubicBezTo>
                  <a:cubicBezTo>
                    <a:pt x="29496" y="14663"/>
                    <a:pt x="8255" y="22169"/>
                    <a:pt x="5519" y="22521"/>
                  </a:cubicBezTo>
                  <a:cubicBezTo>
                    <a:pt x="3571" y="22784"/>
                    <a:pt x="1994" y="22652"/>
                    <a:pt x="1206" y="22565"/>
                  </a:cubicBezTo>
                  <a:lnTo>
                    <a:pt x="2133" y="25945"/>
                  </a:lnTo>
                  <a:lnTo>
                    <a:pt x="7235" y="2691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4548B622-1101-77A2-D1C8-2EE64DCC6C0A}"/>
                </a:ext>
              </a:extLst>
            </p:cNvPr>
            <p:cNvSpPr>
              <a:spLocks/>
            </p:cNvSpPr>
            <p:nvPr/>
          </p:nvSpPr>
          <p:spPr>
            <a:xfrm>
              <a:off x="6182239" y="2474152"/>
              <a:ext cx="169875" cy="94293"/>
            </a:xfrm>
            <a:custGeom>
              <a:avLst/>
              <a:gdLst>
                <a:gd name="connsiteX0" fmla="*/ 7930 w 113809"/>
                <a:gd name="connsiteY0" fmla="*/ 47017 h 63172"/>
                <a:gd name="connsiteX1" fmla="*/ 8348 w 113809"/>
                <a:gd name="connsiteY1" fmla="*/ 46622 h 63172"/>
                <a:gd name="connsiteX2" fmla="*/ 12846 w 113809"/>
                <a:gd name="connsiteY2" fmla="*/ 44163 h 63172"/>
                <a:gd name="connsiteX3" fmla="*/ 13542 w 113809"/>
                <a:gd name="connsiteY3" fmla="*/ 44032 h 63172"/>
                <a:gd name="connsiteX4" fmla="*/ 19015 w 113809"/>
                <a:gd name="connsiteY4" fmla="*/ 44559 h 63172"/>
                <a:gd name="connsiteX5" fmla="*/ 27131 w 113809"/>
                <a:gd name="connsiteY5" fmla="*/ 45832 h 63172"/>
                <a:gd name="connsiteX6" fmla="*/ 28754 w 113809"/>
                <a:gd name="connsiteY6" fmla="*/ 44515 h 63172"/>
                <a:gd name="connsiteX7" fmla="*/ 30238 w 113809"/>
                <a:gd name="connsiteY7" fmla="*/ 44515 h 63172"/>
                <a:gd name="connsiteX8" fmla="*/ 32928 w 113809"/>
                <a:gd name="connsiteY8" fmla="*/ 46666 h 63172"/>
                <a:gd name="connsiteX9" fmla="*/ 44708 w 113809"/>
                <a:gd name="connsiteY9" fmla="*/ 45085 h 63172"/>
                <a:gd name="connsiteX10" fmla="*/ 45728 w 113809"/>
                <a:gd name="connsiteY10" fmla="*/ 45480 h 63172"/>
                <a:gd name="connsiteX11" fmla="*/ 48882 w 113809"/>
                <a:gd name="connsiteY11" fmla="*/ 48949 h 63172"/>
                <a:gd name="connsiteX12" fmla="*/ 53751 w 113809"/>
                <a:gd name="connsiteY12" fmla="*/ 49168 h 63172"/>
                <a:gd name="connsiteX13" fmla="*/ 62424 w 113809"/>
                <a:gd name="connsiteY13" fmla="*/ 43110 h 63172"/>
                <a:gd name="connsiteX14" fmla="*/ 63490 w 113809"/>
                <a:gd name="connsiteY14" fmla="*/ 42934 h 63172"/>
                <a:gd name="connsiteX15" fmla="*/ 64232 w 113809"/>
                <a:gd name="connsiteY15" fmla="*/ 43637 h 63172"/>
                <a:gd name="connsiteX16" fmla="*/ 66598 w 113809"/>
                <a:gd name="connsiteY16" fmla="*/ 50836 h 63172"/>
                <a:gd name="connsiteX17" fmla="*/ 74714 w 113809"/>
                <a:gd name="connsiteY17" fmla="*/ 50836 h 63172"/>
                <a:gd name="connsiteX18" fmla="*/ 75595 w 113809"/>
                <a:gd name="connsiteY18" fmla="*/ 51231 h 63172"/>
                <a:gd name="connsiteX19" fmla="*/ 85983 w 113809"/>
                <a:gd name="connsiteY19" fmla="*/ 63172 h 63172"/>
                <a:gd name="connsiteX20" fmla="*/ 88580 w 113809"/>
                <a:gd name="connsiteY20" fmla="*/ 63172 h 63172"/>
                <a:gd name="connsiteX21" fmla="*/ 96696 w 113809"/>
                <a:gd name="connsiteY21" fmla="*/ 58124 h 63172"/>
                <a:gd name="connsiteX22" fmla="*/ 97717 w 113809"/>
                <a:gd name="connsiteY22" fmla="*/ 57992 h 63172"/>
                <a:gd name="connsiteX23" fmla="*/ 103421 w 113809"/>
                <a:gd name="connsiteY23" fmla="*/ 59924 h 63172"/>
                <a:gd name="connsiteX24" fmla="*/ 103421 w 113809"/>
                <a:gd name="connsiteY24" fmla="*/ 58475 h 63172"/>
                <a:gd name="connsiteX25" fmla="*/ 103978 w 113809"/>
                <a:gd name="connsiteY25" fmla="*/ 57509 h 63172"/>
                <a:gd name="connsiteX26" fmla="*/ 113810 w 113809"/>
                <a:gd name="connsiteY26" fmla="*/ 52065 h 63172"/>
                <a:gd name="connsiteX27" fmla="*/ 113810 w 113809"/>
                <a:gd name="connsiteY27" fmla="*/ 43900 h 63172"/>
                <a:gd name="connsiteX28" fmla="*/ 112465 w 113809"/>
                <a:gd name="connsiteY28" fmla="*/ 43022 h 63172"/>
                <a:gd name="connsiteX29" fmla="*/ 110100 w 113809"/>
                <a:gd name="connsiteY29" fmla="*/ 40608 h 63172"/>
                <a:gd name="connsiteX30" fmla="*/ 108476 w 113809"/>
                <a:gd name="connsiteY30" fmla="*/ 34725 h 63172"/>
                <a:gd name="connsiteX31" fmla="*/ 105787 w 113809"/>
                <a:gd name="connsiteY31" fmla="*/ 35866 h 63172"/>
                <a:gd name="connsiteX32" fmla="*/ 104534 w 113809"/>
                <a:gd name="connsiteY32" fmla="*/ 35691 h 63172"/>
                <a:gd name="connsiteX33" fmla="*/ 104210 w 113809"/>
                <a:gd name="connsiteY33" fmla="*/ 34549 h 63172"/>
                <a:gd name="connsiteX34" fmla="*/ 107966 w 113809"/>
                <a:gd name="connsiteY34" fmla="*/ 23969 h 63172"/>
                <a:gd name="connsiteX35" fmla="*/ 106482 w 113809"/>
                <a:gd name="connsiteY35" fmla="*/ 20677 h 63172"/>
                <a:gd name="connsiteX36" fmla="*/ 101752 w 113809"/>
                <a:gd name="connsiteY36" fmla="*/ 15453 h 63172"/>
                <a:gd name="connsiteX37" fmla="*/ 100407 w 113809"/>
                <a:gd name="connsiteY37" fmla="*/ 18350 h 63172"/>
                <a:gd name="connsiteX38" fmla="*/ 99340 w 113809"/>
                <a:gd name="connsiteY38" fmla="*/ 19009 h 63172"/>
                <a:gd name="connsiteX39" fmla="*/ 99108 w 113809"/>
                <a:gd name="connsiteY39" fmla="*/ 19009 h 63172"/>
                <a:gd name="connsiteX40" fmla="*/ 92430 w 113809"/>
                <a:gd name="connsiteY40" fmla="*/ 17648 h 63172"/>
                <a:gd name="connsiteX41" fmla="*/ 92012 w 113809"/>
                <a:gd name="connsiteY41" fmla="*/ 17472 h 63172"/>
                <a:gd name="connsiteX42" fmla="*/ 79259 w 113809"/>
                <a:gd name="connsiteY42" fmla="*/ 8692 h 63172"/>
                <a:gd name="connsiteX43" fmla="*/ 78795 w 113809"/>
                <a:gd name="connsiteY43" fmla="*/ 7814 h 63172"/>
                <a:gd name="connsiteX44" fmla="*/ 78795 w 113809"/>
                <a:gd name="connsiteY44" fmla="*/ 5488 h 63172"/>
                <a:gd name="connsiteX45" fmla="*/ 66922 w 113809"/>
                <a:gd name="connsiteY45" fmla="*/ 0 h 63172"/>
                <a:gd name="connsiteX46" fmla="*/ 52870 w 113809"/>
                <a:gd name="connsiteY46" fmla="*/ 6541 h 63172"/>
                <a:gd name="connsiteX47" fmla="*/ 53102 w 113809"/>
                <a:gd name="connsiteY47" fmla="*/ 11853 h 63172"/>
                <a:gd name="connsiteX48" fmla="*/ 50412 w 113809"/>
                <a:gd name="connsiteY48" fmla="*/ 25199 h 63172"/>
                <a:gd name="connsiteX49" fmla="*/ 38261 w 113809"/>
                <a:gd name="connsiteY49" fmla="*/ 27569 h 63172"/>
                <a:gd name="connsiteX50" fmla="*/ 33994 w 113809"/>
                <a:gd name="connsiteY50" fmla="*/ 18789 h 63172"/>
                <a:gd name="connsiteX51" fmla="*/ 23559 w 113809"/>
                <a:gd name="connsiteY51" fmla="*/ 8736 h 63172"/>
                <a:gd name="connsiteX52" fmla="*/ 20267 w 113809"/>
                <a:gd name="connsiteY52" fmla="*/ 9482 h 63172"/>
                <a:gd name="connsiteX53" fmla="*/ 16603 w 113809"/>
                <a:gd name="connsiteY53" fmla="*/ 11326 h 63172"/>
                <a:gd name="connsiteX54" fmla="*/ 10806 w 113809"/>
                <a:gd name="connsiteY54" fmla="*/ 13697 h 63172"/>
                <a:gd name="connsiteX55" fmla="*/ 6539 w 113809"/>
                <a:gd name="connsiteY55" fmla="*/ 27042 h 63172"/>
                <a:gd name="connsiteX56" fmla="*/ 3849 w 113809"/>
                <a:gd name="connsiteY56" fmla="*/ 31432 h 63172"/>
                <a:gd name="connsiteX57" fmla="*/ 0 w 113809"/>
                <a:gd name="connsiteY57" fmla="*/ 41661 h 63172"/>
                <a:gd name="connsiteX58" fmla="*/ 232 w 113809"/>
                <a:gd name="connsiteY58" fmla="*/ 53470 h 63172"/>
                <a:gd name="connsiteX59" fmla="*/ 3988 w 113809"/>
                <a:gd name="connsiteY59" fmla="*/ 53646 h 63172"/>
                <a:gd name="connsiteX60" fmla="*/ 7977 w 113809"/>
                <a:gd name="connsiteY60" fmla="*/ 47105 h 6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13809" h="63172">
                  <a:moveTo>
                    <a:pt x="7930" y="47017"/>
                  </a:moveTo>
                  <a:cubicBezTo>
                    <a:pt x="7930" y="47017"/>
                    <a:pt x="8162" y="46710"/>
                    <a:pt x="8348" y="46622"/>
                  </a:cubicBezTo>
                  <a:lnTo>
                    <a:pt x="12846" y="44163"/>
                  </a:lnTo>
                  <a:cubicBezTo>
                    <a:pt x="12846" y="44163"/>
                    <a:pt x="13310" y="43988"/>
                    <a:pt x="13542" y="44032"/>
                  </a:cubicBezTo>
                  <a:lnTo>
                    <a:pt x="19015" y="44559"/>
                  </a:lnTo>
                  <a:lnTo>
                    <a:pt x="27131" y="45832"/>
                  </a:lnTo>
                  <a:lnTo>
                    <a:pt x="28754" y="44515"/>
                  </a:lnTo>
                  <a:cubicBezTo>
                    <a:pt x="29171" y="44163"/>
                    <a:pt x="29821" y="44163"/>
                    <a:pt x="30238" y="44515"/>
                  </a:cubicBezTo>
                  <a:lnTo>
                    <a:pt x="32928" y="46666"/>
                  </a:lnTo>
                  <a:lnTo>
                    <a:pt x="44708" y="45085"/>
                  </a:lnTo>
                  <a:cubicBezTo>
                    <a:pt x="45079" y="45085"/>
                    <a:pt x="45496" y="45173"/>
                    <a:pt x="45728" y="45480"/>
                  </a:cubicBezTo>
                  <a:lnTo>
                    <a:pt x="48882" y="48949"/>
                  </a:lnTo>
                  <a:lnTo>
                    <a:pt x="53751" y="49168"/>
                  </a:lnTo>
                  <a:lnTo>
                    <a:pt x="62424" y="43110"/>
                  </a:lnTo>
                  <a:cubicBezTo>
                    <a:pt x="62748" y="42890"/>
                    <a:pt x="63119" y="42846"/>
                    <a:pt x="63490" y="42934"/>
                  </a:cubicBezTo>
                  <a:cubicBezTo>
                    <a:pt x="63861" y="43066"/>
                    <a:pt x="64140" y="43329"/>
                    <a:pt x="64232" y="43637"/>
                  </a:cubicBezTo>
                  <a:lnTo>
                    <a:pt x="66598" y="50836"/>
                  </a:lnTo>
                  <a:lnTo>
                    <a:pt x="74714" y="50836"/>
                  </a:lnTo>
                  <a:cubicBezTo>
                    <a:pt x="75085" y="50836"/>
                    <a:pt x="75409" y="50968"/>
                    <a:pt x="75595" y="51231"/>
                  </a:cubicBezTo>
                  <a:lnTo>
                    <a:pt x="85983" y="63172"/>
                  </a:lnTo>
                  <a:lnTo>
                    <a:pt x="88580" y="63172"/>
                  </a:lnTo>
                  <a:lnTo>
                    <a:pt x="96696" y="58124"/>
                  </a:lnTo>
                  <a:cubicBezTo>
                    <a:pt x="97021" y="57948"/>
                    <a:pt x="97392" y="57904"/>
                    <a:pt x="97717" y="57992"/>
                  </a:cubicBezTo>
                  <a:lnTo>
                    <a:pt x="103421" y="59924"/>
                  </a:lnTo>
                  <a:lnTo>
                    <a:pt x="103421" y="58475"/>
                  </a:lnTo>
                  <a:cubicBezTo>
                    <a:pt x="103421" y="58080"/>
                    <a:pt x="103653" y="57729"/>
                    <a:pt x="103978" y="57509"/>
                  </a:cubicBezTo>
                  <a:lnTo>
                    <a:pt x="113810" y="52065"/>
                  </a:lnTo>
                  <a:cubicBezTo>
                    <a:pt x="113439" y="46797"/>
                    <a:pt x="113624" y="44734"/>
                    <a:pt x="113810" y="43900"/>
                  </a:cubicBezTo>
                  <a:cubicBezTo>
                    <a:pt x="113485" y="43637"/>
                    <a:pt x="112882" y="43285"/>
                    <a:pt x="112465" y="43022"/>
                  </a:cubicBezTo>
                  <a:cubicBezTo>
                    <a:pt x="111074" y="42188"/>
                    <a:pt x="110100" y="41573"/>
                    <a:pt x="110100" y="40608"/>
                  </a:cubicBezTo>
                  <a:cubicBezTo>
                    <a:pt x="110100" y="40125"/>
                    <a:pt x="109311" y="37447"/>
                    <a:pt x="108476" y="34725"/>
                  </a:cubicBezTo>
                  <a:lnTo>
                    <a:pt x="105787" y="35866"/>
                  </a:lnTo>
                  <a:cubicBezTo>
                    <a:pt x="105369" y="36042"/>
                    <a:pt x="104859" y="35954"/>
                    <a:pt x="104534" y="35691"/>
                  </a:cubicBezTo>
                  <a:cubicBezTo>
                    <a:pt x="104210" y="35383"/>
                    <a:pt x="104071" y="34944"/>
                    <a:pt x="104210" y="34549"/>
                  </a:cubicBezTo>
                  <a:lnTo>
                    <a:pt x="107966" y="23969"/>
                  </a:lnTo>
                  <a:lnTo>
                    <a:pt x="106482" y="20677"/>
                  </a:lnTo>
                  <a:lnTo>
                    <a:pt x="101752" y="15453"/>
                  </a:lnTo>
                  <a:lnTo>
                    <a:pt x="100407" y="18350"/>
                  </a:lnTo>
                  <a:cubicBezTo>
                    <a:pt x="100221" y="18745"/>
                    <a:pt x="99804" y="19009"/>
                    <a:pt x="99340" y="19009"/>
                  </a:cubicBezTo>
                  <a:cubicBezTo>
                    <a:pt x="99247" y="19009"/>
                    <a:pt x="99155" y="19009"/>
                    <a:pt x="99108" y="19009"/>
                  </a:cubicBezTo>
                  <a:lnTo>
                    <a:pt x="92430" y="17648"/>
                  </a:lnTo>
                  <a:cubicBezTo>
                    <a:pt x="92430" y="17648"/>
                    <a:pt x="92105" y="17560"/>
                    <a:pt x="92012" y="17472"/>
                  </a:cubicBezTo>
                  <a:lnTo>
                    <a:pt x="79259" y="8692"/>
                  </a:lnTo>
                  <a:cubicBezTo>
                    <a:pt x="78980" y="8473"/>
                    <a:pt x="78795" y="8165"/>
                    <a:pt x="78795" y="7814"/>
                  </a:cubicBezTo>
                  <a:lnTo>
                    <a:pt x="78795" y="5488"/>
                  </a:lnTo>
                  <a:lnTo>
                    <a:pt x="66922" y="0"/>
                  </a:lnTo>
                  <a:lnTo>
                    <a:pt x="52870" y="6541"/>
                  </a:lnTo>
                  <a:cubicBezTo>
                    <a:pt x="52731" y="8341"/>
                    <a:pt x="52731" y="10317"/>
                    <a:pt x="53102" y="11853"/>
                  </a:cubicBezTo>
                  <a:cubicBezTo>
                    <a:pt x="54076" y="15497"/>
                    <a:pt x="52545" y="22652"/>
                    <a:pt x="50412" y="25199"/>
                  </a:cubicBezTo>
                  <a:cubicBezTo>
                    <a:pt x="48279" y="27745"/>
                    <a:pt x="43084" y="33057"/>
                    <a:pt x="38261" y="27569"/>
                  </a:cubicBezTo>
                  <a:cubicBezTo>
                    <a:pt x="33438" y="22082"/>
                    <a:pt x="36360" y="20633"/>
                    <a:pt x="33994" y="18789"/>
                  </a:cubicBezTo>
                  <a:cubicBezTo>
                    <a:pt x="31675" y="16945"/>
                    <a:pt x="26667" y="14750"/>
                    <a:pt x="23559" y="8736"/>
                  </a:cubicBezTo>
                  <a:lnTo>
                    <a:pt x="20267" y="9482"/>
                  </a:lnTo>
                  <a:lnTo>
                    <a:pt x="16603" y="11326"/>
                  </a:lnTo>
                  <a:lnTo>
                    <a:pt x="10806" y="13697"/>
                  </a:lnTo>
                  <a:cubicBezTo>
                    <a:pt x="10806" y="13697"/>
                    <a:pt x="5194" y="22301"/>
                    <a:pt x="6539" y="27042"/>
                  </a:cubicBezTo>
                  <a:cubicBezTo>
                    <a:pt x="6539" y="27042"/>
                    <a:pt x="6910" y="29413"/>
                    <a:pt x="3849" y="31432"/>
                  </a:cubicBezTo>
                  <a:cubicBezTo>
                    <a:pt x="742" y="33452"/>
                    <a:pt x="0" y="38017"/>
                    <a:pt x="0" y="41661"/>
                  </a:cubicBezTo>
                  <a:cubicBezTo>
                    <a:pt x="0" y="43242"/>
                    <a:pt x="0" y="48158"/>
                    <a:pt x="232" y="53470"/>
                  </a:cubicBezTo>
                  <a:lnTo>
                    <a:pt x="3988" y="53646"/>
                  </a:lnTo>
                  <a:lnTo>
                    <a:pt x="7977" y="4710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4" name="Freeform: Shape 2073">
              <a:extLst>
                <a:ext uri="{FF2B5EF4-FFF2-40B4-BE49-F238E27FC236}">
                  <a16:creationId xmlns:a16="http://schemas.microsoft.com/office/drawing/2014/main" id="{9BCB4E5D-EA8A-819C-54F9-E7456583E7DF}"/>
                </a:ext>
              </a:extLst>
            </p:cNvPr>
            <p:cNvSpPr>
              <a:spLocks/>
            </p:cNvSpPr>
            <p:nvPr/>
          </p:nvSpPr>
          <p:spPr>
            <a:xfrm>
              <a:off x="5830857" y="2601469"/>
              <a:ext cx="211272" cy="269511"/>
            </a:xfrm>
            <a:custGeom>
              <a:avLst/>
              <a:gdLst>
                <a:gd name="connsiteX0" fmla="*/ 17252 w 141543"/>
                <a:gd name="connsiteY0" fmla="*/ 56456 h 180561"/>
                <a:gd name="connsiteX1" fmla="*/ 16093 w 141543"/>
                <a:gd name="connsiteY1" fmla="*/ 57465 h 180561"/>
                <a:gd name="connsiteX2" fmla="*/ 11733 w 141543"/>
                <a:gd name="connsiteY2" fmla="*/ 57465 h 180561"/>
                <a:gd name="connsiteX3" fmla="*/ 10667 w 141543"/>
                <a:gd name="connsiteY3" fmla="*/ 59924 h 180561"/>
                <a:gd name="connsiteX4" fmla="*/ 13867 w 141543"/>
                <a:gd name="connsiteY4" fmla="*/ 59924 h 180561"/>
                <a:gd name="connsiteX5" fmla="*/ 14748 w 141543"/>
                <a:gd name="connsiteY5" fmla="*/ 60319 h 180561"/>
                <a:gd name="connsiteX6" fmla="*/ 15026 w 141543"/>
                <a:gd name="connsiteY6" fmla="*/ 61197 h 180561"/>
                <a:gd name="connsiteX7" fmla="*/ 14052 w 141543"/>
                <a:gd name="connsiteY7" fmla="*/ 68045 h 180561"/>
                <a:gd name="connsiteX8" fmla="*/ 13913 w 141543"/>
                <a:gd name="connsiteY8" fmla="*/ 68440 h 180561"/>
                <a:gd name="connsiteX9" fmla="*/ 9971 w 141543"/>
                <a:gd name="connsiteY9" fmla="*/ 74762 h 180561"/>
                <a:gd name="connsiteX10" fmla="*/ 9275 w 141543"/>
                <a:gd name="connsiteY10" fmla="*/ 75245 h 180561"/>
                <a:gd name="connsiteX11" fmla="*/ 371 w 141543"/>
                <a:gd name="connsiteY11" fmla="*/ 77396 h 180561"/>
                <a:gd name="connsiteX12" fmla="*/ 2551 w 141543"/>
                <a:gd name="connsiteY12" fmla="*/ 83103 h 180561"/>
                <a:gd name="connsiteX13" fmla="*/ 2551 w 141543"/>
                <a:gd name="connsiteY13" fmla="*/ 83893 h 180561"/>
                <a:gd name="connsiteX14" fmla="*/ 185 w 141543"/>
                <a:gd name="connsiteY14" fmla="*/ 89117 h 180561"/>
                <a:gd name="connsiteX15" fmla="*/ 2180 w 141543"/>
                <a:gd name="connsiteY15" fmla="*/ 92190 h 180561"/>
                <a:gd name="connsiteX16" fmla="*/ 2180 w 141543"/>
                <a:gd name="connsiteY16" fmla="*/ 93288 h 180561"/>
                <a:gd name="connsiteX17" fmla="*/ 0 w 141543"/>
                <a:gd name="connsiteY17" fmla="*/ 96887 h 180561"/>
                <a:gd name="connsiteX18" fmla="*/ 0 w 141543"/>
                <a:gd name="connsiteY18" fmla="*/ 102726 h 180561"/>
                <a:gd name="connsiteX19" fmla="*/ 5148 w 141543"/>
                <a:gd name="connsiteY19" fmla="*/ 107336 h 180561"/>
                <a:gd name="connsiteX20" fmla="*/ 5472 w 141543"/>
                <a:gd name="connsiteY20" fmla="*/ 108433 h 180561"/>
                <a:gd name="connsiteX21" fmla="*/ 2922 w 141543"/>
                <a:gd name="connsiteY21" fmla="*/ 117301 h 180561"/>
                <a:gd name="connsiteX22" fmla="*/ 3478 w 141543"/>
                <a:gd name="connsiteY22" fmla="*/ 123008 h 180561"/>
                <a:gd name="connsiteX23" fmla="*/ 8904 w 141543"/>
                <a:gd name="connsiteY23" fmla="*/ 136441 h 180561"/>
                <a:gd name="connsiteX24" fmla="*/ 10528 w 141543"/>
                <a:gd name="connsiteY24" fmla="*/ 138593 h 180561"/>
                <a:gd name="connsiteX25" fmla="*/ 13125 w 141543"/>
                <a:gd name="connsiteY25" fmla="*/ 137363 h 180561"/>
                <a:gd name="connsiteX26" fmla="*/ 14609 w 141543"/>
                <a:gd name="connsiteY26" fmla="*/ 137715 h 180561"/>
                <a:gd name="connsiteX27" fmla="*/ 15444 w 141543"/>
                <a:gd name="connsiteY27" fmla="*/ 138856 h 180561"/>
                <a:gd name="connsiteX28" fmla="*/ 21797 w 141543"/>
                <a:gd name="connsiteY28" fmla="*/ 138856 h 180561"/>
                <a:gd name="connsiteX29" fmla="*/ 22632 w 141543"/>
                <a:gd name="connsiteY29" fmla="*/ 139163 h 180561"/>
                <a:gd name="connsiteX30" fmla="*/ 25183 w 141543"/>
                <a:gd name="connsiteY30" fmla="*/ 141578 h 180561"/>
                <a:gd name="connsiteX31" fmla="*/ 30192 w 141543"/>
                <a:gd name="connsiteY31" fmla="*/ 141578 h 180561"/>
                <a:gd name="connsiteX32" fmla="*/ 30702 w 141543"/>
                <a:gd name="connsiteY32" fmla="*/ 141709 h 180561"/>
                <a:gd name="connsiteX33" fmla="*/ 34737 w 141543"/>
                <a:gd name="connsiteY33" fmla="*/ 143641 h 180561"/>
                <a:gd name="connsiteX34" fmla="*/ 35339 w 141543"/>
                <a:gd name="connsiteY34" fmla="*/ 144343 h 180561"/>
                <a:gd name="connsiteX35" fmla="*/ 35154 w 141543"/>
                <a:gd name="connsiteY35" fmla="*/ 145265 h 180561"/>
                <a:gd name="connsiteX36" fmla="*/ 27316 w 141543"/>
                <a:gd name="connsiteY36" fmla="*/ 155406 h 180561"/>
                <a:gd name="connsiteX37" fmla="*/ 24626 w 141543"/>
                <a:gd name="connsiteY37" fmla="*/ 161552 h 180561"/>
                <a:gd name="connsiteX38" fmla="*/ 24905 w 141543"/>
                <a:gd name="connsiteY38" fmla="*/ 174503 h 180561"/>
                <a:gd name="connsiteX39" fmla="*/ 36313 w 141543"/>
                <a:gd name="connsiteY39" fmla="*/ 174503 h 180561"/>
                <a:gd name="connsiteX40" fmla="*/ 35571 w 141543"/>
                <a:gd name="connsiteY40" fmla="*/ 173493 h 180561"/>
                <a:gd name="connsiteX41" fmla="*/ 35571 w 141543"/>
                <a:gd name="connsiteY41" fmla="*/ 172176 h 180561"/>
                <a:gd name="connsiteX42" fmla="*/ 37612 w 141543"/>
                <a:gd name="connsiteY42" fmla="*/ 169718 h 180561"/>
                <a:gd name="connsiteX43" fmla="*/ 39050 w 141543"/>
                <a:gd name="connsiteY43" fmla="*/ 169410 h 180561"/>
                <a:gd name="connsiteX44" fmla="*/ 44337 w 141543"/>
                <a:gd name="connsiteY44" fmla="*/ 171913 h 180561"/>
                <a:gd name="connsiteX45" fmla="*/ 50737 w 141543"/>
                <a:gd name="connsiteY45" fmla="*/ 171913 h 180561"/>
                <a:gd name="connsiteX46" fmla="*/ 51571 w 141543"/>
                <a:gd name="connsiteY46" fmla="*/ 172264 h 180561"/>
                <a:gd name="connsiteX47" fmla="*/ 55699 w 141543"/>
                <a:gd name="connsiteY47" fmla="*/ 176434 h 180561"/>
                <a:gd name="connsiteX48" fmla="*/ 61728 w 141543"/>
                <a:gd name="connsiteY48" fmla="*/ 176434 h 180561"/>
                <a:gd name="connsiteX49" fmla="*/ 62702 w 141543"/>
                <a:gd name="connsiteY49" fmla="*/ 176917 h 180561"/>
                <a:gd name="connsiteX50" fmla="*/ 65253 w 141543"/>
                <a:gd name="connsiteY50" fmla="*/ 180561 h 180561"/>
                <a:gd name="connsiteX51" fmla="*/ 67247 w 141543"/>
                <a:gd name="connsiteY51" fmla="*/ 180561 h 180561"/>
                <a:gd name="connsiteX52" fmla="*/ 67247 w 141543"/>
                <a:gd name="connsiteY52" fmla="*/ 174239 h 180561"/>
                <a:gd name="connsiteX53" fmla="*/ 67618 w 141543"/>
                <a:gd name="connsiteY53" fmla="*/ 173449 h 180561"/>
                <a:gd name="connsiteX54" fmla="*/ 68499 w 141543"/>
                <a:gd name="connsiteY54" fmla="*/ 173186 h 180561"/>
                <a:gd name="connsiteX55" fmla="*/ 75456 w 141543"/>
                <a:gd name="connsiteY55" fmla="*/ 173713 h 180561"/>
                <a:gd name="connsiteX56" fmla="*/ 76430 w 141543"/>
                <a:gd name="connsiteY56" fmla="*/ 174371 h 180561"/>
                <a:gd name="connsiteX57" fmla="*/ 77867 w 141543"/>
                <a:gd name="connsiteY57" fmla="*/ 177532 h 180561"/>
                <a:gd name="connsiteX58" fmla="*/ 82459 w 141543"/>
                <a:gd name="connsiteY58" fmla="*/ 177312 h 180561"/>
                <a:gd name="connsiteX59" fmla="*/ 86494 w 141543"/>
                <a:gd name="connsiteY59" fmla="*/ 173756 h 180561"/>
                <a:gd name="connsiteX60" fmla="*/ 87189 w 141543"/>
                <a:gd name="connsiteY60" fmla="*/ 173449 h 180561"/>
                <a:gd name="connsiteX61" fmla="*/ 93868 w 141543"/>
                <a:gd name="connsiteY61" fmla="*/ 172922 h 180561"/>
                <a:gd name="connsiteX62" fmla="*/ 99618 w 141543"/>
                <a:gd name="connsiteY62" fmla="*/ 172176 h 180561"/>
                <a:gd name="connsiteX63" fmla="*/ 103978 w 141543"/>
                <a:gd name="connsiteY63" fmla="*/ 165240 h 180561"/>
                <a:gd name="connsiteX64" fmla="*/ 104210 w 141543"/>
                <a:gd name="connsiteY64" fmla="*/ 164976 h 180561"/>
                <a:gd name="connsiteX65" fmla="*/ 111166 w 141543"/>
                <a:gd name="connsiteY65" fmla="*/ 158918 h 180561"/>
                <a:gd name="connsiteX66" fmla="*/ 115155 w 141543"/>
                <a:gd name="connsiteY66" fmla="*/ 156416 h 180561"/>
                <a:gd name="connsiteX67" fmla="*/ 115155 w 141543"/>
                <a:gd name="connsiteY67" fmla="*/ 153167 h 180561"/>
                <a:gd name="connsiteX68" fmla="*/ 115665 w 141543"/>
                <a:gd name="connsiteY68" fmla="*/ 152289 h 180561"/>
                <a:gd name="connsiteX69" fmla="*/ 116731 w 141543"/>
                <a:gd name="connsiteY69" fmla="*/ 152158 h 180561"/>
                <a:gd name="connsiteX70" fmla="*/ 119978 w 141543"/>
                <a:gd name="connsiteY70" fmla="*/ 153255 h 180561"/>
                <a:gd name="connsiteX71" fmla="*/ 122436 w 141543"/>
                <a:gd name="connsiteY71" fmla="*/ 149919 h 180561"/>
                <a:gd name="connsiteX72" fmla="*/ 119329 w 141543"/>
                <a:gd name="connsiteY72" fmla="*/ 146056 h 180561"/>
                <a:gd name="connsiteX73" fmla="*/ 112233 w 141543"/>
                <a:gd name="connsiteY73" fmla="*/ 141753 h 180561"/>
                <a:gd name="connsiteX74" fmla="*/ 112001 w 141543"/>
                <a:gd name="connsiteY74" fmla="*/ 141578 h 180561"/>
                <a:gd name="connsiteX75" fmla="*/ 107781 w 141543"/>
                <a:gd name="connsiteY75" fmla="*/ 137056 h 180561"/>
                <a:gd name="connsiteX76" fmla="*/ 102169 w 141543"/>
                <a:gd name="connsiteY76" fmla="*/ 133983 h 180561"/>
                <a:gd name="connsiteX77" fmla="*/ 101612 w 141543"/>
                <a:gd name="connsiteY77" fmla="*/ 133325 h 180561"/>
                <a:gd name="connsiteX78" fmla="*/ 99294 w 141543"/>
                <a:gd name="connsiteY78" fmla="*/ 125774 h 180561"/>
                <a:gd name="connsiteX79" fmla="*/ 99433 w 141543"/>
                <a:gd name="connsiteY79" fmla="*/ 124896 h 180561"/>
                <a:gd name="connsiteX80" fmla="*/ 100731 w 141543"/>
                <a:gd name="connsiteY80" fmla="*/ 122876 h 180561"/>
                <a:gd name="connsiteX81" fmla="*/ 95583 w 141543"/>
                <a:gd name="connsiteY81" fmla="*/ 118003 h 180561"/>
                <a:gd name="connsiteX82" fmla="*/ 95305 w 141543"/>
                <a:gd name="connsiteY82" fmla="*/ 117652 h 180561"/>
                <a:gd name="connsiteX83" fmla="*/ 93589 w 141543"/>
                <a:gd name="connsiteY83" fmla="*/ 113526 h 180561"/>
                <a:gd name="connsiteX84" fmla="*/ 93868 w 141543"/>
                <a:gd name="connsiteY84" fmla="*/ 112340 h 180561"/>
                <a:gd name="connsiteX85" fmla="*/ 95166 w 141543"/>
                <a:gd name="connsiteY85" fmla="*/ 112165 h 180561"/>
                <a:gd name="connsiteX86" fmla="*/ 99015 w 141543"/>
                <a:gd name="connsiteY86" fmla="*/ 113877 h 180561"/>
                <a:gd name="connsiteX87" fmla="*/ 100871 w 141543"/>
                <a:gd name="connsiteY87" fmla="*/ 109838 h 180561"/>
                <a:gd name="connsiteX88" fmla="*/ 101937 w 141543"/>
                <a:gd name="connsiteY88" fmla="*/ 109179 h 180561"/>
                <a:gd name="connsiteX89" fmla="*/ 108198 w 141543"/>
                <a:gd name="connsiteY89" fmla="*/ 109179 h 180561"/>
                <a:gd name="connsiteX90" fmla="*/ 115990 w 141543"/>
                <a:gd name="connsiteY90" fmla="*/ 103429 h 180561"/>
                <a:gd name="connsiteX91" fmla="*/ 116360 w 141543"/>
                <a:gd name="connsiteY91" fmla="*/ 103253 h 180561"/>
                <a:gd name="connsiteX92" fmla="*/ 128604 w 141543"/>
                <a:gd name="connsiteY92" fmla="*/ 99478 h 180561"/>
                <a:gd name="connsiteX93" fmla="*/ 128604 w 141543"/>
                <a:gd name="connsiteY93" fmla="*/ 94517 h 180561"/>
                <a:gd name="connsiteX94" fmla="*/ 129161 w 141543"/>
                <a:gd name="connsiteY94" fmla="*/ 93595 h 180561"/>
                <a:gd name="connsiteX95" fmla="*/ 130320 w 141543"/>
                <a:gd name="connsiteY95" fmla="*/ 93595 h 180561"/>
                <a:gd name="connsiteX96" fmla="*/ 135978 w 141543"/>
                <a:gd name="connsiteY96" fmla="*/ 96317 h 180561"/>
                <a:gd name="connsiteX97" fmla="*/ 136581 w 141543"/>
                <a:gd name="connsiteY97" fmla="*/ 97063 h 180561"/>
                <a:gd name="connsiteX98" fmla="*/ 137323 w 141543"/>
                <a:gd name="connsiteY98" fmla="*/ 100531 h 180561"/>
                <a:gd name="connsiteX99" fmla="*/ 138807 w 141543"/>
                <a:gd name="connsiteY99" fmla="*/ 98468 h 180561"/>
                <a:gd name="connsiteX100" fmla="*/ 139410 w 141543"/>
                <a:gd name="connsiteY100" fmla="*/ 96405 h 180561"/>
                <a:gd name="connsiteX101" fmla="*/ 139410 w 141543"/>
                <a:gd name="connsiteY101" fmla="*/ 96405 h 180561"/>
                <a:gd name="connsiteX102" fmla="*/ 141544 w 141543"/>
                <a:gd name="connsiteY102" fmla="*/ 88810 h 180561"/>
                <a:gd name="connsiteX103" fmla="*/ 139178 w 141543"/>
                <a:gd name="connsiteY103" fmla="*/ 86352 h 180561"/>
                <a:gd name="connsiteX104" fmla="*/ 134865 w 141543"/>
                <a:gd name="connsiteY104" fmla="*/ 83981 h 180561"/>
                <a:gd name="connsiteX105" fmla="*/ 134309 w 141543"/>
                <a:gd name="connsiteY105" fmla="*/ 83015 h 180561"/>
                <a:gd name="connsiteX106" fmla="*/ 134309 w 141543"/>
                <a:gd name="connsiteY106" fmla="*/ 75333 h 180561"/>
                <a:gd name="connsiteX107" fmla="*/ 134448 w 141543"/>
                <a:gd name="connsiteY107" fmla="*/ 74806 h 180561"/>
                <a:gd name="connsiteX108" fmla="*/ 136813 w 141543"/>
                <a:gd name="connsiteY108" fmla="*/ 70547 h 180561"/>
                <a:gd name="connsiteX109" fmla="*/ 132175 w 141543"/>
                <a:gd name="connsiteY109" fmla="*/ 65894 h 180561"/>
                <a:gd name="connsiteX110" fmla="*/ 131851 w 141543"/>
                <a:gd name="connsiteY110" fmla="*/ 65060 h 180561"/>
                <a:gd name="connsiteX111" fmla="*/ 132129 w 141543"/>
                <a:gd name="connsiteY111" fmla="*/ 61767 h 180561"/>
                <a:gd name="connsiteX112" fmla="*/ 132500 w 141543"/>
                <a:gd name="connsiteY112" fmla="*/ 61065 h 180561"/>
                <a:gd name="connsiteX113" fmla="*/ 133845 w 141543"/>
                <a:gd name="connsiteY113" fmla="*/ 59880 h 180561"/>
                <a:gd name="connsiteX114" fmla="*/ 126053 w 141543"/>
                <a:gd name="connsiteY114" fmla="*/ 51890 h 180561"/>
                <a:gd name="connsiteX115" fmla="*/ 125868 w 141543"/>
                <a:gd name="connsiteY115" fmla="*/ 50661 h 180561"/>
                <a:gd name="connsiteX116" fmla="*/ 127909 w 141543"/>
                <a:gd name="connsiteY116" fmla="*/ 46534 h 180561"/>
                <a:gd name="connsiteX117" fmla="*/ 128094 w 141543"/>
                <a:gd name="connsiteY117" fmla="*/ 46271 h 180561"/>
                <a:gd name="connsiteX118" fmla="*/ 131990 w 141543"/>
                <a:gd name="connsiteY118" fmla="*/ 42320 h 180561"/>
                <a:gd name="connsiteX119" fmla="*/ 128650 w 141543"/>
                <a:gd name="connsiteY119" fmla="*/ 29940 h 180561"/>
                <a:gd name="connsiteX120" fmla="*/ 126332 w 141543"/>
                <a:gd name="connsiteY120" fmla="*/ 29150 h 180561"/>
                <a:gd name="connsiteX121" fmla="*/ 121972 w 141543"/>
                <a:gd name="connsiteY121" fmla="*/ 29150 h 180561"/>
                <a:gd name="connsiteX122" fmla="*/ 123735 w 141543"/>
                <a:gd name="connsiteY122" fmla="*/ 26121 h 180561"/>
                <a:gd name="connsiteX123" fmla="*/ 127862 w 141543"/>
                <a:gd name="connsiteY123" fmla="*/ 26911 h 180561"/>
                <a:gd name="connsiteX124" fmla="*/ 126703 w 141543"/>
                <a:gd name="connsiteY124" fmla="*/ 22565 h 180561"/>
                <a:gd name="connsiteX125" fmla="*/ 124152 w 141543"/>
                <a:gd name="connsiteY125" fmla="*/ 21028 h 180561"/>
                <a:gd name="connsiteX126" fmla="*/ 118726 w 141543"/>
                <a:gd name="connsiteY126" fmla="*/ 19184 h 180561"/>
                <a:gd name="connsiteX127" fmla="*/ 116778 w 141543"/>
                <a:gd name="connsiteY127" fmla="*/ 19931 h 180561"/>
                <a:gd name="connsiteX128" fmla="*/ 114459 w 141543"/>
                <a:gd name="connsiteY128" fmla="*/ 17560 h 180561"/>
                <a:gd name="connsiteX129" fmla="*/ 117334 w 141543"/>
                <a:gd name="connsiteY129" fmla="*/ 15014 h 180561"/>
                <a:gd name="connsiteX130" fmla="*/ 120024 w 141543"/>
                <a:gd name="connsiteY130" fmla="*/ 13916 h 180561"/>
                <a:gd name="connsiteX131" fmla="*/ 119653 w 141543"/>
                <a:gd name="connsiteY131" fmla="*/ 7683 h 180561"/>
                <a:gd name="connsiteX132" fmla="*/ 116778 w 141543"/>
                <a:gd name="connsiteY132" fmla="*/ 9878 h 180561"/>
                <a:gd name="connsiteX133" fmla="*/ 115990 w 141543"/>
                <a:gd name="connsiteY133" fmla="*/ 7331 h 180561"/>
                <a:gd name="connsiteX134" fmla="*/ 113856 w 141543"/>
                <a:gd name="connsiteY134" fmla="*/ 6058 h 180561"/>
                <a:gd name="connsiteX135" fmla="*/ 112697 w 141543"/>
                <a:gd name="connsiteY135" fmla="*/ 9526 h 180561"/>
                <a:gd name="connsiteX136" fmla="*/ 111537 w 141543"/>
                <a:gd name="connsiteY136" fmla="*/ 15189 h 180561"/>
                <a:gd name="connsiteX137" fmla="*/ 110378 w 141543"/>
                <a:gd name="connsiteY137" fmla="*/ 11721 h 180561"/>
                <a:gd name="connsiteX138" fmla="*/ 101102 w 141543"/>
                <a:gd name="connsiteY138" fmla="*/ 15760 h 180561"/>
                <a:gd name="connsiteX139" fmla="*/ 84685 w 141543"/>
                <a:gd name="connsiteY139" fmla="*/ 24145 h 180561"/>
                <a:gd name="connsiteX140" fmla="*/ 81995 w 141543"/>
                <a:gd name="connsiteY140" fmla="*/ 25243 h 180561"/>
                <a:gd name="connsiteX141" fmla="*/ 80650 w 141543"/>
                <a:gd name="connsiteY141" fmla="*/ 23223 h 180561"/>
                <a:gd name="connsiteX142" fmla="*/ 78702 w 141543"/>
                <a:gd name="connsiteY142" fmla="*/ 23399 h 180561"/>
                <a:gd name="connsiteX143" fmla="*/ 76754 w 141543"/>
                <a:gd name="connsiteY143" fmla="*/ 24321 h 180561"/>
                <a:gd name="connsiteX144" fmla="*/ 74621 w 141543"/>
                <a:gd name="connsiteY144" fmla="*/ 21950 h 180561"/>
                <a:gd name="connsiteX145" fmla="*/ 77728 w 141543"/>
                <a:gd name="connsiteY145" fmla="*/ 19228 h 180561"/>
                <a:gd name="connsiteX146" fmla="*/ 79862 w 141543"/>
                <a:gd name="connsiteY146" fmla="*/ 18482 h 180561"/>
                <a:gd name="connsiteX147" fmla="*/ 79862 w 141543"/>
                <a:gd name="connsiteY147" fmla="*/ 15365 h 180561"/>
                <a:gd name="connsiteX148" fmla="*/ 81810 w 141543"/>
                <a:gd name="connsiteY148" fmla="*/ 13697 h 180561"/>
                <a:gd name="connsiteX149" fmla="*/ 82366 w 141543"/>
                <a:gd name="connsiteY149" fmla="*/ 9658 h 180561"/>
                <a:gd name="connsiteX150" fmla="*/ 78331 w 141543"/>
                <a:gd name="connsiteY150" fmla="*/ 9482 h 180561"/>
                <a:gd name="connsiteX151" fmla="*/ 77775 w 141543"/>
                <a:gd name="connsiteY151" fmla="*/ 11853 h 180561"/>
                <a:gd name="connsiteX152" fmla="*/ 74899 w 141543"/>
                <a:gd name="connsiteY152" fmla="*/ 14575 h 180561"/>
                <a:gd name="connsiteX153" fmla="*/ 72395 w 141543"/>
                <a:gd name="connsiteY153" fmla="*/ 14926 h 180561"/>
                <a:gd name="connsiteX154" fmla="*/ 59827 w 141543"/>
                <a:gd name="connsiteY154" fmla="*/ 11282 h 180561"/>
                <a:gd name="connsiteX155" fmla="*/ 61775 w 141543"/>
                <a:gd name="connsiteY155" fmla="*/ 9263 h 180561"/>
                <a:gd name="connsiteX156" fmla="*/ 61403 w 141543"/>
                <a:gd name="connsiteY156" fmla="*/ 5224 h 180561"/>
                <a:gd name="connsiteX157" fmla="*/ 58667 w 141543"/>
                <a:gd name="connsiteY157" fmla="*/ 3249 h 180561"/>
                <a:gd name="connsiteX158" fmla="*/ 39328 w 141543"/>
                <a:gd name="connsiteY158" fmla="*/ 0 h 180561"/>
                <a:gd name="connsiteX159" fmla="*/ 40580 w 141543"/>
                <a:gd name="connsiteY159" fmla="*/ 3161 h 180561"/>
                <a:gd name="connsiteX160" fmla="*/ 46192 w 141543"/>
                <a:gd name="connsiteY160" fmla="*/ 11019 h 180561"/>
                <a:gd name="connsiteX161" fmla="*/ 41740 w 141543"/>
                <a:gd name="connsiteY161" fmla="*/ 13038 h 180561"/>
                <a:gd name="connsiteX162" fmla="*/ 41740 w 141543"/>
                <a:gd name="connsiteY162" fmla="*/ 15760 h 180561"/>
                <a:gd name="connsiteX163" fmla="*/ 44244 w 141543"/>
                <a:gd name="connsiteY163" fmla="*/ 16682 h 180561"/>
                <a:gd name="connsiteX164" fmla="*/ 44244 w 141543"/>
                <a:gd name="connsiteY164" fmla="*/ 19228 h 180561"/>
                <a:gd name="connsiteX165" fmla="*/ 45589 w 141543"/>
                <a:gd name="connsiteY165" fmla="*/ 21248 h 180561"/>
                <a:gd name="connsiteX166" fmla="*/ 43827 w 141543"/>
                <a:gd name="connsiteY166" fmla="*/ 22696 h 180561"/>
                <a:gd name="connsiteX167" fmla="*/ 44383 w 141543"/>
                <a:gd name="connsiteY167" fmla="*/ 25067 h 180561"/>
                <a:gd name="connsiteX168" fmla="*/ 50969 w 141543"/>
                <a:gd name="connsiteY168" fmla="*/ 25067 h 180561"/>
                <a:gd name="connsiteX169" fmla="*/ 52128 w 141543"/>
                <a:gd name="connsiteY169" fmla="*/ 28359 h 180561"/>
                <a:gd name="connsiteX170" fmla="*/ 55235 w 141543"/>
                <a:gd name="connsiteY170" fmla="*/ 30203 h 180561"/>
                <a:gd name="connsiteX171" fmla="*/ 54679 w 141543"/>
                <a:gd name="connsiteY171" fmla="*/ 33145 h 180561"/>
                <a:gd name="connsiteX172" fmla="*/ 52546 w 141543"/>
                <a:gd name="connsiteY172" fmla="*/ 32047 h 180561"/>
                <a:gd name="connsiteX173" fmla="*/ 51015 w 141543"/>
                <a:gd name="connsiteY173" fmla="*/ 29676 h 180561"/>
                <a:gd name="connsiteX174" fmla="*/ 49670 w 141543"/>
                <a:gd name="connsiteY174" fmla="*/ 27130 h 180561"/>
                <a:gd name="connsiteX175" fmla="*/ 44244 w 141543"/>
                <a:gd name="connsiteY175" fmla="*/ 27130 h 180561"/>
                <a:gd name="connsiteX176" fmla="*/ 40951 w 141543"/>
                <a:gd name="connsiteY176" fmla="*/ 25462 h 180561"/>
                <a:gd name="connsiteX177" fmla="*/ 38261 w 141543"/>
                <a:gd name="connsiteY177" fmla="*/ 27657 h 180561"/>
                <a:gd name="connsiteX178" fmla="*/ 37102 w 141543"/>
                <a:gd name="connsiteY178" fmla="*/ 31301 h 180561"/>
                <a:gd name="connsiteX179" fmla="*/ 39421 w 141543"/>
                <a:gd name="connsiteY179" fmla="*/ 34593 h 180561"/>
                <a:gd name="connsiteX180" fmla="*/ 34968 w 141543"/>
                <a:gd name="connsiteY180" fmla="*/ 32574 h 180561"/>
                <a:gd name="connsiteX181" fmla="*/ 33438 w 141543"/>
                <a:gd name="connsiteY181" fmla="*/ 38061 h 180561"/>
                <a:gd name="connsiteX182" fmla="*/ 32279 w 141543"/>
                <a:gd name="connsiteY182" fmla="*/ 36042 h 180561"/>
                <a:gd name="connsiteX183" fmla="*/ 32279 w 141543"/>
                <a:gd name="connsiteY183" fmla="*/ 31828 h 180561"/>
                <a:gd name="connsiteX184" fmla="*/ 29774 w 141543"/>
                <a:gd name="connsiteY184" fmla="*/ 30159 h 180561"/>
                <a:gd name="connsiteX185" fmla="*/ 23977 w 141543"/>
                <a:gd name="connsiteY185" fmla="*/ 30686 h 180561"/>
                <a:gd name="connsiteX186" fmla="*/ 17809 w 141543"/>
                <a:gd name="connsiteY186" fmla="*/ 31037 h 180561"/>
                <a:gd name="connsiteX187" fmla="*/ 14516 w 141543"/>
                <a:gd name="connsiteY187" fmla="*/ 34901 h 180561"/>
                <a:gd name="connsiteX188" fmla="*/ 15304 w 141543"/>
                <a:gd name="connsiteY188" fmla="*/ 38017 h 180561"/>
                <a:gd name="connsiteX189" fmla="*/ 18783 w 141543"/>
                <a:gd name="connsiteY189" fmla="*/ 39466 h 180561"/>
                <a:gd name="connsiteX190" fmla="*/ 17763 w 141543"/>
                <a:gd name="connsiteY190" fmla="*/ 40871 h 180561"/>
                <a:gd name="connsiteX191" fmla="*/ 18458 w 141543"/>
                <a:gd name="connsiteY191" fmla="*/ 45217 h 180561"/>
                <a:gd name="connsiteX192" fmla="*/ 17716 w 141543"/>
                <a:gd name="connsiteY192" fmla="*/ 56148 h 18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141543" h="180561">
                  <a:moveTo>
                    <a:pt x="17252" y="56456"/>
                  </a:moveTo>
                  <a:cubicBezTo>
                    <a:pt x="17252" y="57026"/>
                    <a:pt x="16696" y="57465"/>
                    <a:pt x="16093" y="57465"/>
                  </a:cubicBezTo>
                  <a:lnTo>
                    <a:pt x="11733" y="57465"/>
                  </a:lnTo>
                  <a:lnTo>
                    <a:pt x="10667" y="59924"/>
                  </a:lnTo>
                  <a:lnTo>
                    <a:pt x="13867" y="59924"/>
                  </a:lnTo>
                  <a:cubicBezTo>
                    <a:pt x="14191" y="59924"/>
                    <a:pt x="14516" y="60055"/>
                    <a:pt x="14748" y="60319"/>
                  </a:cubicBezTo>
                  <a:cubicBezTo>
                    <a:pt x="14980" y="60538"/>
                    <a:pt x="15073" y="60889"/>
                    <a:pt x="15026" y="61197"/>
                  </a:cubicBezTo>
                  <a:lnTo>
                    <a:pt x="14052" y="68045"/>
                  </a:lnTo>
                  <a:cubicBezTo>
                    <a:pt x="14052" y="68045"/>
                    <a:pt x="13960" y="68352"/>
                    <a:pt x="13913" y="68440"/>
                  </a:cubicBezTo>
                  <a:lnTo>
                    <a:pt x="9971" y="74762"/>
                  </a:lnTo>
                  <a:cubicBezTo>
                    <a:pt x="9832" y="75025"/>
                    <a:pt x="9554" y="75201"/>
                    <a:pt x="9275" y="75245"/>
                  </a:cubicBezTo>
                  <a:lnTo>
                    <a:pt x="371" y="77396"/>
                  </a:lnTo>
                  <a:lnTo>
                    <a:pt x="2551" y="83103"/>
                  </a:lnTo>
                  <a:cubicBezTo>
                    <a:pt x="2644" y="83366"/>
                    <a:pt x="2644" y="83630"/>
                    <a:pt x="2551" y="83893"/>
                  </a:cubicBezTo>
                  <a:lnTo>
                    <a:pt x="185" y="89117"/>
                  </a:lnTo>
                  <a:lnTo>
                    <a:pt x="2180" y="92190"/>
                  </a:lnTo>
                  <a:cubicBezTo>
                    <a:pt x="2412" y="92541"/>
                    <a:pt x="2412" y="92980"/>
                    <a:pt x="2180" y="93288"/>
                  </a:cubicBezTo>
                  <a:lnTo>
                    <a:pt x="0" y="96887"/>
                  </a:lnTo>
                  <a:lnTo>
                    <a:pt x="0" y="102726"/>
                  </a:lnTo>
                  <a:lnTo>
                    <a:pt x="5148" y="107336"/>
                  </a:lnTo>
                  <a:cubicBezTo>
                    <a:pt x="5472" y="107599"/>
                    <a:pt x="5565" y="108038"/>
                    <a:pt x="5472" y="108433"/>
                  </a:cubicBezTo>
                  <a:lnTo>
                    <a:pt x="2922" y="117301"/>
                  </a:lnTo>
                  <a:lnTo>
                    <a:pt x="3478" y="123008"/>
                  </a:lnTo>
                  <a:lnTo>
                    <a:pt x="8904" y="136441"/>
                  </a:lnTo>
                  <a:lnTo>
                    <a:pt x="10528" y="138593"/>
                  </a:lnTo>
                  <a:lnTo>
                    <a:pt x="13125" y="137363"/>
                  </a:lnTo>
                  <a:cubicBezTo>
                    <a:pt x="13635" y="137100"/>
                    <a:pt x="14284" y="137275"/>
                    <a:pt x="14609" y="137715"/>
                  </a:cubicBezTo>
                  <a:lnTo>
                    <a:pt x="15444" y="138856"/>
                  </a:lnTo>
                  <a:lnTo>
                    <a:pt x="21797" y="138856"/>
                  </a:lnTo>
                  <a:cubicBezTo>
                    <a:pt x="22122" y="138856"/>
                    <a:pt x="22400" y="138988"/>
                    <a:pt x="22632" y="139163"/>
                  </a:cubicBezTo>
                  <a:lnTo>
                    <a:pt x="25183" y="141578"/>
                  </a:lnTo>
                  <a:lnTo>
                    <a:pt x="30192" y="141578"/>
                  </a:lnTo>
                  <a:cubicBezTo>
                    <a:pt x="30192" y="141578"/>
                    <a:pt x="30562" y="141578"/>
                    <a:pt x="30702" y="141709"/>
                  </a:cubicBezTo>
                  <a:lnTo>
                    <a:pt x="34737" y="143641"/>
                  </a:lnTo>
                  <a:cubicBezTo>
                    <a:pt x="35061" y="143773"/>
                    <a:pt x="35247" y="144036"/>
                    <a:pt x="35339" y="144343"/>
                  </a:cubicBezTo>
                  <a:cubicBezTo>
                    <a:pt x="35432" y="144651"/>
                    <a:pt x="35339" y="145002"/>
                    <a:pt x="35154" y="145265"/>
                  </a:cubicBezTo>
                  <a:lnTo>
                    <a:pt x="27316" y="155406"/>
                  </a:lnTo>
                  <a:lnTo>
                    <a:pt x="24626" y="161552"/>
                  </a:lnTo>
                  <a:lnTo>
                    <a:pt x="24905" y="174503"/>
                  </a:lnTo>
                  <a:lnTo>
                    <a:pt x="36313" y="174503"/>
                  </a:lnTo>
                  <a:lnTo>
                    <a:pt x="35571" y="173493"/>
                  </a:lnTo>
                  <a:cubicBezTo>
                    <a:pt x="35293" y="173098"/>
                    <a:pt x="35293" y="172571"/>
                    <a:pt x="35571" y="172176"/>
                  </a:cubicBezTo>
                  <a:lnTo>
                    <a:pt x="37612" y="169718"/>
                  </a:lnTo>
                  <a:cubicBezTo>
                    <a:pt x="37937" y="169323"/>
                    <a:pt x="38539" y="169191"/>
                    <a:pt x="39050" y="169410"/>
                  </a:cubicBezTo>
                  <a:lnTo>
                    <a:pt x="44337" y="171913"/>
                  </a:lnTo>
                  <a:lnTo>
                    <a:pt x="50737" y="171913"/>
                  </a:lnTo>
                  <a:cubicBezTo>
                    <a:pt x="51061" y="171913"/>
                    <a:pt x="51386" y="172044"/>
                    <a:pt x="51571" y="172264"/>
                  </a:cubicBezTo>
                  <a:lnTo>
                    <a:pt x="55699" y="176434"/>
                  </a:lnTo>
                  <a:lnTo>
                    <a:pt x="61728" y="176434"/>
                  </a:lnTo>
                  <a:cubicBezTo>
                    <a:pt x="62099" y="176434"/>
                    <a:pt x="62470" y="176610"/>
                    <a:pt x="62702" y="176917"/>
                  </a:cubicBezTo>
                  <a:lnTo>
                    <a:pt x="65253" y="180561"/>
                  </a:lnTo>
                  <a:lnTo>
                    <a:pt x="67247" y="180561"/>
                  </a:lnTo>
                  <a:lnTo>
                    <a:pt x="67247" y="174239"/>
                  </a:lnTo>
                  <a:cubicBezTo>
                    <a:pt x="67247" y="173932"/>
                    <a:pt x="67386" y="173625"/>
                    <a:pt x="67618" y="173449"/>
                  </a:cubicBezTo>
                  <a:cubicBezTo>
                    <a:pt x="67850" y="173230"/>
                    <a:pt x="68175" y="173142"/>
                    <a:pt x="68499" y="173186"/>
                  </a:cubicBezTo>
                  <a:lnTo>
                    <a:pt x="75456" y="173713"/>
                  </a:lnTo>
                  <a:cubicBezTo>
                    <a:pt x="75873" y="173713"/>
                    <a:pt x="76244" y="174020"/>
                    <a:pt x="76430" y="174371"/>
                  </a:cubicBezTo>
                  <a:lnTo>
                    <a:pt x="77867" y="177532"/>
                  </a:lnTo>
                  <a:lnTo>
                    <a:pt x="82459" y="177312"/>
                  </a:lnTo>
                  <a:lnTo>
                    <a:pt x="86494" y="173756"/>
                  </a:lnTo>
                  <a:cubicBezTo>
                    <a:pt x="86494" y="173756"/>
                    <a:pt x="86911" y="173493"/>
                    <a:pt x="87189" y="173449"/>
                  </a:cubicBezTo>
                  <a:lnTo>
                    <a:pt x="93868" y="172922"/>
                  </a:lnTo>
                  <a:lnTo>
                    <a:pt x="99618" y="172176"/>
                  </a:lnTo>
                  <a:lnTo>
                    <a:pt x="103978" y="165240"/>
                  </a:lnTo>
                  <a:cubicBezTo>
                    <a:pt x="103978" y="165240"/>
                    <a:pt x="104117" y="165064"/>
                    <a:pt x="104210" y="164976"/>
                  </a:cubicBezTo>
                  <a:lnTo>
                    <a:pt x="111166" y="158918"/>
                  </a:lnTo>
                  <a:lnTo>
                    <a:pt x="115155" y="156416"/>
                  </a:lnTo>
                  <a:lnTo>
                    <a:pt x="115155" y="153167"/>
                  </a:lnTo>
                  <a:cubicBezTo>
                    <a:pt x="115155" y="152816"/>
                    <a:pt x="115340" y="152465"/>
                    <a:pt x="115665" y="152289"/>
                  </a:cubicBezTo>
                  <a:cubicBezTo>
                    <a:pt x="115990" y="152070"/>
                    <a:pt x="116360" y="152026"/>
                    <a:pt x="116731" y="152158"/>
                  </a:cubicBezTo>
                  <a:lnTo>
                    <a:pt x="119978" y="153255"/>
                  </a:lnTo>
                  <a:lnTo>
                    <a:pt x="122436" y="149919"/>
                  </a:lnTo>
                  <a:lnTo>
                    <a:pt x="119329" y="146056"/>
                  </a:lnTo>
                  <a:lnTo>
                    <a:pt x="112233" y="141753"/>
                  </a:lnTo>
                  <a:cubicBezTo>
                    <a:pt x="112233" y="141753"/>
                    <a:pt x="112047" y="141622"/>
                    <a:pt x="112001" y="141578"/>
                  </a:cubicBezTo>
                  <a:lnTo>
                    <a:pt x="107781" y="137056"/>
                  </a:lnTo>
                  <a:lnTo>
                    <a:pt x="102169" y="133983"/>
                  </a:lnTo>
                  <a:cubicBezTo>
                    <a:pt x="101891" y="133851"/>
                    <a:pt x="101705" y="133632"/>
                    <a:pt x="101612" y="133325"/>
                  </a:cubicBezTo>
                  <a:lnTo>
                    <a:pt x="99294" y="125774"/>
                  </a:lnTo>
                  <a:cubicBezTo>
                    <a:pt x="99201" y="125466"/>
                    <a:pt x="99294" y="125159"/>
                    <a:pt x="99433" y="124896"/>
                  </a:cubicBezTo>
                  <a:lnTo>
                    <a:pt x="100731" y="122876"/>
                  </a:lnTo>
                  <a:lnTo>
                    <a:pt x="95583" y="118003"/>
                  </a:lnTo>
                  <a:cubicBezTo>
                    <a:pt x="95583" y="118003"/>
                    <a:pt x="95398" y="117784"/>
                    <a:pt x="95305" y="117652"/>
                  </a:cubicBezTo>
                  <a:lnTo>
                    <a:pt x="93589" y="113526"/>
                  </a:lnTo>
                  <a:cubicBezTo>
                    <a:pt x="93404" y="113087"/>
                    <a:pt x="93543" y="112648"/>
                    <a:pt x="93868" y="112340"/>
                  </a:cubicBezTo>
                  <a:cubicBezTo>
                    <a:pt x="94239" y="112033"/>
                    <a:pt x="94702" y="111945"/>
                    <a:pt x="95166" y="112165"/>
                  </a:cubicBezTo>
                  <a:lnTo>
                    <a:pt x="99015" y="113877"/>
                  </a:lnTo>
                  <a:lnTo>
                    <a:pt x="100871" y="109838"/>
                  </a:lnTo>
                  <a:cubicBezTo>
                    <a:pt x="101056" y="109443"/>
                    <a:pt x="101473" y="109179"/>
                    <a:pt x="101937" y="109179"/>
                  </a:cubicBezTo>
                  <a:lnTo>
                    <a:pt x="108198" y="109179"/>
                  </a:lnTo>
                  <a:lnTo>
                    <a:pt x="115990" y="103429"/>
                  </a:lnTo>
                  <a:cubicBezTo>
                    <a:pt x="115990" y="103429"/>
                    <a:pt x="116221" y="103297"/>
                    <a:pt x="116360" y="103253"/>
                  </a:cubicBezTo>
                  <a:lnTo>
                    <a:pt x="128604" y="99478"/>
                  </a:lnTo>
                  <a:lnTo>
                    <a:pt x="128604" y="94517"/>
                  </a:lnTo>
                  <a:cubicBezTo>
                    <a:pt x="128604" y="94122"/>
                    <a:pt x="128790" y="93771"/>
                    <a:pt x="129161" y="93595"/>
                  </a:cubicBezTo>
                  <a:cubicBezTo>
                    <a:pt x="129485" y="93375"/>
                    <a:pt x="129949" y="93375"/>
                    <a:pt x="130320" y="93595"/>
                  </a:cubicBezTo>
                  <a:lnTo>
                    <a:pt x="135978" y="96317"/>
                  </a:lnTo>
                  <a:cubicBezTo>
                    <a:pt x="136303" y="96448"/>
                    <a:pt x="136535" y="96756"/>
                    <a:pt x="136581" y="97063"/>
                  </a:cubicBezTo>
                  <a:lnTo>
                    <a:pt x="137323" y="100531"/>
                  </a:lnTo>
                  <a:lnTo>
                    <a:pt x="138807" y="98468"/>
                  </a:lnTo>
                  <a:lnTo>
                    <a:pt x="139410" y="96405"/>
                  </a:lnTo>
                  <a:lnTo>
                    <a:pt x="139410" y="96405"/>
                  </a:lnTo>
                  <a:cubicBezTo>
                    <a:pt x="139410" y="96405"/>
                    <a:pt x="141544" y="88810"/>
                    <a:pt x="141544" y="88810"/>
                  </a:cubicBezTo>
                  <a:lnTo>
                    <a:pt x="139178" y="86352"/>
                  </a:lnTo>
                  <a:lnTo>
                    <a:pt x="134865" y="83981"/>
                  </a:lnTo>
                  <a:cubicBezTo>
                    <a:pt x="134494" y="83805"/>
                    <a:pt x="134309" y="83410"/>
                    <a:pt x="134309" y="83015"/>
                  </a:cubicBezTo>
                  <a:lnTo>
                    <a:pt x="134309" y="75333"/>
                  </a:lnTo>
                  <a:cubicBezTo>
                    <a:pt x="134309" y="75333"/>
                    <a:pt x="134309" y="74981"/>
                    <a:pt x="134448" y="74806"/>
                  </a:cubicBezTo>
                  <a:lnTo>
                    <a:pt x="136813" y="70547"/>
                  </a:lnTo>
                  <a:lnTo>
                    <a:pt x="132175" y="65894"/>
                  </a:lnTo>
                  <a:cubicBezTo>
                    <a:pt x="131943" y="65674"/>
                    <a:pt x="131851" y="65367"/>
                    <a:pt x="131851" y="65060"/>
                  </a:cubicBezTo>
                  <a:lnTo>
                    <a:pt x="132129" y="61767"/>
                  </a:lnTo>
                  <a:cubicBezTo>
                    <a:pt x="132129" y="61504"/>
                    <a:pt x="132268" y="61241"/>
                    <a:pt x="132500" y="61065"/>
                  </a:cubicBezTo>
                  <a:lnTo>
                    <a:pt x="133845" y="59880"/>
                  </a:lnTo>
                  <a:lnTo>
                    <a:pt x="126053" y="51890"/>
                  </a:lnTo>
                  <a:cubicBezTo>
                    <a:pt x="125729" y="51583"/>
                    <a:pt x="125636" y="51100"/>
                    <a:pt x="125868" y="50661"/>
                  </a:cubicBezTo>
                  <a:lnTo>
                    <a:pt x="127909" y="46534"/>
                  </a:lnTo>
                  <a:cubicBezTo>
                    <a:pt x="127909" y="46534"/>
                    <a:pt x="128048" y="46315"/>
                    <a:pt x="128094" y="46271"/>
                  </a:cubicBezTo>
                  <a:lnTo>
                    <a:pt x="131990" y="42320"/>
                  </a:lnTo>
                  <a:lnTo>
                    <a:pt x="128650" y="29940"/>
                  </a:lnTo>
                  <a:lnTo>
                    <a:pt x="126332" y="29150"/>
                  </a:lnTo>
                  <a:lnTo>
                    <a:pt x="121972" y="29150"/>
                  </a:lnTo>
                  <a:lnTo>
                    <a:pt x="123735" y="26121"/>
                  </a:lnTo>
                  <a:lnTo>
                    <a:pt x="127862" y="26911"/>
                  </a:lnTo>
                  <a:lnTo>
                    <a:pt x="126703" y="22565"/>
                  </a:lnTo>
                  <a:lnTo>
                    <a:pt x="124152" y="21028"/>
                  </a:lnTo>
                  <a:lnTo>
                    <a:pt x="118726" y="19184"/>
                  </a:lnTo>
                  <a:lnTo>
                    <a:pt x="116778" y="19931"/>
                  </a:lnTo>
                  <a:lnTo>
                    <a:pt x="114459" y="17560"/>
                  </a:lnTo>
                  <a:lnTo>
                    <a:pt x="117334" y="15014"/>
                  </a:lnTo>
                  <a:lnTo>
                    <a:pt x="120024" y="13916"/>
                  </a:lnTo>
                  <a:lnTo>
                    <a:pt x="119653" y="7683"/>
                  </a:lnTo>
                  <a:lnTo>
                    <a:pt x="116778" y="9878"/>
                  </a:lnTo>
                  <a:lnTo>
                    <a:pt x="115990" y="7331"/>
                  </a:lnTo>
                  <a:lnTo>
                    <a:pt x="113856" y="6058"/>
                  </a:lnTo>
                  <a:lnTo>
                    <a:pt x="112697" y="9526"/>
                  </a:lnTo>
                  <a:lnTo>
                    <a:pt x="111537" y="15189"/>
                  </a:lnTo>
                  <a:lnTo>
                    <a:pt x="110378" y="11721"/>
                  </a:lnTo>
                  <a:cubicBezTo>
                    <a:pt x="110378" y="11721"/>
                    <a:pt x="96650" y="8604"/>
                    <a:pt x="101102" y="15760"/>
                  </a:cubicBezTo>
                  <a:cubicBezTo>
                    <a:pt x="101102" y="15760"/>
                    <a:pt x="85056" y="19184"/>
                    <a:pt x="84685" y="24145"/>
                  </a:cubicBezTo>
                  <a:lnTo>
                    <a:pt x="81995" y="25243"/>
                  </a:lnTo>
                  <a:lnTo>
                    <a:pt x="80650" y="23223"/>
                  </a:lnTo>
                  <a:lnTo>
                    <a:pt x="78702" y="23399"/>
                  </a:lnTo>
                  <a:lnTo>
                    <a:pt x="76754" y="24321"/>
                  </a:lnTo>
                  <a:lnTo>
                    <a:pt x="74621" y="21950"/>
                  </a:lnTo>
                  <a:lnTo>
                    <a:pt x="77728" y="19228"/>
                  </a:lnTo>
                  <a:lnTo>
                    <a:pt x="79862" y="18482"/>
                  </a:lnTo>
                  <a:lnTo>
                    <a:pt x="79862" y="15365"/>
                  </a:lnTo>
                  <a:lnTo>
                    <a:pt x="81810" y="13697"/>
                  </a:lnTo>
                  <a:lnTo>
                    <a:pt x="82366" y="9658"/>
                  </a:lnTo>
                  <a:lnTo>
                    <a:pt x="78331" y="9482"/>
                  </a:lnTo>
                  <a:lnTo>
                    <a:pt x="77775" y="11853"/>
                  </a:lnTo>
                  <a:lnTo>
                    <a:pt x="74899" y="14575"/>
                  </a:lnTo>
                  <a:lnTo>
                    <a:pt x="72395" y="14926"/>
                  </a:lnTo>
                  <a:cubicBezTo>
                    <a:pt x="72395" y="14926"/>
                    <a:pt x="61775" y="10360"/>
                    <a:pt x="59827" y="11282"/>
                  </a:cubicBezTo>
                  <a:lnTo>
                    <a:pt x="61775" y="9263"/>
                  </a:lnTo>
                  <a:lnTo>
                    <a:pt x="61403" y="5224"/>
                  </a:lnTo>
                  <a:lnTo>
                    <a:pt x="58667" y="3249"/>
                  </a:lnTo>
                  <a:cubicBezTo>
                    <a:pt x="52035" y="2941"/>
                    <a:pt x="44105" y="1229"/>
                    <a:pt x="39328" y="0"/>
                  </a:cubicBezTo>
                  <a:cubicBezTo>
                    <a:pt x="39653" y="1405"/>
                    <a:pt x="40070" y="2546"/>
                    <a:pt x="40580" y="3161"/>
                  </a:cubicBezTo>
                  <a:cubicBezTo>
                    <a:pt x="42714" y="5707"/>
                    <a:pt x="46192" y="11019"/>
                    <a:pt x="46192" y="11019"/>
                  </a:cubicBezTo>
                  <a:lnTo>
                    <a:pt x="41740" y="13038"/>
                  </a:lnTo>
                  <a:lnTo>
                    <a:pt x="41740" y="15760"/>
                  </a:lnTo>
                  <a:lnTo>
                    <a:pt x="44244" y="16682"/>
                  </a:lnTo>
                  <a:lnTo>
                    <a:pt x="44244" y="19228"/>
                  </a:lnTo>
                  <a:lnTo>
                    <a:pt x="45589" y="21248"/>
                  </a:lnTo>
                  <a:lnTo>
                    <a:pt x="43827" y="22696"/>
                  </a:lnTo>
                  <a:lnTo>
                    <a:pt x="44383" y="25067"/>
                  </a:lnTo>
                  <a:lnTo>
                    <a:pt x="50969" y="25067"/>
                  </a:lnTo>
                  <a:lnTo>
                    <a:pt x="52128" y="28359"/>
                  </a:lnTo>
                  <a:lnTo>
                    <a:pt x="55235" y="30203"/>
                  </a:lnTo>
                  <a:lnTo>
                    <a:pt x="54679" y="33145"/>
                  </a:lnTo>
                  <a:lnTo>
                    <a:pt x="52546" y="32047"/>
                  </a:lnTo>
                  <a:lnTo>
                    <a:pt x="51015" y="29676"/>
                  </a:lnTo>
                  <a:lnTo>
                    <a:pt x="49670" y="27130"/>
                  </a:lnTo>
                  <a:lnTo>
                    <a:pt x="44244" y="27130"/>
                  </a:lnTo>
                  <a:lnTo>
                    <a:pt x="40951" y="25462"/>
                  </a:lnTo>
                  <a:lnTo>
                    <a:pt x="38261" y="27657"/>
                  </a:lnTo>
                  <a:lnTo>
                    <a:pt x="37102" y="31301"/>
                  </a:lnTo>
                  <a:lnTo>
                    <a:pt x="39421" y="34593"/>
                  </a:lnTo>
                  <a:cubicBezTo>
                    <a:pt x="39421" y="34593"/>
                    <a:pt x="34968" y="31871"/>
                    <a:pt x="34968" y="32574"/>
                  </a:cubicBezTo>
                  <a:cubicBezTo>
                    <a:pt x="34968" y="33276"/>
                    <a:pt x="33438" y="38061"/>
                    <a:pt x="33438" y="38061"/>
                  </a:cubicBezTo>
                  <a:lnTo>
                    <a:pt x="32279" y="36042"/>
                  </a:lnTo>
                  <a:lnTo>
                    <a:pt x="32279" y="31828"/>
                  </a:lnTo>
                  <a:lnTo>
                    <a:pt x="29774" y="30159"/>
                  </a:lnTo>
                  <a:lnTo>
                    <a:pt x="23977" y="30686"/>
                  </a:lnTo>
                  <a:lnTo>
                    <a:pt x="17809" y="31037"/>
                  </a:lnTo>
                  <a:lnTo>
                    <a:pt x="14516" y="34901"/>
                  </a:lnTo>
                  <a:lnTo>
                    <a:pt x="15304" y="38017"/>
                  </a:lnTo>
                  <a:lnTo>
                    <a:pt x="18783" y="39466"/>
                  </a:lnTo>
                  <a:lnTo>
                    <a:pt x="17763" y="40871"/>
                  </a:lnTo>
                  <a:lnTo>
                    <a:pt x="18458" y="45217"/>
                  </a:lnTo>
                  <a:lnTo>
                    <a:pt x="17716" y="561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42CF7B0F-4A0E-2A8C-86BD-B1DC1E0DF1DE}"/>
                </a:ext>
              </a:extLst>
            </p:cNvPr>
            <p:cNvSpPr>
              <a:spLocks/>
            </p:cNvSpPr>
            <p:nvPr/>
          </p:nvSpPr>
          <p:spPr>
            <a:xfrm>
              <a:off x="6182585" y="2542495"/>
              <a:ext cx="136301" cy="95996"/>
            </a:xfrm>
            <a:custGeom>
              <a:avLst/>
              <a:gdLst>
                <a:gd name="connsiteX0" fmla="*/ 5797 w 91316"/>
                <a:gd name="connsiteY0" fmla="*/ 28228 h 64313"/>
                <a:gd name="connsiteX1" fmla="*/ 10249 w 91316"/>
                <a:gd name="connsiteY1" fmla="*/ 33013 h 64313"/>
                <a:gd name="connsiteX2" fmla="*/ 14702 w 91316"/>
                <a:gd name="connsiteY2" fmla="*/ 34725 h 64313"/>
                <a:gd name="connsiteX3" fmla="*/ 25183 w 91316"/>
                <a:gd name="connsiteY3" fmla="*/ 34725 h 64313"/>
                <a:gd name="connsiteX4" fmla="*/ 26018 w 91316"/>
                <a:gd name="connsiteY4" fmla="*/ 35032 h 64313"/>
                <a:gd name="connsiteX5" fmla="*/ 30052 w 91316"/>
                <a:gd name="connsiteY5" fmla="*/ 38896 h 64313"/>
                <a:gd name="connsiteX6" fmla="*/ 30331 w 91316"/>
                <a:gd name="connsiteY6" fmla="*/ 40037 h 64313"/>
                <a:gd name="connsiteX7" fmla="*/ 27780 w 91316"/>
                <a:gd name="connsiteY7" fmla="*/ 47193 h 64313"/>
                <a:gd name="connsiteX8" fmla="*/ 28244 w 91316"/>
                <a:gd name="connsiteY8" fmla="*/ 51451 h 64313"/>
                <a:gd name="connsiteX9" fmla="*/ 32882 w 91316"/>
                <a:gd name="connsiteY9" fmla="*/ 51012 h 64313"/>
                <a:gd name="connsiteX10" fmla="*/ 33855 w 91316"/>
                <a:gd name="connsiteY10" fmla="*/ 51363 h 64313"/>
                <a:gd name="connsiteX11" fmla="*/ 39050 w 91316"/>
                <a:gd name="connsiteY11" fmla="*/ 56719 h 64313"/>
                <a:gd name="connsiteX12" fmla="*/ 39328 w 91316"/>
                <a:gd name="connsiteY12" fmla="*/ 57158 h 64313"/>
                <a:gd name="connsiteX13" fmla="*/ 41090 w 91316"/>
                <a:gd name="connsiteY13" fmla="*/ 62733 h 64313"/>
                <a:gd name="connsiteX14" fmla="*/ 52824 w 91316"/>
                <a:gd name="connsiteY14" fmla="*/ 64314 h 64313"/>
                <a:gd name="connsiteX15" fmla="*/ 59363 w 91316"/>
                <a:gd name="connsiteY15" fmla="*/ 61460 h 64313"/>
                <a:gd name="connsiteX16" fmla="*/ 59363 w 91316"/>
                <a:gd name="connsiteY16" fmla="*/ 59704 h 64313"/>
                <a:gd name="connsiteX17" fmla="*/ 60522 w 91316"/>
                <a:gd name="connsiteY17" fmla="*/ 58607 h 64313"/>
                <a:gd name="connsiteX18" fmla="*/ 64650 w 91316"/>
                <a:gd name="connsiteY18" fmla="*/ 58607 h 64313"/>
                <a:gd name="connsiteX19" fmla="*/ 66088 w 91316"/>
                <a:gd name="connsiteY19" fmla="*/ 54919 h 64313"/>
                <a:gd name="connsiteX20" fmla="*/ 67432 w 91316"/>
                <a:gd name="connsiteY20" fmla="*/ 54217 h 64313"/>
                <a:gd name="connsiteX21" fmla="*/ 73833 w 91316"/>
                <a:gd name="connsiteY21" fmla="*/ 55578 h 64313"/>
                <a:gd name="connsiteX22" fmla="*/ 73833 w 91316"/>
                <a:gd name="connsiteY22" fmla="*/ 40827 h 64313"/>
                <a:gd name="connsiteX23" fmla="*/ 74389 w 91316"/>
                <a:gd name="connsiteY23" fmla="*/ 39905 h 64313"/>
                <a:gd name="connsiteX24" fmla="*/ 79908 w 91316"/>
                <a:gd name="connsiteY24" fmla="*/ 36744 h 64313"/>
                <a:gd name="connsiteX25" fmla="*/ 81949 w 91316"/>
                <a:gd name="connsiteY25" fmla="*/ 33408 h 64313"/>
                <a:gd name="connsiteX26" fmla="*/ 82969 w 91316"/>
                <a:gd name="connsiteY26" fmla="*/ 32837 h 64313"/>
                <a:gd name="connsiteX27" fmla="*/ 88627 w 91316"/>
                <a:gd name="connsiteY27" fmla="*/ 32837 h 64313"/>
                <a:gd name="connsiteX28" fmla="*/ 91317 w 91316"/>
                <a:gd name="connsiteY28" fmla="*/ 29501 h 64313"/>
                <a:gd name="connsiteX29" fmla="*/ 85891 w 91316"/>
                <a:gd name="connsiteY29" fmla="*/ 27789 h 64313"/>
                <a:gd name="connsiteX30" fmla="*/ 85149 w 91316"/>
                <a:gd name="connsiteY30" fmla="*/ 26472 h 64313"/>
                <a:gd name="connsiteX31" fmla="*/ 87096 w 91316"/>
                <a:gd name="connsiteY31" fmla="*/ 19623 h 64313"/>
                <a:gd name="connsiteX32" fmla="*/ 85149 w 91316"/>
                <a:gd name="connsiteY32" fmla="*/ 19623 h 64313"/>
                <a:gd name="connsiteX33" fmla="*/ 84267 w 91316"/>
                <a:gd name="connsiteY33" fmla="*/ 19228 h 64313"/>
                <a:gd name="connsiteX34" fmla="*/ 73879 w 91316"/>
                <a:gd name="connsiteY34" fmla="*/ 7287 h 64313"/>
                <a:gd name="connsiteX35" fmla="*/ 65438 w 91316"/>
                <a:gd name="connsiteY35" fmla="*/ 7287 h 64313"/>
                <a:gd name="connsiteX36" fmla="*/ 64325 w 91316"/>
                <a:gd name="connsiteY36" fmla="*/ 6497 h 64313"/>
                <a:gd name="connsiteX37" fmla="*/ 62192 w 91316"/>
                <a:gd name="connsiteY37" fmla="*/ 0 h 64313"/>
                <a:gd name="connsiteX38" fmla="*/ 54540 w 91316"/>
                <a:gd name="connsiteY38" fmla="*/ 5400 h 64313"/>
                <a:gd name="connsiteX39" fmla="*/ 53798 w 91316"/>
                <a:gd name="connsiteY39" fmla="*/ 5619 h 64313"/>
                <a:gd name="connsiteX40" fmla="*/ 48000 w 91316"/>
                <a:gd name="connsiteY40" fmla="*/ 5356 h 64313"/>
                <a:gd name="connsiteX41" fmla="*/ 47166 w 91316"/>
                <a:gd name="connsiteY41" fmla="*/ 4961 h 64313"/>
                <a:gd name="connsiteX42" fmla="*/ 44105 w 91316"/>
                <a:gd name="connsiteY42" fmla="*/ 1580 h 64313"/>
                <a:gd name="connsiteX43" fmla="*/ 32464 w 91316"/>
                <a:gd name="connsiteY43" fmla="*/ 3161 h 64313"/>
                <a:gd name="connsiteX44" fmla="*/ 31536 w 91316"/>
                <a:gd name="connsiteY44" fmla="*/ 2897 h 64313"/>
                <a:gd name="connsiteX45" fmla="*/ 29218 w 91316"/>
                <a:gd name="connsiteY45" fmla="*/ 1010 h 64313"/>
                <a:gd name="connsiteX46" fmla="*/ 27919 w 91316"/>
                <a:gd name="connsiteY46" fmla="*/ 2063 h 64313"/>
                <a:gd name="connsiteX47" fmla="*/ 26945 w 91316"/>
                <a:gd name="connsiteY47" fmla="*/ 2327 h 64313"/>
                <a:gd name="connsiteX48" fmla="*/ 18365 w 91316"/>
                <a:gd name="connsiteY48" fmla="*/ 966 h 64313"/>
                <a:gd name="connsiteX49" fmla="*/ 13357 w 91316"/>
                <a:gd name="connsiteY49" fmla="*/ 483 h 64313"/>
                <a:gd name="connsiteX50" fmla="*/ 9461 w 91316"/>
                <a:gd name="connsiteY50" fmla="*/ 2634 h 64313"/>
                <a:gd name="connsiteX51" fmla="*/ 5287 w 91316"/>
                <a:gd name="connsiteY51" fmla="*/ 9526 h 64313"/>
                <a:gd name="connsiteX52" fmla="*/ 4220 w 91316"/>
                <a:gd name="connsiteY52" fmla="*/ 10053 h 64313"/>
                <a:gd name="connsiteX53" fmla="*/ 0 w 91316"/>
                <a:gd name="connsiteY53" fmla="*/ 9878 h 64313"/>
                <a:gd name="connsiteX54" fmla="*/ 2736 w 91316"/>
                <a:gd name="connsiteY54" fmla="*/ 23882 h 64313"/>
                <a:gd name="connsiteX55" fmla="*/ 3246 w 91316"/>
                <a:gd name="connsiteY55" fmla="*/ 28359 h 64313"/>
                <a:gd name="connsiteX56" fmla="*/ 4452 w 91316"/>
                <a:gd name="connsiteY56" fmla="*/ 27964 h 64313"/>
                <a:gd name="connsiteX57" fmla="*/ 5704 w 91316"/>
                <a:gd name="connsiteY57" fmla="*/ 28272 h 6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91316" h="64313">
                  <a:moveTo>
                    <a:pt x="5797" y="28228"/>
                  </a:moveTo>
                  <a:lnTo>
                    <a:pt x="10249" y="33013"/>
                  </a:lnTo>
                  <a:lnTo>
                    <a:pt x="14702" y="34725"/>
                  </a:lnTo>
                  <a:lnTo>
                    <a:pt x="25183" y="34725"/>
                  </a:lnTo>
                  <a:cubicBezTo>
                    <a:pt x="25507" y="34725"/>
                    <a:pt x="25786" y="34857"/>
                    <a:pt x="26018" y="35032"/>
                  </a:cubicBezTo>
                  <a:lnTo>
                    <a:pt x="30052" y="38896"/>
                  </a:lnTo>
                  <a:cubicBezTo>
                    <a:pt x="30377" y="39203"/>
                    <a:pt x="30470" y="39642"/>
                    <a:pt x="30331" y="40037"/>
                  </a:cubicBezTo>
                  <a:lnTo>
                    <a:pt x="27780" y="47193"/>
                  </a:lnTo>
                  <a:lnTo>
                    <a:pt x="28244" y="51451"/>
                  </a:lnTo>
                  <a:lnTo>
                    <a:pt x="32882" y="51012"/>
                  </a:lnTo>
                  <a:cubicBezTo>
                    <a:pt x="33252" y="51012"/>
                    <a:pt x="33577" y="51100"/>
                    <a:pt x="33855" y="51363"/>
                  </a:cubicBezTo>
                  <a:lnTo>
                    <a:pt x="39050" y="56719"/>
                  </a:lnTo>
                  <a:cubicBezTo>
                    <a:pt x="39050" y="56719"/>
                    <a:pt x="39235" y="56982"/>
                    <a:pt x="39328" y="57158"/>
                  </a:cubicBezTo>
                  <a:lnTo>
                    <a:pt x="41090" y="62733"/>
                  </a:lnTo>
                  <a:lnTo>
                    <a:pt x="52824" y="64314"/>
                  </a:lnTo>
                  <a:lnTo>
                    <a:pt x="59363" y="61460"/>
                  </a:lnTo>
                  <a:lnTo>
                    <a:pt x="59363" y="59704"/>
                  </a:lnTo>
                  <a:cubicBezTo>
                    <a:pt x="59363" y="59089"/>
                    <a:pt x="59873" y="58607"/>
                    <a:pt x="60522" y="58607"/>
                  </a:cubicBezTo>
                  <a:lnTo>
                    <a:pt x="64650" y="58607"/>
                  </a:lnTo>
                  <a:lnTo>
                    <a:pt x="66088" y="54919"/>
                  </a:lnTo>
                  <a:cubicBezTo>
                    <a:pt x="66273" y="54392"/>
                    <a:pt x="66830" y="54129"/>
                    <a:pt x="67432" y="54217"/>
                  </a:cubicBezTo>
                  <a:lnTo>
                    <a:pt x="73833" y="55578"/>
                  </a:lnTo>
                  <a:lnTo>
                    <a:pt x="73833" y="40827"/>
                  </a:lnTo>
                  <a:cubicBezTo>
                    <a:pt x="73833" y="40432"/>
                    <a:pt x="74064" y="40081"/>
                    <a:pt x="74389" y="39905"/>
                  </a:cubicBezTo>
                  <a:lnTo>
                    <a:pt x="79908" y="36744"/>
                  </a:lnTo>
                  <a:lnTo>
                    <a:pt x="81949" y="33408"/>
                  </a:lnTo>
                  <a:cubicBezTo>
                    <a:pt x="82134" y="33057"/>
                    <a:pt x="82551" y="32837"/>
                    <a:pt x="82969" y="32837"/>
                  </a:cubicBezTo>
                  <a:lnTo>
                    <a:pt x="88627" y="32837"/>
                  </a:lnTo>
                  <a:lnTo>
                    <a:pt x="91317" y="29501"/>
                  </a:lnTo>
                  <a:lnTo>
                    <a:pt x="85891" y="27789"/>
                  </a:lnTo>
                  <a:cubicBezTo>
                    <a:pt x="85334" y="27613"/>
                    <a:pt x="84963" y="27042"/>
                    <a:pt x="85149" y="26472"/>
                  </a:cubicBezTo>
                  <a:lnTo>
                    <a:pt x="87096" y="19623"/>
                  </a:lnTo>
                  <a:lnTo>
                    <a:pt x="85149" y="19623"/>
                  </a:lnTo>
                  <a:cubicBezTo>
                    <a:pt x="84777" y="19623"/>
                    <a:pt x="84453" y="19492"/>
                    <a:pt x="84267" y="19228"/>
                  </a:cubicBezTo>
                  <a:lnTo>
                    <a:pt x="73879" y="7287"/>
                  </a:lnTo>
                  <a:lnTo>
                    <a:pt x="65438" y="7287"/>
                  </a:lnTo>
                  <a:cubicBezTo>
                    <a:pt x="64928" y="7287"/>
                    <a:pt x="64465" y="6980"/>
                    <a:pt x="64325" y="6497"/>
                  </a:cubicBezTo>
                  <a:lnTo>
                    <a:pt x="62192" y="0"/>
                  </a:lnTo>
                  <a:lnTo>
                    <a:pt x="54540" y="5400"/>
                  </a:lnTo>
                  <a:cubicBezTo>
                    <a:pt x="54540" y="5400"/>
                    <a:pt x="54076" y="5619"/>
                    <a:pt x="53798" y="5619"/>
                  </a:cubicBezTo>
                  <a:lnTo>
                    <a:pt x="48000" y="5356"/>
                  </a:lnTo>
                  <a:cubicBezTo>
                    <a:pt x="47676" y="5356"/>
                    <a:pt x="47397" y="5224"/>
                    <a:pt x="47166" y="4961"/>
                  </a:cubicBezTo>
                  <a:lnTo>
                    <a:pt x="44105" y="1580"/>
                  </a:lnTo>
                  <a:lnTo>
                    <a:pt x="32464" y="3161"/>
                  </a:lnTo>
                  <a:cubicBezTo>
                    <a:pt x="32139" y="3205"/>
                    <a:pt x="31815" y="3117"/>
                    <a:pt x="31536" y="2897"/>
                  </a:cubicBezTo>
                  <a:lnTo>
                    <a:pt x="29218" y="1010"/>
                  </a:lnTo>
                  <a:lnTo>
                    <a:pt x="27919" y="2063"/>
                  </a:lnTo>
                  <a:cubicBezTo>
                    <a:pt x="27641" y="2283"/>
                    <a:pt x="27316" y="2371"/>
                    <a:pt x="26945" y="2327"/>
                  </a:cubicBezTo>
                  <a:lnTo>
                    <a:pt x="18365" y="966"/>
                  </a:lnTo>
                  <a:lnTo>
                    <a:pt x="13357" y="483"/>
                  </a:lnTo>
                  <a:lnTo>
                    <a:pt x="9461" y="2634"/>
                  </a:lnTo>
                  <a:lnTo>
                    <a:pt x="5287" y="9526"/>
                  </a:lnTo>
                  <a:cubicBezTo>
                    <a:pt x="5055" y="9878"/>
                    <a:pt x="4684" y="10141"/>
                    <a:pt x="4220" y="10053"/>
                  </a:cubicBezTo>
                  <a:lnTo>
                    <a:pt x="0" y="9878"/>
                  </a:lnTo>
                  <a:cubicBezTo>
                    <a:pt x="371" y="16155"/>
                    <a:pt x="1159" y="22389"/>
                    <a:pt x="2736" y="23882"/>
                  </a:cubicBezTo>
                  <a:cubicBezTo>
                    <a:pt x="2736" y="23882"/>
                    <a:pt x="3015" y="25813"/>
                    <a:pt x="3246" y="28359"/>
                  </a:cubicBezTo>
                  <a:lnTo>
                    <a:pt x="4452" y="27964"/>
                  </a:lnTo>
                  <a:cubicBezTo>
                    <a:pt x="4916" y="27833"/>
                    <a:pt x="5380" y="27964"/>
                    <a:pt x="5704" y="2827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66A1D1CE-AF4F-2A97-73BE-D94425CE8854}"/>
                </a:ext>
              </a:extLst>
            </p:cNvPr>
            <p:cNvSpPr>
              <a:spLocks/>
            </p:cNvSpPr>
            <p:nvPr/>
          </p:nvSpPr>
          <p:spPr>
            <a:xfrm>
              <a:off x="5468926" y="2987649"/>
              <a:ext cx="293744" cy="224660"/>
            </a:xfrm>
            <a:custGeom>
              <a:avLst/>
              <a:gdLst>
                <a:gd name="connsiteX0" fmla="*/ 177550 w 196796"/>
                <a:gd name="connsiteY0" fmla="*/ 28428 h 150513"/>
                <a:gd name="connsiteX1" fmla="*/ 177271 w 196796"/>
                <a:gd name="connsiteY1" fmla="*/ 28428 h 150513"/>
                <a:gd name="connsiteX2" fmla="*/ 174674 w 196796"/>
                <a:gd name="connsiteY2" fmla="*/ 27067 h 150513"/>
                <a:gd name="connsiteX3" fmla="*/ 167486 w 196796"/>
                <a:gd name="connsiteY3" fmla="*/ 27067 h 150513"/>
                <a:gd name="connsiteX4" fmla="*/ 166419 w 196796"/>
                <a:gd name="connsiteY4" fmla="*/ 20833 h 150513"/>
                <a:gd name="connsiteX5" fmla="*/ 158164 w 196796"/>
                <a:gd name="connsiteY5" fmla="*/ 18901 h 150513"/>
                <a:gd name="connsiteX6" fmla="*/ 158164 w 196796"/>
                <a:gd name="connsiteY6" fmla="*/ 21052 h 150513"/>
                <a:gd name="connsiteX7" fmla="*/ 144622 w 196796"/>
                <a:gd name="connsiteY7" fmla="*/ 21052 h 150513"/>
                <a:gd name="connsiteX8" fmla="*/ 143184 w 196796"/>
                <a:gd name="connsiteY8" fmla="*/ 19692 h 150513"/>
                <a:gd name="connsiteX9" fmla="*/ 134836 w 196796"/>
                <a:gd name="connsiteY9" fmla="*/ 19692 h 150513"/>
                <a:gd name="connsiteX10" fmla="*/ 132981 w 196796"/>
                <a:gd name="connsiteY10" fmla="*/ 16179 h 150513"/>
                <a:gd name="connsiteX11" fmla="*/ 126256 w 196796"/>
                <a:gd name="connsiteY11" fmla="*/ 13721 h 150513"/>
                <a:gd name="connsiteX12" fmla="*/ 120784 w 196796"/>
                <a:gd name="connsiteY12" fmla="*/ 15433 h 150513"/>
                <a:gd name="connsiteX13" fmla="*/ 120784 w 196796"/>
                <a:gd name="connsiteY13" fmla="*/ 10077 h 150513"/>
                <a:gd name="connsiteX14" fmla="*/ 117491 w 196796"/>
                <a:gd name="connsiteY14" fmla="*/ 10077 h 150513"/>
                <a:gd name="connsiteX15" fmla="*/ 116285 w 196796"/>
                <a:gd name="connsiteY15" fmla="*/ 7970 h 150513"/>
                <a:gd name="connsiteX16" fmla="*/ 115960 w 196796"/>
                <a:gd name="connsiteY16" fmla="*/ 8058 h 150513"/>
                <a:gd name="connsiteX17" fmla="*/ 107474 w 196796"/>
                <a:gd name="connsiteY17" fmla="*/ 8058 h 150513"/>
                <a:gd name="connsiteX18" fmla="*/ 97224 w 196796"/>
                <a:gd name="connsiteY18" fmla="*/ 6609 h 150513"/>
                <a:gd name="connsiteX19" fmla="*/ 91612 w 196796"/>
                <a:gd name="connsiteY19" fmla="*/ 5336 h 150513"/>
                <a:gd name="connsiteX20" fmla="*/ 81549 w 196796"/>
                <a:gd name="connsiteY20" fmla="*/ 5863 h 150513"/>
                <a:gd name="connsiteX21" fmla="*/ 60864 w 196796"/>
                <a:gd name="connsiteY21" fmla="*/ 4019 h 150513"/>
                <a:gd name="connsiteX22" fmla="*/ 31322 w 196796"/>
                <a:gd name="connsiteY22" fmla="*/ 3273 h 150513"/>
                <a:gd name="connsiteX23" fmla="*/ 13930 w 196796"/>
                <a:gd name="connsiteY23" fmla="*/ 6741 h 150513"/>
                <a:gd name="connsiteX24" fmla="*/ 4655 w 196796"/>
                <a:gd name="connsiteY24" fmla="*/ 8014 h 150513"/>
                <a:gd name="connsiteX25" fmla="*/ 3496 w 196796"/>
                <a:gd name="connsiteY25" fmla="*/ 21360 h 150513"/>
                <a:gd name="connsiteX26" fmla="*/ 2707 w 196796"/>
                <a:gd name="connsiteY26" fmla="*/ 24477 h 150513"/>
                <a:gd name="connsiteX27" fmla="*/ 6000 w 196796"/>
                <a:gd name="connsiteY27" fmla="*/ 23379 h 150513"/>
                <a:gd name="connsiteX28" fmla="*/ 5212 w 196796"/>
                <a:gd name="connsiteY28" fmla="*/ 24477 h 150513"/>
                <a:gd name="connsiteX29" fmla="*/ 4841 w 196796"/>
                <a:gd name="connsiteY29" fmla="*/ 27198 h 150513"/>
                <a:gd name="connsiteX30" fmla="*/ 7345 w 196796"/>
                <a:gd name="connsiteY30" fmla="*/ 27198 h 150513"/>
                <a:gd name="connsiteX31" fmla="*/ 7716 w 196796"/>
                <a:gd name="connsiteY31" fmla="*/ 29569 h 150513"/>
                <a:gd name="connsiteX32" fmla="*/ 5954 w 196796"/>
                <a:gd name="connsiteY32" fmla="*/ 31764 h 150513"/>
                <a:gd name="connsiteX33" fmla="*/ 4609 w 196796"/>
                <a:gd name="connsiteY33" fmla="*/ 36286 h 150513"/>
                <a:gd name="connsiteX34" fmla="*/ 5490 w 196796"/>
                <a:gd name="connsiteY34" fmla="*/ 35539 h 150513"/>
                <a:gd name="connsiteX35" fmla="*/ 10545 w 196796"/>
                <a:gd name="connsiteY35" fmla="*/ 32247 h 150513"/>
                <a:gd name="connsiteX36" fmla="*/ 18754 w 196796"/>
                <a:gd name="connsiteY36" fmla="*/ 32247 h 150513"/>
                <a:gd name="connsiteX37" fmla="*/ 18754 w 196796"/>
                <a:gd name="connsiteY37" fmla="*/ 37866 h 150513"/>
                <a:gd name="connsiteX38" fmla="*/ 24226 w 196796"/>
                <a:gd name="connsiteY38" fmla="*/ 35276 h 150513"/>
                <a:gd name="connsiteX39" fmla="*/ 27936 w 196796"/>
                <a:gd name="connsiteY39" fmla="*/ 36900 h 150513"/>
                <a:gd name="connsiteX40" fmla="*/ 31600 w 196796"/>
                <a:gd name="connsiteY40" fmla="*/ 32115 h 150513"/>
                <a:gd name="connsiteX41" fmla="*/ 42824 w 196796"/>
                <a:gd name="connsiteY41" fmla="*/ 34354 h 150513"/>
                <a:gd name="connsiteX42" fmla="*/ 42824 w 196796"/>
                <a:gd name="connsiteY42" fmla="*/ 40237 h 150513"/>
                <a:gd name="connsiteX43" fmla="*/ 49827 w 196796"/>
                <a:gd name="connsiteY43" fmla="*/ 42783 h 150513"/>
                <a:gd name="connsiteX44" fmla="*/ 43937 w 196796"/>
                <a:gd name="connsiteY44" fmla="*/ 48358 h 150513"/>
                <a:gd name="connsiteX45" fmla="*/ 39438 w 196796"/>
                <a:gd name="connsiteY45" fmla="*/ 54241 h 150513"/>
                <a:gd name="connsiteX46" fmla="*/ 35311 w 196796"/>
                <a:gd name="connsiteY46" fmla="*/ 56919 h 150513"/>
                <a:gd name="connsiteX47" fmla="*/ 35311 w 196796"/>
                <a:gd name="connsiteY47" fmla="*/ 60079 h 150513"/>
                <a:gd name="connsiteX48" fmla="*/ 38789 w 196796"/>
                <a:gd name="connsiteY48" fmla="*/ 64470 h 150513"/>
                <a:gd name="connsiteX49" fmla="*/ 38789 w 196796"/>
                <a:gd name="connsiteY49" fmla="*/ 68903 h 150513"/>
                <a:gd name="connsiteX50" fmla="*/ 36053 w 196796"/>
                <a:gd name="connsiteY50" fmla="*/ 71055 h 150513"/>
                <a:gd name="connsiteX51" fmla="*/ 37397 w 196796"/>
                <a:gd name="connsiteY51" fmla="*/ 72767 h 150513"/>
                <a:gd name="connsiteX52" fmla="*/ 36377 w 196796"/>
                <a:gd name="connsiteY52" fmla="*/ 81591 h 150513"/>
                <a:gd name="connsiteX53" fmla="*/ 27983 w 196796"/>
                <a:gd name="connsiteY53" fmla="*/ 81591 h 150513"/>
                <a:gd name="connsiteX54" fmla="*/ 32713 w 196796"/>
                <a:gd name="connsiteY54" fmla="*/ 86068 h 150513"/>
                <a:gd name="connsiteX55" fmla="*/ 32713 w 196796"/>
                <a:gd name="connsiteY55" fmla="*/ 91205 h 150513"/>
                <a:gd name="connsiteX56" fmla="*/ 38650 w 196796"/>
                <a:gd name="connsiteY56" fmla="*/ 91205 h 150513"/>
                <a:gd name="connsiteX57" fmla="*/ 36748 w 196796"/>
                <a:gd name="connsiteY57" fmla="*/ 93048 h 150513"/>
                <a:gd name="connsiteX58" fmla="*/ 30395 w 196796"/>
                <a:gd name="connsiteY58" fmla="*/ 105340 h 150513"/>
                <a:gd name="connsiteX59" fmla="*/ 36284 w 196796"/>
                <a:gd name="connsiteY59" fmla="*/ 108238 h 150513"/>
                <a:gd name="connsiteX60" fmla="*/ 37490 w 196796"/>
                <a:gd name="connsiteY60" fmla="*/ 108370 h 150513"/>
                <a:gd name="connsiteX61" fmla="*/ 36563 w 196796"/>
                <a:gd name="connsiteY61" fmla="*/ 114077 h 150513"/>
                <a:gd name="connsiteX62" fmla="*/ 35496 w 196796"/>
                <a:gd name="connsiteY62" fmla="*/ 113989 h 150513"/>
                <a:gd name="connsiteX63" fmla="*/ 29884 w 196796"/>
                <a:gd name="connsiteY63" fmla="*/ 115745 h 150513"/>
                <a:gd name="connsiteX64" fmla="*/ 28029 w 196796"/>
                <a:gd name="connsiteY64" fmla="*/ 120837 h 150513"/>
                <a:gd name="connsiteX65" fmla="*/ 29421 w 196796"/>
                <a:gd name="connsiteY65" fmla="*/ 128915 h 150513"/>
                <a:gd name="connsiteX66" fmla="*/ 32852 w 196796"/>
                <a:gd name="connsiteY66" fmla="*/ 128915 h 150513"/>
                <a:gd name="connsiteX67" fmla="*/ 44076 w 196796"/>
                <a:gd name="connsiteY67" fmla="*/ 137168 h 150513"/>
                <a:gd name="connsiteX68" fmla="*/ 47740 w 196796"/>
                <a:gd name="connsiteY68" fmla="*/ 140636 h 150513"/>
                <a:gd name="connsiteX69" fmla="*/ 58175 w 196796"/>
                <a:gd name="connsiteY69" fmla="*/ 150514 h 150513"/>
                <a:gd name="connsiteX70" fmla="*/ 64575 w 196796"/>
                <a:gd name="connsiteY70" fmla="*/ 143182 h 150513"/>
                <a:gd name="connsiteX71" fmla="*/ 76354 w 196796"/>
                <a:gd name="connsiteY71" fmla="*/ 137695 h 150513"/>
                <a:gd name="connsiteX72" fmla="*/ 105340 w 196796"/>
                <a:gd name="connsiteY72" fmla="*/ 135500 h 150513"/>
                <a:gd name="connsiteX73" fmla="*/ 111323 w 196796"/>
                <a:gd name="connsiteY73" fmla="*/ 136949 h 150513"/>
                <a:gd name="connsiteX74" fmla="*/ 114616 w 196796"/>
                <a:gd name="connsiteY74" fmla="*/ 134227 h 150513"/>
                <a:gd name="connsiteX75" fmla="*/ 116146 w 196796"/>
                <a:gd name="connsiteY75" fmla="*/ 130759 h 150513"/>
                <a:gd name="connsiteX76" fmla="*/ 116332 w 196796"/>
                <a:gd name="connsiteY76" fmla="*/ 128739 h 150513"/>
                <a:gd name="connsiteX77" fmla="*/ 125004 w 196796"/>
                <a:gd name="connsiteY77" fmla="*/ 121979 h 150513"/>
                <a:gd name="connsiteX78" fmla="*/ 132332 w 196796"/>
                <a:gd name="connsiteY78" fmla="*/ 121452 h 150513"/>
                <a:gd name="connsiteX79" fmla="*/ 132888 w 196796"/>
                <a:gd name="connsiteY79" fmla="*/ 115789 h 150513"/>
                <a:gd name="connsiteX80" fmla="*/ 134836 w 196796"/>
                <a:gd name="connsiteY80" fmla="*/ 112321 h 150513"/>
                <a:gd name="connsiteX81" fmla="*/ 137526 w 196796"/>
                <a:gd name="connsiteY81" fmla="*/ 107404 h 150513"/>
                <a:gd name="connsiteX82" fmla="*/ 148332 w 196796"/>
                <a:gd name="connsiteY82" fmla="*/ 100073 h 150513"/>
                <a:gd name="connsiteX83" fmla="*/ 148703 w 196796"/>
                <a:gd name="connsiteY83" fmla="*/ 97351 h 150513"/>
                <a:gd name="connsiteX84" fmla="*/ 144065 w 196796"/>
                <a:gd name="connsiteY84" fmla="*/ 95683 h 150513"/>
                <a:gd name="connsiteX85" fmla="*/ 140958 w 196796"/>
                <a:gd name="connsiteY85" fmla="*/ 83786 h 150513"/>
                <a:gd name="connsiteX86" fmla="*/ 155057 w 196796"/>
                <a:gd name="connsiteY86" fmla="*/ 63284 h 150513"/>
                <a:gd name="connsiteX87" fmla="*/ 159323 w 196796"/>
                <a:gd name="connsiteY87" fmla="*/ 61616 h 150513"/>
                <a:gd name="connsiteX88" fmla="*/ 159323 w 196796"/>
                <a:gd name="connsiteY88" fmla="*/ 59948 h 150513"/>
                <a:gd name="connsiteX89" fmla="*/ 157607 w 196796"/>
                <a:gd name="connsiteY89" fmla="*/ 59026 h 150513"/>
                <a:gd name="connsiteX90" fmla="*/ 158164 w 196796"/>
                <a:gd name="connsiteY90" fmla="*/ 57841 h 150513"/>
                <a:gd name="connsiteX91" fmla="*/ 166280 w 196796"/>
                <a:gd name="connsiteY91" fmla="*/ 52836 h 150513"/>
                <a:gd name="connsiteX92" fmla="*/ 184645 w 196796"/>
                <a:gd name="connsiteY92" fmla="*/ 44232 h 150513"/>
                <a:gd name="connsiteX93" fmla="*/ 196239 w 196796"/>
                <a:gd name="connsiteY93" fmla="*/ 37998 h 150513"/>
                <a:gd name="connsiteX94" fmla="*/ 196611 w 196796"/>
                <a:gd name="connsiteY94" fmla="*/ 34135 h 150513"/>
                <a:gd name="connsiteX95" fmla="*/ 196611 w 196796"/>
                <a:gd name="connsiteY95" fmla="*/ 31018 h 150513"/>
                <a:gd name="connsiteX96" fmla="*/ 196796 w 196796"/>
                <a:gd name="connsiteY96" fmla="*/ 27154 h 150513"/>
                <a:gd name="connsiteX97" fmla="*/ 196703 w 196796"/>
                <a:gd name="connsiteY97" fmla="*/ 26979 h 150513"/>
                <a:gd name="connsiteX98" fmla="*/ 190164 w 196796"/>
                <a:gd name="connsiteY98" fmla="*/ 28296 h 150513"/>
                <a:gd name="connsiteX99" fmla="*/ 177457 w 196796"/>
                <a:gd name="connsiteY99" fmla="*/ 28296 h 15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96796" h="150513">
                  <a:moveTo>
                    <a:pt x="177550" y="28428"/>
                  </a:moveTo>
                  <a:lnTo>
                    <a:pt x="177271" y="28428"/>
                  </a:lnTo>
                  <a:lnTo>
                    <a:pt x="174674" y="27067"/>
                  </a:lnTo>
                  <a:lnTo>
                    <a:pt x="167486" y="27067"/>
                  </a:lnTo>
                  <a:lnTo>
                    <a:pt x="166419" y="20833"/>
                  </a:lnTo>
                  <a:lnTo>
                    <a:pt x="158164" y="18901"/>
                  </a:lnTo>
                  <a:lnTo>
                    <a:pt x="158164" y="21052"/>
                  </a:lnTo>
                  <a:lnTo>
                    <a:pt x="144622" y="21052"/>
                  </a:lnTo>
                  <a:lnTo>
                    <a:pt x="143184" y="19692"/>
                  </a:lnTo>
                  <a:lnTo>
                    <a:pt x="134836" y="19692"/>
                  </a:lnTo>
                  <a:lnTo>
                    <a:pt x="132981" y="16179"/>
                  </a:lnTo>
                  <a:lnTo>
                    <a:pt x="126256" y="13721"/>
                  </a:lnTo>
                  <a:lnTo>
                    <a:pt x="120784" y="15433"/>
                  </a:lnTo>
                  <a:lnTo>
                    <a:pt x="120784" y="10077"/>
                  </a:lnTo>
                  <a:lnTo>
                    <a:pt x="117491" y="10077"/>
                  </a:lnTo>
                  <a:lnTo>
                    <a:pt x="116285" y="7970"/>
                  </a:lnTo>
                  <a:lnTo>
                    <a:pt x="115960" y="8058"/>
                  </a:lnTo>
                  <a:lnTo>
                    <a:pt x="107474" y="8058"/>
                  </a:lnTo>
                  <a:cubicBezTo>
                    <a:pt x="107474" y="8058"/>
                    <a:pt x="103021" y="5117"/>
                    <a:pt x="97224" y="6609"/>
                  </a:cubicBezTo>
                  <a:lnTo>
                    <a:pt x="91612" y="5336"/>
                  </a:lnTo>
                  <a:cubicBezTo>
                    <a:pt x="91612" y="5336"/>
                    <a:pt x="86604" y="3887"/>
                    <a:pt x="81549" y="5863"/>
                  </a:cubicBezTo>
                  <a:cubicBezTo>
                    <a:pt x="81549" y="5863"/>
                    <a:pt x="66476" y="5687"/>
                    <a:pt x="60864" y="4019"/>
                  </a:cubicBezTo>
                  <a:cubicBezTo>
                    <a:pt x="55253" y="2351"/>
                    <a:pt x="31322" y="3273"/>
                    <a:pt x="31322" y="3273"/>
                  </a:cubicBezTo>
                  <a:cubicBezTo>
                    <a:pt x="31322" y="3273"/>
                    <a:pt x="19171" y="-6034"/>
                    <a:pt x="13930" y="6741"/>
                  </a:cubicBezTo>
                  <a:cubicBezTo>
                    <a:pt x="13930" y="6741"/>
                    <a:pt x="8319" y="5995"/>
                    <a:pt x="4655" y="8014"/>
                  </a:cubicBezTo>
                  <a:cubicBezTo>
                    <a:pt x="991" y="10033"/>
                    <a:pt x="-3090" y="13853"/>
                    <a:pt x="3496" y="21360"/>
                  </a:cubicBezTo>
                  <a:cubicBezTo>
                    <a:pt x="3496" y="21360"/>
                    <a:pt x="2151" y="24301"/>
                    <a:pt x="2707" y="24477"/>
                  </a:cubicBezTo>
                  <a:cubicBezTo>
                    <a:pt x="3264" y="24652"/>
                    <a:pt x="6000" y="23379"/>
                    <a:pt x="6000" y="23379"/>
                  </a:cubicBezTo>
                  <a:lnTo>
                    <a:pt x="5212" y="24477"/>
                  </a:lnTo>
                  <a:lnTo>
                    <a:pt x="4841" y="27198"/>
                  </a:lnTo>
                  <a:lnTo>
                    <a:pt x="7345" y="27198"/>
                  </a:lnTo>
                  <a:cubicBezTo>
                    <a:pt x="7345" y="27198"/>
                    <a:pt x="8133" y="29042"/>
                    <a:pt x="7716" y="29569"/>
                  </a:cubicBezTo>
                  <a:cubicBezTo>
                    <a:pt x="7345" y="30096"/>
                    <a:pt x="5954" y="31764"/>
                    <a:pt x="5954" y="31764"/>
                  </a:cubicBezTo>
                  <a:lnTo>
                    <a:pt x="4609" y="36286"/>
                  </a:lnTo>
                  <a:lnTo>
                    <a:pt x="5490" y="35539"/>
                  </a:lnTo>
                  <a:lnTo>
                    <a:pt x="10545" y="32247"/>
                  </a:lnTo>
                  <a:lnTo>
                    <a:pt x="18754" y="32247"/>
                  </a:lnTo>
                  <a:lnTo>
                    <a:pt x="18754" y="37866"/>
                  </a:lnTo>
                  <a:lnTo>
                    <a:pt x="24226" y="35276"/>
                  </a:lnTo>
                  <a:lnTo>
                    <a:pt x="27936" y="36900"/>
                  </a:lnTo>
                  <a:lnTo>
                    <a:pt x="31600" y="32115"/>
                  </a:lnTo>
                  <a:lnTo>
                    <a:pt x="42824" y="34354"/>
                  </a:lnTo>
                  <a:lnTo>
                    <a:pt x="42824" y="40237"/>
                  </a:lnTo>
                  <a:lnTo>
                    <a:pt x="49827" y="42783"/>
                  </a:lnTo>
                  <a:lnTo>
                    <a:pt x="43937" y="48358"/>
                  </a:lnTo>
                  <a:lnTo>
                    <a:pt x="39438" y="54241"/>
                  </a:lnTo>
                  <a:lnTo>
                    <a:pt x="35311" y="56919"/>
                  </a:lnTo>
                  <a:lnTo>
                    <a:pt x="35311" y="60079"/>
                  </a:lnTo>
                  <a:lnTo>
                    <a:pt x="38789" y="64470"/>
                  </a:lnTo>
                  <a:lnTo>
                    <a:pt x="38789" y="68903"/>
                  </a:lnTo>
                  <a:lnTo>
                    <a:pt x="36053" y="71055"/>
                  </a:lnTo>
                  <a:lnTo>
                    <a:pt x="37397" y="72767"/>
                  </a:lnTo>
                  <a:lnTo>
                    <a:pt x="36377" y="81591"/>
                  </a:lnTo>
                  <a:lnTo>
                    <a:pt x="27983" y="81591"/>
                  </a:lnTo>
                  <a:lnTo>
                    <a:pt x="32713" y="86068"/>
                  </a:lnTo>
                  <a:lnTo>
                    <a:pt x="32713" y="91205"/>
                  </a:lnTo>
                  <a:lnTo>
                    <a:pt x="38650" y="91205"/>
                  </a:lnTo>
                  <a:lnTo>
                    <a:pt x="36748" y="93048"/>
                  </a:lnTo>
                  <a:cubicBezTo>
                    <a:pt x="34522" y="95244"/>
                    <a:pt x="29050" y="101697"/>
                    <a:pt x="30395" y="105340"/>
                  </a:cubicBezTo>
                  <a:cubicBezTo>
                    <a:pt x="30998" y="106921"/>
                    <a:pt x="32992" y="107887"/>
                    <a:pt x="36284" y="108238"/>
                  </a:cubicBezTo>
                  <a:lnTo>
                    <a:pt x="37490" y="108370"/>
                  </a:lnTo>
                  <a:lnTo>
                    <a:pt x="36563" y="114077"/>
                  </a:lnTo>
                  <a:lnTo>
                    <a:pt x="35496" y="113989"/>
                  </a:lnTo>
                  <a:cubicBezTo>
                    <a:pt x="35496" y="113989"/>
                    <a:pt x="32064" y="113813"/>
                    <a:pt x="29884" y="115745"/>
                  </a:cubicBezTo>
                  <a:cubicBezTo>
                    <a:pt x="28632" y="116886"/>
                    <a:pt x="27983" y="118598"/>
                    <a:pt x="28029" y="120837"/>
                  </a:cubicBezTo>
                  <a:cubicBezTo>
                    <a:pt x="28122" y="125271"/>
                    <a:pt x="28818" y="127686"/>
                    <a:pt x="29421" y="128915"/>
                  </a:cubicBezTo>
                  <a:cubicBezTo>
                    <a:pt x="30534" y="128739"/>
                    <a:pt x="31739" y="128695"/>
                    <a:pt x="32852" y="128915"/>
                  </a:cubicBezTo>
                  <a:cubicBezTo>
                    <a:pt x="36887" y="129661"/>
                    <a:pt x="43102" y="130759"/>
                    <a:pt x="44076" y="137168"/>
                  </a:cubicBezTo>
                  <a:cubicBezTo>
                    <a:pt x="44076" y="137168"/>
                    <a:pt x="45606" y="140636"/>
                    <a:pt x="47740" y="140636"/>
                  </a:cubicBezTo>
                  <a:cubicBezTo>
                    <a:pt x="47740" y="140636"/>
                    <a:pt x="46209" y="146870"/>
                    <a:pt x="58175" y="150514"/>
                  </a:cubicBezTo>
                  <a:cubicBezTo>
                    <a:pt x="58175" y="150514"/>
                    <a:pt x="62627" y="149416"/>
                    <a:pt x="64575" y="143182"/>
                  </a:cubicBezTo>
                  <a:cubicBezTo>
                    <a:pt x="64575" y="143182"/>
                    <a:pt x="73061" y="142436"/>
                    <a:pt x="76354" y="137695"/>
                  </a:cubicBezTo>
                  <a:cubicBezTo>
                    <a:pt x="76354" y="137695"/>
                    <a:pt x="104181" y="138792"/>
                    <a:pt x="105340" y="135500"/>
                  </a:cubicBezTo>
                  <a:cubicBezTo>
                    <a:pt x="105340" y="135500"/>
                    <a:pt x="108447" y="134051"/>
                    <a:pt x="111323" y="136949"/>
                  </a:cubicBezTo>
                  <a:lnTo>
                    <a:pt x="114616" y="134227"/>
                  </a:lnTo>
                  <a:lnTo>
                    <a:pt x="116146" y="130759"/>
                  </a:lnTo>
                  <a:lnTo>
                    <a:pt x="116332" y="128739"/>
                  </a:lnTo>
                  <a:lnTo>
                    <a:pt x="125004" y="121979"/>
                  </a:lnTo>
                  <a:lnTo>
                    <a:pt x="132332" y="121452"/>
                  </a:lnTo>
                  <a:lnTo>
                    <a:pt x="132888" y="115789"/>
                  </a:lnTo>
                  <a:lnTo>
                    <a:pt x="134836" y="112321"/>
                  </a:lnTo>
                  <a:lnTo>
                    <a:pt x="137526" y="107404"/>
                  </a:lnTo>
                  <a:cubicBezTo>
                    <a:pt x="137526" y="107404"/>
                    <a:pt x="146987" y="100073"/>
                    <a:pt x="148332" y="100073"/>
                  </a:cubicBezTo>
                  <a:cubicBezTo>
                    <a:pt x="149677" y="100073"/>
                    <a:pt x="148703" y="97351"/>
                    <a:pt x="148703" y="97351"/>
                  </a:cubicBezTo>
                  <a:lnTo>
                    <a:pt x="144065" y="95683"/>
                  </a:lnTo>
                  <a:cubicBezTo>
                    <a:pt x="144065" y="95683"/>
                    <a:pt x="138083" y="90766"/>
                    <a:pt x="140958" y="83786"/>
                  </a:cubicBezTo>
                  <a:cubicBezTo>
                    <a:pt x="143833" y="76849"/>
                    <a:pt x="155057" y="63284"/>
                    <a:pt x="155057" y="63284"/>
                  </a:cubicBezTo>
                  <a:lnTo>
                    <a:pt x="159323" y="61616"/>
                  </a:lnTo>
                  <a:lnTo>
                    <a:pt x="159323" y="59948"/>
                  </a:lnTo>
                  <a:lnTo>
                    <a:pt x="157607" y="59026"/>
                  </a:lnTo>
                  <a:lnTo>
                    <a:pt x="158164" y="57841"/>
                  </a:lnTo>
                  <a:cubicBezTo>
                    <a:pt x="158164" y="57841"/>
                    <a:pt x="159694" y="53538"/>
                    <a:pt x="166280" y="52836"/>
                  </a:cubicBezTo>
                  <a:cubicBezTo>
                    <a:pt x="172865" y="52090"/>
                    <a:pt x="183300" y="46075"/>
                    <a:pt x="184645" y="44232"/>
                  </a:cubicBezTo>
                  <a:lnTo>
                    <a:pt x="196239" y="37998"/>
                  </a:lnTo>
                  <a:lnTo>
                    <a:pt x="196611" y="34135"/>
                  </a:lnTo>
                  <a:lnTo>
                    <a:pt x="196611" y="31018"/>
                  </a:lnTo>
                  <a:lnTo>
                    <a:pt x="196796" y="27154"/>
                  </a:lnTo>
                  <a:lnTo>
                    <a:pt x="196703" y="26979"/>
                  </a:lnTo>
                  <a:lnTo>
                    <a:pt x="190164" y="28296"/>
                  </a:lnTo>
                  <a:lnTo>
                    <a:pt x="177457" y="2829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ADAF8049-0C1A-ADAF-4850-92888AE34F47}"/>
                </a:ext>
              </a:extLst>
            </p:cNvPr>
            <p:cNvSpPr>
              <a:spLocks/>
            </p:cNvSpPr>
            <p:nvPr/>
          </p:nvSpPr>
          <p:spPr>
            <a:xfrm>
              <a:off x="5748341" y="2716273"/>
              <a:ext cx="87014" cy="82301"/>
            </a:xfrm>
            <a:custGeom>
              <a:avLst/>
              <a:gdLst>
                <a:gd name="connsiteX0" fmla="*/ 2968 w 58296"/>
                <a:gd name="connsiteY0" fmla="*/ 27262 h 55138"/>
                <a:gd name="connsiteX1" fmla="*/ 6724 w 58296"/>
                <a:gd name="connsiteY1" fmla="*/ 24452 h 55138"/>
                <a:gd name="connsiteX2" fmla="*/ 7699 w 58296"/>
                <a:gd name="connsiteY2" fmla="*/ 24233 h 55138"/>
                <a:gd name="connsiteX3" fmla="*/ 8487 w 58296"/>
                <a:gd name="connsiteY3" fmla="*/ 24804 h 55138"/>
                <a:gd name="connsiteX4" fmla="*/ 12522 w 58296"/>
                <a:gd name="connsiteY4" fmla="*/ 31915 h 55138"/>
                <a:gd name="connsiteX5" fmla="*/ 17067 w 58296"/>
                <a:gd name="connsiteY5" fmla="*/ 31915 h 55138"/>
                <a:gd name="connsiteX6" fmla="*/ 17438 w 58296"/>
                <a:gd name="connsiteY6" fmla="*/ 31959 h 55138"/>
                <a:gd name="connsiteX7" fmla="*/ 23235 w 58296"/>
                <a:gd name="connsiteY7" fmla="*/ 33891 h 55138"/>
                <a:gd name="connsiteX8" fmla="*/ 23977 w 58296"/>
                <a:gd name="connsiteY8" fmla="*/ 34637 h 55138"/>
                <a:gd name="connsiteX9" fmla="*/ 25971 w 58296"/>
                <a:gd name="connsiteY9" fmla="*/ 41310 h 55138"/>
                <a:gd name="connsiteX10" fmla="*/ 28383 w 58296"/>
                <a:gd name="connsiteY10" fmla="*/ 44515 h 55138"/>
                <a:gd name="connsiteX11" fmla="*/ 31351 w 58296"/>
                <a:gd name="connsiteY11" fmla="*/ 44515 h 55138"/>
                <a:gd name="connsiteX12" fmla="*/ 33670 w 58296"/>
                <a:gd name="connsiteY12" fmla="*/ 39159 h 55138"/>
                <a:gd name="connsiteX13" fmla="*/ 34597 w 58296"/>
                <a:gd name="connsiteY13" fmla="*/ 38500 h 55138"/>
                <a:gd name="connsiteX14" fmla="*/ 35664 w 58296"/>
                <a:gd name="connsiteY14" fmla="*/ 38983 h 55138"/>
                <a:gd name="connsiteX15" fmla="*/ 40024 w 58296"/>
                <a:gd name="connsiteY15" fmla="*/ 45042 h 55138"/>
                <a:gd name="connsiteX16" fmla="*/ 40209 w 58296"/>
                <a:gd name="connsiteY16" fmla="*/ 45656 h 55138"/>
                <a:gd name="connsiteX17" fmla="*/ 40209 w 58296"/>
                <a:gd name="connsiteY17" fmla="*/ 50705 h 55138"/>
                <a:gd name="connsiteX18" fmla="*/ 44893 w 58296"/>
                <a:gd name="connsiteY18" fmla="*/ 55138 h 55138"/>
                <a:gd name="connsiteX19" fmla="*/ 50922 w 58296"/>
                <a:gd name="connsiteY19" fmla="*/ 53646 h 55138"/>
                <a:gd name="connsiteX20" fmla="*/ 48047 w 58296"/>
                <a:gd name="connsiteY20" fmla="*/ 44295 h 55138"/>
                <a:gd name="connsiteX21" fmla="*/ 48279 w 58296"/>
                <a:gd name="connsiteY21" fmla="*/ 43286 h 55138"/>
                <a:gd name="connsiteX22" fmla="*/ 51479 w 58296"/>
                <a:gd name="connsiteY22" fmla="*/ 39730 h 55138"/>
                <a:gd name="connsiteX23" fmla="*/ 52360 w 58296"/>
                <a:gd name="connsiteY23" fmla="*/ 39335 h 55138"/>
                <a:gd name="connsiteX24" fmla="*/ 56116 w 58296"/>
                <a:gd name="connsiteY24" fmla="*/ 39335 h 55138"/>
                <a:gd name="connsiteX25" fmla="*/ 58296 w 58296"/>
                <a:gd name="connsiteY25" fmla="*/ 31740 h 55138"/>
                <a:gd name="connsiteX26" fmla="*/ 53751 w 58296"/>
                <a:gd name="connsiteY26" fmla="*/ 27657 h 55138"/>
                <a:gd name="connsiteX27" fmla="*/ 49438 w 58296"/>
                <a:gd name="connsiteY27" fmla="*/ 28535 h 55138"/>
                <a:gd name="connsiteX28" fmla="*/ 49206 w 58296"/>
                <a:gd name="connsiteY28" fmla="*/ 28535 h 55138"/>
                <a:gd name="connsiteX29" fmla="*/ 48140 w 58296"/>
                <a:gd name="connsiteY29" fmla="*/ 27877 h 55138"/>
                <a:gd name="connsiteX30" fmla="*/ 46702 w 58296"/>
                <a:gd name="connsiteY30" fmla="*/ 24672 h 55138"/>
                <a:gd name="connsiteX31" fmla="*/ 46609 w 58296"/>
                <a:gd name="connsiteY31" fmla="*/ 24101 h 55138"/>
                <a:gd name="connsiteX32" fmla="*/ 47954 w 58296"/>
                <a:gd name="connsiteY32" fmla="*/ 14531 h 55138"/>
                <a:gd name="connsiteX33" fmla="*/ 39560 w 58296"/>
                <a:gd name="connsiteY33" fmla="*/ 11546 h 55138"/>
                <a:gd name="connsiteX34" fmla="*/ 34551 w 58296"/>
                <a:gd name="connsiteY34" fmla="*/ 9351 h 55138"/>
                <a:gd name="connsiteX35" fmla="*/ 34226 w 58296"/>
                <a:gd name="connsiteY35" fmla="*/ 9131 h 55138"/>
                <a:gd name="connsiteX36" fmla="*/ 29449 w 58296"/>
                <a:gd name="connsiteY36" fmla="*/ 4653 h 55138"/>
                <a:gd name="connsiteX37" fmla="*/ 29125 w 58296"/>
                <a:gd name="connsiteY37" fmla="*/ 3863 h 55138"/>
                <a:gd name="connsiteX38" fmla="*/ 24812 w 58296"/>
                <a:gd name="connsiteY38" fmla="*/ 3863 h 55138"/>
                <a:gd name="connsiteX39" fmla="*/ 20777 w 58296"/>
                <a:gd name="connsiteY39" fmla="*/ 0 h 55138"/>
                <a:gd name="connsiteX40" fmla="*/ 19246 w 58296"/>
                <a:gd name="connsiteY40" fmla="*/ 2722 h 55138"/>
                <a:gd name="connsiteX41" fmla="*/ 21936 w 58296"/>
                <a:gd name="connsiteY41" fmla="*/ 5092 h 55138"/>
                <a:gd name="connsiteX42" fmla="*/ 24070 w 58296"/>
                <a:gd name="connsiteY42" fmla="*/ 7112 h 55138"/>
                <a:gd name="connsiteX43" fmla="*/ 22307 w 58296"/>
                <a:gd name="connsiteY43" fmla="*/ 8034 h 55138"/>
                <a:gd name="connsiteX44" fmla="*/ 17855 w 58296"/>
                <a:gd name="connsiteY44" fmla="*/ 6366 h 55138"/>
                <a:gd name="connsiteX45" fmla="*/ 10899 w 58296"/>
                <a:gd name="connsiteY45" fmla="*/ 10009 h 55138"/>
                <a:gd name="connsiteX46" fmla="*/ 6261 w 58296"/>
                <a:gd name="connsiteY46" fmla="*/ 13653 h 55138"/>
                <a:gd name="connsiteX47" fmla="*/ 0 w 58296"/>
                <a:gd name="connsiteY47" fmla="*/ 15980 h 55138"/>
                <a:gd name="connsiteX48" fmla="*/ 0 w 58296"/>
                <a:gd name="connsiteY48" fmla="*/ 23794 h 55138"/>
                <a:gd name="connsiteX49" fmla="*/ 3061 w 58296"/>
                <a:gd name="connsiteY49" fmla="*/ 27262 h 5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8296" h="55138">
                  <a:moveTo>
                    <a:pt x="2968" y="27262"/>
                  </a:moveTo>
                  <a:lnTo>
                    <a:pt x="6724" y="24452"/>
                  </a:lnTo>
                  <a:cubicBezTo>
                    <a:pt x="7003" y="24233"/>
                    <a:pt x="7327" y="24189"/>
                    <a:pt x="7699" y="24233"/>
                  </a:cubicBezTo>
                  <a:cubicBezTo>
                    <a:pt x="8023" y="24321"/>
                    <a:pt x="8301" y="24496"/>
                    <a:pt x="8487" y="24804"/>
                  </a:cubicBezTo>
                  <a:lnTo>
                    <a:pt x="12522" y="31915"/>
                  </a:lnTo>
                  <a:lnTo>
                    <a:pt x="17067" y="31915"/>
                  </a:lnTo>
                  <a:cubicBezTo>
                    <a:pt x="17067" y="31915"/>
                    <a:pt x="17345" y="31915"/>
                    <a:pt x="17438" y="31959"/>
                  </a:cubicBezTo>
                  <a:lnTo>
                    <a:pt x="23235" y="33891"/>
                  </a:lnTo>
                  <a:cubicBezTo>
                    <a:pt x="23606" y="34023"/>
                    <a:pt x="23884" y="34286"/>
                    <a:pt x="23977" y="34637"/>
                  </a:cubicBezTo>
                  <a:lnTo>
                    <a:pt x="25971" y="41310"/>
                  </a:lnTo>
                  <a:lnTo>
                    <a:pt x="28383" y="44515"/>
                  </a:lnTo>
                  <a:lnTo>
                    <a:pt x="31351" y="44515"/>
                  </a:lnTo>
                  <a:lnTo>
                    <a:pt x="33670" y="39159"/>
                  </a:lnTo>
                  <a:cubicBezTo>
                    <a:pt x="33809" y="38764"/>
                    <a:pt x="34180" y="38544"/>
                    <a:pt x="34597" y="38500"/>
                  </a:cubicBezTo>
                  <a:cubicBezTo>
                    <a:pt x="35015" y="38500"/>
                    <a:pt x="35432" y="38632"/>
                    <a:pt x="35664" y="38983"/>
                  </a:cubicBezTo>
                  <a:lnTo>
                    <a:pt x="40024" y="45042"/>
                  </a:lnTo>
                  <a:cubicBezTo>
                    <a:pt x="40024" y="45042"/>
                    <a:pt x="40209" y="45437"/>
                    <a:pt x="40209" y="45656"/>
                  </a:cubicBezTo>
                  <a:lnTo>
                    <a:pt x="40209" y="50705"/>
                  </a:lnTo>
                  <a:lnTo>
                    <a:pt x="44893" y="55138"/>
                  </a:lnTo>
                  <a:lnTo>
                    <a:pt x="50922" y="53646"/>
                  </a:lnTo>
                  <a:lnTo>
                    <a:pt x="48047" y="44295"/>
                  </a:lnTo>
                  <a:cubicBezTo>
                    <a:pt x="47954" y="43944"/>
                    <a:pt x="48047" y="43549"/>
                    <a:pt x="48279" y="43286"/>
                  </a:cubicBezTo>
                  <a:lnTo>
                    <a:pt x="51479" y="39730"/>
                  </a:lnTo>
                  <a:cubicBezTo>
                    <a:pt x="51710" y="39466"/>
                    <a:pt x="52035" y="39335"/>
                    <a:pt x="52360" y="39335"/>
                  </a:cubicBezTo>
                  <a:lnTo>
                    <a:pt x="56116" y="39335"/>
                  </a:lnTo>
                  <a:lnTo>
                    <a:pt x="58296" y="31740"/>
                  </a:lnTo>
                  <a:lnTo>
                    <a:pt x="53751" y="27657"/>
                  </a:lnTo>
                  <a:lnTo>
                    <a:pt x="49438" y="28535"/>
                  </a:lnTo>
                  <a:cubicBezTo>
                    <a:pt x="49438" y="28535"/>
                    <a:pt x="49253" y="28535"/>
                    <a:pt x="49206" y="28535"/>
                  </a:cubicBezTo>
                  <a:cubicBezTo>
                    <a:pt x="48742" y="28535"/>
                    <a:pt x="48325" y="28272"/>
                    <a:pt x="48140" y="27877"/>
                  </a:cubicBezTo>
                  <a:lnTo>
                    <a:pt x="46702" y="24672"/>
                  </a:lnTo>
                  <a:cubicBezTo>
                    <a:pt x="46702" y="24672"/>
                    <a:pt x="46609" y="24277"/>
                    <a:pt x="46609" y="24101"/>
                  </a:cubicBezTo>
                  <a:lnTo>
                    <a:pt x="47954" y="14531"/>
                  </a:lnTo>
                  <a:lnTo>
                    <a:pt x="39560" y="11546"/>
                  </a:lnTo>
                  <a:lnTo>
                    <a:pt x="34551" y="9351"/>
                  </a:lnTo>
                  <a:cubicBezTo>
                    <a:pt x="34551" y="9351"/>
                    <a:pt x="34319" y="9219"/>
                    <a:pt x="34226" y="9131"/>
                  </a:cubicBezTo>
                  <a:lnTo>
                    <a:pt x="29449" y="4653"/>
                  </a:lnTo>
                  <a:cubicBezTo>
                    <a:pt x="29449" y="4653"/>
                    <a:pt x="29125" y="4171"/>
                    <a:pt x="29125" y="3863"/>
                  </a:cubicBezTo>
                  <a:lnTo>
                    <a:pt x="24812" y="3863"/>
                  </a:lnTo>
                  <a:lnTo>
                    <a:pt x="20777" y="0"/>
                  </a:lnTo>
                  <a:lnTo>
                    <a:pt x="19246" y="2722"/>
                  </a:lnTo>
                  <a:lnTo>
                    <a:pt x="21936" y="5092"/>
                  </a:lnTo>
                  <a:lnTo>
                    <a:pt x="24070" y="7112"/>
                  </a:lnTo>
                  <a:lnTo>
                    <a:pt x="22307" y="8034"/>
                  </a:lnTo>
                  <a:lnTo>
                    <a:pt x="17855" y="6366"/>
                  </a:lnTo>
                  <a:cubicBezTo>
                    <a:pt x="17855" y="6366"/>
                    <a:pt x="13217" y="4697"/>
                    <a:pt x="10899" y="10009"/>
                  </a:cubicBezTo>
                  <a:lnTo>
                    <a:pt x="6261" y="13653"/>
                  </a:lnTo>
                  <a:cubicBezTo>
                    <a:pt x="6261" y="13653"/>
                    <a:pt x="3524" y="14619"/>
                    <a:pt x="0" y="15980"/>
                  </a:cubicBezTo>
                  <a:lnTo>
                    <a:pt x="0" y="23794"/>
                  </a:lnTo>
                  <a:lnTo>
                    <a:pt x="3061" y="2726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6FA524E2-9605-B288-BC1F-AF2DDCCC8AC0}"/>
                </a:ext>
              </a:extLst>
            </p:cNvPr>
            <p:cNvSpPr>
              <a:spLocks/>
            </p:cNvSpPr>
            <p:nvPr/>
          </p:nvSpPr>
          <p:spPr>
            <a:xfrm>
              <a:off x="6395588" y="1861674"/>
              <a:ext cx="20421" cy="19067"/>
            </a:xfrm>
            <a:custGeom>
              <a:avLst/>
              <a:gdLst>
                <a:gd name="connsiteX0" fmla="*/ 13681 w 13681"/>
                <a:gd name="connsiteY0" fmla="*/ 11985 h 12774"/>
                <a:gd name="connsiteX1" fmla="*/ 12614 w 13681"/>
                <a:gd name="connsiteY1" fmla="*/ 2766 h 12774"/>
                <a:gd name="connsiteX2" fmla="*/ 8023 w 13681"/>
                <a:gd name="connsiteY2" fmla="*/ 3249 h 12774"/>
                <a:gd name="connsiteX3" fmla="*/ 3942 w 13681"/>
                <a:gd name="connsiteY3" fmla="*/ 0 h 12774"/>
                <a:gd name="connsiteX4" fmla="*/ 3942 w 13681"/>
                <a:gd name="connsiteY4" fmla="*/ 3249 h 12774"/>
                <a:gd name="connsiteX5" fmla="*/ 1948 w 13681"/>
                <a:gd name="connsiteY5" fmla="*/ 4917 h 12774"/>
                <a:gd name="connsiteX6" fmla="*/ 185 w 13681"/>
                <a:gd name="connsiteY6" fmla="*/ 3819 h 12774"/>
                <a:gd name="connsiteX7" fmla="*/ 0 w 13681"/>
                <a:gd name="connsiteY7" fmla="*/ 3951 h 12774"/>
                <a:gd name="connsiteX8" fmla="*/ 8997 w 13681"/>
                <a:gd name="connsiteY8" fmla="*/ 12775 h 12774"/>
                <a:gd name="connsiteX9" fmla="*/ 13681 w 13681"/>
                <a:gd name="connsiteY9" fmla="*/ 11985 h 12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81" h="12774">
                  <a:moveTo>
                    <a:pt x="13681" y="11985"/>
                  </a:moveTo>
                  <a:lnTo>
                    <a:pt x="12614" y="2766"/>
                  </a:lnTo>
                  <a:lnTo>
                    <a:pt x="8023" y="3249"/>
                  </a:lnTo>
                  <a:lnTo>
                    <a:pt x="3942" y="0"/>
                  </a:lnTo>
                  <a:lnTo>
                    <a:pt x="3942" y="3249"/>
                  </a:lnTo>
                  <a:lnTo>
                    <a:pt x="1948" y="4917"/>
                  </a:lnTo>
                  <a:lnTo>
                    <a:pt x="185" y="3819"/>
                  </a:lnTo>
                  <a:lnTo>
                    <a:pt x="0" y="3951"/>
                  </a:lnTo>
                  <a:lnTo>
                    <a:pt x="8997" y="12775"/>
                  </a:lnTo>
                  <a:lnTo>
                    <a:pt x="13681" y="119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FDF703C7-D04F-1322-6913-D28ECD65992F}"/>
                </a:ext>
              </a:extLst>
            </p:cNvPr>
            <p:cNvSpPr>
              <a:spLocks/>
            </p:cNvSpPr>
            <p:nvPr/>
          </p:nvSpPr>
          <p:spPr>
            <a:xfrm>
              <a:off x="6886042" y="3471074"/>
              <a:ext cx="21667" cy="39119"/>
            </a:xfrm>
            <a:custGeom>
              <a:avLst/>
              <a:gdLst>
                <a:gd name="connsiteX0" fmla="*/ 12336 w 14516"/>
                <a:gd name="connsiteY0" fmla="*/ 23574 h 26208"/>
                <a:gd name="connsiteX1" fmla="*/ 13635 w 14516"/>
                <a:gd name="connsiteY1" fmla="*/ 20062 h 26208"/>
                <a:gd name="connsiteX2" fmla="*/ 13357 w 14516"/>
                <a:gd name="connsiteY2" fmla="*/ 12380 h 26208"/>
                <a:gd name="connsiteX3" fmla="*/ 11641 w 14516"/>
                <a:gd name="connsiteY3" fmla="*/ 11546 h 26208"/>
                <a:gd name="connsiteX4" fmla="*/ 11641 w 14516"/>
                <a:gd name="connsiteY4" fmla="*/ 9087 h 26208"/>
                <a:gd name="connsiteX5" fmla="*/ 14238 w 14516"/>
                <a:gd name="connsiteY5" fmla="*/ 7990 h 26208"/>
                <a:gd name="connsiteX6" fmla="*/ 14516 w 14516"/>
                <a:gd name="connsiteY6" fmla="*/ 1141 h 26208"/>
                <a:gd name="connsiteX7" fmla="*/ 11316 w 14516"/>
                <a:gd name="connsiteY7" fmla="*/ 1668 h 26208"/>
                <a:gd name="connsiteX8" fmla="*/ 6957 w 14516"/>
                <a:gd name="connsiteY8" fmla="*/ 0 h 26208"/>
                <a:gd name="connsiteX9" fmla="*/ 2319 w 14516"/>
                <a:gd name="connsiteY9" fmla="*/ 9614 h 26208"/>
                <a:gd name="connsiteX10" fmla="*/ 0 w 14516"/>
                <a:gd name="connsiteY10" fmla="*/ 10448 h 26208"/>
                <a:gd name="connsiteX11" fmla="*/ 0 w 14516"/>
                <a:gd name="connsiteY11" fmla="*/ 15102 h 26208"/>
                <a:gd name="connsiteX12" fmla="*/ 1345 w 14516"/>
                <a:gd name="connsiteY12" fmla="*/ 19887 h 26208"/>
                <a:gd name="connsiteX13" fmla="*/ 5472 w 14516"/>
                <a:gd name="connsiteY13" fmla="*/ 26208 h 26208"/>
                <a:gd name="connsiteX14" fmla="*/ 12290 w 14516"/>
                <a:gd name="connsiteY14" fmla="*/ 23531 h 2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6" h="26208">
                  <a:moveTo>
                    <a:pt x="12336" y="23574"/>
                  </a:moveTo>
                  <a:lnTo>
                    <a:pt x="13635" y="20062"/>
                  </a:lnTo>
                  <a:lnTo>
                    <a:pt x="13357" y="12380"/>
                  </a:lnTo>
                  <a:lnTo>
                    <a:pt x="11641" y="11546"/>
                  </a:lnTo>
                  <a:lnTo>
                    <a:pt x="11641" y="9087"/>
                  </a:lnTo>
                  <a:lnTo>
                    <a:pt x="14238" y="7990"/>
                  </a:lnTo>
                  <a:lnTo>
                    <a:pt x="14516" y="1141"/>
                  </a:lnTo>
                  <a:lnTo>
                    <a:pt x="11316" y="1668"/>
                  </a:lnTo>
                  <a:lnTo>
                    <a:pt x="6957" y="0"/>
                  </a:lnTo>
                  <a:cubicBezTo>
                    <a:pt x="6957" y="0"/>
                    <a:pt x="1438" y="1932"/>
                    <a:pt x="2319" y="9614"/>
                  </a:cubicBezTo>
                  <a:lnTo>
                    <a:pt x="0" y="10448"/>
                  </a:lnTo>
                  <a:lnTo>
                    <a:pt x="0" y="15102"/>
                  </a:lnTo>
                  <a:lnTo>
                    <a:pt x="1345" y="19887"/>
                  </a:lnTo>
                  <a:lnTo>
                    <a:pt x="5472" y="26208"/>
                  </a:lnTo>
                  <a:lnTo>
                    <a:pt x="12290" y="235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BCE8E02D-DCD8-F30B-BF22-95B989CA3A16}"/>
                </a:ext>
              </a:extLst>
            </p:cNvPr>
            <p:cNvSpPr>
              <a:spLocks/>
            </p:cNvSpPr>
            <p:nvPr/>
          </p:nvSpPr>
          <p:spPr>
            <a:xfrm>
              <a:off x="5779145" y="2657168"/>
              <a:ext cx="75107" cy="98159"/>
            </a:xfrm>
            <a:custGeom>
              <a:avLst/>
              <a:gdLst>
                <a:gd name="connsiteX0" fmla="*/ 19757 w 50319"/>
                <a:gd name="connsiteY0" fmla="*/ 49080 h 65762"/>
                <a:gd name="connsiteX1" fmla="*/ 28940 w 50319"/>
                <a:gd name="connsiteY1" fmla="*/ 52329 h 65762"/>
                <a:gd name="connsiteX2" fmla="*/ 29682 w 50319"/>
                <a:gd name="connsiteY2" fmla="*/ 53514 h 65762"/>
                <a:gd name="connsiteX3" fmla="*/ 28290 w 50319"/>
                <a:gd name="connsiteY3" fmla="*/ 63655 h 65762"/>
                <a:gd name="connsiteX4" fmla="*/ 29218 w 50319"/>
                <a:gd name="connsiteY4" fmla="*/ 65762 h 65762"/>
                <a:gd name="connsiteX5" fmla="*/ 32279 w 50319"/>
                <a:gd name="connsiteY5" fmla="*/ 65148 h 65762"/>
                <a:gd name="connsiteX6" fmla="*/ 32279 w 50319"/>
                <a:gd name="connsiteY6" fmla="*/ 59441 h 65762"/>
                <a:gd name="connsiteX7" fmla="*/ 32418 w 50319"/>
                <a:gd name="connsiteY7" fmla="*/ 58914 h 65762"/>
                <a:gd name="connsiteX8" fmla="*/ 34412 w 50319"/>
                <a:gd name="connsiteY8" fmla="*/ 55621 h 65762"/>
                <a:gd name="connsiteX9" fmla="*/ 32464 w 50319"/>
                <a:gd name="connsiteY9" fmla="*/ 52592 h 65762"/>
                <a:gd name="connsiteX10" fmla="*/ 32372 w 50319"/>
                <a:gd name="connsiteY10" fmla="*/ 51583 h 65762"/>
                <a:gd name="connsiteX11" fmla="*/ 34783 w 50319"/>
                <a:gd name="connsiteY11" fmla="*/ 46227 h 65762"/>
                <a:gd name="connsiteX12" fmla="*/ 32325 w 50319"/>
                <a:gd name="connsiteY12" fmla="*/ 39773 h 65762"/>
                <a:gd name="connsiteX13" fmla="*/ 32372 w 50319"/>
                <a:gd name="connsiteY13" fmla="*/ 38896 h 65762"/>
                <a:gd name="connsiteX14" fmla="*/ 33113 w 50319"/>
                <a:gd name="connsiteY14" fmla="*/ 38369 h 65762"/>
                <a:gd name="connsiteX15" fmla="*/ 42806 w 50319"/>
                <a:gd name="connsiteY15" fmla="*/ 35998 h 65762"/>
                <a:gd name="connsiteX16" fmla="*/ 46424 w 50319"/>
                <a:gd name="connsiteY16" fmla="*/ 30291 h 65762"/>
                <a:gd name="connsiteX17" fmla="*/ 47166 w 50319"/>
                <a:gd name="connsiteY17" fmla="*/ 24891 h 65762"/>
                <a:gd name="connsiteX18" fmla="*/ 43548 w 50319"/>
                <a:gd name="connsiteY18" fmla="*/ 24891 h 65762"/>
                <a:gd name="connsiteX19" fmla="*/ 42575 w 50319"/>
                <a:gd name="connsiteY19" fmla="*/ 24408 h 65762"/>
                <a:gd name="connsiteX20" fmla="*/ 42482 w 50319"/>
                <a:gd name="connsiteY20" fmla="*/ 23399 h 65762"/>
                <a:gd name="connsiteX21" fmla="*/ 44522 w 50319"/>
                <a:gd name="connsiteY21" fmla="*/ 18745 h 65762"/>
                <a:gd name="connsiteX22" fmla="*/ 45589 w 50319"/>
                <a:gd name="connsiteY22" fmla="*/ 18087 h 65762"/>
                <a:gd name="connsiteX23" fmla="*/ 49624 w 50319"/>
                <a:gd name="connsiteY23" fmla="*/ 18087 h 65762"/>
                <a:gd name="connsiteX24" fmla="*/ 50320 w 50319"/>
                <a:gd name="connsiteY24" fmla="*/ 8429 h 65762"/>
                <a:gd name="connsiteX25" fmla="*/ 49624 w 50319"/>
                <a:gd name="connsiteY25" fmla="*/ 4214 h 65762"/>
                <a:gd name="connsiteX26" fmla="*/ 47305 w 50319"/>
                <a:gd name="connsiteY26" fmla="*/ 3468 h 65762"/>
                <a:gd name="connsiteX27" fmla="*/ 46517 w 50319"/>
                <a:gd name="connsiteY27" fmla="*/ 0 h 65762"/>
                <a:gd name="connsiteX28" fmla="*/ 42667 w 50319"/>
                <a:gd name="connsiteY28" fmla="*/ 0 h 65762"/>
                <a:gd name="connsiteX29" fmla="*/ 38029 w 50319"/>
                <a:gd name="connsiteY29" fmla="*/ 1098 h 65762"/>
                <a:gd name="connsiteX30" fmla="*/ 35896 w 50319"/>
                <a:gd name="connsiteY30" fmla="*/ 2019 h 65762"/>
                <a:gd name="connsiteX31" fmla="*/ 33206 w 50319"/>
                <a:gd name="connsiteY31" fmla="*/ 351 h 65762"/>
                <a:gd name="connsiteX32" fmla="*/ 24719 w 50319"/>
                <a:gd name="connsiteY32" fmla="*/ 4741 h 65762"/>
                <a:gd name="connsiteX33" fmla="*/ 22029 w 50319"/>
                <a:gd name="connsiteY33" fmla="*/ 10229 h 65762"/>
                <a:gd name="connsiteX34" fmla="*/ 24534 w 50319"/>
                <a:gd name="connsiteY34" fmla="*/ 15146 h 65762"/>
                <a:gd name="connsiteX35" fmla="*/ 26250 w 50319"/>
                <a:gd name="connsiteY35" fmla="*/ 20809 h 65762"/>
                <a:gd name="connsiteX36" fmla="*/ 22215 w 50319"/>
                <a:gd name="connsiteY36" fmla="*/ 23531 h 65762"/>
                <a:gd name="connsiteX37" fmla="*/ 17948 w 50319"/>
                <a:gd name="connsiteY37" fmla="*/ 21336 h 65762"/>
                <a:gd name="connsiteX38" fmla="*/ 18505 w 50319"/>
                <a:gd name="connsiteY38" fmla="*/ 16419 h 65762"/>
                <a:gd name="connsiteX39" fmla="*/ 16974 w 50319"/>
                <a:gd name="connsiteY39" fmla="*/ 9482 h 65762"/>
                <a:gd name="connsiteX40" fmla="*/ 13496 w 50319"/>
                <a:gd name="connsiteY40" fmla="*/ 10229 h 65762"/>
                <a:gd name="connsiteX41" fmla="*/ 16000 w 50319"/>
                <a:gd name="connsiteY41" fmla="*/ 6761 h 65762"/>
                <a:gd name="connsiteX42" fmla="*/ 20267 w 50319"/>
                <a:gd name="connsiteY42" fmla="*/ 3117 h 65762"/>
                <a:gd name="connsiteX43" fmla="*/ 22957 w 50319"/>
                <a:gd name="connsiteY43" fmla="*/ 2019 h 65762"/>
                <a:gd name="connsiteX44" fmla="*/ 20267 w 50319"/>
                <a:gd name="connsiteY44" fmla="*/ 1098 h 65762"/>
                <a:gd name="connsiteX45" fmla="*/ 15815 w 50319"/>
                <a:gd name="connsiteY45" fmla="*/ 4741 h 65762"/>
                <a:gd name="connsiteX46" fmla="*/ 10621 w 50319"/>
                <a:gd name="connsiteY46" fmla="*/ 9658 h 65762"/>
                <a:gd name="connsiteX47" fmla="*/ 10621 w 50319"/>
                <a:gd name="connsiteY47" fmla="*/ 20633 h 65762"/>
                <a:gd name="connsiteX48" fmla="*/ 11780 w 50319"/>
                <a:gd name="connsiteY48" fmla="*/ 27042 h 65762"/>
                <a:gd name="connsiteX49" fmla="*/ 8673 w 50319"/>
                <a:gd name="connsiteY49" fmla="*/ 29589 h 65762"/>
                <a:gd name="connsiteX50" fmla="*/ 1345 w 50319"/>
                <a:gd name="connsiteY50" fmla="*/ 29589 h 65762"/>
                <a:gd name="connsiteX51" fmla="*/ 0 w 50319"/>
                <a:gd name="connsiteY51" fmla="*/ 32706 h 65762"/>
                <a:gd name="connsiteX52" fmla="*/ 1345 w 50319"/>
                <a:gd name="connsiteY52" fmla="*/ 37271 h 65762"/>
                <a:gd name="connsiteX53" fmla="*/ 3478 w 50319"/>
                <a:gd name="connsiteY53" fmla="*/ 41661 h 65762"/>
                <a:gd name="connsiteX54" fmla="*/ 12939 w 50319"/>
                <a:gd name="connsiteY54" fmla="*/ 41661 h 65762"/>
                <a:gd name="connsiteX55" fmla="*/ 12383 w 50319"/>
                <a:gd name="connsiteY55" fmla="*/ 43505 h 65762"/>
                <a:gd name="connsiteX56" fmla="*/ 11177 w 50319"/>
                <a:gd name="connsiteY56" fmla="*/ 43505 h 65762"/>
                <a:gd name="connsiteX57" fmla="*/ 14980 w 50319"/>
                <a:gd name="connsiteY57" fmla="*/ 47105 h 65762"/>
                <a:gd name="connsiteX58" fmla="*/ 19710 w 50319"/>
                <a:gd name="connsiteY58" fmla="*/ 49212 h 6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0319" h="65762">
                  <a:moveTo>
                    <a:pt x="19757" y="49080"/>
                  </a:moveTo>
                  <a:lnTo>
                    <a:pt x="28940" y="52329"/>
                  </a:lnTo>
                  <a:cubicBezTo>
                    <a:pt x="29450" y="52504"/>
                    <a:pt x="29774" y="52987"/>
                    <a:pt x="29682" y="53514"/>
                  </a:cubicBezTo>
                  <a:lnTo>
                    <a:pt x="28290" y="63655"/>
                  </a:lnTo>
                  <a:lnTo>
                    <a:pt x="29218" y="65762"/>
                  </a:lnTo>
                  <a:lnTo>
                    <a:pt x="32279" y="65148"/>
                  </a:lnTo>
                  <a:lnTo>
                    <a:pt x="32279" y="59441"/>
                  </a:lnTo>
                  <a:cubicBezTo>
                    <a:pt x="32279" y="59441"/>
                    <a:pt x="32325" y="59046"/>
                    <a:pt x="32418" y="58914"/>
                  </a:cubicBezTo>
                  <a:lnTo>
                    <a:pt x="34412" y="55621"/>
                  </a:lnTo>
                  <a:lnTo>
                    <a:pt x="32464" y="52592"/>
                  </a:lnTo>
                  <a:cubicBezTo>
                    <a:pt x="32279" y="52285"/>
                    <a:pt x="32232" y="51934"/>
                    <a:pt x="32372" y="51583"/>
                  </a:cubicBezTo>
                  <a:lnTo>
                    <a:pt x="34783" y="46227"/>
                  </a:lnTo>
                  <a:lnTo>
                    <a:pt x="32325" y="39773"/>
                  </a:lnTo>
                  <a:cubicBezTo>
                    <a:pt x="32232" y="39466"/>
                    <a:pt x="32232" y="39159"/>
                    <a:pt x="32372" y="38896"/>
                  </a:cubicBezTo>
                  <a:cubicBezTo>
                    <a:pt x="32511" y="38632"/>
                    <a:pt x="32789" y="38413"/>
                    <a:pt x="33113" y="38369"/>
                  </a:cubicBezTo>
                  <a:lnTo>
                    <a:pt x="42806" y="35998"/>
                  </a:lnTo>
                  <a:lnTo>
                    <a:pt x="46424" y="30291"/>
                  </a:lnTo>
                  <a:lnTo>
                    <a:pt x="47166" y="24891"/>
                  </a:lnTo>
                  <a:lnTo>
                    <a:pt x="43548" y="24891"/>
                  </a:lnTo>
                  <a:cubicBezTo>
                    <a:pt x="43177" y="24891"/>
                    <a:pt x="42806" y="24716"/>
                    <a:pt x="42575" y="24408"/>
                  </a:cubicBezTo>
                  <a:cubicBezTo>
                    <a:pt x="42342" y="24101"/>
                    <a:pt x="42296" y="23706"/>
                    <a:pt x="42482" y="23399"/>
                  </a:cubicBezTo>
                  <a:lnTo>
                    <a:pt x="44522" y="18745"/>
                  </a:lnTo>
                  <a:cubicBezTo>
                    <a:pt x="44708" y="18350"/>
                    <a:pt x="45125" y="18087"/>
                    <a:pt x="45589" y="18087"/>
                  </a:cubicBezTo>
                  <a:lnTo>
                    <a:pt x="49624" y="18087"/>
                  </a:lnTo>
                  <a:lnTo>
                    <a:pt x="50320" y="8429"/>
                  </a:lnTo>
                  <a:lnTo>
                    <a:pt x="49624" y="4214"/>
                  </a:lnTo>
                  <a:lnTo>
                    <a:pt x="47305" y="3468"/>
                  </a:lnTo>
                  <a:lnTo>
                    <a:pt x="46517" y="0"/>
                  </a:lnTo>
                  <a:lnTo>
                    <a:pt x="42667" y="0"/>
                  </a:lnTo>
                  <a:lnTo>
                    <a:pt x="38029" y="1098"/>
                  </a:lnTo>
                  <a:lnTo>
                    <a:pt x="35896" y="2019"/>
                  </a:lnTo>
                  <a:lnTo>
                    <a:pt x="33206" y="351"/>
                  </a:lnTo>
                  <a:lnTo>
                    <a:pt x="24719" y="4741"/>
                  </a:lnTo>
                  <a:lnTo>
                    <a:pt x="22029" y="10229"/>
                  </a:lnTo>
                  <a:lnTo>
                    <a:pt x="24534" y="15146"/>
                  </a:lnTo>
                  <a:lnTo>
                    <a:pt x="26250" y="20809"/>
                  </a:lnTo>
                  <a:lnTo>
                    <a:pt x="22215" y="23531"/>
                  </a:lnTo>
                  <a:lnTo>
                    <a:pt x="17948" y="21336"/>
                  </a:lnTo>
                  <a:lnTo>
                    <a:pt x="18505" y="16419"/>
                  </a:lnTo>
                  <a:lnTo>
                    <a:pt x="16974" y="9482"/>
                  </a:lnTo>
                  <a:lnTo>
                    <a:pt x="13496" y="10229"/>
                  </a:lnTo>
                  <a:lnTo>
                    <a:pt x="16000" y="6761"/>
                  </a:lnTo>
                  <a:lnTo>
                    <a:pt x="20267" y="3117"/>
                  </a:lnTo>
                  <a:lnTo>
                    <a:pt x="22957" y="2019"/>
                  </a:lnTo>
                  <a:lnTo>
                    <a:pt x="20267" y="1098"/>
                  </a:lnTo>
                  <a:lnTo>
                    <a:pt x="15815" y="4741"/>
                  </a:lnTo>
                  <a:lnTo>
                    <a:pt x="10621" y="9658"/>
                  </a:lnTo>
                  <a:lnTo>
                    <a:pt x="10621" y="20633"/>
                  </a:lnTo>
                  <a:lnTo>
                    <a:pt x="11780" y="27042"/>
                  </a:lnTo>
                  <a:lnTo>
                    <a:pt x="8673" y="29589"/>
                  </a:lnTo>
                  <a:lnTo>
                    <a:pt x="1345" y="29589"/>
                  </a:lnTo>
                  <a:lnTo>
                    <a:pt x="0" y="32706"/>
                  </a:lnTo>
                  <a:lnTo>
                    <a:pt x="1345" y="37271"/>
                  </a:lnTo>
                  <a:cubicBezTo>
                    <a:pt x="1345" y="37271"/>
                    <a:pt x="2319" y="41661"/>
                    <a:pt x="3478" y="41661"/>
                  </a:cubicBezTo>
                  <a:lnTo>
                    <a:pt x="12939" y="41661"/>
                  </a:lnTo>
                  <a:lnTo>
                    <a:pt x="12383" y="43505"/>
                  </a:lnTo>
                  <a:lnTo>
                    <a:pt x="11177" y="43505"/>
                  </a:lnTo>
                  <a:lnTo>
                    <a:pt x="14980" y="47105"/>
                  </a:lnTo>
                  <a:lnTo>
                    <a:pt x="19710" y="492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78163A3A-2C86-7311-1A2A-83219D69D97B}"/>
                </a:ext>
              </a:extLst>
            </p:cNvPr>
            <p:cNvSpPr>
              <a:spLocks/>
            </p:cNvSpPr>
            <p:nvPr/>
          </p:nvSpPr>
          <p:spPr>
            <a:xfrm>
              <a:off x="6156372" y="2587578"/>
              <a:ext cx="67886" cy="34598"/>
            </a:xfrm>
            <a:custGeom>
              <a:avLst/>
              <a:gdLst>
                <a:gd name="connsiteX0" fmla="*/ 24658 w 45481"/>
                <a:gd name="connsiteY0" fmla="*/ 23179 h 23179"/>
                <a:gd name="connsiteX1" fmla="*/ 43580 w 45481"/>
                <a:gd name="connsiteY1" fmla="*/ 21467 h 23179"/>
                <a:gd name="connsiteX2" fmla="*/ 43070 w 45481"/>
                <a:gd name="connsiteY2" fmla="*/ 16989 h 23179"/>
                <a:gd name="connsiteX3" fmla="*/ 43116 w 45481"/>
                <a:gd name="connsiteY3" fmla="*/ 16506 h 23179"/>
                <a:gd name="connsiteX4" fmla="*/ 45481 w 45481"/>
                <a:gd name="connsiteY4" fmla="*/ 9790 h 23179"/>
                <a:gd name="connsiteX5" fmla="*/ 42281 w 45481"/>
                <a:gd name="connsiteY5" fmla="*/ 6717 h 23179"/>
                <a:gd name="connsiteX6" fmla="*/ 32032 w 45481"/>
                <a:gd name="connsiteY6" fmla="*/ 6717 h 23179"/>
                <a:gd name="connsiteX7" fmla="*/ 31614 w 45481"/>
                <a:gd name="connsiteY7" fmla="*/ 6629 h 23179"/>
                <a:gd name="connsiteX8" fmla="*/ 26698 w 45481"/>
                <a:gd name="connsiteY8" fmla="*/ 4741 h 23179"/>
                <a:gd name="connsiteX9" fmla="*/ 26281 w 45481"/>
                <a:gd name="connsiteY9" fmla="*/ 4434 h 23179"/>
                <a:gd name="connsiteX10" fmla="*/ 22154 w 45481"/>
                <a:gd name="connsiteY10" fmla="*/ 0 h 23179"/>
                <a:gd name="connsiteX11" fmla="*/ 21087 w 45481"/>
                <a:gd name="connsiteY11" fmla="*/ 351 h 23179"/>
                <a:gd name="connsiteX12" fmla="*/ 20391 w 45481"/>
                <a:gd name="connsiteY12" fmla="*/ 8604 h 23179"/>
                <a:gd name="connsiteX13" fmla="*/ 3788 w 45481"/>
                <a:gd name="connsiteY13" fmla="*/ 7683 h 23179"/>
                <a:gd name="connsiteX14" fmla="*/ 5922 w 45481"/>
                <a:gd name="connsiteY14" fmla="*/ 15541 h 23179"/>
                <a:gd name="connsiteX15" fmla="*/ 1608 w 45481"/>
                <a:gd name="connsiteY15" fmla="*/ 19799 h 23179"/>
                <a:gd name="connsiteX16" fmla="*/ 9493 w 45481"/>
                <a:gd name="connsiteY16" fmla="*/ 21511 h 23179"/>
                <a:gd name="connsiteX17" fmla="*/ 24751 w 45481"/>
                <a:gd name="connsiteY17" fmla="*/ 23135 h 23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481" h="23179">
                  <a:moveTo>
                    <a:pt x="24658" y="23179"/>
                  </a:moveTo>
                  <a:lnTo>
                    <a:pt x="43580" y="21467"/>
                  </a:lnTo>
                  <a:lnTo>
                    <a:pt x="43070" y="16989"/>
                  </a:lnTo>
                  <a:cubicBezTo>
                    <a:pt x="43070" y="16989"/>
                    <a:pt x="43070" y="16682"/>
                    <a:pt x="43116" y="16506"/>
                  </a:cubicBezTo>
                  <a:lnTo>
                    <a:pt x="45481" y="9790"/>
                  </a:lnTo>
                  <a:lnTo>
                    <a:pt x="42281" y="6717"/>
                  </a:lnTo>
                  <a:lnTo>
                    <a:pt x="32032" y="6717"/>
                  </a:lnTo>
                  <a:cubicBezTo>
                    <a:pt x="32032" y="6717"/>
                    <a:pt x="31754" y="6717"/>
                    <a:pt x="31614" y="6629"/>
                  </a:cubicBezTo>
                  <a:lnTo>
                    <a:pt x="26698" y="4741"/>
                  </a:lnTo>
                  <a:cubicBezTo>
                    <a:pt x="26698" y="4741"/>
                    <a:pt x="26374" y="4566"/>
                    <a:pt x="26281" y="4434"/>
                  </a:cubicBezTo>
                  <a:lnTo>
                    <a:pt x="22154" y="0"/>
                  </a:lnTo>
                  <a:lnTo>
                    <a:pt x="21087" y="351"/>
                  </a:lnTo>
                  <a:cubicBezTo>
                    <a:pt x="21272" y="3468"/>
                    <a:pt x="21226" y="6804"/>
                    <a:pt x="20391" y="8604"/>
                  </a:cubicBezTo>
                  <a:cubicBezTo>
                    <a:pt x="20391" y="8604"/>
                    <a:pt x="7823" y="5312"/>
                    <a:pt x="3788" y="7683"/>
                  </a:cubicBezTo>
                  <a:cubicBezTo>
                    <a:pt x="-247" y="10053"/>
                    <a:pt x="-2983" y="15189"/>
                    <a:pt x="5922" y="15541"/>
                  </a:cubicBezTo>
                  <a:cubicBezTo>
                    <a:pt x="5922" y="15541"/>
                    <a:pt x="4067" y="17648"/>
                    <a:pt x="1608" y="19799"/>
                  </a:cubicBezTo>
                  <a:lnTo>
                    <a:pt x="9493" y="21511"/>
                  </a:lnTo>
                  <a:lnTo>
                    <a:pt x="24751" y="2313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4F33FCB9-A94D-264A-E2DA-4062E73E6AFE}"/>
                </a:ext>
              </a:extLst>
            </p:cNvPr>
            <p:cNvSpPr>
              <a:spLocks/>
            </p:cNvSpPr>
            <p:nvPr/>
          </p:nvSpPr>
          <p:spPr>
            <a:xfrm>
              <a:off x="7764289" y="2707362"/>
              <a:ext cx="751428" cy="343817"/>
            </a:xfrm>
            <a:custGeom>
              <a:avLst/>
              <a:gdLst>
                <a:gd name="connsiteX0" fmla="*/ 2690 w 503425"/>
                <a:gd name="connsiteY0" fmla="*/ 73620 h 230343"/>
                <a:gd name="connsiteX1" fmla="*/ 0 w 503425"/>
                <a:gd name="connsiteY1" fmla="*/ 77001 h 230343"/>
                <a:gd name="connsiteX2" fmla="*/ 4035 w 503425"/>
                <a:gd name="connsiteY2" fmla="*/ 79152 h 230343"/>
                <a:gd name="connsiteX3" fmla="*/ 4638 w 503425"/>
                <a:gd name="connsiteY3" fmla="*/ 80118 h 230343"/>
                <a:gd name="connsiteX4" fmla="*/ 4035 w 503425"/>
                <a:gd name="connsiteY4" fmla="*/ 81083 h 230343"/>
                <a:gd name="connsiteX5" fmla="*/ 1252 w 503425"/>
                <a:gd name="connsiteY5" fmla="*/ 82532 h 230343"/>
                <a:gd name="connsiteX6" fmla="*/ 10481 w 503425"/>
                <a:gd name="connsiteY6" fmla="*/ 85078 h 230343"/>
                <a:gd name="connsiteX7" fmla="*/ 11316 w 503425"/>
                <a:gd name="connsiteY7" fmla="*/ 86132 h 230343"/>
                <a:gd name="connsiteX8" fmla="*/ 11316 w 503425"/>
                <a:gd name="connsiteY8" fmla="*/ 90346 h 230343"/>
                <a:gd name="connsiteX9" fmla="*/ 15537 w 503425"/>
                <a:gd name="connsiteY9" fmla="*/ 94561 h 230343"/>
                <a:gd name="connsiteX10" fmla="*/ 26852 w 503425"/>
                <a:gd name="connsiteY10" fmla="*/ 93375 h 230343"/>
                <a:gd name="connsiteX11" fmla="*/ 28058 w 503425"/>
                <a:gd name="connsiteY11" fmla="*/ 94122 h 230343"/>
                <a:gd name="connsiteX12" fmla="*/ 29403 w 503425"/>
                <a:gd name="connsiteY12" fmla="*/ 97853 h 230343"/>
                <a:gd name="connsiteX13" fmla="*/ 32371 w 503425"/>
                <a:gd name="connsiteY13" fmla="*/ 96844 h 230343"/>
                <a:gd name="connsiteX14" fmla="*/ 33809 w 503425"/>
                <a:gd name="connsiteY14" fmla="*/ 97458 h 230343"/>
                <a:gd name="connsiteX15" fmla="*/ 35339 w 503425"/>
                <a:gd name="connsiteY15" fmla="*/ 100838 h 230343"/>
                <a:gd name="connsiteX16" fmla="*/ 39792 w 503425"/>
                <a:gd name="connsiteY16" fmla="*/ 102331 h 230343"/>
                <a:gd name="connsiteX17" fmla="*/ 40534 w 503425"/>
                <a:gd name="connsiteY17" fmla="*/ 103165 h 230343"/>
                <a:gd name="connsiteX18" fmla="*/ 42203 w 503425"/>
                <a:gd name="connsiteY18" fmla="*/ 112384 h 230343"/>
                <a:gd name="connsiteX19" fmla="*/ 47398 w 503425"/>
                <a:gd name="connsiteY19" fmla="*/ 116511 h 230343"/>
                <a:gd name="connsiteX20" fmla="*/ 47722 w 503425"/>
                <a:gd name="connsiteY20" fmla="*/ 116906 h 230343"/>
                <a:gd name="connsiteX21" fmla="*/ 52082 w 503425"/>
                <a:gd name="connsiteY21" fmla="*/ 125686 h 230343"/>
                <a:gd name="connsiteX22" fmla="*/ 51711 w 503425"/>
                <a:gd name="connsiteY22" fmla="*/ 127047 h 230343"/>
                <a:gd name="connsiteX23" fmla="*/ 47444 w 503425"/>
                <a:gd name="connsiteY23" fmla="*/ 130076 h 230343"/>
                <a:gd name="connsiteX24" fmla="*/ 46795 w 503425"/>
                <a:gd name="connsiteY24" fmla="*/ 133983 h 230343"/>
                <a:gd name="connsiteX25" fmla="*/ 49670 w 503425"/>
                <a:gd name="connsiteY25" fmla="*/ 135037 h 230343"/>
                <a:gd name="connsiteX26" fmla="*/ 50412 w 503425"/>
                <a:gd name="connsiteY26" fmla="*/ 136266 h 230343"/>
                <a:gd name="connsiteX27" fmla="*/ 49253 w 503425"/>
                <a:gd name="connsiteY27" fmla="*/ 142324 h 230343"/>
                <a:gd name="connsiteX28" fmla="*/ 49114 w 503425"/>
                <a:gd name="connsiteY28" fmla="*/ 142719 h 230343"/>
                <a:gd name="connsiteX29" fmla="*/ 44244 w 503425"/>
                <a:gd name="connsiteY29" fmla="*/ 150182 h 230343"/>
                <a:gd name="connsiteX30" fmla="*/ 47212 w 503425"/>
                <a:gd name="connsiteY30" fmla="*/ 156504 h 230343"/>
                <a:gd name="connsiteX31" fmla="*/ 69149 w 503425"/>
                <a:gd name="connsiteY31" fmla="*/ 158918 h 230343"/>
                <a:gd name="connsiteX32" fmla="*/ 86726 w 503425"/>
                <a:gd name="connsiteY32" fmla="*/ 159445 h 230343"/>
                <a:gd name="connsiteX33" fmla="*/ 87375 w 503425"/>
                <a:gd name="connsiteY33" fmla="*/ 159665 h 230343"/>
                <a:gd name="connsiteX34" fmla="*/ 111213 w 503425"/>
                <a:gd name="connsiteY34" fmla="*/ 175688 h 230343"/>
                <a:gd name="connsiteX35" fmla="*/ 112929 w 503425"/>
                <a:gd name="connsiteY35" fmla="*/ 172659 h 230343"/>
                <a:gd name="connsiteX36" fmla="*/ 113671 w 503425"/>
                <a:gd name="connsiteY36" fmla="*/ 172132 h 230343"/>
                <a:gd name="connsiteX37" fmla="*/ 114598 w 503425"/>
                <a:gd name="connsiteY37" fmla="*/ 172264 h 230343"/>
                <a:gd name="connsiteX38" fmla="*/ 119514 w 503425"/>
                <a:gd name="connsiteY38" fmla="*/ 175293 h 230343"/>
                <a:gd name="connsiteX39" fmla="*/ 119885 w 503425"/>
                <a:gd name="connsiteY39" fmla="*/ 176742 h 230343"/>
                <a:gd name="connsiteX40" fmla="*/ 117798 w 503425"/>
                <a:gd name="connsiteY40" fmla="*/ 180473 h 230343"/>
                <a:gd name="connsiteX41" fmla="*/ 120859 w 503425"/>
                <a:gd name="connsiteY41" fmla="*/ 182141 h 230343"/>
                <a:gd name="connsiteX42" fmla="*/ 121369 w 503425"/>
                <a:gd name="connsiteY42" fmla="*/ 182712 h 230343"/>
                <a:gd name="connsiteX43" fmla="*/ 126517 w 503425"/>
                <a:gd name="connsiteY43" fmla="*/ 195136 h 230343"/>
                <a:gd name="connsiteX44" fmla="*/ 131294 w 503425"/>
                <a:gd name="connsiteY44" fmla="*/ 199658 h 230343"/>
                <a:gd name="connsiteX45" fmla="*/ 131526 w 503425"/>
                <a:gd name="connsiteY45" fmla="*/ 200009 h 230343"/>
                <a:gd name="connsiteX46" fmla="*/ 134355 w 503425"/>
                <a:gd name="connsiteY46" fmla="*/ 206111 h 230343"/>
                <a:gd name="connsiteX47" fmla="*/ 156755 w 503425"/>
                <a:gd name="connsiteY47" fmla="*/ 206506 h 230343"/>
                <a:gd name="connsiteX48" fmla="*/ 192187 w 503425"/>
                <a:gd name="connsiteY48" fmla="*/ 208394 h 230343"/>
                <a:gd name="connsiteX49" fmla="*/ 224605 w 503425"/>
                <a:gd name="connsiteY49" fmla="*/ 216866 h 230343"/>
                <a:gd name="connsiteX50" fmla="*/ 243481 w 503425"/>
                <a:gd name="connsiteY50" fmla="*/ 224022 h 230343"/>
                <a:gd name="connsiteX51" fmla="*/ 261197 w 503425"/>
                <a:gd name="connsiteY51" fmla="*/ 223759 h 230343"/>
                <a:gd name="connsiteX52" fmla="*/ 262032 w 503425"/>
                <a:gd name="connsiteY52" fmla="*/ 224066 h 230343"/>
                <a:gd name="connsiteX53" fmla="*/ 262356 w 503425"/>
                <a:gd name="connsiteY53" fmla="*/ 224856 h 230343"/>
                <a:gd name="connsiteX54" fmla="*/ 262356 w 503425"/>
                <a:gd name="connsiteY54" fmla="*/ 230344 h 230343"/>
                <a:gd name="connsiteX55" fmla="*/ 269730 w 503425"/>
                <a:gd name="connsiteY55" fmla="*/ 230344 h 230343"/>
                <a:gd name="connsiteX56" fmla="*/ 306554 w 503425"/>
                <a:gd name="connsiteY56" fmla="*/ 212564 h 230343"/>
                <a:gd name="connsiteX57" fmla="*/ 306971 w 503425"/>
                <a:gd name="connsiteY57" fmla="*/ 212476 h 230343"/>
                <a:gd name="connsiteX58" fmla="*/ 338508 w 503425"/>
                <a:gd name="connsiteY58" fmla="*/ 212476 h 230343"/>
                <a:gd name="connsiteX59" fmla="*/ 362485 w 503425"/>
                <a:gd name="connsiteY59" fmla="*/ 196541 h 230343"/>
                <a:gd name="connsiteX60" fmla="*/ 378578 w 503425"/>
                <a:gd name="connsiteY60" fmla="*/ 187453 h 230343"/>
                <a:gd name="connsiteX61" fmla="*/ 370601 w 503425"/>
                <a:gd name="connsiteY61" fmla="*/ 174942 h 230343"/>
                <a:gd name="connsiteX62" fmla="*/ 370230 w 503425"/>
                <a:gd name="connsiteY62" fmla="*/ 173669 h 230343"/>
                <a:gd name="connsiteX63" fmla="*/ 376583 w 503425"/>
                <a:gd name="connsiteY63" fmla="*/ 158830 h 230343"/>
                <a:gd name="connsiteX64" fmla="*/ 377604 w 503425"/>
                <a:gd name="connsiteY64" fmla="*/ 158128 h 230343"/>
                <a:gd name="connsiteX65" fmla="*/ 387760 w 503425"/>
                <a:gd name="connsiteY65" fmla="*/ 157865 h 230343"/>
                <a:gd name="connsiteX66" fmla="*/ 388502 w 503425"/>
                <a:gd name="connsiteY66" fmla="*/ 158084 h 230343"/>
                <a:gd name="connsiteX67" fmla="*/ 407332 w 503425"/>
                <a:gd name="connsiteY67" fmla="*/ 165108 h 230343"/>
                <a:gd name="connsiteX68" fmla="*/ 418323 w 503425"/>
                <a:gd name="connsiteY68" fmla="*/ 151411 h 230343"/>
                <a:gd name="connsiteX69" fmla="*/ 419297 w 503425"/>
                <a:gd name="connsiteY69" fmla="*/ 150753 h 230343"/>
                <a:gd name="connsiteX70" fmla="*/ 438404 w 503425"/>
                <a:gd name="connsiteY70" fmla="*/ 149129 h 230343"/>
                <a:gd name="connsiteX71" fmla="*/ 446891 w 503425"/>
                <a:gd name="connsiteY71" fmla="*/ 143597 h 230343"/>
                <a:gd name="connsiteX72" fmla="*/ 446659 w 503425"/>
                <a:gd name="connsiteY72" fmla="*/ 140392 h 230343"/>
                <a:gd name="connsiteX73" fmla="*/ 446891 w 503425"/>
                <a:gd name="connsiteY73" fmla="*/ 139646 h 230343"/>
                <a:gd name="connsiteX74" fmla="*/ 453245 w 503425"/>
                <a:gd name="connsiteY74" fmla="*/ 131964 h 230343"/>
                <a:gd name="connsiteX75" fmla="*/ 453941 w 503425"/>
                <a:gd name="connsiteY75" fmla="*/ 131569 h 230343"/>
                <a:gd name="connsiteX76" fmla="*/ 465025 w 503425"/>
                <a:gd name="connsiteY76" fmla="*/ 129505 h 230343"/>
                <a:gd name="connsiteX77" fmla="*/ 465442 w 503425"/>
                <a:gd name="connsiteY77" fmla="*/ 127222 h 230343"/>
                <a:gd name="connsiteX78" fmla="*/ 466602 w 503425"/>
                <a:gd name="connsiteY78" fmla="*/ 126300 h 230343"/>
                <a:gd name="connsiteX79" fmla="*/ 472306 w 503425"/>
                <a:gd name="connsiteY79" fmla="*/ 126300 h 230343"/>
                <a:gd name="connsiteX80" fmla="*/ 480422 w 503425"/>
                <a:gd name="connsiteY80" fmla="*/ 120725 h 230343"/>
                <a:gd name="connsiteX81" fmla="*/ 481721 w 503425"/>
                <a:gd name="connsiteY81" fmla="*/ 120681 h 230343"/>
                <a:gd name="connsiteX82" fmla="*/ 487240 w 503425"/>
                <a:gd name="connsiteY82" fmla="*/ 123886 h 230343"/>
                <a:gd name="connsiteX83" fmla="*/ 488445 w 503425"/>
                <a:gd name="connsiteY83" fmla="*/ 121208 h 230343"/>
                <a:gd name="connsiteX84" fmla="*/ 489187 w 503425"/>
                <a:gd name="connsiteY84" fmla="*/ 120594 h 230343"/>
                <a:gd name="connsiteX85" fmla="*/ 490161 w 503425"/>
                <a:gd name="connsiteY85" fmla="*/ 120725 h 230343"/>
                <a:gd name="connsiteX86" fmla="*/ 496144 w 503425"/>
                <a:gd name="connsiteY86" fmla="*/ 124325 h 230343"/>
                <a:gd name="connsiteX87" fmla="*/ 503425 w 503425"/>
                <a:gd name="connsiteY87" fmla="*/ 123184 h 230343"/>
                <a:gd name="connsiteX88" fmla="*/ 503425 w 503425"/>
                <a:gd name="connsiteY88" fmla="*/ 116291 h 230343"/>
                <a:gd name="connsiteX89" fmla="*/ 485477 w 503425"/>
                <a:gd name="connsiteY89" fmla="*/ 96668 h 230343"/>
                <a:gd name="connsiteX90" fmla="*/ 471657 w 503425"/>
                <a:gd name="connsiteY90" fmla="*/ 96185 h 230343"/>
                <a:gd name="connsiteX91" fmla="*/ 474718 w 503425"/>
                <a:gd name="connsiteY91" fmla="*/ 98863 h 230343"/>
                <a:gd name="connsiteX92" fmla="*/ 472538 w 503425"/>
                <a:gd name="connsiteY92" fmla="*/ 101321 h 230343"/>
                <a:gd name="connsiteX93" fmla="*/ 466694 w 503425"/>
                <a:gd name="connsiteY93" fmla="*/ 102331 h 230343"/>
                <a:gd name="connsiteX94" fmla="*/ 465257 w 503425"/>
                <a:gd name="connsiteY94" fmla="*/ 104394 h 230343"/>
                <a:gd name="connsiteX95" fmla="*/ 464376 w 503425"/>
                <a:gd name="connsiteY95" fmla="*/ 104877 h 230343"/>
                <a:gd name="connsiteX96" fmla="*/ 463448 w 503425"/>
                <a:gd name="connsiteY96" fmla="*/ 104526 h 230343"/>
                <a:gd name="connsiteX97" fmla="*/ 457744 w 503425"/>
                <a:gd name="connsiteY97" fmla="*/ 98600 h 230343"/>
                <a:gd name="connsiteX98" fmla="*/ 446242 w 503425"/>
                <a:gd name="connsiteY98" fmla="*/ 99082 h 230343"/>
                <a:gd name="connsiteX99" fmla="*/ 444109 w 503425"/>
                <a:gd name="connsiteY99" fmla="*/ 101936 h 230343"/>
                <a:gd name="connsiteX100" fmla="*/ 443274 w 503425"/>
                <a:gd name="connsiteY100" fmla="*/ 102375 h 230343"/>
                <a:gd name="connsiteX101" fmla="*/ 442346 w 503425"/>
                <a:gd name="connsiteY101" fmla="*/ 102068 h 230343"/>
                <a:gd name="connsiteX102" fmla="*/ 437430 w 503425"/>
                <a:gd name="connsiteY102" fmla="*/ 97678 h 230343"/>
                <a:gd name="connsiteX103" fmla="*/ 437199 w 503425"/>
                <a:gd name="connsiteY103" fmla="*/ 97370 h 230343"/>
                <a:gd name="connsiteX104" fmla="*/ 434323 w 503425"/>
                <a:gd name="connsiteY104" fmla="*/ 91883 h 230343"/>
                <a:gd name="connsiteX105" fmla="*/ 434833 w 503425"/>
                <a:gd name="connsiteY105" fmla="*/ 90434 h 230343"/>
                <a:gd name="connsiteX106" fmla="*/ 441326 w 503425"/>
                <a:gd name="connsiteY106" fmla="*/ 87229 h 230343"/>
                <a:gd name="connsiteX107" fmla="*/ 440306 w 503425"/>
                <a:gd name="connsiteY107" fmla="*/ 80600 h 230343"/>
                <a:gd name="connsiteX108" fmla="*/ 440399 w 503425"/>
                <a:gd name="connsiteY108" fmla="*/ 79942 h 230343"/>
                <a:gd name="connsiteX109" fmla="*/ 454451 w 503425"/>
                <a:gd name="connsiteY109" fmla="*/ 53470 h 230343"/>
                <a:gd name="connsiteX110" fmla="*/ 448329 w 503425"/>
                <a:gd name="connsiteY110" fmla="*/ 50090 h 230343"/>
                <a:gd name="connsiteX111" fmla="*/ 439007 w 503425"/>
                <a:gd name="connsiteY111" fmla="*/ 53470 h 230343"/>
                <a:gd name="connsiteX112" fmla="*/ 437894 w 503425"/>
                <a:gd name="connsiteY112" fmla="*/ 53295 h 230343"/>
                <a:gd name="connsiteX113" fmla="*/ 434833 w 503425"/>
                <a:gd name="connsiteY113" fmla="*/ 51056 h 230343"/>
                <a:gd name="connsiteX114" fmla="*/ 434230 w 503425"/>
                <a:gd name="connsiteY114" fmla="*/ 51056 h 230343"/>
                <a:gd name="connsiteX115" fmla="*/ 434230 w 503425"/>
                <a:gd name="connsiteY115" fmla="*/ 50617 h 230343"/>
                <a:gd name="connsiteX116" fmla="*/ 426532 w 503425"/>
                <a:gd name="connsiteY116" fmla="*/ 44954 h 230343"/>
                <a:gd name="connsiteX117" fmla="*/ 417117 w 503425"/>
                <a:gd name="connsiteY117" fmla="*/ 43944 h 230343"/>
                <a:gd name="connsiteX118" fmla="*/ 407610 w 503425"/>
                <a:gd name="connsiteY118" fmla="*/ 50046 h 230343"/>
                <a:gd name="connsiteX119" fmla="*/ 407285 w 503425"/>
                <a:gd name="connsiteY119" fmla="*/ 50178 h 230343"/>
                <a:gd name="connsiteX120" fmla="*/ 402694 w 503425"/>
                <a:gd name="connsiteY120" fmla="*/ 51451 h 230343"/>
                <a:gd name="connsiteX121" fmla="*/ 393650 w 503425"/>
                <a:gd name="connsiteY121" fmla="*/ 61372 h 230343"/>
                <a:gd name="connsiteX122" fmla="*/ 393001 w 503425"/>
                <a:gd name="connsiteY122" fmla="*/ 61723 h 230343"/>
                <a:gd name="connsiteX123" fmla="*/ 369534 w 503425"/>
                <a:gd name="connsiteY123" fmla="*/ 65850 h 230343"/>
                <a:gd name="connsiteX124" fmla="*/ 359331 w 503425"/>
                <a:gd name="connsiteY124" fmla="*/ 69889 h 230343"/>
                <a:gd name="connsiteX125" fmla="*/ 358033 w 503425"/>
                <a:gd name="connsiteY125" fmla="*/ 69625 h 230343"/>
                <a:gd name="connsiteX126" fmla="*/ 356085 w 503425"/>
                <a:gd name="connsiteY126" fmla="*/ 67562 h 230343"/>
                <a:gd name="connsiteX127" fmla="*/ 352282 w 503425"/>
                <a:gd name="connsiteY127" fmla="*/ 69801 h 230343"/>
                <a:gd name="connsiteX128" fmla="*/ 351493 w 503425"/>
                <a:gd name="connsiteY128" fmla="*/ 69977 h 230343"/>
                <a:gd name="connsiteX129" fmla="*/ 341058 w 503425"/>
                <a:gd name="connsiteY129" fmla="*/ 68616 h 230343"/>
                <a:gd name="connsiteX130" fmla="*/ 340780 w 503425"/>
                <a:gd name="connsiteY130" fmla="*/ 68528 h 230343"/>
                <a:gd name="connsiteX131" fmla="*/ 334056 w 503425"/>
                <a:gd name="connsiteY131" fmla="*/ 65850 h 230343"/>
                <a:gd name="connsiteX132" fmla="*/ 326171 w 503425"/>
                <a:gd name="connsiteY132" fmla="*/ 65850 h 230343"/>
                <a:gd name="connsiteX133" fmla="*/ 325290 w 503425"/>
                <a:gd name="connsiteY133" fmla="*/ 65455 h 230343"/>
                <a:gd name="connsiteX134" fmla="*/ 321163 w 503425"/>
                <a:gd name="connsiteY134" fmla="*/ 60758 h 230343"/>
                <a:gd name="connsiteX135" fmla="*/ 315968 w 503425"/>
                <a:gd name="connsiteY135" fmla="*/ 59221 h 230343"/>
                <a:gd name="connsiteX136" fmla="*/ 315180 w 503425"/>
                <a:gd name="connsiteY136" fmla="*/ 58168 h 230343"/>
                <a:gd name="connsiteX137" fmla="*/ 315180 w 503425"/>
                <a:gd name="connsiteY137" fmla="*/ 51670 h 230343"/>
                <a:gd name="connsiteX138" fmla="*/ 305673 w 503425"/>
                <a:gd name="connsiteY138" fmla="*/ 49914 h 230343"/>
                <a:gd name="connsiteX139" fmla="*/ 305070 w 503425"/>
                <a:gd name="connsiteY139" fmla="*/ 49607 h 230343"/>
                <a:gd name="connsiteX140" fmla="*/ 299087 w 503425"/>
                <a:gd name="connsiteY140" fmla="*/ 43681 h 230343"/>
                <a:gd name="connsiteX141" fmla="*/ 290646 w 503425"/>
                <a:gd name="connsiteY141" fmla="*/ 44207 h 230343"/>
                <a:gd name="connsiteX142" fmla="*/ 289765 w 503425"/>
                <a:gd name="connsiteY142" fmla="*/ 43900 h 230343"/>
                <a:gd name="connsiteX143" fmla="*/ 285962 w 503425"/>
                <a:gd name="connsiteY143" fmla="*/ 40564 h 230343"/>
                <a:gd name="connsiteX144" fmla="*/ 274739 w 503425"/>
                <a:gd name="connsiteY144" fmla="*/ 39247 h 230343"/>
                <a:gd name="connsiteX145" fmla="*/ 261893 w 503425"/>
                <a:gd name="connsiteY145" fmla="*/ 43461 h 230343"/>
                <a:gd name="connsiteX146" fmla="*/ 257440 w 503425"/>
                <a:gd name="connsiteY146" fmla="*/ 47149 h 230343"/>
                <a:gd name="connsiteX147" fmla="*/ 256652 w 503425"/>
                <a:gd name="connsiteY147" fmla="*/ 47412 h 230343"/>
                <a:gd name="connsiteX148" fmla="*/ 242182 w 503425"/>
                <a:gd name="connsiteY148" fmla="*/ 47149 h 230343"/>
                <a:gd name="connsiteX149" fmla="*/ 241023 w 503425"/>
                <a:gd name="connsiteY149" fmla="*/ 46051 h 230343"/>
                <a:gd name="connsiteX150" fmla="*/ 241023 w 503425"/>
                <a:gd name="connsiteY150" fmla="*/ 42276 h 230343"/>
                <a:gd name="connsiteX151" fmla="*/ 230912 w 503425"/>
                <a:gd name="connsiteY151" fmla="*/ 39993 h 230343"/>
                <a:gd name="connsiteX152" fmla="*/ 230031 w 503425"/>
                <a:gd name="connsiteY152" fmla="*/ 38939 h 230343"/>
                <a:gd name="connsiteX153" fmla="*/ 230031 w 503425"/>
                <a:gd name="connsiteY153" fmla="*/ 36525 h 230343"/>
                <a:gd name="connsiteX154" fmla="*/ 225950 w 503425"/>
                <a:gd name="connsiteY154" fmla="*/ 34110 h 230343"/>
                <a:gd name="connsiteX155" fmla="*/ 225394 w 503425"/>
                <a:gd name="connsiteY155" fmla="*/ 33276 h 230343"/>
                <a:gd name="connsiteX156" fmla="*/ 224002 w 503425"/>
                <a:gd name="connsiteY156" fmla="*/ 17911 h 230343"/>
                <a:gd name="connsiteX157" fmla="*/ 218159 w 503425"/>
                <a:gd name="connsiteY157" fmla="*/ 16726 h 230343"/>
                <a:gd name="connsiteX158" fmla="*/ 211851 w 503425"/>
                <a:gd name="connsiteY158" fmla="*/ 15936 h 230343"/>
                <a:gd name="connsiteX159" fmla="*/ 211295 w 503425"/>
                <a:gd name="connsiteY159" fmla="*/ 15716 h 230343"/>
                <a:gd name="connsiteX160" fmla="*/ 202390 w 503425"/>
                <a:gd name="connsiteY160" fmla="*/ 9395 h 230343"/>
                <a:gd name="connsiteX161" fmla="*/ 190657 w 503425"/>
                <a:gd name="connsiteY161" fmla="*/ 10185 h 230343"/>
                <a:gd name="connsiteX162" fmla="*/ 189497 w 503425"/>
                <a:gd name="connsiteY162" fmla="*/ 9526 h 230343"/>
                <a:gd name="connsiteX163" fmla="*/ 186900 w 503425"/>
                <a:gd name="connsiteY163" fmla="*/ 3863 h 230343"/>
                <a:gd name="connsiteX164" fmla="*/ 180408 w 503425"/>
                <a:gd name="connsiteY164" fmla="*/ 3863 h 230343"/>
                <a:gd name="connsiteX165" fmla="*/ 179805 w 503425"/>
                <a:gd name="connsiteY165" fmla="*/ 3688 h 230343"/>
                <a:gd name="connsiteX166" fmla="*/ 173729 w 503425"/>
                <a:gd name="connsiteY166" fmla="*/ 0 h 230343"/>
                <a:gd name="connsiteX167" fmla="*/ 171039 w 503425"/>
                <a:gd name="connsiteY167" fmla="*/ 6453 h 230343"/>
                <a:gd name="connsiteX168" fmla="*/ 170715 w 503425"/>
                <a:gd name="connsiteY168" fmla="*/ 6892 h 230343"/>
                <a:gd name="connsiteX169" fmla="*/ 165613 w 503425"/>
                <a:gd name="connsiteY169" fmla="*/ 10931 h 230343"/>
                <a:gd name="connsiteX170" fmla="*/ 165613 w 503425"/>
                <a:gd name="connsiteY170" fmla="*/ 15628 h 230343"/>
                <a:gd name="connsiteX171" fmla="*/ 164454 w 503425"/>
                <a:gd name="connsiteY171" fmla="*/ 16726 h 230343"/>
                <a:gd name="connsiteX172" fmla="*/ 160512 w 503425"/>
                <a:gd name="connsiteY172" fmla="*/ 16726 h 230343"/>
                <a:gd name="connsiteX173" fmla="*/ 156013 w 503425"/>
                <a:gd name="connsiteY173" fmla="*/ 24979 h 230343"/>
                <a:gd name="connsiteX174" fmla="*/ 160002 w 503425"/>
                <a:gd name="connsiteY174" fmla="*/ 28535 h 230343"/>
                <a:gd name="connsiteX175" fmla="*/ 160373 w 503425"/>
                <a:gd name="connsiteY175" fmla="*/ 29325 h 230343"/>
                <a:gd name="connsiteX176" fmla="*/ 160373 w 503425"/>
                <a:gd name="connsiteY176" fmla="*/ 32749 h 230343"/>
                <a:gd name="connsiteX177" fmla="*/ 165289 w 503425"/>
                <a:gd name="connsiteY177" fmla="*/ 37666 h 230343"/>
                <a:gd name="connsiteX178" fmla="*/ 165567 w 503425"/>
                <a:gd name="connsiteY178" fmla="*/ 38720 h 230343"/>
                <a:gd name="connsiteX179" fmla="*/ 164129 w 503425"/>
                <a:gd name="connsiteY179" fmla="*/ 43637 h 230343"/>
                <a:gd name="connsiteX180" fmla="*/ 163944 w 503425"/>
                <a:gd name="connsiteY180" fmla="*/ 43988 h 230343"/>
                <a:gd name="connsiteX181" fmla="*/ 157265 w 503425"/>
                <a:gd name="connsiteY181" fmla="*/ 52504 h 230343"/>
                <a:gd name="connsiteX182" fmla="*/ 156384 w 503425"/>
                <a:gd name="connsiteY182" fmla="*/ 52943 h 230343"/>
                <a:gd name="connsiteX183" fmla="*/ 155457 w 503425"/>
                <a:gd name="connsiteY183" fmla="*/ 52592 h 230343"/>
                <a:gd name="connsiteX184" fmla="*/ 154483 w 503425"/>
                <a:gd name="connsiteY184" fmla="*/ 51583 h 230343"/>
                <a:gd name="connsiteX185" fmla="*/ 148361 w 503425"/>
                <a:gd name="connsiteY185" fmla="*/ 56763 h 230343"/>
                <a:gd name="connsiteX186" fmla="*/ 147433 w 503425"/>
                <a:gd name="connsiteY186" fmla="*/ 57026 h 230343"/>
                <a:gd name="connsiteX187" fmla="*/ 146598 w 503425"/>
                <a:gd name="connsiteY187" fmla="*/ 56543 h 230343"/>
                <a:gd name="connsiteX188" fmla="*/ 143770 w 503425"/>
                <a:gd name="connsiteY188" fmla="*/ 52636 h 230343"/>
                <a:gd name="connsiteX189" fmla="*/ 133659 w 503425"/>
                <a:gd name="connsiteY189" fmla="*/ 52636 h 230343"/>
                <a:gd name="connsiteX190" fmla="*/ 133242 w 503425"/>
                <a:gd name="connsiteY190" fmla="*/ 52548 h 230343"/>
                <a:gd name="connsiteX191" fmla="*/ 125404 w 503425"/>
                <a:gd name="connsiteY191" fmla="*/ 49739 h 230343"/>
                <a:gd name="connsiteX192" fmla="*/ 121277 w 503425"/>
                <a:gd name="connsiteY192" fmla="*/ 52417 h 230343"/>
                <a:gd name="connsiteX193" fmla="*/ 120534 w 503425"/>
                <a:gd name="connsiteY193" fmla="*/ 52592 h 230343"/>
                <a:gd name="connsiteX194" fmla="*/ 107085 w 503425"/>
                <a:gd name="connsiteY194" fmla="*/ 51056 h 230343"/>
                <a:gd name="connsiteX195" fmla="*/ 97949 w 503425"/>
                <a:gd name="connsiteY195" fmla="*/ 37447 h 230343"/>
                <a:gd name="connsiteX196" fmla="*/ 81160 w 503425"/>
                <a:gd name="connsiteY196" fmla="*/ 36832 h 230343"/>
                <a:gd name="connsiteX197" fmla="*/ 87560 w 503425"/>
                <a:gd name="connsiteY197" fmla="*/ 42978 h 230343"/>
                <a:gd name="connsiteX198" fmla="*/ 81485 w 503425"/>
                <a:gd name="connsiteY198" fmla="*/ 43812 h 230343"/>
                <a:gd name="connsiteX199" fmla="*/ 75688 w 503425"/>
                <a:gd name="connsiteY199" fmla="*/ 49870 h 230343"/>
                <a:gd name="connsiteX200" fmla="*/ 68175 w 503425"/>
                <a:gd name="connsiteY200" fmla="*/ 43022 h 230343"/>
                <a:gd name="connsiteX201" fmla="*/ 75688 w 503425"/>
                <a:gd name="connsiteY201" fmla="*/ 36700 h 230343"/>
                <a:gd name="connsiteX202" fmla="*/ 79120 w 503425"/>
                <a:gd name="connsiteY202" fmla="*/ 34418 h 230343"/>
                <a:gd name="connsiteX203" fmla="*/ 78517 w 503425"/>
                <a:gd name="connsiteY203" fmla="*/ 32574 h 230343"/>
                <a:gd name="connsiteX204" fmla="*/ 74250 w 503425"/>
                <a:gd name="connsiteY204" fmla="*/ 34901 h 230343"/>
                <a:gd name="connsiteX205" fmla="*/ 72859 w 503425"/>
                <a:gd name="connsiteY205" fmla="*/ 34725 h 230343"/>
                <a:gd name="connsiteX206" fmla="*/ 69241 w 503425"/>
                <a:gd name="connsiteY206" fmla="*/ 31301 h 230343"/>
                <a:gd name="connsiteX207" fmla="*/ 68406 w 503425"/>
                <a:gd name="connsiteY207" fmla="*/ 33496 h 230343"/>
                <a:gd name="connsiteX208" fmla="*/ 67293 w 503425"/>
                <a:gd name="connsiteY208" fmla="*/ 34242 h 230343"/>
                <a:gd name="connsiteX209" fmla="*/ 59873 w 503425"/>
                <a:gd name="connsiteY209" fmla="*/ 34242 h 230343"/>
                <a:gd name="connsiteX210" fmla="*/ 55838 w 503425"/>
                <a:gd name="connsiteY210" fmla="*/ 41354 h 230343"/>
                <a:gd name="connsiteX211" fmla="*/ 54818 w 503425"/>
                <a:gd name="connsiteY211" fmla="*/ 41925 h 230343"/>
                <a:gd name="connsiteX212" fmla="*/ 47305 w 503425"/>
                <a:gd name="connsiteY212" fmla="*/ 41925 h 230343"/>
                <a:gd name="connsiteX213" fmla="*/ 44754 w 503425"/>
                <a:gd name="connsiteY213" fmla="*/ 45568 h 230343"/>
                <a:gd name="connsiteX214" fmla="*/ 43780 w 503425"/>
                <a:gd name="connsiteY214" fmla="*/ 46051 h 230343"/>
                <a:gd name="connsiteX215" fmla="*/ 39142 w 503425"/>
                <a:gd name="connsiteY215" fmla="*/ 46051 h 230343"/>
                <a:gd name="connsiteX216" fmla="*/ 33624 w 503425"/>
                <a:gd name="connsiteY216" fmla="*/ 47193 h 230343"/>
                <a:gd name="connsiteX217" fmla="*/ 33624 w 503425"/>
                <a:gd name="connsiteY217" fmla="*/ 51231 h 230343"/>
                <a:gd name="connsiteX218" fmla="*/ 32464 w 503425"/>
                <a:gd name="connsiteY218" fmla="*/ 52329 h 230343"/>
                <a:gd name="connsiteX219" fmla="*/ 29682 w 503425"/>
                <a:gd name="connsiteY219" fmla="*/ 52329 h 230343"/>
                <a:gd name="connsiteX220" fmla="*/ 30887 w 503425"/>
                <a:gd name="connsiteY220" fmla="*/ 54568 h 230343"/>
                <a:gd name="connsiteX221" fmla="*/ 30516 w 503425"/>
                <a:gd name="connsiteY221" fmla="*/ 55973 h 230343"/>
                <a:gd name="connsiteX222" fmla="*/ 24163 w 503425"/>
                <a:gd name="connsiteY222" fmla="*/ 60099 h 230343"/>
                <a:gd name="connsiteX223" fmla="*/ 23096 w 503425"/>
                <a:gd name="connsiteY223" fmla="*/ 60231 h 230343"/>
                <a:gd name="connsiteX224" fmla="*/ 20035 w 503425"/>
                <a:gd name="connsiteY224" fmla="*/ 59133 h 230343"/>
                <a:gd name="connsiteX225" fmla="*/ 20035 w 503425"/>
                <a:gd name="connsiteY225" fmla="*/ 61680 h 230343"/>
                <a:gd name="connsiteX226" fmla="*/ 18876 w 503425"/>
                <a:gd name="connsiteY226" fmla="*/ 62777 h 230343"/>
                <a:gd name="connsiteX227" fmla="*/ 4684 w 503425"/>
                <a:gd name="connsiteY227" fmla="*/ 62777 h 230343"/>
                <a:gd name="connsiteX228" fmla="*/ 4684 w 503425"/>
                <a:gd name="connsiteY228" fmla="*/ 66640 h 230343"/>
                <a:gd name="connsiteX229" fmla="*/ 3988 w 503425"/>
                <a:gd name="connsiteY229" fmla="*/ 67650 h 230343"/>
                <a:gd name="connsiteX230" fmla="*/ 139 w 503425"/>
                <a:gd name="connsiteY230" fmla="*/ 69318 h 230343"/>
                <a:gd name="connsiteX231" fmla="*/ 2690 w 503425"/>
                <a:gd name="connsiteY231" fmla="*/ 72303 h 230343"/>
                <a:gd name="connsiteX232" fmla="*/ 2690 w 503425"/>
                <a:gd name="connsiteY232" fmla="*/ 73664 h 230343"/>
                <a:gd name="connsiteX233" fmla="*/ 192512 w 503425"/>
                <a:gd name="connsiteY233" fmla="*/ 26077 h 230343"/>
                <a:gd name="connsiteX234" fmla="*/ 196269 w 503425"/>
                <a:gd name="connsiteY234" fmla="*/ 24277 h 230343"/>
                <a:gd name="connsiteX235" fmla="*/ 194506 w 503425"/>
                <a:gd name="connsiteY235" fmla="*/ 18658 h 230343"/>
                <a:gd name="connsiteX236" fmla="*/ 197382 w 503425"/>
                <a:gd name="connsiteY236" fmla="*/ 15936 h 230343"/>
                <a:gd name="connsiteX237" fmla="*/ 197382 w 503425"/>
                <a:gd name="connsiteY237" fmla="*/ 13214 h 230343"/>
                <a:gd name="connsiteX238" fmla="*/ 199700 w 503425"/>
                <a:gd name="connsiteY238" fmla="*/ 11546 h 230343"/>
                <a:gd name="connsiteX239" fmla="*/ 203179 w 503425"/>
                <a:gd name="connsiteY239" fmla="*/ 15936 h 230343"/>
                <a:gd name="connsiteX240" fmla="*/ 203179 w 503425"/>
                <a:gd name="connsiteY240" fmla="*/ 25813 h 230343"/>
                <a:gd name="connsiteX241" fmla="*/ 197382 w 503425"/>
                <a:gd name="connsiteY241" fmla="*/ 32662 h 230343"/>
                <a:gd name="connsiteX242" fmla="*/ 197382 w 503425"/>
                <a:gd name="connsiteY242" fmla="*/ 37052 h 230343"/>
                <a:gd name="connsiteX243" fmla="*/ 192466 w 503425"/>
                <a:gd name="connsiteY243" fmla="*/ 37052 h 230343"/>
                <a:gd name="connsiteX244" fmla="*/ 192466 w 503425"/>
                <a:gd name="connsiteY244" fmla="*/ 26077 h 230343"/>
                <a:gd name="connsiteX245" fmla="*/ 77821 w 503425"/>
                <a:gd name="connsiteY245" fmla="*/ 65850 h 230343"/>
                <a:gd name="connsiteX246" fmla="*/ 87607 w 503425"/>
                <a:gd name="connsiteY246" fmla="*/ 66948 h 230343"/>
                <a:gd name="connsiteX247" fmla="*/ 93682 w 503425"/>
                <a:gd name="connsiteY247" fmla="*/ 69669 h 230343"/>
                <a:gd name="connsiteX248" fmla="*/ 87607 w 503425"/>
                <a:gd name="connsiteY248" fmla="*/ 73533 h 230343"/>
                <a:gd name="connsiteX249" fmla="*/ 87607 w 503425"/>
                <a:gd name="connsiteY249" fmla="*/ 76254 h 230343"/>
                <a:gd name="connsiteX250" fmla="*/ 85752 w 503425"/>
                <a:gd name="connsiteY250" fmla="*/ 78713 h 230343"/>
                <a:gd name="connsiteX251" fmla="*/ 85752 w 503425"/>
                <a:gd name="connsiteY251" fmla="*/ 82269 h 230343"/>
                <a:gd name="connsiteX252" fmla="*/ 91363 w 503425"/>
                <a:gd name="connsiteY252" fmla="*/ 88854 h 230343"/>
                <a:gd name="connsiteX253" fmla="*/ 100917 w 503425"/>
                <a:gd name="connsiteY253" fmla="*/ 100356 h 230343"/>
                <a:gd name="connsiteX254" fmla="*/ 110749 w 503425"/>
                <a:gd name="connsiteY254" fmla="*/ 100356 h 230343"/>
                <a:gd name="connsiteX255" fmla="*/ 115665 w 503425"/>
                <a:gd name="connsiteY255" fmla="*/ 102814 h 230343"/>
                <a:gd name="connsiteX256" fmla="*/ 124662 w 503425"/>
                <a:gd name="connsiteY256" fmla="*/ 102814 h 230343"/>
                <a:gd name="connsiteX257" fmla="*/ 124662 w 503425"/>
                <a:gd name="connsiteY257" fmla="*/ 105009 h 230343"/>
                <a:gd name="connsiteX258" fmla="*/ 112790 w 503425"/>
                <a:gd name="connsiteY258" fmla="*/ 105009 h 230343"/>
                <a:gd name="connsiteX259" fmla="*/ 109590 w 503425"/>
                <a:gd name="connsiteY259" fmla="*/ 103077 h 230343"/>
                <a:gd name="connsiteX260" fmla="*/ 98598 w 503425"/>
                <a:gd name="connsiteY260" fmla="*/ 102551 h 230343"/>
                <a:gd name="connsiteX261" fmla="*/ 91085 w 503425"/>
                <a:gd name="connsiteY261" fmla="*/ 91839 h 230343"/>
                <a:gd name="connsiteX262" fmla="*/ 85010 w 503425"/>
                <a:gd name="connsiteY262" fmla="*/ 92936 h 230343"/>
                <a:gd name="connsiteX263" fmla="*/ 85010 w 503425"/>
                <a:gd name="connsiteY263" fmla="*/ 95658 h 230343"/>
                <a:gd name="connsiteX264" fmla="*/ 80650 w 503425"/>
                <a:gd name="connsiteY264" fmla="*/ 95922 h 230343"/>
                <a:gd name="connsiteX265" fmla="*/ 80650 w 503425"/>
                <a:gd name="connsiteY265" fmla="*/ 90434 h 230343"/>
                <a:gd name="connsiteX266" fmla="*/ 87607 w 503425"/>
                <a:gd name="connsiteY266" fmla="*/ 90171 h 230343"/>
                <a:gd name="connsiteX267" fmla="*/ 82969 w 503425"/>
                <a:gd name="connsiteY267" fmla="*/ 81918 h 230343"/>
                <a:gd name="connsiteX268" fmla="*/ 82691 w 503425"/>
                <a:gd name="connsiteY268" fmla="*/ 75596 h 230343"/>
                <a:gd name="connsiteX269" fmla="*/ 84731 w 503425"/>
                <a:gd name="connsiteY269" fmla="*/ 72567 h 230343"/>
                <a:gd name="connsiteX270" fmla="*/ 84453 w 503425"/>
                <a:gd name="connsiteY270" fmla="*/ 70635 h 230343"/>
                <a:gd name="connsiteX271" fmla="*/ 77867 w 503425"/>
                <a:gd name="connsiteY271" fmla="*/ 67913 h 230343"/>
                <a:gd name="connsiteX272" fmla="*/ 77867 w 503425"/>
                <a:gd name="connsiteY272" fmla="*/ 65718 h 230343"/>
                <a:gd name="connsiteX273" fmla="*/ 66134 w 503425"/>
                <a:gd name="connsiteY273" fmla="*/ 89732 h 230343"/>
                <a:gd name="connsiteX274" fmla="*/ 70215 w 503425"/>
                <a:gd name="connsiteY274" fmla="*/ 85430 h 230343"/>
                <a:gd name="connsiteX275" fmla="*/ 70215 w 503425"/>
                <a:gd name="connsiteY275" fmla="*/ 92497 h 230343"/>
                <a:gd name="connsiteX276" fmla="*/ 73647 w 503425"/>
                <a:gd name="connsiteY276" fmla="*/ 91356 h 230343"/>
                <a:gd name="connsiteX277" fmla="*/ 73925 w 503425"/>
                <a:gd name="connsiteY277" fmla="*/ 87493 h 230343"/>
                <a:gd name="connsiteX278" fmla="*/ 77775 w 503425"/>
                <a:gd name="connsiteY278" fmla="*/ 88854 h 230343"/>
                <a:gd name="connsiteX279" fmla="*/ 75827 w 503425"/>
                <a:gd name="connsiteY279" fmla="*/ 92980 h 230343"/>
                <a:gd name="connsiteX280" fmla="*/ 67989 w 503425"/>
                <a:gd name="connsiteY280" fmla="*/ 99565 h 230343"/>
                <a:gd name="connsiteX281" fmla="*/ 62609 w 503425"/>
                <a:gd name="connsiteY281" fmla="*/ 93507 h 230343"/>
                <a:gd name="connsiteX282" fmla="*/ 67989 w 503425"/>
                <a:gd name="connsiteY282" fmla="*/ 93507 h 230343"/>
                <a:gd name="connsiteX283" fmla="*/ 66088 w 503425"/>
                <a:gd name="connsiteY283" fmla="*/ 89644 h 230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</a:cxnLst>
              <a:rect l="l" t="t" r="r" b="b"/>
              <a:pathLst>
                <a:path w="503425" h="230343">
                  <a:moveTo>
                    <a:pt x="2690" y="73620"/>
                  </a:moveTo>
                  <a:lnTo>
                    <a:pt x="0" y="77001"/>
                  </a:lnTo>
                  <a:lnTo>
                    <a:pt x="4035" y="79152"/>
                  </a:lnTo>
                  <a:cubicBezTo>
                    <a:pt x="4406" y="79327"/>
                    <a:pt x="4638" y="79723"/>
                    <a:pt x="4638" y="80118"/>
                  </a:cubicBezTo>
                  <a:cubicBezTo>
                    <a:pt x="4638" y="80513"/>
                    <a:pt x="4406" y="80864"/>
                    <a:pt x="4035" y="81083"/>
                  </a:cubicBezTo>
                  <a:lnTo>
                    <a:pt x="1252" y="82532"/>
                  </a:lnTo>
                  <a:lnTo>
                    <a:pt x="10481" y="85078"/>
                  </a:lnTo>
                  <a:cubicBezTo>
                    <a:pt x="10991" y="85210"/>
                    <a:pt x="11316" y="85649"/>
                    <a:pt x="11316" y="86132"/>
                  </a:cubicBezTo>
                  <a:lnTo>
                    <a:pt x="11316" y="90346"/>
                  </a:lnTo>
                  <a:lnTo>
                    <a:pt x="15537" y="94561"/>
                  </a:lnTo>
                  <a:lnTo>
                    <a:pt x="26852" y="93375"/>
                  </a:lnTo>
                  <a:cubicBezTo>
                    <a:pt x="27363" y="93332"/>
                    <a:pt x="27919" y="93639"/>
                    <a:pt x="28058" y="94122"/>
                  </a:cubicBezTo>
                  <a:lnTo>
                    <a:pt x="29403" y="97853"/>
                  </a:lnTo>
                  <a:lnTo>
                    <a:pt x="32371" y="96844"/>
                  </a:lnTo>
                  <a:cubicBezTo>
                    <a:pt x="32928" y="96668"/>
                    <a:pt x="33577" y="96887"/>
                    <a:pt x="33809" y="97458"/>
                  </a:cubicBezTo>
                  <a:lnTo>
                    <a:pt x="35339" y="100838"/>
                  </a:lnTo>
                  <a:lnTo>
                    <a:pt x="39792" y="102331"/>
                  </a:lnTo>
                  <a:cubicBezTo>
                    <a:pt x="40209" y="102463"/>
                    <a:pt x="40487" y="102770"/>
                    <a:pt x="40534" y="103165"/>
                  </a:cubicBezTo>
                  <a:lnTo>
                    <a:pt x="42203" y="112384"/>
                  </a:lnTo>
                  <a:lnTo>
                    <a:pt x="47398" y="116511"/>
                  </a:lnTo>
                  <a:cubicBezTo>
                    <a:pt x="47398" y="116511"/>
                    <a:pt x="47630" y="116730"/>
                    <a:pt x="47722" y="116906"/>
                  </a:cubicBezTo>
                  <a:lnTo>
                    <a:pt x="52082" y="125686"/>
                  </a:lnTo>
                  <a:cubicBezTo>
                    <a:pt x="52314" y="126169"/>
                    <a:pt x="52174" y="126696"/>
                    <a:pt x="51711" y="127047"/>
                  </a:cubicBezTo>
                  <a:lnTo>
                    <a:pt x="47444" y="130076"/>
                  </a:lnTo>
                  <a:lnTo>
                    <a:pt x="46795" y="133983"/>
                  </a:lnTo>
                  <a:lnTo>
                    <a:pt x="49670" y="135037"/>
                  </a:lnTo>
                  <a:cubicBezTo>
                    <a:pt x="50180" y="135212"/>
                    <a:pt x="50505" y="135739"/>
                    <a:pt x="50412" y="136266"/>
                  </a:cubicBezTo>
                  <a:lnTo>
                    <a:pt x="49253" y="142324"/>
                  </a:lnTo>
                  <a:cubicBezTo>
                    <a:pt x="49253" y="142324"/>
                    <a:pt x="49160" y="142587"/>
                    <a:pt x="49114" y="142719"/>
                  </a:cubicBezTo>
                  <a:lnTo>
                    <a:pt x="44244" y="150182"/>
                  </a:lnTo>
                  <a:lnTo>
                    <a:pt x="47212" y="156504"/>
                  </a:lnTo>
                  <a:lnTo>
                    <a:pt x="69149" y="158918"/>
                  </a:lnTo>
                  <a:lnTo>
                    <a:pt x="86726" y="159445"/>
                  </a:lnTo>
                  <a:cubicBezTo>
                    <a:pt x="86726" y="159445"/>
                    <a:pt x="87189" y="159533"/>
                    <a:pt x="87375" y="159665"/>
                  </a:cubicBezTo>
                  <a:lnTo>
                    <a:pt x="111213" y="175688"/>
                  </a:lnTo>
                  <a:lnTo>
                    <a:pt x="112929" y="172659"/>
                  </a:lnTo>
                  <a:cubicBezTo>
                    <a:pt x="113068" y="172396"/>
                    <a:pt x="113346" y="172176"/>
                    <a:pt x="113671" y="172132"/>
                  </a:cubicBezTo>
                  <a:cubicBezTo>
                    <a:pt x="113995" y="172088"/>
                    <a:pt x="114320" y="172132"/>
                    <a:pt x="114598" y="172264"/>
                  </a:cubicBezTo>
                  <a:lnTo>
                    <a:pt x="119514" y="175293"/>
                  </a:lnTo>
                  <a:cubicBezTo>
                    <a:pt x="120024" y="175600"/>
                    <a:pt x="120210" y="176215"/>
                    <a:pt x="119885" y="176742"/>
                  </a:cubicBezTo>
                  <a:lnTo>
                    <a:pt x="117798" y="180473"/>
                  </a:lnTo>
                  <a:lnTo>
                    <a:pt x="120859" y="182141"/>
                  </a:lnTo>
                  <a:cubicBezTo>
                    <a:pt x="120859" y="182141"/>
                    <a:pt x="121277" y="182449"/>
                    <a:pt x="121369" y="182712"/>
                  </a:cubicBezTo>
                  <a:lnTo>
                    <a:pt x="126517" y="195136"/>
                  </a:lnTo>
                  <a:lnTo>
                    <a:pt x="131294" y="199658"/>
                  </a:lnTo>
                  <a:cubicBezTo>
                    <a:pt x="131294" y="199658"/>
                    <a:pt x="131480" y="199877"/>
                    <a:pt x="131526" y="200009"/>
                  </a:cubicBezTo>
                  <a:lnTo>
                    <a:pt x="134355" y="206111"/>
                  </a:lnTo>
                  <a:cubicBezTo>
                    <a:pt x="137277" y="205716"/>
                    <a:pt x="146645" y="204662"/>
                    <a:pt x="156755" y="206506"/>
                  </a:cubicBezTo>
                  <a:cubicBezTo>
                    <a:pt x="168396" y="208657"/>
                    <a:pt x="191956" y="208394"/>
                    <a:pt x="192187" y="208394"/>
                  </a:cubicBezTo>
                  <a:cubicBezTo>
                    <a:pt x="211248" y="203652"/>
                    <a:pt x="222333" y="214408"/>
                    <a:pt x="224605" y="216866"/>
                  </a:cubicBezTo>
                  <a:cubicBezTo>
                    <a:pt x="235133" y="216164"/>
                    <a:pt x="241858" y="222310"/>
                    <a:pt x="243481" y="224022"/>
                  </a:cubicBezTo>
                  <a:lnTo>
                    <a:pt x="261197" y="223759"/>
                  </a:lnTo>
                  <a:cubicBezTo>
                    <a:pt x="261614" y="223846"/>
                    <a:pt x="261800" y="223846"/>
                    <a:pt x="262032" y="224066"/>
                  </a:cubicBezTo>
                  <a:cubicBezTo>
                    <a:pt x="262263" y="224285"/>
                    <a:pt x="262356" y="224549"/>
                    <a:pt x="262356" y="224856"/>
                  </a:cubicBezTo>
                  <a:lnTo>
                    <a:pt x="262356" y="230344"/>
                  </a:lnTo>
                  <a:lnTo>
                    <a:pt x="269730" y="230344"/>
                  </a:lnTo>
                  <a:cubicBezTo>
                    <a:pt x="279608" y="222398"/>
                    <a:pt x="305441" y="213003"/>
                    <a:pt x="306554" y="212564"/>
                  </a:cubicBezTo>
                  <a:cubicBezTo>
                    <a:pt x="306693" y="212520"/>
                    <a:pt x="306832" y="212476"/>
                    <a:pt x="306971" y="212476"/>
                  </a:cubicBezTo>
                  <a:cubicBezTo>
                    <a:pt x="307203" y="212476"/>
                    <a:pt x="328490" y="212740"/>
                    <a:pt x="338508" y="212476"/>
                  </a:cubicBezTo>
                  <a:cubicBezTo>
                    <a:pt x="348293" y="212213"/>
                    <a:pt x="359609" y="200975"/>
                    <a:pt x="362485" y="196541"/>
                  </a:cubicBezTo>
                  <a:cubicBezTo>
                    <a:pt x="365499" y="191843"/>
                    <a:pt x="376073" y="188244"/>
                    <a:pt x="378578" y="187453"/>
                  </a:cubicBezTo>
                  <a:cubicBezTo>
                    <a:pt x="380247" y="183151"/>
                    <a:pt x="373476" y="177005"/>
                    <a:pt x="370601" y="174942"/>
                  </a:cubicBezTo>
                  <a:cubicBezTo>
                    <a:pt x="370183" y="174634"/>
                    <a:pt x="370044" y="174108"/>
                    <a:pt x="370230" y="173669"/>
                  </a:cubicBezTo>
                  <a:lnTo>
                    <a:pt x="376583" y="158830"/>
                  </a:lnTo>
                  <a:cubicBezTo>
                    <a:pt x="376769" y="158435"/>
                    <a:pt x="377140" y="158172"/>
                    <a:pt x="377604" y="158128"/>
                  </a:cubicBezTo>
                  <a:lnTo>
                    <a:pt x="387760" y="157865"/>
                  </a:lnTo>
                  <a:cubicBezTo>
                    <a:pt x="388039" y="157865"/>
                    <a:pt x="388271" y="157953"/>
                    <a:pt x="388502" y="158084"/>
                  </a:cubicBezTo>
                  <a:cubicBezTo>
                    <a:pt x="392120" y="160718"/>
                    <a:pt x="402601" y="167128"/>
                    <a:pt x="407332" y="165108"/>
                  </a:cubicBezTo>
                  <a:cubicBezTo>
                    <a:pt x="413222" y="162562"/>
                    <a:pt x="418277" y="151499"/>
                    <a:pt x="418323" y="151411"/>
                  </a:cubicBezTo>
                  <a:cubicBezTo>
                    <a:pt x="418508" y="151060"/>
                    <a:pt x="418879" y="150797"/>
                    <a:pt x="419297" y="150753"/>
                  </a:cubicBezTo>
                  <a:lnTo>
                    <a:pt x="438404" y="149129"/>
                  </a:lnTo>
                  <a:lnTo>
                    <a:pt x="446891" y="143597"/>
                  </a:lnTo>
                  <a:lnTo>
                    <a:pt x="446659" y="140392"/>
                  </a:lnTo>
                  <a:cubicBezTo>
                    <a:pt x="446659" y="140129"/>
                    <a:pt x="446706" y="139866"/>
                    <a:pt x="446891" y="139646"/>
                  </a:cubicBezTo>
                  <a:lnTo>
                    <a:pt x="453245" y="131964"/>
                  </a:lnTo>
                  <a:cubicBezTo>
                    <a:pt x="453245" y="131964"/>
                    <a:pt x="453662" y="131612"/>
                    <a:pt x="453941" y="131569"/>
                  </a:cubicBezTo>
                  <a:lnTo>
                    <a:pt x="465025" y="129505"/>
                  </a:lnTo>
                  <a:lnTo>
                    <a:pt x="465442" y="127222"/>
                  </a:lnTo>
                  <a:cubicBezTo>
                    <a:pt x="465535" y="126696"/>
                    <a:pt x="465999" y="126300"/>
                    <a:pt x="466602" y="126300"/>
                  </a:cubicBezTo>
                  <a:lnTo>
                    <a:pt x="472306" y="126300"/>
                  </a:lnTo>
                  <a:lnTo>
                    <a:pt x="480422" y="120725"/>
                  </a:lnTo>
                  <a:cubicBezTo>
                    <a:pt x="480793" y="120462"/>
                    <a:pt x="481303" y="120462"/>
                    <a:pt x="481721" y="120681"/>
                  </a:cubicBezTo>
                  <a:lnTo>
                    <a:pt x="487240" y="123886"/>
                  </a:lnTo>
                  <a:lnTo>
                    <a:pt x="488445" y="121208"/>
                  </a:lnTo>
                  <a:cubicBezTo>
                    <a:pt x="488585" y="120901"/>
                    <a:pt x="488863" y="120681"/>
                    <a:pt x="489187" y="120594"/>
                  </a:cubicBezTo>
                  <a:cubicBezTo>
                    <a:pt x="489512" y="120506"/>
                    <a:pt x="489883" y="120550"/>
                    <a:pt x="490161" y="120725"/>
                  </a:cubicBezTo>
                  <a:lnTo>
                    <a:pt x="496144" y="124325"/>
                  </a:lnTo>
                  <a:lnTo>
                    <a:pt x="503425" y="123184"/>
                  </a:lnTo>
                  <a:lnTo>
                    <a:pt x="503425" y="116291"/>
                  </a:lnTo>
                  <a:lnTo>
                    <a:pt x="485477" y="96668"/>
                  </a:lnTo>
                  <a:lnTo>
                    <a:pt x="471657" y="96185"/>
                  </a:lnTo>
                  <a:lnTo>
                    <a:pt x="474718" y="98863"/>
                  </a:lnTo>
                  <a:cubicBezTo>
                    <a:pt x="474718" y="98863"/>
                    <a:pt x="473836" y="100531"/>
                    <a:pt x="472538" y="101321"/>
                  </a:cubicBezTo>
                  <a:cubicBezTo>
                    <a:pt x="471657" y="101892"/>
                    <a:pt x="468642" y="102155"/>
                    <a:pt x="466694" y="102331"/>
                  </a:cubicBezTo>
                  <a:lnTo>
                    <a:pt x="465257" y="104394"/>
                  </a:lnTo>
                  <a:cubicBezTo>
                    <a:pt x="465071" y="104658"/>
                    <a:pt x="464747" y="104877"/>
                    <a:pt x="464376" y="104877"/>
                  </a:cubicBezTo>
                  <a:cubicBezTo>
                    <a:pt x="464097" y="104877"/>
                    <a:pt x="463680" y="104789"/>
                    <a:pt x="463448" y="104526"/>
                  </a:cubicBezTo>
                  <a:lnTo>
                    <a:pt x="457744" y="98600"/>
                  </a:lnTo>
                  <a:lnTo>
                    <a:pt x="446242" y="99082"/>
                  </a:lnTo>
                  <a:lnTo>
                    <a:pt x="444109" y="101936"/>
                  </a:lnTo>
                  <a:cubicBezTo>
                    <a:pt x="443923" y="102199"/>
                    <a:pt x="443599" y="102375"/>
                    <a:pt x="443274" y="102375"/>
                  </a:cubicBezTo>
                  <a:cubicBezTo>
                    <a:pt x="442949" y="102375"/>
                    <a:pt x="442625" y="102287"/>
                    <a:pt x="442346" y="102068"/>
                  </a:cubicBezTo>
                  <a:lnTo>
                    <a:pt x="437430" y="97678"/>
                  </a:lnTo>
                  <a:cubicBezTo>
                    <a:pt x="437430" y="97678"/>
                    <a:pt x="437245" y="97502"/>
                    <a:pt x="437199" y="97370"/>
                  </a:cubicBezTo>
                  <a:lnTo>
                    <a:pt x="434323" y="91883"/>
                  </a:lnTo>
                  <a:cubicBezTo>
                    <a:pt x="434045" y="91356"/>
                    <a:pt x="434277" y="90698"/>
                    <a:pt x="434833" y="90434"/>
                  </a:cubicBezTo>
                  <a:lnTo>
                    <a:pt x="441326" y="87229"/>
                  </a:lnTo>
                  <a:lnTo>
                    <a:pt x="440306" y="80600"/>
                  </a:lnTo>
                  <a:cubicBezTo>
                    <a:pt x="440306" y="80381"/>
                    <a:pt x="440306" y="80162"/>
                    <a:pt x="440399" y="79942"/>
                  </a:cubicBezTo>
                  <a:lnTo>
                    <a:pt x="454451" y="53470"/>
                  </a:lnTo>
                  <a:lnTo>
                    <a:pt x="448329" y="50090"/>
                  </a:lnTo>
                  <a:lnTo>
                    <a:pt x="439007" y="53470"/>
                  </a:lnTo>
                  <a:cubicBezTo>
                    <a:pt x="438636" y="53602"/>
                    <a:pt x="438219" y="53558"/>
                    <a:pt x="437894" y="53295"/>
                  </a:cubicBezTo>
                  <a:lnTo>
                    <a:pt x="434833" y="51056"/>
                  </a:lnTo>
                  <a:lnTo>
                    <a:pt x="434230" y="51056"/>
                  </a:lnTo>
                  <a:lnTo>
                    <a:pt x="434230" y="50617"/>
                  </a:lnTo>
                  <a:lnTo>
                    <a:pt x="426532" y="44954"/>
                  </a:lnTo>
                  <a:lnTo>
                    <a:pt x="417117" y="43944"/>
                  </a:lnTo>
                  <a:lnTo>
                    <a:pt x="407610" y="50046"/>
                  </a:lnTo>
                  <a:cubicBezTo>
                    <a:pt x="407610" y="50046"/>
                    <a:pt x="407424" y="50178"/>
                    <a:pt x="407285" y="50178"/>
                  </a:cubicBezTo>
                  <a:lnTo>
                    <a:pt x="402694" y="51451"/>
                  </a:lnTo>
                  <a:lnTo>
                    <a:pt x="393650" y="61372"/>
                  </a:lnTo>
                  <a:cubicBezTo>
                    <a:pt x="393650" y="61372"/>
                    <a:pt x="393233" y="61680"/>
                    <a:pt x="393001" y="61723"/>
                  </a:cubicBezTo>
                  <a:lnTo>
                    <a:pt x="369534" y="65850"/>
                  </a:lnTo>
                  <a:lnTo>
                    <a:pt x="359331" y="69889"/>
                  </a:lnTo>
                  <a:cubicBezTo>
                    <a:pt x="358914" y="70064"/>
                    <a:pt x="358357" y="69977"/>
                    <a:pt x="358033" y="69625"/>
                  </a:cubicBezTo>
                  <a:lnTo>
                    <a:pt x="356085" y="67562"/>
                  </a:lnTo>
                  <a:lnTo>
                    <a:pt x="352282" y="69801"/>
                  </a:lnTo>
                  <a:cubicBezTo>
                    <a:pt x="352282" y="69801"/>
                    <a:pt x="351772" y="69977"/>
                    <a:pt x="351493" y="69977"/>
                  </a:cubicBezTo>
                  <a:lnTo>
                    <a:pt x="341058" y="68616"/>
                  </a:lnTo>
                  <a:cubicBezTo>
                    <a:pt x="341058" y="68616"/>
                    <a:pt x="340873" y="68616"/>
                    <a:pt x="340780" y="68528"/>
                  </a:cubicBezTo>
                  <a:lnTo>
                    <a:pt x="334056" y="65850"/>
                  </a:lnTo>
                  <a:lnTo>
                    <a:pt x="326171" y="65850"/>
                  </a:lnTo>
                  <a:cubicBezTo>
                    <a:pt x="325847" y="65850"/>
                    <a:pt x="325522" y="65718"/>
                    <a:pt x="325290" y="65455"/>
                  </a:cubicBezTo>
                  <a:lnTo>
                    <a:pt x="321163" y="60758"/>
                  </a:lnTo>
                  <a:lnTo>
                    <a:pt x="315968" y="59221"/>
                  </a:lnTo>
                  <a:cubicBezTo>
                    <a:pt x="315505" y="59089"/>
                    <a:pt x="315180" y="58650"/>
                    <a:pt x="315180" y="58168"/>
                  </a:cubicBezTo>
                  <a:lnTo>
                    <a:pt x="315180" y="51670"/>
                  </a:lnTo>
                  <a:lnTo>
                    <a:pt x="305673" y="49914"/>
                  </a:lnTo>
                  <a:cubicBezTo>
                    <a:pt x="305441" y="49870"/>
                    <a:pt x="305209" y="49739"/>
                    <a:pt x="305070" y="49607"/>
                  </a:cubicBezTo>
                  <a:lnTo>
                    <a:pt x="299087" y="43681"/>
                  </a:lnTo>
                  <a:lnTo>
                    <a:pt x="290646" y="44207"/>
                  </a:lnTo>
                  <a:cubicBezTo>
                    <a:pt x="290322" y="44207"/>
                    <a:pt x="289997" y="44120"/>
                    <a:pt x="289765" y="43900"/>
                  </a:cubicBezTo>
                  <a:lnTo>
                    <a:pt x="285962" y="40564"/>
                  </a:lnTo>
                  <a:lnTo>
                    <a:pt x="274739" y="39247"/>
                  </a:lnTo>
                  <a:lnTo>
                    <a:pt x="261893" y="43461"/>
                  </a:lnTo>
                  <a:lnTo>
                    <a:pt x="257440" y="47149"/>
                  </a:lnTo>
                  <a:cubicBezTo>
                    <a:pt x="257440" y="47149"/>
                    <a:pt x="256977" y="47412"/>
                    <a:pt x="256652" y="47412"/>
                  </a:cubicBezTo>
                  <a:lnTo>
                    <a:pt x="242182" y="47149"/>
                  </a:lnTo>
                  <a:cubicBezTo>
                    <a:pt x="241533" y="47149"/>
                    <a:pt x="241023" y="46666"/>
                    <a:pt x="241023" y="46051"/>
                  </a:cubicBezTo>
                  <a:lnTo>
                    <a:pt x="241023" y="42276"/>
                  </a:lnTo>
                  <a:lnTo>
                    <a:pt x="230912" y="39993"/>
                  </a:lnTo>
                  <a:cubicBezTo>
                    <a:pt x="230402" y="39861"/>
                    <a:pt x="230031" y="39422"/>
                    <a:pt x="230031" y="38939"/>
                  </a:cubicBezTo>
                  <a:lnTo>
                    <a:pt x="230031" y="36525"/>
                  </a:lnTo>
                  <a:lnTo>
                    <a:pt x="225950" y="34110"/>
                  </a:lnTo>
                  <a:cubicBezTo>
                    <a:pt x="225626" y="33935"/>
                    <a:pt x="225440" y="33627"/>
                    <a:pt x="225394" y="33276"/>
                  </a:cubicBezTo>
                  <a:lnTo>
                    <a:pt x="224002" y="17911"/>
                  </a:lnTo>
                  <a:lnTo>
                    <a:pt x="218159" y="16726"/>
                  </a:lnTo>
                  <a:lnTo>
                    <a:pt x="211851" y="15936"/>
                  </a:lnTo>
                  <a:cubicBezTo>
                    <a:pt x="211851" y="15936"/>
                    <a:pt x="211481" y="15848"/>
                    <a:pt x="211295" y="15716"/>
                  </a:cubicBezTo>
                  <a:lnTo>
                    <a:pt x="202390" y="9395"/>
                  </a:lnTo>
                  <a:lnTo>
                    <a:pt x="190657" y="10185"/>
                  </a:lnTo>
                  <a:cubicBezTo>
                    <a:pt x="190147" y="10185"/>
                    <a:pt x="189683" y="9965"/>
                    <a:pt x="189497" y="9526"/>
                  </a:cubicBezTo>
                  <a:lnTo>
                    <a:pt x="186900" y="3863"/>
                  </a:lnTo>
                  <a:lnTo>
                    <a:pt x="180408" y="3863"/>
                  </a:lnTo>
                  <a:cubicBezTo>
                    <a:pt x="180408" y="3863"/>
                    <a:pt x="179990" y="3819"/>
                    <a:pt x="179805" y="3688"/>
                  </a:cubicBezTo>
                  <a:lnTo>
                    <a:pt x="173729" y="0"/>
                  </a:lnTo>
                  <a:lnTo>
                    <a:pt x="171039" y="6453"/>
                  </a:lnTo>
                  <a:cubicBezTo>
                    <a:pt x="171039" y="6453"/>
                    <a:pt x="170854" y="6761"/>
                    <a:pt x="170715" y="6892"/>
                  </a:cubicBezTo>
                  <a:lnTo>
                    <a:pt x="165613" y="10931"/>
                  </a:lnTo>
                  <a:lnTo>
                    <a:pt x="165613" y="15628"/>
                  </a:lnTo>
                  <a:cubicBezTo>
                    <a:pt x="165613" y="16243"/>
                    <a:pt x="165103" y="16726"/>
                    <a:pt x="164454" y="16726"/>
                  </a:cubicBezTo>
                  <a:lnTo>
                    <a:pt x="160512" y="16726"/>
                  </a:lnTo>
                  <a:lnTo>
                    <a:pt x="156013" y="24979"/>
                  </a:lnTo>
                  <a:lnTo>
                    <a:pt x="160002" y="28535"/>
                  </a:lnTo>
                  <a:cubicBezTo>
                    <a:pt x="160233" y="28754"/>
                    <a:pt x="160373" y="29018"/>
                    <a:pt x="160373" y="29325"/>
                  </a:cubicBezTo>
                  <a:lnTo>
                    <a:pt x="160373" y="32749"/>
                  </a:lnTo>
                  <a:lnTo>
                    <a:pt x="165289" y="37666"/>
                  </a:lnTo>
                  <a:cubicBezTo>
                    <a:pt x="165567" y="37930"/>
                    <a:pt x="165660" y="38325"/>
                    <a:pt x="165567" y="38720"/>
                  </a:cubicBezTo>
                  <a:lnTo>
                    <a:pt x="164129" y="43637"/>
                  </a:lnTo>
                  <a:cubicBezTo>
                    <a:pt x="164129" y="43637"/>
                    <a:pt x="164036" y="43900"/>
                    <a:pt x="163944" y="43988"/>
                  </a:cubicBezTo>
                  <a:lnTo>
                    <a:pt x="157265" y="52504"/>
                  </a:lnTo>
                  <a:cubicBezTo>
                    <a:pt x="157080" y="52768"/>
                    <a:pt x="156755" y="52943"/>
                    <a:pt x="156384" y="52943"/>
                  </a:cubicBezTo>
                  <a:cubicBezTo>
                    <a:pt x="156013" y="52943"/>
                    <a:pt x="155689" y="52856"/>
                    <a:pt x="155457" y="52592"/>
                  </a:cubicBezTo>
                  <a:lnTo>
                    <a:pt x="154483" y="51583"/>
                  </a:lnTo>
                  <a:lnTo>
                    <a:pt x="148361" y="56763"/>
                  </a:lnTo>
                  <a:cubicBezTo>
                    <a:pt x="148129" y="56982"/>
                    <a:pt x="147804" y="57070"/>
                    <a:pt x="147433" y="57026"/>
                  </a:cubicBezTo>
                  <a:cubicBezTo>
                    <a:pt x="147109" y="57026"/>
                    <a:pt x="146784" y="56807"/>
                    <a:pt x="146598" y="56543"/>
                  </a:cubicBezTo>
                  <a:lnTo>
                    <a:pt x="143770" y="52636"/>
                  </a:lnTo>
                  <a:lnTo>
                    <a:pt x="133659" y="52636"/>
                  </a:lnTo>
                  <a:cubicBezTo>
                    <a:pt x="133659" y="52636"/>
                    <a:pt x="133381" y="52636"/>
                    <a:pt x="133242" y="52548"/>
                  </a:cubicBezTo>
                  <a:lnTo>
                    <a:pt x="125404" y="49739"/>
                  </a:lnTo>
                  <a:lnTo>
                    <a:pt x="121277" y="52417"/>
                  </a:lnTo>
                  <a:cubicBezTo>
                    <a:pt x="121277" y="52417"/>
                    <a:pt x="120766" y="52636"/>
                    <a:pt x="120534" y="52592"/>
                  </a:cubicBezTo>
                  <a:cubicBezTo>
                    <a:pt x="120210" y="52592"/>
                    <a:pt x="112604" y="52022"/>
                    <a:pt x="107085" y="51056"/>
                  </a:cubicBezTo>
                  <a:cubicBezTo>
                    <a:pt x="101659" y="50134"/>
                    <a:pt x="98784" y="40564"/>
                    <a:pt x="97949" y="37447"/>
                  </a:cubicBezTo>
                  <a:lnTo>
                    <a:pt x="81160" y="36832"/>
                  </a:lnTo>
                  <a:cubicBezTo>
                    <a:pt x="82737" y="41442"/>
                    <a:pt x="87560" y="42978"/>
                    <a:pt x="87560" y="42978"/>
                  </a:cubicBezTo>
                  <a:lnTo>
                    <a:pt x="81485" y="43812"/>
                  </a:lnTo>
                  <a:cubicBezTo>
                    <a:pt x="81485" y="43812"/>
                    <a:pt x="79723" y="48202"/>
                    <a:pt x="75688" y="49870"/>
                  </a:cubicBezTo>
                  <a:cubicBezTo>
                    <a:pt x="71653" y="51539"/>
                    <a:pt x="69288" y="47675"/>
                    <a:pt x="68175" y="43022"/>
                  </a:cubicBezTo>
                  <a:cubicBezTo>
                    <a:pt x="67062" y="38369"/>
                    <a:pt x="75688" y="36700"/>
                    <a:pt x="75688" y="36700"/>
                  </a:cubicBezTo>
                  <a:lnTo>
                    <a:pt x="79120" y="34418"/>
                  </a:lnTo>
                  <a:lnTo>
                    <a:pt x="78517" y="32574"/>
                  </a:lnTo>
                  <a:lnTo>
                    <a:pt x="74250" y="34901"/>
                  </a:lnTo>
                  <a:cubicBezTo>
                    <a:pt x="73786" y="35164"/>
                    <a:pt x="73230" y="35076"/>
                    <a:pt x="72859" y="34725"/>
                  </a:cubicBezTo>
                  <a:lnTo>
                    <a:pt x="69241" y="31301"/>
                  </a:lnTo>
                  <a:lnTo>
                    <a:pt x="68406" y="33496"/>
                  </a:lnTo>
                  <a:cubicBezTo>
                    <a:pt x="68221" y="33935"/>
                    <a:pt x="67804" y="34242"/>
                    <a:pt x="67293" y="34242"/>
                  </a:cubicBezTo>
                  <a:lnTo>
                    <a:pt x="59873" y="34242"/>
                  </a:lnTo>
                  <a:lnTo>
                    <a:pt x="55838" y="41354"/>
                  </a:lnTo>
                  <a:cubicBezTo>
                    <a:pt x="55653" y="41705"/>
                    <a:pt x="55235" y="41925"/>
                    <a:pt x="54818" y="41925"/>
                  </a:cubicBezTo>
                  <a:lnTo>
                    <a:pt x="47305" y="41925"/>
                  </a:lnTo>
                  <a:lnTo>
                    <a:pt x="44754" y="45568"/>
                  </a:lnTo>
                  <a:cubicBezTo>
                    <a:pt x="44522" y="45876"/>
                    <a:pt x="44198" y="46051"/>
                    <a:pt x="43780" y="46051"/>
                  </a:cubicBezTo>
                  <a:lnTo>
                    <a:pt x="39142" y="46051"/>
                  </a:lnTo>
                  <a:lnTo>
                    <a:pt x="33624" y="47193"/>
                  </a:lnTo>
                  <a:lnTo>
                    <a:pt x="33624" y="51231"/>
                  </a:lnTo>
                  <a:cubicBezTo>
                    <a:pt x="33624" y="51846"/>
                    <a:pt x="33113" y="52329"/>
                    <a:pt x="32464" y="52329"/>
                  </a:cubicBezTo>
                  <a:lnTo>
                    <a:pt x="29682" y="52329"/>
                  </a:lnTo>
                  <a:lnTo>
                    <a:pt x="30887" y="54568"/>
                  </a:lnTo>
                  <a:cubicBezTo>
                    <a:pt x="31166" y="55051"/>
                    <a:pt x="30980" y="55665"/>
                    <a:pt x="30516" y="55973"/>
                  </a:cubicBezTo>
                  <a:lnTo>
                    <a:pt x="24163" y="60099"/>
                  </a:lnTo>
                  <a:cubicBezTo>
                    <a:pt x="23838" y="60319"/>
                    <a:pt x="23467" y="60363"/>
                    <a:pt x="23096" y="60231"/>
                  </a:cubicBezTo>
                  <a:lnTo>
                    <a:pt x="20035" y="59133"/>
                  </a:lnTo>
                  <a:lnTo>
                    <a:pt x="20035" y="61680"/>
                  </a:lnTo>
                  <a:cubicBezTo>
                    <a:pt x="20035" y="62294"/>
                    <a:pt x="19525" y="62777"/>
                    <a:pt x="18876" y="62777"/>
                  </a:cubicBezTo>
                  <a:lnTo>
                    <a:pt x="4684" y="62777"/>
                  </a:lnTo>
                  <a:lnTo>
                    <a:pt x="4684" y="66640"/>
                  </a:lnTo>
                  <a:cubicBezTo>
                    <a:pt x="4684" y="67079"/>
                    <a:pt x="4406" y="67474"/>
                    <a:pt x="3988" y="67650"/>
                  </a:cubicBezTo>
                  <a:lnTo>
                    <a:pt x="139" y="69318"/>
                  </a:lnTo>
                  <a:lnTo>
                    <a:pt x="2690" y="72303"/>
                  </a:lnTo>
                  <a:cubicBezTo>
                    <a:pt x="3015" y="72699"/>
                    <a:pt x="3015" y="73269"/>
                    <a:pt x="2690" y="73664"/>
                  </a:cubicBezTo>
                  <a:close/>
                  <a:moveTo>
                    <a:pt x="192512" y="26077"/>
                  </a:moveTo>
                  <a:lnTo>
                    <a:pt x="196269" y="24277"/>
                  </a:lnTo>
                  <a:lnTo>
                    <a:pt x="194506" y="18658"/>
                  </a:lnTo>
                  <a:lnTo>
                    <a:pt x="197382" y="15936"/>
                  </a:lnTo>
                  <a:lnTo>
                    <a:pt x="197382" y="13214"/>
                  </a:lnTo>
                  <a:lnTo>
                    <a:pt x="199700" y="11546"/>
                  </a:lnTo>
                  <a:lnTo>
                    <a:pt x="203179" y="15936"/>
                  </a:lnTo>
                  <a:lnTo>
                    <a:pt x="203179" y="25813"/>
                  </a:lnTo>
                  <a:lnTo>
                    <a:pt x="197382" y="32662"/>
                  </a:lnTo>
                  <a:lnTo>
                    <a:pt x="197382" y="37052"/>
                  </a:lnTo>
                  <a:lnTo>
                    <a:pt x="192466" y="37052"/>
                  </a:lnTo>
                  <a:lnTo>
                    <a:pt x="192466" y="26077"/>
                  </a:lnTo>
                  <a:close/>
                  <a:moveTo>
                    <a:pt x="77821" y="65850"/>
                  </a:moveTo>
                  <a:cubicBezTo>
                    <a:pt x="77821" y="65850"/>
                    <a:pt x="85844" y="65323"/>
                    <a:pt x="87607" y="66948"/>
                  </a:cubicBezTo>
                  <a:cubicBezTo>
                    <a:pt x="89369" y="68572"/>
                    <a:pt x="93682" y="69669"/>
                    <a:pt x="93682" y="69669"/>
                  </a:cubicBezTo>
                  <a:lnTo>
                    <a:pt x="87607" y="73533"/>
                  </a:lnTo>
                  <a:lnTo>
                    <a:pt x="87607" y="76254"/>
                  </a:lnTo>
                  <a:lnTo>
                    <a:pt x="85752" y="78713"/>
                  </a:lnTo>
                  <a:lnTo>
                    <a:pt x="85752" y="82269"/>
                  </a:lnTo>
                  <a:lnTo>
                    <a:pt x="91363" y="88854"/>
                  </a:lnTo>
                  <a:lnTo>
                    <a:pt x="100917" y="100356"/>
                  </a:lnTo>
                  <a:lnTo>
                    <a:pt x="110749" y="100356"/>
                  </a:lnTo>
                  <a:lnTo>
                    <a:pt x="115665" y="102814"/>
                  </a:lnTo>
                  <a:lnTo>
                    <a:pt x="124662" y="102814"/>
                  </a:lnTo>
                  <a:lnTo>
                    <a:pt x="124662" y="105009"/>
                  </a:lnTo>
                  <a:lnTo>
                    <a:pt x="112790" y="105009"/>
                  </a:lnTo>
                  <a:lnTo>
                    <a:pt x="109590" y="103077"/>
                  </a:lnTo>
                  <a:lnTo>
                    <a:pt x="98598" y="102551"/>
                  </a:lnTo>
                  <a:lnTo>
                    <a:pt x="91085" y="91839"/>
                  </a:lnTo>
                  <a:lnTo>
                    <a:pt x="85010" y="92936"/>
                  </a:lnTo>
                  <a:lnTo>
                    <a:pt x="85010" y="95658"/>
                  </a:lnTo>
                  <a:lnTo>
                    <a:pt x="80650" y="95922"/>
                  </a:lnTo>
                  <a:lnTo>
                    <a:pt x="80650" y="90434"/>
                  </a:lnTo>
                  <a:lnTo>
                    <a:pt x="87607" y="90171"/>
                  </a:lnTo>
                  <a:lnTo>
                    <a:pt x="82969" y="81918"/>
                  </a:lnTo>
                  <a:lnTo>
                    <a:pt x="82691" y="75596"/>
                  </a:lnTo>
                  <a:lnTo>
                    <a:pt x="84731" y="72567"/>
                  </a:lnTo>
                  <a:lnTo>
                    <a:pt x="84453" y="70635"/>
                  </a:lnTo>
                  <a:lnTo>
                    <a:pt x="77867" y="67913"/>
                  </a:lnTo>
                  <a:lnTo>
                    <a:pt x="77867" y="65718"/>
                  </a:lnTo>
                  <a:close/>
                  <a:moveTo>
                    <a:pt x="66134" y="89732"/>
                  </a:moveTo>
                  <a:lnTo>
                    <a:pt x="70215" y="85430"/>
                  </a:lnTo>
                  <a:lnTo>
                    <a:pt x="70215" y="92497"/>
                  </a:lnTo>
                  <a:lnTo>
                    <a:pt x="73647" y="91356"/>
                  </a:lnTo>
                  <a:lnTo>
                    <a:pt x="73925" y="87493"/>
                  </a:lnTo>
                  <a:lnTo>
                    <a:pt x="77775" y="88854"/>
                  </a:lnTo>
                  <a:lnTo>
                    <a:pt x="75827" y="92980"/>
                  </a:lnTo>
                  <a:lnTo>
                    <a:pt x="67989" y="99565"/>
                  </a:lnTo>
                  <a:lnTo>
                    <a:pt x="62609" y="93507"/>
                  </a:lnTo>
                  <a:lnTo>
                    <a:pt x="67989" y="93507"/>
                  </a:lnTo>
                  <a:lnTo>
                    <a:pt x="66088" y="896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83EC4726-5713-346D-AC14-986F265C0365}"/>
                </a:ext>
              </a:extLst>
            </p:cNvPr>
            <p:cNvSpPr>
              <a:spLocks/>
            </p:cNvSpPr>
            <p:nvPr/>
          </p:nvSpPr>
          <p:spPr>
            <a:xfrm>
              <a:off x="6788297" y="2583777"/>
              <a:ext cx="960486" cy="499116"/>
            </a:xfrm>
            <a:custGeom>
              <a:avLst/>
              <a:gdLst>
                <a:gd name="connsiteX0" fmla="*/ 99665 w 643484"/>
                <a:gd name="connsiteY0" fmla="*/ 302033 h 334386"/>
                <a:gd name="connsiteX1" fmla="*/ 119932 w 643484"/>
                <a:gd name="connsiteY1" fmla="*/ 296545 h 334386"/>
                <a:gd name="connsiteX2" fmla="*/ 121045 w 643484"/>
                <a:gd name="connsiteY2" fmla="*/ 296808 h 334386"/>
                <a:gd name="connsiteX3" fmla="*/ 134679 w 643484"/>
                <a:gd name="connsiteY3" fmla="*/ 309452 h 334386"/>
                <a:gd name="connsiteX4" fmla="*/ 134912 w 643484"/>
                <a:gd name="connsiteY4" fmla="*/ 309803 h 334386"/>
                <a:gd name="connsiteX5" fmla="*/ 139828 w 643484"/>
                <a:gd name="connsiteY5" fmla="*/ 320295 h 334386"/>
                <a:gd name="connsiteX6" fmla="*/ 146923 w 643484"/>
                <a:gd name="connsiteY6" fmla="*/ 319988 h 334386"/>
                <a:gd name="connsiteX7" fmla="*/ 146923 w 643484"/>
                <a:gd name="connsiteY7" fmla="*/ 243294 h 334386"/>
                <a:gd name="connsiteX8" fmla="*/ 147758 w 643484"/>
                <a:gd name="connsiteY8" fmla="*/ 242241 h 334386"/>
                <a:gd name="connsiteX9" fmla="*/ 188616 w 643484"/>
                <a:gd name="connsiteY9" fmla="*/ 230388 h 334386"/>
                <a:gd name="connsiteX10" fmla="*/ 189219 w 643484"/>
                <a:gd name="connsiteY10" fmla="*/ 230475 h 334386"/>
                <a:gd name="connsiteX11" fmla="*/ 190425 w 643484"/>
                <a:gd name="connsiteY11" fmla="*/ 225778 h 334386"/>
                <a:gd name="connsiteX12" fmla="*/ 194506 w 643484"/>
                <a:gd name="connsiteY12" fmla="*/ 224110 h 334386"/>
                <a:gd name="connsiteX13" fmla="*/ 201463 w 643484"/>
                <a:gd name="connsiteY13" fmla="*/ 221915 h 334386"/>
                <a:gd name="connsiteX14" fmla="*/ 198866 w 643484"/>
                <a:gd name="connsiteY14" fmla="*/ 226832 h 334386"/>
                <a:gd name="connsiteX15" fmla="*/ 194831 w 643484"/>
                <a:gd name="connsiteY15" fmla="*/ 226832 h 334386"/>
                <a:gd name="connsiteX16" fmla="*/ 191724 w 643484"/>
                <a:gd name="connsiteY16" fmla="*/ 231749 h 334386"/>
                <a:gd name="connsiteX17" fmla="*/ 203040 w 643484"/>
                <a:gd name="connsiteY17" fmla="*/ 238509 h 334386"/>
                <a:gd name="connsiteX18" fmla="*/ 205266 w 643484"/>
                <a:gd name="connsiteY18" fmla="*/ 233461 h 334386"/>
                <a:gd name="connsiteX19" fmla="*/ 205266 w 643484"/>
                <a:gd name="connsiteY19" fmla="*/ 227710 h 334386"/>
                <a:gd name="connsiteX20" fmla="*/ 207585 w 643484"/>
                <a:gd name="connsiteY20" fmla="*/ 230739 h 334386"/>
                <a:gd name="connsiteX21" fmla="*/ 211480 w 643484"/>
                <a:gd name="connsiteY21" fmla="*/ 243558 h 334386"/>
                <a:gd name="connsiteX22" fmla="*/ 223863 w 643484"/>
                <a:gd name="connsiteY22" fmla="*/ 250933 h 334386"/>
                <a:gd name="connsiteX23" fmla="*/ 224141 w 643484"/>
                <a:gd name="connsiteY23" fmla="*/ 251152 h 334386"/>
                <a:gd name="connsiteX24" fmla="*/ 243991 w 643484"/>
                <a:gd name="connsiteY24" fmla="*/ 272927 h 334386"/>
                <a:gd name="connsiteX25" fmla="*/ 283411 w 643484"/>
                <a:gd name="connsiteY25" fmla="*/ 271873 h 334386"/>
                <a:gd name="connsiteX26" fmla="*/ 290368 w 643484"/>
                <a:gd name="connsiteY26" fmla="*/ 269239 h 334386"/>
                <a:gd name="connsiteX27" fmla="*/ 291620 w 643484"/>
                <a:gd name="connsiteY27" fmla="*/ 269503 h 334386"/>
                <a:gd name="connsiteX28" fmla="*/ 304977 w 643484"/>
                <a:gd name="connsiteY28" fmla="*/ 285877 h 334386"/>
                <a:gd name="connsiteX29" fmla="*/ 308965 w 643484"/>
                <a:gd name="connsiteY29" fmla="*/ 285658 h 334386"/>
                <a:gd name="connsiteX30" fmla="*/ 309847 w 643484"/>
                <a:gd name="connsiteY30" fmla="*/ 286009 h 334386"/>
                <a:gd name="connsiteX31" fmla="*/ 310171 w 643484"/>
                <a:gd name="connsiteY31" fmla="*/ 286887 h 334386"/>
                <a:gd name="connsiteX32" fmla="*/ 308223 w 643484"/>
                <a:gd name="connsiteY32" fmla="*/ 305632 h 334386"/>
                <a:gd name="connsiteX33" fmla="*/ 316757 w 643484"/>
                <a:gd name="connsiteY33" fmla="*/ 307213 h 334386"/>
                <a:gd name="connsiteX34" fmla="*/ 317684 w 643484"/>
                <a:gd name="connsiteY34" fmla="*/ 308310 h 334386"/>
                <a:gd name="connsiteX35" fmla="*/ 317684 w 643484"/>
                <a:gd name="connsiteY35" fmla="*/ 313622 h 334386"/>
                <a:gd name="connsiteX36" fmla="*/ 322090 w 643484"/>
                <a:gd name="connsiteY36" fmla="*/ 320910 h 334386"/>
                <a:gd name="connsiteX37" fmla="*/ 337441 w 643484"/>
                <a:gd name="connsiteY37" fmla="*/ 321349 h 334386"/>
                <a:gd name="connsiteX38" fmla="*/ 338229 w 643484"/>
                <a:gd name="connsiteY38" fmla="*/ 321656 h 334386"/>
                <a:gd name="connsiteX39" fmla="*/ 338647 w 643484"/>
                <a:gd name="connsiteY39" fmla="*/ 322051 h 334386"/>
                <a:gd name="connsiteX40" fmla="*/ 340316 w 643484"/>
                <a:gd name="connsiteY40" fmla="*/ 321524 h 334386"/>
                <a:gd name="connsiteX41" fmla="*/ 348989 w 643484"/>
                <a:gd name="connsiteY41" fmla="*/ 324334 h 334386"/>
                <a:gd name="connsiteX42" fmla="*/ 340548 w 643484"/>
                <a:gd name="connsiteY42" fmla="*/ 324334 h 334386"/>
                <a:gd name="connsiteX43" fmla="*/ 340548 w 643484"/>
                <a:gd name="connsiteY43" fmla="*/ 324685 h 334386"/>
                <a:gd name="connsiteX44" fmla="*/ 338786 w 643484"/>
                <a:gd name="connsiteY44" fmla="*/ 329909 h 334386"/>
                <a:gd name="connsiteX45" fmla="*/ 346392 w 643484"/>
                <a:gd name="connsiteY45" fmla="*/ 334387 h 334386"/>
                <a:gd name="connsiteX46" fmla="*/ 347737 w 643484"/>
                <a:gd name="connsiteY46" fmla="*/ 332631 h 334386"/>
                <a:gd name="connsiteX47" fmla="*/ 345603 w 643484"/>
                <a:gd name="connsiteY47" fmla="*/ 326002 h 334386"/>
                <a:gd name="connsiteX48" fmla="*/ 345742 w 643484"/>
                <a:gd name="connsiteY48" fmla="*/ 325080 h 334386"/>
                <a:gd name="connsiteX49" fmla="*/ 346624 w 643484"/>
                <a:gd name="connsiteY49" fmla="*/ 324597 h 334386"/>
                <a:gd name="connsiteX50" fmla="*/ 350009 w 643484"/>
                <a:gd name="connsiteY50" fmla="*/ 324378 h 334386"/>
                <a:gd name="connsiteX51" fmla="*/ 353487 w 643484"/>
                <a:gd name="connsiteY51" fmla="*/ 317266 h 334386"/>
                <a:gd name="connsiteX52" fmla="*/ 354461 w 643484"/>
                <a:gd name="connsiteY52" fmla="*/ 316651 h 334386"/>
                <a:gd name="connsiteX53" fmla="*/ 361233 w 643484"/>
                <a:gd name="connsiteY53" fmla="*/ 316168 h 334386"/>
                <a:gd name="connsiteX54" fmla="*/ 361233 w 643484"/>
                <a:gd name="connsiteY54" fmla="*/ 312788 h 334386"/>
                <a:gd name="connsiteX55" fmla="*/ 362392 w 643484"/>
                <a:gd name="connsiteY55" fmla="*/ 311691 h 334386"/>
                <a:gd name="connsiteX56" fmla="*/ 367679 w 643484"/>
                <a:gd name="connsiteY56" fmla="*/ 311691 h 334386"/>
                <a:gd name="connsiteX57" fmla="*/ 376630 w 643484"/>
                <a:gd name="connsiteY57" fmla="*/ 302954 h 334386"/>
                <a:gd name="connsiteX58" fmla="*/ 378021 w 643484"/>
                <a:gd name="connsiteY58" fmla="*/ 302735 h 334386"/>
                <a:gd name="connsiteX59" fmla="*/ 380340 w 643484"/>
                <a:gd name="connsiteY59" fmla="*/ 303964 h 334386"/>
                <a:gd name="connsiteX60" fmla="*/ 384514 w 643484"/>
                <a:gd name="connsiteY60" fmla="*/ 299135 h 334386"/>
                <a:gd name="connsiteX61" fmla="*/ 383308 w 643484"/>
                <a:gd name="connsiteY61" fmla="*/ 296150 h 334386"/>
                <a:gd name="connsiteX62" fmla="*/ 383494 w 643484"/>
                <a:gd name="connsiteY62" fmla="*/ 295052 h 334386"/>
                <a:gd name="connsiteX63" fmla="*/ 389013 w 643484"/>
                <a:gd name="connsiteY63" fmla="*/ 288467 h 334386"/>
                <a:gd name="connsiteX64" fmla="*/ 389940 w 643484"/>
                <a:gd name="connsiteY64" fmla="*/ 288072 h 334386"/>
                <a:gd name="connsiteX65" fmla="*/ 400978 w 643484"/>
                <a:gd name="connsiteY65" fmla="*/ 288072 h 334386"/>
                <a:gd name="connsiteX66" fmla="*/ 401349 w 643484"/>
                <a:gd name="connsiteY66" fmla="*/ 288116 h 334386"/>
                <a:gd name="connsiteX67" fmla="*/ 424816 w 643484"/>
                <a:gd name="connsiteY67" fmla="*/ 295448 h 334386"/>
                <a:gd name="connsiteX68" fmla="*/ 423610 w 643484"/>
                <a:gd name="connsiteY68" fmla="*/ 291102 h 334386"/>
                <a:gd name="connsiteX69" fmla="*/ 423610 w 643484"/>
                <a:gd name="connsiteY69" fmla="*/ 290575 h 334386"/>
                <a:gd name="connsiteX70" fmla="*/ 425326 w 643484"/>
                <a:gd name="connsiteY70" fmla="*/ 283419 h 334386"/>
                <a:gd name="connsiteX71" fmla="*/ 426021 w 643484"/>
                <a:gd name="connsiteY71" fmla="*/ 282673 h 334386"/>
                <a:gd name="connsiteX72" fmla="*/ 435019 w 643484"/>
                <a:gd name="connsiteY72" fmla="*/ 279161 h 334386"/>
                <a:gd name="connsiteX73" fmla="*/ 435946 w 643484"/>
                <a:gd name="connsiteY73" fmla="*/ 279161 h 334386"/>
                <a:gd name="connsiteX74" fmla="*/ 447031 w 643484"/>
                <a:gd name="connsiteY74" fmla="*/ 284077 h 334386"/>
                <a:gd name="connsiteX75" fmla="*/ 460387 w 643484"/>
                <a:gd name="connsiteY75" fmla="*/ 287721 h 334386"/>
                <a:gd name="connsiteX76" fmla="*/ 460387 w 643484"/>
                <a:gd name="connsiteY76" fmla="*/ 286448 h 334386"/>
                <a:gd name="connsiteX77" fmla="*/ 461454 w 643484"/>
                <a:gd name="connsiteY77" fmla="*/ 285350 h 334386"/>
                <a:gd name="connsiteX78" fmla="*/ 465210 w 643484"/>
                <a:gd name="connsiteY78" fmla="*/ 285087 h 334386"/>
                <a:gd name="connsiteX79" fmla="*/ 465813 w 643484"/>
                <a:gd name="connsiteY79" fmla="*/ 285219 h 334386"/>
                <a:gd name="connsiteX80" fmla="*/ 471657 w 643484"/>
                <a:gd name="connsiteY80" fmla="*/ 287985 h 334386"/>
                <a:gd name="connsiteX81" fmla="*/ 480144 w 643484"/>
                <a:gd name="connsiteY81" fmla="*/ 283858 h 334386"/>
                <a:gd name="connsiteX82" fmla="*/ 480979 w 643484"/>
                <a:gd name="connsiteY82" fmla="*/ 283770 h 334386"/>
                <a:gd name="connsiteX83" fmla="*/ 487054 w 643484"/>
                <a:gd name="connsiteY83" fmla="*/ 285438 h 334386"/>
                <a:gd name="connsiteX84" fmla="*/ 516411 w 643484"/>
                <a:gd name="connsiteY84" fmla="*/ 288160 h 334386"/>
                <a:gd name="connsiteX85" fmla="*/ 517292 w 643484"/>
                <a:gd name="connsiteY85" fmla="*/ 288687 h 334386"/>
                <a:gd name="connsiteX86" fmla="*/ 521605 w 643484"/>
                <a:gd name="connsiteY86" fmla="*/ 295316 h 334386"/>
                <a:gd name="connsiteX87" fmla="*/ 527356 w 643484"/>
                <a:gd name="connsiteY87" fmla="*/ 295579 h 334386"/>
                <a:gd name="connsiteX88" fmla="*/ 528098 w 643484"/>
                <a:gd name="connsiteY88" fmla="*/ 295887 h 334386"/>
                <a:gd name="connsiteX89" fmla="*/ 530649 w 643484"/>
                <a:gd name="connsiteY89" fmla="*/ 298257 h 334386"/>
                <a:gd name="connsiteX90" fmla="*/ 530185 w 643484"/>
                <a:gd name="connsiteY90" fmla="*/ 289872 h 334386"/>
                <a:gd name="connsiteX91" fmla="*/ 531020 w 643484"/>
                <a:gd name="connsiteY91" fmla="*/ 288775 h 334386"/>
                <a:gd name="connsiteX92" fmla="*/ 536539 w 643484"/>
                <a:gd name="connsiteY92" fmla="*/ 287238 h 334386"/>
                <a:gd name="connsiteX93" fmla="*/ 533570 w 643484"/>
                <a:gd name="connsiteY93" fmla="*/ 285263 h 334386"/>
                <a:gd name="connsiteX94" fmla="*/ 533107 w 643484"/>
                <a:gd name="connsiteY94" fmla="*/ 284297 h 334386"/>
                <a:gd name="connsiteX95" fmla="*/ 533756 w 643484"/>
                <a:gd name="connsiteY95" fmla="*/ 283419 h 334386"/>
                <a:gd name="connsiteX96" fmla="*/ 539785 w 643484"/>
                <a:gd name="connsiteY96" fmla="*/ 280565 h 334386"/>
                <a:gd name="connsiteX97" fmla="*/ 533478 w 643484"/>
                <a:gd name="connsiteY97" fmla="*/ 263664 h 334386"/>
                <a:gd name="connsiteX98" fmla="*/ 533431 w 643484"/>
                <a:gd name="connsiteY98" fmla="*/ 263225 h 334386"/>
                <a:gd name="connsiteX99" fmla="*/ 533988 w 643484"/>
                <a:gd name="connsiteY99" fmla="*/ 252513 h 334386"/>
                <a:gd name="connsiteX100" fmla="*/ 526567 w 643484"/>
                <a:gd name="connsiteY100" fmla="*/ 246279 h 334386"/>
                <a:gd name="connsiteX101" fmla="*/ 526197 w 643484"/>
                <a:gd name="connsiteY101" fmla="*/ 245489 h 334386"/>
                <a:gd name="connsiteX102" fmla="*/ 526567 w 643484"/>
                <a:gd name="connsiteY102" fmla="*/ 244655 h 334386"/>
                <a:gd name="connsiteX103" fmla="*/ 530602 w 643484"/>
                <a:gd name="connsiteY103" fmla="*/ 241099 h 334386"/>
                <a:gd name="connsiteX104" fmla="*/ 531391 w 643484"/>
                <a:gd name="connsiteY104" fmla="*/ 240792 h 334386"/>
                <a:gd name="connsiteX105" fmla="*/ 541547 w 643484"/>
                <a:gd name="connsiteY105" fmla="*/ 240792 h 334386"/>
                <a:gd name="connsiteX106" fmla="*/ 553466 w 643484"/>
                <a:gd name="connsiteY106" fmla="*/ 234602 h 334386"/>
                <a:gd name="connsiteX107" fmla="*/ 554718 w 643484"/>
                <a:gd name="connsiteY107" fmla="*/ 234690 h 334386"/>
                <a:gd name="connsiteX108" fmla="*/ 559634 w 643484"/>
                <a:gd name="connsiteY108" fmla="*/ 238290 h 334386"/>
                <a:gd name="connsiteX109" fmla="*/ 567658 w 643484"/>
                <a:gd name="connsiteY109" fmla="*/ 238290 h 334386"/>
                <a:gd name="connsiteX110" fmla="*/ 567147 w 643484"/>
                <a:gd name="connsiteY110" fmla="*/ 235875 h 334386"/>
                <a:gd name="connsiteX111" fmla="*/ 563437 w 643484"/>
                <a:gd name="connsiteY111" fmla="*/ 233109 h 334386"/>
                <a:gd name="connsiteX112" fmla="*/ 562974 w 643484"/>
                <a:gd name="connsiteY112" fmla="*/ 232275 h 334386"/>
                <a:gd name="connsiteX113" fmla="*/ 562695 w 643484"/>
                <a:gd name="connsiteY113" fmla="*/ 224022 h 334386"/>
                <a:gd name="connsiteX114" fmla="*/ 563020 w 643484"/>
                <a:gd name="connsiteY114" fmla="*/ 223232 h 334386"/>
                <a:gd name="connsiteX115" fmla="*/ 563855 w 643484"/>
                <a:gd name="connsiteY115" fmla="*/ 222881 h 334386"/>
                <a:gd name="connsiteX116" fmla="*/ 567287 w 643484"/>
                <a:gd name="connsiteY116" fmla="*/ 222881 h 334386"/>
                <a:gd name="connsiteX117" fmla="*/ 574893 w 643484"/>
                <a:gd name="connsiteY117" fmla="*/ 194609 h 334386"/>
                <a:gd name="connsiteX118" fmla="*/ 575542 w 643484"/>
                <a:gd name="connsiteY118" fmla="*/ 193863 h 334386"/>
                <a:gd name="connsiteX119" fmla="*/ 576562 w 643484"/>
                <a:gd name="connsiteY119" fmla="*/ 193863 h 334386"/>
                <a:gd name="connsiteX120" fmla="*/ 588157 w 643484"/>
                <a:gd name="connsiteY120" fmla="*/ 199745 h 334386"/>
                <a:gd name="connsiteX121" fmla="*/ 603739 w 643484"/>
                <a:gd name="connsiteY121" fmla="*/ 198384 h 334386"/>
                <a:gd name="connsiteX122" fmla="*/ 604806 w 643484"/>
                <a:gd name="connsiteY122" fmla="*/ 198867 h 334386"/>
                <a:gd name="connsiteX123" fmla="*/ 606939 w 643484"/>
                <a:gd name="connsiteY123" fmla="*/ 201897 h 334386"/>
                <a:gd name="connsiteX124" fmla="*/ 610603 w 643484"/>
                <a:gd name="connsiteY124" fmla="*/ 198648 h 334386"/>
                <a:gd name="connsiteX125" fmla="*/ 611252 w 643484"/>
                <a:gd name="connsiteY125" fmla="*/ 198341 h 334386"/>
                <a:gd name="connsiteX126" fmla="*/ 615519 w 643484"/>
                <a:gd name="connsiteY126" fmla="*/ 197858 h 334386"/>
                <a:gd name="connsiteX127" fmla="*/ 614962 w 643484"/>
                <a:gd name="connsiteY127" fmla="*/ 179507 h 334386"/>
                <a:gd name="connsiteX128" fmla="*/ 614545 w 643484"/>
                <a:gd name="connsiteY128" fmla="*/ 177093 h 334386"/>
                <a:gd name="connsiteX129" fmla="*/ 633931 w 643484"/>
                <a:gd name="connsiteY129" fmla="*/ 163659 h 334386"/>
                <a:gd name="connsiteX130" fmla="*/ 633653 w 643484"/>
                <a:gd name="connsiteY130" fmla="*/ 152772 h 334386"/>
                <a:gd name="connsiteX131" fmla="*/ 634024 w 643484"/>
                <a:gd name="connsiteY131" fmla="*/ 151938 h 334386"/>
                <a:gd name="connsiteX132" fmla="*/ 634905 w 643484"/>
                <a:gd name="connsiteY132" fmla="*/ 151631 h 334386"/>
                <a:gd name="connsiteX133" fmla="*/ 643485 w 643484"/>
                <a:gd name="connsiteY133" fmla="*/ 152333 h 334386"/>
                <a:gd name="connsiteX134" fmla="*/ 643485 w 643484"/>
                <a:gd name="connsiteY134" fmla="*/ 151455 h 334386"/>
                <a:gd name="connsiteX135" fmla="*/ 640424 w 643484"/>
                <a:gd name="connsiteY135" fmla="*/ 151060 h 334386"/>
                <a:gd name="connsiteX136" fmla="*/ 639589 w 643484"/>
                <a:gd name="connsiteY136" fmla="*/ 150533 h 334386"/>
                <a:gd name="connsiteX137" fmla="*/ 635508 w 643484"/>
                <a:gd name="connsiteY137" fmla="*/ 143817 h 334386"/>
                <a:gd name="connsiteX138" fmla="*/ 632493 w 643484"/>
                <a:gd name="connsiteY138" fmla="*/ 143114 h 334386"/>
                <a:gd name="connsiteX139" fmla="*/ 631705 w 643484"/>
                <a:gd name="connsiteY139" fmla="*/ 142412 h 334386"/>
                <a:gd name="connsiteX140" fmla="*/ 631890 w 643484"/>
                <a:gd name="connsiteY140" fmla="*/ 141402 h 334386"/>
                <a:gd name="connsiteX141" fmla="*/ 633884 w 643484"/>
                <a:gd name="connsiteY141" fmla="*/ 138900 h 334386"/>
                <a:gd name="connsiteX142" fmla="*/ 631983 w 643484"/>
                <a:gd name="connsiteY142" fmla="*/ 138988 h 334386"/>
                <a:gd name="connsiteX143" fmla="*/ 628041 w 643484"/>
                <a:gd name="connsiteY143" fmla="*/ 145617 h 334386"/>
                <a:gd name="connsiteX144" fmla="*/ 626557 w 643484"/>
                <a:gd name="connsiteY144" fmla="*/ 146099 h 334386"/>
                <a:gd name="connsiteX145" fmla="*/ 620713 w 643484"/>
                <a:gd name="connsiteY145" fmla="*/ 143729 h 334386"/>
                <a:gd name="connsiteX146" fmla="*/ 611113 w 643484"/>
                <a:gd name="connsiteY146" fmla="*/ 143992 h 334386"/>
                <a:gd name="connsiteX147" fmla="*/ 611113 w 643484"/>
                <a:gd name="connsiteY147" fmla="*/ 143992 h 334386"/>
                <a:gd name="connsiteX148" fmla="*/ 609954 w 643484"/>
                <a:gd name="connsiteY148" fmla="*/ 143114 h 334386"/>
                <a:gd name="connsiteX149" fmla="*/ 607449 w 643484"/>
                <a:gd name="connsiteY149" fmla="*/ 130866 h 334386"/>
                <a:gd name="connsiteX150" fmla="*/ 596504 w 643484"/>
                <a:gd name="connsiteY150" fmla="*/ 127486 h 334386"/>
                <a:gd name="connsiteX151" fmla="*/ 595762 w 643484"/>
                <a:gd name="connsiteY151" fmla="*/ 126783 h 334386"/>
                <a:gd name="connsiteX152" fmla="*/ 592377 w 643484"/>
                <a:gd name="connsiteY152" fmla="*/ 116379 h 334386"/>
                <a:gd name="connsiteX153" fmla="*/ 583982 w 643484"/>
                <a:gd name="connsiteY153" fmla="*/ 109443 h 334386"/>
                <a:gd name="connsiteX154" fmla="*/ 577582 w 643484"/>
                <a:gd name="connsiteY154" fmla="*/ 109443 h 334386"/>
                <a:gd name="connsiteX155" fmla="*/ 576469 w 643484"/>
                <a:gd name="connsiteY155" fmla="*/ 111594 h 334386"/>
                <a:gd name="connsiteX156" fmla="*/ 575727 w 643484"/>
                <a:gd name="connsiteY156" fmla="*/ 112165 h 334386"/>
                <a:gd name="connsiteX157" fmla="*/ 574753 w 643484"/>
                <a:gd name="connsiteY157" fmla="*/ 111989 h 334386"/>
                <a:gd name="connsiteX158" fmla="*/ 572017 w 643484"/>
                <a:gd name="connsiteY158" fmla="*/ 110145 h 334386"/>
                <a:gd name="connsiteX159" fmla="*/ 570440 w 643484"/>
                <a:gd name="connsiteY159" fmla="*/ 114974 h 334386"/>
                <a:gd name="connsiteX160" fmla="*/ 569188 w 643484"/>
                <a:gd name="connsiteY160" fmla="*/ 115721 h 334386"/>
                <a:gd name="connsiteX161" fmla="*/ 554347 w 643484"/>
                <a:gd name="connsiteY161" fmla="*/ 115940 h 334386"/>
                <a:gd name="connsiteX162" fmla="*/ 553977 w 643484"/>
                <a:gd name="connsiteY162" fmla="*/ 115984 h 334386"/>
                <a:gd name="connsiteX163" fmla="*/ 550220 w 643484"/>
                <a:gd name="connsiteY163" fmla="*/ 115984 h 334386"/>
                <a:gd name="connsiteX164" fmla="*/ 549061 w 643484"/>
                <a:gd name="connsiteY164" fmla="*/ 114887 h 334386"/>
                <a:gd name="connsiteX165" fmla="*/ 549061 w 643484"/>
                <a:gd name="connsiteY165" fmla="*/ 111594 h 334386"/>
                <a:gd name="connsiteX166" fmla="*/ 545304 w 643484"/>
                <a:gd name="connsiteY166" fmla="*/ 111594 h 334386"/>
                <a:gd name="connsiteX167" fmla="*/ 544145 w 643484"/>
                <a:gd name="connsiteY167" fmla="*/ 110497 h 334386"/>
                <a:gd name="connsiteX168" fmla="*/ 544145 w 643484"/>
                <a:gd name="connsiteY168" fmla="*/ 103692 h 334386"/>
                <a:gd name="connsiteX169" fmla="*/ 539507 w 643484"/>
                <a:gd name="connsiteY169" fmla="*/ 103912 h 334386"/>
                <a:gd name="connsiteX170" fmla="*/ 538394 w 643484"/>
                <a:gd name="connsiteY170" fmla="*/ 105185 h 334386"/>
                <a:gd name="connsiteX171" fmla="*/ 537513 w 643484"/>
                <a:gd name="connsiteY171" fmla="*/ 105580 h 334386"/>
                <a:gd name="connsiteX172" fmla="*/ 536956 w 643484"/>
                <a:gd name="connsiteY172" fmla="*/ 105580 h 334386"/>
                <a:gd name="connsiteX173" fmla="*/ 536956 w 643484"/>
                <a:gd name="connsiteY173" fmla="*/ 109970 h 334386"/>
                <a:gd name="connsiteX174" fmla="*/ 536631 w 643484"/>
                <a:gd name="connsiteY174" fmla="*/ 110716 h 334386"/>
                <a:gd name="connsiteX175" fmla="*/ 530556 w 643484"/>
                <a:gd name="connsiteY175" fmla="*/ 116774 h 334386"/>
                <a:gd name="connsiteX176" fmla="*/ 529536 w 643484"/>
                <a:gd name="connsiteY176" fmla="*/ 117082 h 334386"/>
                <a:gd name="connsiteX177" fmla="*/ 528654 w 643484"/>
                <a:gd name="connsiteY177" fmla="*/ 116511 h 334386"/>
                <a:gd name="connsiteX178" fmla="*/ 495727 w 643484"/>
                <a:gd name="connsiteY178" fmla="*/ 55490 h 334386"/>
                <a:gd name="connsiteX179" fmla="*/ 470961 w 643484"/>
                <a:gd name="connsiteY179" fmla="*/ 33935 h 334386"/>
                <a:gd name="connsiteX180" fmla="*/ 470590 w 643484"/>
                <a:gd name="connsiteY180" fmla="*/ 32969 h 334386"/>
                <a:gd name="connsiteX181" fmla="*/ 471239 w 643484"/>
                <a:gd name="connsiteY181" fmla="*/ 32135 h 334386"/>
                <a:gd name="connsiteX182" fmla="*/ 478428 w 643484"/>
                <a:gd name="connsiteY182" fmla="*/ 28886 h 334386"/>
                <a:gd name="connsiteX183" fmla="*/ 478428 w 643484"/>
                <a:gd name="connsiteY183" fmla="*/ 24979 h 334386"/>
                <a:gd name="connsiteX184" fmla="*/ 475738 w 643484"/>
                <a:gd name="connsiteY184" fmla="*/ 26165 h 334386"/>
                <a:gd name="connsiteX185" fmla="*/ 475367 w 643484"/>
                <a:gd name="connsiteY185" fmla="*/ 26252 h 334386"/>
                <a:gd name="connsiteX186" fmla="*/ 468920 w 643484"/>
                <a:gd name="connsiteY186" fmla="*/ 26779 h 334386"/>
                <a:gd name="connsiteX187" fmla="*/ 457604 w 643484"/>
                <a:gd name="connsiteY187" fmla="*/ 32135 h 334386"/>
                <a:gd name="connsiteX188" fmla="*/ 457604 w 643484"/>
                <a:gd name="connsiteY188" fmla="*/ 36657 h 334386"/>
                <a:gd name="connsiteX189" fmla="*/ 457141 w 643484"/>
                <a:gd name="connsiteY189" fmla="*/ 37535 h 334386"/>
                <a:gd name="connsiteX190" fmla="*/ 452781 w 643484"/>
                <a:gd name="connsiteY190" fmla="*/ 40564 h 334386"/>
                <a:gd name="connsiteX191" fmla="*/ 452039 w 643484"/>
                <a:gd name="connsiteY191" fmla="*/ 40783 h 334386"/>
                <a:gd name="connsiteX192" fmla="*/ 445407 w 643484"/>
                <a:gd name="connsiteY192" fmla="*/ 40564 h 334386"/>
                <a:gd name="connsiteX193" fmla="*/ 445407 w 643484"/>
                <a:gd name="connsiteY193" fmla="*/ 42451 h 334386"/>
                <a:gd name="connsiteX194" fmla="*/ 444526 w 643484"/>
                <a:gd name="connsiteY194" fmla="*/ 43505 h 334386"/>
                <a:gd name="connsiteX195" fmla="*/ 441604 w 643484"/>
                <a:gd name="connsiteY195" fmla="*/ 44207 h 334386"/>
                <a:gd name="connsiteX196" fmla="*/ 439796 w 643484"/>
                <a:gd name="connsiteY196" fmla="*/ 48115 h 334386"/>
                <a:gd name="connsiteX197" fmla="*/ 439053 w 643484"/>
                <a:gd name="connsiteY197" fmla="*/ 48729 h 334386"/>
                <a:gd name="connsiteX198" fmla="*/ 438080 w 643484"/>
                <a:gd name="connsiteY198" fmla="*/ 48597 h 334386"/>
                <a:gd name="connsiteX199" fmla="*/ 433813 w 643484"/>
                <a:gd name="connsiteY199" fmla="*/ 45832 h 334386"/>
                <a:gd name="connsiteX200" fmla="*/ 430798 w 643484"/>
                <a:gd name="connsiteY200" fmla="*/ 46271 h 334386"/>
                <a:gd name="connsiteX201" fmla="*/ 428850 w 643484"/>
                <a:gd name="connsiteY201" fmla="*/ 47719 h 334386"/>
                <a:gd name="connsiteX202" fmla="*/ 431772 w 643484"/>
                <a:gd name="connsiteY202" fmla="*/ 47719 h 334386"/>
                <a:gd name="connsiteX203" fmla="*/ 431772 w 643484"/>
                <a:gd name="connsiteY203" fmla="*/ 51012 h 334386"/>
                <a:gd name="connsiteX204" fmla="*/ 428016 w 643484"/>
                <a:gd name="connsiteY204" fmla="*/ 51012 h 334386"/>
                <a:gd name="connsiteX205" fmla="*/ 428016 w 643484"/>
                <a:gd name="connsiteY205" fmla="*/ 48334 h 334386"/>
                <a:gd name="connsiteX206" fmla="*/ 425836 w 643484"/>
                <a:gd name="connsiteY206" fmla="*/ 49958 h 334386"/>
                <a:gd name="connsiteX207" fmla="*/ 424908 w 643484"/>
                <a:gd name="connsiteY207" fmla="*/ 50178 h 334386"/>
                <a:gd name="connsiteX208" fmla="*/ 424120 w 643484"/>
                <a:gd name="connsiteY208" fmla="*/ 49651 h 334386"/>
                <a:gd name="connsiteX209" fmla="*/ 420920 w 643484"/>
                <a:gd name="connsiteY209" fmla="*/ 44734 h 334386"/>
                <a:gd name="connsiteX210" fmla="*/ 420874 w 643484"/>
                <a:gd name="connsiteY210" fmla="*/ 43681 h 334386"/>
                <a:gd name="connsiteX211" fmla="*/ 422914 w 643484"/>
                <a:gd name="connsiteY211" fmla="*/ 39817 h 334386"/>
                <a:gd name="connsiteX212" fmla="*/ 423239 w 643484"/>
                <a:gd name="connsiteY212" fmla="*/ 39422 h 334386"/>
                <a:gd name="connsiteX213" fmla="*/ 427598 w 643484"/>
                <a:gd name="connsiteY213" fmla="*/ 36305 h 334386"/>
                <a:gd name="connsiteX214" fmla="*/ 428526 w 643484"/>
                <a:gd name="connsiteY214" fmla="*/ 34110 h 334386"/>
                <a:gd name="connsiteX215" fmla="*/ 427552 w 643484"/>
                <a:gd name="connsiteY215" fmla="*/ 34198 h 334386"/>
                <a:gd name="connsiteX216" fmla="*/ 426114 w 643484"/>
                <a:gd name="connsiteY216" fmla="*/ 36701 h 334386"/>
                <a:gd name="connsiteX217" fmla="*/ 425094 w 643484"/>
                <a:gd name="connsiteY217" fmla="*/ 37271 h 334386"/>
                <a:gd name="connsiteX218" fmla="*/ 420734 w 643484"/>
                <a:gd name="connsiteY218" fmla="*/ 37271 h 334386"/>
                <a:gd name="connsiteX219" fmla="*/ 419714 w 643484"/>
                <a:gd name="connsiteY219" fmla="*/ 36701 h 334386"/>
                <a:gd name="connsiteX220" fmla="*/ 417720 w 643484"/>
                <a:gd name="connsiteY220" fmla="*/ 33408 h 334386"/>
                <a:gd name="connsiteX221" fmla="*/ 413732 w 643484"/>
                <a:gd name="connsiteY221" fmla="*/ 33408 h 334386"/>
                <a:gd name="connsiteX222" fmla="*/ 415077 w 643484"/>
                <a:gd name="connsiteY222" fmla="*/ 35603 h 334386"/>
                <a:gd name="connsiteX223" fmla="*/ 415169 w 643484"/>
                <a:gd name="connsiteY223" fmla="*/ 36481 h 334386"/>
                <a:gd name="connsiteX224" fmla="*/ 414566 w 643484"/>
                <a:gd name="connsiteY224" fmla="*/ 37140 h 334386"/>
                <a:gd name="connsiteX225" fmla="*/ 409372 w 643484"/>
                <a:gd name="connsiteY225" fmla="*/ 39598 h 334386"/>
                <a:gd name="connsiteX226" fmla="*/ 408259 w 643484"/>
                <a:gd name="connsiteY226" fmla="*/ 39554 h 334386"/>
                <a:gd name="connsiteX227" fmla="*/ 407702 w 643484"/>
                <a:gd name="connsiteY227" fmla="*/ 38632 h 334386"/>
                <a:gd name="connsiteX228" fmla="*/ 407702 w 643484"/>
                <a:gd name="connsiteY228" fmla="*/ 32706 h 334386"/>
                <a:gd name="connsiteX229" fmla="*/ 404502 w 643484"/>
                <a:gd name="connsiteY229" fmla="*/ 29062 h 334386"/>
                <a:gd name="connsiteX230" fmla="*/ 404502 w 643484"/>
                <a:gd name="connsiteY230" fmla="*/ 31784 h 334386"/>
                <a:gd name="connsiteX231" fmla="*/ 403853 w 643484"/>
                <a:gd name="connsiteY231" fmla="*/ 32793 h 334386"/>
                <a:gd name="connsiteX232" fmla="*/ 402601 w 643484"/>
                <a:gd name="connsiteY232" fmla="*/ 32662 h 334386"/>
                <a:gd name="connsiteX233" fmla="*/ 399586 w 643484"/>
                <a:gd name="connsiteY233" fmla="*/ 30291 h 334386"/>
                <a:gd name="connsiteX234" fmla="*/ 399586 w 643484"/>
                <a:gd name="connsiteY234" fmla="*/ 32925 h 334386"/>
                <a:gd name="connsiteX235" fmla="*/ 399169 w 643484"/>
                <a:gd name="connsiteY235" fmla="*/ 33759 h 334386"/>
                <a:gd name="connsiteX236" fmla="*/ 398195 w 643484"/>
                <a:gd name="connsiteY236" fmla="*/ 33979 h 334386"/>
                <a:gd name="connsiteX237" fmla="*/ 390357 w 643484"/>
                <a:gd name="connsiteY237" fmla="*/ 32311 h 334386"/>
                <a:gd name="connsiteX238" fmla="*/ 387436 w 643484"/>
                <a:gd name="connsiteY238" fmla="*/ 32311 h 334386"/>
                <a:gd name="connsiteX239" fmla="*/ 386508 w 643484"/>
                <a:gd name="connsiteY239" fmla="*/ 31915 h 334386"/>
                <a:gd name="connsiteX240" fmla="*/ 383030 w 643484"/>
                <a:gd name="connsiteY240" fmla="*/ 27789 h 334386"/>
                <a:gd name="connsiteX241" fmla="*/ 382844 w 643484"/>
                <a:gd name="connsiteY241" fmla="*/ 26735 h 334386"/>
                <a:gd name="connsiteX242" fmla="*/ 383725 w 643484"/>
                <a:gd name="connsiteY242" fmla="*/ 26033 h 334386"/>
                <a:gd name="connsiteX243" fmla="*/ 388688 w 643484"/>
                <a:gd name="connsiteY243" fmla="*/ 25199 h 334386"/>
                <a:gd name="connsiteX244" fmla="*/ 386462 w 643484"/>
                <a:gd name="connsiteY244" fmla="*/ 21906 h 334386"/>
                <a:gd name="connsiteX245" fmla="*/ 386462 w 643484"/>
                <a:gd name="connsiteY245" fmla="*/ 20677 h 334386"/>
                <a:gd name="connsiteX246" fmla="*/ 388920 w 643484"/>
                <a:gd name="connsiteY246" fmla="*/ 17297 h 334386"/>
                <a:gd name="connsiteX247" fmla="*/ 385163 w 643484"/>
                <a:gd name="connsiteY247" fmla="*/ 15409 h 334386"/>
                <a:gd name="connsiteX248" fmla="*/ 384560 w 643484"/>
                <a:gd name="connsiteY248" fmla="*/ 14224 h 334386"/>
                <a:gd name="connsiteX249" fmla="*/ 385951 w 643484"/>
                <a:gd name="connsiteY249" fmla="*/ 7156 h 334386"/>
                <a:gd name="connsiteX250" fmla="*/ 383586 w 643484"/>
                <a:gd name="connsiteY250" fmla="*/ 2678 h 334386"/>
                <a:gd name="connsiteX251" fmla="*/ 377325 w 643484"/>
                <a:gd name="connsiteY251" fmla="*/ 3380 h 334386"/>
                <a:gd name="connsiteX252" fmla="*/ 374728 w 643484"/>
                <a:gd name="connsiteY252" fmla="*/ 6322 h 334386"/>
                <a:gd name="connsiteX253" fmla="*/ 373940 w 643484"/>
                <a:gd name="connsiteY253" fmla="*/ 6717 h 334386"/>
                <a:gd name="connsiteX254" fmla="*/ 373105 w 643484"/>
                <a:gd name="connsiteY254" fmla="*/ 6453 h 334386"/>
                <a:gd name="connsiteX255" fmla="*/ 368653 w 643484"/>
                <a:gd name="connsiteY255" fmla="*/ 2766 h 334386"/>
                <a:gd name="connsiteX256" fmla="*/ 361001 w 643484"/>
                <a:gd name="connsiteY256" fmla="*/ 527 h 334386"/>
                <a:gd name="connsiteX257" fmla="*/ 359146 w 643484"/>
                <a:gd name="connsiteY257" fmla="*/ 1624 h 334386"/>
                <a:gd name="connsiteX258" fmla="*/ 357893 w 643484"/>
                <a:gd name="connsiteY258" fmla="*/ 1624 h 334386"/>
                <a:gd name="connsiteX259" fmla="*/ 355343 w 643484"/>
                <a:gd name="connsiteY259" fmla="*/ 0 h 334386"/>
                <a:gd name="connsiteX260" fmla="*/ 355343 w 643484"/>
                <a:gd name="connsiteY260" fmla="*/ 1800 h 334386"/>
                <a:gd name="connsiteX261" fmla="*/ 354786 w 643484"/>
                <a:gd name="connsiteY261" fmla="*/ 2766 h 334386"/>
                <a:gd name="connsiteX262" fmla="*/ 353627 w 643484"/>
                <a:gd name="connsiteY262" fmla="*/ 2766 h 334386"/>
                <a:gd name="connsiteX263" fmla="*/ 349870 w 643484"/>
                <a:gd name="connsiteY263" fmla="*/ 702 h 334386"/>
                <a:gd name="connsiteX264" fmla="*/ 349870 w 643484"/>
                <a:gd name="connsiteY264" fmla="*/ 3468 h 334386"/>
                <a:gd name="connsiteX265" fmla="*/ 348711 w 643484"/>
                <a:gd name="connsiteY265" fmla="*/ 4566 h 334386"/>
                <a:gd name="connsiteX266" fmla="*/ 343285 w 643484"/>
                <a:gd name="connsiteY266" fmla="*/ 4566 h 334386"/>
                <a:gd name="connsiteX267" fmla="*/ 343377 w 643484"/>
                <a:gd name="connsiteY267" fmla="*/ 4873 h 334386"/>
                <a:gd name="connsiteX268" fmla="*/ 341476 w 643484"/>
                <a:gd name="connsiteY268" fmla="*/ 10975 h 334386"/>
                <a:gd name="connsiteX269" fmla="*/ 340548 w 643484"/>
                <a:gd name="connsiteY269" fmla="*/ 11414 h 334386"/>
                <a:gd name="connsiteX270" fmla="*/ 335632 w 643484"/>
                <a:gd name="connsiteY270" fmla="*/ 11414 h 334386"/>
                <a:gd name="connsiteX271" fmla="*/ 333360 w 643484"/>
                <a:gd name="connsiteY271" fmla="*/ 14487 h 334386"/>
                <a:gd name="connsiteX272" fmla="*/ 332664 w 643484"/>
                <a:gd name="connsiteY272" fmla="*/ 14926 h 334386"/>
                <a:gd name="connsiteX273" fmla="*/ 310635 w 643484"/>
                <a:gd name="connsiteY273" fmla="*/ 19580 h 334386"/>
                <a:gd name="connsiteX274" fmla="*/ 309754 w 643484"/>
                <a:gd name="connsiteY274" fmla="*/ 19448 h 334386"/>
                <a:gd name="connsiteX275" fmla="*/ 307018 w 643484"/>
                <a:gd name="connsiteY275" fmla="*/ 17867 h 334386"/>
                <a:gd name="connsiteX276" fmla="*/ 305302 w 643484"/>
                <a:gd name="connsiteY276" fmla="*/ 20721 h 334386"/>
                <a:gd name="connsiteX277" fmla="*/ 304003 w 643484"/>
                <a:gd name="connsiteY277" fmla="*/ 21248 h 334386"/>
                <a:gd name="connsiteX278" fmla="*/ 299365 w 643484"/>
                <a:gd name="connsiteY278" fmla="*/ 20019 h 334386"/>
                <a:gd name="connsiteX279" fmla="*/ 295887 w 643484"/>
                <a:gd name="connsiteY279" fmla="*/ 22872 h 334386"/>
                <a:gd name="connsiteX280" fmla="*/ 295887 w 643484"/>
                <a:gd name="connsiteY280" fmla="*/ 26779 h 334386"/>
                <a:gd name="connsiteX281" fmla="*/ 295284 w 643484"/>
                <a:gd name="connsiteY281" fmla="*/ 27745 h 334386"/>
                <a:gd name="connsiteX282" fmla="*/ 294125 w 643484"/>
                <a:gd name="connsiteY282" fmla="*/ 27745 h 334386"/>
                <a:gd name="connsiteX283" fmla="*/ 288791 w 643484"/>
                <a:gd name="connsiteY283" fmla="*/ 24716 h 334386"/>
                <a:gd name="connsiteX284" fmla="*/ 277336 w 643484"/>
                <a:gd name="connsiteY284" fmla="*/ 28755 h 334386"/>
                <a:gd name="connsiteX285" fmla="*/ 275805 w 643484"/>
                <a:gd name="connsiteY285" fmla="*/ 32662 h 334386"/>
                <a:gd name="connsiteX286" fmla="*/ 274971 w 643484"/>
                <a:gd name="connsiteY286" fmla="*/ 33364 h 334386"/>
                <a:gd name="connsiteX287" fmla="*/ 273904 w 643484"/>
                <a:gd name="connsiteY287" fmla="*/ 33057 h 334386"/>
                <a:gd name="connsiteX288" fmla="*/ 269730 w 643484"/>
                <a:gd name="connsiteY288" fmla="*/ 29106 h 334386"/>
                <a:gd name="connsiteX289" fmla="*/ 262773 w 643484"/>
                <a:gd name="connsiteY289" fmla="*/ 30774 h 334386"/>
                <a:gd name="connsiteX290" fmla="*/ 261290 w 643484"/>
                <a:gd name="connsiteY290" fmla="*/ 33627 h 334386"/>
                <a:gd name="connsiteX291" fmla="*/ 260269 w 643484"/>
                <a:gd name="connsiteY291" fmla="*/ 34242 h 334386"/>
                <a:gd name="connsiteX292" fmla="*/ 255307 w 643484"/>
                <a:gd name="connsiteY292" fmla="*/ 34242 h 334386"/>
                <a:gd name="connsiteX293" fmla="*/ 254101 w 643484"/>
                <a:gd name="connsiteY293" fmla="*/ 37842 h 334386"/>
                <a:gd name="connsiteX294" fmla="*/ 253266 w 643484"/>
                <a:gd name="connsiteY294" fmla="*/ 38588 h 334386"/>
                <a:gd name="connsiteX295" fmla="*/ 252153 w 643484"/>
                <a:gd name="connsiteY295" fmla="*/ 38237 h 334386"/>
                <a:gd name="connsiteX296" fmla="*/ 249463 w 643484"/>
                <a:gd name="connsiteY296" fmla="*/ 35427 h 334386"/>
                <a:gd name="connsiteX297" fmla="*/ 245892 w 643484"/>
                <a:gd name="connsiteY297" fmla="*/ 34418 h 334386"/>
                <a:gd name="connsiteX298" fmla="*/ 244825 w 643484"/>
                <a:gd name="connsiteY298" fmla="*/ 37052 h 334386"/>
                <a:gd name="connsiteX299" fmla="*/ 243388 w 643484"/>
                <a:gd name="connsiteY299" fmla="*/ 37710 h 334386"/>
                <a:gd name="connsiteX300" fmla="*/ 239539 w 643484"/>
                <a:gd name="connsiteY300" fmla="*/ 36481 h 334386"/>
                <a:gd name="connsiteX301" fmla="*/ 238565 w 643484"/>
                <a:gd name="connsiteY301" fmla="*/ 37052 h 334386"/>
                <a:gd name="connsiteX302" fmla="*/ 237173 w 643484"/>
                <a:gd name="connsiteY302" fmla="*/ 36920 h 334386"/>
                <a:gd name="connsiteX303" fmla="*/ 234344 w 643484"/>
                <a:gd name="connsiteY303" fmla="*/ 34462 h 334386"/>
                <a:gd name="connsiteX304" fmla="*/ 230588 w 643484"/>
                <a:gd name="connsiteY304" fmla="*/ 36613 h 334386"/>
                <a:gd name="connsiteX305" fmla="*/ 231237 w 643484"/>
                <a:gd name="connsiteY305" fmla="*/ 39115 h 334386"/>
                <a:gd name="connsiteX306" fmla="*/ 230912 w 643484"/>
                <a:gd name="connsiteY306" fmla="*/ 40169 h 334386"/>
                <a:gd name="connsiteX307" fmla="*/ 227666 w 643484"/>
                <a:gd name="connsiteY307" fmla="*/ 43242 h 334386"/>
                <a:gd name="connsiteX308" fmla="*/ 237081 w 643484"/>
                <a:gd name="connsiteY308" fmla="*/ 45744 h 334386"/>
                <a:gd name="connsiteX309" fmla="*/ 237915 w 643484"/>
                <a:gd name="connsiteY309" fmla="*/ 46841 h 334386"/>
                <a:gd name="connsiteX310" fmla="*/ 237034 w 643484"/>
                <a:gd name="connsiteY310" fmla="*/ 47895 h 334386"/>
                <a:gd name="connsiteX311" fmla="*/ 231747 w 643484"/>
                <a:gd name="connsiteY311" fmla="*/ 49036 h 334386"/>
                <a:gd name="connsiteX312" fmla="*/ 232257 w 643484"/>
                <a:gd name="connsiteY312" fmla="*/ 51714 h 334386"/>
                <a:gd name="connsiteX313" fmla="*/ 232304 w 643484"/>
                <a:gd name="connsiteY313" fmla="*/ 51714 h 334386"/>
                <a:gd name="connsiteX314" fmla="*/ 247794 w 643484"/>
                <a:gd name="connsiteY314" fmla="*/ 58738 h 334386"/>
                <a:gd name="connsiteX315" fmla="*/ 247979 w 643484"/>
                <a:gd name="connsiteY315" fmla="*/ 59836 h 334386"/>
                <a:gd name="connsiteX316" fmla="*/ 247052 w 643484"/>
                <a:gd name="connsiteY316" fmla="*/ 60538 h 334386"/>
                <a:gd name="connsiteX317" fmla="*/ 228640 w 643484"/>
                <a:gd name="connsiteY317" fmla="*/ 62689 h 334386"/>
                <a:gd name="connsiteX318" fmla="*/ 225162 w 643484"/>
                <a:gd name="connsiteY318" fmla="*/ 66421 h 334386"/>
                <a:gd name="connsiteX319" fmla="*/ 229243 w 643484"/>
                <a:gd name="connsiteY319" fmla="*/ 75816 h 334386"/>
                <a:gd name="connsiteX320" fmla="*/ 213753 w 643484"/>
                <a:gd name="connsiteY320" fmla="*/ 86176 h 334386"/>
                <a:gd name="connsiteX321" fmla="*/ 219921 w 643484"/>
                <a:gd name="connsiteY321" fmla="*/ 89205 h 334386"/>
                <a:gd name="connsiteX322" fmla="*/ 220524 w 643484"/>
                <a:gd name="connsiteY322" fmla="*/ 89951 h 334386"/>
                <a:gd name="connsiteX323" fmla="*/ 221173 w 643484"/>
                <a:gd name="connsiteY323" fmla="*/ 92629 h 334386"/>
                <a:gd name="connsiteX324" fmla="*/ 226275 w 643484"/>
                <a:gd name="connsiteY324" fmla="*/ 92410 h 334386"/>
                <a:gd name="connsiteX325" fmla="*/ 227434 w 643484"/>
                <a:gd name="connsiteY325" fmla="*/ 93244 h 334386"/>
                <a:gd name="connsiteX326" fmla="*/ 228362 w 643484"/>
                <a:gd name="connsiteY326" fmla="*/ 96712 h 334386"/>
                <a:gd name="connsiteX327" fmla="*/ 234901 w 643484"/>
                <a:gd name="connsiteY327" fmla="*/ 96010 h 334386"/>
                <a:gd name="connsiteX328" fmla="*/ 235968 w 643484"/>
                <a:gd name="connsiteY328" fmla="*/ 96448 h 334386"/>
                <a:gd name="connsiteX329" fmla="*/ 240884 w 643484"/>
                <a:gd name="connsiteY329" fmla="*/ 102507 h 334386"/>
                <a:gd name="connsiteX330" fmla="*/ 241023 w 643484"/>
                <a:gd name="connsiteY330" fmla="*/ 103604 h 334386"/>
                <a:gd name="connsiteX331" fmla="*/ 240049 w 643484"/>
                <a:gd name="connsiteY331" fmla="*/ 104263 h 334386"/>
                <a:gd name="connsiteX332" fmla="*/ 237452 w 643484"/>
                <a:gd name="connsiteY332" fmla="*/ 104482 h 334386"/>
                <a:gd name="connsiteX333" fmla="*/ 235596 w 643484"/>
                <a:gd name="connsiteY333" fmla="*/ 114623 h 334386"/>
                <a:gd name="connsiteX334" fmla="*/ 234715 w 643484"/>
                <a:gd name="connsiteY334" fmla="*/ 115501 h 334386"/>
                <a:gd name="connsiteX335" fmla="*/ 217927 w 643484"/>
                <a:gd name="connsiteY335" fmla="*/ 119364 h 334386"/>
                <a:gd name="connsiteX336" fmla="*/ 216721 w 643484"/>
                <a:gd name="connsiteY336" fmla="*/ 118925 h 334386"/>
                <a:gd name="connsiteX337" fmla="*/ 213753 w 643484"/>
                <a:gd name="connsiteY337" fmla="*/ 114930 h 334386"/>
                <a:gd name="connsiteX338" fmla="*/ 210553 w 643484"/>
                <a:gd name="connsiteY338" fmla="*/ 120725 h 334386"/>
                <a:gd name="connsiteX339" fmla="*/ 209532 w 643484"/>
                <a:gd name="connsiteY339" fmla="*/ 121296 h 334386"/>
                <a:gd name="connsiteX340" fmla="*/ 204338 w 643484"/>
                <a:gd name="connsiteY340" fmla="*/ 121296 h 334386"/>
                <a:gd name="connsiteX341" fmla="*/ 203179 w 643484"/>
                <a:gd name="connsiteY341" fmla="*/ 120198 h 334386"/>
                <a:gd name="connsiteX342" fmla="*/ 203179 w 643484"/>
                <a:gd name="connsiteY342" fmla="*/ 118267 h 334386"/>
                <a:gd name="connsiteX343" fmla="*/ 191213 w 643484"/>
                <a:gd name="connsiteY343" fmla="*/ 114667 h 334386"/>
                <a:gd name="connsiteX344" fmla="*/ 190471 w 643484"/>
                <a:gd name="connsiteY344" fmla="*/ 113965 h 334386"/>
                <a:gd name="connsiteX345" fmla="*/ 188802 w 643484"/>
                <a:gd name="connsiteY345" fmla="*/ 109531 h 334386"/>
                <a:gd name="connsiteX346" fmla="*/ 185231 w 643484"/>
                <a:gd name="connsiteY346" fmla="*/ 106150 h 334386"/>
                <a:gd name="connsiteX347" fmla="*/ 181938 w 643484"/>
                <a:gd name="connsiteY347" fmla="*/ 107731 h 334386"/>
                <a:gd name="connsiteX348" fmla="*/ 181289 w 643484"/>
                <a:gd name="connsiteY348" fmla="*/ 107819 h 334386"/>
                <a:gd name="connsiteX349" fmla="*/ 177950 w 643484"/>
                <a:gd name="connsiteY349" fmla="*/ 107423 h 334386"/>
                <a:gd name="connsiteX350" fmla="*/ 177950 w 643484"/>
                <a:gd name="connsiteY350" fmla="*/ 111375 h 334386"/>
                <a:gd name="connsiteX351" fmla="*/ 176976 w 643484"/>
                <a:gd name="connsiteY351" fmla="*/ 112472 h 334386"/>
                <a:gd name="connsiteX352" fmla="*/ 172941 w 643484"/>
                <a:gd name="connsiteY352" fmla="*/ 112999 h 334386"/>
                <a:gd name="connsiteX353" fmla="*/ 171921 w 643484"/>
                <a:gd name="connsiteY353" fmla="*/ 112648 h 334386"/>
                <a:gd name="connsiteX354" fmla="*/ 167608 w 643484"/>
                <a:gd name="connsiteY354" fmla="*/ 108038 h 334386"/>
                <a:gd name="connsiteX355" fmla="*/ 162413 w 643484"/>
                <a:gd name="connsiteY355" fmla="*/ 107819 h 334386"/>
                <a:gd name="connsiteX356" fmla="*/ 160465 w 643484"/>
                <a:gd name="connsiteY356" fmla="*/ 111067 h 334386"/>
                <a:gd name="connsiteX357" fmla="*/ 159399 w 643484"/>
                <a:gd name="connsiteY357" fmla="*/ 111638 h 334386"/>
                <a:gd name="connsiteX358" fmla="*/ 158378 w 643484"/>
                <a:gd name="connsiteY358" fmla="*/ 110979 h 334386"/>
                <a:gd name="connsiteX359" fmla="*/ 157126 w 643484"/>
                <a:gd name="connsiteY359" fmla="*/ 108302 h 334386"/>
                <a:gd name="connsiteX360" fmla="*/ 154854 w 643484"/>
                <a:gd name="connsiteY360" fmla="*/ 111199 h 334386"/>
                <a:gd name="connsiteX361" fmla="*/ 153741 w 643484"/>
                <a:gd name="connsiteY361" fmla="*/ 111638 h 334386"/>
                <a:gd name="connsiteX362" fmla="*/ 151422 w 643484"/>
                <a:gd name="connsiteY362" fmla="*/ 111331 h 334386"/>
                <a:gd name="connsiteX363" fmla="*/ 152720 w 643484"/>
                <a:gd name="connsiteY363" fmla="*/ 115765 h 334386"/>
                <a:gd name="connsiteX364" fmla="*/ 152071 w 643484"/>
                <a:gd name="connsiteY364" fmla="*/ 117082 h 334386"/>
                <a:gd name="connsiteX365" fmla="*/ 143955 w 643484"/>
                <a:gd name="connsiteY365" fmla="*/ 120374 h 334386"/>
                <a:gd name="connsiteX366" fmla="*/ 142935 w 643484"/>
                <a:gd name="connsiteY366" fmla="*/ 120330 h 334386"/>
                <a:gd name="connsiteX367" fmla="*/ 133938 w 643484"/>
                <a:gd name="connsiteY367" fmla="*/ 115677 h 334386"/>
                <a:gd name="connsiteX368" fmla="*/ 133335 w 643484"/>
                <a:gd name="connsiteY368" fmla="*/ 114711 h 334386"/>
                <a:gd name="connsiteX369" fmla="*/ 133335 w 643484"/>
                <a:gd name="connsiteY369" fmla="*/ 111506 h 334386"/>
                <a:gd name="connsiteX370" fmla="*/ 128187 w 643484"/>
                <a:gd name="connsiteY370" fmla="*/ 110497 h 334386"/>
                <a:gd name="connsiteX371" fmla="*/ 128604 w 643484"/>
                <a:gd name="connsiteY371" fmla="*/ 110936 h 334386"/>
                <a:gd name="connsiteX372" fmla="*/ 128882 w 643484"/>
                <a:gd name="connsiteY372" fmla="*/ 111331 h 334386"/>
                <a:gd name="connsiteX373" fmla="*/ 130923 w 643484"/>
                <a:gd name="connsiteY373" fmla="*/ 116818 h 334386"/>
                <a:gd name="connsiteX374" fmla="*/ 130738 w 643484"/>
                <a:gd name="connsiteY374" fmla="*/ 117828 h 334386"/>
                <a:gd name="connsiteX375" fmla="*/ 127537 w 643484"/>
                <a:gd name="connsiteY375" fmla="*/ 121954 h 334386"/>
                <a:gd name="connsiteX376" fmla="*/ 126656 w 643484"/>
                <a:gd name="connsiteY376" fmla="*/ 122393 h 334386"/>
                <a:gd name="connsiteX377" fmla="*/ 125729 w 643484"/>
                <a:gd name="connsiteY377" fmla="*/ 122042 h 334386"/>
                <a:gd name="connsiteX378" fmla="*/ 122853 w 643484"/>
                <a:gd name="connsiteY378" fmla="*/ 119013 h 334386"/>
                <a:gd name="connsiteX379" fmla="*/ 122529 w 643484"/>
                <a:gd name="connsiteY379" fmla="*/ 118267 h 334386"/>
                <a:gd name="connsiteX380" fmla="*/ 122529 w 643484"/>
                <a:gd name="connsiteY380" fmla="*/ 112648 h 334386"/>
                <a:gd name="connsiteX381" fmla="*/ 115897 w 643484"/>
                <a:gd name="connsiteY381" fmla="*/ 105360 h 334386"/>
                <a:gd name="connsiteX382" fmla="*/ 111769 w 643484"/>
                <a:gd name="connsiteY382" fmla="*/ 105360 h 334386"/>
                <a:gd name="connsiteX383" fmla="*/ 110795 w 643484"/>
                <a:gd name="connsiteY383" fmla="*/ 104877 h 334386"/>
                <a:gd name="connsiteX384" fmla="*/ 106158 w 643484"/>
                <a:gd name="connsiteY384" fmla="*/ 98205 h 334386"/>
                <a:gd name="connsiteX385" fmla="*/ 99758 w 643484"/>
                <a:gd name="connsiteY385" fmla="*/ 97722 h 334386"/>
                <a:gd name="connsiteX386" fmla="*/ 93914 w 643484"/>
                <a:gd name="connsiteY386" fmla="*/ 99829 h 334386"/>
                <a:gd name="connsiteX387" fmla="*/ 92476 w 643484"/>
                <a:gd name="connsiteY387" fmla="*/ 99302 h 334386"/>
                <a:gd name="connsiteX388" fmla="*/ 88998 w 643484"/>
                <a:gd name="connsiteY388" fmla="*/ 92497 h 334386"/>
                <a:gd name="connsiteX389" fmla="*/ 88117 w 643484"/>
                <a:gd name="connsiteY389" fmla="*/ 93727 h 334386"/>
                <a:gd name="connsiteX390" fmla="*/ 87004 w 643484"/>
                <a:gd name="connsiteY390" fmla="*/ 94166 h 334386"/>
                <a:gd name="connsiteX391" fmla="*/ 83618 w 643484"/>
                <a:gd name="connsiteY391" fmla="*/ 93727 h 334386"/>
                <a:gd name="connsiteX392" fmla="*/ 82180 w 643484"/>
                <a:gd name="connsiteY392" fmla="*/ 98336 h 334386"/>
                <a:gd name="connsiteX393" fmla="*/ 81531 w 643484"/>
                <a:gd name="connsiteY393" fmla="*/ 99039 h 334386"/>
                <a:gd name="connsiteX394" fmla="*/ 80557 w 643484"/>
                <a:gd name="connsiteY394" fmla="*/ 98995 h 334386"/>
                <a:gd name="connsiteX395" fmla="*/ 78146 w 643484"/>
                <a:gd name="connsiteY395" fmla="*/ 97766 h 334386"/>
                <a:gd name="connsiteX396" fmla="*/ 75270 w 643484"/>
                <a:gd name="connsiteY396" fmla="*/ 100707 h 334386"/>
                <a:gd name="connsiteX397" fmla="*/ 74018 w 643484"/>
                <a:gd name="connsiteY397" fmla="*/ 100970 h 334386"/>
                <a:gd name="connsiteX398" fmla="*/ 73276 w 643484"/>
                <a:gd name="connsiteY398" fmla="*/ 99961 h 334386"/>
                <a:gd name="connsiteX399" fmla="*/ 73276 w 643484"/>
                <a:gd name="connsiteY399" fmla="*/ 94166 h 334386"/>
                <a:gd name="connsiteX400" fmla="*/ 66319 w 643484"/>
                <a:gd name="connsiteY400" fmla="*/ 91883 h 334386"/>
                <a:gd name="connsiteX401" fmla="*/ 66319 w 643484"/>
                <a:gd name="connsiteY401" fmla="*/ 95571 h 334386"/>
                <a:gd name="connsiteX402" fmla="*/ 65670 w 643484"/>
                <a:gd name="connsiteY402" fmla="*/ 96580 h 334386"/>
                <a:gd name="connsiteX403" fmla="*/ 64465 w 643484"/>
                <a:gd name="connsiteY403" fmla="*/ 96448 h 334386"/>
                <a:gd name="connsiteX404" fmla="*/ 62841 w 643484"/>
                <a:gd name="connsiteY404" fmla="*/ 95219 h 334386"/>
                <a:gd name="connsiteX405" fmla="*/ 60198 w 643484"/>
                <a:gd name="connsiteY405" fmla="*/ 102287 h 334386"/>
                <a:gd name="connsiteX406" fmla="*/ 59641 w 643484"/>
                <a:gd name="connsiteY406" fmla="*/ 102902 h 334386"/>
                <a:gd name="connsiteX407" fmla="*/ 50644 w 643484"/>
                <a:gd name="connsiteY407" fmla="*/ 107555 h 334386"/>
                <a:gd name="connsiteX408" fmla="*/ 50087 w 643484"/>
                <a:gd name="connsiteY408" fmla="*/ 107687 h 334386"/>
                <a:gd name="connsiteX409" fmla="*/ 46609 w 643484"/>
                <a:gd name="connsiteY409" fmla="*/ 107687 h 334386"/>
                <a:gd name="connsiteX410" fmla="*/ 46609 w 643484"/>
                <a:gd name="connsiteY410" fmla="*/ 112911 h 334386"/>
                <a:gd name="connsiteX411" fmla="*/ 46099 w 643484"/>
                <a:gd name="connsiteY411" fmla="*/ 113833 h 334386"/>
                <a:gd name="connsiteX412" fmla="*/ 35386 w 643484"/>
                <a:gd name="connsiteY412" fmla="*/ 120418 h 334386"/>
                <a:gd name="connsiteX413" fmla="*/ 34180 w 643484"/>
                <a:gd name="connsiteY413" fmla="*/ 120418 h 334386"/>
                <a:gd name="connsiteX414" fmla="*/ 32186 w 643484"/>
                <a:gd name="connsiteY414" fmla="*/ 119321 h 334386"/>
                <a:gd name="connsiteX415" fmla="*/ 33577 w 643484"/>
                <a:gd name="connsiteY415" fmla="*/ 128891 h 334386"/>
                <a:gd name="connsiteX416" fmla="*/ 35432 w 643484"/>
                <a:gd name="connsiteY416" fmla="*/ 131130 h 334386"/>
                <a:gd name="connsiteX417" fmla="*/ 35339 w 643484"/>
                <a:gd name="connsiteY417" fmla="*/ 132578 h 334386"/>
                <a:gd name="connsiteX418" fmla="*/ 28661 w 643484"/>
                <a:gd name="connsiteY418" fmla="*/ 138988 h 334386"/>
                <a:gd name="connsiteX419" fmla="*/ 27734 w 643484"/>
                <a:gd name="connsiteY419" fmla="*/ 139295 h 334386"/>
                <a:gd name="connsiteX420" fmla="*/ 26852 w 643484"/>
                <a:gd name="connsiteY420" fmla="*/ 138768 h 334386"/>
                <a:gd name="connsiteX421" fmla="*/ 16464 w 643484"/>
                <a:gd name="connsiteY421" fmla="*/ 122876 h 334386"/>
                <a:gd name="connsiteX422" fmla="*/ 12429 w 643484"/>
                <a:gd name="connsiteY422" fmla="*/ 125335 h 334386"/>
                <a:gd name="connsiteX423" fmla="*/ 12104 w 643484"/>
                <a:gd name="connsiteY423" fmla="*/ 132183 h 334386"/>
                <a:gd name="connsiteX424" fmla="*/ 4916 w 643484"/>
                <a:gd name="connsiteY424" fmla="*/ 136749 h 334386"/>
                <a:gd name="connsiteX425" fmla="*/ 4638 w 643484"/>
                <a:gd name="connsiteY425" fmla="*/ 148602 h 334386"/>
                <a:gd name="connsiteX426" fmla="*/ 7235 w 643484"/>
                <a:gd name="connsiteY426" fmla="*/ 151280 h 334386"/>
                <a:gd name="connsiteX427" fmla="*/ 7420 w 643484"/>
                <a:gd name="connsiteY427" fmla="*/ 152465 h 334386"/>
                <a:gd name="connsiteX428" fmla="*/ 0 w 643484"/>
                <a:gd name="connsiteY428" fmla="*/ 168137 h 334386"/>
                <a:gd name="connsiteX429" fmla="*/ 8487 w 643484"/>
                <a:gd name="connsiteY429" fmla="*/ 171035 h 334386"/>
                <a:gd name="connsiteX430" fmla="*/ 9229 w 643484"/>
                <a:gd name="connsiteY430" fmla="*/ 171781 h 334386"/>
                <a:gd name="connsiteX431" fmla="*/ 10388 w 643484"/>
                <a:gd name="connsiteY431" fmla="*/ 175908 h 334386"/>
                <a:gd name="connsiteX432" fmla="*/ 9971 w 643484"/>
                <a:gd name="connsiteY432" fmla="*/ 177093 h 334386"/>
                <a:gd name="connsiteX433" fmla="*/ 7699 w 643484"/>
                <a:gd name="connsiteY433" fmla="*/ 178629 h 334386"/>
                <a:gd name="connsiteX434" fmla="*/ 11316 w 643484"/>
                <a:gd name="connsiteY434" fmla="*/ 183283 h 334386"/>
                <a:gd name="connsiteX435" fmla="*/ 11316 w 643484"/>
                <a:gd name="connsiteY435" fmla="*/ 181702 h 334386"/>
                <a:gd name="connsiteX436" fmla="*/ 11780 w 643484"/>
                <a:gd name="connsiteY436" fmla="*/ 180824 h 334386"/>
                <a:gd name="connsiteX437" fmla="*/ 12800 w 643484"/>
                <a:gd name="connsiteY437" fmla="*/ 180649 h 334386"/>
                <a:gd name="connsiteX438" fmla="*/ 24673 w 643484"/>
                <a:gd name="connsiteY438" fmla="*/ 183678 h 334386"/>
                <a:gd name="connsiteX439" fmla="*/ 25322 w 643484"/>
                <a:gd name="connsiteY439" fmla="*/ 184073 h 334386"/>
                <a:gd name="connsiteX440" fmla="*/ 39792 w 643484"/>
                <a:gd name="connsiteY440" fmla="*/ 202994 h 334386"/>
                <a:gd name="connsiteX441" fmla="*/ 39931 w 643484"/>
                <a:gd name="connsiteY441" fmla="*/ 204004 h 334386"/>
                <a:gd name="connsiteX442" fmla="*/ 38632 w 643484"/>
                <a:gd name="connsiteY442" fmla="*/ 207560 h 334386"/>
                <a:gd name="connsiteX443" fmla="*/ 37380 w 643484"/>
                <a:gd name="connsiteY443" fmla="*/ 208306 h 334386"/>
                <a:gd name="connsiteX444" fmla="*/ 30748 w 643484"/>
                <a:gd name="connsiteY444" fmla="*/ 207384 h 334386"/>
                <a:gd name="connsiteX445" fmla="*/ 30748 w 643484"/>
                <a:gd name="connsiteY445" fmla="*/ 208789 h 334386"/>
                <a:gd name="connsiteX446" fmla="*/ 44337 w 643484"/>
                <a:gd name="connsiteY446" fmla="*/ 216735 h 334386"/>
                <a:gd name="connsiteX447" fmla="*/ 53056 w 643484"/>
                <a:gd name="connsiteY447" fmla="*/ 210238 h 334386"/>
                <a:gd name="connsiteX448" fmla="*/ 59409 w 643484"/>
                <a:gd name="connsiteY448" fmla="*/ 205584 h 334386"/>
                <a:gd name="connsiteX449" fmla="*/ 68963 w 643484"/>
                <a:gd name="connsiteY449" fmla="*/ 201458 h 334386"/>
                <a:gd name="connsiteX450" fmla="*/ 76198 w 643484"/>
                <a:gd name="connsiteY450" fmla="*/ 201458 h 334386"/>
                <a:gd name="connsiteX451" fmla="*/ 82876 w 643484"/>
                <a:gd name="connsiteY451" fmla="*/ 201458 h 334386"/>
                <a:gd name="connsiteX452" fmla="*/ 87236 w 643484"/>
                <a:gd name="connsiteY452" fmla="*/ 201458 h 334386"/>
                <a:gd name="connsiteX453" fmla="*/ 83479 w 643484"/>
                <a:gd name="connsiteY453" fmla="*/ 204487 h 334386"/>
                <a:gd name="connsiteX454" fmla="*/ 90714 w 643484"/>
                <a:gd name="connsiteY454" fmla="*/ 206155 h 334386"/>
                <a:gd name="connsiteX455" fmla="*/ 95352 w 643484"/>
                <a:gd name="connsiteY455" fmla="*/ 203696 h 334386"/>
                <a:gd name="connsiteX456" fmla="*/ 97392 w 643484"/>
                <a:gd name="connsiteY456" fmla="*/ 207823 h 334386"/>
                <a:gd name="connsiteX457" fmla="*/ 101149 w 643484"/>
                <a:gd name="connsiteY457" fmla="*/ 207823 h 334386"/>
                <a:gd name="connsiteX458" fmla="*/ 102865 w 643484"/>
                <a:gd name="connsiteY458" fmla="*/ 211950 h 334386"/>
                <a:gd name="connsiteX459" fmla="*/ 100268 w 643484"/>
                <a:gd name="connsiteY459" fmla="*/ 217174 h 334386"/>
                <a:gd name="connsiteX460" fmla="*/ 99108 w 643484"/>
                <a:gd name="connsiteY460" fmla="*/ 221827 h 334386"/>
                <a:gd name="connsiteX461" fmla="*/ 100546 w 643484"/>
                <a:gd name="connsiteY461" fmla="*/ 228412 h 334386"/>
                <a:gd name="connsiteX462" fmla="*/ 96789 w 643484"/>
                <a:gd name="connsiteY462" fmla="*/ 231705 h 334386"/>
                <a:gd name="connsiteX463" fmla="*/ 90714 w 643484"/>
                <a:gd name="connsiteY463" fmla="*/ 234427 h 334386"/>
                <a:gd name="connsiteX464" fmla="*/ 81160 w 643484"/>
                <a:gd name="connsiteY464" fmla="*/ 234427 h 334386"/>
                <a:gd name="connsiteX465" fmla="*/ 76801 w 643484"/>
                <a:gd name="connsiteY465" fmla="*/ 237148 h 334386"/>
                <a:gd name="connsiteX466" fmla="*/ 72766 w 643484"/>
                <a:gd name="connsiteY466" fmla="*/ 242899 h 334386"/>
                <a:gd name="connsiteX467" fmla="*/ 67850 w 643484"/>
                <a:gd name="connsiteY467" fmla="*/ 246762 h 334386"/>
                <a:gd name="connsiteX468" fmla="*/ 73044 w 643484"/>
                <a:gd name="connsiteY468" fmla="*/ 250889 h 334386"/>
                <a:gd name="connsiteX469" fmla="*/ 79723 w 643484"/>
                <a:gd name="connsiteY469" fmla="*/ 255279 h 334386"/>
                <a:gd name="connsiteX470" fmla="*/ 69891 w 643484"/>
                <a:gd name="connsiteY470" fmla="*/ 255279 h 334386"/>
                <a:gd name="connsiteX471" fmla="*/ 67850 w 643484"/>
                <a:gd name="connsiteY471" fmla="*/ 251723 h 334386"/>
                <a:gd name="connsiteX472" fmla="*/ 57415 w 643484"/>
                <a:gd name="connsiteY472" fmla="*/ 253918 h 334386"/>
                <a:gd name="connsiteX473" fmla="*/ 66134 w 643484"/>
                <a:gd name="connsiteY473" fmla="*/ 259142 h 334386"/>
                <a:gd name="connsiteX474" fmla="*/ 73972 w 643484"/>
                <a:gd name="connsiteY474" fmla="*/ 275034 h 334386"/>
                <a:gd name="connsiteX475" fmla="*/ 73694 w 643484"/>
                <a:gd name="connsiteY475" fmla="*/ 282717 h 334386"/>
                <a:gd name="connsiteX476" fmla="*/ 82412 w 643484"/>
                <a:gd name="connsiteY476" fmla="*/ 288204 h 334386"/>
                <a:gd name="connsiteX477" fmla="*/ 90529 w 643484"/>
                <a:gd name="connsiteY477" fmla="*/ 289565 h 334386"/>
                <a:gd name="connsiteX478" fmla="*/ 96929 w 643484"/>
                <a:gd name="connsiteY478" fmla="*/ 292023 h 334386"/>
                <a:gd name="connsiteX479" fmla="*/ 93682 w 643484"/>
                <a:gd name="connsiteY479" fmla="*/ 309408 h 334386"/>
                <a:gd name="connsiteX480" fmla="*/ 99479 w 643484"/>
                <a:gd name="connsiteY480" fmla="*/ 302603 h 334386"/>
                <a:gd name="connsiteX481" fmla="*/ 100082 w 643484"/>
                <a:gd name="connsiteY481" fmla="*/ 302252 h 334386"/>
                <a:gd name="connsiteX482" fmla="*/ 622615 w 643484"/>
                <a:gd name="connsiteY482" fmla="*/ 158787 h 334386"/>
                <a:gd name="connsiteX483" fmla="*/ 622615 w 643484"/>
                <a:gd name="connsiteY483" fmla="*/ 162343 h 334386"/>
                <a:gd name="connsiteX484" fmla="*/ 617699 w 643484"/>
                <a:gd name="connsiteY484" fmla="*/ 162343 h 334386"/>
                <a:gd name="connsiteX485" fmla="*/ 615658 w 643484"/>
                <a:gd name="connsiteY485" fmla="*/ 158787 h 334386"/>
                <a:gd name="connsiteX486" fmla="*/ 622615 w 643484"/>
                <a:gd name="connsiteY486" fmla="*/ 158787 h 334386"/>
                <a:gd name="connsiteX487" fmla="*/ 583194 w 643484"/>
                <a:gd name="connsiteY487" fmla="*/ 171957 h 334386"/>
                <a:gd name="connsiteX488" fmla="*/ 584354 w 643484"/>
                <a:gd name="connsiteY488" fmla="*/ 169235 h 334386"/>
                <a:gd name="connsiteX489" fmla="*/ 582035 w 643484"/>
                <a:gd name="connsiteY489" fmla="*/ 167040 h 334386"/>
                <a:gd name="connsiteX490" fmla="*/ 581478 w 643484"/>
                <a:gd name="connsiteY490" fmla="*/ 158260 h 334386"/>
                <a:gd name="connsiteX491" fmla="*/ 587832 w 643484"/>
                <a:gd name="connsiteY491" fmla="*/ 153606 h 334386"/>
                <a:gd name="connsiteX492" fmla="*/ 592748 w 643484"/>
                <a:gd name="connsiteY492" fmla="*/ 151675 h 334386"/>
                <a:gd name="connsiteX493" fmla="*/ 583472 w 643484"/>
                <a:gd name="connsiteY493" fmla="*/ 141534 h 334386"/>
                <a:gd name="connsiteX494" fmla="*/ 587229 w 643484"/>
                <a:gd name="connsiteY494" fmla="*/ 141534 h 334386"/>
                <a:gd name="connsiteX495" fmla="*/ 595345 w 643484"/>
                <a:gd name="connsiteY495" fmla="*/ 149480 h 334386"/>
                <a:gd name="connsiteX496" fmla="*/ 599101 w 643484"/>
                <a:gd name="connsiteY496" fmla="*/ 149480 h 334386"/>
                <a:gd name="connsiteX497" fmla="*/ 599380 w 643484"/>
                <a:gd name="connsiteY497" fmla="*/ 151675 h 334386"/>
                <a:gd name="connsiteX498" fmla="*/ 584029 w 643484"/>
                <a:gd name="connsiteY498" fmla="*/ 164581 h 334386"/>
                <a:gd name="connsiteX499" fmla="*/ 589548 w 643484"/>
                <a:gd name="connsiteY499" fmla="*/ 169806 h 334386"/>
                <a:gd name="connsiteX500" fmla="*/ 589548 w 643484"/>
                <a:gd name="connsiteY500" fmla="*/ 172527 h 334386"/>
                <a:gd name="connsiteX501" fmla="*/ 586069 w 643484"/>
                <a:gd name="connsiteY501" fmla="*/ 173054 h 334386"/>
                <a:gd name="connsiteX502" fmla="*/ 604342 w 643484"/>
                <a:gd name="connsiteY502" fmla="*/ 182361 h 334386"/>
                <a:gd name="connsiteX503" fmla="*/ 594510 w 643484"/>
                <a:gd name="connsiteY503" fmla="*/ 183722 h 334386"/>
                <a:gd name="connsiteX504" fmla="*/ 574800 w 643484"/>
                <a:gd name="connsiteY504" fmla="*/ 173581 h 334386"/>
                <a:gd name="connsiteX505" fmla="*/ 583194 w 643484"/>
                <a:gd name="connsiteY505" fmla="*/ 171913 h 334386"/>
                <a:gd name="connsiteX506" fmla="*/ 555090 w 643484"/>
                <a:gd name="connsiteY506" fmla="*/ 211203 h 334386"/>
                <a:gd name="connsiteX507" fmla="*/ 560887 w 643484"/>
                <a:gd name="connsiteY507" fmla="*/ 227095 h 334386"/>
                <a:gd name="connsiteX508" fmla="*/ 550174 w 643484"/>
                <a:gd name="connsiteY508" fmla="*/ 222969 h 334386"/>
                <a:gd name="connsiteX509" fmla="*/ 555090 w 643484"/>
                <a:gd name="connsiteY509" fmla="*/ 211159 h 334386"/>
                <a:gd name="connsiteX510" fmla="*/ 494799 w 643484"/>
                <a:gd name="connsiteY510" fmla="*/ 270732 h 334386"/>
                <a:gd name="connsiteX511" fmla="*/ 480005 w 643484"/>
                <a:gd name="connsiteY511" fmla="*/ 270732 h 334386"/>
                <a:gd name="connsiteX512" fmla="*/ 482324 w 643484"/>
                <a:gd name="connsiteY512" fmla="*/ 265815 h 334386"/>
                <a:gd name="connsiteX513" fmla="*/ 499715 w 643484"/>
                <a:gd name="connsiteY513" fmla="*/ 267747 h 334386"/>
                <a:gd name="connsiteX514" fmla="*/ 494799 w 643484"/>
                <a:gd name="connsiteY514" fmla="*/ 270776 h 334386"/>
                <a:gd name="connsiteX515" fmla="*/ 427227 w 643484"/>
                <a:gd name="connsiteY515" fmla="*/ 218622 h 334386"/>
                <a:gd name="connsiteX516" fmla="*/ 432746 w 643484"/>
                <a:gd name="connsiteY516" fmla="*/ 218622 h 334386"/>
                <a:gd name="connsiteX517" fmla="*/ 432746 w 643484"/>
                <a:gd name="connsiteY517" fmla="*/ 213969 h 334386"/>
                <a:gd name="connsiteX518" fmla="*/ 441141 w 643484"/>
                <a:gd name="connsiteY518" fmla="*/ 209316 h 334386"/>
                <a:gd name="connsiteX519" fmla="*/ 452132 w 643484"/>
                <a:gd name="connsiteY519" fmla="*/ 207121 h 334386"/>
                <a:gd name="connsiteX520" fmla="*/ 458810 w 643484"/>
                <a:gd name="connsiteY520" fmla="*/ 206594 h 334386"/>
                <a:gd name="connsiteX521" fmla="*/ 468967 w 643484"/>
                <a:gd name="connsiteY521" fmla="*/ 205496 h 334386"/>
                <a:gd name="connsiteX522" fmla="*/ 475042 w 643484"/>
                <a:gd name="connsiteY522" fmla="*/ 208218 h 334386"/>
                <a:gd name="connsiteX523" fmla="*/ 480237 w 643484"/>
                <a:gd name="connsiteY523" fmla="*/ 208218 h 334386"/>
                <a:gd name="connsiteX524" fmla="*/ 485431 w 643484"/>
                <a:gd name="connsiteY524" fmla="*/ 210940 h 334386"/>
                <a:gd name="connsiteX525" fmla="*/ 489790 w 643484"/>
                <a:gd name="connsiteY525" fmla="*/ 209579 h 334386"/>
                <a:gd name="connsiteX526" fmla="*/ 500225 w 643484"/>
                <a:gd name="connsiteY526" fmla="*/ 210677 h 334386"/>
                <a:gd name="connsiteX527" fmla="*/ 509779 w 643484"/>
                <a:gd name="connsiteY527" fmla="*/ 208482 h 334386"/>
                <a:gd name="connsiteX528" fmla="*/ 515298 w 643484"/>
                <a:gd name="connsiteY528" fmla="*/ 204311 h 334386"/>
                <a:gd name="connsiteX529" fmla="*/ 515298 w 643484"/>
                <a:gd name="connsiteY529" fmla="*/ 210413 h 334386"/>
                <a:gd name="connsiteX530" fmla="*/ 503703 w 643484"/>
                <a:gd name="connsiteY530" fmla="*/ 213442 h 334386"/>
                <a:gd name="connsiteX531" fmla="*/ 485431 w 643484"/>
                <a:gd name="connsiteY531" fmla="*/ 212915 h 334386"/>
                <a:gd name="connsiteX532" fmla="*/ 471193 w 643484"/>
                <a:gd name="connsiteY532" fmla="*/ 210457 h 334386"/>
                <a:gd name="connsiteX533" fmla="*/ 455286 w 643484"/>
                <a:gd name="connsiteY533" fmla="*/ 212389 h 334386"/>
                <a:gd name="connsiteX534" fmla="*/ 446567 w 643484"/>
                <a:gd name="connsiteY534" fmla="*/ 213486 h 334386"/>
                <a:gd name="connsiteX535" fmla="*/ 438729 w 643484"/>
                <a:gd name="connsiteY535" fmla="*/ 224461 h 334386"/>
                <a:gd name="connsiteX536" fmla="*/ 444526 w 643484"/>
                <a:gd name="connsiteY536" fmla="*/ 226305 h 334386"/>
                <a:gd name="connsiteX537" fmla="*/ 447726 w 643484"/>
                <a:gd name="connsiteY537" fmla="*/ 232451 h 334386"/>
                <a:gd name="connsiteX538" fmla="*/ 443969 w 643484"/>
                <a:gd name="connsiteY538" fmla="*/ 233812 h 334386"/>
                <a:gd name="connsiteX539" fmla="*/ 437616 w 643484"/>
                <a:gd name="connsiteY539" fmla="*/ 232714 h 334386"/>
                <a:gd name="connsiteX540" fmla="*/ 434416 w 643484"/>
                <a:gd name="connsiteY540" fmla="*/ 232188 h 334386"/>
                <a:gd name="connsiteX541" fmla="*/ 437013 w 643484"/>
                <a:gd name="connsiteY541" fmla="*/ 237104 h 334386"/>
                <a:gd name="connsiteX542" fmla="*/ 437013 w 643484"/>
                <a:gd name="connsiteY542" fmla="*/ 243426 h 334386"/>
                <a:gd name="connsiteX543" fmla="*/ 441048 w 643484"/>
                <a:gd name="connsiteY543" fmla="*/ 246982 h 334386"/>
                <a:gd name="connsiteX544" fmla="*/ 439007 w 643484"/>
                <a:gd name="connsiteY544" fmla="*/ 248650 h 334386"/>
                <a:gd name="connsiteX545" fmla="*/ 431772 w 643484"/>
                <a:gd name="connsiteY545" fmla="*/ 244260 h 334386"/>
                <a:gd name="connsiteX546" fmla="*/ 431772 w 643484"/>
                <a:gd name="connsiteY546" fmla="*/ 238773 h 334386"/>
                <a:gd name="connsiteX547" fmla="*/ 424259 w 643484"/>
                <a:gd name="connsiteY547" fmla="*/ 232188 h 334386"/>
                <a:gd name="connsiteX548" fmla="*/ 427135 w 643484"/>
                <a:gd name="connsiteY548" fmla="*/ 218754 h 334386"/>
                <a:gd name="connsiteX549" fmla="*/ 413917 w 643484"/>
                <a:gd name="connsiteY549" fmla="*/ 50968 h 334386"/>
                <a:gd name="connsiteX550" fmla="*/ 422590 w 643484"/>
                <a:gd name="connsiteY550" fmla="*/ 50968 h 334386"/>
                <a:gd name="connsiteX551" fmla="*/ 425187 w 643484"/>
                <a:gd name="connsiteY551" fmla="*/ 59221 h 334386"/>
                <a:gd name="connsiteX552" fmla="*/ 417674 w 643484"/>
                <a:gd name="connsiteY552" fmla="*/ 55095 h 334386"/>
                <a:gd name="connsiteX553" fmla="*/ 413917 w 643484"/>
                <a:gd name="connsiteY553" fmla="*/ 52900 h 334386"/>
                <a:gd name="connsiteX554" fmla="*/ 413917 w 643484"/>
                <a:gd name="connsiteY554" fmla="*/ 50968 h 334386"/>
                <a:gd name="connsiteX555" fmla="*/ 350427 w 643484"/>
                <a:gd name="connsiteY555" fmla="*/ 119277 h 334386"/>
                <a:gd name="connsiteX556" fmla="*/ 355343 w 643484"/>
                <a:gd name="connsiteY556" fmla="*/ 118750 h 334386"/>
                <a:gd name="connsiteX557" fmla="*/ 358821 w 643484"/>
                <a:gd name="connsiteY557" fmla="*/ 116555 h 334386"/>
                <a:gd name="connsiteX558" fmla="*/ 363180 w 643484"/>
                <a:gd name="connsiteY558" fmla="*/ 116555 h 334386"/>
                <a:gd name="connsiteX559" fmla="*/ 363180 w 643484"/>
                <a:gd name="connsiteY559" fmla="*/ 118486 h 334386"/>
                <a:gd name="connsiteX560" fmla="*/ 355946 w 643484"/>
                <a:gd name="connsiteY560" fmla="*/ 121516 h 334386"/>
                <a:gd name="connsiteX561" fmla="*/ 359563 w 643484"/>
                <a:gd name="connsiteY561" fmla="*/ 126740 h 334386"/>
                <a:gd name="connsiteX562" fmla="*/ 354183 w 643484"/>
                <a:gd name="connsiteY562" fmla="*/ 129198 h 334386"/>
                <a:gd name="connsiteX563" fmla="*/ 347505 w 643484"/>
                <a:gd name="connsiteY563" fmla="*/ 125335 h 334386"/>
                <a:gd name="connsiteX564" fmla="*/ 350380 w 643484"/>
                <a:gd name="connsiteY564" fmla="*/ 119277 h 334386"/>
                <a:gd name="connsiteX565" fmla="*/ 350705 w 643484"/>
                <a:gd name="connsiteY565" fmla="*/ 294306 h 334386"/>
                <a:gd name="connsiteX566" fmla="*/ 346948 w 643484"/>
                <a:gd name="connsiteY566" fmla="*/ 300364 h 334386"/>
                <a:gd name="connsiteX567" fmla="*/ 345186 w 643484"/>
                <a:gd name="connsiteY567" fmla="*/ 297335 h 334386"/>
                <a:gd name="connsiteX568" fmla="*/ 350705 w 643484"/>
                <a:gd name="connsiteY568" fmla="*/ 294306 h 334386"/>
                <a:gd name="connsiteX569" fmla="*/ 242321 w 643484"/>
                <a:gd name="connsiteY569" fmla="*/ 215857 h 334386"/>
                <a:gd name="connsiteX570" fmla="*/ 242321 w 643484"/>
                <a:gd name="connsiteY570" fmla="*/ 220115 h 334386"/>
                <a:gd name="connsiteX571" fmla="*/ 237683 w 643484"/>
                <a:gd name="connsiteY571" fmla="*/ 221915 h 334386"/>
                <a:gd name="connsiteX572" fmla="*/ 237683 w 643484"/>
                <a:gd name="connsiteY572" fmla="*/ 217262 h 334386"/>
                <a:gd name="connsiteX573" fmla="*/ 242321 w 643484"/>
                <a:gd name="connsiteY573" fmla="*/ 215901 h 334386"/>
                <a:gd name="connsiteX574" fmla="*/ 211805 w 643484"/>
                <a:gd name="connsiteY574" fmla="*/ 210633 h 334386"/>
                <a:gd name="connsiteX575" fmla="*/ 218530 w 643484"/>
                <a:gd name="connsiteY575" fmla="*/ 209272 h 334386"/>
                <a:gd name="connsiteX576" fmla="*/ 222564 w 643484"/>
                <a:gd name="connsiteY576" fmla="*/ 211203 h 334386"/>
                <a:gd name="connsiteX577" fmla="*/ 222564 w 643484"/>
                <a:gd name="connsiteY577" fmla="*/ 207164 h 334386"/>
                <a:gd name="connsiteX578" fmla="*/ 219364 w 643484"/>
                <a:gd name="connsiteY578" fmla="*/ 205408 h 334386"/>
                <a:gd name="connsiteX579" fmla="*/ 224651 w 643484"/>
                <a:gd name="connsiteY579" fmla="*/ 205408 h 334386"/>
                <a:gd name="connsiteX580" fmla="*/ 224651 w 643484"/>
                <a:gd name="connsiteY580" fmla="*/ 210633 h 334386"/>
                <a:gd name="connsiteX581" fmla="*/ 234437 w 643484"/>
                <a:gd name="connsiteY581" fmla="*/ 207340 h 334386"/>
                <a:gd name="connsiteX582" fmla="*/ 237637 w 643484"/>
                <a:gd name="connsiteY582" fmla="*/ 208438 h 334386"/>
                <a:gd name="connsiteX583" fmla="*/ 232118 w 643484"/>
                <a:gd name="connsiteY583" fmla="*/ 211993 h 334386"/>
                <a:gd name="connsiteX584" fmla="*/ 232118 w 643484"/>
                <a:gd name="connsiteY584" fmla="*/ 215857 h 334386"/>
                <a:gd name="connsiteX585" fmla="*/ 223724 w 643484"/>
                <a:gd name="connsiteY585" fmla="*/ 215857 h 334386"/>
                <a:gd name="connsiteX586" fmla="*/ 217046 w 643484"/>
                <a:gd name="connsiteY586" fmla="*/ 212520 h 334386"/>
                <a:gd name="connsiteX587" fmla="*/ 211758 w 643484"/>
                <a:gd name="connsiteY587" fmla="*/ 210633 h 334386"/>
                <a:gd name="connsiteX588" fmla="*/ 207538 w 643484"/>
                <a:gd name="connsiteY588" fmla="*/ 215857 h 334386"/>
                <a:gd name="connsiteX589" fmla="*/ 208976 w 643484"/>
                <a:gd name="connsiteY589" fmla="*/ 219720 h 334386"/>
                <a:gd name="connsiteX590" fmla="*/ 219133 w 643484"/>
                <a:gd name="connsiteY590" fmla="*/ 219720 h 334386"/>
                <a:gd name="connsiteX591" fmla="*/ 222611 w 643484"/>
                <a:gd name="connsiteY591" fmla="*/ 221915 h 334386"/>
                <a:gd name="connsiteX592" fmla="*/ 219411 w 643484"/>
                <a:gd name="connsiteY592" fmla="*/ 224373 h 334386"/>
                <a:gd name="connsiteX593" fmla="*/ 211805 w 643484"/>
                <a:gd name="connsiteY593" fmla="*/ 224373 h 334386"/>
                <a:gd name="connsiteX594" fmla="*/ 206379 w 643484"/>
                <a:gd name="connsiteY594" fmla="*/ 221915 h 334386"/>
                <a:gd name="connsiteX595" fmla="*/ 204060 w 643484"/>
                <a:gd name="connsiteY595" fmla="*/ 215857 h 334386"/>
                <a:gd name="connsiteX596" fmla="*/ 207538 w 643484"/>
                <a:gd name="connsiteY596" fmla="*/ 215857 h 334386"/>
                <a:gd name="connsiteX597" fmla="*/ 119700 w 643484"/>
                <a:gd name="connsiteY597" fmla="*/ 239168 h 334386"/>
                <a:gd name="connsiteX598" fmla="*/ 117381 w 643484"/>
                <a:gd name="connsiteY598" fmla="*/ 231749 h 334386"/>
                <a:gd name="connsiteX599" fmla="*/ 122019 w 643484"/>
                <a:gd name="connsiteY599" fmla="*/ 231749 h 334386"/>
                <a:gd name="connsiteX600" fmla="*/ 123456 w 643484"/>
                <a:gd name="connsiteY600" fmla="*/ 236139 h 334386"/>
                <a:gd name="connsiteX601" fmla="*/ 123456 w 643484"/>
                <a:gd name="connsiteY601" fmla="*/ 241363 h 334386"/>
                <a:gd name="connsiteX602" fmla="*/ 117103 w 643484"/>
                <a:gd name="connsiteY602" fmla="*/ 243821 h 334386"/>
                <a:gd name="connsiteX603" fmla="*/ 105787 w 643484"/>
                <a:gd name="connsiteY603" fmla="*/ 255894 h 334386"/>
                <a:gd name="connsiteX604" fmla="*/ 103468 w 643484"/>
                <a:gd name="connsiteY604" fmla="*/ 255894 h 334386"/>
                <a:gd name="connsiteX605" fmla="*/ 119700 w 643484"/>
                <a:gd name="connsiteY605" fmla="*/ 239168 h 3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</a:cxnLst>
              <a:rect l="l" t="t" r="r" b="b"/>
              <a:pathLst>
                <a:path w="643484" h="334386">
                  <a:moveTo>
                    <a:pt x="99665" y="302033"/>
                  </a:moveTo>
                  <a:lnTo>
                    <a:pt x="119932" y="296545"/>
                  </a:lnTo>
                  <a:cubicBezTo>
                    <a:pt x="120349" y="296413"/>
                    <a:pt x="120766" y="296545"/>
                    <a:pt x="121045" y="296808"/>
                  </a:cubicBezTo>
                  <a:lnTo>
                    <a:pt x="134679" y="309452"/>
                  </a:lnTo>
                  <a:cubicBezTo>
                    <a:pt x="134679" y="309452"/>
                    <a:pt x="134865" y="309671"/>
                    <a:pt x="134912" y="309803"/>
                  </a:cubicBezTo>
                  <a:lnTo>
                    <a:pt x="139828" y="320295"/>
                  </a:lnTo>
                  <a:lnTo>
                    <a:pt x="146923" y="319988"/>
                  </a:lnTo>
                  <a:lnTo>
                    <a:pt x="146923" y="243294"/>
                  </a:lnTo>
                  <a:cubicBezTo>
                    <a:pt x="146923" y="242811"/>
                    <a:pt x="147248" y="242372"/>
                    <a:pt x="147758" y="242241"/>
                  </a:cubicBezTo>
                  <a:lnTo>
                    <a:pt x="188616" y="230388"/>
                  </a:lnTo>
                  <a:cubicBezTo>
                    <a:pt x="188616" y="230388"/>
                    <a:pt x="188987" y="230388"/>
                    <a:pt x="189219" y="230475"/>
                  </a:cubicBezTo>
                  <a:lnTo>
                    <a:pt x="190425" y="225778"/>
                  </a:lnTo>
                  <a:lnTo>
                    <a:pt x="194506" y="224110"/>
                  </a:lnTo>
                  <a:lnTo>
                    <a:pt x="201463" y="221915"/>
                  </a:lnTo>
                  <a:lnTo>
                    <a:pt x="198866" y="226832"/>
                  </a:lnTo>
                  <a:lnTo>
                    <a:pt x="194831" y="226832"/>
                  </a:lnTo>
                  <a:lnTo>
                    <a:pt x="191724" y="231749"/>
                  </a:lnTo>
                  <a:lnTo>
                    <a:pt x="203040" y="238509"/>
                  </a:lnTo>
                  <a:cubicBezTo>
                    <a:pt x="203086" y="235480"/>
                    <a:pt x="205266" y="233461"/>
                    <a:pt x="205266" y="233461"/>
                  </a:cubicBezTo>
                  <a:cubicBezTo>
                    <a:pt x="195990" y="233724"/>
                    <a:pt x="202947" y="227973"/>
                    <a:pt x="205266" y="227710"/>
                  </a:cubicBezTo>
                  <a:cubicBezTo>
                    <a:pt x="207585" y="227446"/>
                    <a:pt x="207585" y="230739"/>
                    <a:pt x="207585" y="230739"/>
                  </a:cubicBezTo>
                  <a:cubicBezTo>
                    <a:pt x="212964" y="228895"/>
                    <a:pt x="211898" y="240265"/>
                    <a:pt x="211480" y="243558"/>
                  </a:cubicBezTo>
                  <a:lnTo>
                    <a:pt x="223863" y="250933"/>
                  </a:lnTo>
                  <a:cubicBezTo>
                    <a:pt x="223863" y="250933"/>
                    <a:pt x="224049" y="251065"/>
                    <a:pt x="224141" y="251152"/>
                  </a:cubicBezTo>
                  <a:lnTo>
                    <a:pt x="243991" y="272927"/>
                  </a:lnTo>
                  <a:cubicBezTo>
                    <a:pt x="247655" y="272356"/>
                    <a:pt x="265788" y="269722"/>
                    <a:pt x="283411" y="271873"/>
                  </a:cubicBezTo>
                  <a:lnTo>
                    <a:pt x="290368" y="269239"/>
                  </a:lnTo>
                  <a:cubicBezTo>
                    <a:pt x="290786" y="269064"/>
                    <a:pt x="291296" y="269151"/>
                    <a:pt x="291620" y="269503"/>
                  </a:cubicBezTo>
                  <a:cubicBezTo>
                    <a:pt x="292084" y="269942"/>
                    <a:pt x="302797" y="280127"/>
                    <a:pt x="304977" y="285877"/>
                  </a:cubicBezTo>
                  <a:lnTo>
                    <a:pt x="308965" y="285658"/>
                  </a:lnTo>
                  <a:cubicBezTo>
                    <a:pt x="309336" y="285658"/>
                    <a:pt x="309615" y="285746"/>
                    <a:pt x="309847" y="286009"/>
                  </a:cubicBezTo>
                  <a:cubicBezTo>
                    <a:pt x="310078" y="286229"/>
                    <a:pt x="310218" y="286536"/>
                    <a:pt x="310171" y="286887"/>
                  </a:cubicBezTo>
                  <a:lnTo>
                    <a:pt x="308223" y="305632"/>
                  </a:lnTo>
                  <a:lnTo>
                    <a:pt x="316757" y="307213"/>
                  </a:lnTo>
                  <a:cubicBezTo>
                    <a:pt x="317313" y="307301"/>
                    <a:pt x="317684" y="307783"/>
                    <a:pt x="317684" y="308310"/>
                  </a:cubicBezTo>
                  <a:lnTo>
                    <a:pt x="317684" y="313622"/>
                  </a:lnTo>
                  <a:lnTo>
                    <a:pt x="322090" y="320910"/>
                  </a:lnTo>
                  <a:lnTo>
                    <a:pt x="337441" y="321349"/>
                  </a:lnTo>
                  <a:cubicBezTo>
                    <a:pt x="337719" y="321349"/>
                    <a:pt x="337998" y="321480"/>
                    <a:pt x="338229" y="321656"/>
                  </a:cubicBezTo>
                  <a:lnTo>
                    <a:pt x="338647" y="322051"/>
                  </a:lnTo>
                  <a:lnTo>
                    <a:pt x="340316" y="321524"/>
                  </a:lnTo>
                  <a:lnTo>
                    <a:pt x="348989" y="324334"/>
                  </a:lnTo>
                  <a:lnTo>
                    <a:pt x="340548" y="324334"/>
                  </a:lnTo>
                  <a:cubicBezTo>
                    <a:pt x="340548" y="324334"/>
                    <a:pt x="340548" y="324553"/>
                    <a:pt x="340548" y="324685"/>
                  </a:cubicBezTo>
                  <a:lnTo>
                    <a:pt x="338786" y="329909"/>
                  </a:lnTo>
                  <a:lnTo>
                    <a:pt x="346392" y="334387"/>
                  </a:lnTo>
                  <a:lnTo>
                    <a:pt x="347737" y="332631"/>
                  </a:lnTo>
                  <a:lnTo>
                    <a:pt x="345603" y="326002"/>
                  </a:lnTo>
                  <a:cubicBezTo>
                    <a:pt x="345511" y="325695"/>
                    <a:pt x="345603" y="325344"/>
                    <a:pt x="345742" y="325080"/>
                  </a:cubicBezTo>
                  <a:cubicBezTo>
                    <a:pt x="345928" y="324817"/>
                    <a:pt x="346253" y="324641"/>
                    <a:pt x="346624" y="324597"/>
                  </a:cubicBezTo>
                  <a:lnTo>
                    <a:pt x="350009" y="324378"/>
                  </a:lnTo>
                  <a:lnTo>
                    <a:pt x="353487" y="317266"/>
                  </a:lnTo>
                  <a:cubicBezTo>
                    <a:pt x="353673" y="316915"/>
                    <a:pt x="354044" y="316651"/>
                    <a:pt x="354461" y="316651"/>
                  </a:cubicBezTo>
                  <a:lnTo>
                    <a:pt x="361233" y="316168"/>
                  </a:lnTo>
                  <a:lnTo>
                    <a:pt x="361233" y="312788"/>
                  </a:lnTo>
                  <a:cubicBezTo>
                    <a:pt x="361233" y="312174"/>
                    <a:pt x="361743" y="311691"/>
                    <a:pt x="362392" y="311691"/>
                  </a:cubicBezTo>
                  <a:lnTo>
                    <a:pt x="367679" y="311691"/>
                  </a:lnTo>
                  <a:lnTo>
                    <a:pt x="376630" y="302954"/>
                  </a:lnTo>
                  <a:cubicBezTo>
                    <a:pt x="377001" y="302603"/>
                    <a:pt x="377557" y="302515"/>
                    <a:pt x="378021" y="302735"/>
                  </a:cubicBezTo>
                  <a:lnTo>
                    <a:pt x="380340" y="303964"/>
                  </a:lnTo>
                  <a:lnTo>
                    <a:pt x="384514" y="299135"/>
                  </a:lnTo>
                  <a:lnTo>
                    <a:pt x="383308" y="296150"/>
                  </a:lnTo>
                  <a:cubicBezTo>
                    <a:pt x="383169" y="295799"/>
                    <a:pt x="383215" y="295360"/>
                    <a:pt x="383494" y="295052"/>
                  </a:cubicBezTo>
                  <a:lnTo>
                    <a:pt x="389013" y="288467"/>
                  </a:lnTo>
                  <a:cubicBezTo>
                    <a:pt x="389244" y="288204"/>
                    <a:pt x="389569" y="288072"/>
                    <a:pt x="389940" y="288072"/>
                  </a:cubicBezTo>
                  <a:lnTo>
                    <a:pt x="400978" y="288072"/>
                  </a:lnTo>
                  <a:cubicBezTo>
                    <a:pt x="400978" y="288072"/>
                    <a:pt x="401210" y="288072"/>
                    <a:pt x="401349" y="288116"/>
                  </a:cubicBezTo>
                  <a:lnTo>
                    <a:pt x="424816" y="295448"/>
                  </a:lnTo>
                  <a:lnTo>
                    <a:pt x="423610" y="291102"/>
                  </a:lnTo>
                  <a:cubicBezTo>
                    <a:pt x="423610" y="291102"/>
                    <a:pt x="423564" y="290750"/>
                    <a:pt x="423610" y="290575"/>
                  </a:cubicBezTo>
                  <a:lnTo>
                    <a:pt x="425326" y="283419"/>
                  </a:lnTo>
                  <a:cubicBezTo>
                    <a:pt x="425419" y="283068"/>
                    <a:pt x="425650" y="282804"/>
                    <a:pt x="426021" y="282673"/>
                  </a:cubicBezTo>
                  <a:lnTo>
                    <a:pt x="435019" y="279161"/>
                  </a:lnTo>
                  <a:cubicBezTo>
                    <a:pt x="435297" y="279029"/>
                    <a:pt x="435668" y="279029"/>
                    <a:pt x="435946" y="279161"/>
                  </a:cubicBezTo>
                  <a:lnTo>
                    <a:pt x="447031" y="284077"/>
                  </a:lnTo>
                  <a:lnTo>
                    <a:pt x="460387" y="287721"/>
                  </a:lnTo>
                  <a:lnTo>
                    <a:pt x="460387" y="286448"/>
                  </a:lnTo>
                  <a:cubicBezTo>
                    <a:pt x="460387" y="285877"/>
                    <a:pt x="460851" y="285394"/>
                    <a:pt x="461454" y="285350"/>
                  </a:cubicBezTo>
                  <a:lnTo>
                    <a:pt x="465210" y="285087"/>
                  </a:lnTo>
                  <a:cubicBezTo>
                    <a:pt x="465210" y="285087"/>
                    <a:pt x="465628" y="285087"/>
                    <a:pt x="465813" y="285219"/>
                  </a:cubicBezTo>
                  <a:lnTo>
                    <a:pt x="471657" y="287985"/>
                  </a:lnTo>
                  <a:lnTo>
                    <a:pt x="480144" y="283858"/>
                  </a:lnTo>
                  <a:cubicBezTo>
                    <a:pt x="480422" y="283726"/>
                    <a:pt x="480700" y="283682"/>
                    <a:pt x="480979" y="283770"/>
                  </a:cubicBezTo>
                  <a:lnTo>
                    <a:pt x="487054" y="285438"/>
                  </a:lnTo>
                  <a:lnTo>
                    <a:pt x="516411" y="288160"/>
                  </a:lnTo>
                  <a:cubicBezTo>
                    <a:pt x="516782" y="288160"/>
                    <a:pt x="517107" y="288380"/>
                    <a:pt x="517292" y="288687"/>
                  </a:cubicBezTo>
                  <a:lnTo>
                    <a:pt x="521605" y="295316"/>
                  </a:lnTo>
                  <a:lnTo>
                    <a:pt x="527356" y="295579"/>
                  </a:lnTo>
                  <a:cubicBezTo>
                    <a:pt x="527634" y="295579"/>
                    <a:pt x="527913" y="295711"/>
                    <a:pt x="528098" y="295887"/>
                  </a:cubicBezTo>
                  <a:lnTo>
                    <a:pt x="530649" y="298257"/>
                  </a:lnTo>
                  <a:lnTo>
                    <a:pt x="530185" y="289872"/>
                  </a:lnTo>
                  <a:cubicBezTo>
                    <a:pt x="530185" y="289345"/>
                    <a:pt x="530510" y="288907"/>
                    <a:pt x="531020" y="288775"/>
                  </a:cubicBezTo>
                  <a:lnTo>
                    <a:pt x="536539" y="287238"/>
                  </a:lnTo>
                  <a:lnTo>
                    <a:pt x="533570" y="285263"/>
                  </a:lnTo>
                  <a:cubicBezTo>
                    <a:pt x="533246" y="285043"/>
                    <a:pt x="533060" y="284648"/>
                    <a:pt x="533107" y="284297"/>
                  </a:cubicBezTo>
                  <a:cubicBezTo>
                    <a:pt x="533107" y="283902"/>
                    <a:pt x="533385" y="283551"/>
                    <a:pt x="533756" y="283419"/>
                  </a:cubicBezTo>
                  <a:lnTo>
                    <a:pt x="539785" y="280565"/>
                  </a:lnTo>
                  <a:lnTo>
                    <a:pt x="533478" y="263664"/>
                  </a:lnTo>
                  <a:cubicBezTo>
                    <a:pt x="533478" y="263664"/>
                    <a:pt x="533385" y="263400"/>
                    <a:pt x="533431" y="263225"/>
                  </a:cubicBezTo>
                  <a:lnTo>
                    <a:pt x="533988" y="252513"/>
                  </a:lnTo>
                  <a:lnTo>
                    <a:pt x="526567" y="246279"/>
                  </a:lnTo>
                  <a:cubicBezTo>
                    <a:pt x="526336" y="246060"/>
                    <a:pt x="526197" y="245797"/>
                    <a:pt x="526197" y="245489"/>
                  </a:cubicBezTo>
                  <a:cubicBezTo>
                    <a:pt x="526197" y="245182"/>
                    <a:pt x="526336" y="244875"/>
                    <a:pt x="526567" y="244655"/>
                  </a:cubicBezTo>
                  <a:lnTo>
                    <a:pt x="530602" y="241099"/>
                  </a:lnTo>
                  <a:cubicBezTo>
                    <a:pt x="530602" y="241099"/>
                    <a:pt x="531113" y="240792"/>
                    <a:pt x="531391" y="240792"/>
                  </a:cubicBezTo>
                  <a:lnTo>
                    <a:pt x="541547" y="240792"/>
                  </a:lnTo>
                  <a:lnTo>
                    <a:pt x="553466" y="234602"/>
                  </a:lnTo>
                  <a:cubicBezTo>
                    <a:pt x="553884" y="234383"/>
                    <a:pt x="554347" y="234427"/>
                    <a:pt x="554718" y="234690"/>
                  </a:cubicBezTo>
                  <a:lnTo>
                    <a:pt x="559634" y="238290"/>
                  </a:lnTo>
                  <a:lnTo>
                    <a:pt x="567658" y="238290"/>
                  </a:lnTo>
                  <a:lnTo>
                    <a:pt x="567147" y="235875"/>
                  </a:lnTo>
                  <a:lnTo>
                    <a:pt x="563437" y="233109"/>
                  </a:lnTo>
                  <a:cubicBezTo>
                    <a:pt x="563159" y="232890"/>
                    <a:pt x="563020" y="232627"/>
                    <a:pt x="562974" y="232275"/>
                  </a:cubicBezTo>
                  <a:lnTo>
                    <a:pt x="562695" y="224022"/>
                  </a:lnTo>
                  <a:cubicBezTo>
                    <a:pt x="562695" y="223715"/>
                    <a:pt x="562788" y="223451"/>
                    <a:pt x="563020" y="223232"/>
                  </a:cubicBezTo>
                  <a:cubicBezTo>
                    <a:pt x="563252" y="223012"/>
                    <a:pt x="563530" y="222881"/>
                    <a:pt x="563855" y="222881"/>
                  </a:cubicBezTo>
                  <a:lnTo>
                    <a:pt x="567287" y="222881"/>
                  </a:lnTo>
                  <a:lnTo>
                    <a:pt x="574893" y="194609"/>
                  </a:lnTo>
                  <a:cubicBezTo>
                    <a:pt x="574985" y="194302"/>
                    <a:pt x="575217" y="193994"/>
                    <a:pt x="575542" y="193863"/>
                  </a:cubicBezTo>
                  <a:cubicBezTo>
                    <a:pt x="575866" y="193731"/>
                    <a:pt x="576238" y="193731"/>
                    <a:pt x="576562" y="193863"/>
                  </a:cubicBezTo>
                  <a:lnTo>
                    <a:pt x="588157" y="199745"/>
                  </a:lnTo>
                  <a:lnTo>
                    <a:pt x="603739" y="198384"/>
                  </a:lnTo>
                  <a:cubicBezTo>
                    <a:pt x="604157" y="198341"/>
                    <a:pt x="604574" y="198516"/>
                    <a:pt x="604806" y="198867"/>
                  </a:cubicBezTo>
                  <a:lnTo>
                    <a:pt x="606939" y="201897"/>
                  </a:lnTo>
                  <a:lnTo>
                    <a:pt x="610603" y="198648"/>
                  </a:lnTo>
                  <a:cubicBezTo>
                    <a:pt x="610603" y="198648"/>
                    <a:pt x="611020" y="198384"/>
                    <a:pt x="611252" y="198341"/>
                  </a:cubicBezTo>
                  <a:lnTo>
                    <a:pt x="615519" y="197858"/>
                  </a:lnTo>
                  <a:cubicBezTo>
                    <a:pt x="617374" y="193643"/>
                    <a:pt x="616215" y="186751"/>
                    <a:pt x="614962" y="179507"/>
                  </a:cubicBezTo>
                  <a:lnTo>
                    <a:pt x="614545" y="177093"/>
                  </a:lnTo>
                  <a:cubicBezTo>
                    <a:pt x="613108" y="168445"/>
                    <a:pt x="629618" y="164538"/>
                    <a:pt x="633931" y="163659"/>
                  </a:cubicBezTo>
                  <a:lnTo>
                    <a:pt x="633653" y="152772"/>
                  </a:lnTo>
                  <a:cubicBezTo>
                    <a:pt x="633653" y="152465"/>
                    <a:pt x="633792" y="152158"/>
                    <a:pt x="634024" y="151938"/>
                  </a:cubicBezTo>
                  <a:cubicBezTo>
                    <a:pt x="634256" y="151719"/>
                    <a:pt x="634580" y="151587"/>
                    <a:pt x="634905" y="151631"/>
                  </a:cubicBezTo>
                  <a:lnTo>
                    <a:pt x="643485" y="152333"/>
                  </a:lnTo>
                  <a:lnTo>
                    <a:pt x="643485" y="151455"/>
                  </a:lnTo>
                  <a:lnTo>
                    <a:pt x="640424" y="151060"/>
                  </a:lnTo>
                  <a:cubicBezTo>
                    <a:pt x="640053" y="151016"/>
                    <a:pt x="639774" y="150797"/>
                    <a:pt x="639589" y="150533"/>
                  </a:cubicBezTo>
                  <a:lnTo>
                    <a:pt x="635508" y="143817"/>
                  </a:lnTo>
                  <a:lnTo>
                    <a:pt x="632493" y="143114"/>
                  </a:lnTo>
                  <a:cubicBezTo>
                    <a:pt x="632122" y="143027"/>
                    <a:pt x="631797" y="142763"/>
                    <a:pt x="631705" y="142412"/>
                  </a:cubicBezTo>
                  <a:cubicBezTo>
                    <a:pt x="631566" y="142061"/>
                    <a:pt x="631658" y="141666"/>
                    <a:pt x="631890" y="141402"/>
                  </a:cubicBezTo>
                  <a:lnTo>
                    <a:pt x="633884" y="138900"/>
                  </a:lnTo>
                  <a:lnTo>
                    <a:pt x="631983" y="138988"/>
                  </a:lnTo>
                  <a:lnTo>
                    <a:pt x="628041" y="145617"/>
                  </a:lnTo>
                  <a:cubicBezTo>
                    <a:pt x="627763" y="146099"/>
                    <a:pt x="627113" y="146319"/>
                    <a:pt x="626557" y="146099"/>
                  </a:cubicBezTo>
                  <a:lnTo>
                    <a:pt x="620713" y="143729"/>
                  </a:lnTo>
                  <a:lnTo>
                    <a:pt x="611113" y="143992"/>
                  </a:lnTo>
                  <a:lnTo>
                    <a:pt x="611113" y="143992"/>
                  </a:lnTo>
                  <a:cubicBezTo>
                    <a:pt x="610557" y="143992"/>
                    <a:pt x="610093" y="143597"/>
                    <a:pt x="609954" y="143114"/>
                  </a:cubicBezTo>
                  <a:lnTo>
                    <a:pt x="607449" y="130866"/>
                  </a:lnTo>
                  <a:lnTo>
                    <a:pt x="596504" y="127486"/>
                  </a:lnTo>
                  <a:cubicBezTo>
                    <a:pt x="596133" y="127354"/>
                    <a:pt x="595855" y="127091"/>
                    <a:pt x="595762" y="126783"/>
                  </a:cubicBezTo>
                  <a:lnTo>
                    <a:pt x="592377" y="116379"/>
                  </a:lnTo>
                  <a:lnTo>
                    <a:pt x="583982" y="109443"/>
                  </a:lnTo>
                  <a:lnTo>
                    <a:pt x="577582" y="109443"/>
                  </a:lnTo>
                  <a:lnTo>
                    <a:pt x="576469" y="111594"/>
                  </a:lnTo>
                  <a:cubicBezTo>
                    <a:pt x="576330" y="111901"/>
                    <a:pt x="576052" y="112077"/>
                    <a:pt x="575727" y="112165"/>
                  </a:cubicBezTo>
                  <a:cubicBezTo>
                    <a:pt x="575403" y="112253"/>
                    <a:pt x="575032" y="112165"/>
                    <a:pt x="574753" y="111989"/>
                  </a:cubicBezTo>
                  <a:lnTo>
                    <a:pt x="572017" y="110145"/>
                  </a:lnTo>
                  <a:lnTo>
                    <a:pt x="570440" y="114974"/>
                  </a:lnTo>
                  <a:cubicBezTo>
                    <a:pt x="570255" y="115501"/>
                    <a:pt x="569698" y="115808"/>
                    <a:pt x="569188" y="115721"/>
                  </a:cubicBezTo>
                  <a:cubicBezTo>
                    <a:pt x="559217" y="114404"/>
                    <a:pt x="554394" y="115940"/>
                    <a:pt x="554347" y="115940"/>
                  </a:cubicBezTo>
                  <a:cubicBezTo>
                    <a:pt x="554208" y="115940"/>
                    <a:pt x="554115" y="115984"/>
                    <a:pt x="553977" y="115984"/>
                  </a:cubicBezTo>
                  <a:lnTo>
                    <a:pt x="550220" y="115984"/>
                  </a:lnTo>
                  <a:cubicBezTo>
                    <a:pt x="549571" y="115984"/>
                    <a:pt x="549061" y="115501"/>
                    <a:pt x="549061" y="114887"/>
                  </a:cubicBezTo>
                  <a:lnTo>
                    <a:pt x="549061" y="111594"/>
                  </a:lnTo>
                  <a:lnTo>
                    <a:pt x="545304" y="111594"/>
                  </a:lnTo>
                  <a:cubicBezTo>
                    <a:pt x="544655" y="111594"/>
                    <a:pt x="544145" y="111111"/>
                    <a:pt x="544145" y="110497"/>
                  </a:cubicBezTo>
                  <a:lnTo>
                    <a:pt x="544145" y="103692"/>
                  </a:lnTo>
                  <a:lnTo>
                    <a:pt x="539507" y="103912"/>
                  </a:lnTo>
                  <a:lnTo>
                    <a:pt x="538394" y="105185"/>
                  </a:lnTo>
                  <a:cubicBezTo>
                    <a:pt x="538162" y="105448"/>
                    <a:pt x="537837" y="105580"/>
                    <a:pt x="537513" y="105580"/>
                  </a:cubicBezTo>
                  <a:lnTo>
                    <a:pt x="536956" y="105580"/>
                  </a:lnTo>
                  <a:lnTo>
                    <a:pt x="536956" y="109970"/>
                  </a:lnTo>
                  <a:cubicBezTo>
                    <a:pt x="536956" y="110233"/>
                    <a:pt x="536863" y="110540"/>
                    <a:pt x="536631" y="110716"/>
                  </a:cubicBezTo>
                  <a:lnTo>
                    <a:pt x="530556" y="116774"/>
                  </a:lnTo>
                  <a:cubicBezTo>
                    <a:pt x="530324" y="117038"/>
                    <a:pt x="529907" y="117125"/>
                    <a:pt x="529536" y="117082"/>
                  </a:cubicBezTo>
                  <a:cubicBezTo>
                    <a:pt x="529165" y="117038"/>
                    <a:pt x="528840" y="116818"/>
                    <a:pt x="528654" y="116511"/>
                  </a:cubicBezTo>
                  <a:lnTo>
                    <a:pt x="495727" y="55490"/>
                  </a:lnTo>
                  <a:lnTo>
                    <a:pt x="470961" y="33935"/>
                  </a:lnTo>
                  <a:cubicBezTo>
                    <a:pt x="470683" y="33671"/>
                    <a:pt x="470544" y="33320"/>
                    <a:pt x="470590" y="32969"/>
                  </a:cubicBezTo>
                  <a:cubicBezTo>
                    <a:pt x="470636" y="32618"/>
                    <a:pt x="470868" y="32311"/>
                    <a:pt x="471239" y="32135"/>
                  </a:cubicBezTo>
                  <a:lnTo>
                    <a:pt x="478428" y="28886"/>
                  </a:lnTo>
                  <a:lnTo>
                    <a:pt x="478428" y="24979"/>
                  </a:lnTo>
                  <a:lnTo>
                    <a:pt x="475738" y="26165"/>
                  </a:lnTo>
                  <a:cubicBezTo>
                    <a:pt x="475738" y="26165"/>
                    <a:pt x="475506" y="26252"/>
                    <a:pt x="475367" y="26252"/>
                  </a:cubicBezTo>
                  <a:lnTo>
                    <a:pt x="468920" y="26779"/>
                  </a:lnTo>
                  <a:lnTo>
                    <a:pt x="457604" y="32135"/>
                  </a:lnTo>
                  <a:lnTo>
                    <a:pt x="457604" y="36657"/>
                  </a:lnTo>
                  <a:cubicBezTo>
                    <a:pt x="457604" y="37008"/>
                    <a:pt x="457419" y="37315"/>
                    <a:pt x="457141" y="37535"/>
                  </a:cubicBezTo>
                  <a:lnTo>
                    <a:pt x="452781" y="40564"/>
                  </a:lnTo>
                  <a:cubicBezTo>
                    <a:pt x="452781" y="40564"/>
                    <a:pt x="452317" y="40783"/>
                    <a:pt x="452039" y="40783"/>
                  </a:cubicBezTo>
                  <a:lnTo>
                    <a:pt x="445407" y="40564"/>
                  </a:lnTo>
                  <a:lnTo>
                    <a:pt x="445407" y="42451"/>
                  </a:lnTo>
                  <a:cubicBezTo>
                    <a:pt x="445407" y="42934"/>
                    <a:pt x="445036" y="43373"/>
                    <a:pt x="444526" y="43505"/>
                  </a:cubicBezTo>
                  <a:lnTo>
                    <a:pt x="441604" y="44207"/>
                  </a:lnTo>
                  <a:lnTo>
                    <a:pt x="439796" y="48115"/>
                  </a:lnTo>
                  <a:cubicBezTo>
                    <a:pt x="439656" y="48422"/>
                    <a:pt x="439378" y="48641"/>
                    <a:pt x="439053" y="48729"/>
                  </a:cubicBezTo>
                  <a:cubicBezTo>
                    <a:pt x="438729" y="48817"/>
                    <a:pt x="438358" y="48729"/>
                    <a:pt x="438080" y="48597"/>
                  </a:cubicBezTo>
                  <a:lnTo>
                    <a:pt x="433813" y="45832"/>
                  </a:lnTo>
                  <a:lnTo>
                    <a:pt x="430798" y="46271"/>
                  </a:lnTo>
                  <a:lnTo>
                    <a:pt x="428850" y="47719"/>
                  </a:lnTo>
                  <a:lnTo>
                    <a:pt x="431772" y="47719"/>
                  </a:lnTo>
                  <a:lnTo>
                    <a:pt x="431772" y="51012"/>
                  </a:lnTo>
                  <a:lnTo>
                    <a:pt x="428016" y="51012"/>
                  </a:lnTo>
                  <a:lnTo>
                    <a:pt x="428016" y="48334"/>
                  </a:lnTo>
                  <a:lnTo>
                    <a:pt x="425836" y="49958"/>
                  </a:lnTo>
                  <a:cubicBezTo>
                    <a:pt x="425558" y="50134"/>
                    <a:pt x="425233" y="50222"/>
                    <a:pt x="424908" y="50178"/>
                  </a:cubicBezTo>
                  <a:cubicBezTo>
                    <a:pt x="424584" y="50134"/>
                    <a:pt x="424306" y="49914"/>
                    <a:pt x="424120" y="49651"/>
                  </a:cubicBezTo>
                  <a:lnTo>
                    <a:pt x="420920" y="44734"/>
                  </a:lnTo>
                  <a:cubicBezTo>
                    <a:pt x="420734" y="44427"/>
                    <a:pt x="420688" y="43988"/>
                    <a:pt x="420874" y="43681"/>
                  </a:cubicBezTo>
                  <a:lnTo>
                    <a:pt x="422914" y="39817"/>
                  </a:lnTo>
                  <a:cubicBezTo>
                    <a:pt x="422914" y="39817"/>
                    <a:pt x="423100" y="39510"/>
                    <a:pt x="423239" y="39422"/>
                  </a:cubicBezTo>
                  <a:lnTo>
                    <a:pt x="427598" y="36305"/>
                  </a:lnTo>
                  <a:lnTo>
                    <a:pt x="428526" y="34110"/>
                  </a:lnTo>
                  <a:lnTo>
                    <a:pt x="427552" y="34198"/>
                  </a:lnTo>
                  <a:lnTo>
                    <a:pt x="426114" y="36701"/>
                  </a:lnTo>
                  <a:cubicBezTo>
                    <a:pt x="425929" y="37052"/>
                    <a:pt x="425511" y="37271"/>
                    <a:pt x="425094" y="37271"/>
                  </a:cubicBezTo>
                  <a:lnTo>
                    <a:pt x="420734" y="37271"/>
                  </a:lnTo>
                  <a:cubicBezTo>
                    <a:pt x="420317" y="37271"/>
                    <a:pt x="419946" y="37052"/>
                    <a:pt x="419714" y="36701"/>
                  </a:cubicBezTo>
                  <a:lnTo>
                    <a:pt x="417720" y="33408"/>
                  </a:lnTo>
                  <a:lnTo>
                    <a:pt x="413732" y="33408"/>
                  </a:lnTo>
                  <a:lnTo>
                    <a:pt x="415077" y="35603"/>
                  </a:lnTo>
                  <a:cubicBezTo>
                    <a:pt x="415216" y="35866"/>
                    <a:pt x="415262" y="36174"/>
                    <a:pt x="415169" y="36481"/>
                  </a:cubicBezTo>
                  <a:cubicBezTo>
                    <a:pt x="415077" y="36788"/>
                    <a:pt x="414845" y="37008"/>
                    <a:pt x="414566" y="37140"/>
                  </a:cubicBezTo>
                  <a:lnTo>
                    <a:pt x="409372" y="39598"/>
                  </a:lnTo>
                  <a:cubicBezTo>
                    <a:pt x="409001" y="39774"/>
                    <a:pt x="408584" y="39730"/>
                    <a:pt x="408259" y="39554"/>
                  </a:cubicBezTo>
                  <a:cubicBezTo>
                    <a:pt x="407935" y="39335"/>
                    <a:pt x="407702" y="38983"/>
                    <a:pt x="407702" y="38632"/>
                  </a:cubicBezTo>
                  <a:lnTo>
                    <a:pt x="407702" y="32706"/>
                  </a:lnTo>
                  <a:lnTo>
                    <a:pt x="404502" y="29062"/>
                  </a:lnTo>
                  <a:lnTo>
                    <a:pt x="404502" y="31784"/>
                  </a:lnTo>
                  <a:cubicBezTo>
                    <a:pt x="404502" y="32223"/>
                    <a:pt x="404224" y="32574"/>
                    <a:pt x="403853" y="32793"/>
                  </a:cubicBezTo>
                  <a:cubicBezTo>
                    <a:pt x="403436" y="32969"/>
                    <a:pt x="402972" y="32925"/>
                    <a:pt x="402601" y="32662"/>
                  </a:cubicBezTo>
                  <a:lnTo>
                    <a:pt x="399586" y="30291"/>
                  </a:lnTo>
                  <a:lnTo>
                    <a:pt x="399586" y="32925"/>
                  </a:lnTo>
                  <a:cubicBezTo>
                    <a:pt x="399586" y="33276"/>
                    <a:pt x="399447" y="33584"/>
                    <a:pt x="399169" y="33759"/>
                  </a:cubicBezTo>
                  <a:cubicBezTo>
                    <a:pt x="398891" y="33979"/>
                    <a:pt x="398520" y="34067"/>
                    <a:pt x="398195" y="33979"/>
                  </a:cubicBezTo>
                  <a:lnTo>
                    <a:pt x="390357" y="32311"/>
                  </a:lnTo>
                  <a:lnTo>
                    <a:pt x="387436" y="32311"/>
                  </a:lnTo>
                  <a:cubicBezTo>
                    <a:pt x="387065" y="32311"/>
                    <a:pt x="386740" y="32179"/>
                    <a:pt x="386508" y="31915"/>
                  </a:cubicBezTo>
                  <a:lnTo>
                    <a:pt x="383030" y="27789"/>
                  </a:lnTo>
                  <a:cubicBezTo>
                    <a:pt x="382798" y="27481"/>
                    <a:pt x="382705" y="27086"/>
                    <a:pt x="382844" y="26735"/>
                  </a:cubicBezTo>
                  <a:cubicBezTo>
                    <a:pt x="382984" y="26384"/>
                    <a:pt x="383308" y="26121"/>
                    <a:pt x="383725" y="26033"/>
                  </a:cubicBezTo>
                  <a:lnTo>
                    <a:pt x="388688" y="25199"/>
                  </a:lnTo>
                  <a:lnTo>
                    <a:pt x="386462" y="21906"/>
                  </a:lnTo>
                  <a:cubicBezTo>
                    <a:pt x="386230" y="21555"/>
                    <a:pt x="386230" y="21072"/>
                    <a:pt x="386462" y="20677"/>
                  </a:cubicBezTo>
                  <a:lnTo>
                    <a:pt x="388920" y="17297"/>
                  </a:lnTo>
                  <a:lnTo>
                    <a:pt x="385163" y="15409"/>
                  </a:lnTo>
                  <a:cubicBezTo>
                    <a:pt x="384699" y="15190"/>
                    <a:pt x="384468" y="14707"/>
                    <a:pt x="384560" y="14224"/>
                  </a:cubicBezTo>
                  <a:lnTo>
                    <a:pt x="385951" y="7156"/>
                  </a:lnTo>
                  <a:lnTo>
                    <a:pt x="383586" y="2678"/>
                  </a:lnTo>
                  <a:lnTo>
                    <a:pt x="377325" y="3380"/>
                  </a:lnTo>
                  <a:lnTo>
                    <a:pt x="374728" y="6322"/>
                  </a:lnTo>
                  <a:cubicBezTo>
                    <a:pt x="374543" y="6541"/>
                    <a:pt x="374218" y="6673"/>
                    <a:pt x="373940" y="6717"/>
                  </a:cubicBezTo>
                  <a:cubicBezTo>
                    <a:pt x="373615" y="6717"/>
                    <a:pt x="373337" y="6629"/>
                    <a:pt x="373105" y="6453"/>
                  </a:cubicBezTo>
                  <a:lnTo>
                    <a:pt x="368653" y="2766"/>
                  </a:lnTo>
                  <a:lnTo>
                    <a:pt x="361001" y="527"/>
                  </a:lnTo>
                  <a:lnTo>
                    <a:pt x="359146" y="1624"/>
                  </a:lnTo>
                  <a:cubicBezTo>
                    <a:pt x="358774" y="1844"/>
                    <a:pt x="358264" y="1844"/>
                    <a:pt x="357893" y="1624"/>
                  </a:cubicBezTo>
                  <a:lnTo>
                    <a:pt x="355343" y="0"/>
                  </a:lnTo>
                  <a:lnTo>
                    <a:pt x="355343" y="1800"/>
                  </a:lnTo>
                  <a:cubicBezTo>
                    <a:pt x="355343" y="2195"/>
                    <a:pt x="355111" y="2546"/>
                    <a:pt x="354786" y="2766"/>
                  </a:cubicBezTo>
                  <a:cubicBezTo>
                    <a:pt x="354415" y="2941"/>
                    <a:pt x="353998" y="2941"/>
                    <a:pt x="353627" y="2766"/>
                  </a:cubicBezTo>
                  <a:lnTo>
                    <a:pt x="349870" y="702"/>
                  </a:lnTo>
                  <a:lnTo>
                    <a:pt x="349870" y="3468"/>
                  </a:lnTo>
                  <a:cubicBezTo>
                    <a:pt x="349870" y="4083"/>
                    <a:pt x="349360" y="4566"/>
                    <a:pt x="348711" y="4566"/>
                  </a:cubicBezTo>
                  <a:lnTo>
                    <a:pt x="343285" y="4566"/>
                  </a:lnTo>
                  <a:cubicBezTo>
                    <a:pt x="343285" y="4566"/>
                    <a:pt x="343377" y="4785"/>
                    <a:pt x="343377" y="4873"/>
                  </a:cubicBezTo>
                  <a:cubicBezTo>
                    <a:pt x="344119" y="7463"/>
                    <a:pt x="341754" y="10624"/>
                    <a:pt x="341476" y="10975"/>
                  </a:cubicBezTo>
                  <a:cubicBezTo>
                    <a:pt x="341244" y="11239"/>
                    <a:pt x="340919" y="11414"/>
                    <a:pt x="340548" y="11414"/>
                  </a:cubicBezTo>
                  <a:lnTo>
                    <a:pt x="335632" y="11414"/>
                  </a:lnTo>
                  <a:lnTo>
                    <a:pt x="333360" y="14487"/>
                  </a:lnTo>
                  <a:cubicBezTo>
                    <a:pt x="333174" y="14707"/>
                    <a:pt x="332942" y="14882"/>
                    <a:pt x="332664" y="14926"/>
                  </a:cubicBezTo>
                  <a:lnTo>
                    <a:pt x="310635" y="19580"/>
                  </a:lnTo>
                  <a:cubicBezTo>
                    <a:pt x="310357" y="19623"/>
                    <a:pt x="310032" y="19580"/>
                    <a:pt x="309754" y="19448"/>
                  </a:cubicBezTo>
                  <a:lnTo>
                    <a:pt x="307018" y="17867"/>
                  </a:lnTo>
                  <a:lnTo>
                    <a:pt x="305302" y="20721"/>
                  </a:lnTo>
                  <a:cubicBezTo>
                    <a:pt x="305023" y="21160"/>
                    <a:pt x="304513" y="21379"/>
                    <a:pt x="304003" y="21248"/>
                  </a:cubicBezTo>
                  <a:lnTo>
                    <a:pt x="299365" y="20019"/>
                  </a:lnTo>
                  <a:lnTo>
                    <a:pt x="295887" y="22872"/>
                  </a:lnTo>
                  <a:lnTo>
                    <a:pt x="295887" y="26779"/>
                  </a:lnTo>
                  <a:cubicBezTo>
                    <a:pt x="295887" y="27174"/>
                    <a:pt x="295655" y="27525"/>
                    <a:pt x="295284" y="27745"/>
                  </a:cubicBezTo>
                  <a:cubicBezTo>
                    <a:pt x="294913" y="27921"/>
                    <a:pt x="294496" y="27921"/>
                    <a:pt x="294125" y="27745"/>
                  </a:cubicBezTo>
                  <a:lnTo>
                    <a:pt x="288791" y="24716"/>
                  </a:lnTo>
                  <a:lnTo>
                    <a:pt x="277336" y="28755"/>
                  </a:lnTo>
                  <a:lnTo>
                    <a:pt x="275805" y="32662"/>
                  </a:lnTo>
                  <a:cubicBezTo>
                    <a:pt x="275666" y="33013"/>
                    <a:pt x="275342" y="33276"/>
                    <a:pt x="274971" y="33364"/>
                  </a:cubicBezTo>
                  <a:cubicBezTo>
                    <a:pt x="274600" y="33452"/>
                    <a:pt x="274182" y="33364"/>
                    <a:pt x="273904" y="33057"/>
                  </a:cubicBezTo>
                  <a:lnTo>
                    <a:pt x="269730" y="29106"/>
                  </a:lnTo>
                  <a:lnTo>
                    <a:pt x="262773" y="30774"/>
                  </a:lnTo>
                  <a:lnTo>
                    <a:pt x="261290" y="33627"/>
                  </a:lnTo>
                  <a:cubicBezTo>
                    <a:pt x="261104" y="33979"/>
                    <a:pt x="260687" y="34242"/>
                    <a:pt x="260269" y="34242"/>
                  </a:cubicBezTo>
                  <a:lnTo>
                    <a:pt x="255307" y="34242"/>
                  </a:lnTo>
                  <a:lnTo>
                    <a:pt x="254101" y="37842"/>
                  </a:lnTo>
                  <a:cubicBezTo>
                    <a:pt x="253962" y="38237"/>
                    <a:pt x="253637" y="38500"/>
                    <a:pt x="253266" y="38588"/>
                  </a:cubicBezTo>
                  <a:cubicBezTo>
                    <a:pt x="252849" y="38676"/>
                    <a:pt x="252431" y="38588"/>
                    <a:pt x="252153" y="38237"/>
                  </a:cubicBezTo>
                  <a:lnTo>
                    <a:pt x="249463" y="35427"/>
                  </a:lnTo>
                  <a:lnTo>
                    <a:pt x="245892" y="34418"/>
                  </a:lnTo>
                  <a:lnTo>
                    <a:pt x="244825" y="37052"/>
                  </a:lnTo>
                  <a:cubicBezTo>
                    <a:pt x="244594" y="37622"/>
                    <a:pt x="243991" y="37886"/>
                    <a:pt x="243388" y="37710"/>
                  </a:cubicBezTo>
                  <a:lnTo>
                    <a:pt x="239539" y="36481"/>
                  </a:lnTo>
                  <a:lnTo>
                    <a:pt x="238565" y="37052"/>
                  </a:lnTo>
                  <a:cubicBezTo>
                    <a:pt x="238147" y="37315"/>
                    <a:pt x="237544" y="37271"/>
                    <a:pt x="237173" y="36920"/>
                  </a:cubicBezTo>
                  <a:lnTo>
                    <a:pt x="234344" y="34462"/>
                  </a:lnTo>
                  <a:lnTo>
                    <a:pt x="230588" y="36613"/>
                  </a:lnTo>
                  <a:lnTo>
                    <a:pt x="231237" y="39115"/>
                  </a:lnTo>
                  <a:cubicBezTo>
                    <a:pt x="231330" y="39466"/>
                    <a:pt x="231237" y="39905"/>
                    <a:pt x="230912" y="40169"/>
                  </a:cubicBezTo>
                  <a:lnTo>
                    <a:pt x="227666" y="43242"/>
                  </a:lnTo>
                  <a:lnTo>
                    <a:pt x="237081" y="45744"/>
                  </a:lnTo>
                  <a:cubicBezTo>
                    <a:pt x="237591" y="45876"/>
                    <a:pt x="237962" y="46315"/>
                    <a:pt x="237915" y="46841"/>
                  </a:cubicBezTo>
                  <a:cubicBezTo>
                    <a:pt x="237915" y="47324"/>
                    <a:pt x="237544" y="47763"/>
                    <a:pt x="237034" y="47895"/>
                  </a:cubicBezTo>
                  <a:lnTo>
                    <a:pt x="231747" y="49036"/>
                  </a:lnTo>
                  <a:lnTo>
                    <a:pt x="232257" y="51714"/>
                  </a:lnTo>
                  <a:lnTo>
                    <a:pt x="232304" y="51714"/>
                  </a:lnTo>
                  <a:cubicBezTo>
                    <a:pt x="241440" y="51714"/>
                    <a:pt x="247562" y="58431"/>
                    <a:pt x="247794" y="58738"/>
                  </a:cubicBezTo>
                  <a:cubicBezTo>
                    <a:pt x="248072" y="59046"/>
                    <a:pt x="248165" y="59485"/>
                    <a:pt x="247979" y="59836"/>
                  </a:cubicBezTo>
                  <a:cubicBezTo>
                    <a:pt x="247840" y="60231"/>
                    <a:pt x="247469" y="60494"/>
                    <a:pt x="247052" y="60538"/>
                  </a:cubicBezTo>
                  <a:lnTo>
                    <a:pt x="228640" y="62689"/>
                  </a:lnTo>
                  <a:lnTo>
                    <a:pt x="225162" y="66421"/>
                  </a:lnTo>
                  <a:cubicBezTo>
                    <a:pt x="226275" y="68177"/>
                    <a:pt x="228965" y="72742"/>
                    <a:pt x="229243" y="75816"/>
                  </a:cubicBezTo>
                  <a:cubicBezTo>
                    <a:pt x="229521" y="79284"/>
                    <a:pt x="219828" y="83717"/>
                    <a:pt x="213753" y="86176"/>
                  </a:cubicBezTo>
                  <a:lnTo>
                    <a:pt x="219921" y="89205"/>
                  </a:lnTo>
                  <a:cubicBezTo>
                    <a:pt x="220199" y="89337"/>
                    <a:pt x="220431" y="89600"/>
                    <a:pt x="220524" y="89951"/>
                  </a:cubicBezTo>
                  <a:lnTo>
                    <a:pt x="221173" y="92629"/>
                  </a:lnTo>
                  <a:lnTo>
                    <a:pt x="226275" y="92410"/>
                  </a:lnTo>
                  <a:cubicBezTo>
                    <a:pt x="226831" y="92410"/>
                    <a:pt x="227341" y="92717"/>
                    <a:pt x="227434" y="93244"/>
                  </a:cubicBezTo>
                  <a:lnTo>
                    <a:pt x="228362" y="96712"/>
                  </a:lnTo>
                  <a:lnTo>
                    <a:pt x="234901" y="96010"/>
                  </a:lnTo>
                  <a:cubicBezTo>
                    <a:pt x="235272" y="95966"/>
                    <a:pt x="235689" y="96141"/>
                    <a:pt x="235968" y="96448"/>
                  </a:cubicBezTo>
                  <a:lnTo>
                    <a:pt x="240884" y="102507"/>
                  </a:lnTo>
                  <a:cubicBezTo>
                    <a:pt x="241162" y="102814"/>
                    <a:pt x="241208" y="103253"/>
                    <a:pt x="241023" y="103604"/>
                  </a:cubicBezTo>
                  <a:cubicBezTo>
                    <a:pt x="240837" y="103955"/>
                    <a:pt x="240466" y="104219"/>
                    <a:pt x="240049" y="104263"/>
                  </a:cubicBezTo>
                  <a:lnTo>
                    <a:pt x="237452" y="104482"/>
                  </a:lnTo>
                  <a:lnTo>
                    <a:pt x="235596" y="114623"/>
                  </a:lnTo>
                  <a:cubicBezTo>
                    <a:pt x="235504" y="115062"/>
                    <a:pt x="235179" y="115413"/>
                    <a:pt x="234715" y="115501"/>
                  </a:cubicBezTo>
                  <a:lnTo>
                    <a:pt x="217927" y="119364"/>
                  </a:lnTo>
                  <a:cubicBezTo>
                    <a:pt x="217463" y="119452"/>
                    <a:pt x="216999" y="119277"/>
                    <a:pt x="216721" y="118925"/>
                  </a:cubicBezTo>
                  <a:lnTo>
                    <a:pt x="213753" y="114930"/>
                  </a:lnTo>
                  <a:lnTo>
                    <a:pt x="210553" y="120725"/>
                  </a:lnTo>
                  <a:cubicBezTo>
                    <a:pt x="210367" y="121076"/>
                    <a:pt x="209950" y="121296"/>
                    <a:pt x="209532" y="121296"/>
                  </a:cubicBezTo>
                  <a:lnTo>
                    <a:pt x="204338" y="121296"/>
                  </a:lnTo>
                  <a:cubicBezTo>
                    <a:pt x="203689" y="121296"/>
                    <a:pt x="203179" y="120813"/>
                    <a:pt x="203179" y="120198"/>
                  </a:cubicBezTo>
                  <a:lnTo>
                    <a:pt x="203179" y="118267"/>
                  </a:lnTo>
                  <a:lnTo>
                    <a:pt x="191213" y="114667"/>
                  </a:lnTo>
                  <a:cubicBezTo>
                    <a:pt x="190889" y="114579"/>
                    <a:pt x="190610" y="114316"/>
                    <a:pt x="190471" y="113965"/>
                  </a:cubicBezTo>
                  <a:lnTo>
                    <a:pt x="188802" y="109531"/>
                  </a:lnTo>
                  <a:lnTo>
                    <a:pt x="185231" y="106150"/>
                  </a:lnTo>
                  <a:lnTo>
                    <a:pt x="181938" y="107731"/>
                  </a:lnTo>
                  <a:cubicBezTo>
                    <a:pt x="181938" y="107731"/>
                    <a:pt x="181521" y="107863"/>
                    <a:pt x="181289" y="107819"/>
                  </a:cubicBezTo>
                  <a:lnTo>
                    <a:pt x="177950" y="107423"/>
                  </a:lnTo>
                  <a:lnTo>
                    <a:pt x="177950" y="111375"/>
                  </a:lnTo>
                  <a:cubicBezTo>
                    <a:pt x="177950" y="111901"/>
                    <a:pt x="177532" y="112384"/>
                    <a:pt x="176976" y="112472"/>
                  </a:cubicBezTo>
                  <a:lnTo>
                    <a:pt x="172941" y="112999"/>
                  </a:lnTo>
                  <a:cubicBezTo>
                    <a:pt x="172570" y="113043"/>
                    <a:pt x="172152" y="112911"/>
                    <a:pt x="171921" y="112648"/>
                  </a:cubicBezTo>
                  <a:lnTo>
                    <a:pt x="167608" y="108038"/>
                  </a:lnTo>
                  <a:lnTo>
                    <a:pt x="162413" y="107819"/>
                  </a:lnTo>
                  <a:lnTo>
                    <a:pt x="160465" y="111067"/>
                  </a:lnTo>
                  <a:cubicBezTo>
                    <a:pt x="160233" y="111418"/>
                    <a:pt x="159955" y="111682"/>
                    <a:pt x="159399" y="111638"/>
                  </a:cubicBezTo>
                  <a:cubicBezTo>
                    <a:pt x="158981" y="111638"/>
                    <a:pt x="158564" y="111375"/>
                    <a:pt x="158378" y="110979"/>
                  </a:cubicBezTo>
                  <a:lnTo>
                    <a:pt x="157126" y="108302"/>
                  </a:lnTo>
                  <a:lnTo>
                    <a:pt x="154854" y="111199"/>
                  </a:lnTo>
                  <a:cubicBezTo>
                    <a:pt x="154622" y="111506"/>
                    <a:pt x="154158" y="111682"/>
                    <a:pt x="153741" y="111638"/>
                  </a:cubicBezTo>
                  <a:lnTo>
                    <a:pt x="151422" y="111331"/>
                  </a:lnTo>
                  <a:lnTo>
                    <a:pt x="152720" y="115765"/>
                  </a:lnTo>
                  <a:cubicBezTo>
                    <a:pt x="152860" y="116291"/>
                    <a:pt x="152581" y="116862"/>
                    <a:pt x="152071" y="117082"/>
                  </a:cubicBezTo>
                  <a:lnTo>
                    <a:pt x="143955" y="120374"/>
                  </a:lnTo>
                  <a:cubicBezTo>
                    <a:pt x="143630" y="120506"/>
                    <a:pt x="143259" y="120506"/>
                    <a:pt x="142935" y="120330"/>
                  </a:cubicBezTo>
                  <a:lnTo>
                    <a:pt x="133938" y="115677"/>
                  </a:lnTo>
                  <a:cubicBezTo>
                    <a:pt x="133566" y="115501"/>
                    <a:pt x="133335" y="115106"/>
                    <a:pt x="133335" y="114711"/>
                  </a:cubicBezTo>
                  <a:lnTo>
                    <a:pt x="133335" y="111506"/>
                  </a:lnTo>
                  <a:lnTo>
                    <a:pt x="128187" y="110497"/>
                  </a:lnTo>
                  <a:lnTo>
                    <a:pt x="128604" y="110936"/>
                  </a:lnTo>
                  <a:cubicBezTo>
                    <a:pt x="128604" y="110936"/>
                    <a:pt x="128836" y="111199"/>
                    <a:pt x="128882" y="111331"/>
                  </a:cubicBezTo>
                  <a:lnTo>
                    <a:pt x="130923" y="116818"/>
                  </a:lnTo>
                  <a:cubicBezTo>
                    <a:pt x="131062" y="117169"/>
                    <a:pt x="130969" y="117521"/>
                    <a:pt x="130738" y="117828"/>
                  </a:cubicBezTo>
                  <a:lnTo>
                    <a:pt x="127537" y="121954"/>
                  </a:lnTo>
                  <a:cubicBezTo>
                    <a:pt x="127352" y="122218"/>
                    <a:pt x="127027" y="122393"/>
                    <a:pt x="126656" y="122393"/>
                  </a:cubicBezTo>
                  <a:cubicBezTo>
                    <a:pt x="126332" y="122393"/>
                    <a:pt x="125961" y="122262"/>
                    <a:pt x="125729" y="122042"/>
                  </a:cubicBezTo>
                  <a:lnTo>
                    <a:pt x="122853" y="119013"/>
                  </a:lnTo>
                  <a:cubicBezTo>
                    <a:pt x="122853" y="119013"/>
                    <a:pt x="122529" y="118530"/>
                    <a:pt x="122529" y="118267"/>
                  </a:cubicBezTo>
                  <a:lnTo>
                    <a:pt x="122529" y="112648"/>
                  </a:lnTo>
                  <a:lnTo>
                    <a:pt x="115897" y="105360"/>
                  </a:lnTo>
                  <a:lnTo>
                    <a:pt x="111769" y="105360"/>
                  </a:lnTo>
                  <a:cubicBezTo>
                    <a:pt x="111398" y="105360"/>
                    <a:pt x="111027" y="105185"/>
                    <a:pt x="110795" y="104877"/>
                  </a:cubicBezTo>
                  <a:lnTo>
                    <a:pt x="106158" y="98205"/>
                  </a:lnTo>
                  <a:lnTo>
                    <a:pt x="99758" y="97722"/>
                  </a:lnTo>
                  <a:lnTo>
                    <a:pt x="93914" y="99829"/>
                  </a:lnTo>
                  <a:cubicBezTo>
                    <a:pt x="93357" y="100048"/>
                    <a:pt x="92708" y="99829"/>
                    <a:pt x="92476" y="99302"/>
                  </a:cubicBezTo>
                  <a:lnTo>
                    <a:pt x="88998" y="92497"/>
                  </a:lnTo>
                  <a:lnTo>
                    <a:pt x="88117" y="93727"/>
                  </a:lnTo>
                  <a:cubicBezTo>
                    <a:pt x="87885" y="94078"/>
                    <a:pt x="87421" y="94253"/>
                    <a:pt x="87004" y="94166"/>
                  </a:cubicBezTo>
                  <a:lnTo>
                    <a:pt x="83618" y="93727"/>
                  </a:lnTo>
                  <a:lnTo>
                    <a:pt x="82180" y="98336"/>
                  </a:lnTo>
                  <a:cubicBezTo>
                    <a:pt x="82088" y="98643"/>
                    <a:pt x="81856" y="98907"/>
                    <a:pt x="81531" y="99039"/>
                  </a:cubicBezTo>
                  <a:cubicBezTo>
                    <a:pt x="81207" y="99170"/>
                    <a:pt x="80836" y="99126"/>
                    <a:pt x="80557" y="98995"/>
                  </a:cubicBezTo>
                  <a:lnTo>
                    <a:pt x="78146" y="97766"/>
                  </a:lnTo>
                  <a:lnTo>
                    <a:pt x="75270" y="100707"/>
                  </a:lnTo>
                  <a:cubicBezTo>
                    <a:pt x="74946" y="101058"/>
                    <a:pt x="74435" y="101146"/>
                    <a:pt x="74018" y="100970"/>
                  </a:cubicBezTo>
                  <a:cubicBezTo>
                    <a:pt x="73554" y="100795"/>
                    <a:pt x="73276" y="100400"/>
                    <a:pt x="73276" y="99961"/>
                  </a:cubicBezTo>
                  <a:lnTo>
                    <a:pt x="73276" y="94166"/>
                  </a:lnTo>
                  <a:lnTo>
                    <a:pt x="66319" y="91883"/>
                  </a:lnTo>
                  <a:lnTo>
                    <a:pt x="66319" y="95571"/>
                  </a:lnTo>
                  <a:cubicBezTo>
                    <a:pt x="66319" y="96010"/>
                    <a:pt x="66088" y="96361"/>
                    <a:pt x="65670" y="96580"/>
                  </a:cubicBezTo>
                  <a:cubicBezTo>
                    <a:pt x="65253" y="96756"/>
                    <a:pt x="64789" y="96712"/>
                    <a:pt x="64465" y="96448"/>
                  </a:cubicBezTo>
                  <a:lnTo>
                    <a:pt x="62841" y="95219"/>
                  </a:lnTo>
                  <a:lnTo>
                    <a:pt x="60198" y="102287"/>
                  </a:lnTo>
                  <a:cubicBezTo>
                    <a:pt x="60105" y="102551"/>
                    <a:pt x="59919" y="102770"/>
                    <a:pt x="59641" y="102902"/>
                  </a:cubicBezTo>
                  <a:lnTo>
                    <a:pt x="50644" y="107555"/>
                  </a:lnTo>
                  <a:cubicBezTo>
                    <a:pt x="50644" y="107555"/>
                    <a:pt x="50273" y="107687"/>
                    <a:pt x="50087" y="107687"/>
                  </a:cubicBezTo>
                  <a:lnTo>
                    <a:pt x="46609" y="107687"/>
                  </a:lnTo>
                  <a:lnTo>
                    <a:pt x="46609" y="112911"/>
                  </a:lnTo>
                  <a:cubicBezTo>
                    <a:pt x="46609" y="113262"/>
                    <a:pt x="46424" y="113613"/>
                    <a:pt x="46099" y="113833"/>
                  </a:cubicBezTo>
                  <a:lnTo>
                    <a:pt x="35386" y="120418"/>
                  </a:lnTo>
                  <a:cubicBezTo>
                    <a:pt x="35015" y="120637"/>
                    <a:pt x="34551" y="120637"/>
                    <a:pt x="34180" y="120418"/>
                  </a:cubicBezTo>
                  <a:lnTo>
                    <a:pt x="32186" y="119321"/>
                  </a:lnTo>
                  <a:lnTo>
                    <a:pt x="33577" y="128891"/>
                  </a:lnTo>
                  <a:lnTo>
                    <a:pt x="35432" y="131130"/>
                  </a:lnTo>
                  <a:cubicBezTo>
                    <a:pt x="35803" y="131569"/>
                    <a:pt x="35757" y="132183"/>
                    <a:pt x="35339" y="132578"/>
                  </a:cubicBezTo>
                  <a:lnTo>
                    <a:pt x="28661" y="138988"/>
                  </a:lnTo>
                  <a:cubicBezTo>
                    <a:pt x="28429" y="139207"/>
                    <a:pt x="28058" y="139339"/>
                    <a:pt x="27734" y="139295"/>
                  </a:cubicBezTo>
                  <a:cubicBezTo>
                    <a:pt x="27363" y="139295"/>
                    <a:pt x="27084" y="139076"/>
                    <a:pt x="26852" y="138768"/>
                  </a:cubicBezTo>
                  <a:lnTo>
                    <a:pt x="16464" y="122876"/>
                  </a:lnTo>
                  <a:lnTo>
                    <a:pt x="12429" y="125335"/>
                  </a:lnTo>
                  <a:cubicBezTo>
                    <a:pt x="13357" y="127925"/>
                    <a:pt x="13264" y="130252"/>
                    <a:pt x="12104" y="132183"/>
                  </a:cubicBezTo>
                  <a:cubicBezTo>
                    <a:pt x="10342" y="135124"/>
                    <a:pt x="6678" y="136310"/>
                    <a:pt x="4916" y="136749"/>
                  </a:cubicBezTo>
                  <a:lnTo>
                    <a:pt x="4638" y="148602"/>
                  </a:lnTo>
                  <a:lnTo>
                    <a:pt x="7235" y="151280"/>
                  </a:lnTo>
                  <a:cubicBezTo>
                    <a:pt x="7560" y="151587"/>
                    <a:pt x="7606" y="152070"/>
                    <a:pt x="7420" y="152465"/>
                  </a:cubicBezTo>
                  <a:lnTo>
                    <a:pt x="0" y="168137"/>
                  </a:lnTo>
                  <a:lnTo>
                    <a:pt x="8487" y="171035"/>
                  </a:lnTo>
                  <a:cubicBezTo>
                    <a:pt x="8858" y="171166"/>
                    <a:pt x="9136" y="171430"/>
                    <a:pt x="9229" y="171781"/>
                  </a:cubicBezTo>
                  <a:lnTo>
                    <a:pt x="10388" y="175908"/>
                  </a:lnTo>
                  <a:cubicBezTo>
                    <a:pt x="10528" y="176347"/>
                    <a:pt x="10342" y="176829"/>
                    <a:pt x="9971" y="177093"/>
                  </a:cubicBezTo>
                  <a:lnTo>
                    <a:pt x="7699" y="178629"/>
                  </a:lnTo>
                  <a:lnTo>
                    <a:pt x="11316" y="183283"/>
                  </a:lnTo>
                  <a:lnTo>
                    <a:pt x="11316" y="181702"/>
                  </a:lnTo>
                  <a:cubicBezTo>
                    <a:pt x="11316" y="181351"/>
                    <a:pt x="11501" y="181044"/>
                    <a:pt x="11780" y="180824"/>
                  </a:cubicBezTo>
                  <a:cubicBezTo>
                    <a:pt x="12058" y="180605"/>
                    <a:pt x="12429" y="180561"/>
                    <a:pt x="12800" y="180649"/>
                  </a:cubicBezTo>
                  <a:lnTo>
                    <a:pt x="24673" y="183678"/>
                  </a:lnTo>
                  <a:cubicBezTo>
                    <a:pt x="24951" y="183722"/>
                    <a:pt x="25136" y="183897"/>
                    <a:pt x="25322" y="184073"/>
                  </a:cubicBezTo>
                  <a:lnTo>
                    <a:pt x="39792" y="202994"/>
                  </a:lnTo>
                  <a:cubicBezTo>
                    <a:pt x="40024" y="203301"/>
                    <a:pt x="40070" y="203653"/>
                    <a:pt x="39931" y="204004"/>
                  </a:cubicBezTo>
                  <a:lnTo>
                    <a:pt x="38632" y="207560"/>
                  </a:lnTo>
                  <a:cubicBezTo>
                    <a:pt x="38447" y="208043"/>
                    <a:pt x="37937" y="208350"/>
                    <a:pt x="37380" y="208306"/>
                  </a:cubicBezTo>
                  <a:lnTo>
                    <a:pt x="30748" y="207384"/>
                  </a:lnTo>
                  <a:lnTo>
                    <a:pt x="30748" y="208789"/>
                  </a:lnTo>
                  <a:lnTo>
                    <a:pt x="44337" y="216735"/>
                  </a:lnTo>
                  <a:cubicBezTo>
                    <a:pt x="45496" y="216384"/>
                    <a:pt x="51757" y="214188"/>
                    <a:pt x="53056" y="210238"/>
                  </a:cubicBezTo>
                  <a:lnTo>
                    <a:pt x="59409" y="205584"/>
                  </a:lnTo>
                  <a:cubicBezTo>
                    <a:pt x="59409" y="205584"/>
                    <a:pt x="66644" y="206682"/>
                    <a:pt x="68963" y="201458"/>
                  </a:cubicBezTo>
                  <a:lnTo>
                    <a:pt x="76198" y="201458"/>
                  </a:lnTo>
                  <a:cubicBezTo>
                    <a:pt x="76198" y="201458"/>
                    <a:pt x="80233" y="206374"/>
                    <a:pt x="82876" y="201458"/>
                  </a:cubicBezTo>
                  <a:lnTo>
                    <a:pt x="87236" y="201458"/>
                  </a:lnTo>
                  <a:lnTo>
                    <a:pt x="83479" y="204487"/>
                  </a:lnTo>
                  <a:lnTo>
                    <a:pt x="90714" y="206155"/>
                  </a:lnTo>
                  <a:lnTo>
                    <a:pt x="95352" y="203696"/>
                  </a:lnTo>
                  <a:lnTo>
                    <a:pt x="97392" y="207823"/>
                  </a:lnTo>
                  <a:lnTo>
                    <a:pt x="101149" y="207823"/>
                  </a:lnTo>
                  <a:lnTo>
                    <a:pt x="102865" y="211950"/>
                  </a:lnTo>
                  <a:lnTo>
                    <a:pt x="100268" y="217174"/>
                  </a:lnTo>
                  <a:lnTo>
                    <a:pt x="99108" y="221827"/>
                  </a:lnTo>
                  <a:cubicBezTo>
                    <a:pt x="101427" y="222925"/>
                    <a:pt x="100546" y="228412"/>
                    <a:pt x="100546" y="228412"/>
                  </a:cubicBezTo>
                  <a:lnTo>
                    <a:pt x="96789" y="231705"/>
                  </a:lnTo>
                  <a:lnTo>
                    <a:pt x="90714" y="234427"/>
                  </a:lnTo>
                  <a:lnTo>
                    <a:pt x="81160" y="234427"/>
                  </a:lnTo>
                  <a:lnTo>
                    <a:pt x="76801" y="237148"/>
                  </a:lnTo>
                  <a:lnTo>
                    <a:pt x="72766" y="242899"/>
                  </a:lnTo>
                  <a:lnTo>
                    <a:pt x="67850" y="246762"/>
                  </a:lnTo>
                  <a:lnTo>
                    <a:pt x="73044" y="250889"/>
                  </a:lnTo>
                  <a:lnTo>
                    <a:pt x="79723" y="255279"/>
                  </a:lnTo>
                  <a:lnTo>
                    <a:pt x="69891" y="255279"/>
                  </a:lnTo>
                  <a:lnTo>
                    <a:pt x="67850" y="251723"/>
                  </a:lnTo>
                  <a:cubicBezTo>
                    <a:pt x="67850" y="251723"/>
                    <a:pt x="58575" y="250889"/>
                    <a:pt x="57415" y="253918"/>
                  </a:cubicBezTo>
                  <a:cubicBezTo>
                    <a:pt x="56256" y="256947"/>
                    <a:pt x="66134" y="259142"/>
                    <a:pt x="66134" y="259142"/>
                  </a:cubicBezTo>
                  <a:cubicBezTo>
                    <a:pt x="66134" y="259142"/>
                    <a:pt x="69612" y="269590"/>
                    <a:pt x="73972" y="275034"/>
                  </a:cubicBezTo>
                  <a:lnTo>
                    <a:pt x="73694" y="282717"/>
                  </a:lnTo>
                  <a:cubicBezTo>
                    <a:pt x="73694" y="282717"/>
                    <a:pt x="80094" y="281619"/>
                    <a:pt x="82412" y="288204"/>
                  </a:cubicBezTo>
                  <a:lnTo>
                    <a:pt x="90529" y="289565"/>
                  </a:lnTo>
                  <a:cubicBezTo>
                    <a:pt x="90529" y="289565"/>
                    <a:pt x="98366" y="289038"/>
                    <a:pt x="96929" y="292023"/>
                  </a:cubicBezTo>
                  <a:cubicBezTo>
                    <a:pt x="95815" y="294306"/>
                    <a:pt x="92105" y="299882"/>
                    <a:pt x="93682" y="309408"/>
                  </a:cubicBezTo>
                  <a:lnTo>
                    <a:pt x="99479" y="302603"/>
                  </a:lnTo>
                  <a:cubicBezTo>
                    <a:pt x="99479" y="302603"/>
                    <a:pt x="99850" y="302296"/>
                    <a:pt x="100082" y="302252"/>
                  </a:cubicBezTo>
                  <a:close/>
                  <a:moveTo>
                    <a:pt x="622615" y="158787"/>
                  </a:moveTo>
                  <a:lnTo>
                    <a:pt x="622615" y="162343"/>
                  </a:lnTo>
                  <a:lnTo>
                    <a:pt x="617699" y="162343"/>
                  </a:lnTo>
                  <a:lnTo>
                    <a:pt x="615658" y="158787"/>
                  </a:lnTo>
                  <a:lnTo>
                    <a:pt x="622615" y="158787"/>
                  </a:lnTo>
                  <a:close/>
                  <a:moveTo>
                    <a:pt x="583194" y="171957"/>
                  </a:moveTo>
                  <a:lnTo>
                    <a:pt x="584354" y="169235"/>
                  </a:lnTo>
                  <a:lnTo>
                    <a:pt x="582035" y="167040"/>
                  </a:lnTo>
                  <a:lnTo>
                    <a:pt x="581478" y="158260"/>
                  </a:lnTo>
                  <a:lnTo>
                    <a:pt x="587832" y="153606"/>
                  </a:lnTo>
                  <a:lnTo>
                    <a:pt x="592748" y="151675"/>
                  </a:lnTo>
                  <a:lnTo>
                    <a:pt x="583472" y="141534"/>
                  </a:lnTo>
                  <a:lnTo>
                    <a:pt x="587229" y="141534"/>
                  </a:lnTo>
                  <a:lnTo>
                    <a:pt x="595345" y="149480"/>
                  </a:lnTo>
                  <a:lnTo>
                    <a:pt x="599101" y="149480"/>
                  </a:lnTo>
                  <a:lnTo>
                    <a:pt x="599380" y="151675"/>
                  </a:lnTo>
                  <a:cubicBezTo>
                    <a:pt x="599380" y="151675"/>
                    <a:pt x="579948" y="158260"/>
                    <a:pt x="584029" y="164581"/>
                  </a:cubicBezTo>
                  <a:lnTo>
                    <a:pt x="589548" y="169806"/>
                  </a:lnTo>
                  <a:lnTo>
                    <a:pt x="589548" y="172527"/>
                  </a:lnTo>
                  <a:lnTo>
                    <a:pt x="586069" y="173054"/>
                  </a:lnTo>
                  <a:lnTo>
                    <a:pt x="604342" y="182361"/>
                  </a:lnTo>
                  <a:cubicBezTo>
                    <a:pt x="604342" y="182361"/>
                    <a:pt x="598823" y="185653"/>
                    <a:pt x="594510" y="183722"/>
                  </a:cubicBezTo>
                  <a:cubicBezTo>
                    <a:pt x="590151" y="181790"/>
                    <a:pt x="574800" y="173581"/>
                    <a:pt x="574800" y="173581"/>
                  </a:cubicBezTo>
                  <a:lnTo>
                    <a:pt x="583194" y="171913"/>
                  </a:lnTo>
                  <a:close/>
                  <a:moveTo>
                    <a:pt x="555090" y="211203"/>
                  </a:moveTo>
                  <a:cubicBezTo>
                    <a:pt x="561490" y="212037"/>
                    <a:pt x="560887" y="227095"/>
                    <a:pt x="560887" y="227095"/>
                  </a:cubicBezTo>
                  <a:lnTo>
                    <a:pt x="550174" y="222969"/>
                  </a:lnTo>
                  <a:cubicBezTo>
                    <a:pt x="550174" y="222969"/>
                    <a:pt x="548736" y="210325"/>
                    <a:pt x="555090" y="211159"/>
                  </a:cubicBezTo>
                  <a:close/>
                  <a:moveTo>
                    <a:pt x="494799" y="270732"/>
                  </a:moveTo>
                  <a:lnTo>
                    <a:pt x="480005" y="270732"/>
                  </a:lnTo>
                  <a:lnTo>
                    <a:pt x="482324" y="265815"/>
                  </a:lnTo>
                  <a:lnTo>
                    <a:pt x="499715" y="267747"/>
                  </a:lnTo>
                  <a:lnTo>
                    <a:pt x="494799" y="270776"/>
                  </a:lnTo>
                  <a:close/>
                  <a:moveTo>
                    <a:pt x="427227" y="218622"/>
                  </a:moveTo>
                  <a:lnTo>
                    <a:pt x="432746" y="218622"/>
                  </a:lnTo>
                  <a:lnTo>
                    <a:pt x="432746" y="213969"/>
                  </a:lnTo>
                  <a:lnTo>
                    <a:pt x="441141" y="209316"/>
                  </a:lnTo>
                  <a:cubicBezTo>
                    <a:pt x="441141" y="209316"/>
                    <a:pt x="444897" y="199702"/>
                    <a:pt x="452132" y="207121"/>
                  </a:cubicBezTo>
                  <a:lnTo>
                    <a:pt x="458810" y="206594"/>
                  </a:lnTo>
                  <a:lnTo>
                    <a:pt x="468967" y="205496"/>
                  </a:lnTo>
                  <a:lnTo>
                    <a:pt x="475042" y="208218"/>
                  </a:lnTo>
                  <a:lnTo>
                    <a:pt x="480237" y="208218"/>
                  </a:lnTo>
                  <a:lnTo>
                    <a:pt x="485431" y="210940"/>
                  </a:lnTo>
                  <a:lnTo>
                    <a:pt x="489790" y="209579"/>
                  </a:lnTo>
                  <a:cubicBezTo>
                    <a:pt x="489790" y="209579"/>
                    <a:pt x="496747" y="207384"/>
                    <a:pt x="500225" y="210677"/>
                  </a:cubicBezTo>
                  <a:cubicBezTo>
                    <a:pt x="500225" y="210677"/>
                    <a:pt x="508619" y="203565"/>
                    <a:pt x="509779" y="208482"/>
                  </a:cubicBezTo>
                  <a:cubicBezTo>
                    <a:pt x="509779" y="208482"/>
                    <a:pt x="508898" y="202336"/>
                    <a:pt x="515298" y="204311"/>
                  </a:cubicBezTo>
                  <a:cubicBezTo>
                    <a:pt x="521698" y="206287"/>
                    <a:pt x="515298" y="210413"/>
                    <a:pt x="515298" y="210413"/>
                  </a:cubicBezTo>
                  <a:cubicBezTo>
                    <a:pt x="515298" y="210413"/>
                    <a:pt x="514046" y="217920"/>
                    <a:pt x="503703" y="213442"/>
                  </a:cubicBezTo>
                  <a:cubicBezTo>
                    <a:pt x="503703" y="213442"/>
                    <a:pt x="499669" y="216998"/>
                    <a:pt x="485431" y="212915"/>
                  </a:cubicBezTo>
                  <a:lnTo>
                    <a:pt x="471193" y="210457"/>
                  </a:lnTo>
                  <a:cubicBezTo>
                    <a:pt x="471193" y="210457"/>
                    <a:pt x="466277" y="215110"/>
                    <a:pt x="455286" y="212389"/>
                  </a:cubicBezTo>
                  <a:cubicBezTo>
                    <a:pt x="455286" y="212389"/>
                    <a:pt x="449767" y="216515"/>
                    <a:pt x="446567" y="213486"/>
                  </a:cubicBezTo>
                  <a:cubicBezTo>
                    <a:pt x="446567" y="213486"/>
                    <a:pt x="449442" y="222793"/>
                    <a:pt x="438729" y="224461"/>
                  </a:cubicBezTo>
                  <a:lnTo>
                    <a:pt x="444526" y="226305"/>
                  </a:lnTo>
                  <a:lnTo>
                    <a:pt x="447726" y="232451"/>
                  </a:lnTo>
                  <a:lnTo>
                    <a:pt x="443969" y="233812"/>
                  </a:lnTo>
                  <a:lnTo>
                    <a:pt x="437616" y="232714"/>
                  </a:lnTo>
                  <a:lnTo>
                    <a:pt x="434416" y="232188"/>
                  </a:lnTo>
                  <a:lnTo>
                    <a:pt x="437013" y="237104"/>
                  </a:lnTo>
                  <a:lnTo>
                    <a:pt x="437013" y="243426"/>
                  </a:lnTo>
                  <a:lnTo>
                    <a:pt x="441048" y="246982"/>
                  </a:lnTo>
                  <a:lnTo>
                    <a:pt x="439007" y="248650"/>
                  </a:lnTo>
                  <a:lnTo>
                    <a:pt x="431772" y="244260"/>
                  </a:lnTo>
                  <a:lnTo>
                    <a:pt x="431772" y="238773"/>
                  </a:lnTo>
                  <a:lnTo>
                    <a:pt x="424259" y="232188"/>
                  </a:lnTo>
                  <a:lnTo>
                    <a:pt x="427135" y="218754"/>
                  </a:lnTo>
                  <a:close/>
                  <a:moveTo>
                    <a:pt x="413917" y="50968"/>
                  </a:moveTo>
                  <a:lnTo>
                    <a:pt x="422590" y="50968"/>
                  </a:lnTo>
                  <a:lnTo>
                    <a:pt x="425187" y="59221"/>
                  </a:lnTo>
                  <a:lnTo>
                    <a:pt x="417674" y="55095"/>
                  </a:lnTo>
                  <a:lnTo>
                    <a:pt x="413917" y="52900"/>
                  </a:lnTo>
                  <a:lnTo>
                    <a:pt x="413917" y="50968"/>
                  </a:lnTo>
                  <a:close/>
                  <a:moveTo>
                    <a:pt x="350427" y="119277"/>
                  </a:moveTo>
                  <a:lnTo>
                    <a:pt x="355343" y="118750"/>
                  </a:lnTo>
                  <a:lnTo>
                    <a:pt x="358821" y="116555"/>
                  </a:lnTo>
                  <a:lnTo>
                    <a:pt x="363180" y="116555"/>
                  </a:lnTo>
                  <a:lnTo>
                    <a:pt x="363180" y="118486"/>
                  </a:lnTo>
                  <a:lnTo>
                    <a:pt x="355946" y="121516"/>
                  </a:lnTo>
                  <a:lnTo>
                    <a:pt x="359563" y="126740"/>
                  </a:lnTo>
                  <a:lnTo>
                    <a:pt x="354183" y="129198"/>
                  </a:lnTo>
                  <a:lnTo>
                    <a:pt x="347505" y="125335"/>
                  </a:lnTo>
                  <a:lnTo>
                    <a:pt x="350380" y="119277"/>
                  </a:lnTo>
                  <a:close/>
                  <a:moveTo>
                    <a:pt x="350705" y="294306"/>
                  </a:moveTo>
                  <a:lnTo>
                    <a:pt x="346948" y="300364"/>
                  </a:lnTo>
                  <a:lnTo>
                    <a:pt x="345186" y="297335"/>
                  </a:lnTo>
                  <a:lnTo>
                    <a:pt x="350705" y="294306"/>
                  </a:lnTo>
                  <a:close/>
                  <a:moveTo>
                    <a:pt x="242321" y="215857"/>
                  </a:moveTo>
                  <a:lnTo>
                    <a:pt x="242321" y="220115"/>
                  </a:lnTo>
                  <a:lnTo>
                    <a:pt x="237683" y="221915"/>
                  </a:lnTo>
                  <a:lnTo>
                    <a:pt x="237683" y="217262"/>
                  </a:lnTo>
                  <a:lnTo>
                    <a:pt x="242321" y="215901"/>
                  </a:lnTo>
                  <a:close/>
                  <a:moveTo>
                    <a:pt x="211805" y="210633"/>
                  </a:moveTo>
                  <a:cubicBezTo>
                    <a:pt x="212732" y="205979"/>
                    <a:pt x="217973" y="206506"/>
                    <a:pt x="218530" y="209272"/>
                  </a:cubicBezTo>
                  <a:lnTo>
                    <a:pt x="222564" y="211203"/>
                  </a:lnTo>
                  <a:lnTo>
                    <a:pt x="222564" y="207164"/>
                  </a:lnTo>
                  <a:lnTo>
                    <a:pt x="219364" y="205408"/>
                  </a:lnTo>
                  <a:lnTo>
                    <a:pt x="224651" y="205408"/>
                  </a:lnTo>
                  <a:lnTo>
                    <a:pt x="224651" y="210633"/>
                  </a:lnTo>
                  <a:lnTo>
                    <a:pt x="234437" y="207340"/>
                  </a:lnTo>
                  <a:lnTo>
                    <a:pt x="237637" y="208438"/>
                  </a:lnTo>
                  <a:lnTo>
                    <a:pt x="232118" y="211993"/>
                  </a:lnTo>
                  <a:lnTo>
                    <a:pt x="232118" y="215857"/>
                  </a:lnTo>
                  <a:cubicBezTo>
                    <a:pt x="232118" y="215857"/>
                    <a:pt x="229243" y="219983"/>
                    <a:pt x="223724" y="215857"/>
                  </a:cubicBezTo>
                  <a:cubicBezTo>
                    <a:pt x="223724" y="215857"/>
                    <a:pt x="217046" y="214671"/>
                    <a:pt x="217046" y="212520"/>
                  </a:cubicBezTo>
                  <a:cubicBezTo>
                    <a:pt x="217046" y="212520"/>
                    <a:pt x="210785" y="215330"/>
                    <a:pt x="211758" y="210633"/>
                  </a:cubicBezTo>
                  <a:close/>
                  <a:moveTo>
                    <a:pt x="207538" y="215857"/>
                  </a:moveTo>
                  <a:lnTo>
                    <a:pt x="208976" y="219720"/>
                  </a:lnTo>
                  <a:lnTo>
                    <a:pt x="219133" y="219720"/>
                  </a:lnTo>
                  <a:lnTo>
                    <a:pt x="222611" y="221915"/>
                  </a:lnTo>
                  <a:lnTo>
                    <a:pt x="219411" y="224373"/>
                  </a:lnTo>
                  <a:lnTo>
                    <a:pt x="211805" y="224373"/>
                  </a:lnTo>
                  <a:lnTo>
                    <a:pt x="206379" y="221915"/>
                  </a:lnTo>
                  <a:lnTo>
                    <a:pt x="204060" y="215857"/>
                  </a:lnTo>
                  <a:lnTo>
                    <a:pt x="207538" y="215857"/>
                  </a:lnTo>
                  <a:close/>
                  <a:moveTo>
                    <a:pt x="119700" y="239168"/>
                  </a:moveTo>
                  <a:lnTo>
                    <a:pt x="117381" y="231749"/>
                  </a:lnTo>
                  <a:lnTo>
                    <a:pt x="122019" y="231749"/>
                  </a:lnTo>
                  <a:lnTo>
                    <a:pt x="123456" y="236139"/>
                  </a:lnTo>
                  <a:lnTo>
                    <a:pt x="123456" y="241363"/>
                  </a:lnTo>
                  <a:cubicBezTo>
                    <a:pt x="123456" y="241363"/>
                    <a:pt x="123178" y="242724"/>
                    <a:pt x="117103" y="243821"/>
                  </a:cubicBezTo>
                  <a:cubicBezTo>
                    <a:pt x="111027" y="244919"/>
                    <a:pt x="105787" y="255894"/>
                    <a:pt x="105787" y="255894"/>
                  </a:cubicBezTo>
                  <a:lnTo>
                    <a:pt x="103468" y="255894"/>
                  </a:lnTo>
                  <a:cubicBezTo>
                    <a:pt x="108987" y="241626"/>
                    <a:pt x="119700" y="239168"/>
                    <a:pt x="119700" y="2391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00D61786-634C-87D3-DF82-1DD9C8011609}"/>
                </a:ext>
              </a:extLst>
            </p:cNvPr>
            <p:cNvSpPr>
              <a:spLocks/>
            </p:cNvSpPr>
            <p:nvPr/>
          </p:nvSpPr>
          <p:spPr>
            <a:xfrm>
              <a:off x="5558112" y="3736196"/>
              <a:ext cx="181366" cy="122927"/>
            </a:xfrm>
            <a:custGeom>
              <a:avLst/>
              <a:gdLst>
                <a:gd name="connsiteX0" fmla="*/ 37334 w 121508"/>
                <a:gd name="connsiteY0" fmla="*/ 66904 h 82356"/>
                <a:gd name="connsiteX1" fmla="*/ 37241 w 121508"/>
                <a:gd name="connsiteY1" fmla="*/ 65982 h 82356"/>
                <a:gd name="connsiteX2" fmla="*/ 38772 w 121508"/>
                <a:gd name="connsiteY2" fmla="*/ 61855 h 82356"/>
                <a:gd name="connsiteX3" fmla="*/ 39885 w 121508"/>
                <a:gd name="connsiteY3" fmla="*/ 61109 h 82356"/>
                <a:gd name="connsiteX4" fmla="*/ 75734 w 121508"/>
                <a:gd name="connsiteY4" fmla="*/ 61109 h 82356"/>
                <a:gd name="connsiteX5" fmla="*/ 79305 w 121508"/>
                <a:gd name="connsiteY5" fmla="*/ 58080 h 82356"/>
                <a:gd name="connsiteX6" fmla="*/ 80465 w 121508"/>
                <a:gd name="connsiteY6" fmla="*/ 57860 h 82356"/>
                <a:gd name="connsiteX7" fmla="*/ 85984 w 121508"/>
                <a:gd name="connsiteY7" fmla="*/ 59792 h 82356"/>
                <a:gd name="connsiteX8" fmla="*/ 85984 w 121508"/>
                <a:gd name="connsiteY8" fmla="*/ 59792 h 82356"/>
                <a:gd name="connsiteX9" fmla="*/ 86030 w 121508"/>
                <a:gd name="connsiteY9" fmla="*/ 59792 h 82356"/>
                <a:gd name="connsiteX10" fmla="*/ 91781 w 121508"/>
                <a:gd name="connsiteY10" fmla="*/ 62382 h 82356"/>
                <a:gd name="connsiteX11" fmla="*/ 100639 w 121508"/>
                <a:gd name="connsiteY11" fmla="*/ 61065 h 82356"/>
                <a:gd name="connsiteX12" fmla="*/ 111259 w 121508"/>
                <a:gd name="connsiteY12" fmla="*/ 58036 h 82356"/>
                <a:gd name="connsiteX13" fmla="*/ 111259 w 121508"/>
                <a:gd name="connsiteY13" fmla="*/ 54480 h 82356"/>
                <a:gd name="connsiteX14" fmla="*/ 112418 w 121508"/>
                <a:gd name="connsiteY14" fmla="*/ 53382 h 82356"/>
                <a:gd name="connsiteX15" fmla="*/ 117659 w 121508"/>
                <a:gd name="connsiteY15" fmla="*/ 53382 h 82356"/>
                <a:gd name="connsiteX16" fmla="*/ 121508 w 121508"/>
                <a:gd name="connsiteY16" fmla="*/ 48158 h 82356"/>
                <a:gd name="connsiteX17" fmla="*/ 117567 w 121508"/>
                <a:gd name="connsiteY17" fmla="*/ 42451 h 82356"/>
                <a:gd name="connsiteX18" fmla="*/ 117427 w 121508"/>
                <a:gd name="connsiteY18" fmla="*/ 41529 h 82356"/>
                <a:gd name="connsiteX19" fmla="*/ 118123 w 121508"/>
                <a:gd name="connsiteY19" fmla="*/ 40827 h 82356"/>
                <a:gd name="connsiteX20" fmla="*/ 121137 w 121508"/>
                <a:gd name="connsiteY20" fmla="*/ 39686 h 82356"/>
                <a:gd name="connsiteX21" fmla="*/ 119468 w 121508"/>
                <a:gd name="connsiteY21" fmla="*/ 37403 h 82356"/>
                <a:gd name="connsiteX22" fmla="*/ 116082 w 121508"/>
                <a:gd name="connsiteY22" fmla="*/ 39949 h 82356"/>
                <a:gd name="connsiteX23" fmla="*/ 114737 w 121508"/>
                <a:gd name="connsiteY23" fmla="*/ 40037 h 82356"/>
                <a:gd name="connsiteX24" fmla="*/ 100268 w 121508"/>
                <a:gd name="connsiteY24" fmla="*/ 31257 h 82356"/>
                <a:gd name="connsiteX25" fmla="*/ 99711 w 121508"/>
                <a:gd name="connsiteY25" fmla="*/ 30335 h 82356"/>
                <a:gd name="connsiteX26" fmla="*/ 99711 w 121508"/>
                <a:gd name="connsiteY26" fmla="*/ 26208 h 82356"/>
                <a:gd name="connsiteX27" fmla="*/ 100871 w 121508"/>
                <a:gd name="connsiteY27" fmla="*/ 25111 h 82356"/>
                <a:gd name="connsiteX28" fmla="*/ 103050 w 121508"/>
                <a:gd name="connsiteY28" fmla="*/ 25111 h 82356"/>
                <a:gd name="connsiteX29" fmla="*/ 95862 w 121508"/>
                <a:gd name="connsiteY29" fmla="*/ 20238 h 82356"/>
                <a:gd name="connsiteX30" fmla="*/ 95584 w 121508"/>
                <a:gd name="connsiteY30" fmla="*/ 19974 h 82356"/>
                <a:gd name="connsiteX31" fmla="*/ 87746 w 121508"/>
                <a:gd name="connsiteY31" fmla="*/ 8999 h 82356"/>
                <a:gd name="connsiteX32" fmla="*/ 87560 w 121508"/>
                <a:gd name="connsiteY32" fmla="*/ 8385 h 82356"/>
                <a:gd name="connsiteX33" fmla="*/ 87560 w 121508"/>
                <a:gd name="connsiteY33" fmla="*/ 1976 h 82356"/>
                <a:gd name="connsiteX34" fmla="*/ 84407 w 121508"/>
                <a:gd name="connsiteY34" fmla="*/ 2063 h 82356"/>
                <a:gd name="connsiteX35" fmla="*/ 84128 w 121508"/>
                <a:gd name="connsiteY35" fmla="*/ 2063 h 82356"/>
                <a:gd name="connsiteX36" fmla="*/ 74250 w 121508"/>
                <a:gd name="connsiteY36" fmla="*/ 0 h 82356"/>
                <a:gd name="connsiteX37" fmla="*/ 66552 w 121508"/>
                <a:gd name="connsiteY37" fmla="*/ 6234 h 82356"/>
                <a:gd name="connsiteX38" fmla="*/ 66134 w 121508"/>
                <a:gd name="connsiteY38" fmla="*/ 6453 h 82356"/>
                <a:gd name="connsiteX39" fmla="*/ 56534 w 121508"/>
                <a:gd name="connsiteY39" fmla="*/ 9219 h 82356"/>
                <a:gd name="connsiteX40" fmla="*/ 56534 w 121508"/>
                <a:gd name="connsiteY40" fmla="*/ 13346 h 82356"/>
                <a:gd name="connsiteX41" fmla="*/ 56117 w 121508"/>
                <a:gd name="connsiteY41" fmla="*/ 14180 h 82356"/>
                <a:gd name="connsiteX42" fmla="*/ 55189 w 121508"/>
                <a:gd name="connsiteY42" fmla="*/ 14399 h 82356"/>
                <a:gd name="connsiteX43" fmla="*/ 47166 w 121508"/>
                <a:gd name="connsiteY43" fmla="*/ 13082 h 82356"/>
                <a:gd name="connsiteX44" fmla="*/ 42064 w 121508"/>
                <a:gd name="connsiteY44" fmla="*/ 15365 h 82356"/>
                <a:gd name="connsiteX45" fmla="*/ 42064 w 121508"/>
                <a:gd name="connsiteY45" fmla="*/ 20984 h 82356"/>
                <a:gd name="connsiteX46" fmla="*/ 40905 w 121508"/>
                <a:gd name="connsiteY46" fmla="*/ 22082 h 82356"/>
                <a:gd name="connsiteX47" fmla="*/ 36267 w 121508"/>
                <a:gd name="connsiteY47" fmla="*/ 22082 h 82356"/>
                <a:gd name="connsiteX48" fmla="*/ 36267 w 121508"/>
                <a:gd name="connsiteY48" fmla="*/ 28403 h 82356"/>
                <a:gd name="connsiteX49" fmla="*/ 35154 w 121508"/>
                <a:gd name="connsiteY49" fmla="*/ 29501 h 82356"/>
                <a:gd name="connsiteX50" fmla="*/ 29635 w 121508"/>
                <a:gd name="connsiteY50" fmla="*/ 29764 h 82356"/>
                <a:gd name="connsiteX51" fmla="*/ 29079 w 121508"/>
                <a:gd name="connsiteY51" fmla="*/ 29676 h 82356"/>
                <a:gd name="connsiteX52" fmla="*/ 21658 w 121508"/>
                <a:gd name="connsiteY52" fmla="*/ 26428 h 82356"/>
                <a:gd name="connsiteX53" fmla="*/ 17902 w 121508"/>
                <a:gd name="connsiteY53" fmla="*/ 29808 h 82356"/>
                <a:gd name="connsiteX54" fmla="*/ 20221 w 121508"/>
                <a:gd name="connsiteY54" fmla="*/ 35164 h 82356"/>
                <a:gd name="connsiteX55" fmla="*/ 20221 w 121508"/>
                <a:gd name="connsiteY55" fmla="*/ 36042 h 82356"/>
                <a:gd name="connsiteX56" fmla="*/ 19525 w 121508"/>
                <a:gd name="connsiteY56" fmla="*/ 36613 h 82356"/>
                <a:gd name="connsiteX57" fmla="*/ 16186 w 121508"/>
                <a:gd name="connsiteY57" fmla="*/ 37535 h 82356"/>
                <a:gd name="connsiteX58" fmla="*/ 17113 w 121508"/>
                <a:gd name="connsiteY58" fmla="*/ 41617 h 82356"/>
                <a:gd name="connsiteX59" fmla="*/ 16881 w 121508"/>
                <a:gd name="connsiteY59" fmla="*/ 42495 h 82356"/>
                <a:gd name="connsiteX60" fmla="*/ 13125 w 121508"/>
                <a:gd name="connsiteY60" fmla="*/ 47149 h 82356"/>
                <a:gd name="connsiteX61" fmla="*/ 12475 w 121508"/>
                <a:gd name="connsiteY61" fmla="*/ 47544 h 82356"/>
                <a:gd name="connsiteX62" fmla="*/ 3478 w 121508"/>
                <a:gd name="connsiteY62" fmla="*/ 49563 h 82356"/>
                <a:gd name="connsiteX63" fmla="*/ 4731 w 121508"/>
                <a:gd name="connsiteY63" fmla="*/ 50705 h 82356"/>
                <a:gd name="connsiteX64" fmla="*/ 5102 w 121508"/>
                <a:gd name="connsiteY64" fmla="*/ 51495 h 82356"/>
                <a:gd name="connsiteX65" fmla="*/ 5102 w 121508"/>
                <a:gd name="connsiteY65" fmla="*/ 55270 h 82356"/>
                <a:gd name="connsiteX66" fmla="*/ 4823 w 121508"/>
                <a:gd name="connsiteY66" fmla="*/ 56017 h 82356"/>
                <a:gd name="connsiteX67" fmla="*/ 0 w 121508"/>
                <a:gd name="connsiteY67" fmla="*/ 61153 h 82356"/>
                <a:gd name="connsiteX68" fmla="*/ 1902 w 121508"/>
                <a:gd name="connsiteY68" fmla="*/ 62558 h 82356"/>
                <a:gd name="connsiteX69" fmla="*/ 2180 w 121508"/>
                <a:gd name="connsiteY69" fmla="*/ 63962 h 82356"/>
                <a:gd name="connsiteX70" fmla="*/ 603 w 121508"/>
                <a:gd name="connsiteY70" fmla="*/ 66552 h 82356"/>
                <a:gd name="connsiteX71" fmla="*/ 603 w 121508"/>
                <a:gd name="connsiteY71" fmla="*/ 70416 h 82356"/>
                <a:gd name="connsiteX72" fmla="*/ 6215 w 121508"/>
                <a:gd name="connsiteY72" fmla="*/ 72347 h 82356"/>
                <a:gd name="connsiteX73" fmla="*/ 6957 w 121508"/>
                <a:gd name="connsiteY73" fmla="*/ 73181 h 82356"/>
                <a:gd name="connsiteX74" fmla="*/ 8209 w 121508"/>
                <a:gd name="connsiteY74" fmla="*/ 79284 h 82356"/>
                <a:gd name="connsiteX75" fmla="*/ 11084 w 121508"/>
                <a:gd name="connsiteY75" fmla="*/ 81039 h 82356"/>
                <a:gd name="connsiteX76" fmla="*/ 16232 w 121508"/>
                <a:gd name="connsiteY76" fmla="*/ 81039 h 82356"/>
                <a:gd name="connsiteX77" fmla="*/ 16928 w 121508"/>
                <a:gd name="connsiteY77" fmla="*/ 81259 h 82356"/>
                <a:gd name="connsiteX78" fmla="*/ 18458 w 121508"/>
                <a:gd name="connsiteY78" fmla="*/ 82357 h 82356"/>
                <a:gd name="connsiteX79" fmla="*/ 21519 w 121508"/>
                <a:gd name="connsiteY79" fmla="*/ 79678 h 82356"/>
                <a:gd name="connsiteX80" fmla="*/ 22029 w 121508"/>
                <a:gd name="connsiteY80" fmla="*/ 79415 h 82356"/>
                <a:gd name="connsiteX81" fmla="*/ 31861 w 121508"/>
                <a:gd name="connsiteY81" fmla="*/ 77220 h 82356"/>
                <a:gd name="connsiteX82" fmla="*/ 32372 w 121508"/>
                <a:gd name="connsiteY82" fmla="*/ 77220 h 82356"/>
                <a:gd name="connsiteX83" fmla="*/ 38169 w 121508"/>
                <a:gd name="connsiteY83" fmla="*/ 78318 h 82356"/>
                <a:gd name="connsiteX84" fmla="*/ 38911 w 121508"/>
                <a:gd name="connsiteY84" fmla="*/ 78757 h 82356"/>
                <a:gd name="connsiteX85" fmla="*/ 40116 w 121508"/>
                <a:gd name="connsiteY85" fmla="*/ 80469 h 82356"/>
                <a:gd name="connsiteX86" fmla="*/ 40116 w 121508"/>
                <a:gd name="connsiteY86" fmla="*/ 71425 h 82356"/>
                <a:gd name="connsiteX87" fmla="*/ 37241 w 121508"/>
                <a:gd name="connsiteY87" fmla="*/ 66728 h 82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21508" h="82356">
                  <a:moveTo>
                    <a:pt x="37334" y="66904"/>
                  </a:moveTo>
                  <a:cubicBezTo>
                    <a:pt x="37148" y="66640"/>
                    <a:pt x="37148" y="66289"/>
                    <a:pt x="37241" y="65982"/>
                  </a:cubicBezTo>
                  <a:lnTo>
                    <a:pt x="38772" y="61855"/>
                  </a:lnTo>
                  <a:cubicBezTo>
                    <a:pt x="38957" y="61416"/>
                    <a:pt x="39374" y="61109"/>
                    <a:pt x="39885" y="61109"/>
                  </a:cubicBezTo>
                  <a:lnTo>
                    <a:pt x="75734" y="61109"/>
                  </a:lnTo>
                  <a:lnTo>
                    <a:pt x="79305" y="58080"/>
                  </a:lnTo>
                  <a:cubicBezTo>
                    <a:pt x="79630" y="57816"/>
                    <a:pt x="80047" y="57728"/>
                    <a:pt x="80465" y="57860"/>
                  </a:cubicBezTo>
                  <a:lnTo>
                    <a:pt x="85984" y="59792"/>
                  </a:lnTo>
                  <a:cubicBezTo>
                    <a:pt x="85984" y="59792"/>
                    <a:pt x="85984" y="59792"/>
                    <a:pt x="85984" y="59792"/>
                  </a:cubicBezTo>
                  <a:cubicBezTo>
                    <a:pt x="85984" y="59792"/>
                    <a:pt x="85984" y="59792"/>
                    <a:pt x="86030" y="59792"/>
                  </a:cubicBezTo>
                  <a:lnTo>
                    <a:pt x="91781" y="62382"/>
                  </a:lnTo>
                  <a:lnTo>
                    <a:pt x="100639" y="61065"/>
                  </a:lnTo>
                  <a:lnTo>
                    <a:pt x="111259" y="58036"/>
                  </a:lnTo>
                  <a:lnTo>
                    <a:pt x="111259" y="54480"/>
                  </a:lnTo>
                  <a:cubicBezTo>
                    <a:pt x="111259" y="53865"/>
                    <a:pt x="111769" y="53382"/>
                    <a:pt x="112418" y="53382"/>
                  </a:cubicBezTo>
                  <a:lnTo>
                    <a:pt x="117659" y="53382"/>
                  </a:lnTo>
                  <a:lnTo>
                    <a:pt x="121508" y="48158"/>
                  </a:lnTo>
                  <a:lnTo>
                    <a:pt x="117567" y="42451"/>
                  </a:lnTo>
                  <a:cubicBezTo>
                    <a:pt x="117381" y="42188"/>
                    <a:pt x="117335" y="41837"/>
                    <a:pt x="117427" y="41529"/>
                  </a:cubicBezTo>
                  <a:cubicBezTo>
                    <a:pt x="117520" y="41222"/>
                    <a:pt x="117798" y="40959"/>
                    <a:pt x="118123" y="40827"/>
                  </a:cubicBezTo>
                  <a:lnTo>
                    <a:pt x="121137" y="39686"/>
                  </a:lnTo>
                  <a:lnTo>
                    <a:pt x="119468" y="37403"/>
                  </a:lnTo>
                  <a:lnTo>
                    <a:pt x="116082" y="39949"/>
                  </a:lnTo>
                  <a:cubicBezTo>
                    <a:pt x="115711" y="40256"/>
                    <a:pt x="115155" y="40256"/>
                    <a:pt x="114737" y="40037"/>
                  </a:cubicBezTo>
                  <a:lnTo>
                    <a:pt x="100268" y="31257"/>
                  </a:lnTo>
                  <a:cubicBezTo>
                    <a:pt x="99943" y="31037"/>
                    <a:pt x="99711" y="30686"/>
                    <a:pt x="99711" y="30335"/>
                  </a:cubicBezTo>
                  <a:lnTo>
                    <a:pt x="99711" y="26208"/>
                  </a:lnTo>
                  <a:cubicBezTo>
                    <a:pt x="99711" y="25594"/>
                    <a:pt x="100221" y="25111"/>
                    <a:pt x="100871" y="25111"/>
                  </a:cubicBezTo>
                  <a:lnTo>
                    <a:pt x="103050" y="25111"/>
                  </a:lnTo>
                  <a:lnTo>
                    <a:pt x="95862" y="20238"/>
                  </a:lnTo>
                  <a:cubicBezTo>
                    <a:pt x="95862" y="20238"/>
                    <a:pt x="95676" y="20062"/>
                    <a:pt x="95584" y="19974"/>
                  </a:cubicBezTo>
                  <a:lnTo>
                    <a:pt x="87746" y="8999"/>
                  </a:lnTo>
                  <a:cubicBezTo>
                    <a:pt x="87746" y="8999"/>
                    <a:pt x="87560" y="8604"/>
                    <a:pt x="87560" y="8385"/>
                  </a:cubicBezTo>
                  <a:lnTo>
                    <a:pt x="87560" y="1976"/>
                  </a:lnTo>
                  <a:lnTo>
                    <a:pt x="84407" y="2063"/>
                  </a:lnTo>
                  <a:cubicBezTo>
                    <a:pt x="84407" y="2063"/>
                    <a:pt x="84221" y="2063"/>
                    <a:pt x="84128" y="2063"/>
                  </a:cubicBezTo>
                  <a:lnTo>
                    <a:pt x="74250" y="0"/>
                  </a:lnTo>
                  <a:lnTo>
                    <a:pt x="66552" y="6234"/>
                  </a:lnTo>
                  <a:cubicBezTo>
                    <a:pt x="66552" y="6234"/>
                    <a:pt x="66273" y="6409"/>
                    <a:pt x="66134" y="6453"/>
                  </a:cubicBezTo>
                  <a:lnTo>
                    <a:pt x="56534" y="9219"/>
                  </a:lnTo>
                  <a:lnTo>
                    <a:pt x="56534" y="13346"/>
                  </a:lnTo>
                  <a:cubicBezTo>
                    <a:pt x="56534" y="13653"/>
                    <a:pt x="56395" y="13960"/>
                    <a:pt x="56117" y="14180"/>
                  </a:cubicBezTo>
                  <a:cubicBezTo>
                    <a:pt x="55838" y="14399"/>
                    <a:pt x="55514" y="14487"/>
                    <a:pt x="55189" y="14399"/>
                  </a:cubicBezTo>
                  <a:lnTo>
                    <a:pt x="47166" y="13082"/>
                  </a:lnTo>
                  <a:lnTo>
                    <a:pt x="42064" y="15365"/>
                  </a:lnTo>
                  <a:lnTo>
                    <a:pt x="42064" y="20984"/>
                  </a:lnTo>
                  <a:cubicBezTo>
                    <a:pt x="42064" y="21599"/>
                    <a:pt x="41554" y="22082"/>
                    <a:pt x="40905" y="22082"/>
                  </a:cubicBezTo>
                  <a:lnTo>
                    <a:pt x="36267" y="22082"/>
                  </a:lnTo>
                  <a:lnTo>
                    <a:pt x="36267" y="28403"/>
                  </a:lnTo>
                  <a:cubicBezTo>
                    <a:pt x="36267" y="28974"/>
                    <a:pt x="35803" y="29457"/>
                    <a:pt x="35154" y="29501"/>
                  </a:cubicBezTo>
                  <a:lnTo>
                    <a:pt x="29635" y="29764"/>
                  </a:lnTo>
                  <a:cubicBezTo>
                    <a:pt x="29635" y="29764"/>
                    <a:pt x="29264" y="29764"/>
                    <a:pt x="29079" y="29676"/>
                  </a:cubicBezTo>
                  <a:lnTo>
                    <a:pt x="21658" y="26428"/>
                  </a:lnTo>
                  <a:lnTo>
                    <a:pt x="17902" y="29808"/>
                  </a:lnTo>
                  <a:lnTo>
                    <a:pt x="20221" y="35164"/>
                  </a:lnTo>
                  <a:cubicBezTo>
                    <a:pt x="20360" y="35471"/>
                    <a:pt x="20313" y="35778"/>
                    <a:pt x="20221" y="36042"/>
                  </a:cubicBezTo>
                  <a:cubicBezTo>
                    <a:pt x="20081" y="36305"/>
                    <a:pt x="19803" y="36525"/>
                    <a:pt x="19525" y="36613"/>
                  </a:cubicBezTo>
                  <a:lnTo>
                    <a:pt x="16186" y="37535"/>
                  </a:lnTo>
                  <a:lnTo>
                    <a:pt x="17113" y="41617"/>
                  </a:lnTo>
                  <a:cubicBezTo>
                    <a:pt x="17206" y="41925"/>
                    <a:pt x="17113" y="42276"/>
                    <a:pt x="16881" y="42495"/>
                  </a:cubicBezTo>
                  <a:lnTo>
                    <a:pt x="13125" y="47149"/>
                  </a:lnTo>
                  <a:cubicBezTo>
                    <a:pt x="13125" y="47149"/>
                    <a:pt x="12754" y="47500"/>
                    <a:pt x="12475" y="47544"/>
                  </a:cubicBezTo>
                  <a:lnTo>
                    <a:pt x="3478" y="49563"/>
                  </a:lnTo>
                  <a:lnTo>
                    <a:pt x="4731" y="50705"/>
                  </a:lnTo>
                  <a:cubicBezTo>
                    <a:pt x="4731" y="50705"/>
                    <a:pt x="5102" y="51187"/>
                    <a:pt x="5102" y="51495"/>
                  </a:cubicBezTo>
                  <a:lnTo>
                    <a:pt x="5102" y="55270"/>
                  </a:lnTo>
                  <a:cubicBezTo>
                    <a:pt x="5102" y="55533"/>
                    <a:pt x="5009" y="55797"/>
                    <a:pt x="4823" y="56017"/>
                  </a:cubicBezTo>
                  <a:lnTo>
                    <a:pt x="0" y="61153"/>
                  </a:lnTo>
                  <a:lnTo>
                    <a:pt x="1902" y="62558"/>
                  </a:lnTo>
                  <a:cubicBezTo>
                    <a:pt x="2365" y="62909"/>
                    <a:pt x="2505" y="63479"/>
                    <a:pt x="2180" y="63962"/>
                  </a:cubicBezTo>
                  <a:lnTo>
                    <a:pt x="603" y="66552"/>
                  </a:lnTo>
                  <a:lnTo>
                    <a:pt x="603" y="70416"/>
                  </a:lnTo>
                  <a:lnTo>
                    <a:pt x="6215" y="72347"/>
                  </a:lnTo>
                  <a:cubicBezTo>
                    <a:pt x="6586" y="72479"/>
                    <a:pt x="6864" y="72786"/>
                    <a:pt x="6957" y="73181"/>
                  </a:cubicBezTo>
                  <a:lnTo>
                    <a:pt x="8209" y="79284"/>
                  </a:lnTo>
                  <a:lnTo>
                    <a:pt x="11084" y="81039"/>
                  </a:lnTo>
                  <a:lnTo>
                    <a:pt x="16232" y="81039"/>
                  </a:lnTo>
                  <a:cubicBezTo>
                    <a:pt x="16464" y="81039"/>
                    <a:pt x="16742" y="81127"/>
                    <a:pt x="16928" y="81259"/>
                  </a:cubicBezTo>
                  <a:lnTo>
                    <a:pt x="18458" y="82357"/>
                  </a:lnTo>
                  <a:lnTo>
                    <a:pt x="21519" y="79678"/>
                  </a:lnTo>
                  <a:cubicBezTo>
                    <a:pt x="21519" y="79678"/>
                    <a:pt x="21844" y="79459"/>
                    <a:pt x="22029" y="79415"/>
                  </a:cubicBezTo>
                  <a:lnTo>
                    <a:pt x="31861" y="77220"/>
                  </a:lnTo>
                  <a:cubicBezTo>
                    <a:pt x="31861" y="77220"/>
                    <a:pt x="32186" y="77220"/>
                    <a:pt x="32372" y="77220"/>
                  </a:cubicBezTo>
                  <a:lnTo>
                    <a:pt x="38169" y="78318"/>
                  </a:lnTo>
                  <a:cubicBezTo>
                    <a:pt x="38447" y="78362"/>
                    <a:pt x="38725" y="78537"/>
                    <a:pt x="38911" y="78757"/>
                  </a:cubicBezTo>
                  <a:lnTo>
                    <a:pt x="40116" y="80469"/>
                  </a:lnTo>
                  <a:lnTo>
                    <a:pt x="40116" y="71425"/>
                  </a:lnTo>
                  <a:lnTo>
                    <a:pt x="37241" y="6672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AD23BDD0-D942-937A-E2CB-911C779362E1}"/>
                </a:ext>
              </a:extLst>
            </p:cNvPr>
            <p:cNvSpPr>
              <a:spLocks/>
            </p:cNvSpPr>
            <p:nvPr/>
          </p:nvSpPr>
          <p:spPr>
            <a:xfrm>
              <a:off x="7327484" y="3003476"/>
              <a:ext cx="253706" cy="115982"/>
            </a:xfrm>
            <a:custGeom>
              <a:avLst/>
              <a:gdLst>
                <a:gd name="connsiteX0" fmla="*/ 159584 w 169972"/>
                <a:gd name="connsiteY0" fmla="*/ 16155 h 77703"/>
                <a:gd name="connsiteX1" fmla="*/ 158656 w 169972"/>
                <a:gd name="connsiteY1" fmla="*/ 15628 h 77703"/>
                <a:gd name="connsiteX2" fmla="*/ 154343 w 169972"/>
                <a:gd name="connsiteY2" fmla="*/ 8956 h 77703"/>
                <a:gd name="connsiteX3" fmla="*/ 125358 w 169972"/>
                <a:gd name="connsiteY3" fmla="*/ 6278 h 77703"/>
                <a:gd name="connsiteX4" fmla="*/ 119514 w 169972"/>
                <a:gd name="connsiteY4" fmla="*/ 4697 h 77703"/>
                <a:gd name="connsiteX5" fmla="*/ 110934 w 169972"/>
                <a:gd name="connsiteY5" fmla="*/ 8868 h 77703"/>
                <a:gd name="connsiteX6" fmla="*/ 109868 w 169972"/>
                <a:gd name="connsiteY6" fmla="*/ 8868 h 77703"/>
                <a:gd name="connsiteX7" fmla="*/ 103792 w 169972"/>
                <a:gd name="connsiteY7" fmla="*/ 5970 h 77703"/>
                <a:gd name="connsiteX8" fmla="*/ 101427 w 169972"/>
                <a:gd name="connsiteY8" fmla="*/ 6146 h 77703"/>
                <a:gd name="connsiteX9" fmla="*/ 101427 w 169972"/>
                <a:gd name="connsiteY9" fmla="*/ 7858 h 77703"/>
                <a:gd name="connsiteX10" fmla="*/ 100963 w 169972"/>
                <a:gd name="connsiteY10" fmla="*/ 8736 h 77703"/>
                <a:gd name="connsiteX11" fmla="*/ 99943 w 169972"/>
                <a:gd name="connsiteY11" fmla="*/ 8912 h 77703"/>
                <a:gd name="connsiteX12" fmla="*/ 84917 w 169972"/>
                <a:gd name="connsiteY12" fmla="*/ 4785 h 77703"/>
                <a:gd name="connsiteX13" fmla="*/ 74111 w 169972"/>
                <a:gd name="connsiteY13" fmla="*/ 0 h 77703"/>
                <a:gd name="connsiteX14" fmla="*/ 66134 w 169972"/>
                <a:gd name="connsiteY14" fmla="*/ 3117 h 77703"/>
                <a:gd name="connsiteX15" fmla="*/ 64603 w 169972"/>
                <a:gd name="connsiteY15" fmla="*/ 9482 h 77703"/>
                <a:gd name="connsiteX16" fmla="*/ 66273 w 169972"/>
                <a:gd name="connsiteY16" fmla="*/ 15541 h 77703"/>
                <a:gd name="connsiteX17" fmla="*/ 65948 w 169972"/>
                <a:gd name="connsiteY17" fmla="*/ 16638 h 77703"/>
                <a:gd name="connsiteX18" fmla="*/ 64789 w 169972"/>
                <a:gd name="connsiteY18" fmla="*/ 16902 h 77703"/>
                <a:gd name="connsiteX19" fmla="*/ 39467 w 169972"/>
                <a:gd name="connsiteY19" fmla="*/ 8999 h 77703"/>
                <a:gd name="connsiteX20" fmla="*/ 29218 w 169972"/>
                <a:gd name="connsiteY20" fmla="*/ 8999 h 77703"/>
                <a:gd name="connsiteX21" fmla="*/ 24487 w 169972"/>
                <a:gd name="connsiteY21" fmla="*/ 14663 h 77703"/>
                <a:gd name="connsiteX22" fmla="*/ 25507 w 169972"/>
                <a:gd name="connsiteY22" fmla="*/ 17209 h 77703"/>
                <a:gd name="connsiteX23" fmla="*/ 30331 w 169972"/>
                <a:gd name="connsiteY23" fmla="*/ 19228 h 77703"/>
                <a:gd name="connsiteX24" fmla="*/ 31026 w 169972"/>
                <a:gd name="connsiteY24" fmla="*/ 20062 h 77703"/>
                <a:gd name="connsiteX25" fmla="*/ 30655 w 169972"/>
                <a:gd name="connsiteY25" fmla="*/ 21072 h 77703"/>
                <a:gd name="connsiteX26" fmla="*/ 22818 w 169972"/>
                <a:gd name="connsiteY26" fmla="*/ 27394 h 77703"/>
                <a:gd name="connsiteX27" fmla="*/ 13078 w 169972"/>
                <a:gd name="connsiteY27" fmla="*/ 33188 h 77703"/>
                <a:gd name="connsiteX28" fmla="*/ 13078 w 169972"/>
                <a:gd name="connsiteY28" fmla="*/ 34242 h 77703"/>
                <a:gd name="connsiteX29" fmla="*/ 20916 w 169972"/>
                <a:gd name="connsiteY29" fmla="*/ 34242 h 77703"/>
                <a:gd name="connsiteX30" fmla="*/ 22076 w 169972"/>
                <a:gd name="connsiteY30" fmla="*/ 35340 h 77703"/>
                <a:gd name="connsiteX31" fmla="*/ 22076 w 169972"/>
                <a:gd name="connsiteY31" fmla="*/ 40256 h 77703"/>
                <a:gd name="connsiteX32" fmla="*/ 28754 w 169972"/>
                <a:gd name="connsiteY32" fmla="*/ 40256 h 77703"/>
                <a:gd name="connsiteX33" fmla="*/ 28754 w 169972"/>
                <a:gd name="connsiteY33" fmla="*/ 38061 h 77703"/>
                <a:gd name="connsiteX34" fmla="*/ 29821 w 169972"/>
                <a:gd name="connsiteY34" fmla="*/ 36964 h 77703"/>
                <a:gd name="connsiteX35" fmla="*/ 32789 w 169972"/>
                <a:gd name="connsiteY35" fmla="*/ 36744 h 77703"/>
                <a:gd name="connsiteX36" fmla="*/ 33994 w 169972"/>
                <a:gd name="connsiteY36" fmla="*/ 33320 h 77703"/>
                <a:gd name="connsiteX37" fmla="*/ 34876 w 169972"/>
                <a:gd name="connsiteY37" fmla="*/ 32574 h 77703"/>
                <a:gd name="connsiteX38" fmla="*/ 35989 w 169972"/>
                <a:gd name="connsiteY38" fmla="*/ 32969 h 77703"/>
                <a:gd name="connsiteX39" fmla="*/ 42110 w 169972"/>
                <a:gd name="connsiteY39" fmla="*/ 40344 h 77703"/>
                <a:gd name="connsiteX40" fmla="*/ 51571 w 169972"/>
                <a:gd name="connsiteY40" fmla="*/ 42188 h 77703"/>
                <a:gd name="connsiteX41" fmla="*/ 58992 w 169972"/>
                <a:gd name="connsiteY41" fmla="*/ 44690 h 77703"/>
                <a:gd name="connsiteX42" fmla="*/ 59734 w 169972"/>
                <a:gd name="connsiteY42" fmla="*/ 45437 h 77703"/>
                <a:gd name="connsiteX43" fmla="*/ 59502 w 169972"/>
                <a:gd name="connsiteY43" fmla="*/ 46446 h 77703"/>
                <a:gd name="connsiteX44" fmla="*/ 53426 w 169972"/>
                <a:gd name="connsiteY44" fmla="*/ 53295 h 77703"/>
                <a:gd name="connsiteX45" fmla="*/ 52545 w 169972"/>
                <a:gd name="connsiteY45" fmla="*/ 53690 h 77703"/>
                <a:gd name="connsiteX46" fmla="*/ 48974 w 169972"/>
                <a:gd name="connsiteY46" fmla="*/ 53690 h 77703"/>
                <a:gd name="connsiteX47" fmla="*/ 49067 w 169972"/>
                <a:gd name="connsiteY47" fmla="*/ 53778 h 77703"/>
                <a:gd name="connsiteX48" fmla="*/ 49253 w 169972"/>
                <a:gd name="connsiteY48" fmla="*/ 54963 h 77703"/>
                <a:gd name="connsiteX49" fmla="*/ 48186 w 169972"/>
                <a:gd name="connsiteY49" fmla="*/ 55621 h 77703"/>
                <a:gd name="connsiteX50" fmla="*/ 42481 w 169972"/>
                <a:gd name="connsiteY50" fmla="*/ 55621 h 77703"/>
                <a:gd name="connsiteX51" fmla="*/ 39050 w 169972"/>
                <a:gd name="connsiteY51" fmla="*/ 61504 h 77703"/>
                <a:gd name="connsiteX52" fmla="*/ 38029 w 169972"/>
                <a:gd name="connsiteY52" fmla="*/ 62075 h 77703"/>
                <a:gd name="connsiteX53" fmla="*/ 37473 w 169972"/>
                <a:gd name="connsiteY53" fmla="*/ 61943 h 77703"/>
                <a:gd name="connsiteX54" fmla="*/ 30006 w 169972"/>
                <a:gd name="connsiteY54" fmla="*/ 58255 h 77703"/>
                <a:gd name="connsiteX55" fmla="*/ 25507 w 169972"/>
                <a:gd name="connsiteY55" fmla="*/ 61065 h 77703"/>
                <a:gd name="connsiteX56" fmla="*/ 25507 w 169972"/>
                <a:gd name="connsiteY56" fmla="*/ 61065 h 77703"/>
                <a:gd name="connsiteX57" fmla="*/ 25368 w 169972"/>
                <a:gd name="connsiteY57" fmla="*/ 61153 h 77703"/>
                <a:gd name="connsiteX58" fmla="*/ 25368 w 169972"/>
                <a:gd name="connsiteY58" fmla="*/ 61153 h 77703"/>
                <a:gd name="connsiteX59" fmla="*/ 25368 w 169972"/>
                <a:gd name="connsiteY59" fmla="*/ 61153 h 77703"/>
                <a:gd name="connsiteX60" fmla="*/ 18133 w 169972"/>
                <a:gd name="connsiteY60" fmla="*/ 65543 h 77703"/>
                <a:gd name="connsiteX61" fmla="*/ 16881 w 169972"/>
                <a:gd name="connsiteY61" fmla="*/ 65543 h 77703"/>
                <a:gd name="connsiteX62" fmla="*/ 10342 w 169972"/>
                <a:gd name="connsiteY62" fmla="*/ 61680 h 77703"/>
                <a:gd name="connsiteX63" fmla="*/ 3107 w 169972"/>
                <a:gd name="connsiteY63" fmla="*/ 63348 h 77703"/>
                <a:gd name="connsiteX64" fmla="*/ 2690 w 169972"/>
                <a:gd name="connsiteY64" fmla="*/ 65148 h 77703"/>
                <a:gd name="connsiteX65" fmla="*/ 2133 w 169972"/>
                <a:gd name="connsiteY65" fmla="*/ 65850 h 77703"/>
                <a:gd name="connsiteX66" fmla="*/ 0 w 169972"/>
                <a:gd name="connsiteY66" fmla="*/ 67079 h 77703"/>
                <a:gd name="connsiteX67" fmla="*/ 1530 w 169972"/>
                <a:gd name="connsiteY67" fmla="*/ 72742 h 77703"/>
                <a:gd name="connsiteX68" fmla="*/ 16139 w 169972"/>
                <a:gd name="connsiteY68" fmla="*/ 70416 h 77703"/>
                <a:gd name="connsiteX69" fmla="*/ 16928 w 169972"/>
                <a:gd name="connsiteY69" fmla="*/ 70547 h 77703"/>
                <a:gd name="connsiteX70" fmla="*/ 23838 w 169972"/>
                <a:gd name="connsiteY70" fmla="*/ 74586 h 77703"/>
                <a:gd name="connsiteX71" fmla="*/ 31629 w 169972"/>
                <a:gd name="connsiteY71" fmla="*/ 69494 h 77703"/>
                <a:gd name="connsiteX72" fmla="*/ 32603 w 169972"/>
                <a:gd name="connsiteY72" fmla="*/ 69362 h 77703"/>
                <a:gd name="connsiteX73" fmla="*/ 33345 w 169972"/>
                <a:gd name="connsiteY73" fmla="*/ 69977 h 77703"/>
                <a:gd name="connsiteX74" fmla="*/ 35015 w 169972"/>
                <a:gd name="connsiteY74" fmla="*/ 73620 h 77703"/>
                <a:gd name="connsiteX75" fmla="*/ 38076 w 169972"/>
                <a:gd name="connsiteY75" fmla="*/ 76737 h 77703"/>
                <a:gd name="connsiteX76" fmla="*/ 42528 w 169972"/>
                <a:gd name="connsiteY76" fmla="*/ 74630 h 77703"/>
                <a:gd name="connsiteX77" fmla="*/ 43641 w 169972"/>
                <a:gd name="connsiteY77" fmla="*/ 74630 h 77703"/>
                <a:gd name="connsiteX78" fmla="*/ 44197 w 169972"/>
                <a:gd name="connsiteY78" fmla="*/ 75508 h 77703"/>
                <a:gd name="connsiteX79" fmla="*/ 44337 w 169972"/>
                <a:gd name="connsiteY79" fmla="*/ 77703 h 77703"/>
                <a:gd name="connsiteX80" fmla="*/ 47073 w 169972"/>
                <a:gd name="connsiteY80" fmla="*/ 74586 h 77703"/>
                <a:gd name="connsiteX81" fmla="*/ 47954 w 169972"/>
                <a:gd name="connsiteY81" fmla="*/ 74191 h 77703"/>
                <a:gd name="connsiteX82" fmla="*/ 64047 w 169972"/>
                <a:gd name="connsiteY82" fmla="*/ 74191 h 77703"/>
                <a:gd name="connsiteX83" fmla="*/ 69705 w 169972"/>
                <a:gd name="connsiteY83" fmla="*/ 72786 h 77703"/>
                <a:gd name="connsiteX84" fmla="*/ 69705 w 169972"/>
                <a:gd name="connsiteY84" fmla="*/ 71162 h 77703"/>
                <a:gd name="connsiteX85" fmla="*/ 71189 w 169972"/>
                <a:gd name="connsiteY85" fmla="*/ 62470 h 77703"/>
                <a:gd name="connsiteX86" fmla="*/ 71838 w 169972"/>
                <a:gd name="connsiteY86" fmla="*/ 61680 h 77703"/>
                <a:gd name="connsiteX87" fmla="*/ 84221 w 169972"/>
                <a:gd name="connsiteY87" fmla="*/ 55929 h 77703"/>
                <a:gd name="connsiteX88" fmla="*/ 84221 w 169972"/>
                <a:gd name="connsiteY88" fmla="*/ 53339 h 77703"/>
                <a:gd name="connsiteX89" fmla="*/ 84639 w 169972"/>
                <a:gd name="connsiteY89" fmla="*/ 52504 h 77703"/>
                <a:gd name="connsiteX90" fmla="*/ 85612 w 169972"/>
                <a:gd name="connsiteY90" fmla="*/ 52285 h 77703"/>
                <a:gd name="connsiteX91" fmla="*/ 93125 w 169972"/>
                <a:gd name="connsiteY91" fmla="*/ 53822 h 77703"/>
                <a:gd name="connsiteX92" fmla="*/ 97624 w 169972"/>
                <a:gd name="connsiteY92" fmla="*/ 49563 h 77703"/>
                <a:gd name="connsiteX93" fmla="*/ 98784 w 169972"/>
                <a:gd name="connsiteY93" fmla="*/ 49300 h 77703"/>
                <a:gd name="connsiteX94" fmla="*/ 99572 w 169972"/>
                <a:gd name="connsiteY94" fmla="*/ 50090 h 77703"/>
                <a:gd name="connsiteX95" fmla="*/ 101288 w 169972"/>
                <a:gd name="connsiteY95" fmla="*/ 57070 h 77703"/>
                <a:gd name="connsiteX96" fmla="*/ 113207 w 169972"/>
                <a:gd name="connsiteY96" fmla="*/ 52592 h 77703"/>
                <a:gd name="connsiteX97" fmla="*/ 113207 w 169972"/>
                <a:gd name="connsiteY97" fmla="*/ 49212 h 77703"/>
                <a:gd name="connsiteX98" fmla="*/ 113439 w 169972"/>
                <a:gd name="connsiteY98" fmla="*/ 48553 h 77703"/>
                <a:gd name="connsiteX99" fmla="*/ 118076 w 169972"/>
                <a:gd name="connsiteY99" fmla="*/ 42495 h 77703"/>
                <a:gd name="connsiteX100" fmla="*/ 119143 w 169972"/>
                <a:gd name="connsiteY100" fmla="*/ 42056 h 77703"/>
                <a:gd name="connsiteX101" fmla="*/ 132407 w 169972"/>
                <a:gd name="connsiteY101" fmla="*/ 43329 h 77703"/>
                <a:gd name="connsiteX102" fmla="*/ 133566 w 169972"/>
                <a:gd name="connsiteY102" fmla="*/ 39730 h 77703"/>
                <a:gd name="connsiteX103" fmla="*/ 134679 w 169972"/>
                <a:gd name="connsiteY103" fmla="*/ 38939 h 77703"/>
                <a:gd name="connsiteX104" fmla="*/ 137091 w 169972"/>
                <a:gd name="connsiteY104" fmla="*/ 38939 h 77703"/>
                <a:gd name="connsiteX105" fmla="*/ 137277 w 169972"/>
                <a:gd name="connsiteY105" fmla="*/ 36437 h 77703"/>
                <a:gd name="connsiteX106" fmla="*/ 138019 w 169972"/>
                <a:gd name="connsiteY106" fmla="*/ 35515 h 77703"/>
                <a:gd name="connsiteX107" fmla="*/ 163387 w 169972"/>
                <a:gd name="connsiteY107" fmla="*/ 26077 h 77703"/>
                <a:gd name="connsiteX108" fmla="*/ 164918 w 169972"/>
                <a:gd name="connsiteY108" fmla="*/ 22916 h 77703"/>
                <a:gd name="connsiteX109" fmla="*/ 165984 w 169972"/>
                <a:gd name="connsiteY109" fmla="*/ 22257 h 77703"/>
                <a:gd name="connsiteX110" fmla="*/ 169973 w 169972"/>
                <a:gd name="connsiteY110" fmla="*/ 22257 h 77703"/>
                <a:gd name="connsiteX111" fmla="*/ 169834 w 169972"/>
                <a:gd name="connsiteY111" fmla="*/ 19974 h 77703"/>
                <a:gd name="connsiteX112" fmla="*/ 165752 w 169972"/>
                <a:gd name="connsiteY112" fmla="*/ 16199 h 77703"/>
                <a:gd name="connsiteX113" fmla="*/ 159816 w 169972"/>
                <a:gd name="connsiteY113" fmla="*/ 15936 h 77703"/>
                <a:gd name="connsiteX114" fmla="*/ 128604 w 169972"/>
                <a:gd name="connsiteY114" fmla="*/ 21643 h 77703"/>
                <a:gd name="connsiteX115" fmla="*/ 108337 w 169972"/>
                <a:gd name="connsiteY115" fmla="*/ 17253 h 77703"/>
                <a:gd name="connsiteX116" fmla="*/ 128604 w 169972"/>
                <a:gd name="connsiteY116" fmla="*/ 10668 h 77703"/>
                <a:gd name="connsiteX117" fmla="*/ 138158 w 169972"/>
                <a:gd name="connsiteY117" fmla="*/ 10404 h 77703"/>
                <a:gd name="connsiteX118" fmla="*/ 138436 w 169972"/>
                <a:gd name="connsiteY118" fmla="*/ 10668 h 77703"/>
                <a:gd name="connsiteX119" fmla="*/ 128604 w 169972"/>
                <a:gd name="connsiteY119" fmla="*/ 21643 h 77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169972" h="77703">
                  <a:moveTo>
                    <a:pt x="159584" y="16155"/>
                  </a:moveTo>
                  <a:cubicBezTo>
                    <a:pt x="159213" y="16155"/>
                    <a:pt x="158842" y="15936"/>
                    <a:pt x="158656" y="15628"/>
                  </a:cubicBezTo>
                  <a:lnTo>
                    <a:pt x="154343" y="8956"/>
                  </a:lnTo>
                  <a:lnTo>
                    <a:pt x="125358" y="6278"/>
                  </a:lnTo>
                  <a:lnTo>
                    <a:pt x="119514" y="4697"/>
                  </a:lnTo>
                  <a:lnTo>
                    <a:pt x="110934" y="8868"/>
                  </a:lnTo>
                  <a:cubicBezTo>
                    <a:pt x="110610" y="9043"/>
                    <a:pt x="110239" y="9043"/>
                    <a:pt x="109868" y="8868"/>
                  </a:cubicBezTo>
                  <a:lnTo>
                    <a:pt x="103792" y="5970"/>
                  </a:lnTo>
                  <a:lnTo>
                    <a:pt x="101427" y="6146"/>
                  </a:lnTo>
                  <a:lnTo>
                    <a:pt x="101427" y="7858"/>
                  </a:lnTo>
                  <a:cubicBezTo>
                    <a:pt x="101427" y="8209"/>
                    <a:pt x="101241" y="8517"/>
                    <a:pt x="100963" y="8736"/>
                  </a:cubicBezTo>
                  <a:cubicBezTo>
                    <a:pt x="100685" y="8956"/>
                    <a:pt x="100314" y="8999"/>
                    <a:pt x="99943" y="8912"/>
                  </a:cubicBezTo>
                  <a:lnTo>
                    <a:pt x="84917" y="4785"/>
                  </a:lnTo>
                  <a:lnTo>
                    <a:pt x="74111" y="0"/>
                  </a:lnTo>
                  <a:lnTo>
                    <a:pt x="66134" y="3117"/>
                  </a:lnTo>
                  <a:lnTo>
                    <a:pt x="64603" y="9482"/>
                  </a:lnTo>
                  <a:lnTo>
                    <a:pt x="66273" y="15541"/>
                  </a:lnTo>
                  <a:cubicBezTo>
                    <a:pt x="66366" y="15936"/>
                    <a:pt x="66273" y="16331"/>
                    <a:pt x="65948" y="16638"/>
                  </a:cubicBezTo>
                  <a:cubicBezTo>
                    <a:pt x="65624" y="16902"/>
                    <a:pt x="65206" y="16989"/>
                    <a:pt x="64789" y="16902"/>
                  </a:cubicBezTo>
                  <a:lnTo>
                    <a:pt x="39467" y="8999"/>
                  </a:lnTo>
                  <a:lnTo>
                    <a:pt x="29218" y="8999"/>
                  </a:lnTo>
                  <a:lnTo>
                    <a:pt x="24487" y="14663"/>
                  </a:lnTo>
                  <a:lnTo>
                    <a:pt x="25507" y="17209"/>
                  </a:lnTo>
                  <a:lnTo>
                    <a:pt x="30331" y="19228"/>
                  </a:lnTo>
                  <a:cubicBezTo>
                    <a:pt x="30702" y="19360"/>
                    <a:pt x="30934" y="19711"/>
                    <a:pt x="31026" y="20062"/>
                  </a:cubicBezTo>
                  <a:cubicBezTo>
                    <a:pt x="31073" y="20414"/>
                    <a:pt x="30934" y="20809"/>
                    <a:pt x="30655" y="21072"/>
                  </a:cubicBezTo>
                  <a:lnTo>
                    <a:pt x="22818" y="27394"/>
                  </a:lnTo>
                  <a:lnTo>
                    <a:pt x="13078" y="33188"/>
                  </a:lnTo>
                  <a:lnTo>
                    <a:pt x="13078" y="34242"/>
                  </a:lnTo>
                  <a:lnTo>
                    <a:pt x="20916" y="34242"/>
                  </a:lnTo>
                  <a:cubicBezTo>
                    <a:pt x="21565" y="34242"/>
                    <a:pt x="22076" y="34725"/>
                    <a:pt x="22076" y="35340"/>
                  </a:cubicBezTo>
                  <a:lnTo>
                    <a:pt x="22076" y="40256"/>
                  </a:lnTo>
                  <a:lnTo>
                    <a:pt x="28754" y="40256"/>
                  </a:lnTo>
                  <a:lnTo>
                    <a:pt x="28754" y="38061"/>
                  </a:lnTo>
                  <a:cubicBezTo>
                    <a:pt x="28754" y="37491"/>
                    <a:pt x="29218" y="37008"/>
                    <a:pt x="29821" y="36964"/>
                  </a:cubicBezTo>
                  <a:lnTo>
                    <a:pt x="32789" y="36744"/>
                  </a:lnTo>
                  <a:lnTo>
                    <a:pt x="33994" y="33320"/>
                  </a:lnTo>
                  <a:cubicBezTo>
                    <a:pt x="34134" y="32925"/>
                    <a:pt x="34458" y="32662"/>
                    <a:pt x="34876" y="32574"/>
                  </a:cubicBezTo>
                  <a:cubicBezTo>
                    <a:pt x="35293" y="32486"/>
                    <a:pt x="35711" y="32662"/>
                    <a:pt x="35989" y="32969"/>
                  </a:cubicBezTo>
                  <a:lnTo>
                    <a:pt x="42110" y="40344"/>
                  </a:lnTo>
                  <a:lnTo>
                    <a:pt x="51571" y="42188"/>
                  </a:lnTo>
                  <a:lnTo>
                    <a:pt x="58992" y="44690"/>
                  </a:lnTo>
                  <a:cubicBezTo>
                    <a:pt x="59363" y="44822"/>
                    <a:pt x="59595" y="45085"/>
                    <a:pt x="59734" y="45437"/>
                  </a:cubicBezTo>
                  <a:cubicBezTo>
                    <a:pt x="59827" y="45788"/>
                    <a:pt x="59734" y="46139"/>
                    <a:pt x="59502" y="46446"/>
                  </a:cubicBezTo>
                  <a:lnTo>
                    <a:pt x="53426" y="53295"/>
                  </a:lnTo>
                  <a:cubicBezTo>
                    <a:pt x="53195" y="53558"/>
                    <a:pt x="52870" y="53690"/>
                    <a:pt x="52545" y="53690"/>
                  </a:cubicBezTo>
                  <a:lnTo>
                    <a:pt x="48974" y="53690"/>
                  </a:lnTo>
                  <a:lnTo>
                    <a:pt x="49067" y="53778"/>
                  </a:lnTo>
                  <a:cubicBezTo>
                    <a:pt x="49345" y="54085"/>
                    <a:pt x="49438" y="54568"/>
                    <a:pt x="49253" y="54963"/>
                  </a:cubicBezTo>
                  <a:cubicBezTo>
                    <a:pt x="49067" y="55358"/>
                    <a:pt x="48650" y="55621"/>
                    <a:pt x="48186" y="55621"/>
                  </a:cubicBezTo>
                  <a:lnTo>
                    <a:pt x="42481" y="55621"/>
                  </a:lnTo>
                  <a:lnTo>
                    <a:pt x="39050" y="61504"/>
                  </a:lnTo>
                  <a:cubicBezTo>
                    <a:pt x="38818" y="61855"/>
                    <a:pt x="38447" y="62075"/>
                    <a:pt x="38029" y="62075"/>
                  </a:cubicBezTo>
                  <a:cubicBezTo>
                    <a:pt x="37844" y="62075"/>
                    <a:pt x="37658" y="62075"/>
                    <a:pt x="37473" y="61943"/>
                  </a:cubicBezTo>
                  <a:lnTo>
                    <a:pt x="30006" y="58255"/>
                  </a:lnTo>
                  <a:lnTo>
                    <a:pt x="25507" y="61065"/>
                  </a:lnTo>
                  <a:cubicBezTo>
                    <a:pt x="25507" y="61065"/>
                    <a:pt x="25507" y="61065"/>
                    <a:pt x="25507" y="61065"/>
                  </a:cubicBezTo>
                  <a:lnTo>
                    <a:pt x="25368" y="61153"/>
                  </a:lnTo>
                  <a:cubicBezTo>
                    <a:pt x="25368" y="61153"/>
                    <a:pt x="25368" y="61153"/>
                    <a:pt x="25368" y="61153"/>
                  </a:cubicBezTo>
                  <a:cubicBezTo>
                    <a:pt x="25368" y="61153"/>
                    <a:pt x="25368" y="61153"/>
                    <a:pt x="25368" y="61153"/>
                  </a:cubicBezTo>
                  <a:lnTo>
                    <a:pt x="18133" y="65543"/>
                  </a:lnTo>
                  <a:cubicBezTo>
                    <a:pt x="17762" y="65762"/>
                    <a:pt x="17299" y="65762"/>
                    <a:pt x="16881" y="65543"/>
                  </a:cubicBezTo>
                  <a:lnTo>
                    <a:pt x="10342" y="61680"/>
                  </a:lnTo>
                  <a:lnTo>
                    <a:pt x="3107" y="63348"/>
                  </a:lnTo>
                  <a:lnTo>
                    <a:pt x="2690" y="65148"/>
                  </a:lnTo>
                  <a:cubicBezTo>
                    <a:pt x="2644" y="65455"/>
                    <a:pt x="2411" y="65674"/>
                    <a:pt x="2133" y="65850"/>
                  </a:cubicBezTo>
                  <a:lnTo>
                    <a:pt x="0" y="67079"/>
                  </a:lnTo>
                  <a:lnTo>
                    <a:pt x="1530" y="72742"/>
                  </a:lnTo>
                  <a:lnTo>
                    <a:pt x="16139" y="70416"/>
                  </a:lnTo>
                  <a:cubicBezTo>
                    <a:pt x="16417" y="70416"/>
                    <a:pt x="16696" y="70416"/>
                    <a:pt x="16928" y="70547"/>
                  </a:cubicBezTo>
                  <a:lnTo>
                    <a:pt x="23838" y="74586"/>
                  </a:lnTo>
                  <a:lnTo>
                    <a:pt x="31629" y="69494"/>
                  </a:lnTo>
                  <a:cubicBezTo>
                    <a:pt x="31908" y="69318"/>
                    <a:pt x="32278" y="69230"/>
                    <a:pt x="32603" y="69362"/>
                  </a:cubicBezTo>
                  <a:cubicBezTo>
                    <a:pt x="32928" y="69450"/>
                    <a:pt x="33206" y="69669"/>
                    <a:pt x="33345" y="69977"/>
                  </a:cubicBezTo>
                  <a:lnTo>
                    <a:pt x="35015" y="73620"/>
                  </a:lnTo>
                  <a:lnTo>
                    <a:pt x="38076" y="76737"/>
                  </a:lnTo>
                  <a:lnTo>
                    <a:pt x="42528" y="74630"/>
                  </a:lnTo>
                  <a:cubicBezTo>
                    <a:pt x="42853" y="74454"/>
                    <a:pt x="43270" y="74498"/>
                    <a:pt x="43641" y="74630"/>
                  </a:cubicBezTo>
                  <a:cubicBezTo>
                    <a:pt x="43966" y="74806"/>
                    <a:pt x="44197" y="75157"/>
                    <a:pt x="44197" y="75508"/>
                  </a:cubicBezTo>
                  <a:lnTo>
                    <a:pt x="44337" y="77703"/>
                  </a:lnTo>
                  <a:lnTo>
                    <a:pt x="47073" y="74586"/>
                  </a:lnTo>
                  <a:cubicBezTo>
                    <a:pt x="47305" y="74323"/>
                    <a:pt x="47629" y="74191"/>
                    <a:pt x="47954" y="74191"/>
                  </a:cubicBezTo>
                  <a:lnTo>
                    <a:pt x="64047" y="74191"/>
                  </a:lnTo>
                  <a:lnTo>
                    <a:pt x="69705" y="72786"/>
                  </a:lnTo>
                  <a:lnTo>
                    <a:pt x="69705" y="71162"/>
                  </a:lnTo>
                  <a:lnTo>
                    <a:pt x="71189" y="62470"/>
                  </a:lnTo>
                  <a:cubicBezTo>
                    <a:pt x="71235" y="62119"/>
                    <a:pt x="71467" y="61811"/>
                    <a:pt x="71838" y="61680"/>
                  </a:cubicBezTo>
                  <a:lnTo>
                    <a:pt x="84221" y="55929"/>
                  </a:lnTo>
                  <a:lnTo>
                    <a:pt x="84221" y="53339"/>
                  </a:lnTo>
                  <a:cubicBezTo>
                    <a:pt x="84221" y="52987"/>
                    <a:pt x="84360" y="52680"/>
                    <a:pt x="84639" y="52504"/>
                  </a:cubicBezTo>
                  <a:cubicBezTo>
                    <a:pt x="84917" y="52285"/>
                    <a:pt x="85288" y="52241"/>
                    <a:pt x="85612" y="52285"/>
                  </a:cubicBezTo>
                  <a:lnTo>
                    <a:pt x="93125" y="53822"/>
                  </a:lnTo>
                  <a:lnTo>
                    <a:pt x="97624" y="49563"/>
                  </a:lnTo>
                  <a:cubicBezTo>
                    <a:pt x="97902" y="49300"/>
                    <a:pt x="98366" y="49168"/>
                    <a:pt x="98784" y="49300"/>
                  </a:cubicBezTo>
                  <a:cubicBezTo>
                    <a:pt x="99201" y="49388"/>
                    <a:pt x="99479" y="49739"/>
                    <a:pt x="99572" y="50090"/>
                  </a:cubicBezTo>
                  <a:lnTo>
                    <a:pt x="101288" y="57070"/>
                  </a:lnTo>
                  <a:lnTo>
                    <a:pt x="113207" y="52592"/>
                  </a:lnTo>
                  <a:lnTo>
                    <a:pt x="113207" y="49212"/>
                  </a:lnTo>
                  <a:cubicBezTo>
                    <a:pt x="113207" y="48992"/>
                    <a:pt x="113300" y="48773"/>
                    <a:pt x="113439" y="48553"/>
                  </a:cubicBezTo>
                  <a:lnTo>
                    <a:pt x="118076" y="42495"/>
                  </a:lnTo>
                  <a:cubicBezTo>
                    <a:pt x="118308" y="42188"/>
                    <a:pt x="118726" y="42012"/>
                    <a:pt x="119143" y="42056"/>
                  </a:cubicBezTo>
                  <a:lnTo>
                    <a:pt x="132407" y="43329"/>
                  </a:lnTo>
                  <a:lnTo>
                    <a:pt x="133566" y="39730"/>
                  </a:lnTo>
                  <a:cubicBezTo>
                    <a:pt x="133705" y="39290"/>
                    <a:pt x="134169" y="38939"/>
                    <a:pt x="134679" y="38939"/>
                  </a:cubicBezTo>
                  <a:lnTo>
                    <a:pt x="137091" y="38939"/>
                  </a:lnTo>
                  <a:lnTo>
                    <a:pt x="137277" y="36437"/>
                  </a:lnTo>
                  <a:cubicBezTo>
                    <a:pt x="137277" y="35998"/>
                    <a:pt x="137601" y="35647"/>
                    <a:pt x="138019" y="35515"/>
                  </a:cubicBezTo>
                  <a:lnTo>
                    <a:pt x="163387" y="26077"/>
                  </a:lnTo>
                  <a:lnTo>
                    <a:pt x="164918" y="22916"/>
                  </a:lnTo>
                  <a:cubicBezTo>
                    <a:pt x="165103" y="22521"/>
                    <a:pt x="165520" y="22257"/>
                    <a:pt x="165984" y="22257"/>
                  </a:cubicBezTo>
                  <a:lnTo>
                    <a:pt x="169973" y="22257"/>
                  </a:lnTo>
                  <a:lnTo>
                    <a:pt x="169834" y="19974"/>
                  </a:lnTo>
                  <a:lnTo>
                    <a:pt x="165752" y="16199"/>
                  </a:lnTo>
                  <a:lnTo>
                    <a:pt x="159816" y="15936"/>
                  </a:lnTo>
                  <a:close/>
                  <a:moveTo>
                    <a:pt x="128604" y="21643"/>
                  </a:moveTo>
                  <a:cubicBezTo>
                    <a:pt x="124848" y="23838"/>
                    <a:pt x="112094" y="20282"/>
                    <a:pt x="108337" y="17253"/>
                  </a:cubicBezTo>
                  <a:cubicBezTo>
                    <a:pt x="104581" y="14224"/>
                    <a:pt x="128604" y="10668"/>
                    <a:pt x="128604" y="10668"/>
                  </a:cubicBezTo>
                  <a:cubicBezTo>
                    <a:pt x="136117" y="4609"/>
                    <a:pt x="138158" y="10404"/>
                    <a:pt x="138158" y="10404"/>
                  </a:cubicBezTo>
                  <a:lnTo>
                    <a:pt x="138436" y="10668"/>
                  </a:lnTo>
                  <a:cubicBezTo>
                    <a:pt x="138714" y="10931"/>
                    <a:pt x="132361" y="19448"/>
                    <a:pt x="128604" y="2164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9722E5EC-A8CB-EB71-CDA0-BAAD2C3F5EB8}"/>
                </a:ext>
              </a:extLst>
            </p:cNvPr>
            <p:cNvSpPr>
              <a:spLocks/>
            </p:cNvSpPr>
            <p:nvPr/>
          </p:nvSpPr>
          <p:spPr>
            <a:xfrm>
              <a:off x="7280343" y="3071363"/>
              <a:ext cx="176798" cy="120175"/>
            </a:xfrm>
            <a:custGeom>
              <a:avLst/>
              <a:gdLst>
                <a:gd name="connsiteX0" fmla="*/ 75595 w 118447"/>
                <a:gd name="connsiteY0" fmla="*/ 35866 h 80512"/>
                <a:gd name="connsiteX1" fmla="*/ 74714 w 118447"/>
                <a:gd name="connsiteY1" fmla="*/ 36262 h 80512"/>
                <a:gd name="connsiteX2" fmla="*/ 74343 w 118447"/>
                <a:gd name="connsiteY2" fmla="*/ 36218 h 80512"/>
                <a:gd name="connsiteX3" fmla="*/ 73554 w 118447"/>
                <a:gd name="connsiteY3" fmla="*/ 35252 h 80512"/>
                <a:gd name="connsiteX4" fmla="*/ 73369 w 118447"/>
                <a:gd name="connsiteY4" fmla="*/ 31959 h 80512"/>
                <a:gd name="connsiteX5" fmla="*/ 69705 w 118447"/>
                <a:gd name="connsiteY5" fmla="*/ 33671 h 80512"/>
                <a:gd name="connsiteX6" fmla="*/ 68360 w 118447"/>
                <a:gd name="connsiteY6" fmla="*/ 33452 h 80512"/>
                <a:gd name="connsiteX7" fmla="*/ 64603 w 118447"/>
                <a:gd name="connsiteY7" fmla="*/ 29589 h 80512"/>
                <a:gd name="connsiteX8" fmla="*/ 64372 w 118447"/>
                <a:gd name="connsiteY8" fmla="*/ 29281 h 80512"/>
                <a:gd name="connsiteX9" fmla="*/ 63212 w 118447"/>
                <a:gd name="connsiteY9" fmla="*/ 26691 h 80512"/>
                <a:gd name="connsiteX10" fmla="*/ 55977 w 118447"/>
                <a:gd name="connsiteY10" fmla="*/ 31432 h 80512"/>
                <a:gd name="connsiteX11" fmla="*/ 54725 w 118447"/>
                <a:gd name="connsiteY11" fmla="*/ 31432 h 80512"/>
                <a:gd name="connsiteX12" fmla="*/ 47583 w 118447"/>
                <a:gd name="connsiteY12" fmla="*/ 27262 h 80512"/>
                <a:gd name="connsiteX13" fmla="*/ 32371 w 118447"/>
                <a:gd name="connsiteY13" fmla="*/ 29676 h 80512"/>
                <a:gd name="connsiteX14" fmla="*/ 31073 w 118447"/>
                <a:gd name="connsiteY14" fmla="*/ 28886 h 80512"/>
                <a:gd name="connsiteX15" fmla="*/ 29032 w 118447"/>
                <a:gd name="connsiteY15" fmla="*/ 21467 h 80512"/>
                <a:gd name="connsiteX16" fmla="*/ 29542 w 118447"/>
                <a:gd name="connsiteY16" fmla="*/ 20238 h 80512"/>
                <a:gd name="connsiteX17" fmla="*/ 32000 w 118447"/>
                <a:gd name="connsiteY17" fmla="*/ 18833 h 80512"/>
                <a:gd name="connsiteX18" fmla="*/ 32464 w 118447"/>
                <a:gd name="connsiteY18" fmla="*/ 16814 h 80512"/>
                <a:gd name="connsiteX19" fmla="*/ 33345 w 118447"/>
                <a:gd name="connsiteY19" fmla="*/ 15980 h 80512"/>
                <a:gd name="connsiteX20" fmla="*/ 41740 w 118447"/>
                <a:gd name="connsiteY20" fmla="*/ 14048 h 80512"/>
                <a:gd name="connsiteX21" fmla="*/ 42621 w 118447"/>
                <a:gd name="connsiteY21" fmla="*/ 14180 h 80512"/>
                <a:gd name="connsiteX22" fmla="*/ 48974 w 118447"/>
                <a:gd name="connsiteY22" fmla="*/ 17911 h 80512"/>
                <a:gd name="connsiteX23" fmla="*/ 52499 w 118447"/>
                <a:gd name="connsiteY23" fmla="*/ 15760 h 80512"/>
                <a:gd name="connsiteX24" fmla="*/ 48928 w 118447"/>
                <a:gd name="connsiteY24" fmla="*/ 15628 h 80512"/>
                <a:gd name="connsiteX25" fmla="*/ 47954 w 118447"/>
                <a:gd name="connsiteY25" fmla="*/ 15058 h 80512"/>
                <a:gd name="connsiteX26" fmla="*/ 44476 w 118447"/>
                <a:gd name="connsiteY26" fmla="*/ 8736 h 80512"/>
                <a:gd name="connsiteX27" fmla="*/ 44940 w 118447"/>
                <a:gd name="connsiteY27" fmla="*/ 7287 h 80512"/>
                <a:gd name="connsiteX28" fmla="*/ 50644 w 118447"/>
                <a:gd name="connsiteY28" fmla="*/ 4215 h 80512"/>
                <a:gd name="connsiteX29" fmla="*/ 48510 w 118447"/>
                <a:gd name="connsiteY29" fmla="*/ 0 h 80512"/>
                <a:gd name="connsiteX30" fmla="*/ 36870 w 118447"/>
                <a:gd name="connsiteY30" fmla="*/ 7990 h 80512"/>
                <a:gd name="connsiteX31" fmla="*/ 35293 w 118447"/>
                <a:gd name="connsiteY31" fmla="*/ 7814 h 80512"/>
                <a:gd name="connsiteX32" fmla="*/ 31675 w 118447"/>
                <a:gd name="connsiteY32" fmla="*/ 3600 h 80512"/>
                <a:gd name="connsiteX33" fmla="*/ 28475 w 118447"/>
                <a:gd name="connsiteY33" fmla="*/ 8605 h 80512"/>
                <a:gd name="connsiteX34" fmla="*/ 30052 w 118447"/>
                <a:gd name="connsiteY34" fmla="*/ 13082 h 80512"/>
                <a:gd name="connsiteX35" fmla="*/ 29310 w 118447"/>
                <a:gd name="connsiteY35" fmla="*/ 14487 h 80512"/>
                <a:gd name="connsiteX36" fmla="*/ 21287 w 118447"/>
                <a:gd name="connsiteY36" fmla="*/ 17033 h 80512"/>
                <a:gd name="connsiteX37" fmla="*/ 23792 w 118447"/>
                <a:gd name="connsiteY37" fmla="*/ 20194 h 80512"/>
                <a:gd name="connsiteX38" fmla="*/ 23977 w 118447"/>
                <a:gd name="connsiteY38" fmla="*/ 21160 h 80512"/>
                <a:gd name="connsiteX39" fmla="*/ 23281 w 118447"/>
                <a:gd name="connsiteY39" fmla="*/ 21862 h 80512"/>
                <a:gd name="connsiteX40" fmla="*/ 18783 w 118447"/>
                <a:gd name="connsiteY40" fmla="*/ 23531 h 80512"/>
                <a:gd name="connsiteX41" fmla="*/ 18783 w 118447"/>
                <a:gd name="connsiteY41" fmla="*/ 28272 h 80512"/>
                <a:gd name="connsiteX42" fmla="*/ 18319 w 118447"/>
                <a:gd name="connsiteY42" fmla="*/ 29150 h 80512"/>
                <a:gd name="connsiteX43" fmla="*/ 17299 w 118447"/>
                <a:gd name="connsiteY43" fmla="*/ 29325 h 80512"/>
                <a:gd name="connsiteX44" fmla="*/ 5426 w 118447"/>
                <a:gd name="connsiteY44" fmla="*/ 26208 h 80512"/>
                <a:gd name="connsiteX45" fmla="*/ 0 w 118447"/>
                <a:gd name="connsiteY45" fmla="*/ 30642 h 80512"/>
                <a:gd name="connsiteX46" fmla="*/ 417 w 118447"/>
                <a:gd name="connsiteY46" fmla="*/ 34330 h 80512"/>
                <a:gd name="connsiteX47" fmla="*/ 11084 w 118447"/>
                <a:gd name="connsiteY47" fmla="*/ 38193 h 80512"/>
                <a:gd name="connsiteX48" fmla="*/ 11826 w 118447"/>
                <a:gd name="connsiteY48" fmla="*/ 39378 h 80512"/>
                <a:gd name="connsiteX49" fmla="*/ 10203 w 118447"/>
                <a:gd name="connsiteY49" fmla="*/ 48641 h 80512"/>
                <a:gd name="connsiteX50" fmla="*/ 16371 w 118447"/>
                <a:gd name="connsiteY50" fmla="*/ 53470 h 80512"/>
                <a:gd name="connsiteX51" fmla="*/ 16557 w 118447"/>
                <a:gd name="connsiteY51" fmla="*/ 55007 h 80512"/>
                <a:gd name="connsiteX52" fmla="*/ 13357 w 118447"/>
                <a:gd name="connsiteY52" fmla="*/ 58870 h 80512"/>
                <a:gd name="connsiteX53" fmla="*/ 7235 w 118447"/>
                <a:gd name="connsiteY53" fmla="*/ 66509 h 80512"/>
                <a:gd name="connsiteX54" fmla="*/ 7235 w 118447"/>
                <a:gd name="connsiteY54" fmla="*/ 74806 h 80512"/>
                <a:gd name="connsiteX55" fmla="*/ 10620 w 118447"/>
                <a:gd name="connsiteY55" fmla="*/ 76386 h 80512"/>
                <a:gd name="connsiteX56" fmla="*/ 21658 w 118447"/>
                <a:gd name="connsiteY56" fmla="*/ 69055 h 80512"/>
                <a:gd name="connsiteX57" fmla="*/ 23189 w 118447"/>
                <a:gd name="connsiteY57" fmla="*/ 69231 h 80512"/>
                <a:gd name="connsiteX58" fmla="*/ 27641 w 118447"/>
                <a:gd name="connsiteY58" fmla="*/ 74191 h 80512"/>
                <a:gd name="connsiteX59" fmla="*/ 31397 w 118447"/>
                <a:gd name="connsiteY59" fmla="*/ 73138 h 80512"/>
                <a:gd name="connsiteX60" fmla="*/ 30006 w 118447"/>
                <a:gd name="connsiteY60" fmla="*/ 70460 h 80512"/>
                <a:gd name="connsiteX61" fmla="*/ 30006 w 118447"/>
                <a:gd name="connsiteY61" fmla="*/ 69450 h 80512"/>
                <a:gd name="connsiteX62" fmla="*/ 32047 w 118447"/>
                <a:gd name="connsiteY62" fmla="*/ 65894 h 80512"/>
                <a:gd name="connsiteX63" fmla="*/ 33067 w 118447"/>
                <a:gd name="connsiteY63" fmla="*/ 65323 h 80512"/>
                <a:gd name="connsiteX64" fmla="*/ 38910 w 118447"/>
                <a:gd name="connsiteY64" fmla="*/ 65323 h 80512"/>
                <a:gd name="connsiteX65" fmla="*/ 45543 w 118447"/>
                <a:gd name="connsiteY65" fmla="*/ 62426 h 80512"/>
                <a:gd name="connsiteX66" fmla="*/ 45543 w 118447"/>
                <a:gd name="connsiteY66" fmla="*/ 56543 h 80512"/>
                <a:gd name="connsiteX67" fmla="*/ 45728 w 118447"/>
                <a:gd name="connsiteY67" fmla="*/ 55929 h 80512"/>
                <a:gd name="connsiteX68" fmla="*/ 50087 w 118447"/>
                <a:gd name="connsiteY68" fmla="*/ 49607 h 80512"/>
                <a:gd name="connsiteX69" fmla="*/ 50458 w 118447"/>
                <a:gd name="connsiteY69" fmla="*/ 49256 h 80512"/>
                <a:gd name="connsiteX70" fmla="*/ 54215 w 118447"/>
                <a:gd name="connsiteY70" fmla="*/ 47061 h 80512"/>
                <a:gd name="connsiteX71" fmla="*/ 55513 w 118447"/>
                <a:gd name="connsiteY71" fmla="*/ 47105 h 80512"/>
                <a:gd name="connsiteX72" fmla="*/ 63351 w 118447"/>
                <a:gd name="connsiteY72" fmla="*/ 52592 h 80512"/>
                <a:gd name="connsiteX73" fmla="*/ 63769 w 118447"/>
                <a:gd name="connsiteY73" fmla="*/ 53119 h 80512"/>
                <a:gd name="connsiteX74" fmla="*/ 66644 w 118447"/>
                <a:gd name="connsiteY74" fmla="*/ 61065 h 80512"/>
                <a:gd name="connsiteX75" fmla="*/ 66644 w 118447"/>
                <a:gd name="connsiteY75" fmla="*/ 61636 h 80512"/>
                <a:gd name="connsiteX76" fmla="*/ 64372 w 118447"/>
                <a:gd name="connsiteY76" fmla="*/ 73489 h 80512"/>
                <a:gd name="connsiteX77" fmla="*/ 66273 w 118447"/>
                <a:gd name="connsiteY77" fmla="*/ 80513 h 80512"/>
                <a:gd name="connsiteX78" fmla="*/ 80743 w 118447"/>
                <a:gd name="connsiteY78" fmla="*/ 74542 h 80512"/>
                <a:gd name="connsiteX79" fmla="*/ 86354 w 118447"/>
                <a:gd name="connsiteY79" fmla="*/ 68440 h 80512"/>
                <a:gd name="connsiteX80" fmla="*/ 86725 w 118447"/>
                <a:gd name="connsiteY80" fmla="*/ 68177 h 80512"/>
                <a:gd name="connsiteX81" fmla="*/ 90482 w 118447"/>
                <a:gd name="connsiteY81" fmla="*/ 66509 h 80512"/>
                <a:gd name="connsiteX82" fmla="*/ 90946 w 118447"/>
                <a:gd name="connsiteY82" fmla="*/ 66421 h 80512"/>
                <a:gd name="connsiteX83" fmla="*/ 100221 w 118447"/>
                <a:gd name="connsiteY83" fmla="*/ 66421 h 80512"/>
                <a:gd name="connsiteX84" fmla="*/ 101381 w 118447"/>
                <a:gd name="connsiteY84" fmla="*/ 67518 h 80512"/>
                <a:gd name="connsiteX85" fmla="*/ 101381 w 118447"/>
                <a:gd name="connsiteY85" fmla="*/ 69801 h 80512"/>
                <a:gd name="connsiteX86" fmla="*/ 108244 w 118447"/>
                <a:gd name="connsiteY86" fmla="*/ 67562 h 80512"/>
                <a:gd name="connsiteX87" fmla="*/ 108615 w 118447"/>
                <a:gd name="connsiteY87" fmla="*/ 67518 h 80512"/>
                <a:gd name="connsiteX88" fmla="*/ 114134 w 118447"/>
                <a:gd name="connsiteY88" fmla="*/ 67518 h 80512"/>
                <a:gd name="connsiteX89" fmla="*/ 114923 w 118447"/>
                <a:gd name="connsiteY89" fmla="*/ 67826 h 80512"/>
                <a:gd name="connsiteX90" fmla="*/ 117149 w 118447"/>
                <a:gd name="connsiteY90" fmla="*/ 69889 h 80512"/>
                <a:gd name="connsiteX91" fmla="*/ 118447 w 118447"/>
                <a:gd name="connsiteY91" fmla="*/ 69626 h 80512"/>
                <a:gd name="connsiteX92" fmla="*/ 118447 w 118447"/>
                <a:gd name="connsiteY92" fmla="*/ 61680 h 80512"/>
                <a:gd name="connsiteX93" fmla="*/ 114552 w 118447"/>
                <a:gd name="connsiteY93" fmla="*/ 52724 h 80512"/>
                <a:gd name="connsiteX94" fmla="*/ 110888 w 118447"/>
                <a:gd name="connsiteY94" fmla="*/ 48466 h 80512"/>
                <a:gd name="connsiteX95" fmla="*/ 104349 w 118447"/>
                <a:gd name="connsiteY95" fmla="*/ 47193 h 80512"/>
                <a:gd name="connsiteX96" fmla="*/ 103653 w 118447"/>
                <a:gd name="connsiteY96" fmla="*/ 46797 h 80512"/>
                <a:gd name="connsiteX97" fmla="*/ 99294 w 118447"/>
                <a:gd name="connsiteY97" fmla="*/ 41573 h 80512"/>
                <a:gd name="connsiteX98" fmla="*/ 99108 w 118447"/>
                <a:gd name="connsiteY98" fmla="*/ 41310 h 80512"/>
                <a:gd name="connsiteX99" fmla="*/ 94749 w 118447"/>
                <a:gd name="connsiteY99" fmla="*/ 31037 h 80512"/>
                <a:gd name="connsiteX100" fmla="*/ 79862 w 118447"/>
                <a:gd name="connsiteY100" fmla="*/ 31037 h 80512"/>
                <a:gd name="connsiteX101" fmla="*/ 75595 w 118447"/>
                <a:gd name="connsiteY101" fmla="*/ 35866 h 8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18447" h="80512">
                  <a:moveTo>
                    <a:pt x="75595" y="35866"/>
                  </a:moveTo>
                  <a:cubicBezTo>
                    <a:pt x="75363" y="36130"/>
                    <a:pt x="75038" y="36262"/>
                    <a:pt x="74714" y="36262"/>
                  </a:cubicBezTo>
                  <a:cubicBezTo>
                    <a:pt x="74574" y="36262"/>
                    <a:pt x="74482" y="36262"/>
                    <a:pt x="74343" y="36218"/>
                  </a:cubicBezTo>
                  <a:cubicBezTo>
                    <a:pt x="73879" y="36086"/>
                    <a:pt x="73601" y="35691"/>
                    <a:pt x="73554" y="35252"/>
                  </a:cubicBezTo>
                  <a:lnTo>
                    <a:pt x="73369" y="31959"/>
                  </a:lnTo>
                  <a:lnTo>
                    <a:pt x="69705" y="33671"/>
                  </a:lnTo>
                  <a:cubicBezTo>
                    <a:pt x="69241" y="33891"/>
                    <a:pt x="68685" y="33803"/>
                    <a:pt x="68360" y="33452"/>
                  </a:cubicBezTo>
                  <a:lnTo>
                    <a:pt x="64603" y="29589"/>
                  </a:lnTo>
                  <a:cubicBezTo>
                    <a:pt x="64603" y="29589"/>
                    <a:pt x="64418" y="29413"/>
                    <a:pt x="64372" y="29281"/>
                  </a:cubicBezTo>
                  <a:lnTo>
                    <a:pt x="63212" y="26691"/>
                  </a:lnTo>
                  <a:lnTo>
                    <a:pt x="55977" y="31432"/>
                  </a:lnTo>
                  <a:cubicBezTo>
                    <a:pt x="55606" y="31652"/>
                    <a:pt x="55096" y="31696"/>
                    <a:pt x="54725" y="31432"/>
                  </a:cubicBezTo>
                  <a:lnTo>
                    <a:pt x="47583" y="27262"/>
                  </a:lnTo>
                  <a:lnTo>
                    <a:pt x="32371" y="29676"/>
                  </a:lnTo>
                  <a:cubicBezTo>
                    <a:pt x="31815" y="29764"/>
                    <a:pt x="31212" y="29413"/>
                    <a:pt x="31073" y="28886"/>
                  </a:cubicBezTo>
                  <a:lnTo>
                    <a:pt x="29032" y="21467"/>
                  </a:lnTo>
                  <a:cubicBezTo>
                    <a:pt x="28893" y="20984"/>
                    <a:pt x="29125" y="20501"/>
                    <a:pt x="29542" y="20238"/>
                  </a:cubicBezTo>
                  <a:lnTo>
                    <a:pt x="32000" y="18833"/>
                  </a:lnTo>
                  <a:lnTo>
                    <a:pt x="32464" y="16814"/>
                  </a:lnTo>
                  <a:cubicBezTo>
                    <a:pt x="32557" y="16419"/>
                    <a:pt x="32881" y="16067"/>
                    <a:pt x="33345" y="15980"/>
                  </a:cubicBezTo>
                  <a:lnTo>
                    <a:pt x="41740" y="14048"/>
                  </a:lnTo>
                  <a:cubicBezTo>
                    <a:pt x="42064" y="13960"/>
                    <a:pt x="42342" y="14048"/>
                    <a:pt x="42621" y="14180"/>
                  </a:cubicBezTo>
                  <a:lnTo>
                    <a:pt x="48974" y="17911"/>
                  </a:lnTo>
                  <a:lnTo>
                    <a:pt x="52499" y="15760"/>
                  </a:lnTo>
                  <a:lnTo>
                    <a:pt x="48928" y="15628"/>
                  </a:lnTo>
                  <a:cubicBezTo>
                    <a:pt x="48510" y="15628"/>
                    <a:pt x="48140" y="15365"/>
                    <a:pt x="47954" y="15058"/>
                  </a:cubicBezTo>
                  <a:lnTo>
                    <a:pt x="44476" y="8736"/>
                  </a:lnTo>
                  <a:cubicBezTo>
                    <a:pt x="44197" y="8209"/>
                    <a:pt x="44383" y="7551"/>
                    <a:pt x="44940" y="7287"/>
                  </a:cubicBezTo>
                  <a:lnTo>
                    <a:pt x="50644" y="4215"/>
                  </a:lnTo>
                  <a:lnTo>
                    <a:pt x="48510" y="0"/>
                  </a:lnTo>
                  <a:lnTo>
                    <a:pt x="36870" y="7990"/>
                  </a:lnTo>
                  <a:cubicBezTo>
                    <a:pt x="36360" y="8341"/>
                    <a:pt x="35664" y="8253"/>
                    <a:pt x="35293" y="7814"/>
                  </a:cubicBezTo>
                  <a:lnTo>
                    <a:pt x="31675" y="3600"/>
                  </a:lnTo>
                  <a:lnTo>
                    <a:pt x="28475" y="8605"/>
                  </a:lnTo>
                  <a:lnTo>
                    <a:pt x="30052" y="13082"/>
                  </a:lnTo>
                  <a:cubicBezTo>
                    <a:pt x="30238" y="13653"/>
                    <a:pt x="29913" y="14268"/>
                    <a:pt x="29310" y="14487"/>
                  </a:cubicBezTo>
                  <a:lnTo>
                    <a:pt x="21287" y="17033"/>
                  </a:lnTo>
                  <a:lnTo>
                    <a:pt x="23792" y="20194"/>
                  </a:lnTo>
                  <a:cubicBezTo>
                    <a:pt x="24023" y="20457"/>
                    <a:pt x="24070" y="20809"/>
                    <a:pt x="23977" y="21160"/>
                  </a:cubicBezTo>
                  <a:cubicBezTo>
                    <a:pt x="23884" y="21511"/>
                    <a:pt x="23606" y="21775"/>
                    <a:pt x="23281" y="21862"/>
                  </a:cubicBezTo>
                  <a:lnTo>
                    <a:pt x="18783" y="23531"/>
                  </a:lnTo>
                  <a:lnTo>
                    <a:pt x="18783" y="28272"/>
                  </a:lnTo>
                  <a:cubicBezTo>
                    <a:pt x="18783" y="28623"/>
                    <a:pt x="18597" y="28930"/>
                    <a:pt x="18319" y="29150"/>
                  </a:cubicBezTo>
                  <a:cubicBezTo>
                    <a:pt x="18041" y="29369"/>
                    <a:pt x="17670" y="29413"/>
                    <a:pt x="17299" y="29325"/>
                  </a:cubicBezTo>
                  <a:lnTo>
                    <a:pt x="5426" y="26208"/>
                  </a:lnTo>
                  <a:lnTo>
                    <a:pt x="0" y="30642"/>
                  </a:lnTo>
                  <a:lnTo>
                    <a:pt x="417" y="34330"/>
                  </a:lnTo>
                  <a:lnTo>
                    <a:pt x="11084" y="38193"/>
                  </a:lnTo>
                  <a:cubicBezTo>
                    <a:pt x="11594" y="38369"/>
                    <a:pt x="11919" y="38896"/>
                    <a:pt x="11826" y="39378"/>
                  </a:cubicBezTo>
                  <a:lnTo>
                    <a:pt x="10203" y="48641"/>
                  </a:lnTo>
                  <a:lnTo>
                    <a:pt x="16371" y="53470"/>
                  </a:lnTo>
                  <a:cubicBezTo>
                    <a:pt x="16835" y="53865"/>
                    <a:pt x="16928" y="54524"/>
                    <a:pt x="16557" y="55007"/>
                  </a:cubicBezTo>
                  <a:lnTo>
                    <a:pt x="13357" y="58870"/>
                  </a:lnTo>
                  <a:lnTo>
                    <a:pt x="7235" y="66509"/>
                  </a:lnTo>
                  <a:lnTo>
                    <a:pt x="7235" y="74806"/>
                  </a:lnTo>
                  <a:lnTo>
                    <a:pt x="10620" y="76386"/>
                  </a:lnTo>
                  <a:lnTo>
                    <a:pt x="21658" y="69055"/>
                  </a:lnTo>
                  <a:cubicBezTo>
                    <a:pt x="22168" y="68748"/>
                    <a:pt x="22818" y="68835"/>
                    <a:pt x="23189" y="69231"/>
                  </a:cubicBezTo>
                  <a:lnTo>
                    <a:pt x="27641" y="74191"/>
                  </a:lnTo>
                  <a:lnTo>
                    <a:pt x="31397" y="73138"/>
                  </a:lnTo>
                  <a:lnTo>
                    <a:pt x="30006" y="70460"/>
                  </a:lnTo>
                  <a:cubicBezTo>
                    <a:pt x="29821" y="70152"/>
                    <a:pt x="29821" y="69757"/>
                    <a:pt x="30006" y="69450"/>
                  </a:cubicBezTo>
                  <a:lnTo>
                    <a:pt x="32047" y="65894"/>
                  </a:lnTo>
                  <a:cubicBezTo>
                    <a:pt x="32232" y="65543"/>
                    <a:pt x="32649" y="65323"/>
                    <a:pt x="33067" y="65323"/>
                  </a:cubicBezTo>
                  <a:lnTo>
                    <a:pt x="38910" y="65323"/>
                  </a:lnTo>
                  <a:lnTo>
                    <a:pt x="45543" y="62426"/>
                  </a:lnTo>
                  <a:lnTo>
                    <a:pt x="45543" y="56543"/>
                  </a:lnTo>
                  <a:cubicBezTo>
                    <a:pt x="45543" y="56543"/>
                    <a:pt x="45589" y="56104"/>
                    <a:pt x="45728" y="55929"/>
                  </a:cubicBezTo>
                  <a:lnTo>
                    <a:pt x="50087" y="49607"/>
                  </a:lnTo>
                  <a:cubicBezTo>
                    <a:pt x="50087" y="49607"/>
                    <a:pt x="50319" y="49344"/>
                    <a:pt x="50458" y="49256"/>
                  </a:cubicBezTo>
                  <a:lnTo>
                    <a:pt x="54215" y="47061"/>
                  </a:lnTo>
                  <a:cubicBezTo>
                    <a:pt x="54632" y="46841"/>
                    <a:pt x="55142" y="46841"/>
                    <a:pt x="55513" y="47105"/>
                  </a:cubicBezTo>
                  <a:lnTo>
                    <a:pt x="63351" y="52592"/>
                  </a:lnTo>
                  <a:cubicBezTo>
                    <a:pt x="63351" y="52592"/>
                    <a:pt x="63676" y="52900"/>
                    <a:pt x="63769" y="53119"/>
                  </a:cubicBezTo>
                  <a:lnTo>
                    <a:pt x="66644" y="61065"/>
                  </a:lnTo>
                  <a:cubicBezTo>
                    <a:pt x="66644" y="61065"/>
                    <a:pt x="66737" y="61416"/>
                    <a:pt x="66644" y="61636"/>
                  </a:cubicBezTo>
                  <a:lnTo>
                    <a:pt x="64372" y="73489"/>
                  </a:lnTo>
                  <a:lnTo>
                    <a:pt x="66273" y="80513"/>
                  </a:lnTo>
                  <a:lnTo>
                    <a:pt x="80743" y="74542"/>
                  </a:lnTo>
                  <a:lnTo>
                    <a:pt x="86354" y="68440"/>
                  </a:lnTo>
                  <a:cubicBezTo>
                    <a:pt x="86354" y="68440"/>
                    <a:pt x="86586" y="68221"/>
                    <a:pt x="86725" y="68177"/>
                  </a:cubicBezTo>
                  <a:lnTo>
                    <a:pt x="90482" y="66509"/>
                  </a:lnTo>
                  <a:cubicBezTo>
                    <a:pt x="90482" y="66509"/>
                    <a:pt x="90806" y="66421"/>
                    <a:pt x="90946" y="66421"/>
                  </a:cubicBezTo>
                  <a:lnTo>
                    <a:pt x="100221" y="66421"/>
                  </a:lnTo>
                  <a:cubicBezTo>
                    <a:pt x="100871" y="66421"/>
                    <a:pt x="101381" y="66904"/>
                    <a:pt x="101381" y="67518"/>
                  </a:cubicBezTo>
                  <a:lnTo>
                    <a:pt x="101381" y="69801"/>
                  </a:lnTo>
                  <a:lnTo>
                    <a:pt x="108244" y="67562"/>
                  </a:lnTo>
                  <a:cubicBezTo>
                    <a:pt x="108244" y="67562"/>
                    <a:pt x="108476" y="67518"/>
                    <a:pt x="108615" y="67518"/>
                  </a:cubicBezTo>
                  <a:lnTo>
                    <a:pt x="114134" y="67518"/>
                  </a:lnTo>
                  <a:cubicBezTo>
                    <a:pt x="114459" y="67518"/>
                    <a:pt x="114737" y="67650"/>
                    <a:pt x="114923" y="67826"/>
                  </a:cubicBezTo>
                  <a:lnTo>
                    <a:pt x="117149" y="69889"/>
                  </a:lnTo>
                  <a:lnTo>
                    <a:pt x="118447" y="69626"/>
                  </a:lnTo>
                  <a:lnTo>
                    <a:pt x="118447" y="61680"/>
                  </a:lnTo>
                  <a:lnTo>
                    <a:pt x="114552" y="52724"/>
                  </a:lnTo>
                  <a:lnTo>
                    <a:pt x="110888" y="48466"/>
                  </a:lnTo>
                  <a:lnTo>
                    <a:pt x="104349" y="47193"/>
                  </a:lnTo>
                  <a:cubicBezTo>
                    <a:pt x="104071" y="47149"/>
                    <a:pt x="103838" y="47017"/>
                    <a:pt x="103653" y="46797"/>
                  </a:cubicBezTo>
                  <a:lnTo>
                    <a:pt x="99294" y="41573"/>
                  </a:lnTo>
                  <a:cubicBezTo>
                    <a:pt x="99294" y="41573"/>
                    <a:pt x="99155" y="41398"/>
                    <a:pt x="99108" y="41310"/>
                  </a:cubicBezTo>
                  <a:lnTo>
                    <a:pt x="94749" y="31037"/>
                  </a:lnTo>
                  <a:lnTo>
                    <a:pt x="79862" y="31037"/>
                  </a:lnTo>
                  <a:lnTo>
                    <a:pt x="75595" y="358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7" name="Freeform: Shape 2086">
              <a:extLst>
                <a:ext uri="{FF2B5EF4-FFF2-40B4-BE49-F238E27FC236}">
                  <a16:creationId xmlns:a16="http://schemas.microsoft.com/office/drawing/2014/main" id="{7E14A042-C6DB-1EA1-F0CD-ED21C040A8D2}"/>
                </a:ext>
              </a:extLst>
            </p:cNvPr>
            <p:cNvSpPr>
              <a:spLocks/>
            </p:cNvSpPr>
            <p:nvPr/>
          </p:nvSpPr>
          <p:spPr>
            <a:xfrm>
              <a:off x="6928405" y="3018744"/>
              <a:ext cx="331375" cy="215910"/>
            </a:xfrm>
            <a:custGeom>
              <a:avLst/>
              <a:gdLst>
                <a:gd name="connsiteX0" fmla="*/ 34226 w 222007"/>
                <a:gd name="connsiteY0" fmla="*/ 99126 h 144650"/>
                <a:gd name="connsiteX1" fmla="*/ 34551 w 222007"/>
                <a:gd name="connsiteY1" fmla="*/ 98512 h 144650"/>
                <a:gd name="connsiteX2" fmla="*/ 42667 w 222007"/>
                <a:gd name="connsiteY2" fmla="*/ 90259 h 144650"/>
                <a:gd name="connsiteX3" fmla="*/ 43502 w 222007"/>
                <a:gd name="connsiteY3" fmla="*/ 89907 h 144650"/>
                <a:gd name="connsiteX4" fmla="*/ 50830 w 222007"/>
                <a:gd name="connsiteY4" fmla="*/ 89907 h 144650"/>
                <a:gd name="connsiteX5" fmla="*/ 61079 w 222007"/>
                <a:gd name="connsiteY5" fmla="*/ 86659 h 144650"/>
                <a:gd name="connsiteX6" fmla="*/ 61450 w 222007"/>
                <a:gd name="connsiteY6" fmla="*/ 86615 h 144650"/>
                <a:gd name="connsiteX7" fmla="*/ 73925 w 222007"/>
                <a:gd name="connsiteY7" fmla="*/ 86878 h 144650"/>
                <a:gd name="connsiteX8" fmla="*/ 74807 w 222007"/>
                <a:gd name="connsiteY8" fmla="*/ 87317 h 144650"/>
                <a:gd name="connsiteX9" fmla="*/ 78378 w 222007"/>
                <a:gd name="connsiteY9" fmla="*/ 91751 h 144650"/>
                <a:gd name="connsiteX10" fmla="*/ 93729 w 222007"/>
                <a:gd name="connsiteY10" fmla="*/ 97590 h 144650"/>
                <a:gd name="connsiteX11" fmla="*/ 111584 w 222007"/>
                <a:gd name="connsiteY11" fmla="*/ 108302 h 144650"/>
                <a:gd name="connsiteX12" fmla="*/ 117056 w 222007"/>
                <a:gd name="connsiteY12" fmla="*/ 108302 h 144650"/>
                <a:gd name="connsiteX13" fmla="*/ 118030 w 222007"/>
                <a:gd name="connsiteY13" fmla="*/ 108784 h 144650"/>
                <a:gd name="connsiteX14" fmla="*/ 123781 w 222007"/>
                <a:gd name="connsiteY14" fmla="*/ 116818 h 144650"/>
                <a:gd name="connsiteX15" fmla="*/ 135329 w 222007"/>
                <a:gd name="connsiteY15" fmla="*/ 116555 h 144650"/>
                <a:gd name="connsiteX16" fmla="*/ 136488 w 222007"/>
                <a:gd name="connsiteY16" fmla="*/ 117521 h 144650"/>
                <a:gd name="connsiteX17" fmla="*/ 138482 w 222007"/>
                <a:gd name="connsiteY17" fmla="*/ 133895 h 144650"/>
                <a:gd name="connsiteX18" fmla="*/ 140430 w 222007"/>
                <a:gd name="connsiteY18" fmla="*/ 135915 h 144650"/>
                <a:gd name="connsiteX19" fmla="*/ 143352 w 222007"/>
                <a:gd name="connsiteY19" fmla="*/ 138988 h 144650"/>
                <a:gd name="connsiteX20" fmla="*/ 150633 w 222007"/>
                <a:gd name="connsiteY20" fmla="*/ 138461 h 144650"/>
                <a:gd name="connsiteX21" fmla="*/ 151839 w 222007"/>
                <a:gd name="connsiteY21" fmla="*/ 139251 h 144650"/>
                <a:gd name="connsiteX22" fmla="*/ 153509 w 222007"/>
                <a:gd name="connsiteY22" fmla="*/ 144651 h 144650"/>
                <a:gd name="connsiteX23" fmla="*/ 166077 w 222007"/>
                <a:gd name="connsiteY23" fmla="*/ 139778 h 144650"/>
                <a:gd name="connsiteX24" fmla="*/ 168164 w 222007"/>
                <a:gd name="connsiteY24" fmla="*/ 134773 h 144650"/>
                <a:gd name="connsiteX25" fmla="*/ 165520 w 222007"/>
                <a:gd name="connsiteY25" fmla="*/ 133325 h 144650"/>
                <a:gd name="connsiteX26" fmla="*/ 164964 w 222007"/>
                <a:gd name="connsiteY26" fmla="*/ 132183 h 144650"/>
                <a:gd name="connsiteX27" fmla="*/ 165938 w 222007"/>
                <a:gd name="connsiteY27" fmla="*/ 131305 h 144650"/>
                <a:gd name="connsiteX28" fmla="*/ 181474 w 222007"/>
                <a:gd name="connsiteY28" fmla="*/ 129242 h 144650"/>
                <a:gd name="connsiteX29" fmla="*/ 181474 w 222007"/>
                <a:gd name="connsiteY29" fmla="*/ 126081 h 144650"/>
                <a:gd name="connsiteX30" fmla="*/ 182309 w 222007"/>
                <a:gd name="connsiteY30" fmla="*/ 125027 h 144650"/>
                <a:gd name="connsiteX31" fmla="*/ 188616 w 222007"/>
                <a:gd name="connsiteY31" fmla="*/ 123271 h 144650"/>
                <a:gd name="connsiteX32" fmla="*/ 191028 w 222007"/>
                <a:gd name="connsiteY32" fmla="*/ 113921 h 144650"/>
                <a:gd name="connsiteX33" fmla="*/ 190750 w 222007"/>
                <a:gd name="connsiteY33" fmla="*/ 110804 h 144650"/>
                <a:gd name="connsiteX34" fmla="*/ 191028 w 222007"/>
                <a:gd name="connsiteY34" fmla="*/ 109970 h 144650"/>
                <a:gd name="connsiteX35" fmla="*/ 194228 w 222007"/>
                <a:gd name="connsiteY35" fmla="*/ 106677 h 144650"/>
                <a:gd name="connsiteX36" fmla="*/ 195016 w 222007"/>
                <a:gd name="connsiteY36" fmla="*/ 106326 h 144650"/>
                <a:gd name="connsiteX37" fmla="*/ 204106 w 222007"/>
                <a:gd name="connsiteY37" fmla="*/ 105799 h 144650"/>
                <a:gd name="connsiteX38" fmla="*/ 204431 w 222007"/>
                <a:gd name="connsiteY38" fmla="*/ 104921 h 144650"/>
                <a:gd name="connsiteX39" fmla="*/ 199144 w 222007"/>
                <a:gd name="connsiteY39" fmla="*/ 104921 h 144650"/>
                <a:gd name="connsiteX40" fmla="*/ 199144 w 222007"/>
                <a:gd name="connsiteY40" fmla="*/ 100795 h 144650"/>
                <a:gd name="connsiteX41" fmla="*/ 205451 w 222007"/>
                <a:gd name="connsiteY41" fmla="*/ 102243 h 144650"/>
                <a:gd name="connsiteX42" fmla="*/ 206472 w 222007"/>
                <a:gd name="connsiteY42" fmla="*/ 99609 h 144650"/>
                <a:gd name="connsiteX43" fmla="*/ 207214 w 222007"/>
                <a:gd name="connsiteY43" fmla="*/ 98951 h 144650"/>
                <a:gd name="connsiteX44" fmla="*/ 208234 w 222007"/>
                <a:gd name="connsiteY44" fmla="*/ 99082 h 144650"/>
                <a:gd name="connsiteX45" fmla="*/ 216675 w 222007"/>
                <a:gd name="connsiteY45" fmla="*/ 104746 h 144650"/>
                <a:gd name="connsiteX46" fmla="*/ 220060 w 222007"/>
                <a:gd name="connsiteY46" fmla="*/ 103165 h 144650"/>
                <a:gd name="connsiteX47" fmla="*/ 220060 w 222007"/>
                <a:gd name="connsiteY47" fmla="*/ 96448 h 144650"/>
                <a:gd name="connsiteX48" fmla="*/ 220199 w 222007"/>
                <a:gd name="connsiteY48" fmla="*/ 95922 h 144650"/>
                <a:gd name="connsiteX49" fmla="*/ 222008 w 222007"/>
                <a:gd name="connsiteY49" fmla="*/ 92849 h 144650"/>
                <a:gd name="connsiteX50" fmla="*/ 216582 w 222007"/>
                <a:gd name="connsiteY50" fmla="*/ 91795 h 144650"/>
                <a:gd name="connsiteX51" fmla="*/ 201324 w 222007"/>
                <a:gd name="connsiteY51" fmla="*/ 86395 h 144650"/>
                <a:gd name="connsiteX52" fmla="*/ 201046 w 222007"/>
                <a:gd name="connsiteY52" fmla="*/ 86264 h 144650"/>
                <a:gd name="connsiteX53" fmla="*/ 162784 w 222007"/>
                <a:gd name="connsiteY53" fmla="*/ 60626 h 144650"/>
                <a:gd name="connsiteX54" fmla="*/ 155364 w 222007"/>
                <a:gd name="connsiteY54" fmla="*/ 53339 h 144650"/>
                <a:gd name="connsiteX55" fmla="*/ 155086 w 222007"/>
                <a:gd name="connsiteY55" fmla="*/ 52943 h 144650"/>
                <a:gd name="connsiteX56" fmla="*/ 152210 w 222007"/>
                <a:gd name="connsiteY56" fmla="*/ 44690 h 144650"/>
                <a:gd name="connsiteX57" fmla="*/ 149706 w 222007"/>
                <a:gd name="connsiteY57" fmla="*/ 40783 h 144650"/>
                <a:gd name="connsiteX58" fmla="*/ 149613 w 222007"/>
                <a:gd name="connsiteY58" fmla="*/ 40520 h 144650"/>
                <a:gd name="connsiteX59" fmla="*/ 147526 w 222007"/>
                <a:gd name="connsiteY59" fmla="*/ 33935 h 144650"/>
                <a:gd name="connsiteX60" fmla="*/ 143259 w 222007"/>
                <a:gd name="connsiteY60" fmla="*/ 29808 h 144650"/>
                <a:gd name="connsiteX61" fmla="*/ 128094 w 222007"/>
                <a:gd name="connsiteY61" fmla="*/ 29808 h 144650"/>
                <a:gd name="connsiteX62" fmla="*/ 125775 w 222007"/>
                <a:gd name="connsiteY62" fmla="*/ 30993 h 144650"/>
                <a:gd name="connsiteX63" fmla="*/ 124569 w 222007"/>
                <a:gd name="connsiteY63" fmla="*/ 30950 h 144650"/>
                <a:gd name="connsiteX64" fmla="*/ 118726 w 222007"/>
                <a:gd name="connsiteY64" fmla="*/ 27174 h 144650"/>
                <a:gd name="connsiteX65" fmla="*/ 118216 w 222007"/>
                <a:gd name="connsiteY65" fmla="*/ 26252 h 144650"/>
                <a:gd name="connsiteX66" fmla="*/ 118216 w 222007"/>
                <a:gd name="connsiteY66" fmla="*/ 20194 h 144650"/>
                <a:gd name="connsiteX67" fmla="*/ 119375 w 222007"/>
                <a:gd name="connsiteY67" fmla="*/ 19097 h 144650"/>
                <a:gd name="connsiteX68" fmla="*/ 119653 w 222007"/>
                <a:gd name="connsiteY68" fmla="*/ 19097 h 144650"/>
                <a:gd name="connsiteX69" fmla="*/ 115804 w 222007"/>
                <a:gd name="connsiteY69" fmla="*/ 14268 h 144650"/>
                <a:gd name="connsiteX70" fmla="*/ 115572 w 222007"/>
                <a:gd name="connsiteY70" fmla="*/ 13609 h 144650"/>
                <a:gd name="connsiteX71" fmla="*/ 115572 w 222007"/>
                <a:gd name="connsiteY71" fmla="*/ 8956 h 144650"/>
                <a:gd name="connsiteX72" fmla="*/ 108059 w 222007"/>
                <a:gd name="connsiteY72" fmla="*/ 8956 h 144650"/>
                <a:gd name="connsiteX73" fmla="*/ 107317 w 222007"/>
                <a:gd name="connsiteY73" fmla="*/ 8692 h 144650"/>
                <a:gd name="connsiteX74" fmla="*/ 96186 w 222007"/>
                <a:gd name="connsiteY74" fmla="*/ 0 h 144650"/>
                <a:gd name="connsiteX75" fmla="*/ 96186 w 222007"/>
                <a:gd name="connsiteY75" fmla="*/ 132 h 144650"/>
                <a:gd name="connsiteX76" fmla="*/ 95073 w 222007"/>
                <a:gd name="connsiteY76" fmla="*/ 1229 h 144650"/>
                <a:gd name="connsiteX77" fmla="*/ 90529 w 222007"/>
                <a:gd name="connsiteY77" fmla="*/ 1405 h 144650"/>
                <a:gd name="connsiteX78" fmla="*/ 95398 w 222007"/>
                <a:gd name="connsiteY78" fmla="*/ 7990 h 144650"/>
                <a:gd name="connsiteX79" fmla="*/ 95305 w 222007"/>
                <a:gd name="connsiteY79" fmla="*/ 9351 h 144650"/>
                <a:gd name="connsiteX80" fmla="*/ 93868 w 222007"/>
                <a:gd name="connsiteY80" fmla="*/ 9570 h 144650"/>
                <a:gd name="connsiteX81" fmla="*/ 86586 w 222007"/>
                <a:gd name="connsiteY81" fmla="*/ 5751 h 144650"/>
                <a:gd name="connsiteX82" fmla="*/ 84500 w 222007"/>
                <a:gd name="connsiteY82" fmla="*/ 10404 h 144650"/>
                <a:gd name="connsiteX83" fmla="*/ 83526 w 222007"/>
                <a:gd name="connsiteY83" fmla="*/ 11063 h 144650"/>
                <a:gd name="connsiteX84" fmla="*/ 80325 w 222007"/>
                <a:gd name="connsiteY84" fmla="*/ 11282 h 144650"/>
                <a:gd name="connsiteX85" fmla="*/ 79954 w 222007"/>
                <a:gd name="connsiteY85" fmla="*/ 13258 h 144650"/>
                <a:gd name="connsiteX86" fmla="*/ 81995 w 222007"/>
                <a:gd name="connsiteY86" fmla="*/ 19316 h 144650"/>
                <a:gd name="connsiteX87" fmla="*/ 73601 w 222007"/>
                <a:gd name="connsiteY87" fmla="*/ 19316 h 144650"/>
                <a:gd name="connsiteX88" fmla="*/ 71143 w 222007"/>
                <a:gd name="connsiteY88" fmla="*/ 18131 h 144650"/>
                <a:gd name="connsiteX89" fmla="*/ 71143 w 222007"/>
                <a:gd name="connsiteY89" fmla="*/ 23267 h 144650"/>
                <a:gd name="connsiteX90" fmla="*/ 74575 w 222007"/>
                <a:gd name="connsiteY90" fmla="*/ 28052 h 144650"/>
                <a:gd name="connsiteX91" fmla="*/ 74668 w 222007"/>
                <a:gd name="connsiteY91" fmla="*/ 29150 h 144650"/>
                <a:gd name="connsiteX92" fmla="*/ 73694 w 222007"/>
                <a:gd name="connsiteY92" fmla="*/ 29764 h 144650"/>
                <a:gd name="connsiteX93" fmla="*/ 45311 w 222007"/>
                <a:gd name="connsiteY93" fmla="*/ 31081 h 144650"/>
                <a:gd name="connsiteX94" fmla="*/ 44198 w 222007"/>
                <a:gd name="connsiteY94" fmla="*/ 30423 h 144650"/>
                <a:gd name="connsiteX95" fmla="*/ 39050 w 222007"/>
                <a:gd name="connsiteY95" fmla="*/ 19448 h 144650"/>
                <a:gd name="connsiteX96" fmla="*/ 26064 w 222007"/>
                <a:gd name="connsiteY96" fmla="*/ 7419 h 144650"/>
                <a:gd name="connsiteX97" fmla="*/ 6771 w 222007"/>
                <a:gd name="connsiteY97" fmla="*/ 12643 h 144650"/>
                <a:gd name="connsiteX98" fmla="*/ 0 w 222007"/>
                <a:gd name="connsiteY98" fmla="*/ 20589 h 144650"/>
                <a:gd name="connsiteX99" fmla="*/ 2922 w 222007"/>
                <a:gd name="connsiteY99" fmla="*/ 28403 h 144650"/>
                <a:gd name="connsiteX100" fmla="*/ 11316 w 222007"/>
                <a:gd name="connsiteY100" fmla="*/ 11677 h 144650"/>
                <a:gd name="connsiteX101" fmla="*/ 24070 w 222007"/>
                <a:gd name="connsiteY101" fmla="*/ 25111 h 144650"/>
                <a:gd name="connsiteX102" fmla="*/ 35108 w 222007"/>
                <a:gd name="connsiteY102" fmla="*/ 33627 h 144650"/>
                <a:gd name="connsiteX103" fmla="*/ 31629 w 222007"/>
                <a:gd name="connsiteY103" fmla="*/ 37008 h 144650"/>
                <a:gd name="connsiteX104" fmla="*/ 27548 w 222007"/>
                <a:gd name="connsiteY104" fmla="*/ 38588 h 144650"/>
                <a:gd name="connsiteX105" fmla="*/ 30748 w 222007"/>
                <a:gd name="connsiteY105" fmla="*/ 40783 h 144650"/>
                <a:gd name="connsiteX106" fmla="*/ 16835 w 222007"/>
                <a:gd name="connsiteY106" fmla="*/ 40783 h 144650"/>
                <a:gd name="connsiteX107" fmla="*/ 15954 w 222007"/>
                <a:gd name="connsiteY107" fmla="*/ 37008 h 144650"/>
                <a:gd name="connsiteX108" fmla="*/ 8719 w 222007"/>
                <a:gd name="connsiteY108" fmla="*/ 39115 h 144650"/>
                <a:gd name="connsiteX109" fmla="*/ 6678 w 222007"/>
                <a:gd name="connsiteY109" fmla="*/ 37008 h 144650"/>
                <a:gd name="connsiteX110" fmla="*/ 2922 w 222007"/>
                <a:gd name="connsiteY110" fmla="*/ 37008 h 144650"/>
                <a:gd name="connsiteX111" fmla="*/ 3200 w 222007"/>
                <a:gd name="connsiteY111" fmla="*/ 40783 h 144650"/>
                <a:gd name="connsiteX112" fmla="*/ 4081 w 222007"/>
                <a:gd name="connsiteY112" fmla="*/ 54787 h 144650"/>
                <a:gd name="connsiteX113" fmla="*/ 8719 w 222007"/>
                <a:gd name="connsiteY113" fmla="*/ 52856 h 144650"/>
                <a:gd name="connsiteX114" fmla="*/ 14238 w 222007"/>
                <a:gd name="connsiteY114" fmla="*/ 53383 h 144650"/>
                <a:gd name="connsiteX115" fmla="*/ 17994 w 222007"/>
                <a:gd name="connsiteY115" fmla="*/ 54743 h 144650"/>
                <a:gd name="connsiteX116" fmla="*/ 23189 w 222007"/>
                <a:gd name="connsiteY116" fmla="*/ 54743 h 144650"/>
                <a:gd name="connsiteX117" fmla="*/ 13635 w 222007"/>
                <a:gd name="connsiteY117" fmla="*/ 61855 h 144650"/>
                <a:gd name="connsiteX118" fmla="*/ 8719 w 222007"/>
                <a:gd name="connsiteY118" fmla="*/ 65148 h 144650"/>
                <a:gd name="connsiteX119" fmla="*/ 15073 w 222007"/>
                <a:gd name="connsiteY119" fmla="*/ 66509 h 144650"/>
                <a:gd name="connsiteX120" fmla="*/ 21751 w 222007"/>
                <a:gd name="connsiteY120" fmla="*/ 75025 h 144650"/>
                <a:gd name="connsiteX121" fmla="*/ 20870 w 222007"/>
                <a:gd name="connsiteY121" fmla="*/ 78318 h 144650"/>
                <a:gd name="connsiteX122" fmla="*/ 20684 w 222007"/>
                <a:gd name="connsiteY122" fmla="*/ 103516 h 144650"/>
                <a:gd name="connsiteX123" fmla="*/ 33716 w 222007"/>
                <a:gd name="connsiteY123" fmla="*/ 103077 h 144650"/>
                <a:gd name="connsiteX124" fmla="*/ 34180 w 222007"/>
                <a:gd name="connsiteY124" fmla="*/ 99082 h 144650"/>
                <a:gd name="connsiteX125" fmla="*/ 66691 w 222007"/>
                <a:gd name="connsiteY125" fmla="*/ 32837 h 144650"/>
                <a:gd name="connsiteX126" fmla="*/ 70447 w 222007"/>
                <a:gd name="connsiteY126" fmla="*/ 46007 h 144650"/>
                <a:gd name="connsiteX127" fmla="*/ 61172 w 222007"/>
                <a:gd name="connsiteY127" fmla="*/ 32837 h 144650"/>
                <a:gd name="connsiteX128" fmla="*/ 66691 w 222007"/>
                <a:gd name="connsiteY128" fmla="*/ 32837 h 14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222007" h="144650">
                  <a:moveTo>
                    <a:pt x="34226" y="99126"/>
                  </a:moveTo>
                  <a:cubicBezTo>
                    <a:pt x="34226" y="98907"/>
                    <a:pt x="34366" y="98687"/>
                    <a:pt x="34551" y="98512"/>
                  </a:cubicBezTo>
                  <a:lnTo>
                    <a:pt x="42667" y="90259"/>
                  </a:lnTo>
                  <a:cubicBezTo>
                    <a:pt x="42899" y="90039"/>
                    <a:pt x="43177" y="89907"/>
                    <a:pt x="43502" y="89907"/>
                  </a:cubicBezTo>
                  <a:lnTo>
                    <a:pt x="50830" y="89907"/>
                  </a:lnTo>
                  <a:lnTo>
                    <a:pt x="61079" y="86659"/>
                  </a:lnTo>
                  <a:cubicBezTo>
                    <a:pt x="61079" y="86659"/>
                    <a:pt x="61357" y="86571"/>
                    <a:pt x="61450" y="86615"/>
                  </a:cubicBezTo>
                  <a:lnTo>
                    <a:pt x="73925" y="86878"/>
                  </a:lnTo>
                  <a:cubicBezTo>
                    <a:pt x="74296" y="86878"/>
                    <a:pt x="74621" y="87054"/>
                    <a:pt x="74807" y="87317"/>
                  </a:cubicBezTo>
                  <a:lnTo>
                    <a:pt x="78378" y="91751"/>
                  </a:lnTo>
                  <a:lnTo>
                    <a:pt x="93729" y="97590"/>
                  </a:lnTo>
                  <a:cubicBezTo>
                    <a:pt x="106529" y="96053"/>
                    <a:pt x="110610" y="105360"/>
                    <a:pt x="111584" y="108302"/>
                  </a:cubicBezTo>
                  <a:lnTo>
                    <a:pt x="117056" y="108302"/>
                  </a:lnTo>
                  <a:cubicBezTo>
                    <a:pt x="117427" y="108302"/>
                    <a:pt x="117798" y="108477"/>
                    <a:pt x="118030" y="108784"/>
                  </a:cubicBezTo>
                  <a:lnTo>
                    <a:pt x="123781" y="116818"/>
                  </a:lnTo>
                  <a:lnTo>
                    <a:pt x="135329" y="116555"/>
                  </a:lnTo>
                  <a:cubicBezTo>
                    <a:pt x="135978" y="116511"/>
                    <a:pt x="136442" y="116950"/>
                    <a:pt x="136488" y="117521"/>
                  </a:cubicBezTo>
                  <a:lnTo>
                    <a:pt x="138482" y="133895"/>
                  </a:lnTo>
                  <a:lnTo>
                    <a:pt x="140430" y="135915"/>
                  </a:lnTo>
                  <a:lnTo>
                    <a:pt x="143352" y="138988"/>
                  </a:lnTo>
                  <a:lnTo>
                    <a:pt x="150633" y="138461"/>
                  </a:lnTo>
                  <a:cubicBezTo>
                    <a:pt x="151190" y="138373"/>
                    <a:pt x="151700" y="138768"/>
                    <a:pt x="151839" y="139251"/>
                  </a:cubicBezTo>
                  <a:lnTo>
                    <a:pt x="153509" y="144651"/>
                  </a:lnTo>
                  <a:lnTo>
                    <a:pt x="166077" y="139778"/>
                  </a:lnTo>
                  <a:lnTo>
                    <a:pt x="168164" y="134773"/>
                  </a:lnTo>
                  <a:lnTo>
                    <a:pt x="165520" y="133325"/>
                  </a:lnTo>
                  <a:cubicBezTo>
                    <a:pt x="165103" y="133105"/>
                    <a:pt x="164871" y="132622"/>
                    <a:pt x="164964" y="132183"/>
                  </a:cubicBezTo>
                  <a:cubicBezTo>
                    <a:pt x="165057" y="131744"/>
                    <a:pt x="165428" y="131393"/>
                    <a:pt x="165938" y="131305"/>
                  </a:cubicBezTo>
                  <a:lnTo>
                    <a:pt x="181474" y="129242"/>
                  </a:lnTo>
                  <a:lnTo>
                    <a:pt x="181474" y="126081"/>
                  </a:lnTo>
                  <a:cubicBezTo>
                    <a:pt x="181474" y="125598"/>
                    <a:pt x="181799" y="125159"/>
                    <a:pt x="182309" y="125027"/>
                  </a:cubicBezTo>
                  <a:lnTo>
                    <a:pt x="188616" y="123271"/>
                  </a:lnTo>
                  <a:lnTo>
                    <a:pt x="191028" y="113921"/>
                  </a:lnTo>
                  <a:lnTo>
                    <a:pt x="190750" y="110804"/>
                  </a:lnTo>
                  <a:cubicBezTo>
                    <a:pt x="190750" y="110497"/>
                    <a:pt x="190843" y="110189"/>
                    <a:pt x="191028" y="109970"/>
                  </a:cubicBezTo>
                  <a:lnTo>
                    <a:pt x="194228" y="106677"/>
                  </a:lnTo>
                  <a:cubicBezTo>
                    <a:pt x="194228" y="106677"/>
                    <a:pt x="194738" y="106326"/>
                    <a:pt x="195016" y="106326"/>
                  </a:cubicBezTo>
                  <a:lnTo>
                    <a:pt x="204106" y="105799"/>
                  </a:lnTo>
                  <a:lnTo>
                    <a:pt x="204431" y="104921"/>
                  </a:lnTo>
                  <a:lnTo>
                    <a:pt x="199144" y="104921"/>
                  </a:lnTo>
                  <a:lnTo>
                    <a:pt x="199144" y="100795"/>
                  </a:lnTo>
                  <a:lnTo>
                    <a:pt x="205451" y="102243"/>
                  </a:lnTo>
                  <a:lnTo>
                    <a:pt x="206472" y="99609"/>
                  </a:lnTo>
                  <a:cubicBezTo>
                    <a:pt x="206611" y="99302"/>
                    <a:pt x="206889" y="99039"/>
                    <a:pt x="207214" y="98951"/>
                  </a:cubicBezTo>
                  <a:cubicBezTo>
                    <a:pt x="207538" y="98863"/>
                    <a:pt x="207956" y="98907"/>
                    <a:pt x="208234" y="99082"/>
                  </a:cubicBezTo>
                  <a:lnTo>
                    <a:pt x="216675" y="104746"/>
                  </a:lnTo>
                  <a:lnTo>
                    <a:pt x="220060" y="103165"/>
                  </a:lnTo>
                  <a:lnTo>
                    <a:pt x="220060" y="96448"/>
                  </a:lnTo>
                  <a:cubicBezTo>
                    <a:pt x="220060" y="96448"/>
                    <a:pt x="220107" y="96097"/>
                    <a:pt x="220199" y="95922"/>
                  </a:cubicBezTo>
                  <a:lnTo>
                    <a:pt x="222008" y="92849"/>
                  </a:lnTo>
                  <a:lnTo>
                    <a:pt x="216582" y="91795"/>
                  </a:lnTo>
                  <a:lnTo>
                    <a:pt x="201324" y="86395"/>
                  </a:lnTo>
                  <a:cubicBezTo>
                    <a:pt x="201324" y="86395"/>
                    <a:pt x="201138" y="86308"/>
                    <a:pt x="201046" y="86264"/>
                  </a:cubicBezTo>
                  <a:lnTo>
                    <a:pt x="162784" y="60626"/>
                  </a:lnTo>
                  <a:lnTo>
                    <a:pt x="155364" y="53339"/>
                  </a:lnTo>
                  <a:cubicBezTo>
                    <a:pt x="155364" y="53339"/>
                    <a:pt x="155178" y="53075"/>
                    <a:pt x="155086" y="52943"/>
                  </a:cubicBezTo>
                  <a:lnTo>
                    <a:pt x="152210" y="44690"/>
                  </a:lnTo>
                  <a:lnTo>
                    <a:pt x="149706" y="40783"/>
                  </a:lnTo>
                  <a:cubicBezTo>
                    <a:pt x="149706" y="40783"/>
                    <a:pt x="149613" y="40608"/>
                    <a:pt x="149613" y="40520"/>
                  </a:cubicBezTo>
                  <a:lnTo>
                    <a:pt x="147526" y="33935"/>
                  </a:lnTo>
                  <a:lnTo>
                    <a:pt x="143259" y="29808"/>
                  </a:lnTo>
                  <a:lnTo>
                    <a:pt x="128094" y="29808"/>
                  </a:lnTo>
                  <a:lnTo>
                    <a:pt x="125775" y="30993"/>
                  </a:lnTo>
                  <a:cubicBezTo>
                    <a:pt x="125404" y="31169"/>
                    <a:pt x="124940" y="31169"/>
                    <a:pt x="124569" y="30950"/>
                  </a:cubicBezTo>
                  <a:lnTo>
                    <a:pt x="118726" y="27174"/>
                  </a:lnTo>
                  <a:cubicBezTo>
                    <a:pt x="118401" y="26955"/>
                    <a:pt x="118216" y="26647"/>
                    <a:pt x="118216" y="26252"/>
                  </a:cubicBezTo>
                  <a:lnTo>
                    <a:pt x="118216" y="20194"/>
                  </a:lnTo>
                  <a:cubicBezTo>
                    <a:pt x="118216" y="19580"/>
                    <a:pt x="118726" y="19097"/>
                    <a:pt x="119375" y="19097"/>
                  </a:cubicBezTo>
                  <a:lnTo>
                    <a:pt x="119653" y="19097"/>
                  </a:lnTo>
                  <a:lnTo>
                    <a:pt x="115804" y="14268"/>
                  </a:lnTo>
                  <a:cubicBezTo>
                    <a:pt x="115804" y="14268"/>
                    <a:pt x="115572" y="13828"/>
                    <a:pt x="115572" y="13609"/>
                  </a:cubicBezTo>
                  <a:lnTo>
                    <a:pt x="115572" y="8956"/>
                  </a:lnTo>
                  <a:lnTo>
                    <a:pt x="108059" y="8956"/>
                  </a:lnTo>
                  <a:cubicBezTo>
                    <a:pt x="107781" y="8956"/>
                    <a:pt x="107549" y="8868"/>
                    <a:pt x="107317" y="8692"/>
                  </a:cubicBezTo>
                  <a:lnTo>
                    <a:pt x="96186" y="0"/>
                  </a:lnTo>
                  <a:lnTo>
                    <a:pt x="96186" y="132"/>
                  </a:lnTo>
                  <a:cubicBezTo>
                    <a:pt x="96186" y="702"/>
                    <a:pt x="95676" y="1185"/>
                    <a:pt x="95073" y="1229"/>
                  </a:cubicBezTo>
                  <a:lnTo>
                    <a:pt x="90529" y="1405"/>
                  </a:lnTo>
                  <a:lnTo>
                    <a:pt x="95398" y="7990"/>
                  </a:lnTo>
                  <a:cubicBezTo>
                    <a:pt x="95723" y="8429"/>
                    <a:pt x="95676" y="8956"/>
                    <a:pt x="95305" y="9351"/>
                  </a:cubicBezTo>
                  <a:cubicBezTo>
                    <a:pt x="94934" y="9746"/>
                    <a:pt x="94378" y="9834"/>
                    <a:pt x="93868" y="9570"/>
                  </a:cubicBezTo>
                  <a:lnTo>
                    <a:pt x="86586" y="5751"/>
                  </a:lnTo>
                  <a:lnTo>
                    <a:pt x="84500" y="10404"/>
                  </a:lnTo>
                  <a:cubicBezTo>
                    <a:pt x="84314" y="10800"/>
                    <a:pt x="83943" y="11019"/>
                    <a:pt x="83526" y="11063"/>
                  </a:cubicBezTo>
                  <a:lnTo>
                    <a:pt x="80325" y="11282"/>
                  </a:lnTo>
                  <a:cubicBezTo>
                    <a:pt x="80279" y="12380"/>
                    <a:pt x="79954" y="13258"/>
                    <a:pt x="79954" y="13258"/>
                  </a:cubicBezTo>
                  <a:cubicBezTo>
                    <a:pt x="79954" y="13258"/>
                    <a:pt x="84870" y="16814"/>
                    <a:pt x="81995" y="19316"/>
                  </a:cubicBezTo>
                  <a:cubicBezTo>
                    <a:pt x="79120" y="21818"/>
                    <a:pt x="73601" y="26428"/>
                    <a:pt x="73601" y="19316"/>
                  </a:cubicBezTo>
                  <a:cubicBezTo>
                    <a:pt x="73601" y="19316"/>
                    <a:pt x="72209" y="18921"/>
                    <a:pt x="71143" y="18131"/>
                  </a:cubicBezTo>
                  <a:lnTo>
                    <a:pt x="71143" y="23267"/>
                  </a:lnTo>
                  <a:lnTo>
                    <a:pt x="74575" y="28052"/>
                  </a:lnTo>
                  <a:cubicBezTo>
                    <a:pt x="74807" y="28360"/>
                    <a:pt x="74853" y="28798"/>
                    <a:pt x="74668" y="29150"/>
                  </a:cubicBezTo>
                  <a:cubicBezTo>
                    <a:pt x="74482" y="29501"/>
                    <a:pt x="74111" y="29720"/>
                    <a:pt x="73694" y="29764"/>
                  </a:cubicBezTo>
                  <a:lnTo>
                    <a:pt x="45311" y="31081"/>
                  </a:lnTo>
                  <a:cubicBezTo>
                    <a:pt x="44847" y="31125"/>
                    <a:pt x="44383" y="30862"/>
                    <a:pt x="44198" y="30423"/>
                  </a:cubicBezTo>
                  <a:lnTo>
                    <a:pt x="39050" y="19448"/>
                  </a:lnTo>
                  <a:lnTo>
                    <a:pt x="26064" y="7419"/>
                  </a:lnTo>
                  <a:lnTo>
                    <a:pt x="6771" y="12643"/>
                  </a:lnTo>
                  <a:lnTo>
                    <a:pt x="0" y="20589"/>
                  </a:lnTo>
                  <a:cubicBezTo>
                    <a:pt x="603" y="22960"/>
                    <a:pt x="1531" y="25594"/>
                    <a:pt x="2922" y="28403"/>
                  </a:cubicBezTo>
                  <a:cubicBezTo>
                    <a:pt x="2922" y="28403"/>
                    <a:pt x="2644" y="12775"/>
                    <a:pt x="11316" y="11677"/>
                  </a:cubicBezTo>
                  <a:cubicBezTo>
                    <a:pt x="19989" y="10580"/>
                    <a:pt x="24070" y="25111"/>
                    <a:pt x="24070" y="25111"/>
                  </a:cubicBezTo>
                  <a:lnTo>
                    <a:pt x="35108" y="33627"/>
                  </a:lnTo>
                  <a:lnTo>
                    <a:pt x="31629" y="37008"/>
                  </a:lnTo>
                  <a:lnTo>
                    <a:pt x="27548" y="38588"/>
                  </a:lnTo>
                  <a:lnTo>
                    <a:pt x="30748" y="40783"/>
                  </a:lnTo>
                  <a:lnTo>
                    <a:pt x="16835" y="40783"/>
                  </a:lnTo>
                  <a:lnTo>
                    <a:pt x="15954" y="37008"/>
                  </a:lnTo>
                  <a:lnTo>
                    <a:pt x="8719" y="39115"/>
                  </a:lnTo>
                  <a:lnTo>
                    <a:pt x="6678" y="37008"/>
                  </a:lnTo>
                  <a:lnTo>
                    <a:pt x="2922" y="37008"/>
                  </a:lnTo>
                  <a:lnTo>
                    <a:pt x="3200" y="40783"/>
                  </a:lnTo>
                  <a:lnTo>
                    <a:pt x="4081" y="54787"/>
                  </a:lnTo>
                  <a:lnTo>
                    <a:pt x="8719" y="52856"/>
                  </a:lnTo>
                  <a:lnTo>
                    <a:pt x="14238" y="53383"/>
                  </a:lnTo>
                  <a:lnTo>
                    <a:pt x="17994" y="54743"/>
                  </a:lnTo>
                  <a:lnTo>
                    <a:pt x="23189" y="54743"/>
                  </a:lnTo>
                  <a:cubicBezTo>
                    <a:pt x="23189" y="54743"/>
                    <a:pt x="13635" y="54480"/>
                    <a:pt x="13635" y="61855"/>
                  </a:cubicBezTo>
                  <a:cubicBezTo>
                    <a:pt x="13635" y="61855"/>
                    <a:pt x="7838" y="62953"/>
                    <a:pt x="8719" y="65148"/>
                  </a:cubicBezTo>
                  <a:cubicBezTo>
                    <a:pt x="9600" y="67343"/>
                    <a:pt x="15073" y="66509"/>
                    <a:pt x="15073" y="66509"/>
                  </a:cubicBezTo>
                  <a:lnTo>
                    <a:pt x="21751" y="75025"/>
                  </a:lnTo>
                  <a:lnTo>
                    <a:pt x="20870" y="78318"/>
                  </a:lnTo>
                  <a:cubicBezTo>
                    <a:pt x="20870" y="78318"/>
                    <a:pt x="17299" y="94297"/>
                    <a:pt x="20684" y="103516"/>
                  </a:cubicBezTo>
                  <a:lnTo>
                    <a:pt x="33716" y="103077"/>
                  </a:lnTo>
                  <a:lnTo>
                    <a:pt x="34180" y="99082"/>
                  </a:lnTo>
                  <a:close/>
                  <a:moveTo>
                    <a:pt x="66691" y="32837"/>
                  </a:moveTo>
                  <a:lnTo>
                    <a:pt x="70447" y="46007"/>
                  </a:lnTo>
                  <a:lnTo>
                    <a:pt x="61172" y="32837"/>
                  </a:lnTo>
                  <a:lnTo>
                    <a:pt x="66691" y="3283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8" name="Freeform: Shape 2087">
              <a:extLst>
                <a:ext uri="{FF2B5EF4-FFF2-40B4-BE49-F238E27FC236}">
                  <a16:creationId xmlns:a16="http://schemas.microsoft.com/office/drawing/2014/main" id="{8FCC8D59-C579-AE9B-DB9F-1F4ECCCB977E}"/>
                </a:ext>
              </a:extLst>
            </p:cNvPr>
            <p:cNvSpPr>
              <a:spLocks/>
            </p:cNvSpPr>
            <p:nvPr/>
          </p:nvSpPr>
          <p:spPr>
            <a:xfrm>
              <a:off x="7853380" y="3392835"/>
              <a:ext cx="133186" cy="58974"/>
            </a:xfrm>
            <a:custGeom>
              <a:avLst/>
              <a:gdLst>
                <a:gd name="connsiteX0" fmla="*/ 6354 w 89229"/>
                <a:gd name="connsiteY0" fmla="*/ 30906 h 39510"/>
                <a:gd name="connsiteX1" fmla="*/ 7003 w 89229"/>
                <a:gd name="connsiteY1" fmla="*/ 31871 h 39510"/>
                <a:gd name="connsiteX2" fmla="*/ 7003 w 89229"/>
                <a:gd name="connsiteY2" fmla="*/ 39510 h 39510"/>
                <a:gd name="connsiteX3" fmla="*/ 27038 w 89229"/>
                <a:gd name="connsiteY3" fmla="*/ 38457 h 39510"/>
                <a:gd name="connsiteX4" fmla="*/ 32464 w 89229"/>
                <a:gd name="connsiteY4" fmla="*/ 36481 h 39510"/>
                <a:gd name="connsiteX5" fmla="*/ 33995 w 89229"/>
                <a:gd name="connsiteY5" fmla="*/ 32793 h 39510"/>
                <a:gd name="connsiteX6" fmla="*/ 34273 w 89229"/>
                <a:gd name="connsiteY6" fmla="*/ 32442 h 39510"/>
                <a:gd name="connsiteX7" fmla="*/ 40627 w 89229"/>
                <a:gd name="connsiteY7" fmla="*/ 26384 h 39510"/>
                <a:gd name="connsiteX8" fmla="*/ 41090 w 89229"/>
                <a:gd name="connsiteY8" fmla="*/ 26121 h 39510"/>
                <a:gd name="connsiteX9" fmla="*/ 53334 w 89229"/>
                <a:gd name="connsiteY9" fmla="*/ 22345 h 39510"/>
                <a:gd name="connsiteX10" fmla="*/ 60105 w 89229"/>
                <a:gd name="connsiteY10" fmla="*/ 16726 h 39510"/>
                <a:gd name="connsiteX11" fmla="*/ 60847 w 89229"/>
                <a:gd name="connsiteY11" fmla="*/ 16463 h 39510"/>
                <a:gd name="connsiteX12" fmla="*/ 72998 w 89229"/>
                <a:gd name="connsiteY12" fmla="*/ 16463 h 39510"/>
                <a:gd name="connsiteX13" fmla="*/ 73694 w 89229"/>
                <a:gd name="connsiteY13" fmla="*/ 16682 h 39510"/>
                <a:gd name="connsiteX14" fmla="*/ 85566 w 89229"/>
                <a:gd name="connsiteY14" fmla="*/ 24804 h 39510"/>
                <a:gd name="connsiteX15" fmla="*/ 89230 w 89229"/>
                <a:gd name="connsiteY15" fmla="*/ 22960 h 39510"/>
                <a:gd name="connsiteX16" fmla="*/ 89230 w 89229"/>
                <a:gd name="connsiteY16" fmla="*/ 18175 h 39510"/>
                <a:gd name="connsiteX17" fmla="*/ 81346 w 89229"/>
                <a:gd name="connsiteY17" fmla="*/ 13521 h 39510"/>
                <a:gd name="connsiteX18" fmla="*/ 75317 w 89229"/>
                <a:gd name="connsiteY18" fmla="*/ 13521 h 39510"/>
                <a:gd name="connsiteX19" fmla="*/ 74157 w 89229"/>
                <a:gd name="connsiteY19" fmla="*/ 12424 h 39510"/>
                <a:gd name="connsiteX20" fmla="*/ 74157 w 89229"/>
                <a:gd name="connsiteY20" fmla="*/ 5795 h 39510"/>
                <a:gd name="connsiteX21" fmla="*/ 70586 w 89229"/>
                <a:gd name="connsiteY21" fmla="*/ 0 h 39510"/>
                <a:gd name="connsiteX22" fmla="*/ 66876 w 89229"/>
                <a:gd name="connsiteY22" fmla="*/ 0 h 39510"/>
                <a:gd name="connsiteX23" fmla="*/ 57276 w 89229"/>
                <a:gd name="connsiteY23" fmla="*/ 4566 h 39510"/>
                <a:gd name="connsiteX24" fmla="*/ 56163 w 89229"/>
                <a:gd name="connsiteY24" fmla="*/ 4566 h 39510"/>
                <a:gd name="connsiteX25" fmla="*/ 48325 w 89229"/>
                <a:gd name="connsiteY25" fmla="*/ 44 h 39510"/>
                <a:gd name="connsiteX26" fmla="*/ 45171 w 89229"/>
                <a:gd name="connsiteY26" fmla="*/ 44 h 39510"/>
                <a:gd name="connsiteX27" fmla="*/ 43966 w 89229"/>
                <a:gd name="connsiteY27" fmla="*/ 4171 h 39510"/>
                <a:gd name="connsiteX28" fmla="*/ 43548 w 89229"/>
                <a:gd name="connsiteY28" fmla="*/ 4741 h 39510"/>
                <a:gd name="connsiteX29" fmla="*/ 36592 w 89229"/>
                <a:gd name="connsiteY29" fmla="*/ 9658 h 39510"/>
                <a:gd name="connsiteX30" fmla="*/ 36221 w 89229"/>
                <a:gd name="connsiteY30" fmla="*/ 9834 h 39510"/>
                <a:gd name="connsiteX31" fmla="*/ 26296 w 89229"/>
                <a:gd name="connsiteY31" fmla="*/ 12512 h 39510"/>
                <a:gd name="connsiteX32" fmla="*/ 18968 w 89229"/>
                <a:gd name="connsiteY32" fmla="*/ 18394 h 39510"/>
                <a:gd name="connsiteX33" fmla="*/ 16557 w 89229"/>
                <a:gd name="connsiteY33" fmla="*/ 20589 h 39510"/>
                <a:gd name="connsiteX34" fmla="*/ 15861 w 89229"/>
                <a:gd name="connsiteY34" fmla="*/ 26077 h 39510"/>
                <a:gd name="connsiteX35" fmla="*/ 14702 w 89229"/>
                <a:gd name="connsiteY35" fmla="*/ 27042 h 39510"/>
                <a:gd name="connsiteX36" fmla="*/ 0 w 89229"/>
                <a:gd name="connsiteY36" fmla="*/ 27042 h 39510"/>
                <a:gd name="connsiteX37" fmla="*/ 278 w 89229"/>
                <a:gd name="connsiteY37" fmla="*/ 28052 h 39510"/>
                <a:gd name="connsiteX38" fmla="*/ 6215 w 89229"/>
                <a:gd name="connsiteY38" fmla="*/ 30862 h 39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9229" h="39510">
                  <a:moveTo>
                    <a:pt x="6354" y="30906"/>
                  </a:moveTo>
                  <a:cubicBezTo>
                    <a:pt x="6725" y="31081"/>
                    <a:pt x="7003" y="31476"/>
                    <a:pt x="7003" y="31871"/>
                  </a:cubicBezTo>
                  <a:lnTo>
                    <a:pt x="7003" y="39510"/>
                  </a:lnTo>
                  <a:lnTo>
                    <a:pt x="27038" y="38457"/>
                  </a:lnTo>
                  <a:lnTo>
                    <a:pt x="32464" y="36481"/>
                  </a:lnTo>
                  <a:lnTo>
                    <a:pt x="33995" y="32793"/>
                  </a:lnTo>
                  <a:cubicBezTo>
                    <a:pt x="33995" y="32793"/>
                    <a:pt x="34134" y="32530"/>
                    <a:pt x="34273" y="32442"/>
                  </a:cubicBezTo>
                  <a:lnTo>
                    <a:pt x="40627" y="26384"/>
                  </a:lnTo>
                  <a:cubicBezTo>
                    <a:pt x="40627" y="26384"/>
                    <a:pt x="40905" y="26165"/>
                    <a:pt x="41090" y="26121"/>
                  </a:cubicBezTo>
                  <a:lnTo>
                    <a:pt x="53334" y="22345"/>
                  </a:lnTo>
                  <a:lnTo>
                    <a:pt x="60105" y="16726"/>
                  </a:lnTo>
                  <a:cubicBezTo>
                    <a:pt x="60105" y="16726"/>
                    <a:pt x="60569" y="16463"/>
                    <a:pt x="60847" y="16463"/>
                  </a:cubicBezTo>
                  <a:lnTo>
                    <a:pt x="72998" y="16463"/>
                  </a:lnTo>
                  <a:cubicBezTo>
                    <a:pt x="73230" y="16463"/>
                    <a:pt x="73462" y="16550"/>
                    <a:pt x="73694" y="16682"/>
                  </a:cubicBezTo>
                  <a:lnTo>
                    <a:pt x="85566" y="24804"/>
                  </a:lnTo>
                  <a:lnTo>
                    <a:pt x="89230" y="22960"/>
                  </a:lnTo>
                  <a:lnTo>
                    <a:pt x="89230" y="18175"/>
                  </a:lnTo>
                  <a:lnTo>
                    <a:pt x="81346" y="13521"/>
                  </a:lnTo>
                  <a:lnTo>
                    <a:pt x="75317" y="13521"/>
                  </a:lnTo>
                  <a:cubicBezTo>
                    <a:pt x="74668" y="13521"/>
                    <a:pt x="74157" y="13038"/>
                    <a:pt x="74157" y="12424"/>
                  </a:cubicBezTo>
                  <a:lnTo>
                    <a:pt x="74157" y="5795"/>
                  </a:lnTo>
                  <a:lnTo>
                    <a:pt x="70586" y="0"/>
                  </a:lnTo>
                  <a:lnTo>
                    <a:pt x="66876" y="0"/>
                  </a:lnTo>
                  <a:lnTo>
                    <a:pt x="57276" y="4566"/>
                  </a:lnTo>
                  <a:cubicBezTo>
                    <a:pt x="56905" y="4741"/>
                    <a:pt x="56487" y="4741"/>
                    <a:pt x="56163" y="4566"/>
                  </a:cubicBezTo>
                  <a:lnTo>
                    <a:pt x="48325" y="44"/>
                  </a:lnTo>
                  <a:lnTo>
                    <a:pt x="45171" y="44"/>
                  </a:lnTo>
                  <a:lnTo>
                    <a:pt x="43966" y="4171"/>
                  </a:lnTo>
                  <a:cubicBezTo>
                    <a:pt x="43919" y="4390"/>
                    <a:pt x="43734" y="4610"/>
                    <a:pt x="43548" y="4741"/>
                  </a:cubicBezTo>
                  <a:lnTo>
                    <a:pt x="36592" y="9658"/>
                  </a:lnTo>
                  <a:cubicBezTo>
                    <a:pt x="36592" y="9658"/>
                    <a:pt x="36360" y="9790"/>
                    <a:pt x="36221" y="9834"/>
                  </a:cubicBezTo>
                  <a:lnTo>
                    <a:pt x="26296" y="12512"/>
                  </a:lnTo>
                  <a:lnTo>
                    <a:pt x="18968" y="18394"/>
                  </a:lnTo>
                  <a:lnTo>
                    <a:pt x="16557" y="20589"/>
                  </a:lnTo>
                  <a:lnTo>
                    <a:pt x="15861" y="26077"/>
                  </a:lnTo>
                  <a:cubicBezTo>
                    <a:pt x="15815" y="26647"/>
                    <a:pt x="15304" y="27042"/>
                    <a:pt x="14702" y="27042"/>
                  </a:cubicBezTo>
                  <a:lnTo>
                    <a:pt x="0" y="27042"/>
                  </a:lnTo>
                  <a:lnTo>
                    <a:pt x="278" y="28052"/>
                  </a:lnTo>
                  <a:lnTo>
                    <a:pt x="6215" y="3086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0DBA74CE-63D3-BAFA-20A7-D6191899EB06}"/>
                </a:ext>
              </a:extLst>
            </p:cNvPr>
            <p:cNvSpPr>
              <a:spLocks/>
            </p:cNvSpPr>
            <p:nvPr/>
          </p:nvSpPr>
          <p:spPr>
            <a:xfrm>
              <a:off x="7767265" y="3420487"/>
              <a:ext cx="211547" cy="151562"/>
            </a:xfrm>
            <a:custGeom>
              <a:avLst/>
              <a:gdLst>
                <a:gd name="connsiteX0" fmla="*/ 93 w 141728"/>
                <a:gd name="connsiteY0" fmla="*/ 17780 h 101540"/>
                <a:gd name="connsiteX1" fmla="*/ 3942 w 141728"/>
                <a:gd name="connsiteY1" fmla="*/ 20721 h 101540"/>
                <a:gd name="connsiteX2" fmla="*/ 4267 w 141728"/>
                <a:gd name="connsiteY2" fmla="*/ 22038 h 101540"/>
                <a:gd name="connsiteX3" fmla="*/ 1438 w 141728"/>
                <a:gd name="connsiteY3" fmla="*/ 27877 h 101540"/>
                <a:gd name="connsiteX4" fmla="*/ 8348 w 141728"/>
                <a:gd name="connsiteY4" fmla="*/ 29018 h 101540"/>
                <a:gd name="connsiteX5" fmla="*/ 8394 w 141728"/>
                <a:gd name="connsiteY5" fmla="*/ 29018 h 101540"/>
                <a:gd name="connsiteX6" fmla="*/ 8719 w 141728"/>
                <a:gd name="connsiteY6" fmla="*/ 29194 h 101540"/>
                <a:gd name="connsiteX7" fmla="*/ 8997 w 141728"/>
                <a:gd name="connsiteY7" fmla="*/ 29325 h 101540"/>
                <a:gd name="connsiteX8" fmla="*/ 10991 w 141728"/>
                <a:gd name="connsiteY8" fmla="*/ 31432 h 101540"/>
                <a:gd name="connsiteX9" fmla="*/ 16278 w 141728"/>
                <a:gd name="connsiteY9" fmla="*/ 28798 h 101540"/>
                <a:gd name="connsiteX10" fmla="*/ 17252 w 141728"/>
                <a:gd name="connsiteY10" fmla="*/ 28798 h 101540"/>
                <a:gd name="connsiteX11" fmla="*/ 17902 w 141728"/>
                <a:gd name="connsiteY11" fmla="*/ 29501 h 101540"/>
                <a:gd name="connsiteX12" fmla="*/ 19757 w 141728"/>
                <a:gd name="connsiteY12" fmla="*/ 35076 h 101540"/>
                <a:gd name="connsiteX13" fmla="*/ 23931 w 141728"/>
                <a:gd name="connsiteY13" fmla="*/ 36876 h 101540"/>
                <a:gd name="connsiteX14" fmla="*/ 25832 w 141728"/>
                <a:gd name="connsiteY14" fmla="*/ 31959 h 101540"/>
                <a:gd name="connsiteX15" fmla="*/ 26806 w 141728"/>
                <a:gd name="connsiteY15" fmla="*/ 31257 h 101540"/>
                <a:gd name="connsiteX16" fmla="*/ 27919 w 141728"/>
                <a:gd name="connsiteY16" fmla="*/ 31784 h 101540"/>
                <a:gd name="connsiteX17" fmla="*/ 31397 w 141728"/>
                <a:gd name="connsiteY17" fmla="*/ 37271 h 101540"/>
                <a:gd name="connsiteX18" fmla="*/ 37658 w 141728"/>
                <a:gd name="connsiteY18" fmla="*/ 33715 h 101540"/>
                <a:gd name="connsiteX19" fmla="*/ 55328 w 141728"/>
                <a:gd name="connsiteY19" fmla="*/ 32618 h 101540"/>
                <a:gd name="connsiteX20" fmla="*/ 62285 w 141728"/>
                <a:gd name="connsiteY20" fmla="*/ 30686 h 101540"/>
                <a:gd name="connsiteX21" fmla="*/ 79676 w 141728"/>
                <a:gd name="connsiteY21" fmla="*/ 24101 h 101540"/>
                <a:gd name="connsiteX22" fmla="*/ 88349 w 141728"/>
                <a:gd name="connsiteY22" fmla="*/ 23267 h 101540"/>
                <a:gd name="connsiteX23" fmla="*/ 92384 w 141728"/>
                <a:gd name="connsiteY23" fmla="*/ 21072 h 101540"/>
                <a:gd name="connsiteX24" fmla="*/ 99619 w 141728"/>
                <a:gd name="connsiteY24" fmla="*/ 19711 h 101540"/>
                <a:gd name="connsiteX25" fmla="*/ 103097 w 141728"/>
                <a:gd name="connsiteY25" fmla="*/ 11765 h 101540"/>
                <a:gd name="connsiteX26" fmla="*/ 110935 w 141728"/>
                <a:gd name="connsiteY26" fmla="*/ 9570 h 101540"/>
                <a:gd name="connsiteX27" fmla="*/ 116453 w 141728"/>
                <a:gd name="connsiteY27" fmla="*/ 5180 h 101540"/>
                <a:gd name="connsiteX28" fmla="*/ 121972 w 141728"/>
                <a:gd name="connsiteY28" fmla="*/ 5180 h 101540"/>
                <a:gd name="connsiteX29" fmla="*/ 121972 w 141728"/>
                <a:gd name="connsiteY29" fmla="*/ 7375 h 101540"/>
                <a:gd name="connsiteX30" fmla="*/ 117056 w 141728"/>
                <a:gd name="connsiteY30" fmla="*/ 7375 h 101540"/>
                <a:gd name="connsiteX31" fmla="*/ 112697 w 141728"/>
                <a:gd name="connsiteY31" fmla="*/ 11502 h 101540"/>
                <a:gd name="connsiteX32" fmla="*/ 106621 w 141728"/>
                <a:gd name="connsiteY32" fmla="*/ 13170 h 101540"/>
                <a:gd name="connsiteX33" fmla="*/ 104024 w 141728"/>
                <a:gd name="connsiteY33" fmla="*/ 18087 h 101540"/>
                <a:gd name="connsiteX34" fmla="*/ 100824 w 141728"/>
                <a:gd name="connsiteY34" fmla="*/ 22477 h 101540"/>
                <a:gd name="connsiteX35" fmla="*/ 95027 w 141728"/>
                <a:gd name="connsiteY35" fmla="*/ 22477 h 101540"/>
                <a:gd name="connsiteX36" fmla="*/ 89508 w 141728"/>
                <a:gd name="connsiteY36" fmla="*/ 25769 h 101540"/>
                <a:gd name="connsiteX37" fmla="*/ 84592 w 141728"/>
                <a:gd name="connsiteY37" fmla="*/ 25769 h 101540"/>
                <a:gd name="connsiteX38" fmla="*/ 71560 w 141728"/>
                <a:gd name="connsiteY38" fmla="*/ 28798 h 101540"/>
                <a:gd name="connsiteX39" fmla="*/ 64325 w 141728"/>
                <a:gd name="connsiteY39" fmla="*/ 32354 h 101540"/>
                <a:gd name="connsiteX40" fmla="*/ 56487 w 141728"/>
                <a:gd name="connsiteY40" fmla="*/ 34813 h 101540"/>
                <a:gd name="connsiteX41" fmla="*/ 37380 w 141728"/>
                <a:gd name="connsiteY41" fmla="*/ 36174 h 101540"/>
                <a:gd name="connsiteX42" fmla="*/ 31305 w 141728"/>
                <a:gd name="connsiteY42" fmla="*/ 39905 h 101540"/>
                <a:gd name="connsiteX43" fmla="*/ 30238 w 141728"/>
                <a:gd name="connsiteY43" fmla="*/ 48115 h 101540"/>
                <a:gd name="connsiteX44" fmla="*/ 36545 w 141728"/>
                <a:gd name="connsiteY44" fmla="*/ 50968 h 101540"/>
                <a:gd name="connsiteX45" fmla="*/ 53148 w 141728"/>
                <a:gd name="connsiteY45" fmla="*/ 52329 h 101540"/>
                <a:gd name="connsiteX46" fmla="*/ 66088 w 141728"/>
                <a:gd name="connsiteY46" fmla="*/ 52329 h 101540"/>
                <a:gd name="connsiteX47" fmla="*/ 67201 w 141728"/>
                <a:gd name="connsiteY47" fmla="*/ 53119 h 101540"/>
                <a:gd name="connsiteX48" fmla="*/ 69241 w 141728"/>
                <a:gd name="connsiteY48" fmla="*/ 60231 h 101540"/>
                <a:gd name="connsiteX49" fmla="*/ 68546 w 141728"/>
                <a:gd name="connsiteY49" fmla="*/ 61548 h 101540"/>
                <a:gd name="connsiteX50" fmla="*/ 57693 w 141728"/>
                <a:gd name="connsiteY50" fmla="*/ 65587 h 101540"/>
                <a:gd name="connsiteX51" fmla="*/ 50969 w 141728"/>
                <a:gd name="connsiteY51" fmla="*/ 70943 h 101540"/>
                <a:gd name="connsiteX52" fmla="*/ 50180 w 141728"/>
                <a:gd name="connsiteY52" fmla="*/ 79327 h 101540"/>
                <a:gd name="connsiteX53" fmla="*/ 55838 w 141728"/>
                <a:gd name="connsiteY53" fmla="*/ 84903 h 101540"/>
                <a:gd name="connsiteX54" fmla="*/ 67525 w 141728"/>
                <a:gd name="connsiteY54" fmla="*/ 78230 h 101540"/>
                <a:gd name="connsiteX55" fmla="*/ 68592 w 141728"/>
                <a:gd name="connsiteY55" fmla="*/ 78186 h 101540"/>
                <a:gd name="connsiteX56" fmla="*/ 69241 w 141728"/>
                <a:gd name="connsiteY56" fmla="*/ 78976 h 101540"/>
                <a:gd name="connsiteX57" fmla="*/ 72905 w 141728"/>
                <a:gd name="connsiteY57" fmla="*/ 98556 h 101540"/>
                <a:gd name="connsiteX58" fmla="*/ 77450 w 141728"/>
                <a:gd name="connsiteY58" fmla="*/ 101541 h 101540"/>
                <a:gd name="connsiteX59" fmla="*/ 80604 w 141728"/>
                <a:gd name="connsiteY59" fmla="*/ 97722 h 101540"/>
                <a:gd name="connsiteX60" fmla="*/ 80604 w 141728"/>
                <a:gd name="connsiteY60" fmla="*/ 93946 h 101540"/>
                <a:gd name="connsiteX61" fmla="*/ 78378 w 141728"/>
                <a:gd name="connsiteY61" fmla="*/ 92058 h 101540"/>
                <a:gd name="connsiteX62" fmla="*/ 78007 w 141728"/>
                <a:gd name="connsiteY62" fmla="*/ 91224 h 101540"/>
                <a:gd name="connsiteX63" fmla="*/ 78007 w 141728"/>
                <a:gd name="connsiteY63" fmla="*/ 85473 h 101540"/>
                <a:gd name="connsiteX64" fmla="*/ 79166 w 141728"/>
                <a:gd name="connsiteY64" fmla="*/ 84376 h 101540"/>
                <a:gd name="connsiteX65" fmla="*/ 82691 w 141728"/>
                <a:gd name="connsiteY65" fmla="*/ 84376 h 101540"/>
                <a:gd name="connsiteX66" fmla="*/ 83247 w 141728"/>
                <a:gd name="connsiteY66" fmla="*/ 67606 h 101540"/>
                <a:gd name="connsiteX67" fmla="*/ 84036 w 141728"/>
                <a:gd name="connsiteY67" fmla="*/ 66596 h 101540"/>
                <a:gd name="connsiteX68" fmla="*/ 85288 w 141728"/>
                <a:gd name="connsiteY68" fmla="*/ 66948 h 101540"/>
                <a:gd name="connsiteX69" fmla="*/ 87607 w 141728"/>
                <a:gd name="connsiteY69" fmla="*/ 69757 h 101540"/>
                <a:gd name="connsiteX70" fmla="*/ 88720 w 141728"/>
                <a:gd name="connsiteY70" fmla="*/ 68572 h 101540"/>
                <a:gd name="connsiteX71" fmla="*/ 90111 w 141728"/>
                <a:gd name="connsiteY71" fmla="*/ 68309 h 101540"/>
                <a:gd name="connsiteX72" fmla="*/ 96279 w 141728"/>
                <a:gd name="connsiteY72" fmla="*/ 71338 h 101540"/>
                <a:gd name="connsiteX73" fmla="*/ 104535 w 141728"/>
                <a:gd name="connsiteY73" fmla="*/ 53734 h 101540"/>
                <a:gd name="connsiteX74" fmla="*/ 102540 w 141728"/>
                <a:gd name="connsiteY74" fmla="*/ 50661 h 101540"/>
                <a:gd name="connsiteX75" fmla="*/ 102355 w 141728"/>
                <a:gd name="connsiteY75" fmla="*/ 50002 h 101540"/>
                <a:gd name="connsiteX76" fmla="*/ 102633 w 141728"/>
                <a:gd name="connsiteY76" fmla="*/ 46710 h 101540"/>
                <a:gd name="connsiteX77" fmla="*/ 103236 w 141728"/>
                <a:gd name="connsiteY77" fmla="*/ 45832 h 101540"/>
                <a:gd name="connsiteX78" fmla="*/ 107595 w 141728"/>
                <a:gd name="connsiteY78" fmla="*/ 43505 h 101540"/>
                <a:gd name="connsiteX79" fmla="*/ 111537 w 141728"/>
                <a:gd name="connsiteY79" fmla="*/ 36832 h 101540"/>
                <a:gd name="connsiteX80" fmla="*/ 108848 w 141728"/>
                <a:gd name="connsiteY80" fmla="*/ 30159 h 101540"/>
                <a:gd name="connsiteX81" fmla="*/ 108987 w 141728"/>
                <a:gd name="connsiteY81" fmla="*/ 29106 h 101540"/>
                <a:gd name="connsiteX82" fmla="*/ 111862 w 141728"/>
                <a:gd name="connsiteY82" fmla="*/ 25243 h 101540"/>
                <a:gd name="connsiteX83" fmla="*/ 112511 w 141728"/>
                <a:gd name="connsiteY83" fmla="*/ 24804 h 101540"/>
                <a:gd name="connsiteX84" fmla="*/ 118540 w 141728"/>
                <a:gd name="connsiteY84" fmla="*/ 23223 h 101540"/>
                <a:gd name="connsiteX85" fmla="*/ 125868 w 141728"/>
                <a:gd name="connsiteY85" fmla="*/ 15628 h 101540"/>
                <a:gd name="connsiteX86" fmla="*/ 126378 w 141728"/>
                <a:gd name="connsiteY86" fmla="*/ 15321 h 101540"/>
                <a:gd name="connsiteX87" fmla="*/ 136813 w 141728"/>
                <a:gd name="connsiteY87" fmla="*/ 12424 h 101540"/>
                <a:gd name="connsiteX88" fmla="*/ 137833 w 141728"/>
                <a:gd name="connsiteY88" fmla="*/ 12599 h 101540"/>
                <a:gd name="connsiteX89" fmla="*/ 141729 w 141728"/>
                <a:gd name="connsiteY89" fmla="*/ 15453 h 101540"/>
                <a:gd name="connsiteX90" fmla="*/ 140106 w 141728"/>
                <a:gd name="connsiteY90" fmla="*/ 11985 h 101540"/>
                <a:gd name="connsiteX91" fmla="*/ 140106 w 141728"/>
                <a:gd name="connsiteY91" fmla="*/ 11063 h 101540"/>
                <a:gd name="connsiteX92" fmla="*/ 141729 w 141728"/>
                <a:gd name="connsiteY92" fmla="*/ 7770 h 101540"/>
                <a:gd name="connsiteX93" fmla="*/ 130366 w 141728"/>
                <a:gd name="connsiteY93" fmla="*/ 0 h 101540"/>
                <a:gd name="connsiteX94" fmla="*/ 119004 w 141728"/>
                <a:gd name="connsiteY94" fmla="*/ 0 h 101540"/>
                <a:gd name="connsiteX95" fmla="*/ 112372 w 141728"/>
                <a:gd name="connsiteY95" fmla="*/ 5488 h 101540"/>
                <a:gd name="connsiteX96" fmla="*/ 111955 w 141728"/>
                <a:gd name="connsiteY96" fmla="*/ 5707 h 101540"/>
                <a:gd name="connsiteX97" fmla="*/ 99758 w 141728"/>
                <a:gd name="connsiteY97" fmla="*/ 9482 h 101540"/>
                <a:gd name="connsiteX98" fmla="*/ 93729 w 141728"/>
                <a:gd name="connsiteY98" fmla="*/ 15190 h 101540"/>
                <a:gd name="connsiteX99" fmla="*/ 92059 w 141728"/>
                <a:gd name="connsiteY99" fmla="*/ 19097 h 101540"/>
                <a:gd name="connsiteX100" fmla="*/ 91410 w 141728"/>
                <a:gd name="connsiteY100" fmla="*/ 19711 h 101540"/>
                <a:gd name="connsiteX101" fmla="*/ 85334 w 141728"/>
                <a:gd name="connsiteY101" fmla="*/ 21906 h 101540"/>
                <a:gd name="connsiteX102" fmla="*/ 84963 w 141728"/>
                <a:gd name="connsiteY102" fmla="*/ 21994 h 101540"/>
                <a:gd name="connsiteX103" fmla="*/ 58296 w 141728"/>
                <a:gd name="connsiteY103" fmla="*/ 23355 h 101540"/>
                <a:gd name="connsiteX104" fmla="*/ 40395 w 141728"/>
                <a:gd name="connsiteY104" fmla="*/ 25286 h 101540"/>
                <a:gd name="connsiteX105" fmla="*/ 39792 w 141728"/>
                <a:gd name="connsiteY105" fmla="*/ 25199 h 101540"/>
                <a:gd name="connsiteX106" fmla="*/ 34134 w 141728"/>
                <a:gd name="connsiteY106" fmla="*/ 22916 h 101540"/>
                <a:gd name="connsiteX107" fmla="*/ 27595 w 141728"/>
                <a:gd name="connsiteY107" fmla="*/ 25243 h 101540"/>
                <a:gd name="connsiteX108" fmla="*/ 27177 w 141728"/>
                <a:gd name="connsiteY108" fmla="*/ 25330 h 101540"/>
                <a:gd name="connsiteX109" fmla="*/ 26992 w 141728"/>
                <a:gd name="connsiteY109" fmla="*/ 25330 h 101540"/>
                <a:gd name="connsiteX110" fmla="*/ 16557 w 141728"/>
                <a:gd name="connsiteY110" fmla="*/ 23662 h 101540"/>
                <a:gd name="connsiteX111" fmla="*/ 15815 w 141728"/>
                <a:gd name="connsiteY111" fmla="*/ 23267 h 101540"/>
                <a:gd name="connsiteX112" fmla="*/ 12058 w 141728"/>
                <a:gd name="connsiteY112" fmla="*/ 18614 h 101540"/>
                <a:gd name="connsiteX113" fmla="*/ 11826 w 141728"/>
                <a:gd name="connsiteY113" fmla="*/ 17955 h 101540"/>
                <a:gd name="connsiteX114" fmla="*/ 11826 w 141728"/>
                <a:gd name="connsiteY114" fmla="*/ 3951 h 101540"/>
                <a:gd name="connsiteX115" fmla="*/ 8162 w 141728"/>
                <a:gd name="connsiteY115" fmla="*/ 2766 h 101540"/>
                <a:gd name="connsiteX116" fmla="*/ 2644 w 141728"/>
                <a:gd name="connsiteY116" fmla="*/ 5575 h 101540"/>
                <a:gd name="connsiteX117" fmla="*/ 464 w 141728"/>
                <a:gd name="connsiteY117" fmla="*/ 11765 h 101540"/>
                <a:gd name="connsiteX118" fmla="*/ 0 w 141728"/>
                <a:gd name="connsiteY118" fmla="*/ 17780 h 10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141728" h="101540">
                  <a:moveTo>
                    <a:pt x="93" y="17780"/>
                  </a:moveTo>
                  <a:lnTo>
                    <a:pt x="3942" y="20721"/>
                  </a:lnTo>
                  <a:cubicBezTo>
                    <a:pt x="4359" y="21028"/>
                    <a:pt x="4499" y="21599"/>
                    <a:pt x="4267" y="22038"/>
                  </a:cubicBezTo>
                  <a:lnTo>
                    <a:pt x="1438" y="27877"/>
                  </a:lnTo>
                  <a:lnTo>
                    <a:pt x="8348" y="29018"/>
                  </a:lnTo>
                  <a:cubicBezTo>
                    <a:pt x="8348" y="29018"/>
                    <a:pt x="8348" y="29018"/>
                    <a:pt x="8394" y="29018"/>
                  </a:cubicBezTo>
                  <a:cubicBezTo>
                    <a:pt x="8534" y="29018"/>
                    <a:pt x="8580" y="29150"/>
                    <a:pt x="8719" y="29194"/>
                  </a:cubicBezTo>
                  <a:cubicBezTo>
                    <a:pt x="8812" y="29237"/>
                    <a:pt x="8951" y="29237"/>
                    <a:pt x="8997" y="29325"/>
                  </a:cubicBezTo>
                  <a:lnTo>
                    <a:pt x="10991" y="31432"/>
                  </a:lnTo>
                  <a:lnTo>
                    <a:pt x="16278" y="28798"/>
                  </a:lnTo>
                  <a:cubicBezTo>
                    <a:pt x="16603" y="28667"/>
                    <a:pt x="16928" y="28623"/>
                    <a:pt x="17252" y="28798"/>
                  </a:cubicBezTo>
                  <a:cubicBezTo>
                    <a:pt x="17577" y="28930"/>
                    <a:pt x="17809" y="29150"/>
                    <a:pt x="17902" y="29501"/>
                  </a:cubicBezTo>
                  <a:lnTo>
                    <a:pt x="19757" y="35076"/>
                  </a:lnTo>
                  <a:lnTo>
                    <a:pt x="23931" y="36876"/>
                  </a:lnTo>
                  <a:lnTo>
                    <a:pt x="25832" y="31959"/>
                  </a:lnTo>
                  <a:cubicBezTo>
                    <a:pt x="25971" y="31564"/>
                    <a:pt x="26389" y="31301"/>
                    <a:pt x="26806" y="31257"/>
                  </a:cubicBezTo>
                  <a:cubicBezTo>
                    <a:pt x="27270" y="31213"/>
                    <a:pt x="27687" y="31432"/>
                    <a:pt x="27919" y="31784"/>
                  </a:cubicBezTo>
                  <a:lnTo>
                    <a:pt x="31397" y="37271"/>
                  </a:lnTo>
                  <a:lnTo>
                    <a:pt x="37658" y="33715"/>
                  </a:lnTo>
                  <a:lnTo>
                    <a:pt x="55328" y="32618"/>
                  </a:lnTo>
                  <a:lnTo>
                    <a:pt x="62285" y="30686"/>
                  </a:lnTo>
                  <a:lnTo>
                    <a:pt x="79676" y="24101"/>
                  </a:lnTo>
                  <a:lnTo>
                    <a:pt x="88349" y="23267"/>
                  </a:lnTo>
                  <a:lnTo>
                    <a:pt x="92384" y="21072"/>
                  </a:lnTo>
                  <a:lnTo>
                    <a:pt x="99619" y="19711"/>
                  </a:lnTo>
                  <a:lnTo>
                    <a:pt x="103097" y="11765"/>
                  </a:lnTo>
                  <a:lnTo>
                    <a:pt x="110935" y="9570"/>
                  </a:lnTo>
                  <a:lnTo>
                    <a:pt x="116453" y="5180"/>
                  </a:lnTo>
                  <a:lnTo>
                    <a:pt x="121972" y="5180"/>
                  </a:lnTo>
                  <a:lnTo>
                    <a:pt x="121972" y="7375"/>
                  </a:lnTo>
                  <a:lnTo>
                    <a:pt x="117056" y="7375"/>
                  </a:lnTo>
                  <a:lnTo>
                    <a:pt x="112697" y="11502"/>
                  </a:lnTo>
                  <a:lnTo>
                    <a:pt x="106621" y="13170"/>
                  </a:lnTo>
                  <a:lnTo>
                    <a:pt x="104024" y="18087"/>
                  </a:lnTo>
                  <a:lnTo>
                    <a:pt x="100824" y="22477"/>
                  </a:lnTo>
                  <a:lnTo>
                    <a:pt x="95027" y="22477"/>
                  </a:lnTo>
                  <a:lnTo>
                    <a:pt x="89508" y="25769"/>
                  </a:lnTo>
                  <a:lnTo>
                    <a:pt x="84592" y="25769"/>
                  </a:lnTo>
                  <a:lnTo>
                    <a:pt x="71560" y="28798"/>
                  </a:lnTo>
                  <a:lnTo>
                    <a:pt x="64325" y="32354"/>
                  </a:lnTo>
                  <a:lnTo>
                    <a:pt x="56487" y="34813"/>
                  </a:lnTo>
                  <a:lnTo>
                    <a:pt x="37380" y="36174"/>
                  </a:lnTo>
                  <a:lnTo>
                    <a:pt x="31305" y="39905"/>
                  </a:lnTo>
                  <a:lnTo>
                    <a:pt x="30238" y="48115"/>
                  </a:lnTo>
                  <a:lnTo>
                    <a:pt x="36545" y="50968"/>
                  </a:lnTo>
                  <a:lnTo>
                    <a:pt x="53148" y="52329"/>
                  </a:lnTo>
                  <a:lnTo>
                    <a:pt x="66088" y="52329"/>
                  </a:lnTo>
                  <a:cubicBezTo>
                    <a:pt x="66598" y="52329"/>
                    <a:pt x="67062" y="52680"/>
                    <a:pt x="67201" y="53119"/>
                  </a:cubicBezTo>
                  <a:lnTo>
                    <a:pt x="69241" y="60231"/>
                  </a:lnTo>
                  <a:cubicBezTo>
                    <a:pt x="69380" y="60758"/>
                    <a:pt x="69102" y="61328"/>
                    <a:pt x="68546" y="61548"/>
                  </a:cubicBezTo>
                  <a:lnTo>
                    <a:pt x="57693" y="65587"/>
                  </a:lnTo>
                  <a:lnTo>
                    <a:pt x="50969" y="70943"/>
                  </a:lnTo>
                  <a:lnTo>
                    <a:pt x="50180" y="79327"/>
                  </a:lnTo>
                  <a:lnTo>
                    <a:pt x="55838" y="84903"/>
                  </a:lnTo>
                  <a:lnTo>
                    <a:pt x="67525" y="78230"/>
                  </a:lnTo>
                  <a:cubicBezTo>
                    <a:pt x="67850" y="78054"/>
                    <a:pt x="68267" y="78011"/>
                    <a:pt x="68592" y="78186"/>
                  </a:cubicBezTo>
                  <a:cubicBezTo>
                    <a:pt x="68963" y="78318"/>
                    <a:pt x="69195" y="78625"/>
                    <a:pt x="69241" y="78976"/>
                  </a:cubicBezTo>
                  <a:lnTo>
                    <a:pt x="72905" y="98556"/>
                  </a:lnTo>
                  <a:lnTo>
                    <a:pt x="77450" y="101541"/>
                  </a:lnTo>
                  <a:lnTo>
                    <a:pt x="80604" y="97722"/>
                  </a:lnTo>
                  <a:lnTo>
                    <a:pt x="80604" y="93946"/>
                  </a:lnTo>
                  <a:lnTo>
                    <a:pt x="78378" y="92058"/>
                  </a:lnTo>
                  <a:cubicBezTo>
                    <a:pt x="78146" y="91839"/>
                    <a:pt x="78007" y="91532"/>
                    <a:pt x="78007" y="91224"/>
                  </a:cubicBezTo>
                  <a:lnTo>
                    <a:pt x="78007" y="85473"/>
                  </a:lnTo>
                  <a:cubicBezTo>
                    <a:pt x="78007" y="84859"/>
                    <a:pt x="78517" y="84376"/>
                    <a:pt x="79166" y="84376"/>
                  </a:cubicBezTo>
                  <a:lnTo>
                    <a:pt x="82691" y="84376"/>
                  </a:lnTo>
                  <a:lnTo>
                    <a:pt x="83247" y="67606"/>
                  </a:lnTo>
                  <a:cubicBezTo>
                    <a:pt x="83247" y="67123"/>
                    <a:pt x="83572" y="66728"/>
                    <a:pt x="84036" y="66596"/>
                  </a:cubicBezTo>
                  <a:cubicBezTo>
                    <a:pt x="84500" y="66465"/>
                    <a:pt x="85010" y="66596"/>
                    <a:pt x="85288" y="66948"/>
                  </a:cubicBezTo>
                  <a:lnTo>
                    <a:pt x="87607" y="69757"/>
                  </a:lnTo>
                  <a:lnTo>
                    <a:pt x="88720" y="68572"/>
                  </a:lnTo>
                  <a:cubicBezTo>
                    <a:pt x="89091" y="68177"/>
                    <a:pt x="89647" y="68089"/>
                    <a:pt x="90111" y="68309"/>
                  </a:cubicBezTo>
                  <a:lnTo>
                    <a:pt x="96279" y="71338"/>
                  </a:lnTo>
                  <a:lnTo>
                    <a:pt x="104535" y="53734"/>
                  </a:lnTo>
                  <a:lnTo>
                    <a:pt x="102540" y="50661"/>
                  </a:lnTo>
                  <a:cubicBezTo>
                    <a:pt x="102540" y="50661"/>
                    <a:pt x="102355" y="50222"/>
                    <a:pt x="102355" y="50002"/>
                  </a:cubicBezTo>
                  <a:lnTo>
                    <a:pt x="102633" y="46710"/>
                  </a:lnTo>
                  <a:cubicBezTo>
                    <a:pt x="102633" y="46358"/>
                    <a:pt x="102865" y="46007"/>
                    <a:pt x="103236" y="45832"/>
                  </a:cubicBezTo>
                  <a:lnTo>
                    <a:pt x="107595" y="43505"/>
                  </a:lnTo>
                  <a:lnTo>
                    <a:pt x="111537" y="36832"/>
                  </a:lnTo>
                  <a:lnTo>
                    <a:pt x="108848" y="30159"/>
                  </a:lnTo>
                  <a:cubicBezTo>
                    <a:pt x="108708" y="29808"/>
                    <a:pt x="108755" y="29413"/>
                    <a:pt x="108987" y="29106"/>
                  </a:cubicBezTo>
                  <a:lnTo>
                    <a:pt x="111862" y="25243"/>
                  </a:lnTo>
                  <a:cubicBezTo>
                    <a:pt x="111862" y="25243"/>
                    <a:pt x="112233" y="24891"/>
                    <a:pt x="112511" y="24804"/>
                  </a:cubicBezTo>
                  <a:lnTo>
                    <a:pt x="118540" y="23223"/>
                  </a:lnTo>
                  <a:lnTo>
                    <a:pt x="125868" y="15628"/>
                  </a:lnTo>
                  <a:cubicBezTo>
                    <a:pt x="125868" y="15628"/>
                    <a:pt x="126193" y="15365"/>
                    <a:pt x="126378" y="15321"/>
                  </a:cubicBezTo>
                  <a:lnTo>
                    <a:pt x="136813" y="12424"/>
                  </a:lnTo>
                  <a:cubicBezTo>
                    <a:pt x="137184" y="12336"/>
                    <a:pt x="137555" y="12424"/>
                    <a:pt x="137833" y="12599"/>
                  </a:cubicBezTo>
                  <a:lnTo>
                    <a:pt x="141729" y="15453"/>
                  </a:lnTo>
                  <a:lnTo>
                    <a:pt x="140106" y="11985"/>
                  </a:lnTo>
                  <a:cubicBezTo>
                    <a:pt x="139967" y="11677"/>
                    <a:pt x="139967" y="11370"/>
                    <a:pt x="140106" y="11063"/>
                  </a:cubicBezTo>
                  <a:lnTo>
                    <a:pt x="141729" y="7770"/>
                  </a:lnTo>
                  <a:lnTo>
                    <a:pt x="130366" y="0"/>
                  </a:lnTo>
                  <a:lnTo>
                    <a:pt x="119004" y="0"/>
                  </a:lnTo>
                  <a:lnTo>
                    <a:pt x="112372" y="5488"/>
                  </a:lnTo>
                  <a:cubicBezTo>
                    <a:pt x="112372" y="5488"/>
                    <a:pt x="112094" y="5663"/>
                    <a:pt x="111955" y="5707"/>
                  </a:cubicBezTo>
                  <a:lnTo>
                    <a:pt x="99758" y="9482"/>
                  </a:lnTo>
                  <a:lnTo>
                    <a:pt x="93729" y="15190"/>
                  </a:lnTo>
                  <a:lnTo>
                    <a:pt x="92059" y="19097"/>
                  </a:lnTo>
                  <a:cubicBezTo>
                    <a:pt x="91920" y="19360"/>
                    <a:pt x="91688" y="19623"/>
                    <a:pt x="91410" y="19711"/>
                  </a:cubicBezTo>
                  <a:lnTo>
                    <a:pt x="85334" y="21906"/>
                  </a:lnTo>
                  <a:cubicBezTo>
                    <a:pt x="85334" y="21906"/>
                    <a:pt x="85102" y="21950"/>
                    <a:pt x="84963" y="21994"/>
                  </a:cubicBezTo>
                  <a:lnTo>
                    <a:pt x="58296" y="23355"/>
                  </a:lnTo>
                  <a:lnTo>
                    <a:pt x="40395" y="25286"/>
                  </a:lnTo>
                  <a:cubicBezTo>
                    <a:pt x="40395" y="25286"/>
                    <a:pt x="39977" y="25286"/>
                    <a:pt x="39792" y="25199"/>
                  </a:cubicBezTo>
                  <a:lnTo>
                    <a:pt x="34134" y="22916"/>
                  </a:lnTo>
                  <a:lnTo>
                    <a:pt x="27595" y="25243"/>
                  </a:lnTo>
                  <a:cubicBezTo>
                    <a:pt x="27595" y="25243"/>
                    <a:pt x="27316" y="25330"/>
                    <a:pt x="27177" y="25330"/>
                  </a:cubicBezTo>
                  <a:cubicBezTo>
                    <a:pt x="27131" y="25330"/>
                    <a:pt x="27038" y="25330"/>
                    <a:pt x="26992" y="25330"/>
                  </a:cubicBezTo>
                  <a:lnTo>
                    <a:pt x="16557" y="23662"/>
                  </a:lnTo>
                  <a:cubicBezTo>
                    <a:pt x="16278" y="23618"/>
                    <a:pt x="16000" y="23443"/>
                    <a:pt x="15815" y="23267"/>
                  </a:cubicBezTo>
                  <a:lnTo>
                    <a:pt x="12058" y="18614"/>
                  </a:lnTo>
                  <a:cubicBezTo>
                    <a:pt x="12058" y="18614"/>
                    <a:pt x="11826" y="18175"/>
                    <a:pt x="11826" y="17955"/>
                  </a:cubicBezTo>
                  <a:lnTo>
                    <a:pt x="11826" y="3951"/>
                  </a:lnTo>
                  <a:lnTo>
                    <a:pt x="8162" y="2766"/>
                  </a:lnTo>
                  <a:lnTo>
                    <a:pt x="2644" y="5575"/>
                  </a:lnTo>
                  <a:lnTo>
                    <a:pt x="464" y="11765"/>
                  </a:lnTo>
                  <a:lnTo>
                    <a:pt x="0" y="17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5424DB37-C57F-5C7F-D650-D29E81DB7953}"/>
                </a:ext>
              </a:extLst>
            </p:cNvPr>
            <p:cNvSpPr>
              <a:spLocks/>
            </p:cNvSpPr>
            <p:nvPr/>
          </p:nvSpPr>
          <p:spPr>
            <a:xfrm>
              <a:off x="7580845" y="3364790"/>
              <a:ext cx="189119" cy="98356"/>
            </a:xfrm>
            <a:custGeom>
              <a:avLst/>
              <a:gdLst>
                <a:gd name="connsiteX0" fmla="*/ 4081 w 126702"/>
                <a:gd name="connsiteY0" fmla="*/ 18306 h 65894"/>
                <a:gd name="connsiteX1" fmla="*/ 3618 w 126702"/>
                <a:gd name="connsiteY1" fmla="*/ 19184 h 65894"/>
                <a:gd name="connsiteX2" fmla="*/ 0 w 126702"/>
                <a:gd name="connsiteY2" fmla="*/ 21862 h 65894"/>
                <a:gd name="connsiteX3" fmla="*/ 0 w 126702"/>
                <a:gd name="connsiteY3" fmla="*/ 25857 h 65894"/>
                <a:gd name="connsiteX4" fmla="*/ 3385 w 126702"/>
                <a:gd name="connsiteY4" fmla="*/ 29325 h 65894"/>
                <a:gd name="connsiteX5" fmla="*/ 6957 w 126702"/>
                <a:gd name="connsiteY5" fmla="*/ 29325 h 65894"/>
                <a:gd name="connsiteX6" fmla="*/ 7467 w 126702"/>
                <a:gd name="connsiteY6" fmla="*/ 29457 h 65894"/>
                <a:gd name="connsiteX7" fmla="*/ 19339 w 126702"/>
                <a:gd name="connsiteY7" fmla="*/ 34945 h 65894"/>
                <a:gd name="connsiteX8" fmla="*/ 26760 w 126702"/>
                <a:gd name="connsiteY8" fmla="*/ 40300 h 65894"/>
                <a:gd name="connsiteX9" fmla="*/ 33345 w 126702"/>
                <a:gd name="connsiteY9" fmla="*/ 40300 h 65894"/>
                <a:gd name="connsiteX10" fmla="*/ 34412 w 126702"/>
                <a:gd name="connsiteY10" fmla="*/ 40959 h 65894"/>
                <a:gd name="connsiteX11" fmla="*/ 35942 w 126702"/>
                <a:gd name="connsiteY11" fmla="*/ 44295 h 65894"/>
                <a:gd name="connsiteX12" fmla="*/ 45682 w 126702"/>
                <a:gd name="connsiteY12" fmla="*/ 46841 h 65894"/>
                <a:gd name="connsiteX13" fmla="*/ 55977 w 126702"/>
                <a:gd name="connsiteY13" fmla="*/ 46841 h 65894"/>
                <a:gd name="connsiteX14" fmla="*/ 69288 w 126702"/>
                <a:gd name="connsiteY14" fmla="*/ 49871 h 65894"/>
                <a:gd name="connsiteX15" fmla="*/ 70122 w 126702"/>
                <a:gd name="connsiteY15" fmla="*/ 50617 h 65894"/>
                <a:gd name="connsiteX16" fmla="*/ 71421 w 126702"/>
                <a:gd name="connsiteY16" fmla="*/ 54568 h 65894"/>
                <a:gd name="connsiteX17" fmla="*/ 81810 w 126702"/>
                <a:gd name="connsiteY17" fmla="*/ 59836 h 65894"/>
                <a:gd name="connsiteX18" fmla="*/ 86215 w 126702"/>
                <a:gd name="connsiteY18" fmla="*/ 57860 h 65894"/>
                <a:gd name="connsiteX19" fmla="*/ 87653 w 126702"/>
                <a:gd name="connsiteY19" fmla="*/ 58255 h 65894"/>
                <a:gd name="connsiteX20" fmla="*/ 90204 w 126702"/>
                <a:gd name="connsiteY20" fmla="*/ 61899 h 65894"/>
                <a:gd name="connsiteX21" fmla="*/ 93636 w 126702"/>
                <a:gd name="connsiteY21" fmla="*/ 61899 h 65894"/>
                <a:gd name="connsiteX22" fmla="*/ 93914 w 126702"/>
                <a:gd name="connsiteY22" fmla="*/ 61899 h 65894"/>
                <a:gd name="connsiteX23" fmla="*/ 103607 w 126702"/>
                <a:gd name="connsiteY23" fmla="*/ 64314 h 65894"/>
                <a:gd name="connsiteX24" fmla="*/ 108105 w 126702"/>
                <a:gd name="connsiteY24" fmla="*/ 64314 h 65894"/>
                <a:gd name="connsiteX25" fmla="*/ 108430 w 126702"/>
                <a:gd name="connsiteY25" fmla="*/ 64314 h 65894"/>
                <a:gd name="connsiteX26" fmla="*/ 114320 w 126702"/>
                <a:gd name="connsiteY26" fmla="*/ 65894 h 65894"/>
                <a:gd name="connsiteX27" fmla="*/ 123874 w 126702"/>
                <a:gd name="connsiteY27" fmla="*/ 64884 h 65894"/>
                <a:gd name="connsiteX28" fmla="*/ 126703 w 126702"/>
                <a:gd name="connsiteY28" fmla="*/ 59090 h 65894"/>
                <a:gd name="connsiteX29" fmla="*/ 123039 w 126702"/>
                <a:gd name="connsiteY29" fmla="*/ 56324 h 65894"/>
                <a:gd name="connsiteX30" fmla="*/ 122622 w 126702"/>
                <a:gd name="connsiteY30" fmla="*/ 55402 h 65894"/>
                <a:gd name="connsiteX31" fmla="*/ 123178 w 126702"/>
                <a:gd name="connsiteY31" fmla="*/ 48553 h 65894"/>
                <a:gd name="connsiteX32" fmla="*/ 125033 w 126702"/>
                <a:gd name="connsiteY32" fmla="*/ 43154 h 65894"/>
                <a:gd name="connsiteX33" fmla="*/ 110100 w 126702"/>
                <a:gd name="connsiteY33" fmla="*/ 43154 h 65894"/>
                <a:gd name="connsiteX34" fmla="*/ 109079 w 126702"/>
                <a:gd name="connsiteY34" fmla="*/ 42583 h 65894"/>
                <a:gd name="connsiteX35" fmla="*/ 106529 w 126702"/>
                <a:gd name="connsiteY35" fmla="*/ 38193 h 65894"/>
                <a:gd name="connsiteX36" fmla="*/ 101288 w 126702"/>
                <a:gd name="connsiteY36" fmla="*/ 38193 h 65894"/>
                <a:gd name="connsiteX37" fmla="*/ 101288 w 126702"/>
                <a:gd name="connsiteY37" fmla="*/ 40125 h 65894"/>
                <a:gd name="connsiteX38" fmla="*/ 100129 w 126702"/>
                <a:gd name="connsiteY38" fmla="*/ 41222 h 65894"/>
                <a:gd name="connsiteX39" fmla="*/ 91270 w 126702"/>
                <a:gd name="connsiteY39" fmla="*/ 41222 h 65894"/>
                <a:gd name="connsiteX40" fmla="*/ 90250 w 126702"/>
                <a:gd name="connsiteY40" fmla="*/ 40652 h 65894"/>
                <a:gd name="connsiteX41" fmla="*/ 87700 w 126702"/>
                <a:gd name="connsiteY41" fmla="*/ 36262 h 65894"/>
                <a:gd name="connsiteX42" fmla="*/ 79676 w 126702"/>
                <a:gd name="connsiteY42" fmla="*/ 36262 h 65894"/>
                <a:gd name="connsiteX43" fmla="*/ 78563 w 126702"/>
                <a:gd name="connsiteY43" fmla="*/ 35427 h 65894"/>
                <a:gd name="connsiteX44" fmla="*/ 76754 w 126702"/>
                <a:gd name="connsiteY44" fmla="*/ 28052 h 65894"/>
                <a:gd name="connsiteX45" fmla="*/ 68963 w 126702"/>
                <a:gd name="connsiteY45" fmla="*/ 28052 h 65894"/>
                <a:gd name="connsiteX46" fmla="*/ 68082 w 126702"/>
                <a:gd name="connsiteY46" fmla="*/ 27657 h 65894"/>
                <a:gd name="connsiteX47" fmla="*/ 60430 w 126702"/>
                <a:gd name="connsiteY47" fmla="*/ 19097 h 65894"/>
                <a:gd name="connsiteX48" fmla="*/ 52731 w 126702"/>
                <a:gd name="connsiteY48" fmla="*/ 20853 h 65894"/>
                <a:gd name="connsiteX49" fmla="*/ 51386 w 126702"/>
                <a:gd name="connsiteY49" fmla="*/ 20150 h 65894"/>
                <a:gd name="connsiteX50" fmla="*/ 48789 w 126702"/>
                <a:gd name="connsiteY50" fmla="*/ 13477 h 65894"/>
                <a:gd name="connsiteX51" fmla="*/ 43224 w 126702"/>
                <a:gd name="connsiteY51" fmla="*/ 13477 h 65894"/>
                <a:gd name="connsiteX52" fmla="*/ 42250 w 126702"/>
                <a:gd name="connsiteY52" fmla="*/ 12951 h 65894"/>
                <a:gd name="connsiteX53" fmla="*/ 37890 w 126702"/>
                <a:gd name="connsiteY53" fmla="*/ 6234 h 65894"/>
                <a:gd name="connsiteX54" fmla="*/ 30841 w 126702"/>
                <a:gd name="connsiteY54" fmla="*/ 4961 h 65894"/>
                <a:gd name="connsiteX55" fmla="*/ 29913 w 126702"/>
                <a:gd name="connsiteY55" fmla="*/ 3863 h 65894"/>
                <a:gd name="connsiteX56" fmla="*/ 29913 w 126702"/>
                <a:gd name="connsiteY56" fmla="*/ 0 h 65894"/>
                <a:gd name="connsiteX57" fmla="*/ 20220 w 126702"/>
                <a:gd name="connsiteY57" fmla="*/ 0 h 65894"/>
                <a:gd name="connsiteX58" fmla="*/ 17345 w 126702"/>
                <a:gd name="connsiteY58" fmla="*/ 5663 h 65894"/>
                <a:gd name="connsiteX59" fmla="*/ 16464 w 126702"/>
                <a:gd name="connsiteY59" fmla="*/ 6278 h 65894"/>
                <a:gd name="connsiteX60" fmla="*/ 15444 w 126702"/>
                <a:gd name="connsiteY60" fmla="*/ 5927 h 65894"/>
                <a:gd name="connsiteX61" fmla="*/ 12615 w 126702"/>
                <a:gd name="connsiteY61" fmla="*/ 3029 h 65894"/>
                <a:gd name="connsiteX62" fmla="*/ 4128 w 126702"/>
                <a:gd name="connsiteY62" fmla="*/ 8253 h 65894"/>
                <a:gd name="connsiteX63" fmla="*/ 4128 w 126702"/>
                <a:gd name="connsiteY63" fmla="*/ 18087 h 6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26702" h="65894">
                  <a:moveTo>
                    <a:pt x="4081" y="18306"/>
                  </a:moveTo>
                  <a:cubicBezTo>
                    <a:pt x="4081" y="18658"/>
                    <a:pt x="3896" y="18965"/>
                    <a:pt x="3618" y="19184"/>
                  </a:cubicBezTo>
                  <a:lnTo>
                    <a:pt x="0" y="21862"/>
                  </a:lnTo>
                  <a:lnTo>
                    <a:pt x="0" y="25857"/>
                  </a:lnTo>
                  <a:lnTo>
                    <a:pt x="3385" y="29325"/>
                  </a:lnTo>
                  <a:lnTo>
                    <a:pt x="6957" y="29325"/>
                  </a:lnTo>
                  <a:cubicBezTo>
                    <a:pt x="6957" y="29325"/>
                    <a:pt x="7328" y="29325"/>
                    <a:pt x="7467" y="29457"/>
                  </a:cubicBezTo>
                  <a:lnTo>
                    <a:pt x="19339" y="34945"/>
                  </a:lnTo>
                  <a:lnTo>
                    <a:pt x="26760" y="40300"/>
                  </a:lnTo>
                  <a:lnTo>
                    <a:pt x="33345" y="40300"/>
                  </a:lnTo>
                  <a:cubicBezTo>
                    <a:pt x="33809" y="40300"/>
                    <a:pt x="34226" y="40564"/>
                    <a:pt x="34412" y="40959"/>
                  </a:cubicBezTo>
                  <a:lnTo>
                    <a:pt x="35942" y="44295"/>
                  </a:lnTo>
                  <a:lnTo>
                    <a:pt x="45682" y="46841"/>
                  </a:lnTo>
                  <a:lnTo>
                    <a:pt x="55977" y="46841"/>
                  </a:lnTo>
                  <a:lnTo>
                    <a:pt x="69288" y="49871"/>
                  </a:lnTo>
                  <a:cubicBezTo>
                    <a:pt x="69659" y="49958"/>
                    <a:pt x="69983" y="50266"/>
                    <a:pt x="70122" y="50617"/>
                  </a:cubicBezTo>
                  <a:lnTo>
                    <a:pt x="71421" y="54568"/>
                  </a:lnTo>
                  <a:lnTo>
                    <a:pt x="81810" y="59836"/>
                  </a:lnTo>
                  <a:lnTo>
                    <a:pt x="86215" y="57860"/>
                  </a:lnTo>
                  <a:cubicBezTo>
                    <a:pt x="86726" y="57641"/>
                    <a:pt x="87375" y="57816"/>
                    <a:pt x="87653" y="58255"/>
                  </a:cubicBezTo>
                  <a:lnTo>
                    <a:pt x="90204" y="61899"/>
                  </a:lnTo>
                  <a:lnTo>
                    <a:pt x="93636" y="61899"/>
                  </a:lnTo>
                  <a:cubicBezTo>
                    <a:pt x="93636" y="61899"/>
                    <a:pt x="93821" y="61899"/>
                    <a:pt x="93914" y="61899"/>
                  </a:cubicBezTo>
                  <a:lnTo>
                    <a:pt x="103607" y="64314"/>
                  </a:lnTo>
                  <a:lnTo>
                    <a:pt x="108105" y="64314"/>
                  </a:lnTo>
                  <a:cubicBezTo>
                    <a:pt x="108105" y="64314"/>
                    <a:pt x="108337" y="64314"/>
                    <a:pt x="108430" y="64314"/>
                  </a:cubicBezTo>
                  <a:lnTo>
                    <a:pt x="114320" y="65894"/>
                  </a:lnTo>
                  <a:lnTo>
                    <a:pt x="123874" y="64884"/>
                  </a:lnTo>
                  <a:lnTo>
                    <a:pt x="126703" y="59090"/>
                  </a:lnTo>
                  <a:lnTo>
                    <a:pt x="123039" y="56324"/>
                  </a:lnTo>
                  <a:cubicBezTo>
                    <a:pt x="122761" y="56104"/>
                    <a:pt x="122575" y="55753"/>
                    <a:pt x="122622" y="55402"/>
                  </a:cubicBezTo>
                  <a:lnTo>
                    <a:pt x="123178" y="48553"/>
                  </a:lnTo>
                  <a:lnTo>
                    <a:pt x="125033" y="43154"/>
                  </a:lnTo>
                  <a:lnTo>
                    <a:pt x="110100" y="43154"/>
                  </a:lnTo>
                  <a:cubicBezTo>
                    <a:pt x="109682" y="43154"/>
                    <a:pt x="109311" y="42934"/>
                    <a:pt x="109079" y="42583"/>
                  </a:cubicBezTo>
                  <a:lnTo>
                    <a:pt x="106529" y="38193"/>
                  </a:lnTo>
                  <a:lnTo>
                    <a:pt x="101288" y="38193"/>
                  </a:lnTo>
                  <a:lnTo>
                    <a:pt x="101288" y="40125"/>
                  </a:lnTo>
                  <a:cubicBezTo>
                    <a:pt x="101288" y="40739"/>
                    <a:pt x="100778" y="41222"/>
                    <a:pt x="100129" y="41222"/>
                  </a:cubicBezTo>
                  <a:lnTo>
                    <a:pt x="91270" y="41222"/>
                  </a:lnTo>
                  <a:cubicBezTo>
                    <a:pt x="90853" y="41222"/>
                    <a:pt x="90482" y="41003"/>
                    <a:pt x="90250" y="40652"/>
                  </a:cubicBezTo>
                  <a:lnTo>
                    <a:pt x="87700" y="36262"/>
                  </a:lnTo>
                  <a:lnTo>
                    <a:pt x="79676" y="36262"/>
                  </a:lnTo>
                  <a:cubicBezTo>
                    <a:pt x="79120" y="36262"/>
                    <a:pt x="78656" y="35910"/>
                    <a:pt x="78563" y="35427"/>
                  </a:cubicBezTo>
                  <a:lnTo>
                    <a:pt x="76754" y="28052"/>
                  </a:lnTo>
                  <a:lnTo>
                    <a:pt x="68963" y="28052"/>
                  </a:lnTo>
                  <a:cubicBezTo>
                    <a:pt x="68638" y="28052"/>
                    <a:pt x="68314" y="27921"/>
                    <a:pt x="68082" y="27657"/>
                  </a:cubicBezTo>
                  <a:lnTo>
                    <a:pt x="60430" y="19097"/>
                  </a:lnTo>
                  <a:lnTo>
                    <a:pt x="52731" y="20853"/>
                  </a:lnTo>
                  <a:cubicBezTo>
                    <a:pt x="52174" y="20984"/>
                    <a:pt x="51571" y="20677"/>
                    <a:pt x="51386" y="20150"/>
                  </a:cubicBezTo>
                  <a:lnTo>
                    <a:pt x="48789" y="13477"/>
                  </a:lnTo>
                  <a:lnTo>
                    <a:pt x="43224" y="13477"/>
                  </a:lnTo>
                  <a:cubicBezTo>
                    <a:pt x="42806" y="13477"/>
                    <a:pt x="42435" y="13302"/>
                    <a:pt x="42250" y="12951"/>
                  </a:cubicBezTo>
                  <a:lnTo>
                    <a:pt x="37890" y="6234"/>
                  </a:lnTo>
                  <a:lnTo>
                    <a:pt x="30841" y="4961"/>
                  </a:lnTo>
                  <a:cubicBezTo>
                    <a:pt x="30284" y="4873"/>
                    <a:pt x="29913" y="4434"/>
                    <a:pt x="29913" y="3863"/>
                  </a:cubicBezTo>
                  <a:lnTo>
                    <a:pt x="29913" y="0"/>
                  </a:lnTo>
                  <a:lnTo>
                    <a:pt x="20220" y="0"/>
                  </a:lnTo>
                  <a:lnTo>
                    <a:pt x="17345" y="5663"/>
                  </a:lnTo>
                  <a:cubicBezTo>
                    <a:pt x="17160" y="6014"/>
                    <a:pt x="16835" y="6234"/>
                    <a:pt x="16464" y="6278"/>
                  </a:cubicBezTo>
                  <a:cubicBezTo>
                    <a:pt x="16093" y="6322"/>
                    <a:pt x="15722" y="6190"/>
                    <a:pt x="15444" y="5927"/>
                  </a:cubicBezTo>
                  <a:lnTo>
                    <a:pt x="12615" y="3029"/>
                  </a:lnTo>
                  <a:lnTo>
                    <a:pt x="4128" y="8253"/>
                  </a:lnTo>
                  <a:lnTo>
                    <a:pt x="4128" y="1808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1" name="Freeform: Shape 2090">
              <a:extLst>
                <a:ext uri="{FF2B5EF4-FFF2-40B4-BE49-F238E27FC236}">
                  <a16:creationId xmlns:a16="http://schemas.microsoft.com/office/drawing/2014/main" id="{646AEF31-E8F9-39D3-F925-8746E38587AA}"/>
                </a:ext>
              </a:extLst>
            </p:cNvPr>
            <p:cNvSpPr>
              <a:spLocks/>
            </p:cNvSpPr>
            <p:nvPr/>
          </p:nvSpPr>
          <p:spPr>
            <a:xfrm>
              <a:off x="7788586" y="3418456"/>
              <a:ext cx="71853" cy="36695"/>
            </a:xfrm>
            <a:custGeom>
              <a:avLst/>
              <a:gdLst>
                <a:gd name="connsiteX0" fmla="*/ 3246 w 48139"/>
                <a:gd name="connsiteY0" fmla="*/ 23048 h 24584"/>
                <a:gd name="connsiteX1" fmla="*/ 12939 w 48139"/>
                <a:gd name="connsiteY1" fmla="*/ 24584 h 24584"/>
                <a:gd name="connsiteX2" fmla="*/ 19617 w 48139"/>
                <a:gd name="connsiteY2" fmla="*/ 22213 h 24584"/>
                <a:gd name="connsiteX3" fmla="*/ 20499 w 48139"/>
                <a:gd name="connsiteY3" fmla="*/ 22213 h 24584"/>
                <a:gd name="connsiteX4" fmla="*/ 26296 w 48139"/>
                <a:gd name="connsiteY4" fmla="*/ 24584 h 24584"/>
                <a:gd name="connsiteX5" fmla="*/ 43966 w 48139"/>
                <a:gd name="connsiteY5" fmla="*/ 22696 h 24584"/>
                <a:gd name="connsiteX6" fmla="*/ 48140 w 48139"/>
                <a:gd name="connsiteY6" fmla="*/ 22477 h 24584"/>
                <a:gd name="connsiteX7" fmla="*/ 48140 w 48139"/>
                <a:gd name="connsiteY7" fmla="*/ 15409 h 24584"/>
                <a:gd name="connsiteX8" fmla="*/ 42389 w 48139"/>
                <a:gd name="connsiteY8" fmla="*/ 12687 h 24584"/>
                <a:gd name="connsiteX9" fmla="*/ 41786 w 48139"/>
                <a:gd name="connsiteY9" fmla="*/ 11985 h 24584"/>
                <a:gd name="connsiteX10" fmla="*/ 40951 w 48139"/>
                <a:gd name="connsiteY10" fmla="*/ 9131 h 24584"/>
                <a:gd name="connsiteX11" fmla="*/ 39421 w 48139"/>
                <a:gd name="connsiteY11" fmla="*/ 4083 h 24584"/>
                <a:gd name="connsiteX12" fmla="*/ 21751 w 48139"/>
                <a:gd name="connsiteY12" fmla="*/ 4083 h 24584"/>
                <a:gd name="connsiteX13" fmla="*/ 21009 w 48139"/>
                <a:gd name="connsiteY13" fmla="*/ 3819 h 24584"/>
                <a:gd name="connsiteX14" fmla="*/ 16000 w 48139"/>
                <a:gd name="connsiteY14" fmla="*/ 0 h 24584"/>
                <a:gd name="connsiteX15" fmla="*/ 7188 w 48139"/>
                <a:gd name="connsiteY15" fmla="*/ 8341 h 24584"/>
                <a:gd name="connsiteX16" fmla="*/ 6957 w 48139"/>
                <a:gd name="connsiteY16" fmla="*/ 8517 h 24584"/>
                <a:gd name="connsiteX17" fmla="*/ 0 w 48139"/>
                <a:gd name="connsiteY17" fmla="*/ 12336 h 24584"/>
                <a:gd name="connsiteX18" fmla="*/ 0 w 48139"/>
                <a:gd name="connsiteY18" fmla="*/ 19009 h 24584"/>
                <a:gd name="connsiteX19" fmla="*/ 3246 w 48139"/>
                <a:gd name="connsiteY19" fmla="*/ 23048 h 2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8139" h="24584">
                  <a:moveTo>
                    <a:pt x="3246" y="23048"/>
                  </a:moveTo>
                  <a:lnTo>
                    <a:pt x="12939" y="24584"/>
                  </a:lnTo>
                  <a:lnTo>
                    <a:pt x="19617" y="22213"/>
                  </a:lnTo>
                  <a:cubicBezTo>
                    <a:pt x="19896" y="22126"/>
                    <a:pt x="20220" y="22126"/>
                    <a:pt x="20499" y="22213"/>
                  </a:cubicBezTo>
                  <a:lnTo>
                    <a:pt x="26296" y="24584"/>
                  </a:lnTo>
                  <a:lnTo>
                    <a:pt x="43966" y="22696"/>
                  </a:lnTo>
                  <a:lnTo>
                    <a:pt x="48140" y="22477"/>
                  </a:lnTo>
                  <a:lnTo>
                    <a:pt x="48140" y="15409"/>
                  </a:lnTo>
                  <a:lnTo>
                    <a:pt x="42389" y="12687"/>
                  </a:lnTo>
                  <a:cubicBezTo>
                    <a:pt x="42111" y="12555"/>
                    <a:pt x="41879" y="12292"/>
                    <a:pt x="41786" y="11985"/>
                  </a:cubicBezTo>
                  <a:lnTo>
                    <a:pt x="40951" y="9131"/>
                  </a:lnTo>
                  <a:lnTo>
                    <a:pt x="39421" y="4083"/>
                  </a:lnTo>
                  <a:lnTo>
                    <a:pt x="21751" y="4083"/>
                  </a:lnTo>
                  <a:cubicBezTo>
                    <a:pt x="21473" y="4083"/>
                    <a:pt x="21241" y="3995"/>
                    <a:pt x="21009" y="3819"/>
                  </a:cubicBezTo>
                  <a:lnTo>
                    <a:pt x="16000" y="0"/>
                  </a:lnTo>
                  <a:lnTo>
                    <a:pt x="7188" y="8341"/>
                  </a:lnTo>
                  <a:cubicBezTo>
                    <a:pt x="7188" y="8341"/>
                    <a:pt x="7049" y="8473"/>
                    <a:pt x="6957" y="8517"/>
                  </a:cubicBezTo>
                  <a:lnTo>
                    <a:pt x="0" y="12336"/>
                  </a:lnTo>
                  <a:lnTo>
                    <a:pt x="0" y="19009"/>
                  </a:lnTo>
                  <a:lnTo>
                    <a:pt x="3246" y="230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2" name="Freeform: Shape 2091">
              <a:extLst>
                <a:ext uri="{FF2B5EF4-FFF2-40B4-BE49-F238E27FC236}">
                  <a16:creationId xmlns:a16="http://schemas.microsoft.com/office/drawing/2014/main" id="{5E0C8100-10F5-8969-86FA-1A6FC869F2AB}"/>
                </a:ext>
              </a:extLst>
            </p:cNvPr>
            <p:cNvSpPr>
              <a:spLocks/>
            </p:cNvSpPr>
            <p:nvPr/>
          </p:nvSpPr>
          <p:spPr>
            <a:xfrm>
              <a:off x="5461832" y="3039124"/>
              <a:ext cx="75029" cy="146155"/>
            </a:xfrm>
            <a:custGeom>
              <a:avLst/>
              <a:gdLst>
                <a:gd name="connsiteX0" fmla="*/ 32968 w 50266"/>
                <a:gd name="connsiteY0" fmla="*/ 79679 h 97917"/>
                <a:gd name="connsiteX1" fmla="*/ 39229 w 50266"/>
                <a:gd name="connsiteY1" fmla="*/ 77352 h 97917"/>
                <a:gd name="connsiteX2" fmla="*/ 39461 w 50266"/>
                <a:gd name="connsiteY2" fmla="*/ 75815 h 97917"/>
                <a:gd name="connsiteX3" fmla="*/ 32829 w 50266"/>
                <a:gd name="connsiteY3" fmla="*/ 71645 h 97917"/>
                <a:gd name="connsiteX4" fmla="*/ 37930 w 50266"/>
                <a:gd name="connsiteY4" fmla="*/ 58958 h 97917"/>
                <a:gd name="connsiteX5" fmla="*/ 35008 w 50266"/>
                <a:gd name="connsiteY5" fmla="*/ 58958 h 97917"/>
                <a:gd name="connsiteX6" fmla="*/ 35008 w 50266"/>
                <a:gd name="connsiteY6" fmla="*/ 52548 h 97917"/>
                <a:gd name="connsiteX7" fmla="*/ 26985 w 50266"/>
                <a:gd name="connsiteY7" fmla="*/ 44954 h 97917"/>
                <a:gd name="connsiteX8" fmla="*/ 38904 w 50266"/>
                <a:gd name="connsiteY8" fmla="*/ 44954 h 97917"/>
                <a:gd name="connsiteX9" fmla="*/ 39600 w 50266"/>
                <a:gd name="connsiteY9" fmla="*/ 38939 h 97917"/>
                <a:gd name="connsiteX10" fmla="*/ 37466 w 50266"/>
                <a:gd name="connsiteY10" fmla="*/ 36261 h 97917"/>
                <a:gd name="connsiteX11" fmla="*/ 41084 w 50266"/>
                <a:gd name="connsiteY11" fmla="*/ 33452 h 97917"/>
                <a:gd name="connsiteX12" fmla="*/ 41084 w 50266"/>
                <a:gd name="connsiteY12" fmla="*/ 30774 h 97917"/>
                <a:gd name="connsiteX13" fmla="*/ 37605 w 50266"/>
                <a:gd name="connsiteY13" fmla="*/ 26384 h 97917"/>
                <a:gd name="connsiteX14" fmla="*/ 37605 w 50266"/>
                <a:gd name="connsiteY14" fmla="*/ 21335 h 97917"/>
                <a:gd name="connsiteX15" fmla="*/ 42568 w 50266"/>
                <a:gd name="connsiteY15" fmla="*/ 18087 h 97917"/>
                <a:gd name="connsiteX16" fmla="*/ 46788 w 50266"/>
                <a:gd name="connsiteY16" fmla="*/ 12468 h 97917"/>
                <a:gd name="connsiteX17" fmla="*/ 50266 w 50266"/>
                <a:gd name="connsiteY17" fmla="*/ 9131 h 97917"/>
                <a:gd name="connsiteX18" fmla="*/ 45118 w 50266"/>
                <a:gd name="connsiteY18" fmla="*/ 7287 h 97917"/>
                <a:gd name="connsiteX19" fmla="*/ 45118 w 50266"/>
                <a:gd name="connsiteY19" fmla="*/ 1668 h 97917"/>
                <a:gd name="connsiteX20" fmla="*/ 37188 w 50266"/>
                <a:gd name="connsiteY20" fmla="*/ 88 h 97917"/>
                <a:gd name="connsiteX21" fmla="*/ 33292 w 50266"/>
                <a:gd name="connsiteY21" fmla="*/ 5180 h 97917"/>
                <a:gd name="connsiteX22" fmla="*/ 28886 w 50266"/>
                <a:gd name="connsiteY22" fmla="*/ 3249 h 97917"/>
                <a:gd name="connsiteX23" fmla="*/ 21049 w 50266"/>
                <a:gd name="connsiteY23" fmla="*/ 6980 h 97917"/>
                <a:gd name="connsiteX24" fmla="*/ 21049 w 50266"/>
                <a:gd name="connsiteY24" fmla="*/ 0 h 97917"/>
                <a:gd name="connsiteX25" fmla="*/ 15901 w 50266"/>
                <a:gd name="connsiteY25" fmla="*/ 0 h 97917"/>
                <a:gd name="connsiteX26" fmla="*/ 11541 w 50266"/>
                <a:gd name="connsiteY26" fmla="*/ 2810 h 97917"/>
                <a:gd name="connsiteX27" fmla="*/ 9222 w 50266"/>
                <a:gd name="connsiteY27" fmla="*/ 4829 h 97917"/>
                <a:gd name="connsiteX28" fmla="*/ 13118 w 50266"/>
                <a:gd name="connsiteY28" fmla="*/ 17428 h 97917"/>
                <a:gd name="connsiteX29" fmla="*/ 9825 w 50266"/>
                <a:gd name="connsiteY29" fmla="*/ 40300 h 97917"/>
                <a:gd name="connsiteX30" fmla="*/ 5373 w 50266"/>
                <a:gd name="connsiteY30" fmla="*/ 48905 h 97917"/>
                <a:gd name="connsiteX31" fmla="*/ 735 w 50266"/>
                <a:gd name="connsiteY31" fmla="*/ 64094 h 97917"/>
                <a:gd name="connsiteX32" fmla="*/ 6162 w 50266"/>
                <a:gd name="connsiteY32" fmla="*/ 64840 h 97917"/>
                <a:gd name="connsiteX33" fmla="*/ 7692 w 50266"/>
                <a:gd name="connsiteY33" fmla="*/ 60977 h 97917"/>
                <a:gd name="connsiteX34" fmla="*/ 9454 w 50266"/>
                <a:gd name="connsiteY34" fmla="*/ 60977 h 97917"/>
                <a:gd name="connsiteX35" fmla="*/ 8109 w 50266"/>
                <a:gd name="connsiteY35" fmla="*/ 63918 h 97917"/>
                <a:gd name="connsiteX36" fmla="*/ 4631 w 50266"/>
                <a:gd name="connsiteY36" fmla="*/ 67211 h 97917"/>
                <a:gd name="connsiteX37" fmla="*/ 5420 w 50266"/>
                <a:gd name="connsiteY37" fmla="*/ 70328 h 97917"/>
                <a:gd name="connsiteX38" fmla="*/ 8295 w 50266"/>
                <a:gd name="connsiteY38" fmla="*/ 69582 h 97917"/>
                <a:gd name="connsiteX39" fmla="*/ 10614 w 50266"/>
                <a:gd name="connsiteY39" fmla="*/ 67913 h 97917"/>
                <a:gd name="connsiteX40" fmla="*/ 11773 w 50266"/>
                <a:gd name="connsiteY40" fmla="*/ 68089 h 97917"/>
                <a:gd name="connsiteX41" fmla="*/ 12330 w 50266"/>
                <a:gd name="connsiteY41" fmla="*/ 70284 h 97917"/>
                <a:gd name="connsiteX42" fmla="*/ 10567 w 50266"/>
                <a:gd name="connsiteY42" fmla="*/ 72830 h 97917"/>
                <a:gd name="connsiteX43" fmla="*/ 11356 w 50266"/>
                <a:gd name="connsiteY43" fmla="*/ 89863 h 97917"/>
                <a:gd name="connsiteX44" fmla="*/ 9640 w 50266"/>
                <a:gd name="connsiteY44" fmla="*/ 96448 h 97917"/>
                <a:gd name="connsiteX45" fmla="*/ 13907 w 50266"/>
                <a:gd name="connsiteY45" fmla="*/ 96448 h 97917"/>
                <a:gd name="connsiteX46" fmla="*/ 18544 w 50266"/>
                <a:gd name="connsiteY46" fmla="*/ 95702 h 97917"/>
                <a:gd name="connsiteX47" fmla="*/ 28794 w 50266"/>
                <a:gd name="connsiteY47" fmla="*/ 96053 h 97917"/>
                <a:gd name="connsiteX48" fmla="*/ 31762 w 50266"/>
                <a:gd name="connsiteY48" fmla="*/ 94912 h 97917"/>
                <a:gd name="connsiteX49" fmla="*/ 30370 w 50266"/>
                <a:gd name="connsiteY49" fmla="*/ 86351 h 97917"/>
                <a:gd name="connsiteX50" fmla="*/ 32968 w 50266"/>
                <a:gd name="connsiteY50" fmla="*/ 79635 h 97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0266" h="97917">
                  <a:moveTo>
                    <a:pt x="32968" y="79679"/>
                  </a:moveTo>
                  <a:cubicBezTo>
                    <a:pt x="35008" y="77835"/>
                    <a:pt x="37745" y="77440"/>
                    <a:pt x="39229" y="77352"/>
                  </a:cubicBezTo>
                  <a:lnTo>
                    <a:pt x="39461" y="75815"/>
                  </a:lnTo>
                  <a:cubicBezTo>
                    <a:pt x="35889" y="75245"/>
                    <a:pt x="33663" y="73840"/>
                    <a:pt x="32829" y="71645"/>
                  </a:cubicBezTo>
                  <a:cubicBezTo>
                    <a:pt x="31252" y="67474"/>
                    <a:pt x="35379" y="61855"/>
                    <a:pt x="37930" y="58958"/>
                  </a:cubicBezTo>
                  <a:lnTo>
                    <a:pt x="35008" y="58958"/>
                  </a:lnTo>
                  <a:lnTo>
                    <a:pt x="35008" y="52548"/>
                  </a:lnTo>
                  <a:lnTo>
                    <a:pt x="26985" y="44954"/>
                  </a:lnTo>
                  <a:lnTo>
                    <a:pt x="38904" y="44954"/>
                  </a:lnTo>
                  <a:lnTo>
                    <a:pt x="39600" y="38939"/>
                  </a:lnTo>
                  <a:lnTo>
                    <a:pt x="37466" y="36261"/>
                  </a:lnTo>
                  <a:lnTo>
                    <a:pt x="41084" y="33452"/>
                  </a:lnTo>
                  <a:lnTo>
                    <a:pt x="41084" y="30774"/>
                  </a:lnTo>
                  <a:lnTo>
                    <a:pt x="37605" y="26384"/>
                  </a:lnTo>
                  <a:lnTo>
                    <a:pt x="37605" y="21335"/>
                  </a:lnTo>
                  <a:lnTo>
                    <a:pt x="42568" y="18087"/>
                  </a:lnTo>
                  <a:lnTo>
                    <a:pt x="46788" y="12468"/>
                  </a:lnTo>
                  <a:lnTo>
                    <a:pt x="50266" y="9131"/>
                  </a:lnTo>
                  <a:lnTo>
                    <a:pt x="45118" y="7287"/>
                  </a:lnTo>
                  <a:lnTo>
                    <a:pt x="45118" y="1668"/>
                  </a:lnTo>
                  <a:lnTo>
                    <a:pt x="37188" y="88"/>
                  </a:lnTo>
                  <a:lnTo>
                    <a:pt x="33292" y="5180"/>
                  </a:lnTo>
                  <a:lnTo>
                    <a:pt x="28886" y="3249"/>
                  </a:lnTo>
                  <a:lnTo>
                    <a:pt x="21049" y="6980"/>
                  </a:lnTo>
                  <a:lnTo>
                    <a:pt x="21049" y="0"/>
                  </a:lnTo>
                  <a:lnTo>
                    <a:pt x="15901" y="0"/>
                  </a:lnTo>
                  <a:lnTo>
                    <a:pt x="11541" y="2810"/>
                  </a:lnTo>
                  <a:lnTo>
                    <a:pt x="9222" y="4829"/>
                  </a:lnTo>
                  <a:cubicBezTo>
                    <a:pt x="9547" y="8297"/>
                    <a:pt x="10521" y="14575"/>
                    <a:pt x="13118" y="17428"/>
                  </a:cubicBezTo>
                  <a:cubicBezTo>
                    <a:pt x="13118" y="17428"/>
                    <a:pt x="11588" y="37359"/>
                    <a:pt x="9825" y="40300"/>
                  </a:cubicBezTo>
                  <a:cubicBezTo>
                    <a:pt x="8109" y="43242"/>
                    <a:pt x="5373" y="48905"/>
                    <a:pt x="5373" y="48905"/>
                  </a:cubicBezTo>
                  <a:cubicBezTo>
                    <a:pt x="5373" y="48905"/>
                    <a:pt x="-2372" y="59353"/>
                    <a:pt x="735" y="64094"/>
                  </a:cubicBezTo>
                  <a:cubicBezTo>
                    <a:pt x="2266" y="63918"/>
                    <a:pt x="5188" y="65762"/>
                    <a:pt x="6162" y="64840"/>
                  </a:cubicBezTo>
                  <a:cubicBezTo>
                    <a:pt x="7135" y="63918"/>
                    <a:pt x="7692" y="60977"/>
                    <a:pt x="7692" y="60977"/>
                  </a:cubicBezTo>
                  <a:lnTo>
                    <a:pt x="9454" y="60977"/>
                  </a:lnTo>
                  <a:lnTo>
                    <a:pt x="8109" y="63918"/>
                  </a:lnTo>
                  <a:lnTo>
                    <a:pt x="4631" y="67211"/>
                  </a:lnTo>
                  <a:lnTo>
                    <a:pt x="5420" y="70328"/>
                  </a:lnTo>
                  <a:lnTo>
                    <a:pt x="8295" y="69582"/>
                  </a:lnTo>
                  <a:lnTo>
                    <a:pt x="10614" y="67913"/>
                  </a:lnTo>
                  <a:lnTo>
                    <a:pt x="11773" y="68089"/>
                  </a:lnTo>
                  <a:lnTo>
                    <a:pt x="12330" y="70284"/>
                  </a:lnTo>
                  <a:lnTo>
                    <a:pt x="10567" y="72830"/>
                  </a:lnTo>
                  <a:lnTo>
                    <a:pt x="11356" y="89863"/>
                  </a:lnTo>
                  <a:cubicBezTo>
                    <a:pt x="11356" y="89863"/>
                    <a:pt x="9640" y="95000"/>
                    <a:pt x="9640" y="96448"/>
                  </a:cubicBezTo>
                  <a:cubicBezTo>
                    <a:pt x="9640" y="97897"/>
                    <a:pt x="13907" y="96448"/>
                    <a:pt x="13907" y="96448"/>
                  </a:cubicBezTo>
                  <a:lnTo>
                    <a:pt x="18544" y="95702"/>
                  </a:lnTo>
                  <a:cubicBezTo>
                    <a:pt x="18544" y="95702"/>
                    <a:pt x="23970" y="100443"/>
                    <a:pt x="28794" y="96053"/>
                  </a:cubicBezTo>
                  <a:cubicBezTo>
                    <a:pt x="28794" y="96053"/>
                    <a:pt x="29999" y="95439"/>
                    <a:pt x="31762" y="94912"/>
                  </a:cubicBezTo>
                  <a:cubicBezTo>
                    <a:pt x="31066" y="93288"/>
                    <a:pt x="30463" y="90610"/>
                    <a:pt x="30370" y="86351"/>
                  </a:cubicBezTo>
                  <a:cubicBezTo>
                    <a:pt x="30324" y="83454"/>
                    <a:pt x="31159" y="81215"/>
                    <a:pt x="32968" y="7963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3" name="Freeform: Shape 2092">
              <a:extLst>
                <a:ext uri="{FF2B5EF4-FFF2-40B4-BE49-F238E27FC236}">
                  <a16:creationId xmlns:a16="http://schemas.microsoft.com/office/drawing/2014/main" id="{0BDEAF71-700D-E8A6-1507-E7A4A3FB6DB3}"/>
                </a:ext>
              </a:extLst>
            </p:cNvPr>
            <p:cNvSpPr>
              <a:spLocks/>
            </p:cNvSpPr>
            <p:nvPr/>
          </p:nvSpPr>
          <p:spPr>
            <a:xfrm>
              <a:off x="6918370" y="3500628"/>
              <a:ext cx="183569" cy="197300"/>
            </a:xfrm>
            <a:custGeom>
              <a:avLst/>
              <a:gdLst>
                <a:gd name="connsiteX0" fmla="*/ 64047 w 122984"/>
                <a:gd name="connsiteY0" fmla="*/ 4346 h 132183"/>
                <a:gd name="connsiteX1" fmla="*/ 63166 w 122984"/>
                <a:gd name="connsiteY1" fmla="*/ 3951 h 132183"/>
                <a:gd name="connsiteX2" fmla="*/ 59966 w 122984"/>
                <a:gd name="connsiteY2" fmla="*/ 219 h 132183"/>
                <a:gd name="connsiteX3" fmla="*/ 57276 w 122984"/>
                <a:gd name="connsiteY3" fmla="*/ 2063 h 132183"/>
                <a:gd name="connsiteX4" fmla="*/ 57276 w 122984"/>
                <a:gd name="connsiteY4" fmla="*/ 10536 h 132183"/>
                <a:gd name="connsiteX5" fmla="*/ 62749 w 122984"/>
                <a:gd name="connsiteY5" fmla="*/ 11809 h 132183"/>
                <a:gd name="connsiteX6" fmla="*/ 63630 w 122984"/>
                <a:gd name="connsiteY6" fmla="*/ 12687 h 132183"/>
                <a:gd name="connsiteX7" fmla="*/ 63166 w 122984"/>
                <a:gd name="connsiteY7" fmla="*/ 13785 h 132183"/>
                <a:gd name="connsiteX8" fmla="*/ 57090 w 122984"/>
                <a:gd name="connsiteY8" fmla="*/ 17867 h 132183"/>
                <a:gd name="connsiteX9" fmla="*/ 57090 w 122984"/>
                <a:gd name="connsiteY9" fmla="*/ 26077 h 132183"/>
                <a:gd name="connsiteX10" fmla="*/ 56627 w 122984"/>
                <a:gd name="connsiteY10" fmla="*/ 26955 h 132183"/>
                <a:gd name="connsiteX11" fmla="*/ 50922 w 122984"/>
                <a:gd name="connsiteY11" fmla="*/ 30993 h 132183"/>
                <a:gd name="connsiteX12" fmla="*/ 50922 w 122984"/>
                <a:gd name="connsiteY12" fmla="*/ 37403 h 132183"/>
                <a:gd name="connsiteX13" fmla="*/ 56905 w 122984"/>
                <a:gd name="connsiteY13" fmla="*/ 45173 h 132183"/>
                <a:gd name="connsiteX14" fmla="*/ 57090 w 122984"/>
                <a:gd name="connsiteY14" fmla="*/ 46095 h 132183"/>
                <a:gd name="connsiteX15" fmla="*/ 46656 w 122984"/>
                <a:gd name="connsiteY15" fmla="*/ 81215 h 132183"/>
                <a:gd name="connsiteX16" fmla="*/ 45914 w 122984"/>
                <a:gd name="connsiteY16" fmla="*/ 81961 h 132183"/>
                <a:gd name="connsiteX17" fmla="*/ 0 w 122984"/>
                <a:gd name="connsiteY17" fmla="*/ 95834 h 132183"/>
                <a:gd name="connsiteX18" fmla="*/ 17160 w 122984"/>
                <a:gd name="connsiteY18" fmla="*/ 132183 h 132183"/>
                <a:gd name="connsiteX19" fmla="*/ 30841 w 122984"/>
                <a:gd name="connsiteY19" fmla="*/ 127925 h 132183"/>
                <a:gd name="connsiteX20" fmla="*/ 42435 w 122984"/>
                <a:gd name="connsiteY20" fmla="*/ 128188 h 132183"/>
                <a:gd name="connsiteX21" fmla="*/ 48835 w 122984"/>
                <a:gd name="connsiteY21" fmla="*/ 124325 h 132183"/>
                <a:gd name="connsiteX22" fmla="*/ 54030 w 122984"/>
                <a:gd name="connsiteY22" fmla="*/ 113877 h 132183"/>
                <a:gd name="connsiteX23" fmla="*/ 71699 w 122984"/>
                <a:gd name="connsiteY23" fmla="*/ 102375 h 132183"/>
                <a:gd name="connsiteX24" fmla="*/ 89369 w 122984"/>
                <a:gd name="connsiteY24" fmla="*/ 97458 h 132183"/>
                <a:gd name="connsiteX25" fmla="*/ 89369 w 122984"/>
                <a:gd name="connsiteY25" fmla="*/ 82927 h 132183"/>
                <a:gd name="connsiteX26" fmla="*/ 90807 w 122984"/>
                <a:gd name="connsiteY26" fmla="*/ 75245 h 132183"/>
                <a:gd name="connsiteX27" fmla="*/ 93404 w 122984"/>
                <a:gd name="connsiteY27" fmla="*/ 71382 h 132183"/>
                <a:gd name="connsiteX28" fmla="*/ 97485 w 122984"/>
                <a:gd name="connsiteY28" fmla="*/ 71382 h 132183"/>
                <a:gd name="connsiteX29" fmla="*/ 97485 w 122984"/>
                <a:gd name="connsiteY29" fmla="*/ 73577 h 132183"/>
                <a:gd name="connsiteX30" fmla="*/ 103004 w 122984"/>
                <a:gd name="connsiteY30" fmla="*/ 71645 h 132183"/>
                <a:gd name="connsiteX31" fmla="*/ 105879 w 122984"/>
                <a:gd name="connsiteY31" fmla="*/ 66157 h 132183"/>
                <a:gd name="connsiteX32" fmla="*/ 107595 w 122984"/>
                <a:gd name="connsiteY32" fmla="*/ 62602 h 132183"/>
                <a:gd name="connsiteX33" fmla="*/ 116871 w 122984"/>
                <a:gd name="connsiteY33" fmla="*/ 51890 h 132183"/>
                <a:gd name="connsiteX34" fmla="*/ 122946 w 122984"/>
                <a:gd name="connsiteY34" fmla="*/ 39554 h 132183"/>
                <a:gd name="connsiteX35" fmla="*/ 115990 w 122984"/>
                <a:gd name="connsiteY35" fmla="*/ 38457 h 132183"/>
                <a:gd name="connsiteX36" fmla="*/ 101520 w 122984"/>
                <a:gd name="connsiteY36" fmla="*/ 21731 h 132183"/>
                <a:gd name="connsiteX37" fmla="*/ 75131 w 122984"/>
                <a:gd name="connsiteY37" fmla="*/ 12424 h 132183"/>
                <a:gd name="connsiteX38" fmla="*/ 68731 w 122984"/>
                <a:gd name="connsiteY38" fmla="*/ 0 h 132183"/>
                <a:gd name="connsiteX39" fmla="*/ 64882 w 122984"/>
                <a:gd name="connsiteY39" fmla="*/ 4083 h 132183"/>
                <a:gd name="connsiteX40" fmla="*/ 64001 w 122984"/>
                <a:gd name="connsiteY40" fmla="*/ 4434 h 13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22984" h="132183">
                  <a:moveTo>
                    <a:pt x="64047" y="4346"/>
                  </a:moveTo>
                  <a:cubicBezTo>
                    <a:pt x="63722" y="4346"/>
                    <a:pt x="63398" y="4171"/>
                    <a:pt x="63166" y="3951"/>
                  </a:cubicBezTo>
                  <a:lnTo>
                    <a:pt x="59966" y="219"/>
                  </a:lnTo>
                  <a:lnTo>
                    <a:pt x="57276" y="2063"/>
                  </a:lnTo>
                  <a:lnTo>
                    <a:pt x="57276" y="10536"/>
                  </a:lnTo>
                  <a:lnTo>
                    <a:pt x="62749" y="11809"/>
                  </a:lnTo>
                  <a:cubicBezTo>
                    <a:pt x="63212" y="11897"/>
                    <a:pt x="63537" y="12248"/>
                    <a:pt x="63630" y="12687"/>
                  </a:cubicBezTo>
                  <a:cubicBezTo>
                    <a:pt x="63722" y="13126"/>
                    <a:pt x="63537" y="13521"/>
                    <a:pt x="63166" y="13785"/>
                  </a:cubicBezTo>
                  <a:lnTo>
                    <a:pt x="57090" y="17867"/>
                  </a:lnTo>
                  <a:lnTo>
                    <a:pt x="57090" y="26077"/>
                  </a:lnTo>
                  <a:cubicBezTo>
                    <a:pt x="57090" y="26428"/>
                    <a:pt x="56905" y="26735"/>
                    <a:pt x="56627" y="26955"/>
                  </a:cubicBezTo>
                  <a:lnTo>
                    <a:pt x="50922" y="30993"/>
                  </a:lnTo>
                  <a:lnTo>
                    <a:pt x="50922" y="37403"/>
                  </a:lnTo>
                  <a:lnTo>
                    <a:pt x="56905" y="45173"/>
                  </a:lnTo>
                  <a:cubicBezTo>
                    <a:pt x="57090" y="45437"/>
                    <a:pt x="57183" y="45788"/>
                    <a:pt x="57090" y="46095"/>
                  </a:cubicBezTo>
                  <a:lnTo>
                    <a:pt x="46656" y="81215"/>
                  </a:lnTo>
                  <a:cubicBezTo>
                    <a:pt x="46563" y="81566"/>
                    <a:pt x="46285" y="81874"/>
                    <a:pt x="45914" y="81961"/>
                  </a:cubicBezTo>
                  <a:lnTo>
                    <a:pt x="0" y="95834"/>
                  </a:lnTo>
                  <a:lnTo>
                    <a:pt x="17160" y="132183"/>
                  </a:lnTo>
                  <a:cubicBezTo>
                    <a:pt x="21426" y="131437"/>
                    <a:pt x="27177" y="130998"/>
                    <a:pt x="30841" y="127925"/>
                  </a:cubicBezTo>
                  <a:cubicBezTo>
                    <a:pt x="30841" y="127925"/>
                    <a:pt x="39560" y="126564"/>
                    <a:pt x="42435" y="128188"/>
                  </a:cubicBezTo>
                  <a:cubicBezTo>
                    <a:pt x="42435" y="128188"/>
                    <a:pt x="48232" y="129286"/>
                    <a:pt x="48835" y="124325"/>
                  </a:cubicBezTo>
                  <a:cubicBezTo>
                    <a:pt x="49438" y="119364"/>
                    <a:pt x="49717" y="113613"/>
                    <a:pt x="54030" y="113877"/>
                  </a:cubicBezTo>
                  <a:cubicBezTo>
                    <a:pt x="58389" y="114140"/>
                    <a:pt x="69102" y="117433"/>
                    <a:pt x="71699" y="102375"/>
                  </a:cubicBezTo>
                  <a:cubicBezTo>
                    <a:pt x="71699" y="102375"/>
                    <a:pt x="78656" y="95527"/>
                    <a:pt x="89369" y="97458"/>
                  </a:cubicBezTo>
                  <a:lnTo>
                    <a:pt x="89369" y="82927"/>
                  </a:lnTo>
                  <a:lnTo>
                    <a:pt x="90807" y="75245"/>
                  </a:lnTo>
                  <a:lnTo>
                    <a:pt x="93404" y="71382"/>
                  </a:lnTo>
                  <a:lnTo>
                    <a:pt x="97485" y="71382"/>
                  </a:lnTo>
                  <a:lnTo>
                    <a:pt x="97485" y="73577"/>
                  </a:lnTo>
                  <a:lnTo>
                    <a:pt x="103004" y="71645"/>
                  </a:lnTo>
                  <a:lnTo>
                    <a:pt x="105879" y="66157"/>
                  </a:lnTo>
                  <a:cubicBezTo>
                    <a:pt x="105879" y="66157"/>
                    <a:pt x="106436" y="63128"/>
                    <a:pt x="107595" y="62602"/>
                  </a:cubicBezTo>
                  <a:cubicBezTo>
                    <a:pt x="108755" y="62075"/>
                    <a:pt x="116871" y="51890"/>
                    <a:pt x="116871" y="51890"/>
                  </a:cubicBezTo>
                  <a:cubicBezTo>
                    <a:pt x="116871" y="51890"/>
                    <a:pt x="123549" y="43944"/>
                    <a:pt x="122946" y="39554"/>
                  </a:cubicBezTo>
                  <a:cubicBezTo>
                    <a:pt x="122343" y="35164"/>
                    <a:pt x="115990" y="38457"/>
                    <a:pt x="115990" y="38457"/>
                  </a:cubicBezTo>
                  <a:cubicBezTo>
                    <a:pt x="115990" y="38457"/>
                    <a:pt x="104952" y="23926"/>
                    <a:pt x="101520" y="21731"/>
                  </a:cubicBezTo>
                  <a:cubicBezTo>
                    <a:pt x="98088" y="19536"/>
                    <a:pt x="81531" y="20896"/>
                    <a:pt x="75131" y="12424"/>
                  </a:cubicBezTo>
                  <a:cubicBezTo>
                    <a:pt x="72256" y="8604"/>
                    <a:pt x="70122" y="4302"/>
                    <a:pt x="68731" y="0"/>
                  </a:cubicBezTo>
                  <a:lnTo>
                    <a:pt x="64882" y="4083"/>
                  </a:lnTo>
                  <a:cubicBezTo>
                    <a:pt x="64650" y="4302"/>
                    <a:pt x="64465" y="4434"/>
                    <a:pt x="64001" y="443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117DBC10-481B-C3B5-0C8D-E3E2C8B48C3E}"/>
                </a:ext>
              </a:extLst>
            </p:cNvPr>
            <p:cNvSpPr>
              <a:spLocks/>
            </p:cNvSpPr>
            <p:nvPr/>
          </p:nvSpPr>
          <p:spPr>
            <a:xfrm>
              <a:off x="6693944" y="3644393"/>
              <a:ext cx="246506" cy="146994"/>
            </a:xfrm>
            <a:custGeom>
              <a:avLst/>
              <a:gdLst>
                <a:gd name="connsiteX0" fmla="*/ 101937 w 165149"/>
                <a:gd name="connsiteY0" fmla="*/ 6058 h 98479"/>
                <a:gd name="connsiteX1" fmla="*/ 88488 w 165149"/>
                <a:gd name="connsiteY1" fmla="*/ 13477 h 98479"/>
                <a:gd name="connsiteX2" fmla="*/ 78146 w 165149"/>
                <a:gd name="connsiteY2" fmla="*/ 29720 h 98479"/>
                <a:gd name="connsiteX3" fmla="*/ 77543 w 165149"/>
                <a:gd name="connsiteY3" fmla="*/ 30203 h 98479"/>
                <a:gd name="connsiteX4" fmla="*/ 69102 w 165149"/>
                <a:gd name="connsiteY4" fmla="*/ 32925 h 98479"/>
                <a:gd name="connsiteX5" fmla="*/ 67757 w 165149"/>
                <a:gd name="connsiteY5" fmla="*/ 32530 h 98479"/>
                <a:gd name="connsiteX6" fmla="*/ 64232 w 165149"/>
                <a:gd name="connsiteY6" fmla="*/ 27701 h 98479"/>
                <a:gd name="connsiteX7" fmla="*/ 22679 w 165149"/>
                <a:gd name="connsiteY7" fmla="*/ 26999 h 98479"/>
                <a:gd name="connsiteX8" fmla="*/ 17763 w 165149"/>
                <a:gd name="connsiteY8" fmla="*/ 25857 h 98479"/>
                <a:gd name="connsiteX9" fmla="*/ 11409 w 165149"/>
                <a:gd name="connsiteY9" fmla="*/ 24584 h 98479"/>
                <a:gd name="connsiteX10" fmla="*/ 9647 w 165149"/>
                <a:gd name="connsiteY10" fmla="*/ 28535 h 98479"/>
                <a:gd name="connsiteX11" fmla="*/ 11873 w 165149"/>
                <a:gd name="connsiteY11" fmla="*/ 35822 h 98479"/>
                <a:gd name="connsiteX12" fmla="*/ 11270 w 165149"/>
                <a:gd name="connsiteY12" fmla="*/ 37096 h 98479"/>
                <a:gd name="connsiteX13" fmla="*/ 3432 w 165149"/>
                <a:gd name="connsiteY13" fmla="*/ 40739 h 98479"/>
                <a:gd name="connsiteX14" fmla="*/ 2783 w 165149"/>
                <a:gd name="connsiteY14" fmla="*/ 40915 h 98479"/>
                <a:gd name="connsiteX15" fmla="*/ 0 w 165149"/>
                <a:gd name="connsiteY15" fmla="*/ 50178 h 98479"/>
                <a:gd name="connsiteX16" fmla="*/ 10435 w 165149"/>
                <a:gd name="connsiteY16" fmla="*/ 81435 h 98479"/>
                <a:gd name="connsiteX17" fmla="*/ 22307 w 165149"/>
                <a:gd name="connsiteY17" fmla="*/ 98468 h 98479"/>
                <a:gd name="connsiteX18" fmla="*/ 47537 w 165149"/>
                <a:gd name="connsiteY18" fmla="*/ 87493 h 98479"/>
                <a:gd name="connsiteX19" fmla="*/ 82876 w 165149"/>
                <a:gd name="connsiteY19" fmla="*/ 77879 h 98479"/>
                <a:gd name="connsiteX20" fmla="*/ 103468 w 165149"/>
                <a:gd name="connsiteY20" fmla="*/ 69099 h 98479"/>
                <a:gd name="connsiteX21" fmla="*/ 150401 w 165149"/>
                <a:gd name="connsiteY21" fmla="*/ 53207 h 98479"/>
                <a:gd name="connsiteX22" fmla="*/ 150401 w 165149"/>
                <a:gd name="connsiteY22" fmla="*/ 43066 h 98479"/>
                <a:gd name="connsiteX23" fmla="*/ 163758 w 165149"/>
                <a:gd name="connsiteY23" fmla="*/ 36744 h 98479"/>
                <a:gd name="connsiteX24" fmla="*/ 165149 w 165149"/>
                <a:gd name="connsiteY24" fmla="*/ 36305 h 98479"/>
                <a:gd name="connsiteX25" fmla="*/ 147990 w 165149"/>
                <a:gd name="connsiteY25" fmla="*/ 0 h 98479"/>
                <a:gd name="connsiteX26" fmla="*/ 101937 w 165149"/>
                <a:gd name="connsiteY26" fmla="*/ 6058 h 9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5149" h="98479">
                  <a:moveTo>
                    <a:pt x="101937" y="6058"/>
                  </a:moveTo>
                  <a:lnTo>
                    <a:pt x="88488" y="13477"/>
                  </a:lnTo>
                  <a:lnTo>
                    <a:pt x="78146" y="29720"/>
                  </a:lnTo>
                  <a:cubicBezTo>
                    <a:pt x="78007" y="29940"/>
                    <a:pt x="77775" y="30115"/>
                    <a:pt x="77543" y="30203"/>
                  </a:cubicBezTo>
                  <a:lnTo>
                    <a:pt x="69102" y="32925"/>
                  </a:lnTo>
                  <a:cubicBezTo>
                    <a:pt x="68638" y="33101"/>
                    <a:pt x="68082" y="32925"/>
                    <a:pt x="67757" y="32530"/>
                  </a:cubicBezTo>
                  <a:lnTo>
                    <a:pt x="64232" y="27701"/>
                  </a:lnTo>
                  <a:lnTo>
                    <a:pt x="22679" y="26999"/>
                  </a:lnTo>
                  <a:lnTo>
                    <a:pt x="17763" y="25857"/>
                  </a:lnTo>
                  <a:lnTo>
                    <a:pt x="11409" y="24584"/>
                  </a:lnTo>
                  <a:lnTo>
                    <a:pt x="9647" y="28535"/>
                  </a:lnTo>
                  <a:lnTo>
                    <a:pt x="11873" y="35822"/>
                  </a:lnTo>
                  <a:cubicBezTo>
                    <a:pt x="12012" y="36349"/>
                    <a:pt x="11780" y="36876"/>
                    <a:pt x="11270" y="37096"/>
                  </a:cubicBezTo>
                  <a:lnTo>
                    <a:pt x="3432" y="40739"/>
                  </a:lnTo>
                  <a:lnTo>
                    <a:pt x="2783" y="40915"/>
                  </a:lnTo>
                  <a:cubicBezTo>
                    <a:pt x="2272" y="44207"/>
                    <a:pt x="0" y="50178"/>
                    <a:pt x="0" y="50178"/>
                  </a:cubicBezTo>
                  <a:cubicBezTo>
                    <a:pt x="0" y="50178"/>
                    <a:pt x="5194" y="79547"/>
                    <a:pt x="10435" y="81435"/>
                  </a:cubicBezTo>
                  <a:cubicBezTo>
                    <a:pt x="10435" y="81435"/>
                    <a:pt x="6400" y="98995"/>
                    <a:pt x="22307" y="98468"/>
                  </a:cubicBezTo>
                  <a:cubicBezTo>
                    <a:pt x="38261" y="97941"/>
                    <a:pt x="47537" y="87493"/>
                    <a:pt x="47537" y="87493"/>
                  </a:cubicBezTo>
                  <a:cubicBezTo>
                    <a:pt x="47537" y="87493"/>
                    <a:pt x="64325" y="92410"/>
                    <a:pt x="82876" y="77879"/>
                  </a:cubicBezTo>
                  <a:cubicBezTo>
                    <a:pt x="82876" y="77879"/>
                    <a:pt x="97068" y="84200"/>
                    <a:pt x="103468" y="69099"/>
                  </a:cubicBezTo>
                  <a:lnTo>
                    <a:pt x="150401" y="53207"/>
                  </a:lnTo>
                  <a:lnTo>
                    <a:pt x="150401" y="43066"/>
                  </a:lnTo>
                  <a:cubicBezTo>
                    <a:pt x="150401" y="43066"/>
                    <a:pt x="159955" y="38413"/>
                    <a:pt x="163758" y="36744"/>
                  </a:cubicBezTo>
                  <a:cubicBezTo>
                    <a:pt x="164176" y="36569"/>
                    <a:pt x="164639" y="36437"/>
                    <a:pt x="165149" y="36305"/>
                  </a:cubicBezTo>
                  <a:lnTo>
                    <a:pt x="147990" y="0"/>
                  </a:lnTo>
                  <a:lnTo>
                    <a:pt x="101937" y="60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BD7C5D92-9C91-8AD8-249E-36401496A5B0}"/>
                </a:ext>
              </a:extLst>
            </p:cNvPr>
            <p:cNvSpPr>
              <a:spLocks/>
            </p:cNvSpPr>
            <p:nvPr/>
          </p:nvSpPr>
          <p:spPr>
            <a:xfrm>
              <a:off x="6516938" y="3253263"/>
              <a:ext cx="34126" cy="37480"/>
            </a:xfrm>
            <a:custGeom>
              <a:avLst/>
              <a:gdLst>
                <a:gd name="connsiteX0" fmla="*/ 7606 w 22863"/>
                <a:gd name="connsiteY0" fmla="*/ 21467 h 25110"/>
                <a:gd name="connsiteX1" fmla="*/ 7699 w 22863"/>
                <a:gd name="connsiteY1" fmla="*/ 21467 h 25110"/>
                <a:gd name="connsiteX2" fmla="*/ 7745 w 22863"/>
                <a:gd name="connsiteY2" fmla="*/ 21379 h 25110"/>
                <a:gd name="connsiteX3" fmla="*/ 7745 w 22863"/>
                <a:gd name="connsiteY3" fmla="*/ 21379 h 25110"/>
                <a:gd name="connsiteX4" fmla="*/ 7745 w 22863"/>
                <a:gd name="connsiteY4" fmla="*/ 21379 h 25110"/>
                <a:gd name="connsiteX5" fmla="*/ 14423 w 22863"/>
                <a:gd name="connsiteY5" fmla="*/ 18087 h 25110"/>
                <a:gd name="connsiteX6" fmla="*/ 12475 w 22863"/>
                <a:gd name="connsiteY6" fmla="*/ 17341 h 25110"/>
                <a:gd name="connsiteX7" fmla="*/ 11826 w 22863"/>
                <a:gd name="connsiteY7" fmla="*/ 16682 h 25110"/>
                <a:gd name="connsiteX8" fmla="*/ 11919 w 22863"/>
                <a:gd name="connsiteY8" fmla="*/ 15760 h 25110"/>
                <a:gd name="connsiteX9" fmla="*/ 13867 w 22863"/>
                <a:gd name="connsiteY9" fmla="*/ 12643 h 25110"/>
                <a:gd name="connsiteX10" fmla="*/ 14887 w 22863"/>
                <a:gd name="connsiteY10" fmla="*/ 12116 h 25110"/>
                <a:gd name="connsiteX11" fmla="*/ 19757 w 22863"/>
                <a:gd name="connsiteY11" fmla="*/ 12116 h 25110"/>
                <a:gd name="connsiteX12" fmla="*/ 18829 w 22863"/>
                <a:gd name="connsiteY12" fmla="*/ 9965 h 25110"/>
                <a:gd name="connsiteX13" fmla="*/ 18968 w 22863"/>
                <a:gd name="connsiteY13" fmla="*/ 8912 h 25110"/>
                <a:gd name="connsiteX14" fmla="*/ 22864 w 22863"/>
                <a:gd name="connsiteY14" fmla="*/ 3644 h 25110"/>
                <a:gd name="connsiteX15" fmla="*/ 20081 w 22863"/>
                <a:gd name="connsiteY15" fmla="*/ 2063 h 25110"/>
                <a:gd name="connsiteX16" fmla="*/ 19525 w 22863"/>
                <a:gd name="connsiteY16" fmla="*/ 1141 h 25110"/>
                <a:gd name="connsiteX17" fmla="*/ 19525 w 22863"/>
                <a:gd name="connsiteY17" fmla="*/ 0 h 25110"/>
                <a:gd name="connsiteX18" fmla="*/ 11316 w 22863"/>
                <a:gd name="connsiteY18" fmla="*/ 0 h 25110"/>
                <a:gd name="connsiteX19" fmla="*/ 5844 w 22863"/>
                <a:gd name="connsiteY19" fmla="*/ 10185 h 25110"/>
                <a:gd name="connsiteX20" fmla="*/ 0 w 22863"/>
                <a:gd name="connsiteY20" fmla="*/ 23969 h 25110"/>
                <a:gd name="connsiteX21" fmla="*/ 3107 w 22863"/>
                <a:gd name="connsiteY21" fmla="*/ 25111 h 25110"/>
                <a:gd name="connsiteX22" fmla="*/ 7606 w 22863"/>
                <a:gd name="connsiteY22" fmla="*/ 21511 h 2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863" h="25110">
                  <a:moveTo>
                    <a:pt x="7606" y="21467"/>
                  </a:moveTo>
                  <a:cubicBezTo>
                    <a:pt x="7606" y="21467"/>
                    <a:pt x="7652" y="21467"/>
                    <a:pt x="7699" y="21467"/>
                  </a:cubicBezTo>
                  <a:cubicBezTo>
                    <a:pt x="7699" y="21467"/>
                    <a:pt x="7699" y="21423"/>
                    <a:pt x="7745" y="21379"/>
                  </a:cubicBezTo>
                  <a:cubicBezTo>
                    <a:pt x="7745" y="21379"/>
                    <a:pt x="7745" y="21379"/>
                    <a:pt x="7745" y="21379"/>
                  </a:cubicBezTo>
                  <a:cubicBezTo>
                    <a:pt x="7745" y="21379"/>
                    <a:pt x="7745" y="21379"/>
                    <a:pt x="7745" y="21379"/>
                  </a:cubicBezTo>
                  <a:lnTo>
                    <a:pt x="14423" y="18087"/>
                  </a:lnTo>
                  <a:lnTo>
                    <a:pt x="12475" y="17341"/>
                  </a:lnTo>
                  <a:cubicBezTo>
                    <a:pt x="12151" y="17209"/>
                    <a:pt x="11919" y="16989"/>
                    <a:pt x="11826" y="16682"/>
                  </a:cubicBezTo>
                  <a:cubicBezTo>
                    <a:pt x="11734" y="16375"/>
                    <a:pt x="11780" y="16067"/>
                    <a:pt x="11919" y="15760"/>
                  </a:cubicBezTo>
                  <a:lnTo>
                    <a:pt x="13867" y="12643"/>
                  </a:lnTo>
                  <a:cubicBezTo>
                    <a:pt x="14052" y="12292"/>
                    <a:pt x="14470" y="12116"/>
                    <a:pt x="14887" y="12116"/>
                  </a:cubicBezTo>
                  <a:lnTo>
                    <a:pt x="19757" y="12116"/>
                  </a:lnTo>
                  <a:lnTo>
                    <a:pt x="18829" y="9965"/>
                  </a:lnTo>
                  <a:cubicBezTo>
                    <a:pt x="18690" y="9614"/>
                    <a:pt x="18737" y="9219"/>
                    <a:pt x="18968" y="8912"/>
                  </a:cubicBezTo>
                  <a:lnTo>
                    <a:pt x="22864" y="3644"/>
                  </a:lnTo>
                  <a:lnTo>
                    <a:pt x="20081" y="2063"/>
                  </a:lnTo>
                  <a:cubicBezTo>
                    <a:pt x="19710" y="1844"/>
                    <a:pt x="19525" y="1493"/>
                    <a:pt x="19525" y="1141"/>
                  </a:cubicBezTo>
                  <a:lnTo>
                    <a:pt x="19525" y="0"/>
                  </a:lnTo>
                  <a:lnTo>
                    <a:pt x="11316" y="0"/>
                  </a:lnTo>
                  <a:cubicBezTo>
                    <a:pt x="9786" y="1888"/>
                    <a:pt x="6678" y="6102"/>
                    <a:pt x="5844" y="10185"/>
                  </a:cubicBezTo>
                  <a:cubicBezTo>
                    <a:pt x="5241" y="13082"/>
                    <a:pt x="2551" y="18482"/>
                    <a:pt x="0" y="23969"/>
                  </a:cubicBezTo>
                  <a:lnTo>
                    <a:pt x="3107" y="25111"/>
                  </a:lnTo>
                  <a:lnTo>
                    <a:pt x="7606" y="2151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C586D83F-3DFC-6028-5234-053FC9B3BDBE}"/>
                </a:ext>
              </a:extLst>
            </p:cNvPr>
            <p:cNvSpPr>
              <a:spLocks/>
            </p:cNvSpPr>
            <p:nvPr/>
          </p:nvSpPr>
          <p:spPr>
            <a:xfrm>
              <a:off x="6270915" y="3330454"/>
              <a:ext cx="284788" cy="241203"/>
            </a:xfrm>
            <a:custGeom>
              <a:avLst/>
              <a:gdLst>
                <a:gd name="connsiteX0" fmla="*/ 143723 w 190796"/>
                <a:gd name="connsiteY0" fmla="*/ 7551 h 161596"/>
                <a:gd name="connsiteX1" fmla="*/ 138807 w 190796"/>
                <a:gd name="connsiteY1" fmla="*/ 7551 h 161596"/>
                <a:gd name="connsiteX2" fmla="*/ 133010 w 190796"/>
                <a:gd name="connsiteY2" fmla="*/ 9746 h 161596"/>
                <a:gd name="connsiteX3" fmla="*/ 122853 w 190796"/>
                <a:gd name="connsiteY3" fmla="*/ 9746 h 161596"/>
                <a:gd name="connsiteX4" fmla="*/ 106900 w 190796"/>
                <a:gd name="connsiteY4" fmla="*/ 2327 h 161596"/>
                <a:gd name="connsiteX5" fmla="*/ 96186 w 190796"/>
                <a:gd name="connsiteY5" fmla="*/ 3161 h 161596"/>
                <a:gd name="connsiteX6" fmla="*/ 91549 w 190796"/>
                <a:gd name="connsiteY6" fmla="*/ 3995 h 161596"/>
                <a:gd name="connsiteX7" fmla="*/ 85752 w 190796"/>
                <a:gd name="connsiteY7" fmla="*/ 6190 h 161596"/>
                <a:gd name="connsiteX8" fmla="*/ 73276 w 190796"/>
                <a:gd name="connsiteY8" fmla="*/ 13302 h 161596"/>
                <a:gd name="connsiteX9" fmla="*/ 50644 w 190796"/>
                <a:gd name="connsiteY9" fmla="*/ 8385 h 161596"/>
                <a:gd name="connsiteX10" fmla="*/ 41090 w 190796"/>
                <a:gd name="connsiteY10" fmla="*/ 5092 h 161596"/>
                <a:gd name="connsiteX11" fmla="*/ 28615 w 190796"/>
                <a:gd name="connsiteY11" fmla="*/ 1537 h 161596"/>
                <a:gd name="connsiteX12" fmla="*/ 23096 w 190796"/>
                <a:gd name="connsiteY12" fmla="*/ 1273 h 161596"/>
                <a:gd name="connsiteX13" fmla="*/ 13542 w 190796"/>
                <a:gd name="connsiteY13" fmla="*/ 2371 h 161596"/>
                <a:gd name="connsiteX14" fmla="*/ 7838 w 190796"/>
                <a:gd name="connsiteY14" fmla="*/ 0 h 161596"/>
                <a:gd name="connsiteX15" fmla="*/ 2504 w 190796"/>
                <a:gd name="connsiteY15" fmla="*/ 5048 h 161596"/>
                <a:gd name="connsiteX16" fmla="*/ 4730 w 190796"/>
                <a:gd name="connsiteY16" fmla="*/ 8999 h 161596"/>
                <a:gd name="connsiteX17" fmla="*/ 4870 w 190796"/>
                <a:gd name="connsiteY17" fmla="*/ 9526 h 161596"/>
                <a:gd name="connsiteX18" fmla="*/ 4870 w 190796"/>
                <a:gd name="connsiteY18" fmla="*/ 15277 h 161596"/>
                <a:gd name="connsiteX19" fmla="*/ 4777 w 190796"/>
                <a:gd name="connsiteY19" fmla="*/ 15716 h 161596"/>
                <a:gd name="connsiteX20" fmla="*/ 0 w 190796"/>
                <a:gd name="connsiteY20" fmla="*/ 26559 h 161596"/>
                <a:gd name="connsiteX21" fmla="*/ 4777 w 190796"/>
                <a:gd name="connsiteY21" fmla="*/ 39598 h 161596"/>
                <a:gd name="connsiteX22" fmla="*/ 4823 w 190796"/>
                <a:gd name="connsiteY22" fmla="*/ 39949 h 161596"/>
                <a:gd name="connsiteX23" fmla="*/ 4823 w 190796"/>
                <a:gd name="connsiteY23" fmla="*/ 161508 h 161596"/>
                <a:gd name="connsiteX24" fmla="*/ 104071 w 190796"/>
                <a:gd name="connsiteY24" fmla="*/ 161508 h 161596"/>
                <a:gd name="connsiteX25" fmla="*/ 105137 w 190796"/>
                <a:gd name="connsiteY25" fmla="*/ 159050 h 161596"/>
                <a:gd name="connsiteX26" fmla="*/ 110331 w 190796"/>
                <a:gd name="connsiteY26" fmla="*/ 152202 h 161596"/>
                <a:gd name="connsiteX27" fmla="*/ 118447 w 190796"/>
                <a:gd name="connsiteY27" fmla="*/ 148909 h 161596"/>
                <a:gd name="connsiteX28" fmla="*/ 120210 w 190796"/>
                <a:gd name="connsiteY28" fmla="*/ 150270 h 161596"/>
                <a:gd name="connsiteX29" fmla="*/ 124291 w 190796"/>
                <a:gd name="connsiteY29" fmla="*/ 145880 h 161596"/>
                <a:gd name="connsiteX30" fmla="*/ 123132 w 190796"/>
                <a:gd name="connsiteY30" fmla="*/ 143158 h 161596"/>
                <a:gd name="connsiteX31" fmla="*/ 126888 w 190796"/>
                <a:gd name="connsiteY31" fmla="*/ 141227 h 161596"/>
                <a:gd name="connsiteX32" fmla="*/ 127166 w 190796"/>
                <a:gd name="connsiteY32" fmla="*/ 138197 h 161596"/>
                <a:gd name="connsiteX33" fmla="*/ 123966 w 190796"/>
                <a:gd name="connsiteY33" fmla="*/ 138197 h 161596"/>
                <a:gd name="connsiteX34" fmla="*/ 128001 w 190796"/>
                <a:gd name="connsiteY34" fmla="*/ 134905 h 161596"/>
                <a:gd name="connsiteX35" fmla="*/ 128001 w 190796"/>
                <a:gd name="connsiteY35" fmla="*/ 129417 h 161596"/>
                <a:gd name="connsiteX36" fmla="*/ 131758 w 190796"/>
                <a:gd name="connsiteY36" fmla="*/ 133544 h 161596"/>
                <a:gd name="connsiteX37" fmla="*/ 129856 w 190796"/>
                <a:gd name="connsiteY37" fmla="*/ 137934 h 161596"/>
                <a:gd name="connsiteX38" fmla="*/ 131758 w 190796"/>
                <a:gd name="connsiteY38" fmla="*/ 137934 h 161596"/>
                <a:gd name="connsiteX39" fmla="*/ 129856 w 190796"/>
                <a:gd name="connsiteY39" fmla="*/ 143422 h 161596"/>
                <a:gd name="connsiteX40" fmla="*/ 134911 w 190796"/>
                <a:gd name="connsiteY40" fmla="*/ 149480 h 161596"/>
                <a:gd name="connsiteX41" fmla="*/ 127955 w 190796"/>
                <a:gd name="connsiteY41" fmla="*/ 146758 h 161596"/>
                <a:gd name="connsiteX42" fmla="*/ 119282 w 190796"/>
                <a:gd name="connsiteY42" fmla="*/ 155011 h 161596"/>
                <a:gd name="connsiteX43" fmla="*/ 116407 w 190796"/>
                <a:gd name="connsiteY43" fmla="*/ 152289 h 161596"/>
                <a:gd name="connsiteX44" fmla="*/ 112650 w 190796"/>
                <a:gd name="connsiteY44" fmla="*/ 155011 h 161596"/>
                <a:gd name="connsiteX45" fmla="*/ 107456 w 190796"/>
                <a:gd name="connsiteY45" fmla="*/ 161333 h 161596"/>
                <a:gd name="connsiteX46" fmla="*/ 107317 w 190796"/>
                <a:gd name="connsiteY46" fmla="*/ 161596 h 161596"/>
                <a:gd name="connsiteX47" fmla="*/ 190796 w 190796"/>
                <a:gd name="connsiteY47" fmla="*/ 161596 h 161596"/>
                <a:gd name="connsiteX48" fmla="*/ 184535 w 190796"/>
                <a:gd name="connsiteY48" fmla="*/ 155275 h 161596"/>
                <a:gd name="connsiteX49" fmla="*/ 172662 w 190796"/>
                <a:gd name="connsiteY49" fmla="*/ 145660 h 161596"/>
                <a:gd name="connsiteX50" fmla="*/ 170344 w 190796"/>
                <a:gd name="connsiteY50" fmla="*/ 131130 h 161596"/>
                <a:gd name="connsiteX51" fmla="*/ 173822 w 190796"/>
                <a:gd name="connsiteY51" fmla="*/ 130032 h 161596"/>
                <a:gd name="connsiteX52" fmla="*/ 167468 w 190796"/>
                <a:gd name="connsiteY52" fmla="*/ 123710 h 161596"/>
                <a:gd name="connsiteX53" fmla="*/ 155317 w 190796"/>
                <a:gd name="connsiteY53" fmla="*/ 102287 h 161596"/>
                <a:gd name="connsiteX54" fmla="*/ 146042 w 190796"/>
                <a:gd name="connsiteY54" fmla="*/ 83630 h 161596"/>
                <a:gd name="connsiteX55" fmla="*/ 146923 w 190796"/>
                <a:gd name="connsiteY55" fmla="*/ 80908 h 161596"/>
                <a:gd name="connsiteX56" fmla="*/ 141404 w 190796"/>
                <a:gd name="connsiteY56" fmla="*/ 73796 h 161596"/>
                <a:gd name="connsiteX57" fmla="*/ 137045 w 190796"/>
                <a:gd name="connsiteY57" fmla="*/ 62558 h 161596"/>
                <a:gd name="connsiteX58" fmla="*/ 133845 w 190796"/>
                <a:gd name="connsiteY58" fmla="*/ 57904 h 161596"/>
                <a:gd name="connsiteX59" fmla="*/ 125729 w 190796"/>
                <a:gd name="connsiteY59" fmla="*/ 46402 h 161596"/>
                <a:gd name="connsiteX60" fmla="*/ 125729 w 190796"/>
                <a:gd name="connsiteY60" fmla="*/ 42539 h 161596"/>
                <a:gd name="connsiteX61" fmla="*/ 120210 w 190796"/>
                <a:gd name="connsiteY61" fmla="*/ 36481 h 161596"/>
                <a:gd name="connsiteX62" fmla="*/ 121972 w 190796"/>
                <a:gd name="connsiteY62" fmla="*/ 32618 h 161596"/>
                <a:gd name="connsiteX63" fmla="*/ 123410 w 190796"/>
                <a:gd name="connsiteY63" fmla="*/ 29325 h 161596"/>
                <a:gd name="connsiteX64" fmla="*/ 125450 w 190796"/>
                <a:gd name="connsiteY64" fmla="*/ 32618 h 161596"/>
                <a:gd name="connsiteX65" fmla="*/ 127213 w 190796"/>
                <a:gd name="connsiteY65" fmla="*/ 38105 h 161596"/>
                <a:gd name="connsiteX66" fmla="*/ 133891 w 190796"/>
                <a:gd name="connsiteY66" fmla="*/ 46885 h 161596"/>
                <a:gd name="connsiteX67" fmla="*/ 134448 w 190796"/>
                <a:gd name="connsiteY67" fmla="*/ 53470 h 161596"/>
                <a:gd name="connsiteX68" fmla="*/ 150401 w 190796"/>
                <a:gd name="connsiteY68" fmla="*/ 66114 h 161596"/>
                <a:gd name="connsiteX69" fmla="*/ 154483 w 190796"/>
                <a:gd name="connsiteY69" fmla="*/ 54304 h 161596"/>
                <a:gd name="connsiteX70" fmla="*/ 157358 w 190796"/>
                <a:gd name="connsiteY70" fmla="*/ 47983 h 161596"/>
                <a:gd name="connsiteX71" fmla="*/ 159770 w 190796"/>
                <a:gd name="connsiteY71" fmla="*/ 37930 h 161596"/>
                <a:gd name="connsiteX72" fmla="*/ 149427 w 190796"/>
                <a:gd name="connsiteY72" fmla="*/ 5356 h 161596"/>
                <a:gd name="connsiteX73" fmla="*/ 143723 w 190796"/>
                <a:gd name="connsiteY73" fmla="*/ 7683 h 161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90796" h="161596">
                  <a:moveTo>
                    <a:pt x="143723" y="7551"/>
                  </a:moveTo>
                  <a:lnTo>
                    <a:pt x="138807" y="7551"/>
                  </a:lnTo>
                  <a:lnTo>
                    <a:pt x="133010" y="9746"/>
                  </a:lnTo>
                  <a:lnTo>
                    <a:pt x="122853" y="9746"/>
                  </a:lnTo>
                  <a:cubicBezTo>
                    <a:pt x="122853" y="9746"/>
                    <a:pt x="114737" y="1800"/>
                    <a:pt x="106900" y="2327"/>
                  </a:cubicBezTo>
                  <a:cubicBezTo>
                    <a:pt x="106900" y="2327"/>
                    <a:pt x="99386" y="-966"/>
                    <a:pt x="96186" y="3161"/>
                  </a:cubicBezTo>
                  <a:lnTo>
                    <a:pt x="91549" y="3995"/>
                  </a:lnTo>
                  <a:cubicBezTo>
                    <a:pt x="91549" y="3995"/>
                    <a:pt x="87189" y="1800"/>
                    <a:pt x="85752" y="6190"/>
                  </a:cubicBezTo>
                  <a:cubicBezTo>
                    <a:pt x="85752" y="6190"/>
                    <a:pt x="77914" y="13038"/>
                    <a:pt x="73276" y="13302"/>
                  </a:cubicBezTo>
                  <a:cubicBezTo>
                    <a:pt x="68638" y="13565"/>
                    <a:pt x="54447" y="8078"/>
                    <a:pt x="50644" y="8385"/>
                  </a:cubicBezTo>
                  <a:cubicBezTo>
                    <a:pt x="46887" y="8648"/>
                    <a:pt x="41090" y="5092"/>
                    <a:pt x="41090" y="5092"/>
                  </a:cubicBezTo>
                  <a:cubicBezTo>
                    <a:pt x="41090" y="5092"/>
                    <a:pt x="34412" y="1537"/>
                    <a:pt x="28615" y="1537"/>
                  </a:cubicBezTo>
                  <a:lnTo>
                    <a:pt x="23096" y="1273"/>
                  </a:lnTo>
                  <a:cubicBezTo>
                    <a:pt x="23096" y="1273"/>
                    <a:pt x="15861" y="-395"/>
                    <a:pt x="13542" y="2371"/>
                  </a:cubicBezTo>
                  <a:cubicBezTo>
                    <a:pt x="13542" y="2371"/>
                    <a:pt x="10249" y="2327"/>
                    <a:pt x="7838" y="0"/>
                  </a:cubicBezTo>
                  <a:lnTo>
                    <a:pt x="2504" y="5048"/>
                  </a:lnTo>
                  <a:lnTo>
                    <a:pt x="4730" y="8999"/>
                  </a:lnTo>
                  <a:cubicBezTo>
                    <a:pt x="4730" y="8999"/>
                    <a:pt x="4870" y="9351"/>
                    <a:pt x="4870" y="9526"/>
                  </a:cubicBezTo>
                  <a:lnTo>
                    <a:pt x="4870" y="15277"/>
                  </a:lnTo>
                  <a:cubicBezTo>
                    <a:pt x="4870" y="15277"/>
                    <a:pt x="4870" y="15584"/>
                    <a:pt x="4777" y="15716"/>
                  </a:cubicBezTo>
                  <a:lnTo>
                    <a:pt x="0" y="26559"/>
                  </a:lnTo>
                  <a:lnTo>
                    <a:pt x="4777" y="39598"/>
                  </a:lnTo>
                  <a:cubicBezTo>
                    <a:pt x="4777" y="39598"/>
                    <a:pt x="4823" y="39817"/>
                    <a:pt x="4823" y="39949"/>
                  </a:cubicBezTo>
                  <a:lnTo>
                    <a:pt x="4823" y="161508"/>
                  </a:lnTo>
                  <a:lnTo>
                    <a:pt x="104071" y="161508"/>
                  </a:lnTo>
                  <a:lnTo>
                    <a:pt x="105137" y="159050"/>
                  </a:lnTo>
                  <a:lnTo>
                    <a:pt x="110331" y="152202"/>
                  </a:lnTo>
                  <a:lnTo>
                    <a:pt x="118447" y="148909"/>
                  </a:lnTo>
                  <a:lnTo>
                    <a:pt x="120210" y="150270"/>
                  </a:lnTo>
                  <a:lnTo>
                    <a:pt x="124291" y="145880"/>
                  </a:lnTo>
                  <a:lnTo>
                    <a:pt x="123132" y="143158"/>
                  </a:lnTo>
                  <a:lnTo>
                    <a:pt x="126888" y="141227"/>
                  </a:lnTo>
                  <a:lnTo>
                    <a:pt x="127166" y="138197"/>
                  </a:lnTo>
                  <a:lnTo>
                    <a:pt x="123966" y="138197"/>
                  </a:lnTo>
                  <a:lnTo>
                    <a:pt x="128001" y="134905"/>
                  </a:lnTo>
                  <a:lnTo>
                    <a:pt x="128001" y="129417"/>
                  </a:lnTo>
                  <a:lnTo>
                    <a:pt x="131758" y="133544"/>
                  </a:lnTo>
                  <a:lnTo>
                    <a:pt x="129856" y="137934"/>
                  </a:lnTo>
                  <a:lnTo>
                    <a:pt x="131758" y="137934"/>
                  </a:lnTo>
                  <a:lnTo>
                    <a:pt x="129856" y="143422"/>
                  </a:lnTo>
                  <a:lnTo>
                    <a:pt x="134911" y="149480"/>
                  </a:lnTo>
                  <a:lnTo>
                    <a:pt x="127955" y="146758"/>
                  </a:lnTo>
                  <a:lnTo>
                    <a:pt x="119282" y="155011"/>
                  </a:lnTo>
                  <a:lnTo>
                    <a:pt x="116407" y="152289"/>
                  </a:lnTo>
                  <a:lnTo>
                    <a:pt x="112650" y="155011"/>
                  </a:lnTo>
                  <a:lnTo>
                    <a:pt x="107456" y="161333"/>
                  </a:lnTo>
                  <a:lnTo>
                    <a:pt x="107317" y="161596"/>
                  </a:lnTo>
                  <a:lnTo>
                    <a:pt x="190796" y="161596"/>
                  </a:lnTo>
                  <a:cubicBezTo>
                    <a:pt x="189405" y="158874"/>
                    <a:pt x="187364" y="156153"/>
                    <a:pt x="184535" y="155275"/>
                  </a:cubicBezTo>
                  <a:cubicBezTo>
                    <a:pt x="184535" y="155275"/>
                    <a:pt x="174378" y="148953"/>
                    <a:pt x="172662" y="145660"/>
                  </a:cubicBezTo>
                  <a:cubicBezTo>
                    <a:pt x="170947" y="142368"/>
                    <a:pt x="170344" y="131130"/>
                    <a:pt x="170344" y="131130"/>
                  </a:cubicBezTo>
                  <a:lnTo>
                    <a:pt x="173822" y="130032"/>
                  </a:lnTo>
                  <a:lnTo>
                    <a:pt x="167468" y="123710"/>
                  </a:lnTo>
                  <a:lnTo>
                    <a:pt x="155317" y="102287"/>
                  </a:lnTo>
                  <a:lnTo>
                    <a:pt x="146042" y="83630"/>
                  </a:lnTo>
                  <a:lnTo>
                    <a:pt x="146923" y="80908"/>
                  </a:lnTo>
                  <a:lnTo>
                    <a:pt x="141404" y="73796"/>
                  </a:lnTo>
                  <a:lnTo>
                    <a:pt x="137045" y="62558"/>
                  </a:lnTo>
                  <a:lnTo>
                    <a:pt x="133845" y="57904"/>
                  </a:lnTo>
                  <a:lnTo>
                    <a:pt x="125729" y="46402"/>
                  </a:lnTo>
                  <a:lnTo>
                    <a:pt x="125729" y="42539"/>
                  </a:lnTo>
                  <a:lnTo>
                    <a:pt x="120210" y="36481"/>
                  </a:lnTo>
                  <a:lnTo>
                    <a:pt x="121972" y="32618"/>
                  </a:lnTo>
                  <a:lnTo>
                    <a:pt x="123410" y="29325"/>
                  </a:lnTo>
                  <a:lnTo>
                    <a:pt x="125450" y="32618"/>
                  </a:lnTo>
                  <a:lnTo>
                    <a:pt x="127213" y="38105"/>
                  </a:lnTo>
                  <a:lnTo>
                    <a:pt x="133891" y="46885"/>
                  </a:lnTo>
                  <a:lnTo>
                    <a:pt x="134448" y="53470"/>
                  </a:lnTo>
                  <a:cubicBezTo>
                    <a:pt x="134448" y="53470"/>
                    <a:pt x="146042" y="66904"/>
                    <a:pt x="150401" y="66114"/>
                  </a:cubicBezTo>
                  <a:cubicBezTo>
                    <a:pt x="154761" y="65279"/>
                    <a:pt x="154483" y="54304"/>
                    <a:pt x="154483" y="54304"/>
                  </a:cubicBezTo>
                  <a:lnTo>
                    <a:pt x="157358" y="47983"/>
                  </a:lnTo>
                  <a:lnTo>
                    <a:pt x="159770" y="37930"/>
                  </a:lnTo>
                  <a:lnTo>
                    <a:pt x="149427" y="5356"/>
                  </a:lnTo>
                  <a:cubicBezTo>
                    <a:pt x="147665" y="6629"/>
                    <a:pt x="145764" y="7507"/>
                    <a:pt x="143723" y="768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7" name="Freeform: Shape 2096">
              <a:extLst>
                <a:ext uri="{FF2B5EF4-FFF2-40B4-BE49-F238E27FC236}">
                  <a16:creationId xmlns:a16="http://schemas.microsoft.com/office/drawing/2014/main" id="{6A04F314-50C1-47C3-1654-46716ACC2BF0}"/>
                </a:ext>
              </a:extLst>
            </p:cNvPr>
            <p:cNvSpPr>
              <a:spLocks/>
            </p:cNvSpPr>
            <p:nvPr/>
          </p:nvSpPr>
          <p:spPr>
            <a:xfrm>
              <a:off x="6496725" y="3289172"/>
              <a:ext cx="33782" cy="93112"/>
            </a:xfrm>
            <a:custGeom>
              <a:avLst/>
              <a:gdLst>
                <a:gd name="connsiteX0" fmla="*/ 19200 w 22632"/>
                <a:gd name="connsiteY0" fmla="*/ 29940 h 62381"/>
                <a:gd name="connsiteX1" fmla="*/ 19200 w 22632"/>
                <a:gd name="connsiteY1" fmla="*/ 27481 h 62381"/>
                <a:gd name="connsiteX2" fmla="*/ 18180 w 22632"/>
                <a:gd name="connsiteY2" fmla="*/ 27569 h 62381"/>
                <a:gd name="connsiteX3" fmla="*/ 11873 w 22632"/>
                <a:gd name="connsiteY3" fmla="*/ 26384 h 62381"/>
                <a:gd name="connsiteX4" fmla="*/ 11130 w 22632"/>
                <a:gd name="connsiteY4" fmla="*/ 25638 h 62381"/>
                <a:gd name="connsiteX5" fmla="*/ 11177 w 22632"/>
                <a:gd name="connsiteY5" fmla="*/ 13960 h 62381"/>
                <a:gd name="connsiteX6" fmla="*/ 13960 w 22632"/>
                <a:gd name="connsiteY6" fmla="*/ 11502 h 62381"/>
                <a:gd name="connsiteX7" fmla="*/ 19849 w 22632"/>
                <a:gd name="connsiteY7" fmla="*/ 12819 h 62381"/>
                <a:gd name="connsiteX8" fmla="*/ 22632 w 22632"/>
                <a:gd name="connsiteY8" fmla="*/ 7243 h 62381"/>
                <a:gd name="connsiteX9" fmla="*/ 22632 w 22632"/>
                <a:gd name="connsiteY9" fmla="*/ 1580 h 62381"/>
                <a:gd name="connsiteX10" fmla="*/ 21565 w 22632"/>
                <a:gd name="connsiteY10" fmla="*/ 0 h 62381"/>
                <a:gd name="connsiteX11" fmla="*/ 17577 w 22632"/>
                <a:gd name="connsiteY11" fmla="*/ 3205 h 62381"/>
                <a:gd name="connsiteX12" fmla="*/ 16835 w 22632"/>
                <a:gd name="connsiteY12" fmla="*/ 3468 h 62381"/>
                <a:gd name="connsiteX13" fmla="*/ 16417 w 22632"/>
                <a:gd name="connsiteY13" fmla="*/ 3380 h 62381"/>
                <a:gd name="connsiteX14" fmla="*/ 12614 w 22632"/>
                <a:gd name="connsiteY14" fmla="*/ 1975 h 62381"/>
                <a:gd name="connsiteX15" fmla="*/ 8904 w 22632"/>
                <a:gd name="connsiteY15" fmla="*/ 13038 h 62381"/>
                <a:gd name="connsiteX16" fmla="*/ 0 w 22632"/>
                <a:gd name="connsiteY16" fmla="*/ 31345 h 62381"/>
                <a:gd name="connsiteX17" fmla="*/ 9832 w 22632"/>
                <a:gd name="connsiteY17" fmla="*/ 62382 h 62381"/>
                <a:gd name="connsiteX18" fmla="*/ 19154 w 22632"/>
                <a:gd name="connsiteY18" fmla="*/ 29984 h 6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632" h="62381">
                  <a:moveTo>
                    <a:pt x="19200" y="29940"/>
                  </a:moveTo>
                  <a:lnTo>
                    <a:pt x="19200" y="27481"/>
                  </a:lnTo>
                  <a:cubicBezTo>
                    <a:pt x="18876" y="27525"/>
                    <a:pt x="18551" y="27569"/>
                    <a:pt x="18180" y="27569"/>
                  </a:cubicBezTo>
                  <a:cubicBezTo>
                    <a:pt x="15861" y="27569"/>
                    <a:pt x="12986" y="26735"/>
                    <a:pt x="11873" y="26384"/>
                  </a:cubicBezTo>
                  <a:cubicBezTo>
                    <a:pt x="11501" y="26252"/>
                    <a:pt x="11223" y="25989"/>
                    <a:pt x="11130" y="25638"/>
                  </a:cubicBezTo>
                  <a:cubicBezTo>
                    <a:pt x="11038" y="25374"/>
                    <a:pt x="9136" y="18658"/>
                    <a:pt x="11177" y="13960"/>
                  </a:cubicBezTo>
                  <a:cubicBezTo>
                    <a:pt x="11919" y="12336"/>
                    <a:pt x="13078" y="11721"/>
                    <a:pt x="13960" y="11502"/>
                  </a:cubicBezTo>
                  <a:cubicBezTo>
                    <a:pt x="16093" y="10975"/>
                    <a:pt x="18458" y="12029"/>
                    <a:pt x="19849" y="12819"/>
                  </a:cubicBezTo>
                  <a:lnTo>
                    <a:pt x="22632" y="7243"/>
                  </a:lnTo>
                  <a:lnTo>
                    <a:pt x="22632" y="1580"/>
                  </a:lnTo>
                  <a:lnTo>
                    <a:pt x="21565" y="0"/>
                  </a:lnTo>
                  <a:lnTo>
                    <a:pt x="17577" y="3205"/>
                  </a:lnTo>
                  <a:cubicBezTo>
                    <a:pt x="17577" y="3205"/>
                    <a:pt x="17113" y="3468"/>
                    <a:pt x="16835" y="3468"/>
                  </a:cubicBezTo>
                  <a:cubicBezTo>
                    <a:pt x="16696" y="3468"/>
                    <a:pt x="16557" y="3468"/>
                    <a:pt x="16417" y="3380"/>
                  </a:cubicBezTo>
                  <a:lnTo>
                    <a:pt x="12614" y="1975"/>
                  </a:lnTo>
                  <a:cubicBezTo>
                    <a:pt x="10760" y="6190"/>
                    <a:pt x="9136" y="10273"/>
                    <a:pt x="8904" y="13038"/>
                  </a:cubicBezTo>
                  <a:cubicBezTo>
                    <a:pt x="8487" y="17823"/>
                    <a:pt x="5148" y="26340"/>
                    <a:pt x="0" y="31345"/>
                  </a:cubicBezTo>
                  <a:lnTo>
                    <a:pt x="9832" y="62382"/>
                  </a:lnTo>
                  <a:lnTo>
                    <a:pt x="19154" y="2998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8" name="Freeform: Shape 2097">
              <a:extLst>
                <a:ext uri="{FF2B5EF4-FFF2-40B4-BE49-F238E27FC236}">
                  <a16:creationId xmlns:a16="http://schemas.microsoft.com/office/drawing/2014/main" id="{7E8B96BC-AB8D-FB1D-9734-2469388A8946}"/>
                </a:ext>
              </a:extLst>
            </p:cNvPr>
            <p:cNvSpPr>
              <a:spLocks/>
            </p:cNvSpPr>
            <p:nvPr/>
          </p:nvSpPr>
          <p:spPr>
            <a:xfrm>
              <a:off x="7011752" y="3467662"/>
              <a:ext cx="7126" cy="19925"/>
            </a:xfrm>
            <a:custGeom>
              <a:avLst/>
              <a:gdLst>
                <a:gd name="connsiteX0" fmla="*/ 2551 w 4774"/>
                <a:gd name="connsiteY0" fmla="*/ 9969 h 13349"/>
                <a:gd name="connsiteX1" fmla="*/ 4359 w 4774"/>
                <a:gd name="connsiteY1" fmla="*/ 13349 h 13349"/>
                <a:gd name="connsiteX2" fmla="*/ 4499 w 4774"/>
                <a:gd name="connsiteY2" fmla="*/ 6457 h 13349"/>
                <a:gd name="connsiteX3" fmla="*/ 2783 w 4774"/>
                <a:gd name="connsiteY3" fmla="*/ 399 h 13349"/>
                <a:gd name="connsiteX4" fmla="*/ 0 w 4774"/>
                <a:gd name="connsiteY4" fmla="*/ 3647 h 13349"/>
                <a:gd name="connsiteX5" fmla="*/ 186 w 4774"/>
                <a:gd name="connsiteY5" fmla="*/ 4613 h 13349"/>
                <a:gd name="connsiteX6" fmla="*/ 2644 w 4774"/>
                <a:gd name="connsiteY6" fmla="*/ 9925 h 13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74" h="13349">
                  <a:moveTo>
                    <a:pt x="2551" y="9969"/>
                  </a:moveTo>
                  <a:lnTo>
                    <a:pt x="4359" y="13349"/>
                  </a:lnTo>
                  <a:cubicBezTo>
                    <a:pt x="4128" y="10979"/>
                    <a:pt x="4174" y="8652"/>
                    <a:pt x="4499" y="6457"/>
                  </a:cubicBezTo>
                  <a:cubicBezTo>
                    <a:pt x="5658" y="-2323"/>
                    <a:pt x="2783" y="399"/>
                    <a:pt x="2783" y="399"/>
                  </a:cubicBezTo>
                  <a:lnTo>
                    <a:pt x="0" y="3647"/>
                  </a:lnTo>
                  <a:lnTo>
                    <a:pt x="186" y="4613"/>
                  </a:lnTo>
                  <a:lnTo>
                    <a:pt x="2644" y="992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9" name="Freeform: Shape 2098">
              <a:extLst>
                <a:ext uri="{FF2B5EF4-FFF2-40B4-BE49-F238E27FC236}">
                  <a16:creationId xmlns:a16="http://schemas.microsoft.com/office/drawing/2014/main" id="{363F77C9-2295-3C26-D6B1-1DB4643339A9}"/>
                </a:ext>
              </a:extLst>
            </p:cNvPr>
            <p:cNvSpPr>
              <a:spLocks/>
            </p:cNvSpPr>
            <p:nvPr/>
          </p:nvSpPr>
          <p:spPr>
            <a:xfrm>
              <a:off x="6913939" y="3476448"/>
              <a:ext cx="104043" cy="78698"/>
            </a:xfrm>
            <a:custGeom>
              <a:avLst/>
              <a:gdLst>
                <a:gd name="connsiteX0" fmla="*/ 51571 w 69704"/>
                <a:gd name="connsiteY0" fmla="*/ 52636 h 52724"/>
                <a:gd name="connsiteX1" fmla="*/ 51571 w 69704"/>
                <a:gd name="connsiteY1" fmla="*/ 46534 h 52724"/>
                <a:gd name="connsiteX2" fmla="*/ 52035 w 69704"/>
                <a:gd name="connsiteY2" fmla="*/ 45656 h 52724"/>
                <a:gd name="connsiteX3" fmla="*/ 57739 w 69704"/>
                <a:gd name="connsiteY3" fmla="*/ 41617 h 52724"/>
                <a:gd name="connsiteX4" fmla="*/ 57739 w 69704"/>
                <a:gd name="connsiteY4" fmla="*/ 33364 h 52724"/>
                <a:gd name="connsiteX5" fmla="*/ 58250 w 69704"/>
                <a:gd name="connsiteY5" fmla="*/ 32486 h 52724"/>
                <a:gd name="connsiteX6" fmla="*/ 62748 w 69704"/>
                <a:gd name="connsiteY6" fmla="*/ 29501 h 52724"/>
                <a:gd name="connsiteX7" fmla="*/ 58853 w 69704"/>
                <a:gd name="connsiteY7" fmla="*/ 28623 h 52724"/>
                <a:gd name="connsiteX8" fmla="*/ 57972 w 69704"/>
                <a:gd name="connsiteY8" fmla="*/ 27569 h 52724"/>
                <a:gd name="connsiteX9" fmla="*/ 57972 w 69704"/>
                <a:gd name="connsiteY9" fmla="*/ 17692 h 52724"/>
                <a:gd name="connsiteX10" fmla="*/ 58435 w 69704"/>
                <a:gd name="connsiteY10" fmla="*/ 16814 h 52724"/>
                <a:gd name="connsiteX11" fmla="*/ 62470 w 69704"/>
                <a:gd name="connsiteY11" fmla="*/ 14048 h 52724"/>
                <a:gd name="connsiteX12" fmla="*/ 64047 w 69704"/>
                <a:gd name="connsiteY12" fmla="*/ 14268 h 52724"/>
                <a:gd name="connsiteX13" fmla="*/ 67061 w 69704"/>
                <a:gd name="connsiteY13" fmla="*/ 17823 h 52724"/>
                <a:gd name="connsiteX14" fmla="*/ 69705 w 69704"/>
                <a:gd name="connsiteY14" fmla="*/ 15014 h 52724"/>
                <a:gd name="connsiteX15" fmla="*/ 65855 w 69704"/>
                <a:gd name="connsiteY15" fmla="*/ 11546 h 52724"/>
                <a:gd name="connsiteX16" fmla="*/ 65577 w 69704"/>
                <a:gd name="connsiteY16" fmla="*/ 10360 h 52724"/>
                <a:gd name="connsiteX17" fmla="*/ 66644 w 69704"/>
                <a:gd name="connsiteY17" fmla="*/ 9658 h 52724"/>
                <a:gd name="connsiteX18" fmla="*/ 68453 w 69704"/>
                <a:gd name="connsiteY18" fmla="*/ 9658 h 52724"/>
                <a:gd name="connsiteX19" fmla="*/ 65995 w 69704"/>
                <a:gd name="connsiteY19" fmla="*/ 5048 h 52724"/>
                <a:gd name="connsiteX20" fmla="*/ 63722 w 69704"/>
                <a:gd name="connsiteY20" fmla="*/ 0 h 52724"/>
                <a:gd name="connsiteX21" fmla="*/ 59316 w 69704"/>
                <a:gd name="connsiteY21" fmla="*/ 5839 h 52724"/>
                <a:gd name="connsiteX22" fmla="*/ 54122 w 69704"/>
                <a:gd name="connsiteY22" fmla="*/ 9965 h 52724"/>
                <a:gd name="connsiteX23" fmla="*/ 50366 w 69704"/>
                <a:gd name="connsiteY23" fmla="*/ 15189 h 52724"/>
                <a:gd name="connsiteX24" fmla="*/ 42853 w 69704"/>
                <a:gd name="connsiteY24" fmla="*/ 20414 h 52724"/>
                <a:gd name="connsiteX25" fmla="*/ 36777 w 69704"/>
                <a:gd name="connsiteY25" fmla="*/ 26164 h 52724"/>
                <a:gd name="connsiteX26" fmla="*/ 31258 w 69704"/>
                <a:gd name="connsiteY26" fmla="*/ 29720 h 52724"/>
                <a:gd name="connsiteX27" fmla="*/ 29218 w 69704"/>
                <a:gd name="connsiteY27" fmla="*/ 25067 h 52724"/>
                <a:gd name="connsiteX28" fmla="*/ 27455 w 69704"/>
                <a:gd name="connsiteY28" fmla="*/ 30554 h 52724"/>
                <a:gd name="connsiteX29" fmla="*/ 7467 w 69704"/>
                <a:gd name="connsiteY29" fmla="*/ 31652 h 52724"/>
                <a:gd name="connsiteX30" fmla="*/ 0 w 69704"/>
                <a:gd name="connsiteY30" fmla="*/ 31871 h 52724"/>
                <a:gd name="connsiteX31" fmla="*/ 9786 w 69704"/>
                <a:gd name="connsiteY31" fmla="*/ 48158 h 52724"/>
                <a:gd name="connsiteX32" fmla="*/ 51571 w 69704"/>
                <a:gd name="connsiteY32" fmla="*/ 52724 h 5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704" h="52724">
                  <a:moveTo>
                    <a:pt x="51571" y="52636"/>
                  </a:moveTo>
                  <a:lnTo>
                    <a:pt x="51571" y="46534"/>
                  </a:lnTo>
                  <a:cubicBezTo>
                    <a:pt x="51571" y="46183"/>
                    <a:pt x="51757" y="45876"/>
                    <a:pt x="52035" y="45656"/>
                  </a:cubicBezTo>
                  <a:lnTo>
                    <a:pt x="57739" y="41617"/>
                  </a:lnTo>
                  <a:lnTo>
                    <a:pt x="57739" y="33364"/>
                  </a:lnTo>
                  <a:cubicBezTo>
                    <a:pt x="57739" y="33013"/>
                    <a:pt x="57925" y="32662"/>
                    <a:pt x="58250" y="32486"/>
                  </a:cubicBezTo>
                  <a:lnTo>
                    <a:pt x="62748" y="29501"/>
                  </a:lnTo>
                  <a:lnTo>
                    <a:pt x="58853" y="28623"/>
                  </a:lnTo>
                  <a:cubicBezTo>
                    <a:pt x="58342" y="28491"/>
                    <a:pt x="57972" y="28052"/>
                    <a:pt x="57972" y="27569"/>
                  </a:cubicBezTo>
                  <a:lnTo>
                    <a:pt x="57972" y="17692"/>
                  </a:lnTo>
                  <a:cubicBezTo>
                    <a:pt x="57972" y="17341"/>
                    <a:pt x="58157" y="16989"/>
                    <a:pt x="58435" y="16814"/>
                  </a:cubicBezTo>
                  <a:lnTo>
                    <a:pt x="62470" y="14048"/>
                  </a:lnTo>
                  <a:cubicBezTo>
                    <a:pt x="62980" y="13697"/>
                    <a:pt x="63676" y="13785"/>
                    <a:pt x="64047" y="14268"/>
                  </a:cubicBezTo>
                  <a:lnTo>
                    <a:pt x="67061" y="17823"/>
                  </a:lnTo>
                  <a:lnTo>
                    <a:pt x="69705" y="15014"/>
                  </a:lnTo>
                  <a:lnTo>
                    <a:pt x="65855" y="11546"/>
                  </a:lnTo>
                  <a:cubicBezTo>
                    <a:pt x="65531" y="11238"/>
                    <a:pt x="65392" y="10756"/>
                    <a:pt x="65577" y="10360"/>
                  </a:cubicBezTo>
                  <a:cubicBezTo>
                    <a:pt x="65763" y="9921"/>
                    <a:pt x="66180" y="9658"/>
                    <a:pt x="66644" y="9658"/>
                  </a:cubicBezTo>
                  <a:lnTo>
                    <a:pt x="68453" y="9658"/>
                  </a:lnTo>
                  <a:lnTo>
                    <a:pt x="65995" y="5048"/>
                  </a:lnTo>
                  <a:lnTo>
                    <a:pt x="63722" y="0"/>
                  </a:lnTo>
                  <a:lnTo>
                    <a:pt x="59316" y="5839"/>
                  </a:lnTo>
                  <a:lnTo>
                    <a:pt x="54122" y="9965"/>
                  </a:lnTo>
                  <a:lnTo>
                    <a:pt x="50366" y="15189"/>
                  </a:lnTo>
                  <a:lnTo>
                    <a:pt x="42853" y="20414"/>
                  </a:lnTo>
                  <a:lnTo>
                    <a:pt x="36777" y="26164"/>
                  </a:lnTo>
                  <a:lnTo>
                    <a:pt x="31258" y="29720"/>
                  </a:lnTo>
                  <a:lnTo>
                    <a:pt x="29218" y="25067"/>
                  </a:lnTo>
                  <a:lnTo>
                    <a:pt x="27455" y="30554"/>
                  </a:lnTo>
                  <a:cubicBezTo>
                    <a:pt x="27455" y="30554"/>
                    <a:pt x="14702" y="25330"/>
                    <a:pt x="7467" y="31652"/>
                  </a:cubicBezTo>
                  <a:lnTo>
                    <a:pt x="0" y="31871"/>
                  </a:lnTo>
                  <a:lnTo>
                    <a:pt x="9786" y="48158"/>
                  </a:lnTo>
                  <a:lnTo>
                    <a:pt x="51571" y="527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0" name="Freeform: Shape 2099">
              <a:extLst>
                <a:ext uri="{FF2B5EF4-FFF2-40B4-BE49-F238E27FC236}">
                  <a16:creationId xmlns:a16="http://schemas.microsoft.com/office/drawing/2014/main" id="{484447DD-B84F-9FEA-72A4-6AF0014C559F}"/>
                </a:ext>
              </a:extLst>
            </p:cNvPr>
            <p:cNvSpPr>
              <a:spLocks/>
            </p:cNvSpPr>
            <p:nvPr/>
          </p:nvSpPr>
          <p:spPr>
            <a:xfrm>
              <a:off x="7017775" y="3493944"/>
              <a:ext cx="1938" cy="1834"/>
            </a:xfrm>
            <a:custGeom>
              <a:avLst/>
              <a:gdLst>
                <a:gd name="connsiteX0" fmla="*/ 0 w 1298"/>
                <a:gd name="connsiteY0" fmla="*/ 88 h 1229"/>
                <a:gd name="connsiteX1" fmla="*/ 1298 w 1298"/>
                <a:gd name="connsiteY1" fmla="*/ 1229 h 1229"/>
                <a:gd name="connsiteX2" fmla="*/ 1020 w 1298"/>
                <a:gd name="connsiteY2" fmla="*/ 0 h 1229"/>
                <a:gd name="connsiteX3" fmla="*/ 788 w 1298"/>
                <a:gd name="connsiteY3" fmla="*/ 44 h 1229"/>
                <a:gd name="connsiteX4" fmla="*/ 0 w 1298"/>
                <a:gd name="connsiteY4" fmla="*/ 44 h 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8" h="1229">
                  <a:moveTo>
                    <a:pt x="0" y="88"/>
                  </a:moveTo>
                  <a:lnTo>
                    <a:pt x="1298" y="1229"/>
                  </a:lnTo>
                  <a:cubicBezTo>
                    <a:pt x="1206" y="834"/>
                    <a:pt x="1113" y="439"/>
                    <a:pt x="1020" y="0"/>
                  </a:cubicBezTo>
                  <a:cubicBezTo>
                    <a:pt x="927" y="0"/>
                    <a:pt x="881" y="44"/>
                    <a:pt x="788" y="44"/>
                  </a:cubicBezTo>
                  <a:lnTo>
                    <a:pt x="0" y="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1" name="Freeform: Shape 2100">
              <a:extLst>
                <a:ext uri="{FF2B5EF4-FFF2-40B4-BE49-F238E27FC236}">
                  <a16:creationId xmlns:a16="http://schemas.microsoft.com/office/drawing/2014/main" id="{473F7E22-742E-12BA-5F50-F40AA81D44CC}"/>
                </a:ext>
              </a:extLst>
            </p:cNvPr>
            <p:cNvSpPr>
              <a:spLocks/>
            </p:cNvSpPr>
            <p:nvPr/>
          </p:nvSpPr>
          <p:spPr>
            <a:xfrm>
              <a:off x="6203213" y="3574673"/>
              <a:ext cx="393331" cy="290414"/>
            </a:xfrm>
            <a:custGeom>
              <a:avLst/>
              <a:gdLst>
                <a:gd name="connsiteX0" fmla="*/ 150494 w 263515"/>
                <a:gd name="connsiteY0" fmla="*/ 2810 h 194565"/>
                <a:gd name="connsiteX1" fmla="*/ 147294 w 263515"/>
                <a:gd name="connsiteY1" fmla="*/ 2810 h 194565"/>
                <a:gd name="connsiteX2" fmla="*/ 148454 w 263515"/>
                <a:gd name="connsiteY2" fmla="*/ 88 h 194565"/>
                <a:gd name="connsiteX3" fmla="*/ 50180 w 263515"/>
                <a:gd name="connsiteY3" fmla="*/ 88 h 194565"/>
                <a:gd name="connsiteX4" fmla="*/ 50180 w 263515"/>
                <a:gd name="connsiteY4" fmla="*/ 31081 h 194565"/>
                <a:gd name="connsiteX5" fmla="*/ 49021 w 263515"/>
                <a:gd name="connsiteY5" fmla="*/ 32179 h 194565"/>
                <a:gd name="connsiteX6" fmla="*/ 35108 w 263515"/>
                <a:gd name="connsiteY6" fmla="*/ 32179 h 194565"/>
                <a:gd name="connsiteX7" fmla="*/ 35108 w 263515"/>
                <a:gd name="connsiteY7" fmla="*/ 97766 h 194565"/>
                <a:gd name="connsiteX8" fmla="*/ 33948 w 263515"/>
                <a:gd name="connsiteY8" fmla="*/ 98863 h 194565"/>
                <a:gd name="connsiteX9" fmla="*/ 20499 w 263515"/>
                <a:gd name="connsiteY9" fmla="*/ 98863 h 194565"/>
                <a:gd name="connsiteX10" fmla="*/ 17809 w 263515"/>
                <a:gd name="connsiteY10" fmla="*/ 101190 h 194565"/>
                <a:gd name="connsiteX11" fmla="*/ 18876 w 263515"/>
                <a:gd name="connsiteY11" fmla="*/ 106897 h 194565"/>
                <a:gd name="connsiteX12" fmla="*/ 18365 w 263515"/>
                <a:gd name="connsiteY12" fmla="*/ 107994 h 194565"/>
                <a:gd name="connsiteX13" fmla="*/ 15583 w 263515"/>
                <a:gd name="connsiteY13" fmla="*/ 109794 h 194565"/>
                <a:gd name="connsiteX14" fmla="*/ 14794 w 263515"/>
                <a:gd name="connsiteY14" fmla="*/ 114930 h 194565"/>
                <a:gd name="connsiteX15" fmla="*/ 13635 w 263515"/>
                <a:gd name="connsiteY15" fmla="*/ 115852 h 194565"/>
                <a:gd name="connsiteX16" fmla="*/ 10203 w 263515"/>
                <a:gd name="connsiteY16" fmla="*/ 115852 h 194565"/>
                <a:gd name="connsiteX17" fmla="*/ 9693 w 263515"/>
                <a:gd name="connsiteY17" fmla="*/ 118003 h 194565"/>
                <a:gd name="connsiteX18" fmla="*/ 12754 w 263515"/>
                <a:gd name="connsiteY18" fmla="*/ 121120 h 194565"/>
                <a:gd name="connsiteX19" fmla="*/ 13078 w 263515"/>
                <a:gd name="connsiteY19" fmla="*/ 121911 h 194565"/>
                <a:gd name="connsiteX20" fmla="*/ 12707 w 263515"/>
                <a:gd name="connsiteY20" fmla="*/ 122657 h 194565"/>
                <a:gd name="connsiteX21" fmla="*/ 4406 w 263515"/>
                <a:gd name="connsiteY21" fmla="*/ 129769 h 194565"/>
                <a:gd name="connsiteX22" fmla="*/ 7467 w 263515"/>
                <a:gd name="connsiteY22" fmla="*/ 135037 h 194565"/>
                <a:gd name="connsiteX23" fmla="*/ 7235 w 263515"/>
                <a:gd name="connsiteY23" fmla="*/ 136354 h 194565"/>
                <a:gd name="connsiteX24" fmla="*/ 0 w 263515"/>
                <a:gd name="connsiteY24" fmla="*/ 142939 h 194565"/>
                <a:gd name="connsiteX25" fmla="*/ 1113 w 263515"/>
                <a:gd name="connsiteY25" fmla="*/ 145046 h 194565"/>
                <a:gd name="connsiteX26" fmla="*/ 5009 w 263515"/>
                <a:gd name="connsiteY26" fmla="*/ 143114 h 194565"/>
                <a:gd name="connsiteX27" fmla="*/ 6215 w 263515"/>
                <a:gd name="connsiteY27" fmla="*/ 143202 h 194565"/>
                <a:gd name="connsiteX28" fmla="*/ 9971 w 263515"/>
                <a:gd name="connsiteY28" fmla="*/ 145660 h 194565"/>
                <a:gd name="connsiteX29" fmla="*/ 10435 w 263515"/>
                <a:gd name="connsiteY29" fmla="*/ 146714 h 194565"/>
                <a:gd name="connsiteX30" fmla="*/ 9878 w 263515"/>
                <a:gd name="connsiteY30" fmla="*/ 150577 h 194565"/>
                <a:gd name="connsiteX31" fmla="*/ 9878 w 263515"/>
                <a:gd name="connsiteY31" fmla="*/ 152421 h 194565"/>
                <a:gd name="connsiteX32" fmla="*/ 12383 w 263515"/>
                <a:gd name="connsiteY32" fmla="*/ 154572 h 194565"/>
                <a:gd name="connsiteX33" fmla="*/ 12754 w 263515"/>
                <a:gd name="connsiteY33" fmla="*/ 155582 h 194565"/>
                <a:gd name="connsiteX34" fmla="*/ 11734 w 263515"/>
                <a:gd name="connsiteY34" fmla="*/ 160411 h 194565"/>
                <a:gd name="connsiteX35" fmla="*/ 18134 w 263515"/>
                <a:gd name="connsiteY35" fmla="*/ 165196 h 194565"/>
                <a:gd name="connsiteX36" fmla="*/ 18504 w 263515"/>
                <a:gd name="connsiteY36" fmla="*/ 166381 h 194565"/>
                <a:gd name="connsiteX37" fmla="*/ 16835 w 263515"/>
                <a:gd name="connsiteY37" fmla="*/ 171781 h 194565"/>
                <a:gd name="connsiteX38" fmla="*/ 29821 w 263515"/>
                <a:gd name="connsiteY38" fmla="*/ 188463 h 194565"/>
                <a:gd name="connsiteX39" fmla="*/ 45450 w 263515"/>
                <a:gd name="connsiteY39" fmla="*/ 187497 h 194565"/>
                <a:gd name="connsiteX40" fmla="*/ 50320 w 263515"/>
                <a:gd name="connsiteY40" fmla="*/ 180517 h 194565"/>
                <a:gd name="connsiteX41" fmla="*/ 51293 w 263515"/>
                <a:gd name="connsiteY41" fmla="*/ 179639 h 194565"/>
                <a:gd name="connsiteX42" fmla="*/ 63027 w 263515"/>
                <a:gd name="connsiteY42" fmla="*/ 177839 h 194565"/>
                <a:gd name="connsiteX43" fmla="*/ 64325 w 263515"/>
                <a:gd name="connsiteY43" fmla="*/ 178673 h 194565"/>
                <a:gd name="connsiteX44" fmla="*/ 65717 w 263515"/>
                <a:gd name="connsiteY44" fmla="*/ 184161 h 194565"/>
                <a:gd name="connsiteX45" fmla="*/ 72163 w 263515"/>
                <a:gd name="connsiteY45" fmla="*/ 191273 h 194565"/>
                <a:gd name="connsiteX46" fmla="*/ 95120 w 263515"/>
                <a:gd name="connsiteY46" fmla="*/ 191273 h 194565"/>
                <a:gd name="connsiteX47" fmla="*/ 95816 w 263515"/>
                <a:gd name="connsiteY47" fmla="*/ 191492 h 194565"/>
                <a:gd name="connsiteX48" fmla="*/ 100129 w 263515"/>
                <a:gd name="connsiteY48" fmla="*/ 194565 h 194565"/>
                <a:gd name="connsiteX49" fmla="*/ 107920 w 263515"/>
                <a:gd name="connsiteY49" fmla="*/ 194565 h 194565"/>
                <a:gd name="connsiteX50" fmla="*/ 112790 w 263515"/>
                <a:gd name="connsiteY50" fmla="*/ 189692 h 194565"/>
                <a:gd name="connsiteX51" fmla="*/ 113578 w 263515"/>
                <a:gd name="connsiteY51" fmla="*/ 189341 h 194565"/>
                <a:gd name="connsiteX52" fmla="*/ 119978 w 263515"/>
                <a:gd name="connsiteY52" fmla="*/ 189122 h 194565"/>
                <a:gd name="connsiteX53" fmla="*/ 119978 w 263515"/>
                <a:gd name="connsiteY53" fmla="*/ 184688 h 194565"/>
                <a:gd name="connsiteX54" fmla="*/ 120488 w 263515"/>
                <a:gd name="connsiteY54" fmla="*/ 183766 h 194565"/>
                <a:gd name="connsiteX55" fmla="*/ 126842 w 263515"/>
                <a:gd name="connsiteY55" fmla="*/ 179771 h 194565"/>
                <a:gd name="connsiteX56" fmla="*/ 128187 w 263515"/>
                <a:gd name="connsiteY56" fmla="*/ 179815 h 194565"/>
                <a:gd name="connsiteX57" fmla="*/ 140848 w 263515"/>
                <a:gd name="connsiteY57" fmla="*/ 189034 h 194565"/>
                <a:gd name="connsiteX58" fmla="*/ 148918 w 263515"/>
                <a:gd name="connsiteY58" fmla="*/ 188287 h 194565"/>
                <a:gd name="connsiteX59" fmla="*/ 165428 w 263515"/>
                <a:gd name="connsiteY59" fmla="*/ 170289 h 194565"/>
                <a:gd name="connsiteX60" fmla="*/ 165428 w 263515"/>
                <a:gd name="connsiteY60" fmla="*/ 160499 h 194565"/>
                <a:gd name="connsiteX61" fmla="*/ 160326 w 263515"/>
                <a:gd name="connsiteY61" fmla="*/ 156460 h 194565"/>
                <a:gd name="connsiteX62" fmla="*/ 160002 w 263515"/>
                <a:gd name="connsiteY62" fmla="*/ 155231 h 194565"/>
                <a:gd name="connsiteX63" fmla="*/ 161068 w 263515"/>
                <a:gd name="connsiteY63" fmla="*/ 154528 h 194565"/>
                <a:gd name="connsiteX64" fmla="*/ 170344 w 263515"/>
                <a:gd name="connsiteY64" fmla="*/ 154528 h 194565"/>
                <a:gd name="connsiteX65" fmla="*/ 170344 w 263515"/>
                <a:gd name="connsiteY65" fmla="*/ 151236 h 194565"/>
                <a:gd name="connsiteX66" fmla="*/ 171503 w 263515"/>
                <a:gd name="connsiteY66" fmla="*/ 150138 h 194565"/>
                <a:gd name="connsiteX67" fmla="*/ 180779 w 263515"/>
                <a:gd name="connsiteY67" fmla="*/ 150138 h 194565"/>
                <a:gd name="connsiteX68" fmla="*/ 181938 w 263515"/>
                <a:gd name="connsiteY68" fmla="*/ 151236 h 194565"/>
                <a:gd name="connsiteX69" fmla="*/ 181938 w 263515"/>
                <a:gd name="connsiteY69" fmla="*/ 155626 h 194565"/>
                <a:gd name="connsiteX70" fmla="*/ 181845 w 263515"/>
                <a:gd name="connsiteY70" fmla="*/ 156065 h 194565"/>
                <a:gd name="connsiteX71" fmla="*/ 179387 w 263515"/>
                <a:gd name="connsiteY71" fmla="*/ 161509 h 194565"/>
                <a:gd name="connsiteX72" fmla="*/ 181845 w 263515"/>
                <a:gd name="connsiteY72" fmla="*/ 174020 h 194565"/>
                <a:gd name="connsiteX73" fmla="*/ 191121 w 263515"/>
                <a:gd name="connsiteY73" fmla="*/ 182273 h 194565"/>
                <a:gd name="connsiteX74" fmla="*/ 191492 w 263515"/>
                <a:gd name="connsiteY74" fmla="*/ 183063 h 194565"/>
                <a:gd name="connsiteX75" fmla="*/ 191492 w 263515"/>
                <a:gd name="connsiteY75" fmla="*/ 193599 h 194565"/>
                <a:gd name="connsiteX76" fmla="*/ 193208 w 263515"/>
                <a:gd name="connsiteY76" fmla="*/ 194258 h 194565"/>
                <a:gd name="connsiteX77" fmla="*/ 197474 w 263515"/>
                <a:gd name="connsiteY77" fmla="*/ 185039 h 194565"/>
                <a:gd name="connsiteX78" fmla="*/ 192837 w 263515"/>
                <a:gd name="connsiteY78" fmla="*/ 177005 h 194565"/>
                <a:gd name="connsiteX79" fmla="*/ 193254 w 263515"/>
                <a:gd name="connsiteY79" fmla="*/ 175556 h 194565"/>
                <a:gd name="connsiteX80" fmla="*/ 199933 w 263515"/>
                <a:gd name="connsiteY80" fmla="*/ 171693 h 194565"/>
                <a:gd name="connsiteX81" fmla="*/ 201092 w 263515"/>
                <a:gd name="connsiteY81" fmla="*/ 171693 h 194565"/>
                <a:gd name="connsiteX82" fmla="*/ 205080 w 263515"/>
                <a:gd name="connsiteY82" fmla="*/ 173801 h 194565"/>
                <a:gd name="connsiteX83" fmla="*/ 207492 w 263515"/>
                <a:gd name="connsiteY83" fmla="*/ 172088 h 194565"/>
                <a:gd name="connsiteX84" fmla="*/ 207492 w 263515"/>
                <a:gd name="connsiteY84" fmla="*/ 158084 h 194565"/>
                <a:gd name="connsiteX85" fmla="*/ 207678 w 263515"/>
                <a:gd name="connsiteY85" fmla="*/ 157470 h 194565"/>
                <a:gd name="connsiteX86" fmla="*/ 217231 w 263515"/>
                <a:gd name="connsiteY86" fmla="*/ 144300 h 194565"/>
                <a:gd name="connsiteX87" fmla="*/ 218205 w 263515"/>
                <a:gd name="connsiteY87" fmla="*/ 143817 h 194565"/>
                <a:gd name="connsiteX88" fmla="*/ 225394 w 263515"/>
                <a:gd name="connsiteY88" fmla="*/ 143817 h 194565"/>
                <a:gd name="connsiteX89" fmla="*/ 230959 w 263515"/>
                <a:gd name="connsiteY89" fmla="*/ 120462 h 194565"/>
                <a:gd name="connsiteX90" fmla="*/ 228686 w 263515"/>
                <a:gd name="connsiteY90" fmla="*/ 106941 h 194565"/>
                <a:gd name="connsiteX91" fmla="*/ 228826 w 263515"/>
                <a:gd name="connsiteY91" fmla="*/ 106238 h 194565"/>
                <a:gd name="connsiteX92" fmla="*/ 237776 w 263515"/>
                <a:gd name="connsiteY92" fmla="*/ 90610 h 194565"/>
                <a:gd name="connsiteX93" fmla="*/ 234344 w 263515"/>
                <a:gd name="connsiteY93" fmla="*/ 85386 h 194565"/>
                <a:gd name="connsiteX94" fmla="*/ 234576 w 263515"/>
                <a:gd name="connsiteY94" fmla="*/ 83981 h 194565"/>
                <a:gd name="connsiteX95" fmla="*/ 237915 w 263515"/>
                <a:gd name="connsiteY95" fmla="*/ 81303 h 194565"/>
                <a:gd name="connsiteX96" fmla="*/ 237915 w 263515"/>
                <a:gd name="connsiteY96" fmla="*/ 76869 h 194565"/>
                <a:gd name="connsiteX97" fmla="*/ 239075 w 263515"/>
                <a:gd name="connsiteY97" fmla="*/ 75772 h 194565"/>
                <a:gd name="connsiteX98" fmla="*/ 246078 w 263515"/>
                <a:gd name="connsiteY98" fmla="*/ 75772 h 194565"/>
                <a:gd name="connsiteX99" fmla="*/ 247562 w 263515"/>
                <a:gd name="connsiteY99" fmla="*/ 71821 h 194565"/>
                <a:gd name="connsiteX100" fmla="*/ 248258 w 263515"/>
                <a:gd name="connsiteY100" fmla="*/ 71162 h 194565"/>
                <a:gd name="connsiteX101" fmla="*/ 258136 w 263515"/>
                <a:gd name="connsiteY101" fmla="*/ 67694 h 194565"/>
                <a:gd name="connsiteX102" fmla="*/ 263516 w 263515"/>
                <a:gd name="connsiteY102" fmla="*/ 62031 h 194565"/>
                <a:gd name="connsiteX103" fmla="*/ 246913 w 263515"/>
                <a:gd name="connsiteY103" fmla="*/ 49124 h 194565"/>
                <a:gd name="connsiteX104" fmla="*/ 243156 w 263515"/>
                <a:gd name="connsiteY104" fmla="*/ 38149 h 194565"/>
                <a:gd name="connsiteX105" fmla="*/ 241997 w 263515"/>
                <a:gd name="connsiteY105" fmla="*/ 12073 h 194565"/>
                <a:gd name="connsiteX106" fmla="*/ 238518 w 263515"/>
                <a:gd name="connsiteY106" fmla="*/ 4653 h 194565"/>
                <a:gd name="connsiteX107" fmla="*/ 237081 w 263515"/>
                <a:gd name="connsiteY107" fmla="*/ 0 h 194565"/>
                <a:gd name="connsiteX108" fmla="*/ 151654 w 263515"/>
                <a:gd name="connsiteY108" fmla="*/ 0 h 194565"/>
                <a:gd name="connsiteX109" fmla="*/ 150448 w 263515"/>
                <a:gd name="connsiteY109" fmla="*/ 2722 h 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263515" h="194565">
                  <a:moveTo>
                    <a:pt x="150494" y="2810"/>
                  </a:moveTo>
                  <a:lnTo>
                    <a:pt x="147294" y="2810"/>
                  </a:lnTo>
                  <a:lnTo>
                    <a:pt x="148454" y="88"/>
                  </a:lnTo>
                  <a:lnTo>
                    <a:pt x="50180" y="88"/>
                  </a:lnTo>
                  <a:lnTo>
                    <a:pt x="50180" y="31081"/>
                  </a:lnTo>
                  <a:cubicBezTo>
                    <a:pt x="50180" y="31696"/>
                    <a:pt x="49670" y="32179"/>
                    <a:pt x="49021" y="32179"/>
                  </a:cubicBezTo>
                  <a:lnTo>
                    <a:pt x="35108" y="32179"/>
                  </a:lnTo>
                  <a:lnTo>
                    <a:pt x="35108" y="97766"/>
                  </a:lnTo>
                  <a:cubicBezTo>
                    <a:pt x="35108" y="98380"/>
                    <a:pt x="34598" y="98863"/>
                    <a:pt x="33948" y="98863"/>
                  </a:cubicBezTo>
                  <a:lnTo>
                    <a:pt x="20499" y="98863"/>
                  </a:lnTo>
                  <a:lnTo>
                    <a:pt x="17809" y="101190"/>
                  </a:lnTo>
                  <a:lnTo>
                    <a:pt x="18876" y="106897"/>
                  </a:lnTo>
                  <a:cubicBezTo>
                    <a:pt x="18968" y="107336"/>
                    <a:pt x="18783" y="107731"/>
                    <a:pt x="18365" y="107994"/>
                  </a:cubicBezTo>
                  <a:lnTo>
                    <a:pt x="15583" y="109794"/>
                  </a:lnTo>
                  <a:lnTo>
                    <a:pt x="14794" y="114930"/>
                  </a:lnTo>
                  <a:cubicBezTo>
                    <a:pt x="14702" y="115457"/>
                    <a:pt x="14238" y="115852"/>
                    <a:pt x="13635" y="115852"/>
                  </a:cubicBezTo>
                  <a:lnTo>
                    <a:pt x="10203" y="115852"/>
                  </a:lnTo>
                  <a:lnTo>
                    <a:pt x="9693" y="118003"/>
                  </a:lnTo>
                  <a:lnTo>
                    <a:pt x="12754" y="121120"/>
                  </a:lnTo>
                  <a:cubicBezTo>
                    <a:pt x="12754" y="121120"/>
                    <a:pt x="13078" y="121603"/>
                    <a:pt x="13078" y="121911"/>
                  </a:cubicBezTo>
                  <a:cubicBezTo>
                    <a:pt x="13078" y="122218"/>
                    <a:pt x="12939" y="122481"/>
                    <a:pt x="12707" y="122657"/>
                  </a:cubicBezTo>
                  <a:lnTo>
                    <a:pt x="4406" y="129769"/>
                  </a:lnTo>
                  <a:lnTo>
                    <a:pt x="7467" y="135037"/>
                  </a:lnTo>
                  <a:cubicBezTo>
                    <a:pt x="7699" y="135476"/>
                    <a:pt x="7652" y="136003"/>
                    <a:pt x="7235" y="136354"/>
                  </a:cubicBezTo>
                  <a:lnTo>
                    <a:pt x="0" y="142939"/>
                  </a:lnTo>
                  <a:lnTo>
                    <a:pt x="1113" y="145046"/>
                  </a:lnTo>
                  <a:lnTo>
                    <a:pt x="5009" y="143114"/>
                  </a:lnTo>
                  <a:cubicBezTo>
                    <a:pt x="5380" y="142939"/>
                    <a:pt x="5844" y="142939"/>
                    <a:pt x="6215" y="143202"/>
                  </a:cubicBezTo>
                  <a:lnTo>
                    <a:pt x="9971" y="145660"/>
                  </a:lnTo>
                  <a:cubicBezTo>
                    <a:pt x="10342" y="145880"/>
                    <a:pt x="10528" y="146319"/>
                    <a:pt x="10435" y="146714"/>
                  </a:cubicBezTo>
                  <a:lnTo>
                    <a:pt x="9878" y="150577"/>
                  </a:lnTo>
                  <a:lnTo>
                    <a:pt x="9878" y="152421"/>
                  </a:lnTo>
                  <a:cubicBezTo>
                    <a:pt x="9878" y="152421"/>
                    <a:pt x="12383" y="154572"/>
                    <a:pt x="12383" y="154572"/>
                  </a:cubicBezTo>
                  <a:cubicBezTo>
                    <a:pt x="12707" y="154836"/>
                    <a:pt x="12847" y="155231"/>
                    <a:pt x="12754" y="155582"/>
                  </a:cubicBezTo>
                  <a:lnTo>
                    <a:pt x="11734" y="160411"/>
                  </a:lnTo>
                  <a:lnTo>
                    <a:pt x="18134" y="165196"/>
                  </a:lnTo>
                  <a:cubicBezTo>
                    <a:pt x="18504" y="165459"/>
                    <a:pt x="18644" y="165942"/>
                    <a:pt x="18504" y="166381"/>
                  </a:cubicBezTo>
                  <a:lnTo>
                    <a:pt x="16835" y="171781"/>
                  </a:lnTo>
                  <a:cubicBezTo>
                    <a:pt x="22400" y="173493"/>
                    <a:pt x="28197" y="184995"/>
                    <a:pt x="29821" y="188463"/>
                  </a:cubicBezTo>
                  <a:cubicBezTo>
                    <a:pt x="31908" y="188946"/>
                    <a:pt x="39977" y="190570"/>
                    <a:pt x="45450" y="187497"/>
                  </a:cubicBezTo>
                  <a:cubicBezTo>
                    <a:pt x="48001" y="186049"/>
                    <a:pt x="49670" y="183678"/>
                    <a:pt x="50320" y="180517"/>
                  </a:cubicBezTo>
                  <a:cubicBezTo>
                    <a:pt x="50412" y="180078"/>
                    <a:pt x="50783" y="179727"/>
                    <a:pt x="51293" y="179639"/>
                  </a:cubicBezTo>
                  <a:lnTo>
                    <a:pt x="63027" y="177839"/>
                  </a:lnTo>
                  <a:cubicBezTo>
                    <a:pt x="63676" y="177751"/>
                    <a:pt x="64186" y="178103"/>
                    <a:pt x="64325" y="178673"/>
                  </a:cubicBezTo>
                  <a:lnTo>
                    <a:pt x="65717" y="184161"/>
                  </a:lnTo>
                  <a:lnTo>
                    <a:pt x="72163" y="191273"/>
                  </a:lnTo>
                  <a:lnTo>
                    <a:pt x="95120" y="191273"/>
                  </a:lnTo>
                  <a:cubicBezTo>
                    <a:pt x="95352" y="191273"/>
                    <a:pt x="95630" y="191361"/>
                    <a:pt x="95816" y="191492"/>
                  </a:cubicBezTo>
                  <a:lnTo>
                    <a:pt x="100129" y="194565"/>
                  </a:lnTo>
                  <a:lnTo>
                    <a:pt x="107920" y="194565"/>
                  </a:lnTo>
                  <a:lnTo>
                    <a:pt x="112790" y="189692"/>
                  </a:lnTo>
                  <a:cubicBezTo>
                    <a:pt x="112790" y="189692"/>
                    <a:pt x="113300" y="189341"/>
                    <a:pt x="113578" y="189341"/>
                  </a:cubicBezTo>
                  <a:lnTo>
                    <a:pt x="119978" y="189122"/>
                  </a:lnTo>
                  <a:lnTo>
                    <a:pt x="119978" y="184688"/>
                  </a:lnTo>
                  <a:cubicBezTo>
                    <a:pt x="119978" y="184336"/>
                    <a:pt x="120164" y="183985"/>
                    <a:pt x="120488" y="183766"/>
                  </a:cubicBezTo>
                  <a:lnTo>
                    <a:pt x="126842" y="179771"/>
                  </a:lnTo>
                  <a:cubicBezTo>
                    <a:pt x="127259" y="179507"/>
                    <a:pt x="127816" y="179551"/>
                    <a:pt x="128187" y="179815"/>
                  </a:cubicBezTo>
                  <a:lnTo>
                    <a:pt x="140848" y="189034"/>
                  </a:lnTo>
                  <a:lnTo>
                    <a:pt x="148918" y="188287"/>
                  </a:lnTo>
                  <a:lnTo>
                    <a:pt x="165428" y="170289"/>
                  </a:lnTo>
                  <a:lnTo>
                    <a:pt x="165428" y="160499"/>
                  </a:lnTo>
                  <a:lnTo>
                    <a:pt x="160326" y="156460"/>
                  </a:lnTo>
                  <a:cubicBezTo>
                    <a:pt x="159955" y="156153"/>
                    <a:pt x="159816" y="155670"/>
                    <a:pt x="160002" y="155231"/>
                  </a:cubicBezTo>
                  <a:cubicBezTo>
                    <a:pt x="160187" y="154792"/>
                    <a:pt x="160604" y="154528"/>
                    <a:pt x="161068" y="154528"/>
                  </a:cubicBezTo>
                  <a:lnTo>
                    <a:pt x="170344" y="154528"/>
                  </a:lnTo>
                  <a:lnTo>
                    <a:pt x="170344" y="151236"/>
                  </a:lnTo>
                  <a:cubicBezTo>
                    <a:pt x="170344" y="150621"/>
                    <a:pt x="170854" y="150138"/>
                    <a:pt x="171503" y="150138"/>
                  </a:cubicBezTo>
                  <a:lnTo>
                    <a:pt x="180779" y="150138"/>
                  </a:lnTo>
                  <a:cubicBezTo>
                    <a:pt x="181428" y="150138"/>
                    <a:pt x="181938" y="150621"/>
                    <a:pt x="181938" y="151236"/>
                  </a:cubicBezTo>
                  <a:lnTo>
                    <a:pt x="181938" y="155626"/>
                  </a:lnTo>
                  <a:cubicBezTo>
                    <a:pt x="181938" y="155626"/>
                    <a:pt x="181938" y="155933"/>
                    <a:pt x="181845" y="156065"/>
                  </a:cubicBezTo>
                  <a:lnTo>
                    <a:pt x="179387" y="161509"/>
                  </a:lnTo>
                  <a:lnTo>
                    <a:pt x="181845" y="174020"/>
                  </a:lnTo>
                  <a:lnTo>
                    <a:pt x="191121" y="182273"/>
                  </a:lnTo>
                  <a:cubicBezTo>
                    <a:pt x="191353" y="182493"/>
                    <a:pt x="191492" y="182756"/>
                    <a:pt x="191492" y="183063"/>
                  </a:cubicBezTo>
                  <a:lnTo>
                    <a:pt x="191492" y="193599"/>
                  </a:lnTo>
                  <a:lnTo>
                    <a:pt x="193208" y="194258"/>
                  </a:lnTo>
                  <a:lnTo>
                    <a:pt x="197474" y="185039"/>
                  </a:lnTo>
                  <a:lnTo>
                    <a:pt x="192837" y="177005"/>
                  </a:lnTo>
                  <a:cubicBezTo>
                    <a:pt x="192558" y="176478"/>
                    <a:pt x="192697" y="175864"/>
                    <a:pt x="193254" y="175556"/>
                  </a:cubicBezTo>
                  <a:lnTo>
                    <a:pt x="199933" y="171693"/>
                  </a:lnTo>
                  <a:cubicBezTo>
                    <a:pt x="200303" y="171474"/>
                    <a:pt x="200721" y="171474"/>
                    <a:pt x="201092" y="171693"/>
                  </a:cubicBezTo>
                  <a:lnTo>
                    <a:pt x="205080" y="173801"/>
                  </a:lnTo>
                  <a:lnTo>
                    <a:pt x="207492" y="172088"/>
                  </a:lnTo>
                  <a:lnTo>
                    <a:pt x="207492" y="158084"/>
                  </a:lnTo>
                  <a:cubicBezTo>
                    <a:pt x="207492" y="157865"/>
                    <a:pt x="207585" y="157645"/>
                    <a:pt x="207678" y="157470"/>
                  </a:cubicBezTo>
                  <a:lnTo>
                    <a:pt x="217231" y="144300"/>
                  </a:lnTo>
                  <a:cubicBezTo>
                    <a:pt x="217463" y="143992"/>
                    <a:pt x="217788" y="143817"/>
                    <a:pt x="218205" y="143817"/>
                  </a:cubicBezTo>
                  <a:lnTo>
                    <a:pt x="225394" y="143817"/>
                  </a:lnTo>
                  <a:lnTo>
                    <a:pt x="230959" y="120462"/>
                  </a:lnTo>
                  <a:lnTo>
                    <a:pt x="228686" y="106941"/>
                  </a:lnTo>
                  <a:cubicBezTo>
                    <a:pt x="228686" y="106721"/>
                    <a:pt x="228686" y="106458"/>
                    <a:pt x="228826" y="106238"/>
                  </a:cubicBezTo>
                  <a:lnTo>
                    <a:pt x="237776" y="90610"/>
                  </a:lnTo>
                  <a:lnTo>
                    <a:pt x="234344" y="85386"/>
                  </a:lnTo>
                  <a:cubicBezTo>
                    <a:pt x="234066" y="84903"/>
                    <a:pt x="234159" y="84332"/>
                    <a:pt x="234576" y="83981"/>
                  </a:cubicBezTo>
                  <a:lnTo>
                    <a:pt x="237915" y="81303"/>
                  </a:lnTo>
                  <a:lnTo>
                    <a:pt x="237915" y="76869"/>
                  </a:lnTo>
                  <a:cubicBezTo>
                    <a:pt x="237915" y="76255"/>
                    <a:pt x="238426" y="75772"/>
                    <a:pt x="239075" y="75772"/>
                  </a:cubicBezTo>
                  <a:lnTo>
                    <a:pt x="246078" y="75772"/>
                  </a:lnTo>
                  <a:lnTo>
                    <a:pt x="247562" y="71821"/>
                  </a:lnTo>
                  <a:cubicBezTo>
                    <a:pt x="247655" y="71513"/>
                    <a:pt x="247933" y="71250"/>
                    <a:pt x="248258" y="71162"/>
                  </a:cubicBezTo>
                  <a:lnTo>
                    <a:pt x="258136" y="67694"/>
                  </a:lnTo>
                  <a:lnTo>
                    <a:pt x="263516" y="62031"/>
                  </a:lnTo>
                  <a:cubicBezTo>
                    <a:pt x="259156" y="55621"/>
                    <a:pt x="253545" y="50002"/>
                    <a:pt x="246913" y="49124"/>
                  </a:cubicBezTo>
                  <a:cubicBezTo>
                    <a:pt x="246913" y="49124"/>
                    <a:pt x="242878" y="41442"/>
                    <a:pt x="243156" y="38149"/>
                  </a:cubicBezTo>
                  <a:cubicBezTo>
                    <a:pt x="243434" y="34857"/>
                    <a:pt x="242599" y="14531"/>
                    <a:pt x="241997" y="12073"/>
                  </a:cubicBezTo>
                  <a:cubicBezTo>
                    <a:pt x="241394" y="9614"/>
                    <a:pt x="238518" y="4653"/>
                    <a:pt x="238518" y="4653"/>
                  </a:cubicBezTo>
                  <a:cubicBezTo>
                    <a:pt x="238518" y="4653"/>
                    <a:pt x="238101" y="2546"/>
                    <a:pt x="237081" y="0"/>
                  </a:cubicBezTo>
                  <a:lnTo>
                    <a:pt x="151654" y="0"/>
                  </a:lnTo>
                  <a:lnTo>
                    <a:pt x="150448" y="27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2" name="Freeform: Shape 2101">
              <a:extLst>
                <a:ext uri="{FF2B5EF4-FFF2-40B4-BE49-F238E27FC236}">
                  <a16:creationId xmlns:a16="http://schemas.microsoft.com/office/drawing/2014/main" id="{2B440C0C-0CE9-EDE9-B4C4-6964E498B9B6}"/>
                </a:ext>
              </a:extLst>
            </p:cNvPr>
            <p:cNvSpPr>
              <a:spLocks/>
            </p:cNvSpPr>
            <p:nvPr/>
          </p:nvSpPr>
          <p:spPr>
            <a:xfrm>
              <a:off x="6531060" y="3180137"/>
              <a:ext cx="154370" cy="128956"/>
            </a:xfrm>
            <a:custGeom>
              <a:avLst/>
              <a:gdLst>
                <a:gd name="connsiteX0" fmla="*/ 12429 w 103421"/>
                <a:gd name="connsiteY0" fmla="*/ 47851 h 86395"/>
                <a:gd name="connsiteX1" fmla="*/ 12429 w 103421"/>
                <a:gd name="connsiteY1" fmla="*/ 49475 h 86395"/>
                <a:gd name="connsiteX2" fmla="*/ 15722 w 103421"/>
                <a:gd name="connsiteY2" fmla="*/ 51363 h 86395"/>
                <a:gd name="connsiteX3" fmla="*/ 16278 w 103421"/>
                <a:gd name="connsiteY3" fmla="*/ 52066 h 86395"/>
                <a:gd name="connsiteX4" fmla="*/ 16093 w 103421"/>
                <a:gd name="connsiteY4" fmla="*/ 52943 h 86395"/>
                <a:gd name="connsiteX5" fmla="*/ 11826 w 103421"/>
                <a:gd name="connsiteY5" fmla="*/ 58694 h 86395"/>
                <a:gd name="connsiteX6" fmla="*/ 13125 w 103421"/>
                <a:gd name="connsiteY6" fmla="*/ 61811 h 86395"/>
                <a:gd name="connsiteX7" fmla="*/ 12986 w 103421"/>
                <a:gd name="connsiteY7" fmla="*/ 62821 h 86395"/>
                <a:gd name="connsiteX8" fmla="*/ 12012 w 103421"/>
                <a:gd name="connsiteY8" fmla="*/ 63304 h 86395"/>
                <a:gd name="connsiteX9" fmla="*/ 6122 w 103421"/>
                <a:gd name="connsiteY9" fmla="*/ 63304 h 86395"/>
                <a:gd name="connsiteX10" fmla="*/ 5194 w 103421"/>
                <a:gd name="connsiteY10" fmla="*/ 64797 h 86395"/>
                <a:gd name="connsiteX11" fmla="*/ 8209 w 103421"/>
                <a:gd name="connsiteY11" fmla="*/ 65982 h 86395"/>
                <a:gd name="connsiteX12" fmla="*/ 8951 w 103421"/>
                <a:gd name="connsiteY12" fmla="*/ 66948 h 86395"/>
                <a:gd name="connsiteX13" fmla="*/ 8348 w 103421"/>
                <a:gd name="connsiteY13" fmla="*/ 67957 h 86395"/>
                <a:gd name="connsiteX14" fmla="*/ 557 w 103421"/>
                <a:gd name="connsiteY14" fmla="*/ 71821 h 86395"/>
                <a:gd name="connsiteX15" fmla="*/ 1808 w 103421"/>
                <a:gd name="connsiteY15" fmla="*/ 73752 h 86395"/>
                <a:gd name="connsiteX16" fmla="*/ 1994 w 103421"/>
                <a:gd name="connsiteY16" fmla="*/ 74323 h 86395"/>
                <a:gd name="connsiteX17" fmla="*/ 1994 w 103421"/>
                <a:gd name="connsiteY17" fmla="*/ 79942 h 86395"/>
                <a:gd name="connsiteX18" fmla="*/ 12754 w 103421"/>
                <a:gd name="connsiteY18" fmla="*/ 86395 h 86395"/>
                <a:gd name="connsiteX19" fmla="*/ 16742 w 103421"/>
                <a:gd name="connsiteY19" fmla="*/ 86395 h 86395"/>
                <a:gd name="connsiteX20" fmla="*/ 80001 w 103421"/>
                <a:gd name="connsiteY20" fmla="*/ 51539 h 86395"/>
                <a:gd name="connsiteX21" fmla="*/ 85891 w 103421"/>
                <a:gd name="connsiteY21" fmla="*/ 43549 h 86395"/>
                <a:gd name="connsiteX22" fmla="*/ 88163 w 103421"/>
                <a:gd name="connsiteY22" fmla="*/ 27964 h 86395"/>
                <a:gd name="connsiteX23" fmla="*/ 85891 w 103421"/>
                <a:gd name="connsiteY23" fmla="*/ 14180 h 86395"/>
                <a:gd name="connsiteX24" fmla="*/ 86169 w 103421"/>
                <a:gd name="connsiteY24" fmla="*/ 13302 h 86395"/>
                <a:gd name="connsiteX25" fmla="*/ 87050 w 103421"/>
                <a:gd name="connsiteY25" fmla="*/ 12907 h 86395"/>
                <a:gd name="connsiteX26" fmla="*/ 88673 w 103421"/>
                <a:gd name="connsiteY26" fmla="*/ 12907 h 86395"/>
                <a:gd name="connsiteX27" fmla="*/ 96372 w 103421"/>
                <a:gd name="connsiteY27" fmla="*/ 8736 h 86395"/>
                <a:gd name="connsiteX28" fmla="*/ 103421 w 103421"/>
                <a:gd name="connsiteY28" fmla="*/ 1888 h 86395"/>
                <a:gd name="connsiteX29" fmla="*/ 102354 w 103421"/>
                <a:gd name="connsiteY29" fmla="*/ 0 h 86395"/>
                <a:gd name="connsiteX30" fmla="*/ 93265 w 103421"/>
                <a:gd name="connsiteY30" fmla="*/ 3117 h 86395"/>
                <a:gd name="connsiteX31" fmla="*/ 92847 w 103421"/>
                <a:gd name="connsiteY31" fmla="*/ 3161 h 86395"/>
                <a:gd name="connsiteX32" fmla="*/ 80696 w 103421"/>
                <a:gd name="connsiteY32" fmla="*/ 3161 h 86395"/>
                <a:gd name="connsiteX33" fmla="*/ 63490 w 103421"/>
                <a:gd name="connsiteY33" fmla="*/ 9175 h 86395"/>
                <a:gd name="connsiteX34" fmla="*/ 63166 w 103421"/>
                <a:gd name="connsiteY34" fmla="*/ 9263 h 86395"/>
                <a:gd name="connsiteX35" fmla="*/ 49253 w 103421"/>
                <a:gd name="connsiteY35" fmla="*/ 10009 h 86395"/>
                <a:gd name="connsiteX36" fmla="*/ 48882 w 103421"/>
                <a:gd name="connsiteY36" fmla="*/ 9965 h 86395"/>
                <a:gd name="connsiteX37" fmla="*/ 37334 w 103421"/>
                <a:gd name="connsiteY37" fmla="*/ 6717 h 86395"/>
                <a:gd name="connsiteX38" fmla="*/ 27687 w 103421"/>
                <a:gd name="connsiteY38" fmla="*/ 11370 h 86395"/>
                <a:gd name="connsiteX39" fmla="*/ 26991 w 103421"/>
                <a:gd name="connsiteY39" fmla="*/ 11458 h 86395"/>
                <a:gd name="connsiteX40" fmla="*/ 20035 w 103421"/>
                <a:gd name="connsiteY40" fmla="*/ 10360 h 86395"/>
                <a:gd name="connsiteX41" fmla="*/ 16371 w 103421"/>
                <a:gd name="connsiteY41" fmla="*/ 9307 h 86395"/>
                <a:gd name="connsiteX42" fmla="*/ 16371 w 103421"/>
                <a:gd name="connsiteY42" fmla="*/ 17692 h 86395"/>
                <a:gd name="connsiteX43" fmla="*/ 15583 w 103421"/>
                <a:gd name="connsiteY43" fmla="*/ 18745 h 86395"/>
                <a:gd name="connsiteX44" fmla="*/ 10574 w 103421"/>
                <a:gd name="connsiteY44" fmla="*/ 20326 h 86395"/>
                <a:gd name="connsiteX45" fmla="*/ 10574 w 103421"/>
                <a:gd name="connsiteY45" fmla="*/ 23179 h 86395"/>
                <a:gd name="connsiteX46" fmla="*/ 10110 w 103421"/>
                <a:gd name="connsiteY46" fmla="*/ 24057 h 86395"/>
                <a:gd name="connsiteX47" fmla="*/ 7420 w 103421"/>
                <a:gd name="connsiteY47" fmla="*/ 25901 h 86395"/>
                <a:gd name="connsiteX48" fmla="*/ 6724 w 103421"/>
                <a:gd name="connsiteY48" fmla="*/ 26121 h 86395"/>
                <a:gd name="connsiteX49" fmla="*/ 6214 w 103421"/>
                <a:gd name="connsiteY49" fmla="*/ 25989 h 86395"/>
                <a:gd name="connsiteX50" fmla="*/ 1623 w 103421"/>
                <a:gd name="connsiteY50" fmla="*/ 23794 h 86395"/>
                <a:gd name="connsiteX51" fmla="*/ 0 w 103421"/>
                <a:gd name="connsiteY51" fmla="*/ 28008 h 86395"/>
                <a:gd name="connsiteX52" fmla="*/ 3200 w 103421"/>
                <a:gd name="connsiteY52" fmla="*/ 32662 h 86395"/>
                <a:gd name="connsiteX53" fmla="*/ 2922 w 103421"/>
                <a:gd name="connsiteY53" fmla="*/ 46885 h 86395"/>
                <a:gd name="connsiteX54" fmla="*/ 11409 w 103421"/>
                <a:gd name="connsiteY54" fmla="*/ 46885 h 86395"/>
                <a:gd name="connsiteX55" fmla="*/ 12568 w 103421"/>
                <a:gd name="connsiteY55" fmla="*/ 47983 h 86395"/>
                <a:gd name="connsiteX56" fmla="*/ 41044 w 103421"/>
                <a:gd name="connsiteY56" fmla="*/ 10317 h 86395"/>
                <a:gd name="connsiteX57" fmla="*/ 42806 w 103421"/>
                <a:gd name="connsiteY57" fmla="*/ 23223 h 86395"/>
                <a:gd name="connsiteX58" fmla="*/ 40858 w 103421"/>
                <a:gd name="connsiteY58" fmla="*/ 24891 h 86395"/>
                <a:gd name="connsiteX59" fmla="*/ 41044 w 103421"/>
                <a:gd name="connsiteY59" fmla="*/ 10317 h 8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03421" h="86395">
                  <a:moveTo>
                    <a:pt x="12429" y="47851"/>
                  </a:moveTo>
                  <a:lnTo>
                    <a:pt x="12429" y="49475"/>
                  </a:lnTo>
                  <a:lnTo>
                    <a:pt x="15722" y="51363"/>
                  </a:lnTo>
                  <a:cubicBezTo>
                    <a:pt x="16000" y="51539"/>
                    <a:pt x="16186" y="51758"/>
                    <a:pt x="16278" y="52066"/>
                  </a:cubicBezTo>
                  <a:cubicBezTo>
                    <a:pt x="16325" y="52373"/>
                    <a:pt x="16278" y="52680"/>
                    <a:pt x="16093" y="52943"/>
                  </a:cubicBezTo>
                  <a:lnTo>
                    <a:pt x="11826" y="58694"/>
                  </a:lnTo>
                  <a:lnTo>
                    <a:pt x="13125" y="61811"/>
                  </a:lnTo>
                  <a:cubicBezTo>
                    <a:pt x="13264" y="62163"/>
                    <a:pt x="13217" y="62514"/>
                    <a:pt x="12986" y="62821"/>
                  </a:cubicBezTo>
                  <a:cubicBezTo>
                    <a:pt x="12754" y="63128"/>
                    <a:pt x="12429" y="63304"/>
                    <a:pt x="12012" y="63304"/>
                  </a:cubicBezTo>
                  <a:lnTo>
                    <a:pt x="6122" y="63304"/>
                  </a:lnTo>
                  <a:lnTo>
                    <a:pt x="5194" y="64797"/>
                  </a:lnTo>
                  <a:lnTo>
                    <a:pt x="8209" y="65982"/>
                  </a:lnTo>
                  <a:cubicBezTo>
                    <a:pt x="8626" y="66157"/>
                    <a:pt x="8904" y="66509"/>
                    <a:pt x="8951" y="66948"/>
                  </a:cubicBezTo>
                  <a:cubicBezTo>
                    <a:pt x="8951" y="67387"/>
                    <a:pt x="8719" y="67782"/>
                    <a:pt x="8348" y="67957"/>
                  </a:cubicBezTo>
                  <a:lnTo>
                    <a:pt x="557" y="71821"/>
                  </a:lnTo>
                  <a:lnTo>
                    <a:pt x="1808" y="73752"/>
                  </a:lnTo>
                  <a:cubicBezTo>
                    <a:pt x="1808" y="73752"/>
                    <a:pt x="1994" y="74103"/>
                    <a:pt x="1994" y="74323"/>
                  </a:cubicBezTo>
                  <a:lnTo>
                    <a:pt x="1994" y="79942"/>
                  </a:lnTo>
                  <a:lnTo>
                    <a:pt x="12754" y="86395"/>
                  </a:lnTo>
                  <a:lnTo>
                    <a:pt x="16742" y="86395"/>
                  </a:lnTo>
                  <a:lnTo>
                    <a:pt x="80001" y="51539"/>
                  </a:lnTo>
                  <a:lnTo>
                    <a:pt x="85891" y="43549"/>
                  </a:lnTo>
                  <a:lnTo>
                    <a:pt x="88163" y="27964"/>
                  </a:lnTo>
                  <a:lnTo>
                    <a:pt x="85891" y="14180"/>
                  </a:lnTo>
                  <a:cubicBezTo>
                    <a:pt x="85844" y="13872"/>
                    <a:pt x="85891" y="13521"/>
                    <a:pt x="86169" y="13302"/>
                  </a:cubicBezTo>
                  <a:cubicBezTo>
                    <a:pt x="86401" y="13038"/>
                    <a:pt x="86725" y="12907"/>
                    <a:pt x="87050" y="12907"/>
                  </a:cubicBezTo>
                  <a:lnTo>
                    <a:pt x="88673" y="12907"/>
                  </a:lnTo>
                  <a:lnTo>
                    <a:pt x="96372" y="8736"/>
                  </a:lnTo>
                  <a:lnTo>
                    <a:pt x="103421" y="1888"/>
                  </a:lnTo>
                  <a:lnTo>
                    <a:pt x="102354" y="0"/>
                  </a:lnTo>
                  <a:lnTo>
                    <a:pt x="93265" y="3117"/>
                  </a:lnTo>
                  <a:cubicBezTo>
                    <a:pt x="93265" y="3117"/>
                    <a:pt x="92986" y="3161"/>
                    <a:pt x="92847" y="3161"/>
                  </a:cubicBezTo>
                  <a:lnTo>
                    <a:pt x="80696" y="3161"/>
                  </a:lnTo>
                  <a:lnTo>
                    <a:pt x="63490" y="9175"/>
                  </a:lnTo>
                  <a:cubicBezTo>
                    <a:pt x="63490" y="9175"/>
                    <a:pt x="63258" y="9219"/>
                    <a:pt x="63166" y="9263"/>
                  </a:cubicBezTo>
                  <a:lnTo>
                    <a:pt x="49253" y="10009"/>
                  </a:lnTo>
                  <a:cubicBezTo>
                    <a:pt x="49253" y="10009"/>
                    <a:pt x="48974" y="10009"/>
                    <a:pt x="48882" y="9965"/>
                  </a:cubicBezTo>
                  <a:lnTo>
                    <a:pt x="37334" y="6717"/>
                  </a:lnTo>
                  <a:lnTo>
                    <a:pt x="27687" y="11370"/>
                  </a:lnTo>
                  <a:cubicBezTo>
                    <a:pt x="27687" y="11370"/>
                    <a:pt x="27223" y="11502"/>
                    <a:pt x="26991" y="11458"/>
                  </a:cubicBezTo>
                  <a:lnTo>
                    <a:pt x="20035" y="10360"/>
                  </a:lnTo>
                  <a:lnTo>
                    <a:pt x="16371" y="9307"/>
                  </a:lnTo>
                  <a:lnTo>
                    <a:pt x="16371" y="17692"/>
                  </a:lnTo>
                  <a:cubicBezTo>
                    <a:pt x="16371" y="18175"/>
                    <a:pt x="16046" y="18570"/>
                    <a:pt x="15583" y="18745"/>
                  </a:cubicBezTo>
                  <a:lnTo>
                    <a:pt x="10574" y="20326"/>
                  </a:lnTo>
                  <a:lnTo>
                    <a:pt x="10574" y="23179"/>
                  </a:lnTo>
                  <a:cubicBezTo>
                    <a:pt x="10574" y="23531"/>
                    <a:pt x="10388" y="23882"/>
                    <a:pt x="10110" y="24057"/>
                  </a:cubicBezTo>
                  <a:lnTo>
                    <a:pt x="7420" y="25901"/>
                  </a:lnTo>
                  <a:cubicBezTo>
                    <a:pt x="7420" y="25901"/>
                    <a:pt x="7003" y="26121"/>
                    <a:pt x="6724" y="26121"/>
                  </a:cubicBezTo>
                  <a:cubicBezTo>
                    <a:pt x="6539" y="26121"/>
                    <a:pt x="6354" y="26121"/>
                    <a:pt x="6214" y="25989"/>
                  </a:cubicBezTo>
                  <a:lnTo>
                    <a:pt x="1623" y="23794"/>
                  </a:lnTo>
                  <a:lnTo>
                    <a:pt x="0" y="28008"/>
                  </a:lnTo>
                  <a:lnTo>
                    <a:pt x="3200" y="32662"/>
                  </a:lnTo>
                  <a:lnTo>
                    <a:pt x="2922" y="46885"/>
                  </a:lnTo>
                  <a:lnTo>
                    <a:pt x="11409" y="46885"/>
                  </a:lnTo>
                  <a:cubicBezTo>
                    <a:pt x="12058" y="46885"/>
                    <a:pt x="12568" y="47368"/>
                    <a:pt x="12568" y="47983"/>
                  </a:cubicBezTo>
                  <a:close/>
                  <a:moveTo>
                    <a:pt x="41044" y="10317"/>
                  </a:moveTo>
                  <a:cubicBezTo>
                    <a:pt x="41044" y="10317"/>
                    <a:pt x="35247" y="21292"/>
                    <a:pt x="42806" y="23223"/>
                  </a:cubicBezTo>
                  <a:lnTo>
                    <a:pt x="40858" y="24891"/>
                  </a:lnTo>
                  <a:cubicBezTo>
                    <a:pt x="40858" y="24891"/>
                    <a:pt x="31490" y="19404"/>
                    <a:pt x="41044" y="1031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3" name="Freeform: Shape 2102">
              <a:extLst>
                <a:ext uri="{FF2B5EF4-FFF2-40B4-BE49-F238E27FC236}">
                  <a16:creationId xmlns:a16="http://schemas.microsoft.com/office/drawing/2014/main" id="{F52278CB-8F92-AFDC-20D0-0D866DA161CC}"/>
                </a:ext>
              </a:extLst>
            </p:cNvPr>
            <p:cNvSpPr>
              <a:spLocks/>
            </p:cNvSpPr>
            <p:nvPr/>
          </p:nvSpPr>
          <p:spPr>
            <a:xfrm>
              <a:off x="5571800" y="2741435"/>
              <a:ext cx="307512" cy="285302"/>
            </a:xfrm>
            <a:custGeom>
              <a:avLst/>
              <a:gdLst>
                <a:gd name="connsiteX0" fmla="*/ 193035 w 206020"/>
                <a:gd name="connsiteY0" fmla="*/ 163835 h 191140"/>
                <a:gd name="connsiteX1" fmla="*/ 195771 w 206020"/>
                <a:gd name="connsiteY1" fmla="*/ 159840 h 191140"/>
                <a:gd name="connsiteX2" fmla="*/ 196838 w 206020"/>
                <a:gd name="connsiteY2" fmla="*/ 157162 h 191140"/>
                <a:gd name="connsiteX3" fmla="*/ 191829 w 206020"/>
                <a:gd name="connsiteY3" fmla="*/ 157162 h 191140"/>
                <a:gd name="connsiteX4" fmla="*/ 191273 w 206020"/>
                <a:gd name="connsiteY4" fmla="*/ 157031 h 191140"/>
                <a:gd name="connsiteX5" fmla="*/ 186635 w 206020"/>
                <a:gd name="connsiteY5" fmla="*/ 154572 h 191140"/>
                <a:gd name="connsiteX6" fmla="*/ 186078 w 206020"/>
                <a:gd name="connsiteY6" fmla="*/ 153870 h 191140"/>
                <a:gd name="connsiteX7" fmla="*/ 184641 w 206020"/>
                <a:gd name="connsiteY7" fmla="*/ 147811 h 191140"/>
                <a:gd name="connsiteX8" fmla="*/ 185244 w 206020"/>
                <a:gd name="connsiteY8" fmla="*/ 146582 h 191140"/>
                <a:gd name="connsiteX9" fmla="*/ 188954 w 206020"/>
                <a:gd name="connsiteY9" fmla="*/ 144695 h 191140"/>
                <a:gd name="connsiteX10" fmla="*/ 188954 w 206020"/>
                <a:gd name="connsiteY10" fmla="*/ 143202 h 191140"/>
                <a:gd name="connsiteX11" fmla="*/ 182832 w 206020"/>
                <a:gd name="connsiteY11" fmla="*/ 139427 h 191140"/>
                <a:gd name="connsiteX12" fmla="*/ 182322 w 206020"/>
                <a:gd name="connsiteY12" fmla="*/ 138724 h 191140"/>
                <a:gd name="connsiteX13" fmla="*/ 181441 w 206020"/>
                <a:gd name="connsiteY13" fmla="*/ 134334 h 191140"/>
                <a:gd name="connsiteX14" fmla="*/ 181673 w 206020"/>
                <a:gd name="connsiteY14" fmla="*/ 133412 h 191140"/>
                <a:gd name="connsiteX15" fmla="*/ 182554 w 206020"/>
                <a:gd name="connsiteY15" fmla="*/ 133017 h 191140"/>
                <a:gd name="connsiteX16" fmla="*/ 186820 w 206020"/>
                <a:gd name="connsiteY16" fmla="*/ 133017 h 191140"/>
                <a:gd name="connsiteX17" fmla="*/ 188722 w 206020"/>
                <a:gd name="connsiteY17" fmla="*/ 130032 h 191140"/>
                <a:gd name="connsiteX18" fmla="*/ 183620 w 206020"/>
                <a:gd name="connsiteY18" fmla="*/ 122393 h 191140"/>
                <a:gd name="connsiteX19" fmla="*/ 183899 w 206020"/>
                <a:gd name="connsiteY19" fmla="*/ 120901 h 191140"/>
                <a:gd name="connsiteX20" fmla="*/ 188304 w 206020"/>
                <a:gd name="connsiteY20" fmla="*/ 117828 h 191140"/>
                <a:gd name="connsiteX21" fmla="*/ 184409 w 206020"/>
                <a:gd name="connsiteY21" fmla="*/ 114360 h 191140"/>
                <a:gd name="connsiteX22" fmla="*/ 184038 w 206020"/>
                <a:gd name="connsiteY22" fmla="*/ 113613 h 191140"/>
                <a:gd name="connsiteX23" fmla="*/ 183806 w 206020"/>
                <a:gd name="connsiteY23" fmla="*/ 108565 h 191140"/>
                <a:gd name="connsiteX24" fmla="*/ 179168 w 206020"/>
                <a:gd name="connsiteY24" fmla="*/ 108345 h 191140"/>
                <a:gd name="connsiteX25" fmla="*/ 175458 w 206020"/>
                <a:gd name="connsiteY25" fmla="*/ 114096 h 191140"/>
                <a:gd name="connsiteX26" fmla="*/ 174252 w 206020"/>
                <a:gd name="connsiteY26" fmla="*/ 114623 h 191140"/>
                <a:gd name="connsiteX27" fmla="*/ 173325 w 206020"/>
                <a:gd name="connsiteY27" fmla="*/ 113745 h 191140"/>
                <a:gd name="connsiteX28" fmla="*/ 171284 w 206020"/>
                <a:gd name="connsiteY28" fmla="*/ 104131 h 191140"/>
                <a:gd name="connsiteX29" fmla="*/ 171748 w 206020"/>
                <a:gd name="connsiteY29" fmla="*/ 103033 h 191140"/>
                <a:gd name="connsiteX30" fmla="*/ 178148 w 206020"/>
                <a:gd name="connsiteY30" fmla="*/ 98731 h 191140"/>
                <a:gd name="connsiteX31" fmla="*/ 177638 w 206020"/>
                <a:gd name="connsiteY31" fmla="*/ 95263 h 191140"/>
                <a:gd name="connsiteX32" fmla="*/ 178055 w 206020"/>
                <a:gd name="connsiteY32" fmla="*/ 94253 h 191140"/>
                <a:gd name="connsiteX33" fmla="*/ 186496 w 206020"/>
                <a:gd name="connsiteY33" fmla="*/ 87932 h 191140"/>
                <a:gd name="connsiteX34" fmla="*/ 184084 w 206020"/>
                <a:gd name="connsiteY34" fmla="*/ 86790 h 191140"/>
                <a:gd name="connsiteX35" fmla="*/ 183435 w 206020"/>
                <a:gd name="connsiteY35" fmla="*/ 85912 h 191140"/>
                <a:gd name="connsiteX36" fmla="*/ 183899 w 206020"/>
                <a:gd name="connsiteY36" fmla="*/ 84947 h 191140"/>
                <a:gd name="connsiteX37" fmla="*/ 187377 w 206020"/>
                <a:gd name="connsiteY37" fmla="*/ 82488 h 191140"/>
                <a:gd name="connsiteX38" fmla="*/ 188536 w 206020"/>
                <a:gd name="connsiteY38" fmla="*/ 82356 h 191140"/>
                <a:gd name="connsiteX39" fmla="*/ 193545 w 206020"/>
                <a:gd name="connsiteY39" fmla="*/ 84508 h 191140"/>
                <a:gd name="connsiteX40" fmla="*/ 196189 w 206020"/>
                <a:gd name="connsiteY40" fmla="*/ 81610 h 191140"/>
                <a:gd name="connsiteX41" fmla="*/ 195910 w 206020"/>
                <a:gd name="connsiteY41" fmla="*/ 67738 h 191140"/>
                <a:gd name="connsiteX42" fmla="*/ 196003 w 206020"/>
                <a:gd name="connsiteY42" fmla="*/ 67299 h 191140"/>
                <a:gd name="connsiteX43" fmla="*/ 198879 w 206020"/>
                <a:gd name="connsiteY43" fmla="*/ 60714 h 191140"/>
                <a:gd name="connsiteX44" fmla="*/ 206021 w 206020"/>
                <a:gd name="connsiteY44" fmla="*/ 51407 h 191140"/>
                <a:gd name="connsiteX45" fmla="*/ 203423 w 206020"/>
                <a:gd name="connsiteY45" fmla="*/ 50178 h 191140"/>
                <a:gd name="connsiteX46" fmla="*/ 198183 w 206020"/>
                <a:gd name="connsiteY46" fmla="*/ 50178 h 191140"/>
                <a:gd name="connsiteX47" fmla="*/ 197348 w 206020"/>
                <a:gd name="connsiteY47" fmla="*/ 49870 h 191140"/>
                <a:gd name="connsiteX48" fmla="*/ 194797 w 206020"/>
                <a:gd name="connsiteY48" fmla="*/ 47456 h 191140"/>
                <a:gd name="connsiteX49" fmla="*/ 188304 w 206020"/>
                <a:gd name="connsiteY49" fmla="*/ 47456 h 191140"/>
                <a:gd name="connsiteX50" fmla="*/ 187330 w 206020"/>
                <a:gd name="connsiteY50" fmla="*/ 46973 h 191140"/>
                <a:gd name="connsiteX51" fmla="*/ 186727 w 206020"/>
                <a:gd name="connsiteY51" fmla="*/ 46139 h 191140"/>
                <a:gd name="connsiteX52" fmla="*/ 184177 w 206020"/>
                <a:gd name="connsiteY52" fmla="*/ 47368 h 191140"/>
                <a:gd name="connsiteX53" fmla="*/ 182693 w 206020"/>
                <a:gd name="connsiteY53" fmla="*/ 47017 h 191140"/>
                <a:gd name="connsiteX54" fmla="*/ 180420 w 206020"/>
                <a:gd name="connsiteY54" fmla="*/ 43988 h 191140"/>
                <a:gd name="connsiteX55" fmla="*/ 180281 w 206020"/>
                <a:gd name="connsiteY55" fmla="*/ 43724 h 191140"/>
                <a:gd name="connsiteX56" fmla="*/ 179168 w 206020"/>
                <a:gd name="connsiteY56" fmla="*/ 40959 h 191140"/>
                <a:gd name="connsiteX57" fmla="*/ 172582 w 206020"/>
                <a:gd name="connsiteY57" fmla="*/ 42232 h 191140"/>
                <a:gd name="connsiteX58" fmla="*/ 172351 w 206020"/>
                <a:gd name="connsiteY58" fmla="*/ 42232 h 191140"/>
                <a:gd name="connsiteX59" fmla="*/ 171284 w 206020"/>
                <a:gd name="connsiteY59" fmla="*/ 41573 h 191140"/>
                <a:gd name="connsiteX60" fmla="*/ 169939 w 206020"/>
                <a:gd name="connsiteY60" fmla="*/ 38851 h 191140"/>
                <a:gd name="connsiteX61" fmla="*/ 163029 w 206020"/>
                <a:gd name="connsiteY61" fmla="*/ 40564 h 191140"/>
                <a:gd name="connsiteX62" fmla="*/ 162751 w 206020"/>
                <a:gd name="connsiteY62" fmla="*/ 40564 h 191140"/>
                <a:gd name="connsiteX63" fmla="*/ 161916 w 206020"/>
                <a:gd name="connsiteY63" fmla="*/ 40256 h 191140"/>
                <a:gd name="connsiteX64" fmla="*/ 156397 w 206020"/>
                <a:gd name="connsiteY64" fmla="*/ 35032 h 191140"/>
                <a:gd name="connsiteX65" fmla="*/ 156072 w 206020"/>
                <a:gd name="connsiteY65" fmla="*/ 34242 h 191140"/>
                <a:gd name="connsiteX66" fmla="*/ 156072 w 206020"/>
                <a:gd name="connsiteY66" fmla="*/ 29106 h 191140"/>
                <a:gd name="connsiteX67" fmla="*/ 153150 w 206020"/>
                <a:gd name="connsiteY67" fmla="*/ 25023 h 191140"/>
                <a:gd name="connsiteX68" fmla="*/ 151342 w 206020"/>
                <a:gd name="connsiteY68" fmla="*/ 29150 h 191140"/>
                <a:gd name="connsiteX69" fmla="*/ 150275 w 206020"/>
                <a:gd name="connsiteY69" fmla="*/ 29852 h 191140"/>
                <a:gd name="connsiteX70" fmla="*/ 145916 w 206020"/>
                <a:gd name="connsiteY70" fmla="*/ 29852 h 191140"/>
                <a:gd name="connsiteX71" fmla="*/ 144988 w 206020"/>
                <a:gd name="connsiteY71" fmla="*/ 29413 h 191140"/>
                <a:gd name="connsiteX72" fmla="*/ 142113 w 206020"/>
                <a:gd name="connsiteY72" fmla="*/ 25550 h 191140"/>
                <a:gd name="connsiteX73" fmla="*/ 141927 w 206020"/>
                <a:gd name="connsiteY73" fmla="*/ 25199 h 191140"/>
                <a:gd name="connsiteX74" fmla="*/ 140072 w 206020"/>
                <a:gd name="connsiteY74" fmla="*/ 18877 h 191140"/>
                <a:gd name="connsiteX75" fmla="*/ 135017 w 206020"/>
                <a:gd name="connsiteY75" fmla="*/ 17209 h 191140"/>
                <a:gd name="connsiteX76" fmla="*/ 130008 w 206020"/>
                <a:gd name="connsiteY76" fmla="*/ 17209 h 191140"/>
                <a:gd name="connsiteX77" fmla="*/ 128988 w 206020"/>
                <a:gd name="connsiteY77" fmla="*/ 16638 h 191140"/>
                <a:gd name="connsiteX78" fmla="*/ 125278 w 206020"/>
                <a:gd name="connsiteY78" fmla="*/ 10097 h 191140"/>
                <a:gd name="connsiteX79" fmla="*/ 121707 w 206020"/>
                <a:gd name="connsiteY79" fmla="*/ 12775 h 191140"/>
                <a:gd name="connsiteX80" fmla="*/ 120083 w 206020"/>
                <a:gd name="connsiteY80" fmla="*/ 12599 h 191140"/>
                <a:gd name="connsiteX81" fmla="*/ 116049 w 206020"/>
                <a:gd name="connsiteY81" fmla="*/ 8034 h 191140"/>
                <a:gd name="connsiteX82" fmla="*/ 115770 w 206020"/>
                <a:gd name="connsiteY82" fmla="*/ 7331 h 191140"/>
                <a:gd name="connsiteX83" fmla="*/ 115770 w 206020"/>
                <a:gd name="connsiteY83" fmla="*/ 0 h 191140"/>
                <a:gd name="connsiteX84" fmla="*/ 101950 w 206020"/>
                <a:gd name="connsiteY84" fmla="*/ 6146 h 191140"/>
                <a:gd name="connsiteX85" fmla="*/ 101950 w 206020"/>
                <a:gd name="connsiteY85" fmla="*/ 21862 h 191140"/>
                <a:gd name="connsiteX86" fmla="*/ 93649 w 206020"/>
                <a:gd name="connsiteY86" fmla="*/ 28096 h 191140"/>
                <a:gd name="connsiteX87" fmla="*/ 77787 w 206020"/>
                <a:gd name="connsiteY87" fmla="*/ 38149 h 191140"/>
                <a:gd name="connsiteX88" fmla="*/ 79921 w 206020"/>
                <a:gd name="connsiteY88" fmla="*/ 40169 h 191140"/>
                <a:gd name="connsiteX89" fmla="*/ 71248 w 206020"/>
                <a:gd name="connsiteY89" fmla="*/ 42012 h 191140"/>
                <a:gd name="connsiteX90" fmla="*/ 57938 w 206020"/>
                <a:gd name="connsiteY90" fmla="*/ 42144 h 191140"/>
                <a:gd name="connsiteX91" fmla="*/ 57938 w 206020"/>
                <a:gd name="connsiteY91" fmla="*/ 34154 h 191140"/>
                <a:gd name="connsiteX92" fmla="*/ 45555 w 206020"/>
                <a:gd name="connsiteY92" fmla="*/ 34154 h 191140"/>
                <a:gd name="connsiteX93" fmla="*/ 50981 w 206020"/>
                <a:gd name="connsiteY93" fmla="*/ 44778 h 191140"/>
                <a:gd name="connsiteX94" fmla="*/ 54460 w 206020"/>
                <a:gd name="connsiteY94" fmla="*/ 58299 h 191140"/>
                <a:gd name="connsiteX95" fmla="*/ 33219 w 206020"/>
                <a:gd name="connsiteY95" fmla="*/ 60143 h 191140"/>
                <a:gd name="connsiteX96" fmla="*/ 25288 w 206020"/>
                <a:gd name="connsiteY96" fmla="*/ 53207 h 191140"/>
                <a:gd name="connsiteX97" fmla="*/ 20094 w 206020"/>
                <a:gd name="connsiteY97" fmla="*/ 57246 h 191140"/>
                <a:gd name="connsiteX98" fmla="*/ 13 w 206020"/>
                <a:gd name="connsiteY98" fmla="*/ 62909 h 191140"/>
                <a:gd name="connsiteX99" fmla="*/ 2888 w 206020"/>
                <a:gd name="connsiteY99" fmla="*/ 65104 h 191140"/>
                <a:gd name="connsiteX100" fmla="*/ 8082 w 206020"/>
                <a:gd name="connsiteY100" fmla="*/ 65455 h 191140"/>
                <a:gd name="connsiteX101" fmla="*/ 8082 w 206020"/>
                <a:gd name="connsiteY101" fmla="*/ 69845 h 191140"/>
                <a:gd name="connsiteX102" fmla="*/ 3074 w 206020"/>
                <a:gd name="connsiteY102" fmla="*/ 71118 h 191140"/>
                <a:gd name="connsiteX103" fmla="*/ 3445 w 206020"/>
                <a:gd name="connsiteY103" fmla="*/ 72962 h 191140"/>
                <a:gd name="connsiteX104" fmla="*/ 6135 w 206020"/>
                <a:gd name="connsiteY104" fmla="*/ 74059 h 191140"/>
                <a:gd name="connsiteX105" fmla="*/ 7108 w 206020"/>
                <a:gd name="connsiteY105" fmla="*/ 76781 h 191140"/>
                <a:gd name="connsiteX106" fmla="*/ 9984 w 206020"/>
                <a:gd name="connsiteY106" fmla="*/ 76781 h 191140"/>
                <a:gd name="connsiteX107" fmla="*/ 12117 w 206020"/>
                <a:gd name="connsiteY107" fmla="*/ 75332 h 191140"/>
                <a:gd name="connsiteX108" fmla="*/ 27375 w 206020"/>
                <a:gd name="connsiteY108" fmla="*/ 81742 h 191140"/>
                <a:gd name="connsiteX109" fmla="*/ 36883 w 206020"/>
                <a:gd name="connsiteY109" fmla="*/ 83937 h 191140"/>
                <a:gd name="connsiteX110" fmla="*/ 41288 w 206020"/>
                <a:gd name="connsiteY110" fmla="*/ 88854 h 191140"/>
                <a:gd name="connsiteX111" fmla="*/ 44396 w 206020"/>
                <a:gd name="connsiteY111" fmla="*/ 95439 h 191140"/>
                <a:gd name="connsiteX112" fmla="*/ 43422 w 206020"/>
                <a:gd name="connsiteY112" fmla="*/ 98380 h 191140"/>
                <a:gd name="connsiteX113" fmla="*/ 50564 w 206020"/>
                <a:gd name="connsiteY113" fmla="*/ 106809 h 191140"/>
                <a:gd name="connsiteX114" fmla="*/ 59469 w 206020"/>
                <a:gd name="connsiteY114" fmla="*/ 114842 h 191140"/>
                <a:gd name="connsiteX115" fmla="*/ 58309 w 206020"/>
                <a:gd name="connsiteY115" fmla="*/ 118135 h 191140"/>
                <a:gd name="connsiteX116" fmla="*/ 55433 w 206020"/>
                <a:gd name="connsiteY116" fmla="*/ 115018 h 191140"/>
                <a:gd name="connsiteX117" fmla="*/ 53903 w 206020"/>
                <a:gd name="connsiteY117" fmla="*/ 116291 h 191140"/>
                <a:gd name="connsiteX118" fmla="*/ 58355 w 206020"/>
                <a:gd name="connsiteY118" fmla="*/ 120330 h 191140"/>
                <a:gd name="connsiteX119" fmla="*/ 58170 w 206020"/>
                <a:gd name="connsiteY119" fmla="*/ 125071 h 191140"/>
                <a:gd name="connsiteX120" fmla="*/ 63596 w 206020"/>
                <a:gd name="connsiteY120" fmla="*/ 127091 h 191140"/>
                <a:gd name="connsiteX121" fmla="*/ 66100 w 206020"/>
                <a:gd name="connsiteY121" fmla="*/ 132929 h 191140"/>
                <a:gd name="connsiteX122" fmla="*/ 64570 w 206020"/>
                <a:gd name="connsiteY122" fmla="*/ 134378 h 191140"/>
                <a:gd name="connsiteX123" fmla="*/ 61463 w 206020"/>
                <a:gd name="connsiteY123" fmla="*/ 128144 h 191140"/>
                <a:gd name="connsiteX124" fmla="*/ 58587 w 206020"/>
                <a:gd name="connsiteY124" fmla="*/ 126696 h 191140"/>
                <a:gd name="connsiteX125" fmla="*/ 57242 w 206020"/>
                <a:gd name="connsiteY125" fmla="*/ 143904 h 191140"/>
                <a:gd name="connsiteX126" fmla="*/ 59932 w 206020"/>
                <a:gd name="connsiteY126" fmla="*/ 143904 h 191140"/>
                <a:gd name="connsiteX127" fmla="*/ 60303 w 206020"/>
                <a:gd name="connsiteY127" fmla="*/ 145748 h 191140"/>
                <a:gd name="connsiteX128" fmla="*/ 57196 w 206020"/>
                <a:gd name="connsiteY128" fmla="*/ 147197 h 191140"/>
                <a:gd name="connsiteX129" fmla="*/ 55480 w 206020"/>
                <a:gd name="connsiteY129" fmla="*/ 153606 h 191140"/>
                <a:gd name="connsiteX130" fmla="*/ 55851 w 206020"/>
                <a:gd name="connsiteY130" fmla="*/ 158347 h 191140"/>
                <a:gd name="connsiteX131" fmla="*/ 54320 w 206020"/>
                <a:gd name="connsiteY131" fmla="*/ 162562 h 191140"/>
                <a:gd name="connsiteX132" fmla="*/ 53347 w 206020"/>
                <a:gd name="connsiteY132" fmla="*/ 167127 h 191140"/>
                <a:gd name="connsiteX133" fmla="*/ 50842 w 206020"/>
                <a:gd name="connsiteY133" fmla="*/ 172044 h 191140"/>
                <a:gd name="connsiteX134" fmla="*/ 49636 w 206020"/>
                <a:gd name="connsiteY134" fmla="*/ 172308 h 191140"/>
                <a:gd name="connsiteX135" fmla="*/ 49868 w 206020"/>
                <a:gd name="connsiteY135" fmla="*/ 172747 h 191140"/>
                <a:gd name="connsiteX136" fmla="*/ 54089 w 206020"/>
                <a:gd name="connsiteY136" fmla="*/ 172747 h 191140"/>
                <a:gd name="connsiteX137" fmla="*/ 54089 w 206020"/>
                <a:gd name="connsiteY137" fmla="*/ 177268 h 191140"/>
                <a:gd name="connsiteX138" fmla="*/ 57289 w 206020"/>
                <a:gd name="connsiteY138" fmla="*/ 176259 h 191140"/>
                <a:gd name="connsiteX139" fmla="*/ 65637 w 206020"/>
                <a:gd name="connsiteY139" fmla="*/ 179288 h 191140"/>
                <a:gd name="connsiteX140" fmla="*/ 67260 w 206020"/>
                <a:gd name="connsiteY140" fmla="*/ 182361 h 191140"/>
                <a:gd name="connsiteX141" fmla="*/ 75144 w 206020"/>
                <a:gd name="connsiteY141" fmla="*/ 182361 h 191140"/>
                <a:gd name="connsiteX142" fmla="*/ 76581 w 206020"/>
                <a:gd name="connsiteY142" fmla="*/ 183722 h 191140"/>
                <a:gd name="connsiteX143" fmla="*/ 86831 w 206020"/>
                <a:gd name="connsiteY143" fmla="*/ 183722 h 191140"/>
                <a:gd name="connsiteX144" fmla="*/ 86831 w 206020"/>
                <a:gd name="connsiteY144" fmla="*/ 180956 h 191140"/>
                <a:gd name="connsiteX145" fmla="*/ 99446 w 206020"/>
                <a:gd name="connsiteY145" fmla="*/ 183941 h 191140"/>
                <a:gd name="connsiteX146" fmla="*/ 100419 w 206020"/>
                <a:gd name="connsiteY146" fmla="*/ 189780 h 191140"/>
                <a:gd name="connsiteX147" fmla="*/ 106263 w 206020"/>
                <a:gd name="connsiteY147" fmla="*/ 189780 h 191140"/>
                <a:gd name="connsiteX148" fmla="*/ 108860 w 206020"/>
                <a:gd name="connsiteY148" fmla="*/ 191141 h 191140"/>
                <a:gd name="connsiteX149" fmla="*/ 121011 w 206020"/>
                <a:gd name="connsiteY149" fmla="*/ 191141 h 191140"/>
                <a:gd name="connsiteX150" fmla="*/ 126762 w 206020"/>
                <a:gd name="connsiteY150" fmla="*/ 189956 h 191140"/>
                <a:gd name="connsiteX151" fmla="*/ 125927 w 206020"/>
                <a:gd name="connsiteY151" fmla="*/ 188287 h 191140"/>
                <a:gd name="connsiteX152" fmla="*/ 126716 w 206020"/>
                <a:gd name="connsiteY152" fmla="*/ 176215 h 191140"/>
                <a:gd name="connsiteX153" fmla="*/ 140629 w 206020"/>
                <a:gd name="connsiteY153" fmla="*/ 166908 h 191140"/>
                <a:gd name="connsiteX154" fmla="*/ 159968 w 206020"/>
                <a:gd name="connsiteY154" fmla="*/ 172747 h 191140"/>
                <a:gd name="connsiteX155" fmla="*/ 161684 w 206020"/>
                <a:gd name="connsiteY155" fmla="*/ 175293 h 191140"/>
                <a:gd name="connsiteX156" fmla="*/ 167110 w 206020"/>
                <a:gd name="connsiteY156" fmla="*/ 176566 h 191140"/>
                <a:gd name="connsiteX157" fmla="*/ 172119 w 206020"/>
                <a:gd name="connsiteY157" fmla="*/ 178585 h 191140"/>
                <a:gd name="connsiteX158" fmla="*/ 179261 w 206020"/>
                <a:gd name="connsiteY158" fmla="*/ 176566 h 191140"/>
                <a:gd name="connsiteX159" fmla="*/ 181023 w 206020"/>
                <a:gd name="connsiteY159" fmla="*/ 175117 h 191140"/>
                <a:gd name="connsiteX160" fmla="*/ 181209 w 206020"/>
                <a:gd name="connsiteY160" fmla="*/ 172747 h 191140"/>
                <a:gd name="connsiteX161" fmla="*/ 183713 w 206020"/>
                <a:gd name="connsiteY161" fmla="*/ 172396 h 191140"/>
                <a:gd name="connsiteX162" fmla="*/ 192617 w 206020"/>
                <a:gd name="connsiteY162" fmla="*/ 164889 h 191140"/>
                <a:gd name="connsiteX163" fmla="*/ 192757 w 206020"/>
                <a:gd name="connsiteY163" fmla="*/ 164845 h 191140"/>
                <a:gd name="connsiteX164" fmla="*/ 192757 w 206020"/>
                <a:gd name="connsiteY164" fmla="*/ 164318 h 191140"/>
                <a:gd name="connsiteX165" fmla="*/ 192989 w 206020"/>
                <a:gd name="connsiteY165" fmla="*/ 163791 h 1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</a:cxnLst>
              <a:rect l="l" t="t" r="r" b="b"/>
              <a:pathLst>
                <a:path w="206020" h="191140">
                  <a:moveTo>
                    <a:pt x="193035" y="163835"/>
                  </a:moveTo>
                  <a:lnTo>
                    <a:pt x="195771" y="159840"/>
                  </a:lnTo>
                  <a:lnTo>
                    <a:pt x="196838" y="157162"/>
                  </a:lnTo>
                  <a:lnTo>
                    <a:pt x="191829" y="157162"/>
                  </a:lnTo>
                  <a:cubicBezTo>
                    <a:pt x="191829" y="157162"/>
                    <a:pt x="191458" y="157118"/>
                    <a:pt x="191273" y="157031"/>
                  </a:cubicBezTo>
                  <a:lnTo>
                    <a:pt x="186635" y="154572"/>
                  </a:lnTo>
                  <a:cubicBezTo>
                    <a:pt x="186357" y="154440"/>
                    <a:pt x="186125" y="154177"/>
                    <a:pt x="186078" y="153870"/>
                  </a:cubicBezTo>
                  <a:lnTo>
                    <a:pt x="184641" y="147811"/>
                  </a:lnTo>
                  <a:cubicBezTo>
                    <a:pt x="184548" y="147329"/>
                    <a:pt x="184780" y="146846"/>
                    <a:pt x="185244" y="146582"/>
                  </a:cubicBezTo>
                  <a:lnTo>
                    <a:pt x="188954" y="144695"/>
                  </a:lnTo>
                  <a:lnTo>
                    <a:pt x="188954" y="143202"/>
                  </a:lnTo>
                  <a:lnTo>
                    <a:pt x="182832" y="139427"/>
                  </a:lnTo>
                  <a:cubicBezTo>
                    <a:pt x="182554" y="139251"/>
                    <a:pt x="182368" y="138988"/>
                    <a:pt x="182322" y="138724"/>
                  </a:cubicBezTo>
                  <a:lnTo>
                    <a:pt x="181441" y="134334"/>
                  </a:lnTo>
                  <a:cubicBezTo>
                    <a:pt x="181394" y="134027"/>
                    <a:pt x="181441" y="133676"/>
                    <a:pt x="181673" y="133412"/>
                  </a:cubicBezTo>
                  <a:cubicBezTo>
                    <a:pt x="181904" y="133149"/>
                    <a:pt x="182229" y="133017"/>
                    <a:pt x="182554" y="133017"/>
                  </a:cubicBezTo>
                  <a:lnTo>
                    <a:pt x="186820" y="133017"/>
                  </a:lnTo>
                  <a:lnTo>
                    <a:pt x="188722" y="130032"/>
                  </a:lnTo>
                  <a:lnTo>
                    <a:pt x="183620" y="122393"/>
                  </a:lnTo>
                  <a:cubicBezTo>
                    <a:pt x="183296" y="121910"/>
                    <a:pt x="183435" y="121252"/>
                    <a:pt x="183899" y="120901"/>
                  </a:cubicBezTo>
                  <a:lnTo>
                    <a:pt x="188304" y="117828"/>
                  </a:lnTo>
                  <a:lnTo>
                    <a:pt x="184409" y="114360"/>
                  </a:lnTo>
                  <a:cubicBezTo>
                    <a:pt x="184409" y="114360"/>
                    <a:pt x="184038" y="113877"/>
                    <a:pt x="184038" y="113613"/>
                  </a:cubicBezTo>
                  <a:lnTo>
                    <a:pt x="183806" y="108565"/>
                  </a:lnTo>
                  <a:lnTo>
                    <a:pt x="179168" y="108345"/>
                  </a:lnTo>
                  <a:lnTo>
                    <a:pt x="175458" y="114096"/>
                  </a:lnTo>
                  <a:cubicBezTo>
                    <a:pt x="175226" y="114491"/>
                    <a:pt x="174762" y="114667"/>
                    <a:pt x="174252" y="114623"/>
                  </a:cubicBezTo>
                  <a:cubicBezTo>
                    <a:pt x="173788" y="114535"/>
                    <a:pt x="173417" y="114184"/>
                    <a:pt x="173325" y="113745"/>
                  </a:cubicBezTo>
                  <a:lnTo>
                    <a:pt x="171284" y="104131"/>
                  </a:lnTo>
                  <a:cubicBezTo>
                    <a:pt x="171191" y="103692"/>
                    <a:pt x="171377" y="103253"/>
                    <a:pt x="171748" y="103033"/>
                  </a:cubicBezTo>
                  <a:lnTo>
                    <a:pt x="178148" y="98731"/>
                  </a:lnTo>
                  <a:lnTo>
                    <a:pt x="177638" y="95263"/>
                  </a:lnTo>
                  <a:cubicBezTo>
                    <a:pt x="177591" y="94868"/>
                    <a:pt x="177731" y="94517"/>
                    <a:pt x="178055" y="94253"/>
                  </a:cubicBezTo>
                  <a:lnTo>
                    <a:pt x="186496" y="87932"/>
                  </a:lnTo>
                  <a:lnTo>
                    <a:pt x="184084" y="86790"/>
                  </a:lnTo>
                  <a:cubicBezTo>
                    <a:pt x="183713" y="86615"/>
                    <a:pt x="183481" y="86307"/>
                    <a:pt x="183435" y="85912"/>
                  </a:cubicBezTo>
                  <a:cubicBezTo>
                    <a:pt x="183435" y="85517"/>
                    <a:pt x="183574" y="85166"/>
                    <a:pt x="183899" y="84947"/>
                  </a:cubicBezTo>
                  <a:lnTo>
                    <a:pt x="187377" y="82488"/>
                  </a:lnTo>
                  <a:cubicBezTo>
                    <a:pt x="187702" y="82269"/>
                    <a:pt x="188165" y="82225"/>
                    <a:pt x="188536" y="82356"/>
                  </a:cubicBezTo>
                  <a:lnTo>
                    <a:pt x="193545" y="84508"/>
                  </a:lnTo>
                  <a:lnTo>
                    <a:pt x="196189" y="81610"/>
                  </a:lnTo>
                  <a:lnTo>
                    <a:pt x="195910" y="67738"/>
                  </a:lnTo>
                  <a:cubicBezTo>
                    <a:pt x="195910" y="67738"/>
                    <a:pt x="195910" y="67430"/>
                    <a:pt x="196003" y="67299"/>
                  </a:cubicBezTo>
                  <a:lnTo>
                    <a:pt x="198879" y="60714"/>
                  </a:lnTo>
                  <a:lnTo>
                    <a:pt x="206021" y="51407"/>
                  </a:lnTo>
                  <a:lnTo>
                    <a:pt x="203423" y="50178"/>
                  </a:lnTo>
                  <a:lnTo>
                    <a:pt x="198183" y="50178"/>
                  </a:lnTo>
                  <a:cubicBezTo>
                    <a:pt x="197858" y="50178"/>
                    <a:pt x="197580" y="50046"/>
                    <a:pt x="197348" y="49870"/>
                  </a:cubicBezTo>
                  <a:lnTo>
                    <a:pt x="194797" y="47456"/>
                  </a:lnTo>
                  <a:lnTo>
                    <a:pt x="188304" y="47456"/>
                  </a:lnTo>
                  <a:cubicBezTo>
                    <a:pt x="187933" y="47456"/>
                    <a:pt x="187563" y="47280"/>
                    <a:pt x="187330" y="46973"/>
                  </a:cubicBezTo>
                  <a:lnTo>
                    <a:pt x="186727" y="46139"/>
                  </a:lnTo>
                  <a:lnTo>
                    <a:pt x="184177" y="47368"/>
                  </a:lnTo>
                  <a:cubicBezTo>
                    <a:pt x="183667" y="47588"/>
                    <a:pt x="183064" y="47456"/>
                    <a:pt x="182693" y="47017"/>
                  </a:cubicBezTo>
                  <a:lnTo>
                    <a:pt x="180420" y="43988"/>
                  </a:lnTo>
                  <a:cubicBezTo>
                    <a:pt x="180420" y="43988"/>
                    <a:pt x="180328" y="43812"/>
                    <a:pt x="180281" y="43724"/>
                  </a:cubicBezTo>
                  <a:lnTo>
                    <a:pt x="179168" y="40959"/>
                  </a:lnTo>
                  <a:lnTo>
                    <a:pt x="172582" y="42232"/>
                  </a:lnTo>
                  <a:cubicBezTo>
                    <a:pt x="172582" y="42232"/>
                    <a:pt x="172443" y="42232"/>
                    <a:pt x="172351" y="42232"/>
                  </a:cubicBezTo>
                  <a:cubicBezTo>
                    <a:pt x="171887" y="42232"/>
                    <a:pt x="171469" y="41968"/>
                    <a:pt x="171284" y="41573"/>
                  </a:cubicBezTo>
                  <a:lnTo>
                    <a:pt x="169939" y="38851"/>
                  </a:lnTo>
                  <a:lnTo>
                    <a:pt x="163029" y="40564"/>
                  </a:lnTo>
                  <a:cubicBezTo>
                    <a:pt x="163029" y="40564"/>
                    <a:pt x="162843" y="40564"/>
                    <a:pt x="162751" y="40564"/>
                  </a:cubicBezTo>
                  <a:cubicBezTo>
                    <a:pt x="162426" y="40564"/>
                    <a:pt x="162148" y="40432"/>
                    <a:pt x="161916" y="40256"/>
                  </a:cubicBezTo>
                  <a:lnTo>
                    <a:pt x="156397" y="35032"/>
                  </a:lnTo>
                  <a:cubicBezTo>
                    <a:pt x="156397" y="35032"/>
                    <a:pt x="156072" y="34549"/>
                    <a:pt x="156072" y="34242"/>
                  </a:cubicBezTo>
                  <a:lnTo>
                    <a:pt x="156072" y="29106"/>
                  </a:lnTo>
                  <a:lnTo>
                    <a:pt x="153150" y="25023"/>
                  </a:lnTo>
                  <a:lnTo>
                    <a:pt x="151342" y="29150"/>
                  </a:lnTo>
                  <a:cubicBezTo>
                    <a:pt x="151156" y="29545"/>
                    <a:pt x="150739" y="29852"/>
                    <a:pt x="150275" y="29852"/>
                  </a:cubicBezTo>
                  <a:lnTo>
                    <a:pt x="145916" y="29852"/>
                  </a:lnTo>
                  <a:cubicBezTo>
                    <a:pt x="145545" y="29852"/>
                    <a:pt x="145174" y="29676"/>
                    <a:pt x="144988" y="29413"/>
                  </a:cubicBezTo>
                  <a:lnTo>
                    <a:pt x="142113" y="25550"/>
                  </a:lnTo>
                  <a:cubicBezTo>
                    <a:pt x="142113" y="25550"/>
                    <a:pt x="141974" y="25330"/>
                    <a:pt x="141927" y="25199"/>
                  </a:cubicBezTo>
                  <a:lnTo>
                    <a:pt x="140072" y="18877"/>
                  </a:lnTo>
                  <a:lnTo>
                    <a:pt x="135017" y="17209"/>
                  </a:lnTo>
                  <a:lnTo>
                    <a:pt x="130008" y="17209"/>
                  </a:lnTo>
                  <a:cubicBezTo>
                    <a:pt x="129591" y="17209"/>
                    <a:pt x="129173" y="16989"/>
                    <a:pt x="128988" y="16638"/>
                  </a:cubicBezTo>
                  <a:lnTo>
                    <a:pt x="125278" y="10097"/>
                  </a:lnTo>
                  <a:lnTo>
                    <a:pt x="121707" y="12775"/>
                  </a:lnTo>
                  <a:cubicBezTo>
                    <a:pt x="121243" y="13170"/>
                    <a:pt x="120501" y="13082"/>
                    <a:pt x="120083" y="12599"/>
                  </a:cubicBezTo>
                  <a:lnTo>
                    <a:pt x="116049" y="8034"/>
                  </a:lnTo>
                  <a:cubicBezTo>
                    <a:pt x="116049" y="8034"/>
                    <a:pt x="115770" y="7595"/>
                    <a:pt x="115770" y="7331"/>
                  </a:cubicBezTo>
                  <a:lnTo>
                    <a:pt x="115770" y="0"/>
                  </a:lnTo>
                  <a:cubicBezTo>
                    <a:pt x="109602" y="2371"/>
                    <a:pt x="102275" y="5312"/>
                    <a:pt x="101950" y="6146"/>
                  </a:cubicBezTo>
                  <a:cubicBezTo>
                    <a:pt x="101393" y="7595"/>
                    <a:pt x="101950" y="21862"/>
                    <a:pt x="101950" y="21862"/>
                  </a:cubicBezTo>
                  <a:lnTo>
                    <a:pt x="93649" y="28096"/>
                  </a:lnTo>
                  <a:cubicBezTo>
                    <a:pt x="93649" y="28096"/>
                    <a:pt x="79364" y="31037"/>
                    <a:pt x="77787" y="38149"/>
                  </a:cubicBezTo>
                  <a:cubicBezTo>
                    <a:pt x="79550" y="38325"/>
                    <a:pt x="79921" y="40169"/>
                    <a:pt x="79921" y="40169"/>
                  </a:cubicBezTo>
                  <a:cubicBezTo>
                    <a:pt x="79921" y="40169"/>
                    <a:pt x="76071" y="42715"/>
                    <a:pt x="71248" y="42012"/>
                  </a:cubicBezTo>
                  <a:cubicBezTo>
                    <a:pt x="66425" y="41266"/>
                    <a:pt x="57938" y="42144"/>
                    <a:pt x="57938" y="42144"/>
                  </a:cubicBezTo>
                  <a:lnTo>
                    <a:pt x="57938" y="34154"/>
                  </a:lnTo>
                  <a:cubicBezTo>
                    <a:pt x="57938" y="34154"/>
                    <a:pt x="45973" y="33232"/>
                    <a:pt x="45555" y="34154"/>
                  </a:cubicBezTo>
                  <a:cubicBezTo>
                    <a:pt x="45184" y="35076"/>
                    <a:pt x="48245" y="43680"/>
                    <a:pt x="50981" y="44778"/>
                  </a:cubicBezTo>
                  <a:cubicBezTo>
                    <a:pt x="50981" y="44778"/>
                    <a:pt x="50610" y="57421"/>
                    <a:pt x="54460" y="58299"/>
                  </a:cubicBezTo>
                  <a:cubicBezTo>
                    <a:pt x="54460" y="58299"/>
                    <a:pt x="39758" y="55929"/>
                    <a:pt x="33219" y="60143"/>
                  </a:cubicBezTo>
                  <a:cubicBezTo>
                    <a:pt x="33219" y="60143"/>
                    <a:pt x="28396" y="52285"/>
                    <a:pt x="25288" y="53207"/>
                  </a:cubicBezTo>
                  <a:cubicBezTo>
                    <a:pt x="22181" y="54129"/>
                    <a:pt x="20094" y="57246"/>
                    <a:pt x="20094" y="57246"/>
                  </a:cubicBezTo>
                  <a:cubicBezTo>
                    <a:pt x="20094" y="57246"/>
                    <a:pt x="1729" y="54875"/>
                    <a:pt x="13" y="62909"/>
                  </a:cubicBezTo>
                  <a:cubicBezTo>
                    <a:pt x="13" y="62909"/>
                    <a:pt x="-358" y="66552"/>
                    <a:pt x="2888" y="65104"/>
                  </a:cubicBezTo>
                  <a:cubicBezTo>
                    <a:pt x="6181" y="63655"/>
                    <a:pt x="8082" y="63436"/>
                    <a:pt x="8082" y="65455"/>
                  </a:cubicBezTo>
                  <a:lnTo>
                    <a:pt x="8082" y="69845"/>
                  </a:lnTo>
                  <a:lnTo>
                    <a:pt x="3074" y="71118"/>
                  </a:lnTo>
                  <a:lnTo>
                    <a:pt x="3445" y="72962"/>
                  </a:lnTo>
                  <a:lnTo>
                    <a:pt x="6135" y="74059"/>
                  </a:lnTo>
                  <a:lnTo>
                    <a:pt x="7108" y="76781"/>
                  </a:lnTo>
                  <a:lnTo>
                    <a:pt x="9984" y="76781"/>
                  </a:lnTo>
                  <a:lnTo>
                    <a:pt x="12117" y="75332"/>
                  </a:lnTo>
                  <a:cubicBezTo>
                    <a:pt x="12117" y="75332"/>
                    <a:pt x="25845" y="79547"/>
                    <a:pt x="27375" y="81742"/>
                  </a:cubicBezTo>
                  <a:cubicBezTo>
                    <a:pt x="28906" y="83937"/>
                    <a:pt x="36883" y="83937"/>
                    <a:pt x="36883" y="83937"/>
                  </a:cubicBezTo>
                  <a:cubicBezTo>
                    <a:pt x="36883" y="83937"/>
                    <a:pt x="37254" y="89776"/>
                    <a:pt x="41288" y="88854"/>
                  </a:cubicBezTo>
                  <a:cubicBezTo>
                    <a:pt x="41288" y="88854"/>
                    <a:pt x="40732" y="93990"/>
                    <a:pt x="44396" y="95439"/>
                  </a:cubicBezTo>
                  <a:cubicBezTo>
                    <a:pt x="44396" y="95439"/>
                    <a:pt x="42448" y="97282"/>
                    <a:pt x="43422" y="98380"/>
                  </a:cubicBezTo>
                  <a:cubicBezTo>
                    <a:pt x="44396" y="99477"/>
                    <a:pt x="47689" y="105316"/>
                    <a:pt x="50564" y="106809"/>
                  </a:cubicBezTo>
                  <a:cubicBezTo>
                    <a:pt x="53439" y="108301"/>
                    <a:pt x="59469" y="114842"/>
                    <a:pt x="59469" y="114842"/>
                  </a:cubicBezTo>
                  <a:lnTo>
                    <a:pt x="58309" y="118135"/>
                  </a:lnTo>
                  <a:lnTo>
                    <a:pt x="55433" y="115018"/>
                  </a:lnTo>
                  <a:lnTo>
                    <a:pt x="53903" y="116291"/>
                  </a:lnTo>
                  <a:lnTo>
                    <a:pt x="58355" y="120330"/>
                  </a:lnTo>
                  <a:lnTo>
                    <a:pt x="58170" y="125071"/>
                  </a:lnTo>
                  <a:lnTo>
                    <a:pt x="63596" y="127091"/>
                  </a:lnTo>
                  <a:lnTo>
                    <a:pt x="66100" y="132929"/>
                  </a:lnTo>
                  <a:lnTo>
                    <a:pt x="64570" y="134378"/>
                  </a:lnTo>
                  <a:lnTo>
                    <a:pt x="61463" y="128144"/>
                  </a:lnTo>
                  <a:lnTo>
                    <a:pt x="58587" y="126696"/>
                  </a:lnTo>
                  <a:lnTo>
                    <a:pt x="57242" y="143904"/>
                  </a:lnTo>
                  <a:lnTo>
                    <a:pt x="59932" y="143904"/>
                  </a:lnTo>
                  <a:lnTo>
                    <a:pt x="60303" y="145748"/>
                  </a:lnTo>
                  <a:lnTo>
                    <a:pt x="57196" y="147197"/>
                  </a:lnTo>
                  <a:lnTo>
                    <a:pt x="55480" y="153606"/>
                  </a:lnTo>
                  <a:lnTo>
                    <a:pt x="55851" y="158347"/>
                  </a:lnTo>
                  <a:lnTo>
                    <a:pt x="54320" y="162562"/>
                  </a:lnTo>
                  <a:lnTo>
                    <a:pt x="53347" y="167127"/>
                  </a:lnTo>
                  <a:lnTo>
                    <a:pt x="50842" y="172044"/>
                  </a:lnTo>
                  <a:lnTo>
                    <a:pt x="49636" y="172308"/>
                  </a:lnTo>
                  <a:lnTo>
                    <a:pt x="49868" y="172747"/>
                  </a:lnTo>
                  <a:lnTo>
                    <a:pt x="54089" y="172747"/>
                  </a:lnTo>
                  <a:lnTo>
                    <a:pt x="54089" y="177268"/>
                  </a:lnTo>
                  <a:lnTo>
                    <a:pt x="57289" y="176259"/>
                  </a:lnTo>
                  <a:lnTo>
                    <a:pt x="65637" y="179288"/>
                  </a:lnTo>
                  <a:lnTo>
                    <a:pt x="67260" y="182361"/>
                  </a:lnTo>
                  <a:lnTo>
                    <a:pt x="75144" y="182361"/>
                  </a:lnTo>
                  <a:lnTo>
                    <a:pt x="76581" y="183722"/>
                  </a:lnTo>
                  <a:lnTo>
                    <a:pt x="86831" y="183722"/>
                  </a:lnTo>
                  <a:lnTo>
                    <a:pt x="86831" y="180956"/>
                  </a:lnTo>
                  <a:lnTo>
                    <a:pt x="99446" y="183941"/>
                  </a:lnTo>
                  <a:lnTo>
                    <a:pt x="100419" y="189780"/>
                  </a:lnTo>
                  <a:lnTo>
                    <a:pt x="106263" y="189780"/>
                  </a:lnTo>
                  <a:lnTo>
                    <a:pt x="108860" y="191141"/>
                  </a:lnTo>
                  <a:lnTo>
                    <a:pt x="121011" y="191141"/>
                  </a:lnTo>
                  <a:lnTo>
                    <a:pt x="126762" y="189956"/>
                  </a:lnTo>
                  <a:lnTo>
                    <a:pt x="125927" y="188287"/>
                  </a:lnTo>
                  <a:cubicBezTo>
                    <a:pt x="125927" y="188287"/>
                    <a:pt x="119156" y="181702"/>
                    <a:pt x="126716" y="176215"/>
                  </a:cubicBezTo>
                  <a:cubicBezTo>
                    <a:pt x="134275" y="170727"/>
                    <a:pt x="140443" y="168181"/>
                    <a:pt x="140629" y="166908"/>
                  </a:cubicBezTo>
                  <a:cubicBezTo>
                    <a:pt x="140629" y="166908"/>
                    <a:pt x="150090" y="172747"/>
                    <a:pt x="159968" y="172747"/>
                  </a:cubicBezTo>
                  <a:lnTo>
                    <a:pt x="161684" y="175293"/>
                  </a:lnTo>
                  <a:lnTo>
                    <a:pt x="167110" y="176566"/>
                  </a:lnTo>
                  <a:lnTo>
                    <a:pt x="172119" y="178585"/>
                  </a:lnTo>
                  <a:lnTo>
                    <a:pt x="179261" y="176566"/>
                  </a:lnTo>
                  <a:lnTo>
                    <a:pt x="181023" y="175117"/>
                  </a:lnTo>
                  <a:lnTo>
                    <a:pt x="181209" y="172747"/>
                  </a:lnTo>
                  <a:lnTo>
                    <a:pt x="183713" y="172396"/>
                  </a:lnTo>
                  <a:cubicBezTo>
                    <a:pt x="183713" y="172396"/>
                    <a:pt x="187980" y="166908"/>
                    <a:pt x="192617" y="164889"/>
                  </a:cubicBezTo>
                  <a:cubicBezTo>
                    <a:pt x="192617" y="164889"/>
                    <a:pt x="192710" y="164889"/>
                    <a:pt x="192757" y="164845"/>
                  </a:cubicBezTo>
                  <a:lnTo>
                    <a:pt x="192757" y="164318"/>
                  </a:lnTo>
                  <a:cubicBezTo>
                    <a:pt x="192757" y="164318"/>
                    <a:pt x="192849" y="163967"/>
                    <a:pt x="192989" y="16379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4" name="Freeform: Shape 2103">
              <a:extLst>
                <a:ext uri="{FF2B5EF4-FFF2-40B4-BE49-F238E27FC236}">
                  <a16:creationId xmlns:a16="http://schemas.microsoft.com/office/drawing/2014/main" id="{53D4D680-E850-6505-A84F-CAF6FB3BCAA2}"/>
                </a:ext>
              </a:extLst>
            </p:cNvPr>
            <p:cNvSpPr>
              <a:spLocks/>
            </p:cNvSpPr>
            <p:nvPr/>
          </p:nvSpPr>
          <p:spPr>
            <a:xfrm>
              <a:off x="6161402" y="4483659"/>
              <a:ext cx="214040" cy="216498"/>
            </a:xfrm>
            <a:custGeom>
              <a:avLst/>
              <a:gdLst>
                <a:gd name="connsiteX0" fmla="*/ 73137 w 143398"/>
                <a:gd name="connsiteY0" fmla="*/ 3819 h 145045"/>
                <a:gd name="connsiteX1" fmla="*/ 72302 w 143398"/>
                <a:gd name="connsiteY1" fmla="*/ 4258 h 145045"/>
                <a:gd name="connsiteX2" fmla="*/ 71421 w 143398"/>
                <a:gd name="connsiteY2" fmla="*/ 3995 h 145045"/>
                <a:gd name="connsiteX3" fmla="*/ 67062 w 143398"/>
                <a:gd name="connsiteY3" fmla="*/ 2634 h 145045"/>
                <a:gd name="connsiteX4" fmla="*/ 57183 w 143398"/>
                <a:gd name="connsiteY4" fmla="*/ 9834 h 145045"/>
                <a:gd name="connsiteX5" fmla="*/ 56163 w 143398"/>
                <a:gd name="connsiteY5" fmla="*/ 10316 h 145045"/>
                <a:gd name="connsiteX6" fmla="*/ 55189 w 143398"/>
                <a:gd name="connsiteY6" fmla="*/ 9746 h 145045"/>
                <a:gd name="connsiteX7" fmla="*/ 51525 w 143398"/>
                <a:gd name="connsiteY7" fmla="*/ 3293 h 145045"/>
                <a:gd name="connsiteX8" fmla="*/ 16232 w 143398"/>
                <a:gd name="connsiteY8" fmla="*/ 8253 h 145045"/>
                <a:gd name="connsiteX9" fmla="*/ 16232 w 143398"/>
                <a:gd name="connsiteY9" fmla="*/ 66026 h 145045"/>
                <a:gd name="connsiteX10" fmla="*/ 15073 w 143398"/>
                <a:gd name="connsiteY10" fmla="*/ 67123 h 145045"/>
                <a:gd name="connsiteX11" fmla="*/ 0 w 143398"/>
                <a:gd name="connsiteY11" fmla="*/ 67123 h 145045"/>
                <a:gd name="connsiteX12" fmla="*/ 0 w 143398"/>
                <a:gd name="connsiteY12" fmla="*/ 110804 h 145045"/>
                <a:gd name="connsiteX13" fmla="*/ 13357 w 143398"/>
                <a:gd name="connsiteY13" fmla="*/ 134554 h 145045"/>
                <a:gd name="connsiteX14" fmla="*/ 12986 w 143398"/>
                <a:gd name="connsiteY14" fmla="*/ 135432 h 145045"/>
                <a:gd name="connsiteX15" fmla="*/ 8719 w 143398"/>
                <a:gd name="connsiteY15" fmla="*/ 139207 h 145045"/>
                <a:gd name="connsiteX16" fmla="*/ 8719 w 143398"/>
                <a:gd name="connsiteY16" fmla="*/ 140788 h 145045"/>
                <a:gd name="connsiteX17" fmla="*/ 12707 w 143398"/>
                <a:gd name="connsiteY17" fmla="*/ 145046 h 145045"/>
                <a:gd name="connsiteX18" fmla="*/ 24394 w 143398"/>
                <a:gd name="connsiteY18" fmla="*/ 145046 h 145045"/>
                <a:gd name="connsiteX19" fmla="*/ 32464 w 143398"/>
                <a:gd name="connsiteY19" fmla="*/ 135563 h 145045"/>
                <a:gd name="connsiteX20" fmla="*/ 33067 w 143398"/>
                <a:gd name="connsiteY20" fmla="*/ 135168 h 145045"/>
                <a:gd name="connsiteX21" fmla="*/ 38029 w 143398"/>
                <a:gd name="connsiteY21" fmla="*/ 133939 h 145045"/>
                <a:gd name="connsiteX22" fmla="*/ 45032 w 143398"/>
                <a:gd name="connsiteY22" fmla="*/ 118530 h 145045"/>
                <a:gd name="connsiteX23" fmla="*/ 46053 w 143398"/>
                <a:gd name="connsiteY23" fmla="*/ 117872 h 145045"/>
                <a:gd name="connsiteX24" fmla="*/ 54447 w 143398"/>
                <a:gd name="connsiteY24" fmla="*/ 117608 h 145045"/>
                <a:gd name="connsiteX25" fmla="*/ 55282 w 143398"/>
                <a:gd name="connsiteY25" fmla="*/ 117916 h 145045"/>
                <a:gd name="connsiteX26" fmla="*/ 61264 w 143398"/>
                <a:gd name="connsiteY26" fmla="*/ 123359 h 145045"/>
                <a:gd name="connsiteX27" fmla="*/ 65114 w 143398"/>
                <a:gd name="connsiteY27" fmla="*/ 123140 h 145045"/>
                <a:gd name="connsiteX28" fmla="*/ 65948 w 143398"/>
                <a:gd name="connsiteY28" fmla="*/ 123403 h 145045"/>
                <a:gd name="connsiteX29" fmla="*/ 69566 w 143398"/>
                <a:gd name="connsiteY29" fmla="*/ 126300 h 145045"/>
                <a:gd name="connsiteX30" fmla="*/ 82227 w 143398"/>
                <a:gd name="connsiteY30" fmla="*/ 126213 h 145045"/>
                <a:gd name="connsiteX31" fmla="*/ 89554 w 143398"/>
                <a:gd name="connsiteY31" fmla="*/ 109399 h 145045"/>
                <a:gd name="connsiteX32" fmla="*/ 90714 w 143398"/>
                <a:gd name="connsiteY32" fmla="*/ 108301 h 145045"/>
                <a:gd name="connsiteX33" fmla="*/ 98088 w 143398"/>
                <a:gd name="connsiteY33" fmla="*/ 108301 h 145045"/>
                <a:gd name="connsiteX34" fmla="*/ 105787 w 143398"/>
                <a:gd name="connsiteY34" fmla="*/ 101497 h 145045"/>
                <a:gd name="connsiteX35" fmla="*/ 119468 w 143398"/>
                <a:gd name="connsiteY35" fmla="*/ 85561 h 145045"/>
                <a:gd name="connsiteX36" fmla="*/ 132778 w 143398"/>
                <a:gd name="connsiteY36" fmla="*/ 73093 h 145045"/>
                <a:gd name="connsiteX37" fmla="*/ 133613 w 143398"/>
                <a:gd name="connsiteY37" fmla="*/ 72786 h 145045"/>
                <a:gd name="connsiteX38" fmla="*/ 138807 w 143398"/>
                <a:gd name="connsiteY38" fmla="*/ 72786 h 145045"/>
                <a:gd name="connsiteX39" fmla="*/ 138807 w 143398"/>
                <a:gd name="connsiteY39" fmla="*/ 70986 h 145045"/>
                <a:gd name="connsiteX40" fmla="*/ 139364 w 143398"/>
                <a:gd name="connsiteY40" fmla="*/ 70064 h 145045"/>
                <a:gd name="connsiteX41" fmla="*/ 143398 w 143398"/>
                <a:gd name="connsiteY41" fmla="*/ 67694 h 145045"/>
                <a:gd name="connsiteX42" fmla="*/ 140245 w 143398"/>
                <a:gd name="connsiteY42" fmla="*/ 63260 h 145045"/>
                <a:gd name="connsiteX43" fmla="*/ 120581 w 143398"/>
                <a:gd name="connsiteY43" fmla="*/ 51231 h 145045"/>
                <a:gd name="connsiteX44" fmla="*/ 120581 w 143398"/>
                <a:gd name="connsiteY44" fmla="*/ 41925 h 145045"/>
                <a:gd name="connsiteX45" fmla="*/ 114181 w 143398"/>
                <a:gd name="connsiteY45" fmla="*/ 41925 h 145045"/>
                <a:gd name="connsiteX46" fmla="*/ 113068 w 143398"/>
                <a:gd name="connsiteY46" fmla="*/ 41178 h 145045"/>
                <a:gd name="connsiteX47" fmla="*/ 111166 w 143398"/>
                <a:gd name="connsiteY47" fmla="*/ 35998 h 145045"/>
                <a:gd name="connsiteX48" fmla="*/ 108569 w 143398"/>
                <a:gd name="connsiteY48" fmla="*/ 34198 h 145045"/>
                <a:gd name="connsiteX49" fmla="*/ 108476 w 143398"/>
                <a:gd name="connsiteY49" fmla="*/ 34198 h 145045"/>
                <a:gd name="connsiteX50" fmla="*/ 94470 w 143398"/>
                <a:gd name="connsiteY50" fmla="*/ 24364 h 145045"/>
                <a:gd name="connsiteX51" fmla="*/ 93079 w 143398"/>
                <a:gd name="connsiteY51" fmla="*/ 19052 h 145045"/>
                <a:gd name="connsiteX52" fmla="*/ 81067 w 143398"/>
                <a:gd name="connsiteY52" fmla="*/ 4697 h 145045"/>
                <a:gd name="connsiteX53" fmla="*/ 80836 w 143398"/>
                <a:gd name="connsiteY53" fmla="*/ 3995 h 145045"/>
                <a:gd name="connsiteX54" fmla="*/ 80836 w 143398"/>
                <a:gd name="connsiteY54" fmla="*/ 0 h 145045"/>
                <a:gd name="connsiteX55" fmla="*/ 73091 w 143398"/>
                <a:gd name="connsiteY55" fmla="*/ 3819 h 145045"/>
                <a:gd name="connsiteX56" fmla="*/ 51850 w 143398"/>
                <a:gd name="connsiteY56" fmla="*/ 21862 h 145045"/>
                <a:gd name="connsiteX57" fmla="*/ 53890 w 143398"/>
                <a:gd name="connsiteY57" fmla="*/ 24584 h 145045"/>
                <a:gd name="connsiteX58" fmla="*/ 50412 w 143398"/>
                <a:gd name="connsiteY58" fmla="*/ 27042 h 145045"/>
                <a:gd name="connsiteX59" fmla="*/ 54493 w 143398"/>
                <a:gd name="connsiteY59" fmla="*/ 30335 h 145045"/>
                <a:gd name="connsiteX60" fmla="*/ 46377 w 143398"/>
                <a:gd name="connsiteY60" fmla="*/ 30335 h 145045"/>
                <a:gd name="connsiteX61" fmla="*/ 46099 w 143398"/>
                <a:gd name="connsiteY61" fmla="*/ 31696 h 145045"/>
                <a:gd name="connsiteX62" fmla="*/ 41461 w 143398"/>
                <a:gd name="connsiteY62" fmla="*/ 31696 h 145045"/>
                <a:gd name="connsiteX63" fmla="*/ 41461 w 143398"/>
                <a:gd name="connsiteY63" fmla="*/ 25374 h 145045"/>
                <a:gd name="connsiteX64" fmla="*/ 39421 w 143398"/>
                <a:gd name="connsiteY64" fmla="*/ 28403 h 145045"/>
                <a:gd name="connsiteX65" fmla="*/ 33624 w 143398"/>
                <a:gd name="connsiteY65" fmla="*/ 20457 h 145045"/>
                <a:gd name="connsiteX66" fmla="*/ 35942 w 143398"/>
                <a:gd name="connsiteY66" fmla="*/ 15804 h 145045"/>
                <a:gd name="connsiteX67" fmla="*/ 28429 w 143398"/>
                <a:gd name="connsiteY67" fmla="*/ 8385 h 145045"/>
                <a:gd name="connsiteX68" fmla="*/ 28429 w 143398"/>
                <a:gd name="connsiteY68" fmla="*/ 6717 h 145045"/>
                <a:gd name="connsiteX69" fmla="*/ 40905 w 143398"/>
                <a:gd name="connsiteY69" fmla="*/ 15760 h 145045"/>
                <a:gd name="connsiteX70" fmla="*/ 58018 w 143398"/>
                <a:gd name="connsiteY70" fmla="*/ 19052 h 145045"/>
                <a:gd name="connsiteX71" fmla="*/ 51943 w 143398"/>
                <a:gd name="connsiteY71" fmla="*/ 21774 h 145045"/>
                <a:gd name="connsiteX72" fmla="*/ 82320 w 143398"/>
                <a:gd name="connsiteY72" fmla="*/ 41881 h 145045"/>
                <a:gd name="connsiteX73" fmla="*/ 85659 w 143398"/>
                <a:gd name="connsiteY73" fmla="*/ 42978 h 145045"/>
                <a:gd name="connsiteX74" fmla="*/ 85659 w 143398"/>
                <a:gd name="connsiteY74" fmla="*/ 39686 h 145045"/>
                <a:gd name="connsiteX75" fmla="*/ 88395 w 143398"/>
                <a:gd name="connsiteY75" fmla="*/ 41617 h 145045"/>
                <a:gd name="connsiteX76" fmla="*/ 92755 w 143398"/>
                <a:gd name="connsiteY76" fmla="*/ 41617 h 145045"/>
                <a:gd name="connsiteX77" fmla="*/ 93311 w 143398"/>
                <a:gd name="connsiteY77" fmla="*/ 38325 h 145045"/>
                <a:gd name="connsiteX78" fmla="*/ 97671 w 143398"/>
                <a:gd name="connsiteY78" fmla="*/ 38325 h 145045"/>
                <a:gd name="connsiteX79" fmla="*/ 94470 w 143398"/>
                <a:gd name="connsiteY79" fmla="*/ 42978 h 145045"/>
                <a:gd name="connsiteX80" fmla="*/ 94470 w 143398"/>
                <a:gd name="connsiteY80" fmla="*/ 46271 h 145045"/>
                <a:gd name="connsiteX81" fmla="*/ 96047 w 143398"/>
                <a:gd name="connsiteY81" fmla="*/ 48202 h 145045"/>
                <a:gd name="connsiteX82" fmla="*/ 96047 w 143398"/>
                <a:gd name="connsiteY82" fmla="*/ 52065 h 145045"/>
                <a:gd name="connsiteX83" fmla="*/ 90111 w 143398"/>
                <a:gd name="connsiteY83" fmla="*/ 49870 h 145045"/>
                <a:gd name="connsiteX84" fmla="*/ 82273 w 143398"/>
                <a:gd name="connsiteY84" fmla="*/ 48510 h 145045"/>
                <a:gd name="connsiteX85" fmla="*/ 82273 w 143398"/>
                <a:gd name="connsiteY85" fmla="*/ 45217 h 145045"/>
                <a:gd name="connsiteX86" fmla="*/ 77079 w 143398"/>
                <a:gd name="connsiteY86" fmla="*/ 47939 h 145045"/>
                <a:gd name="connsiteX87" fmla="*/ 73601 w 143398"/>
                <a:gd name="connsiteY87" fmla="*/ 45217 h 145045"/>
                <a:gd name="connsiteX88" fmla="*/ 77079 w 143398"/>
                <a:gd name="connsiteY88" fmla="*/ 41090 h 145045"/>
                <a:gd name="connsiteX89" fmla="*/ 82273 w 143398"/>
                <a:gd name="connsiteY89" fmla="*/ 41925 h 1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43398" h="145045">
                  <a:moveTo>
                    <a:pt x="73137" y="3819"/>
                  </a:moveTo>
                  <a:cubicBezTo>
                    <a:pt x="72951" y="4083"/>
                    <a:pt x="72627" y="4258"/>
                    <a:pt x="72302" y="4258"/>
                  </a:cubicBezTo>
                  <a:cubicBezTo>
                    <a:pt x="72024" y="4258"/>
                    <a:pt x="71653" y="4214"/>
                    <a:pt x="71421" y="3995"/>
                  </a:cubicBezTo>
                  <a:cubicBezTo>
                    <a:pt x="70076" y="2897"/>
                    <a:pt x="68685" y="2458"/>
                    <a:pt x="67062" y="2634"/>
                  </a:cubicBezTo>
                  <a:cubicBezTo>
                    <a:pt x="62053" y="3205"/>
                    <a:pt x="57229" y="9790"/>
                    <a:pt x="57183" y="9834"/>
                  </a:cubicBezTo>
                  <a:cubicBezTo>
                    <a:pt x="56951" y="10141"/>
                    <a:pt x="56534" y="10316"/>
                    <a:pt x="56163" y="10316"/>
                  </a:cubicBezTo>
                  <a:cubicBezTo>
                    <a:pt x="55746" y="10316"/>
                    <a:pt x="55421" y="10097"/>
                    <a:pt x="55189" y="9746"/>
                  </a:cubicBezTo>
                  <a:lnTo>
                    <a:pt x="51525" y="3293"/>
                  </a:lnTo>
                  <a:lnTo>
                    <a:pt x="16232" y="8253"/>
                  </a:lnTo>
                  <a:lnTo>
                    <a:pt x="16232" y="66026"/>
                  </a:lnTo>
                  <a:cubicBezTo>
                    <a:pt x="16232" y="66640"/>
                    <a:pt x="15722" y="67123"/>
                    <a:pt x="15073" y="67123"/>
                  </a:cubicBezTo>
                  <a:lnTo>
                    <a:pt x="0" y="67123"/>
                  </a:lnTo>
                  <a:lnTo>
                    <a:pt x="0" y="110804"/>
                  </a:lnTo>
                  <a:cubicBezTo>
                    <a:pt x="12012" y="114448"/>
                    <a:pt x="13264" y="133719"/>
                    <a:pt x="13357" y="134554"/>
                  </a:cubicBezTo>
                  <a:cubicBezTo>
                    <a:pt x="13357" y="134861"/>
                    <a:pt x="13217" y="135212"/>
                    <a:pt x="12986" y="135432"/>
                  </a:cubicBezTo>
                  <a:lnTo>
                    <a:pt x="8719" y="139207"/>
                  </a:lnTo>
                  <a:lnTo>
                    <a:pt x="8719" y="140788"/>
                  </a:lnTo>
                  <a:lnTo>
                    <a:pt x="12707" y="145046"/>
                  </a:lnTo>
                  <a:lnTo>
                    <a:pt x="24394" y="145046"/>
                  </a:lnTo>
                  <a:lnTo>
                    <a:pt x="32464" y="135563"/>
                  </a:lnTo>
                  <a:cubicBezTo>
                    <a:pt x="32464" y="135563"/>
                    <a:pt x="32835" y="135256"/>
                    <a:pt x="33067" y="135168"/>
                  </a:cubicBezTo>
                  <a:lnTo>
                    <a:pt x="38029" y="133939"/>
                  </a:lnTo>
                  <a:lnTo>
                    <a:pt x="45032" y="118530"/>
                  </a:lnTo>
                  <a:cubicBezTo>
                    <a:pt x="45218" y="118135"/>
                    <a:pt x="45589" y="117872"/>
                    <a:pt x="46053" y="117872"/>
                  </a:cubicBezTo>
                  <a:lnTo>
                    <a:pt x="54447" y="117608"/>
                  </a:lnTo>
                  <a:cubicBezTo>
                    <a:pt x="54725" y="117608"/>
                    <a:pt x="55050" y="117696"/>
                    <a:pt x="55282" y="117916"/>
                  </a:cubicBezTo>
                  <a:lnTo>
                    <a:pt x="61264" y="123359"/>
                  </a:lnTo>
                  <a:lnTo>
                    <a:pt x="65114" y="123140"/>
                  </a:lnTo>
                  <a:cubicBezTo>
                    <a:pt x="65392" y="123096"/>
                    <a:pt x="65717" y="123228"/>
                    <a:pt x="65948" y="123403"/>
                  </a:cubicBezTo>
                  <a:lnTo>
                    <a:pt x="69566" y="126300"/>
                  </a:lnTo>
                  <a:cubicBezTo>
                    <a:pt x="70447" y="126608"/>
                    <a:pt x="75595" y="128320"/>
                    <a:pt x="82227" y="126213"/>
                  </a:cubicBezTo>
                  <a:cubicBezTo>
                    <a:pt x="88024" y="124413"/>
                    <a:pt x="89462" y="113438"/>
                    <a:pt x="89554" y="109399"/>
                  </a:cubicBezTo>
                  <a:cubicBezTo>
                    <a:pt x="89554" y="108784"/>
                    <a:pt x="90065" y="108301"/>
                    <a:pt x="90714" y="108301"/>
                  </a:cubicBezTo>
                  <a:lnTo>
                    <a:pt x="98088" y="108301"/>
                  </a:lnTo>
                  <a:lnTo>
                    <a:pt x="105787" y="101497"/>
                  </a:lnTo>
                  <a:cubicBezTo>
                    <a:pt x="106297" y="87932"/>
                    <a:pt x="117056" y="85869"/>
                    <a:pt x="119468" y="85561"/>
                  </a:cubicBezTo>
                  <a:lnTo>
                    <a:pt x="132778" y="73093"/>
                  </a:lnTo>
                  <a:cubicBezTo>
                    <a:pt x="132778" y="73093"/>
                    <a:pt x="133288" y="72786"/>
                    <a:pt x="133613" y="72786"/>
                  </a:cubicBezTo>
                  <a:lnTo>
                    <a:pt x="138807" y="72786"/>
                  </a:lnTo>
                  <a:lnTo>
                    <a:pt x="138807" y="70986"/>
                  </a:lnTo>
                  <a:cubicBezTo>
                    <a:pt x="138807" y="70591"/>
                    <a:pt x="138993" y="70240"/>
                    <a:pt x="139364" y="70064"/>
                  </a:cubicBezTo>
                  <a:lnTo>
                    <a:pt x="143398" y="67694"/>
                  </a:lnTo>
                  <a:cubicBezTo>
                    <a:pt x="141497" y="66245"/>
                    <a:pt x="140569" y="64357"/>
                    <a:pt x="140245" y="63260"/>
                  </a:cubicBezTo>
                  <a:cubicBezTo>
                    <a:pt x="120813" y="61855"/>
                    <a:pt x="120581" y="51670"/>
                    <a:pt x="120581" y="51231"/>
                  </a:cubicBezTo>
                  <a:lnTo>
                    <a:pt x="120581" y="41925"/>
                  </a:lnTo>
                  <a:lnTo>
                    <a:pt x="114181" y="41925"/>
                  </a:lnTo>
                  <a:cubicBezTo>
                    <a:pt x="113671" y="41925"/>
                    <a:pt x="113253" y="41617"/>
                    <a:pt x="113068" y="41178"/>
                  </a:cubicBezTo>
                  <a:lnTo>
                    <a:pt x="111166" y="35998"/>
                  </a:lnTo>
                  <a:lnTo>
                    <a:pt x="108569" y="34198"/>
                  </a:lnTo>
                  <a:lnTo>
                    <a:pt x="108476" y="34198"/>
                  </a:lnTo>
                  <a:cubicBezTo>
                    <a:pt x="97671" y="34198"/>
                    <a:pt x="94517" y="24452"/>
                    <a:pt x="94470" y="24364"/>
                  </a:cubicBezTo>
                  <a:lnTo>
                    <a:pt x="93079" y="19052"/>
                  </a:lnTo>
                  <a:lnTo>
                    <a:pt x="81067" y="4697"/>
                  </a:lnTo>
                  <a:cubicBezTo>
                    <a:pt x="81067" y="4697"/>
                    <a:pt x="80836" y="4258"/>
                    <a:pt x="80836" y="3995"/>
                  </a:cubicBezTo>
                  <a:lnTo>
                    <a:pt x="80836" y="0"/>
                  </a:lnTo>
                  <a:cubicBezTo>
                    <a:pt x="75827" y="351"/>
                    <a:pt x="73230" y="3644"/>
                    <a:pt x="73091" y="3819"/>
                  </a:cubicBezTo>
                  <a:close/>
                  <a:moveTo>
                    <a:pt x="51850" y="21862"/>
                  </a:moveTo>
                  <a:lnTo>
                    <a:pt x="53890" y="24584"/>
                  </a:lnTo>
                  <a:lnTo>
                    <a:pt x="50412" y="27042"/>
                  </a:lnTo>
                  <a:lnTo>
                    <a:pt x="54493" y="30335"/>
                  </a:lnTo>
                  <a:lnTo>
                    <a:pt x="46377" y="30335"/>
                  </a:lnTo>
                  <a:lnTo>
                    <a:pt x="46099" y="31696"/>
                  </a:lnTo>
                  <a:lnTo>
                    <a:pt x="41461" y="31696"/>
                  </a:lnTo>
                  <a:lnTo>
                    <a:pt x="41461" y="25374"/>
                  </a:lnTo>
                  <a:lnTo>
                    <a:pt x="39421" y="28403"/>
                  </a:lnTo>
                  <a:lnTo>
                    <a:pt x="33624" y="20457"/>
                  </a:lnTo>
                  <a:lnTo>
                    <a:pt x="35942" y="15804"/>
                  </a:lnTo>
                  <a:lnTo>
                    <a:pt x="28429" y="8385"/>
                  </a:lnTo>
                  <a:lnTo>
                    <a:pt x="28429" y="6717"/>
                  </a:lnTo>
                  <a:lnTo>
                    <a:pt x="40905" y="15760"/>
                  </a:lnTo>
                  <a:lnTo>
                    <a:pt x="58018" y="19052"/>
                  </a:lnTo>
                  <a:lnTo>
                    <a:pt x="51943" y="21774"/>
                  </a:lnTo>
                  <a:close/>
                  <a:moveTo>
                    <a:pt x="82320" y="41881"/>
                  </a:moveTo>
                  <a:cubicBezTo>
                    <a:pt x="83201" y="42144"/>
                    <a:pt x="85659" y="42978"/>
                    <a:pt x="85659" y="42978"/>
                  </a:cubicBezTo>
                  <a:lnTo>
                    <a:pt x="85659" y="39686"/>
                  </a:lnTo>
                  <a:lnTo>
                    <a:pt x="88395" y="41617"/>
                  </a:lnTo>
                  <a:lnTo>
                    <a:pt x="92755" y="41617"/>
                  </a:lnTo>
                  <a:lnTo>
                    <a:pt x="93311" y="38325"/>
                  </a:lnTo>
                  <a:lnTo>
                    <a:pt x="97671" y="38325"/>
                  </a:lnTo>
                  <a:lnTo>
                    <a:pt x="94470" y="42978"/>
                  </a:lnTo>
                  <a:lnTo>
                    <a:pt x="94470" y="46271"/>
                  </a:lnTo>
                  <a:lnTo>
                    <a:pt x="96047" y="48202"/>
                  </a:lnTo>
                  <a:lnTo>
                    <a:pt x="96047" y="52065"/>
                  </a:lnTo>
                  <a:lnTo>
                    <a:pt x="90111" y="49870"/>
                  </a:lnTo>
                  <a:lnTo>
                    <a:pt x="82273" y="48510"/>
                  </a:lnTo>
                  <a:lnTo>
                    <a:pt x="82273" y="45217"/>
                  </a:lnTo>
                  <a:lnTo>
                    <a:pt x="77079" y="47939"/>
                  </a:lnTo>
                  <a:lnTo>
                    <a:pt x="73601" y="45217"/>
                  </a:lnTo>
                  <a:lnTo>
                    <a:pt x="77079" y="41090"/>
                  </a:lnTo>
                  <a:cubicBezTo>
                    <a:pt x="77079" y="41090"/>
                    <a:pt x="81438" y="41617"/>
                    <a:pt x="82273" y="4192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0883BDA1-301B-8DCE-CAEF-E116856C212A}"/>
                </a:ext>
              </a:extLst>
            </p:cNvPr>
            <p:cNvSpPr>
              <a:spLocks/>
            </p:cNvSpPr>
            <p:nvPr/>
          </p:nvSpPr>
          <p:spPr>
            <a:xfrm>
              <a:off x="6285660" y="4432679"/>
              <a:ext cx="182196" cy="157984"/>
            </a:xfrm>
            <a:custGeom>
              <a:avLst/>
              <a:gdLst>
                <a:gd name="connsiteX0" fmla="*/ 57461 w 122064"/>
                <a:gd name="connsiteY0" fmla="*/ 5136 h 105843"/>
                <a:gd name="connsiteX1" fmla="*/ 56116 w 122064"/>
                <a:gd name="connsiteY1" fmla="*/ 11502 h 105843"/>
                <a:gd name="connsiteX2" fmla="*/ 55560 w 122064"/>
                <a:gd name="connsiteY2" fmla="*/ 12248 h 105843"/>
                <a:gd name="connsiteX3" fmla="*/ 53566 w 122064"/>
                <a:gd name="connsiteY3" fmla="*/ 13389 h 105843"/>
                <a:gd name="connsiteX4" fmla="*/ 57600 w 122064"/>
                <a:gd name="connsiteY4" fmla="*/ 14048 h 105843"/>
                <a:gd name="connsiteX5" fmla="*/ 54725 w 122064"/>
                <a:gd name="connsiteY5" fmla="*/ 17604 h 105843"/>
                <a:gd name="connsiteX6" fmla="*/ 37751 w 122064"/>
                <a:gd name="connsiteY6" fmla="*/ 24145 h 105843"/>
                <a:gd name="connsiteX7" fmla="*/ 28151 w 122064"/>
                <a:gd name="connsiteY7" fmla="*/ 36920 h 105843"/>
                <a:gd name="connsiteX8" fmla="*/ 27223 w 122064"/>
                <a:gd name="connsiteY8" fmla="*/ 37403 h 105843"/>
                <a:gd name="connsiteX9" fmla="*/ 19710 w 122064"/>
                <a:gd name="connsiteY9" fmla="*/ 37403 h 105843"/>
                <a:gd name="connsiteX10" fmla="*/ 19061 w 122064"/>
                <a:gd name="connsiteY10" fmla="*/ 37227 h 105843"/>
                <a:gd name="connsiteX11" fmla="*/ 11780 w 122064"/>
                <a:gd name="connsiteY11" fmla="*/ 35252 h 105843"/>
                <a:gd name="connsiteX12" fmla="*/ 9414 w 122064"/>
                <a:gd name="connsiteY12" fmla="*/ 36832 h 105843"/>
                <a:gd name="connsiteX13" fmla="*/ 8673 w 122064"/>
                <a:gd name="connsiteY13" fmla="*/ 37403 h 105843"/>
                <a:gd name="connsiteX14" fmla="*/ 8394 w 122064"/>
                <a:gd name="connsiteY14" fmla="*/ 37403 h 105843"/>
                <a:gd name="connsiteX15" fmla="*/ 7745 w 122064"/>
                <a:gd name="connsiteY15" fmla="*/ 37227 h 105843"/>
                <a:gd name="connsiteX16" fmla="*/ 0 w 122064"/>
                <a:gd name="connsiteY16" fmla="*/ 34286 h 105843"/>
                <a:gd name="connsiteX17" fmla="*/ 0 w 122064"/>
                <a:gd name="connsiteY17" fmla="*/ 37842 h 105843"/>
                <a:gd name="connsiteX18" fmla="*/ 11919 w 122064"/>
                <a:gd name="connsiteY18" fmla="*/ 52065 h 105843"/>
                <a:gd name="connsiteX19" fmla="*/ 12151 w 122064"/>
                <a:gd name="connsiteY19" fmla="*/ 52461 h 105843"/>
                <a:gd name="connsiteX20" fmla="*/ 13589 w 122064"/>
                <a:gd name="connsiteY20" fmla="*/ 57948 h 105843"/>
                <a:gd name="connsiteX21" fmla="*/ 25368 w 122064"/>
                <a:gd name="connsiteY21" fmla="*/ 66157 h 105843"/>
                <a:gd name="connsiteX22" fmla="*/ 25832 w 122064"/>
                <a:gd name="connsiteY22" fmla="*/ 66157 h 105843"/>
                <a:gd name="connsiteX23" fmla="*/ 26528 w 122064"/>
                <a:gd name="connsiteY23" fmla="*/ 66377 h 105843"/>
                <a:gd name="connsiteX24" fmla="*/ 29728 w 122064"/>
                <a:gd name="connsiteY24" fmla="*/ 68572 h 105843"/>
                <a:gd name="connsiteX25" fmla="*/ 30145 w 122064"/>
                <a:gd name="connsiteY25" fmla="*/ 69099 h 105843"/>
                <a:gd name="connsiteX26" fmla="*/ 31908 w 122064"/>
                <a:gd name="connsiteY26" fmla="*/ 73840 h 105843"/>
                <a:gd name="connsiteX27" fmla="*/ 38632 w 122064"/>
                <a:gd name="connsiteY27" fmla="*/ 73840 h 105843"/>
                <a:gd name="connsiteX28" fmla="*/ 39791 w 122064"/>
                <a:gd name="connsiteY28" fmla="*/ 74937 h 105843"/>
                <a:gd name="connsiteX29" fmla="*/ 39791 w 122064"/>
                <a:gd name="connsiteY29" fmla="*/ 85386 h 105843"/>
                <a:gd name="connsiteX30" fmla="*/ 58111 w 122064"/>
                <a:gd name="connsiteY30" fmla="*/ 95263 h 105843"/>
                <a:gd name="connsiteX31" fmla="*/ 59177 w 122064"/>
                <a:gd name="connsiteY31" fmla="*/ 96185 h 105843"/>
                <a:gd name="connsiteX32" fmla="*/ 62145 w 122064"/>
                <a:gd name="connsiteY32" fmla="*/ 100487 h 105843"/>
                <a:gd name="connsiteX33" fmla="*/ 69102 w 122064"/>
                <a:gd name="connsiteY33" fmla="*/ 101321 h 105843"/>
                <a:gd name="connsiteX34" fmla="*/ 69705 w 122064"/>
                <a:gd name="connsiteY34" fmla="*/ 101321 h 105843"/>
                <a:gd name="connsiteX35" fmla="*/ 76198 w 122064"/>
                <a:gd name="connsiteY35" fmla="*/ 103473 h 105843"/>
                <a:gd name="connsiteX36" fmla="*/ 90204 w 122064"/>
                <a:gd name="connsiteY36" fmla="*/ 103473 h 105843"/>
                <a:gd name="connsiteX37" fmla="*/ 90992 w 122064"/>
                <a:gd name="connsiteY37" fmla="*/ 103780 h 105843"/>
                <a:gd name="connsiteX38" fmla="*/ 93311 w 122064"/>
                <a:gd name="connsiteY38" fmla="*/ 105843 h 105843"/>
                <a:gd name="connsiteX39" fmla="*/ 111074 w 122064"/>
                <a:gd name="connsiteY39" fmla="*/ 87405 h 105843"/>
                <a:gd name="connsiteX40" fmla="*/ 111352 w 122064"/>
                <a:gd name="connsiteY40" fmla="*/ 77396 h 105843"/>
                <a:gd name="connsiteX41" fmla="*/ 112140 w 122064"/>
                <a:gd name="connsiteY41" fmla="*/ 76386 h 105843"/>
                <a:gd name="connsiteX42" fmla="*/ 115618 w 122064"/>
                <a:gd name="connsiteY42" fmla="*/ 75201 h 105843"/>
                <a:gd name="connsiteX43" fmla="*/ 117473 w 122064"/>
                <a:gd name="connsiteY43" fmla="*/ 68879 h 105843"/>
                <a:gd name="connsiteX44" fmla="*/ 118216 w 122064"/>
                <a:gd name="connsiteY44" fmla="*/ 68133 h 105843"/>
                <a:gd name="connsiteX45" fmla="*/ 120627 w 122064"/>
                <a:gd name="connsiteY45" fmla="*/ 67299 h 105843"/>
                <a:gd name="connsiteX46" fmla="*/ 120627 w 122064"/>
                <a:gd name="connsiteY46" fmla="*/ 64533 h 105843"/>
                <a:gd name="connsiteX47" fmla="*/ 117752 w 122064"/>
                <a:gd name="connsiteY47" fmla="*/ 63918 h 105843"/>
                <a:gd name="connsiteX48" fmla="*/ 116871 w 122064"/>
                <a:gd name="connsiteY48" fmla="*/ 62733 h 105843"/>
                <a:gd name="connsiteX49" fmla="*/ 117937 w 122064"/>
                <a:gd name="connsiteY49" fmla="*/ 53778 h 105843"/>
                <a:gd name="connsiteX50" fmla="*/ 114830 w 122064"/>
                <a:gd name="connsiteY50" fmla="*/ 52943 h 105843"/>
                <a:gd name="connsiteX51" fmla="*/ 113995 w 122064"/>
                <a:gd name="connsiteY51" fmla="*/ 51758 h 105843"/>
                <a:gd name="connsiteX52" fmla="*/ 114273 w 122064"/>
                <a:gd name="connsiteY52" fmla="*/ 49300 h 105843"/>
                <a:gd name="connsiteX53" fmla="*/ 114830 w 122064"/>
                <a:gd name="connsiteY53" fmla="*/ 48466 h 105843"/>
                <a:gd name="connsiteX54" fmla="*/ 118262 w 122064"/>
                <a:gd name="connsiteY54" fmla="*/ 46622 h 105843"/>
                <a:gd name="connsiteX55" fmla="*/ 118030 w 122064"/>
                <a:gd name="connsiteY55" fmla="*/ 44295 h 105843"/>
                <a:gd name="connsiteX56" fmla="*/ 118355 w 122064"/>
                <a:gd name="connsiteY56" fmla="*/ 43461 h 105843"/>
                <a:gd name="connsiteX57" fmla="*/ 121694 w 122064"/>
                <a:gd name="connsiteY57" fmla="*/ 40081 h 105843"/>
                <a:gd name="connsiteX58" fmla="*/ 118679 w 122064"/>
                <a:gd name="connsiteY58" fmla="*/ 36964 h 105843"/>
                <a:gd name="connsiteX59" fmla="*/ 118587 w 122064"/>
                <a:gd name="connsiteY59" fmla="*/ 35559 h 105843"/>
                <a:gd name="connsiteX60" fmla="*/ 120766 w 122064"/>
                <a:gd name="connsiteY60" fmla="*/ 32750 h 105843"/>
                <a:gd name="connsiteX61" fmla="*/ 122065 w 122064"/>
                <a:gd name="connsiteY61" fmla="*/ 25550 h 105843"/>
                <a:gd name="connsiteX62" fmla="*/ 117473 w 122064"/>
                <a:gd name="connsiteY62" fmla="*/ 20194 h 105843"/>
                <a:gd name="connsiteX63" fmla="*/ 117473 w 122064"/>
                <a:gd name="connsiteY63" fmla="*/ 18833 h 105843"/>
                <a:gd name="connsiteX64" fmla="*/ 119746 w 122064"/>
                <a:gd name="connsiteY64" fmla="*/ 16111 h 105843"/>
                <a:gd name="connsiteX65" fmla="*/ 104488 w 122064"/>
                <a:gd name="connsiteY65" fmla="*/ 13170 h 105843"/>
                <a:gd name="connsiteX66" fmla="*/ 104071 w 122064"/>
                <a:gd name="connsiteY66" fmla="*/ 12995 h 105843"/>
                <a:gd name="connsiteX67" fmla="*/ 93636 w 122064"/>
                <a:gd name="connsiteY67" fmla="*/ 6058 h 105843"/>
                <a:gd name="connsiteX68" fmla="*/ 80093 w 122064"/>
                <a:gd name="connsiteY68" fmla="*/ 6322 h 105843"/>
                <a:gd name="connsiteX69" fmla="*/ 80093 w 122064"/>
                <a:gd name="connsiteY69" fmla="*/ 6322 h 105843"/>
                <a:gd name="connsiteX70" fmla="*/ 79305 w 122064"/>
                <a:gd name="connsiteY70" fmla="*/ 6014 h 105843"/>
                <a:gd name="connsiteX71" fmla="*/ 78934 w 122064"/>
                <a:gd name="connsiteY71" fmla="*/ 5224 h 105843"/>
                <a:gd name="connsiteX72" fmla="*/ 78934 w 122064"/>
                <a:gd name="connsiteY72" fmla="*/ 0 h 105843"/>
                <a:gd name="connsiteX73" fmla="*/ 66783 w 122064"/>
                <a:gd name="connsiteY73" fmla="*/ 0 h 105843"/>
                <a:gd name="connsiteX74" fmla="*/ 57647 w 122064"/>
                <a:gd name="connsiteY74" fmla="*/ 5093 h 10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22064" h="105843">
                  <a:moveTo>
                    <a:pt x="57461" y="5136"/>
                  </a:moveTo>
                  <a:lnTo>
                    <a:pt x="56116" y="11502"/>
                  </a:lnTo>
                  <a:cubicBezTo>
                    <a:pt x="56070" y="11809"/>
                    <a:pt x="55838" y="12073"/>
                    <a:pt x="55560" y="12248"/>
                  </a:cubicBezTo>
                  <a:lnTo>
                    <a:pt x="53566" y="13389"/>
                  </a:lnTo>
                  <a:cubicBezTo>
                    <a:pt x="54864" y="13477"/>
                    <a:pt x="56163" y="13697"/>
                    <a:pt x="57600" y="14048"/>
                  </a:cubicBezTo>
                  <a:lnTo>
                    <a:pt x="54725" y="17604"/>
                  </a:lnTo>
                  <a:cubicBezTo>
                    <a:pt x="54725" y="17604"/>
                    <a:pt x="50226" y="16024"/>
                    <a:pt x="37751" y="24145"/>
                  </a:cubicBezTo>
                  <a:lnTo>
                    <a:pt x="28151" y="36920"/>
                  </a:lnTo>
                  <a:cubicBezTo>
                    <a:pt x="27919" y="37227"/>
                    <a:pt x="27595" y="37403"/>
                    <a:pt x="27223" y="37403"/>
                  </a:cubicBezTo>
                  <a:lnTo>
                    <a:pt x="19710" y="37403"/>
                  </a:lnTo>
                  <a:cubicBezTo>
                    <a:pt x="19710" y="37403"/>
                    <a:pt x="19246" y="37359"/>
                    <a:pt x="19061" y="37227"/>
                  </a:cubicBezTo>
                  <a:cubicBezTo>
                    <a:pt x="16186" y="35471"/>
                    <a:pt x="13681" y="34769"/>
                    <a:pt x="11780" y="35252"/>
                  </a:cubicBezTo>
                  <a:cubicBezTo>
                    <a:pt x="10110" y="35647"/>
                    <a:pt x="9414" y="36832"/>
                    <a:pt x="9414" y="36832"/>
                  </a:cubicBezTo>
                  <a:cubicBezTo>
                    <a:pt x="9275" y="37096"/>
                    <a:pt x="8997" y="37315"/>
                    <a:pt x="8673" y="37403"/>
                  </a:cubicBezTo>
                  <a:cubicBezTo>
                    <a:pt x="8580" y="37403"/>
                    <a:pt x="8487" y="37403"/>
                    <a:pt x="8394" y="37403"/>
                  </a:cubicBezTo>
                  <a:cubicBezTo>
                    <a:pt x="8162" y="37403"/>
                    <a:pt x="7930" y="37359"/>
                    <a:pt x="7745" y="37227"/>
                  </a:cubicBezTo>
                  <a:cubicBezTo>
                    <a:pt x="5055" y="35559"/>
                    <a:pt x="2458" y="34593"/>
                    <a:pt x="0" y="34286"/>
                  </a:cubicBezTo>
                  <a:lnTo>
                    <a:pt x="0" y="37842"/>
                  </a:lnTo>
                  <a:lnTo>
                    <a:pt x="11919" y="52065"/>
                  </a:lnTo>
                  <a:cubicBezTo>
                    <a:pt x="11919" y="52065"/>
                    <a:pt x="12104" y="52329"/>
                    <a:pt x="12151" y="52461"/>
                  </a:cubicBezTo>
                  <a:lnTo>
                    <a:pt x="13589" y="57948"/>
                  </a:lnTo>
                  <a:cubicBezTo>
                    <a:pt x="13681" y="58255"/>
                    <a:pt x="16278" y="66157"/>
                    <a:pt x="25368" y="66157"/>
                  </a:cubicBezTo>
                  <a:cubicBezTo>
                    <a:pt x="25507" y="66157"/>
                    <a:pt x="25646" y="66157"/>
                    <a:pt x="25832" y="66157"/>
                  </a:cubicBezTo>
                  <a:cubicBezTo>
                    <a:pt x="26064" y="66157"/>
                    <a:pt x="26296" y="66245"/>
                    <a:pt x="26528" y="66377"/>
                  </a:cubicBezTo>
                  <a:lnTo>
                    <a:pt x="29728" y="68572"/>
                  </a:lnTo>
                  <a:cubicBezTo>
                    <a:pt x="29728" y="68572"/>
                    <a:pt x="30052" y="68879"/>
                    <a:pt x="30145" y="69099"/>
                  </a:cubicBezTo>
                  <a:lnTo>
                    <a:pt x="31908" y="73840"/>
                  </a:lnTo>
                  <a:lnTo>
                    <a:pt x="38632" y="73840"/>
                  </a:lnTo>
                  <a:cubicBezTo>
                    <a:pt x="39281" y="73840"/>
                    <a:pt x="39791" y="74323"/>
                    <a:pt x="39791" y="74937"/>
                  </a:cubicBezTo>
                  <a:lnTo>
                    <a:pt x="39791" y="85386"/>
                  </a:lnTo>
                  <a:cubicBezTo>
                    <a:pt x="39791" y="85737"/>
                    <a:pt x="40163" y="94254"/>
                    <a:pt x="58111" y="95263"/>
                  </a:cubicBezTo>
                  <a:cubicBezTo>
                    <a:pt x="58667" y="95263"/>
                    <a:pt x="59085" y="95658"/>
                    <a:pt x="59177" y="96185"/>
                  </a:cubicBezTo>
                  <a:cubicBezTo>
                    <a:pt x="59177" y="96185"/>
                    <a:pt x="59734" y="98951"/>
                    <a:pt x="62145" y="100487"/>
                  </a:cubicBezTo>
                  <a:cubicBezTo>
                    <a:pt x="63908" y="101629"/>
                    <a:pt x="66227" y="101892"/>
                    <a:pt x="69102" y="101321"/>
                  </a:cubicBezTo>
                  <a:cubicBezTo>
                    <a:pt x="69334" y="101321"/>
                    <a:pt x="69519" y="101321"/>
                    <a:pt x="69705" y="101321"/>
                  </a:cubicBezTo>
                  <a:lnTo>
                    <a:pt x="76198" y="103473"/>
                  </a:lnTo>
                  <a:lnTo>
                    <a:pt x="90204" y="103473"/>
                  </a:lnTo>
                  <a:cubicBezTo>
                    <a:pt x="90482" y="103473"/>
                    <a:pt x="90760" y="103560"/>
                    <a:pt x="90992" y="103780"/>
                  </a:cubicBezTo>
                  <a:lnTo>
                    <a:pt x="93311" y="105843"/>
                  </a:lnTo>
                  <a:lnTo>
                    <a:pt x="111074" y="87405"/>
                  </a:lnTo>
                  <a:lnTo>
                    <a:pt x="111352" y="77396"/>
                  </a:lnTo>
                  <a:cubicBezTo>
                    <a:pt x="111352" y="76957"/>
                    <a:pt x="111676" y="76562"/>
                    <a:pt x="112140" y="76386"/>
                  </a:cubicBezTo>
                  <a:lnTo>
                    <a:pt x="115618" y="75201"/>
                  </a:lnTo>
                  <a:lnTo>
                    <a:pt x="117473" y="68879"/>
                  </a:lnTo>
                  <a:cubicBezTo>
                    <a:pt x="117566" y="68528"/>
                    <a:pt x="117845" y="68265"/>
                    <a:pt x="118216" y="68133"/>
                  </a:cubicBezTo>
                  <a:lnTo>
                    <a:pt x="120627" y="67299"/>
                  </a:lnTo>
                  <a:lnTo>
                    <a:pt x="120627" y="64533"/>
                  </a:lnTo>
                  <a:lnTo>
                    <a:pt x="117752" y="63918"/>
                  </a:lnTo>
                  <a:cubicBezTo>
                    <a:pt x="117195" y="63787"/>
                    <a:pt x="116778" y="63304"/>
                    <a:pt x="116871" y="62733"/>
                  </a:cubicBezTo>
                  <a:lnTo>
                    <a:pt x="117937" y="53778"/>
                  </a:lnTo>
                  <a:lnTo>
                    <a:pt x="114830" y="52943"/>
                  </a:lnTo>
                  <a:cubicBezTo>
                    <a:pt x="114273" y="52812"/>
                    <a:pt x="113949" y="52285"/>
                    <a:pt x="113995" y="51758"/>
                  </a:cubicBezTo>
                  <a:lnTo>
                    <a:pt x="114273" y="49300"/>
                  </a:lnTo>
                  <a:cubicBezTo>
                    <a:pt x="114273" y="48949"/>
                    <a:pt x="114505" y="48641"/>
                    <a:pt x="114830" y="48466"/>
                  </a:cubicBezTo>
                  <a:lnTo>
                    <a:pt x="118262" y="46622"/>
                  </a:lnTo>
                  <a:lnTo>
                    <a:pt x="118030" y="44295"/>
                  </a:lnTo>
                  <a:cubicBezTo>
                    <a:pt x="118030" y="43988"/>
                    <a:pt x="118123" y="43681"/>
                    <a:pt x="118355" y="43461"/>
                  </a:cubicBezTo>
                  <a:lnTo>
                    <a:pt x="121694" y="40081"/>
                  </a:lnTo>
                  <a:lnTo>
                    <a:pt x="118679" y="36964"/>
                  </a:lnTo>
                  <a:cubicBezTo>
                    <a:pt x="118308" y="36569"/>
                    <a:pt x="118262" y="35998"/>
                    <a:pt x="118587" y="35559"/>
                  </a:cubicBezTo>
                  <a:lnTo>
                    <a:pt x="120766" y="32750"/>
                  </a:lnTo>
                  <a:lnTo>
                    <a:pt x="122065" y="25550"/>
                  </a:lnTo>
                  <a:lnTo>
                    <a:pt x="117473" y="20194"/>
                  </a:lnTo>
                  <a:cubicBezTo>
                    <a:pt x="117149" y="19799"/>
                    <a:pt x="117149" y="19228"/>
                    <a:pt x="117473" y="18833"/>
                  </a:cubicBezTo>
                  <a:lnTo>
                    <a:pt x="119746" y="16111"/>
                  </a:lnTo>
                  <a:lnTo>
                    <a:pt x="104488" y="13170"/>
                  </a:lnTo>
                  <a:cubicBezTo>
                    <a:pt x="104488" y="13170"/>
                    <a:pt x="104163" y="13082"/>
                    <a:pt x="104071" y="12995"/>
                  </a:cubicBezTo>
                  <a:lnTo>
                    <a:pt x="93636" y="6058"/>
                  </a:lnTo>
                  <a:lnTo>
                    <a:pt x="80093" y="6322"/>
                  </a:lnTo>
                  <a:lnTo>
                    <a:pt x="80093" y="6322"/>
                  </a:lnTo>
                  <a:cubicBezTo>
                    <a:pt x="79769" y="6322"/>
                    <a:pt x="79490" y="6190"/>
                    <a:pt x="79305" y="6014"/>
                  </a:cubicBezTo>
                  <a:cubicBezTo>
                    <a:pt x="79073" y="5795"/>
                    <a:pt x="78934" y="5531"/>
                    <a:pt x="78934" y="5224"/>
                  </a:cubicBezTo>
                  <a:lnTo>
                    <a:pt x="78934" y="0"/>
                  </a:lnTo>
                  <a:lnTo>
                    <a:pt x="66783" y="0"/>
                  </a:lnTo>
                  <a:lnTo>
                    <a:pt x="57647" y="50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6" name="Freeform: Shape 2105">
              <a:extLst>
                <a:ext uri="{FF2B5EF4-FFF2-40B4-BE49-F238E27FC236}">
                  <a16:creationId xmlns:a16="http://schemas.microsoft.com/office/drawing/2014/main" id="{061DE7C3-8BDF-BC65-BF64-F4884BB97991}"/>
                </a:ext>
              </a:extLst>
            </p:cNvPr>
            <p:cNvSpPr>
              <a:spLocks/>
            </p:cNvSpPr>
            <p:nvPr/>
          </p:nvSpPr>
          <p:spPr>
            <a:xfrm>
              <a:off x="6123468" y="2995155"/>
              <a:ext cx="41880" cy="46064"/>
            </a:xfrm>
            <a:custGeom>
              <a:avLst/>
              <a:gdLst>
                <a:gd name="connsiteX0" fmla="*/ 11965 w 28058"/>
                <a:gd name="connsiteY0" fmla="*/ 25155 h 30861"/>
                <a:gd name="connsiteX1" fmla="*/ 17484 w 28058"/>
                <a:gd name="connsiteY1" fmla="*/ 16770 h 30861"/>
                <a:gd name="connsiteX2" fmla="*/ 18412 w 28058"/>
                <a:gd name="connsiteY2" fmla="*/ 16243 h 30861"/>
                <a:gd name="connsiteX3" fmla="*/ 19386 w 28058"/>
                <a:gd name="connsiteY3" fmla="*/ 16682 h 30861"/>
                <a:gd name="connsiteX4" fmla="*/ 20777 w 28058"/>
                <a:gd name="connsiteY4" fmla="*/ 18438 h 30861"/>
                <a:gd name="connsiteX5" fmla="*/ 23838 w 28058"/>
                <a:gd name="connsiteY5" fmla="*/ 18438 h 30861"/>
                <a:gd name="connsiteX6" fmla="*/ 23003 w 28058"/>
                <a:gd name="connsiteY6" fmla="*/ 15716 h 30861"/>
                <a:gd name="connsiteX7" fmla="*/ 23652 w 28058"/>
                <a:gd name="connsiteY7" fmla="*/ 14399 h 30861"/>
                <a:gd name="connsiteX8" fmla="*/ 28058 w 28058"/>
                <a:gd name="connsiteY8" fmla="*/ 12555 h 30861"/>
                <a:gd name="connsiteX9" fmla="*/ 23606 w 28058"/>
                <a:gd name="connsiteY9" fmla="*/ 8253 h 30861"/>
                <a:gd name="connsiteX10" fmla="*/ 18458 w 28058"/>
                <a:gd name="connsiteY10" fmla="*/ 8253 h 30861"/>
                <a:gd name="connsiteX11" fmla="*/ 17484 w 28058"/>
                <a:gd name="connsiteY11" fmla="*/ 7726 h 30861"/>
                <a:gd name="connsiteX12" fmla="*/ 12336 w 28058"/>
                <a:gd name="connsiteY12" fmla="*/ 0 h 30861"/>
                <a:gd name="connsiteX13" fmla="*/ 9322 w 28058"/>
                <a:gd name="connsiteY13" fmla="*/ 0 h 30861"/>
                <a:gd name="connsiteX14" fmla="*/ 8580 w 28058"/>
                <a:gd name="connsiteY14" fmla="*/ 4566 h 30861"/>
                <a:gd name="connsiteX15" fmla="*/ 7977 w 28058"/>
                <a:gd name="connsiteY15" fmla="*/ 5356 h 30861"/>
                <a:gd name="connsiteX16" fmla="*/ 6910 w 28058"/>
                <a:gd name="connsiteY16" fmla="*/ 5356 h 30861"/>
                <a:gd name="connsiteX17" fmla="*/ 4730 w 28058"/>
                <a:gd name="connsiteY17" fmla="*/ 4346 h 30861"/>
                <a:gd name="connsiteX18" fmla="*/ 3617 w 28058"/>
                <a:gd name="connsiteY18" fmla="*/ 9000 h 30861"/>
                <a:gd name="connsiteX19" fmla="*/ 3385 w 28058"/>
                <a:gd name="connsiteY19" fmla="*/ 9439 h 30861"/>
                <a:gd name="connsiteX20" fmla="*/ 695 w 28058"/>
                <a:gd name="connsiteY20" fmla="*/ 12731 h 30861"/>
                <a:gd name="connsiteX21" fmla="*/ 232 w 28058"/>
                <a:gd name="connsiteY21" fmla="*/ 20940 h 30861"/>
                <a:gd name="connsiteX22" fmla="*/ 0 w 28058"/>
                <a:gd name="connsiteY22" fmla="*/ 21555 h 30861"/>
                <a:gd name="connsiteX23" fmla="*/ 8162 w 28058"/>
                <a:gd name="connsiteY23" fmla="*/ 27613 h 30861"/>
                <a:gd name="connsiteX24" fmla="*/ 11733 w 28058"/>
                <a:gd name="connsiteY24" fmla="*/ 30862 h 30861"/>
                <a:gd name="connsiteX25" fmla="*/ 11733 w 28058"/>
                <a:gd name="connsiteY25" fmla="*/ 25638 h 30861"/>
                <a:gd name="connsiteX26" fmla="*/ 11919 w 28058"/>
                <a:gd name="connsiteY26" fmla="*/ 25067 h 3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058" h="30861">
                  <a:moveTo>
                    <a:pt x="11965" y="25155"/>
                  </a:moveTo>
                  <a:lnTo>
                    <a:pt x="17484" y="16770"/>
                  </a:lnTo>
                  <a:cubicBezTo>
                    <a:pt x="17670" y="16463"/>
                    <a:pt x="18041" y="16287"/>
                    <a:pt x="18412" y="16243"/>
                  </a:cubicBezTo>
                  <a:cubicBezTo>
                    <a:pt x="18783" y="16243"/>
                    <a:pt x="19154" y="16375"/>
                    <a:pt x="19386" y="16682"/>
                  </a:cubicBezTo>
                  <a:lnTo>
                    <a:pt x="20777" y="18438"/>
                  </a:lnTo>
                  <a:lnTo>
                    <a:pt x="23838" y="18438"/>
                  </a:lnTo>
                  <a:lnTo>
                    <a:pt x="23003" y="15716"/>
                  </a:lnTo>
                  <a:cubicBezTo>
                    <a:pt x="22818" y="15190"/>
                    <a:pt x="23096" y="14619"/>
                    <a:pt x="23652" y="14399"/>
                  </a:cubicBezTo>
                  <a:lnTo>
                    <a:pt x="28058" y="12555"/>
                  </a:lnTo>
                  <a:lnTo>
                    <a:pt x="23606" y="8253"/>
                  </a:lnTo>
                  <a:lnTo>
                    <a:pt x="18458" y="8253"/>
                  </a:lnTo>
                  <a:cubicBezTo>
                    <a:pt x="18041" y="8253"/>
                    <a:pt x="17670" y="8078"/>
                    <a:pt x="17484" y="7726"/>
                  </a:cubicBezTo>
                  <a:lnTo>
                    <a:pt x="12336" y="0"/>
                  </a:lnTo>
                  <a:lnTo>
                    <a:pt x="9322" y="0"/>
                  </a:lnTo>
                  <a:lnTo>
                    <a:pt x="8580" y="4566"/>
                  </a:lnTo>
                  <a:cubicBezTo>
                    <a:pt x="8533" y="4917"/>
                    <a:pt x="8301" y="5224"/>
                    <a:pt x="7977" y="5356"/>
                  </a:cubicBezTo>
                  <a:cubicBezTo>
                    <a:pt x="7652" y="5531"/>
                    <a:pt x="7235" y="5531"/>
                    <a:pt x="6910" y="5356"/>
                  </a:cubicBezTo>
                  <a:lnTo>
                    <a:pt x="4730" y="4346"/>
                  </a:lnTo>
                  <a:lnTo>
                    <a:pt x="3617" y="9000"/>
                  </a:lnTo>
                  <a:cubicBezTo>
                    <a:pt x="3617" y="9000"/>
                    <a:pt x="3524" y="9307"/>
                    <a:pt x="3385" y="9439"/>
                  </a:cubicBezTo>
                  <a:lnTo>
                    <a:pt x="695" y="12731"/>
                  </a:lnTo>
                  <a:lnTo>
                    <a:pt x="232" y="20940"/>
                  </a:lnTo>
                  <a:cubicBezTo>
                    <a:pt x="232" y="21160"/>
                    <a:pt x="139" y="21379"/>
                    <a:pt x="0" y="21555"/>
                  </a:cubicBezTo>
                  <a:lnTo>
                    <a:pt x="8162" y="27613"/>
                  </a:lnTo>
                  <a:lnTo>
                    <a:pt x="11733" y="30862"/>
                  </a:lnTo>
                  <a:lnTo>
                    <a:pt x="11733" y="25638"/>
                  </a:lnTo>
                  <a:cubicBezTo>
                    <a:pt x="11733" y="25638"/>
                    <a:pt x="11780" y="25243"/>
                    <a:pt x="11919" y="2506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7" name="Freeform: Shape 2106">
              <a:extLst>
                <a:ext uri="{FF2B5EF4-FFF2-40B4-BE49-F238E27FC236}">
                  <a16:creationId xmlns:a16="http://schemas.microsoft.com/office/drawing/2014/main" id="{F4370DA5-781B-5BC4-AA8D-E1994A5278A2}"/>
                </a:ext>
              </a:extLst>
            </p:cNvPr>
            <p:cNvSpPr>
              <a:spLocks/>
            </p:cNvSpPr>
            <p:nvPr/>
          </p:nvSpPr>
          <p:spPr>
            <a:xfrm>
              <a:off x="6301305" y="3037418"/>
              <a:ext cx="441995" cy="177576"/>
            </a:xfrm>
            <a:custGeom>
              <a:avLst/>
              <a:gdLst>
                <a:gd name="connsiteX0" fmla="*/ 162088 w 296118"/>
                <a:gd name="connsiteY0" fmla="*/ 118091 h 118969"/>
                <a:gd name="connsiteX1" fmla="*/ 162088 w 296118"/>
                <a:gd name="connsiteY1" fmla="*/ 115018 h 118969"/>
                <a:gd name="connsiteX2" fmla="*/ 162877 w 296118"/>
                <a:gd name="connsiteY2" fmla="*/ 113965 h 118969"/>
                <a:gd name="connsiteX3" fmla="*/ 167885 w 296118"/>
                <a:gd name="connsiteY3" fmla="*/ 112384 h 118969"/>
                <a:gd name="connsiteX4" fmla="*/ 167885 w 296118"/>
                <a:gd name="connsiteY4" fmla="*/ 103297 h 118969"/>
                <a:gd name="connsiteX5" fmla="*/ 168349 w 296118"/>
                <a:gd name="connsiteY5" fmla="*/ 102419 h 118969"/>
                <a:gd name="connsiteX6" fmla="*/ 169370 w 296118"/>
                <a:gd name="connsiteY6" fmla="*/ 102243 h 118969"/>
                <a:gd name="connsiteX7" fmla="*/ 174378 w 296118"/>
                <a:gd name="connsiteY7" fmla="*/ 103692 h 118969"/>
                <a:gd name="connsiteX8" fmla="*/ 180825 w 296118"/>
                <a:gd name="connsiteY8" fmla="*/ 104702 h 118969"/>
                <a:gd name="connsiteX9" fmla="*/ 190518 w 296118"/>
                <a:gd name="connsiteY9" fmla="*/ 100004 h 118969"/>
                <a:gd name="connsiteX10" fmla="*/ 191352 w 296118"/>
                <a:gd name="connsiteY10" fmla="*/ 99917 h 118969"/>
                <a:gd name="connsiteX11" fmla="*/ 203132 w 296118"/>
                <a:gd name="connsiteY11" fmla="*/ 103253 h 118969"/>
                <a:gd name="connsiteX12" fmla="*/ 216674 w 296118"/>
                <a:gd name="connsiteY12" fmla="*/ 102551 h 118969"/>
                <a:gd name="connsiteX13" fmla="*/ 233881 w 296118"/>
                <a:gd name="connsiteY13" fmla="*/ 96536 h 118969"/>
                <a:gd name="connsiteX14" fmla="*/ 234298 w 296118"/>
                <a:gd name="connsiteY14" fmla="*/ 96448 h 118969"/>
                <a:gd name="connsiteX15" fmla="*/ 246449 w 296118"/>
                <a:gd name="connsiteY15" fmla="*/ 96448 h 118969"/>
                <a:gd name="connsiteX16" fmla="*/ 256281 w 296118"/>
                <a:gd name="connsiteY16" fmla="*/ 93068 h 118969"/>
                <a:gd name="connsiteX17" fmla="*/ 257718 w 296118"/>
                <a:gd name="connsiteY17" fmla="*/ 93595 h 118969"/>
                <a:gd name="connsiteX18" fmla="*/ 258878 w 296118"/>
                <a:gd name="connsiteY18" fmla="*/ 95658 h 118969"/>
                <a:gd name="connsiteX19" fmla="*/ 265510 w 296118"/>
                <a:gd name="connsiteY19" fmla="*/ 88942 h 118969"/>
                <a:gd name="connsiteX20" fmla="*/ 266994 w 296118"/>
                <a:gd name="connsiteY20" fmla="*/ 88766 h 118969"/>
                <a:gd name="connsiteX21" fmla="*/ 273672 w 296118"/>
                <a:gd name="connsiteY21" fmla="*/ 92980 h 118969"/>
                <a:gd name="connsiteX22" fmla="*/ 287632 w 296118"/>
                <a:gd name="connsiteY22" fmla="*/ 92980 h 118969"/>
                <a:gd name="connsiteX23" fmla="*/ 288745 w 296118"/>
                <a:gd name="connsiteY23" fmla="*/ 93814 h 118969"/>
                <a:gd name="connsiteX24" fmla="*/ 290182 w 296118"/>
                <a:gd name="connsiteY24" fmla="*/ 98907 h 118969"/>
                <a:gd name="connsiteX25" fmla="*/ 296119 w 296118"/>
                <a:gd name="connsiteY25" fmla="*/ 93639 h 118969"/>
                <a:gd name="connsiteX26" fmla="*/ 296119 w 296118"/>
                <a:gd name="connsiteY26" fmla="*/ 92805 h 118969"/>
                <a:gd name="connsiteX27" fmla="*/ 293104 w 296118"/>
                <a:gd name="connsiteY27" fmla="*/ 90566 h 118969"/>
                <a:gd name="connsiteX28" fmla="*/ 292640 w 296118"/>
                <a:gd name="connsiteY28" fmla="*/ 89688 h 118969"/>
                <a:gd name="connsiteX29" fmla="*/ 292640 w 296118"/>
                <a:gd name="connsiteY29" fmla="*/ 83454 h 118969"/>
                <a:gd name="connsiteX30" fmla="*/ 286843 w 296118"/>
                <a:gd name="connsiteY30" fmla="*/ 83454 h 118969"/>
                <a:gd name="connsiteX31" fmla="*/ 285823 w 296118"/>
                <a:gd name="connsiteY31" fmla="*/ 82927 h 118969"/>
                <a:gd name="connsiteX32" fmla="*/ 285823 w 296118"/>
                <a:gd name="connsiteY32" fmla="*/ 81830 h 118969"/>
                <a:gd name="connsiteX33" fmla="*/ 291435 w 296118"/>
                <a:gd name="connsiteY33" fmla="*/ 72479 h 118969"/>
                <a:gd name="connsiteX34" fmla="*/ 289580 w 296118"/>
                <a:gd name="connsiteY34" fmla="*/ 72479 h 118969"/>
                <a:gd name="connsiteX35" fmla="*/ 288420 w 296118"/>
                <a:gd name="connsiteY35" fmla="*/ 71382 h 118969"/>
                <a:gd name="connsiteX36" fmla="*/ 288420 w 296118"/>
                <a:gd name="connsiteY36" fmla="*/ 62031 h 118969"/>
                <a:gd name="connsiteX37" fmla="*/ 283411 w 296118"/>
                <a:gd name="connsiteY37" fmla="*/ 54612 h 118969"/>
                <a:gd name="connsiteX38" fmla="*/ 283411 w 296118"/>
                <a:gd name="connsiteY38" fmla="*/ 53514 h 118969"/>
                <a:gd name="connsiteX39" fmla="*/ 284432 w 296118"/>
                <a:gd name="connsiteY39" fmla="*/ 52943 h 118969"/>
                <a:gd name="connsiteX40" fmla="*/ 291203 w 296118"/>
                <a:gd name="connsiteY40" fmla="*/ 52943 h 118969"/>
                <a:gd name="connsiteX41" fmla="*/ 291203 w 296118"/>
                <a:gd name="connsiteY41" fmla="*/ 46973 h 118969"/>
                <a:gd name="connsiteX42" fmla="*/ 291666 w 296118"/>
                <a:gd name="connsiteY42" fmla="*/ 46095 h 118969"/>
                <a:gd name="connsiteX43" fmla="*/ 292687 w 296118"/>
                <a:gd name="connsiteY43" fmla="*/ 45919 h 118969"/>
                <a:gd name="connsiteX44" fmla="*/ 294264 w 296118"/>
                <a:gd name="connsiteY44" fmla="*/ 46358 h 118969"/>
                <a:gd name="connsiteX45" fmla="*/ 290878 w 296118"/>
                <a:gd name="connsiteY45" fmla="*/ 41266 h 118969"/>
                <a:gd name="connsiteX46" fmla="*/ 279377 w 296118"/>
                <a:gd name="connsiteY46" fmla="*/ 39203 h 118969"/>
                <a:gd name="connsiteX47" fmla="*/ 278449 w 296118"/>
                <a:gd name="connsiteY47" fmla="*/ 38325 h 118969"/>
                <a:gd name="connsiteX48" fmla="*/ 277104 w 296118"/>
                <a:gd name="connsiteY48" fmla="*/ 32091 h 118969"/>
                <a:gd name="connsiteX49" fmla="*/ 277290 w 296118"/>
                <a:gd name="connsiteY49" fmla="*/ 31257 h 118969"/>
                <a:gd name="connsiteX50" fmla="*/ 279701 w 296118"/>
                <a:gd name="connsiteY50" fmla="*/ 28008 h 118969"/>
                <a:gd name="connsiteX51" fmla="*/ 274461 w 296118"/>
                <a:gd name="connsiteY51" fmla="*/ 21774 h 118969"/>
                <a:gd name="connsiteX52" fmla="*/ 274461 w 296118"/>
                <a:gd name="connsiteY52" fmla="*/ 21774 h 118969"/>
                <a:gd name="connsiteX53" fmla="*/ 274461 w 296118"/>
                <a:gd name="connsiteY53" fmla="*/ 21774 h 118969"/>
                <a:gd name="connsiteX54" fmla="*/ 270982 w 296118"/>
                <a:gd name="connsiteY54" fmla="*/ 17121 h 118969"/>
                <a:gd name="connsiteX55" fmla="*/ 265510 w 296118"/>
                <a:gd name="connsiteY55" fmla="*/ 9087 h 118969"/>
                <a:gd name="connsiteX56" fmla="*/ 248350 w 296118"/>
                <a:gd name="connsiteY56" fmla="*/ 9087 h 118969"/>
                <a:gd name="connsiteX57" fmla="*/ 246031 w 296118"/>
                <a:gd name="connsiteY57" fmla="*/ 8648 h 118969"/>
                <a:gd name="connsiteX58" fmla="*/ 240512 w 296118"/>
                <a:gd name="connsiteY58" fmla="*/ 16199 h 118969"/>
                <a:gd name="connsiteX59" fmla="*/ 224559 w 296118"/>
                <a:gd name="connsiteY59" fmla="*/ 22784 h 118969"/>
                <a:gd name="connsiteX60" fmla="*/ 201370 w 296118"/>
                <a:gd name="connsiteY60" fmla="*/ 22784 h 118969"/>
                <a:gd name="connsiteX61" fmla="*/ 186900 w 296118"/>
                <a:gd name="connsiteY61" fmla="*/ 20589 h 118969"/>
                <a:gd name="connsiteX62" fmla="*/ 181706 w 296118"/>
                <a:gd name="connsiteY62" fmla="*/ 20853 h 118969"/>
                <a:gd name="connsiteX63" fmla="*/ 175306 w 296118"/>
                <a:gd name="connsiteY63" fmla="*/ 17472 h 118969"/>
                <a:gd name="connsiteX64" fmla="*/ 164593 w 296118"/>
                <a:gd name="connsiteY64" fmla="*/ 15892 h 118969"/>
                <a:gd name="connsiteX65" fmla="*/ 157636 w 296118"/>
                <a:gd name="connsiteY65" fmla="*/ 6014 h 118969"/>
                <a:gd name="connsiteX66" fmla="*/ 146923 w 296118"/>
                <a:gd name="connsiteY66" fmla="*/ 7112 h 118969"/>
                <a:gd name="connsiteX67" fmla="*/ 141729 w 296118"/>
                <a:gd name="connsiteY67" fmla="*/ 0 h 118969"/>
                <a:gd name="connsiteX68" fmla="*/ 136767 w 296118"/>
                <a:gd name="connsiteY68" fmla="*/ 2458 h 118969"/>
                <a:gd name="connsiteX69" fmla="*/ 113300 w 296118"/>
                <a:gd name="connsiteY69" fmla="*/ 1932 h 118969"/>
                <a:gd name="connsiteX70" fmla="*/ 85752 w 296118"/>
                <a:gd name="connsiteY70" fmla="*/ 15936 h 118969"/>
                <a:gd name="connsiteX71" fmla="*/ 83711 w 296118"/>
                <a:gd name="connsiteY71" fmla="*/ 19492 h 118969"/>
                <a:gd name="connsiteX72" fmla="*/ 59363 w 296118"/>
                <a:gd name="connsiteY72" fmla="*/ 17516 h 118969"/>
                <a:gd name="connsiteX73" fmla="*/ 46609 w 296118"/>
                <a:gd name="connsiteY73" fmla="*/ 17516 h 118969"/>
                <a:gd name="connsiteX74" fmla="*/ 30377 w 296118"/>
                <a:gd name="connsiteY74" fmla="*/ 4434 h 118969"/>
                <a:gd name="connsiteX75" fmla="*/ 30238 w 296118"/>
                <a:gd name="connsiteY75" fmla="*/ 3468 h 118969"/>
                <a:gd name="connsiteX76" fmla="*/ 25183 w 296118"/>
                <a:gd name="connsiteY76" fmla="*/ 3600 h 118969"/>
                <a:gd name="connsiteX77" fmla="*/ 24533 w 296118"/>
                <a:gd name="connsiteY77" fmla="*/ 3424 h 118969"/>
                <a:gd name="connsiteX78" fmla="*/ 21612 w 296118"/>
                <a:gd name="connsiteY78" fmla="*/ 1668 h 118969"/>
                <a:gd name="connsiteX79" fmla="*/ 11965 w 296118"/>
                <a:gd name="connsiteY79" fmla="*/ 1668 h 118969"/>
                <a:gd name="connsiteX80" fmla="*/ 9322 w 296118"/>
                <a:gd name="connsiteY80" fmla="*/ 3951 h 118969"/>
                <a:gd name="connsiteX81" fmla="*/ 7884 w 296118"/>
                <a:gd name="connsiteY81" fmla="*/ 7200 h 118969"/>
                <a:gd name="connsiteX82" fmla="*/ 10481 w 296118"/>
                <a:gd name="connsiteY82" fmla="*/ 7814 h 118969"/>
                <a:gd name="connsiteX83" fmla="*/ 11362 w 296118"/>
                <a:gd name="connsiteY83" fmla="*/ 8868 h 118969"/>
                <a:gd name="connsiteX84" fmla="*/ 11362 w 296118"/>
                <a:gd name="connsiteY84" fmla="*/ 13960 h 118969"/>
                <a:gd name="connsiteX85" fmla="*/ 10806 w 296118"/>
                <a:gd name="connsiteY85" fmla="*/ 14926 h 118969"/>
                <a:gd name="connsiteX86" fmla="*/ 5472 w 296118"/>
                <a:gd name="connsiteY86" fmla="*/ 17867 h 118969"/>
                <a:gd name="connsiteX87" fmla="*/ 5472 w 296118"/>
                <a:gd name="connsiteY87" fmla="*/ 22740 h 118969"/>
                <a:gd name="connsiteX88" fmla="*/ 5101 w 296118"/>
                <a:gd name="connsiteY88" fmla="*/ 23574 h 118969"/>
                <a:gd name="connsiteX89" fmla="*/ 232 w 296118"/>
                <a:gd name="connsiteY89" fmla="*/ 27745 h 118969"/>
                <a:gd name="connsiteX90" fmla="*/ 1808 w 296118"/>
                <a:gd name="connsiteY90" fmla="*/ 30072 h 118969"/>
                <a:gd name="connsiteX91" fmla="*/ 5472 w 296118"/>
                <a:gd name="connsiteY91" fmla="*/ 30423 h 118969"/>
                <a:gd name="connsiteX92" fmla="*/ 10296 w 296118"/>
                <a:gd name="connsiteY92" fmla="*/ 28579 h 118969"/>
                <a:gd name="connsiteX93" fmla="*/ 12429 w 296118"/>
                <a:gd name="connsiteY93" fmla="*/ 28579 h 118969"/>
                <a:gd name="connsiteX94" fmla="*/ 11640 w 296118"/>
                <a:gd name="connsiteY94" fmla="*/ 30423 h 118969"/>
                <a:gd name="connsiteX95" fmla="*/ 5287 w 296118"/>
                <a:gd name="connsiteY95" fmla="*/ 33891 h 118969"/>
                <a:gd name="connsiteX96" fmla="*/ 2968 w 296118"/>
                <a:gd name="connsiteY96" fmla="*/ 36832 h 118969"/>
                <a:gd name="connsiteX97" fmla="*/ 2968 w 296118"/>
                <a:gd name="connsiteY97" fmla="*/ 39554 h 118969"/>
                <a:gd name="connsiteX98" fmla="*/ 5101 w 296118"/>
                <a:gd name="connsiteY98" fmla="*/ 40081 h 118969"/>
                <a:gd name="connsiteX99" fmla="*/ 2226 w 296118"/>
                <a:gd name="connsiteY99" fmla="*/ 41529 h 118969"/>
                <a:gd name="connsiteX100" fmla="*/ 0 w 296118"/>
                <a:gd name="connsiteY100" fmla="*/ 50661 h 118969"/>
                <a:gd name="connsiteX101" fmla="*/ 4359 w 296118"/>
                <a:gd name="connsiteY101" fmla="*/ 50924 h 118969"/>
                <a:gd name="connsiteX102" fmla="*/ 8719 w 296118"/>
                <a:gd name="connsiteY102" fmla="*/ 50661 h 118969"/>
                <a:gd name="connsiteX103" fmla="*/ 12197 w 296118"/>
                <a:gd name="connsiteY103" fmla="*/ 47939 h 118969"/>
                <a:gd name="connsiteX104" fmla="*/ 15073 w 296118"/>
                <a:gd name="connsiteY104" fmla="*/ 50968 h 118969"/>
                <a:gd name="connsiteX105" fmla="*/ 9878 w 296118"/>
                <a:gd name="connsiteY105" fmla="*/ 54524 h 118969"/>
                <a:gd name="connsiteX106" fmla="*/ 13913 w 296118"/>
                <a:gd name="connsiteY106" fmla="*/ 59748 h 118969"/>
                <a:gd name="connsiteX107" fmla="*/ 14191 w 296118"/>
                <a:gd name="connsiteY107" fmla="*/ 62470 h 118969"/>
                <a:gd name="connsiteX108" fmla="*/ 11873 w 296118"/>
                <a:gd name="connsiteY108" fmla="*/ 65192 h 118969"/>
                <a:gd name="connsiteX109" fmla="*/ 15954 w 296118"/>
                <a:gd name="connsiteY109" fmla="*/ 70108 h 118969"/>
                <a:gd name="connsiteX110" fmla="*/ 17994 w 296118"/>
                <a:gd name="connsiteY110" fmla="*/ 72830 h 118969"/>
                <a:gd name="connsiteX111" fmla="*/ 13078 w 296118"/>
                <a:gd name="connsiteY111" fmla="*/ 73094 h 118969"/>
                <a:gd name="connsiteX112" fmla="*/ 9322 w 296118"/>
                <a:gd name="connsiteY112" fmla="*/ 70372 h 118969"/>
                <a:gd name="connsiteX113" fmla="*/ 6446 w 296118"/>
                <a:gd name="connsiteY113" fmla="*/ 67650 h 118969"/>
                <a:gd name="connsiteX114" fmla="*/ 5890 w 296118"/>
                <a:gd name="connsiteY114" fmla="*/ 69845 h 118969"/>
                <a:gd name="connsiteX115" fmla="*/ 5333 w 296118"/>
                <a:gd name="connsiteY115" fmla="*/ 72567 h 118969"/>
                <a:gd name="connsiteX116" fmla="*/ 3617 w 296118"/>
                <a:gd name="connsiteY116" fmla="*/ 74498 h 118969"/>
                <a:gd name="connsiteX117" fmla="*/ 6214 w 296118"/>
                <a:gd name="connsiteY117" fmla="*/ 76693 h 118969"/>
                <a:gd name="connsiteX118" fmla="*/ 12012 w 296118"/>
                <a:gd name="connsiteY118" fmla="*/ 77528 h 118969"/>
                <a:gd name="connsiteX119" fmla="*/ 17809 w 296118"/>
                <a:gd name="connsiteY119" fmla="*/ 81654 h 118969"/>
                <a:gd name="connsiteX120" fmla="*/ 18365 w 296118"/>
                <a:gd name="connsiteY120" fmla="*/ 84376 h 118969"/>
                <a:gd name="connsiteX121" fmla="*/ 16603 w 296118"/>
                <a:gd name="connsiteY121" fmla="*/ 86571 h 118969"/>
                <a:gd name="connsiteX122" fmla="*/ 18922 w 296118"/>
                <a:gd name="connsiteY122" fmla="*/ 91488 h 118969"/>
                <a:gd name="connsiteX123" fmla="*/ 22122 w 296118"/>
                <a:gd name="connsiteY123" fmla="*/ 91224 h 118969"/>
                <a:gd name="connsiteX124" fmla="*/ 25322 w 296118"/>
                <a:gd name="connsiteY124" fmla="*/ 94517 h 118969"/>
                <a:gd name="connsiteX125" fmla="*/ 21844 w 296118"/>
                <a:gd name="connsiteY125" fmla="*/ 99170 h 118969"/>
                <a:gd name="connsiteX126" fmla="*/ 36916 w 296118"/>
                <a:gd name="connsiteY126" fmla="*/ 98336 h 118969"/>
                <a:gd name="connsiteX127" fmla="*/ 31119 w 296118"/>
                <a:gd name="connsiteY127" fmla="*/ 101629 h 118969"/>
                <a:gd name="connsiteX128" fmla="*/ 23606 w 296118"/>
                <a:gd name="connsiteY128" fmla="*/ 103560 h 118969"/>
                <a:gd name="connsiteX129" fmla="*/ 24487 w 296118"/>
                <a:gd name="connsiteY129" fmla="*/ 106282 h 118969"/>
                <a:gd name="connsiteX130" fmla="*/ 33763 w 296118"/>
                <a:gd name="connsiteY130" fmla="*/ 103824 h 118969"/>
                <a:gd name="connsiteX131" fmla="*/ 40116 w 296118"/>
                <a:gd name="connsiteY131" fmla="*/ 102155 h 118969"/>
                <a:gd name="connsiteX132" fmla="*/ 41554 w 296118"/>
                <a:gd name="connsiteY132" fmla="*/ 104350 h 118969"/>
                <a:gd name="connsiteX133" fmla="*/ 48789 w 296118"/>
                <a:gd name="connsiteY133" fmla="*/ 104350 h 118969"/>
                <a:gd name="connsiteX134" fmla="*/ 48510 w 296118"/>
                <a:gd name="connsiteY134" fmla="*/ 110101 h 118969"/>
                <a:gd name="connsiteX135" fmla="*/ 64186 w 296118"/>
                <a:gd name="connsiteY135" fmla="*/ 112033 h 118969"/>
                <a:gd name="connsiteX136" fmla="*/ 70586 w 296118"/>
                <a:gd name="connsiteY136" fmla="*/ 110672 h 118969"/>
                <a:gd name="connsiteX137" fmla="*/ 73461 w 296118"/>
                <a:gd name="connsiteY137" fmla="*/ 102419 h 118969"/>
                <a:gd name="connsiteX138" fmla="*/ 95769 w 296118"/>
                <a:gd name="connsiteY138" fmla="*/ 106809 h 118969"/>
                <a:gd name="connsiteX139" fmla="*/ 110841 w 296118"/>
                <a:gd name="connsiteY139" fmla="*/ 116950 h 118969"/>
                <a:gd name="connsiteX140" fmla="*/ 124152 w 296118"/>
                <a:gd name="connsiteY140" fmla="*/ 112823 h 118969"/>
                <a:gd name="connsiteX141" fmla="*/ 127352 w 296118"/>
                <a:gd name="connsiteY141" fmla="*/ 111989 h 118969"/>
                <a:gd name="connsiteX142" fmla="*/ 138390 w 296118"/>
                <a:gd name="connsiteY142" fmla="*/ 102112 h 118969"/>
                <a:gd name="connsiteX143" fmla="*/ 152303 w 296118"/>
                <a:gd name="connsiteY143" fmla="*/ 105141 h 118969"/>
                <a:gd name="connsiteX144" fmla="*/ 162459 w 296118"/>
                <a:gd name="connsiteY144" fmla="*/ 101014 h 118969"/>
                <a:gd name="connsiteX145" fmla="*/ 158703 w 296118"/>
                <a:gd name="connsiteY145" fmla="*/ 108433 h 118969"/>
                <a:gd name="connsiteX146" fmla="*/ 155503 w 296118"/>
                <a:gd name="connsiteY146" fmla="*/ 111155 h 118969"/>
                <a:gd name="connsiteX147" fmla="*/ 156291 w 296118"/>
                <a:gd name="connsiteY147" fmla="*/ 116862 h 118969"/>
                <a:gd name="connsiteX148" fmla="*/ 160697 w 296118"/>
                <a:gd name="connsiteY148" fmla="*/ 118969 h 118969"/>
                <a:gd name="connsiteX149" fmla="*/ 162367 w 296118"/>
                <a:gd name="connsiteY149" fmla="*/ 117828 h 118969"/>
                <a:gd name="connsiteX150" fmla="*/ 261336 w 296118"/>
                <a:gd name="connsiteY150" fmla="*/ 65323 h 118969"/>
                <a:gd name="connsiteX151" fmla="*/ 268942 w 296118"/>
                <a:gd name="connsiteY151" fmla="*/ 65323 h 118969"/>
                <a:gd name="connsiteX152" fmla="*/ 271214 w 296118"/>
                <a:gd name="connsiteY152" fmla="*/ 61767 h 118969"/>
                <a:gd name="connsiteX153" fmla="*/ 278449 w 296118"/>
                <a:gd name="connsiteY153" fmla="*/ 61767 h 118969"/>
                <a:gd name="connsiteX154" fmla="*/ 273811 w 296118"/>
                <a:gd name="connsiteY154" fmla="*/ 70284 h 118969"/>
                <a:gd name="connsiteX155" fmla="*/ 267736 w 296118"/>
                <a:gd name="connsiteY155" fmla="*/ 74981 h 118969"/>
                <a:gd name="connsiteX156" fmla="*/ 266298 w 296118"/>
                <a:gd name="connsiteY156" fmla="*/ 70547 h 118969"/>
                <a:gd name="connsiteX157" fmla="*/ 261382 w 296118"/>
                <a:gd name="connsiteY157" fmla="*/ 71074 h 118969"/>
                <a:gd name="connsiteX158" fmla="*/ 261382 w 296118"/>
                <a:gd name="connsiteY158" fmla="*/ 65323 h 118969"/>
                <a:gd name="connsiteX159" fmla="*/ 202205 w 296118"/>
                <a:gd name="connsiteY159" fmla="*/ 59836 h 118969"/>
                <a:gd name="connsiteX160" fmla="*/ 212640 w 296118"/>
                <a:gd name="connsiteY160" fmla="*/ 62294 h 118969"/>
                <a:gd name="connsiteX161" fmla="*/ 212640 w 296118"/>
                <a:gd name="connsiteY161" fmla="*/ 64753 h 118969"/>
                <a:gd name="connsiteX162" fmla="*/ 202205 w 296118"/>
                <a:gd name="connsiteY162" fmla="*/ 63084 h 118969"/>
                <a:gd name="connsiteX163" fmla="*/ 202205 w 296118"/>
                <a:gd name="connsiteY163" fmla="*/ 59792 h 118969"/>
                <a:gd name="connsiteX164" fmla="*/ 203364 w 296118"/>
                <a:gd name="connsiteY164" fmla="*/ 71074 h 118969"/>
                <a:gd name="connsiteX165" fmla="*/ 207724 w 296118"/>
                <a:gd name="connsiteY165" fmla="*/ 72874 h 118969"/>
                <a:gd name="connsiteX166" fmla="*/ 207724 w 296118"/>
                <a:gd name="connsiteY166" fmla="*/ 75772 h 118969"/>
                <a:gd name="connsiteX167" fmla="*/ 202205 w 296118"/>
                <a:gd name="connsiteY167" fmla="*/ 74323 h 118969"/>
                <a:gd name="connsiteX168" fmla="*/ 203364 w 296118"/>
                <a:gd name="connsiteY168" fmla="*/ 71118 h 118969"/>
                <a:gd name="connsiteX169" fmla="*/ 196686 w 296118"/>
                <a:gd name="connsiteY169" fmla="*/ 66948 h 118969"/>
                <a:gd name="connsiteX170" fmla="*/ 198448 w 296118"/>
                <a:gd name="connsiteY170" fmla="*/ 71074 h 118969"/>
                <a:gd name="connsiteX171" fmla="*/ 193671 w 296118"/>
                <a:gd name="connsiteY171" fmla="*/ 71074 h 118969"/>
                <a:gd name="connsiteX172" fmla="*/ 196686 w 296118"/>
                <a:gd name="connsiteY172" fmla="*/ 66948 h 118969"/>
                <a:gd name="connsiteX173" fmla="*/ 196686 w 296118"/>
                <a:gd name="connsiteY173" fmla="*/ 86439 h 118969"/>
                <a:gd name="connsiteX174" fmla="*/ 196686 w 296118"/>
                <a:gd name="connsiteY174" fmla="*/ 85078 h 118969"/>
                <a:gd name="connsiteX175" fmla="*/ 200767 w 296118"/>
                <a:gd name="connsiteY175" fmla="*/ 89732 h 118969"/>
                <a:gd name="connsiteX176" fmla="*/ 198726 w 296118"/>
                <a:gd name="connsiteY176" fmla="*/ 92190 h 118969"/>
                <a:gd name="connsiteX177" fmla="*/ 192651 w 296118"/>
                <a:gd name="connsiteY177" fmla="*/ 88634 h 118969"/>
                <a:gd name="connsiteX178" fmla="*/ 196732 w 296118"/>
                <a:gd name="connsiteY178" fmla="*/ 86439 h 118969"/>
                <a:gd name="connsiteX179" fmla="*/ 45681 w 296118"/>
                <a:gd name="connsiteY179" fmla="*/ 28798 h 118969"/>
                <a:gd name="connsiteX180" fmla="*/ 49160 w 296118"/>
                <a:gd name="connsiteY180" fmla="*/ 33759 h 118969"/>
                <a:gd name="connsiteX181" fmla="*/ 32649 w 296118"/>
                <a:gd name="connsiteY181" fmla="*/ 33759 h 118969"/>
                <a:gd name="connsiteX182" fmla="*/ 27734 w 296118"/>
                <a:gd name="connsiteY182" fmla="*/ 31301 h 118969"/>
                <a:gd name="connsiteX183" fmla="*/ 25925 w 296118"/>
                <a:gd name="connsiteY183" fmla="*/ 35691 h 118969"/>
                <a:gd name="connsiteX184" fmla="*/ 19896 w 296118"/>
                <a:gd name="connsiteY184" fmla="*/ 32135 h 118969"/>
                <a:gd name="connsiteX185" fmla="*/ 6539 w 296118"/>
                <a:gd name="connsiteY185" fmla="*/ 37052 h 118969"/>
                <a:gd name="connsiteX186" fmla="*/ 18273 w 296118"/>
                <a:gd name="connsiteY186" fmla="*/ 29106 h 118969"/>
                <a:gd name="connsiteX187" fmla="*/ 24487 w 296118"/>
                <a:gd name="connsiteY187" fmla="*/ 23662 h 118969"/>
                <a:gd name="connsiteX188" fmla="*/ 30702 w 296118"/>
                <a:gd name="connsiteY188" fmla="*/ 22521 h 118969"/>
                <a:gd name="connsiteX189" fmla="*/ 39003 w 296118"/>
                <a:gd name="connsiteY189" fmla="*/ 22521 h 118969"/>
                <a:gd name="connsiteX190" fmla="*/ 42203 w 296118"/>
                <a:gd name="connsiteY190" fmla="*/ 22784 h 118969"/>
                <a:gd name="connsiteX191" fmla="*/ 48557 w 296118"/>
                <a:gd name="connsiteY191" fmla="*/ 21116 h 118969"/>
                <a:gd name="connsiteX192" fmla="*/ 61311 w 296118"/>
                <a:gd name="connsiteY192" fmla="*/ 26033 h 118969"/>
                <a:gd name="connsiteX193" fmla="*/ 45681 w 296118"/>
                <a:gd name="connsiteY193" fmla="*/ 28754 h 118969"/>
                <a:gd name="connsiteX194" fmla="*/ 78424 w 296118"/>
                <a:gd name="connsiteY194" fmla="*/ 83981 h 118969"/>
                <a:gd name="connsiteX195" fmla="*/ 74946 w 296118"/>
                <a:gd name="connsiteY195" fmla="*/ 80557 h 118969"/>
                <a:gd name="connsiteX196" fmla="*/ 74946 w 296118"/>
                <a:gd name="connsiteY196" fmla="*/ 73445 h 118969"/>
                <a:gd name="connsiteX197" fmla="*/ 78424 w 296118"/>
                <a:gd name="connsiteY197" fmla="*/ 77132 h 118969"/>
                <a:gd name="connsiteX198" fmla="*/ 78424 w 296118"/>
                <a:gd name="connsiteY198" fmla="*/ 83981 h 118969"/>
                <a:gd name="connsiteX199" fmla="*/ 86262 w 296118"/>
                <a:gd name="connsiteY199" fmla="*/ 87537 h 118969"/>
                <a:gd name="connsiteX200" fmla="*/ 83943 w 296118"/>
                <a:gd name="connsiteY200" fmla="*/ 80425 h 118969"/>
                <a:gd name="connsiteX201" fmla="*/ 86262 w 296118"/>
                <a:gd name="connsiteY201" fmla="*/ 80425 h 118969"/>
                <a:gd name="connsiteX202" fmla="*/ 88859 w 296118"/>
                <a:gd name="connsiteY202" fmla="*/ 85078 h 118969"/>
                <a:gd name="connsiteX203" fmla="*/ 86262 w 296118"/>
                <a:gd name="connsiteY203" fmla="*/ 87537 h 118969"/>
                <a:gd name="connsiteX204" fmla="*/ 119282 w 296118"/>
                <a:gd name="connsiteY204" fmla="*/ 66948 h 118969"/>
                <a:gd name="connsiteX205" fmla="*/ 116546 w 296118"/>
                <a:gd name="connsiteY205" fmla="*/ 61723 h 118969"/>
                <a:gd name="connsiteX206" fmla="*/ 119282 w 296118"/>
                <a:gd name="connsiteY206" fmla="*/ 66948 h 118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</a:cxnLst>
              <a:rect l="l" t="t" r="r" b="b"/>
              <a:pathLst>
                <a:path w="296118" h="118969">
                  <a:moveTo>
                    <a:pt x="162088" y="118091"/>
                  </a:moveTo>
                  <a:lnTo>
                    <a:pt x="162088" y="115018"/>
                  </a:lnTo>
                  <a:cubicBezTo>
                    <a:pt x="162088" y="114535"/>
                    <a:pt x="162413" y="114140"/>
                    <a:pt x="162877" y="113965"/>
                  </a:cubicBezTo>
                  <a:lnTo>
                    <a:pt x="167885" y="112384"/>
                  </a:lnTo>
                  <a:lnTo>
                    <a:pt x="167885" y="103297"/>
                  </a:lnTo>
                  <a:cubicBezTo>
                    <a:pt x="167885" y="102946"/>
                    <a:pt x="168071" y="102638"/>
                    <a:pt x="168349" y="102419"/>
                  </a:cubicBezTo>
                  <a:cubicBezTo>
                    <a:pt x="168628" y="102199"/>
                    <a:pt x="169045" y="102155"/>
                    <a:pt x="169370" y="102243"/>
                  </a:cubicBezTo>
                  <a:lnTo>
                    <a:pt x="174378" y="103692"/>
                  </a:lnTo>
                  <a:lnTo>
                    <a:pt x="180825" y="104702"/>
                  </a:lnTo>
                  <a:lnTo>
                    <a:pt x="190518" y="100004"/>
                  </a:lnTo>
                  <a:cubicBezTo>
                    <a:pt x="190796" y="99873"/>
                    <a:pt x="191074" y="99873"/>
                    <a:pt x="191352" y="99917"/>
                  </a:cubicBezTo>
                  <a:lnTo>
                    <a:pt x="203132" y="103253"/>
                  </a:lnTo>
                  <a:lnTo>
                    <a:pt x="216674" y="102551"/>
                  </a:lnTo>
                  <a:lnTo>
                    <a:pt x="233881" y="96536"/>
                  </a:lnTo>
                  <a:cubicBezTo>
                    <a:pt x="233881" y="96536"/>
                    <a:pt x="234159" y="96448"/>
                    <a:pt x="234298" y="96448"/>
                  </a:cubicBezTo>
                  <a:lnTo>
                    <a:pt x="246449" y="96448"/>
                  </a:lnTo>
                  <a:lnTo>
                    <a:pt x="256281" y="93068"/>
                  </a:lnTo>
                  <a:cubicBezTo>
                    <a:pt x="256837" y="92893"/>
                    <a:pt x="257440" y="93068"/>
                    <a:pt x="257718" y="93595"/>
                  </a:cubicBezTo>
                  <a:lnTo>
                    <a:pt x="258878" y="95658"/>
                  </a:lnTo>
                  <a:lnTo>
                    <a:pt x="265510" y="88942"/>
                  </a:lnTo>
                  <a:cubicBezTo>
                    <a:pt x="265881" y="88547"/>
                    <a:pt x="266530" y="88459"/>
                    <a:pt x="266994" y="88766"/>
                  </a:cubicBezTo>
                  <a:lnTo>
                    <a:pt x="273672" y="92980"/>
                  </a:lnTo>
                  <a:lnTo>
                    <a:pt x="287632" y="92980"/>
                  </a:lnTo>
                  <a:cubicBezTo>
                    <a:pt x="288142" y="92980"/>
                    <a:pt x="288606" y="93332"/>
                    <a:pt x="288745" y="93814"/>
                  </a:cubicBezTo>
                  <a:lnTo>
                    <a:pt x="290182" y="98907"/>
                  </a:lnTo>
                  <a:lnTo>
                    <a:pt x="296119" y="93639"/>
                  </a:lnTo>
                  <a:lnTo>
                    <a:pt x="296119" y="92805"/>
                  </a:lnTo>
                  <a:lnTo>
                    <a:pt x="293104" y="90566"/>
                  </a:lnTo>
                  <a:cubicBezTo>
                    <a:pt x="292826" y="90346"/>
                    <a:pt x="292640" y="90039"/>
                    <a:pt x="292640" y="89688"/>
                  </a:cubicBezTo>
                  <a:lnTo>
                    <a:pt x="292640" y="83454"/>
                  </a:lnTo>
                  <a:lnTo>
                    <a:pt x="286843" y="83454"/>
                  </a:lnTo>
                  <a:cubicBezTo>
                    <a:pt x="286426" y="83454"/>
                    <a:pt x="286055" y="83235"/>
                    <a:pt x="285823" y="82927"/>
                  </a:cubicBezTo>
                  <a:cubicBezTo>
                    <a:pt x="285637" y="82576"/>
                    <a:pt x="285591" y="82181"/>
                    <a:pt x="285823" y="81830"/>
                  </a:cubicBezTo>
                  <a:lnTo>
                    <a:pt x="291435" y="72479"/>
                  </a:lnTo>
                  <a:lnTo>
                    <a:pt x="289580" y="72479"/>
                  </a:lnTo>
                  <a:cubicBezTo>
                    <a:pt x="288930" y="72479"/>
                    <a:pt x="288420" y="71996"/>
                    <a:pt x="288420" y="71382"/>
                  </a:cubicBezTo>
                  <a:lnTo>
                    <a:pt x="288420" y="62031"/>
                  </a:lnTo>
                  <a:lnTo>
                    <a:pt x="283411" y="54612"/>
                  </a:lnTo>
                  <a:cubicBezTo>
                    <a:pt x="283180" y="54261"/>
                    <a:pt x="283180" y="53865"/>
                    <a:pt x="283411" y="53514"/>
                  </a:cubicBezTo>
                  <a:cubicBezTo>
                    <a:pt x="283597" y="53163"/>
                    <a:pt x="284014" y="52943"/>
                    <a:pt x="284432" y="52943"/>
                  </a:cubicBezTo>
                  <a:lnTo>
                    <a:pt x="291203" y="52943"/>
                  </a:lnTo>
                  <a:lnTo>
                    <a:pt x="291203" y="46973"/>
                  </a:lnTo>
                  <a:cubicBezTo>
                    <a:pt x="291203" y="46622"/>
                    <a:pt x="291388" y="46315"/>
                    <a:pt x="291666" y="46095"/>
                  </a:cubicBezTo>
                  <a:cubicBezTo>
                    <a:pt x="291945" y="45876"/>
                    <a:pt x="292362" y="45832"/>
                    <a:pt x="292687" y="45919"/>
                  </a:cubicBezTo>
                  <a:lnTo>
                    <a:pt x="294264" y="46358"/>
                  </a:lnTo>
                  <a:lnTo>
                    <a:pt x="290878" y="41266"/>
                  </a:lnTo>
                  <a:lnTo>
                    <a:pt x="279377" y="39203"/>
                  </a:lnTo>
                  <a:cubicBezTo>
                    <a:pt x="278913" y="39115"/>
                    <a:pt x="278542" y="38764"/>
                    <a:pt x="278449" y="38325"/>
                  </a:cubicBezTo>
                  <a:lnTo>
                    <a:pt x="277104" y="32091"/>
                  </a:lnTo>
                  <a:cubicBezTo>
                    <a:pt x="277058" y="31784"/>
                    <a:pt x="277104" y="31476"/>
                    <a:pt x="277290" y="31257"/>
                  </a:cubicBezTo>
                  <a:lnTo>
                    <a:pt x="279701" y="28008"/>
                  </a:lnTo>
                  <a:lnTo>
                    <a:pt x="274461" y="21774"/>
                  </a:lnTo>
                  <a:cubicBezTo>
                    <a:pt x="274461" y="21774"/>
                    <a:pt x="274461" y="21774"/>
                    <a:pt x="274461" y="21774"/>
                  </a:cubicBezTo>
                  <a:cubicBezTo>
                    <a:pt x="274461" y="21774"/>
                    <a:pt x="274461" y="21774"/>
                    <a:pt x="274461" y="21774"/>
                  </a:cubicBezTo>
                  <a:lnTo>
                    <a:pt x="270982" y="17121"/>
                  </a:lnTo>
                  <a:lnTo>
                    <a:pt x="265510" y="9087"/>
                  </a:lnTo>
                  <a:lnTo>
                    <a:pt x="248350" y="9087"/>
                  </a:lnTo>
                  <a:lnTo>
                    <a:pt x="246031" y="8648"/>
                  </a:lnTo>
                  <a:cubicBezTo>
                    <a:pt x="245057" y="11897"/>
                    <a:pt x="243620" y="14882"/>
                    <a:pt x="240512" y="16199"/>
                  </a:cubicBezTo>
                  <a:cubicBezTo>
                    <a:pt x="234715" y="18658"/>
                    <a:pt x="224559" y="22784"/>
                    <a:pt x="224559" y="22784"/>
                  </a:cubicBezTo>
                  <a:cubicBezTo>
                    <a:pt x="224559" y="22784"/>
                    <a:pt x="206889" y="16726"/>
                    <a:pt x="201370" y="22784"/>
                  </a:cubicBezTo>
                  <a:cubicBezTo>
                    <a:pt x="201370" y="22784"/>
                    <a:pt x="190332" y="24716"/>
                    <a:pt x="186900" y="20589"/>
                  </a:cubicBezTo>
                  <a:cubicBezTo>
                    <a:pt x="183468" y="16463"/>
                    <a:pt x="181706" y="20853"/>
                    <a:pt x="181706" y="20853"/>
                  </a:cubicBezTo>
                  <a:cubicBezTo>
                    <a:pt x="181706" y="20853"/>
                    <a:pt x="177950" y="16067"/>
                    <a:pt x="175306" y="17472"/>
                  </a:cubicBezTo>
                  <a:cubicBezTo>
                    <a:pt x="175306" y="17472"/>
                    <a:pt x="170390" y="12336"/>
                    <a:pt x="164593" y="15892"/>
                  </a:cubicBezTo>
                  <a:cubicBezTo>
                    <a:pt x="164593" y="15892"/>
                    <a:pt x="160836" y="6014"/>
                    <a:pt x="157636" y="6014"/>
                  </a:cubicBezTo>
                  <a:cubicBezTo>
                    <a:pt x="154436" y="6014"/>
                    <a:pt x="150680" y="9878"/>
                    <a:pt x="146923" y="7112"/>
                  </a:cubicBezTo>
                  <a:cubicBezTo>
                    <a:pt x="143167" y="4390"/>
                    <a:pt x="143723" y="0"/>
                    <a:pt x="141729" y="0"/>
                  </a:cubicBezTo>
                  <a:cubicBezTo>
                    <a:pt x="139734" y="0"/>
                    <a:pt x="136767" y="2458"/>
                    <a:pt x="136767" y="2458"/>
                  </a:cubicBezTo>
                  <a:cubicBezTo>
                    <a:pt x="136767" y="2458"/>
                    <a:pt x="116778" y="790"/>
                    <a:pt x="113300" y="1932"/>
                  </a:cubicBezTo>
                  <a:cubicBezTo>
                    <a:pt x="109821" y="3073"/>
                    <a:pt x="85752" y="15936"/>
                    <a:pt x="85752" y="15936"/>
                  </a:cubicBezTo>
                  <a:lnTo>
                    <a:pt x="83711" y="19492"/>
                  </a:lnTo>
                  <a:lnTo>
                    <a:pt x="59363" y="17516"/>
                  </a:lnTo>
                  <a:lnTo>
                    <a:pt x="46609" y="17516"/>
                  </a:lnTo>
                  <a:cubicBezTo>
                    <a:pt x="46609" y="17516"/>
                    <a:pt x="30934" y="10185"/>
                    <a:pt x="30377" y="4434"/>
                  </a:cubicBezTo>
                  <a:cubicBezTo>
                    <a:pt x="30377" y="4083"/>
                    <a:pt x="30284" y="3819"/>
                    <a:pt x="30238" y="3468"/>
                  </a:cubicBezTo>
                  <a:lnTo>
                    <a:pt x="25183" y="3600"/>
                  </a:lnTo>
                  <a:cubicBezTo>
                    <a:pt x="24951" y="3600"/>
                    <a:pt x="24719" y="3556"/>
                    <a:pt x="24533" y="3424"/>
                  </a:cubicBezTo>
                  <a:lnTo>
                    <a:pt x="21612" y="1668"/>
                  </a:lnTo>
                  <a:lnTo>
                    <a:pt x="11965" y="1668"/>
                  </a:lnTo>
                  <a:lnTo>
                    <a:pt x="9322" y="3951"/>
                  </a:lnTo>
                  <a:lnTo>
                    <a:pt x="7884" y="7200"/>
                  </a:lnTo>
                  <a:lnTo>
                    <a:pt x="10481" y="7814"/>
                  </a:lnTo>
                  <a:cubicBezTo>
                    <a:pt x="10991" y="7946"/>
                    <a:pt x="11362" y="8385"/>
                    <a:pt x="11362" y="8868"/>
                  </a:cubicBezTo>
                  <a:lnTo>
                    <a:pt x="11362" y="13960"/>
                  </a:lnTo>
                  <a:cubicBezTo>
                    <a:pt x="11362" y="14355"/>
                    <a:pt x="11130" y="14707"/>
                    <a:pt x="10806" y="14926"/>
                  </a:cubicBezTo>
                  <a:lnTo>
                    <a:pt x="5472" y="17867"/>
                  </a:lnTo>
                  <a:lnTo>
                    <a:pt x="5472" y="22740"/>
                  </a:lnTo>
                  <a:cubicBezTo>
                    <a:pt x="5472" y="23048"/>
                    <a:pt x="5333" y="23355"/>
                    <a:pt x="5101" y="23574"/>
                  </a:cubicBezTo>
                  <a:lnTo>
                    <a:pt x="232" y="27745"/>
                  </a:lnTo>
                  <a:lnTo>
                    <a:pt x="1808" y="30072"/>
                  </a:lnTo>
                  <a:lnTo>
                    <a:pt x="5472" y="30423"/>
                  </a:lnTo>
                  <a:lnTo>
                    <a:pt x="10296" y="28579"/>
                  </a:lnTo>
                  <a:lnTo>
                    <a:pt x="12429" y="28579"/>
                  </a:lnTo>
                  <a:lnTo>
                    <a:pt x="11640" y="30423"/>
                  </a:lnTo>
                  <a:lnTo>
                    <a:pt x="5287" y="33891"/>
                  </a:lnTo>
                  <a:lnTo>
                    <a:pt x="2968" y="36832"/>
                  </a:lnTo>
                  <a:lnTo>
                    <a:pt x="2968" y="39554"/>
                  </a:lnTo>
                  <a:lnTo>
                    <a:pt x="5101" y="40081"/>
                  </a:lnTo>
                  <a:lnTo>
                    <a:pt x="2226" y="41529"/>
                  </a:lnTo>
                  <a:lnTo>
                    <a:pt x="0" y="50661"/>
                  </a:lnTo>
                  <a:lnTo>
                    <a:pt x="4359" y="50924"/>
                  </a:lnTo>
                  <a:lnTo>
                    <a:pt x="8719" y="50661"/>
                  </a:lnTo>
                  <a:cubicBezTo>
                    <a:pt x="8719" y="50661"/>
                    <a:pt x="11316" y="47632"/>
                    <a:pt x="12197" y="47939"/>
                  </a:cubicBezTo>
                  <a:cubicBezTo>
                    <a:pt x="13078" y="48202"/>
                    <a:pt x="15073" y="50968"/>
                    <a:pt x="15073" y="50968"/>
                  </a:cubicBezTo>
                  <a:lnTo>
                    <a:pt x="9878" y="54524"/>
                  </a:lnTo>
                  <a:lnTo>
                    <a:pt x="13913" y="59748"/>
                  </a:lnTo>
                  <a:lnTo>
                    <a:pt x="14191" y="62470"/>
                  </a:lnTo>
                  <a:lnTo>
                    <a:pt x="11873" y="65192"/>
                  </a:lnTo>
                  <a:lnTo>
                    <a:pt x="15954" y="70108"/>
                  </a:lnTo>
                  <a:lnTo>
                    <a:pt x="17994" y="72830"/>
                  </a:lnTo>
                  <a:lnTo>
                    <a:pt x="13078" y="73094"/>
                  </a:lnTo>
                  <a:lnTo>
                    <a:pt x="9322" y="70372"/>
                  </a:lnTo>
                  <a:lnTo>
                    <a:pt x="6446" y="67650"/>
                  </a:lnTo>
                  <a:lnTo>
                    <a:pt x="5890" y="69845"/>
                  </a:lnTo>
                  <a:lnTo>
                    <a:pt x="5333" y="72567"/>
                  </a:lnTo>
                  <a:lnTo>
                    <a:pt x="3617" y="74498"/>
                  </a:lnTo>
                  <a:lnTo>
                    <a:pt x="6214" y="76693"/>
                  </a:lnTo>
                  <a:lnTo>
                    <a:pt x="12012" y="77528"/>
                  </a:lnTo>
                  <a:lnTo>
                    <a:pt x="17809" y="81654"/>
                  </a:lnTo>
                  <a:lnTo>
                    <a:pt x="18365" y="84376"/>
                  </a:lnTo>
                  <a:lnTo>
                    <a:pt x="16603" y="86571"/>
                  </a:lnTo>
                  <a:lnTo>
                    <a:pt x="18922" y="91488"/>
                  </a:lnTo>
                  <a:lnTo>
                    <a:pt x="22122" y="91224"/>
                  </a:lnTo>
                  <a:lnTo>
                    <a:pt x="25322" y="94517"/>
                  </a:lnTo>
                  <a:lnTo>
                    <a:pt x="21844" y="99170"/>
                  </a:lnTo>
                  <a:lnTo>
                    <a:pt x="36916" y="98336"/>
                  </a:lnTo>
                  <a:lnTo>
                    <a:pt x="31119" y="101629"/>
                  </a:lnTo>
                  <a:lnTo>
                    <a:pt x="23606" y="103560"/>
                  </a:lnTo>
                  <a:cubicBezTo>
                    <a:pt x="23606" y="103560"/>
                    <a:pt x="23606" y="106282"/>
                    <a:pt x="24487" y="106282"/>
                  </a:cubicBezTo>
                  <a:cubicBezTo>
                    <a:pt x="25368" y="106282"/>
                    <a:pt x="33763" y="103824"/>
                    <a:pt x="33763" y="103824"/>
                  </a:cubicBezTo>
                  <a:lnTo>
                    <a:pt x="40116" y="102155"/>
                  </a:lnTo>
                  <a:lnTo>
                    <a:pt x="41554" y="104350"/>
                  </a:lnTo>
                  <a:lnTo>
                    <a:pt x="48789" y="104350"/>
                  </a:lnTo>
                  <a:cubicBezTo>
                    <a:pt x="48789" y="104350"/>
                    <a:pt x="48510" y="109267"/>
                    <a:pt x="48510" y="110101"/>
                  </a:cubicBezTo>
                  <a:cubicBezTo>
                    <a:pt x="48510" y="110935"/>
                    <a:pt x="56348" y="118047"/>
                    <a:pt x="64186" y="112033"/>
                  </a:cubicBezTo>
                  <a:lnTo>
                    <a:pt x="70586" y="110672"/>
                  </a:lnTo>
                  <a:cubicBezTo>
                    <a:pt x="70586" y="110672"/>
                    <a:pt x="72905" y="105448"/>
                    <a:pt x="73461" y="102419"/>
                  </a:cubicBezTo>
                  <a:cubicBezTo>
                    <a:pt x="74018" y="99390"/>
                    <a:pt x="93775" y="104350"/>
                    <a:pt x="95769" y="106809"/>
                  </a:cubicBezTo>
                  <a:cubicBezTo>
                    <a:pt x="97809" y="109267"/>
                    <a:pt x="100963" y="119452"/>
                    <a:pt x="110841" y="116950"/>
                  </a:cubicBezTo>
                  <a:cubicBezTo>
                    <a:pt x="120720" y="114448"/>
                    <a:pt x="124152" y="112823"/>
                    <a:pt x="124152" y="112823"/>
                  </a:cubicBezTo>
                  <a:lnTo>
                    <a:pt x="127352" y="111989"/>
                  </a:lnTo>
                  <a:cubicBezTo>
                    <a:pt x="127352" y="111989"/>
                    <a:pt x="131711" y="99082"/>
                    <a:pt x="138390" y="102112"/>
                  </a:cubicBezTo>
                  <a:cubicBezTo>
                    <a:pt x="145068" y="105141"/>
                    <a:pt x="149103" y="108697"/>
                    <a:pt x="152303" y="105141"/>
                  </a:cubicBezTo>
                  <a:cubicBezTo>
                    <a:pt x="155503" y="101585"/>
                    <a:pt x="161578" y="97195"/>
                    <a:pt x="162459" y="101014"/>
                  </a:cubicBezTo>
                  <a:cubicBezTo>
                    <a:pt x="163341" y="104877"/>
                    <a:pt x="158703" y="108433"/>
                    <a:pt x="158703" y="108433"/>
                  </a:cubicBezTo>
                  <a:lnTo>
                    <a:pt x="155503" y="111155"/>
                  </a:lnTo>
                  <a:lnTo>
                    <a:pt x="156291" y="116862"/>
                  </a:lnTo>
                  <a:lnTo>
                    <a:pt x="160697" y="118969"/>
                  </a:lnTo>
                  <a:lnTo>
                    <a:pt x="162367" y="117828"/>
                  </a:lnTo>
                  <a:close/>
                  <a:moveTo>
                    <a:pt x="261336" y="65323"/>
                  </a:moveTo>
                  <a:cubicBezTo>
                    <a:pt x="265695" y="62294"/>
                    <a:pt x="268942" y="65323"/>
                    <a:pt x="268942" y="65323"/>
                  </a:cubicBezTo>
                  <a:lnTo>
                    <a:pt x="271214" y="61767"/>
                  </a:lnTo>
                  <a:cubicBezTo>
                    <a:pt x="271214" y="61767"/>
                    <a:pt x="273811" y="60143"/>
                    <a:pt x="278449" y="61767"/>
                  </a:cubicBezTo>
                  <a:cubicBezTo>
                    <a:pt x="278449" y="61767"/>
                    <a:pt x="267736" y="64797"/>
                    <a:pt x="273811" y="70284"/>
                  </a:cubicBezTo>
                  <a:lnTo>
                    <a:pt x="267736" y="74981"/>
                  </a:lnTo>
                  <a:lnTo>
                    <a:pt x="266298" y="70547"/>
                  </a:lnTo>
                  <a:lnTo>
                    <a:pt x="261382" y="71074"/>
                  </a:lnTo>
                  <a:cubicBezTo>
                    <a:pt x="261382" y="71074"/>
                    <a:pt x="257023" y="68352"/>
                    <a:pt x="261382" y="65323"/>
                  </a:cubicBezTo>
                  <a:close/>
                  <a:moveTo>
                    <a:pt x="202205" y="59836"/>
                  </a:moveTo>
                  <a:lnTo>
                    <a:pt x="212640" y="62294"/>
                  </a:lnTo>
                  <a:lnTo>
                    <a:pt x="212640" y="64753"/>
                  </a:lnTo>
                  <a:lnTo>
                    <a:pt x="202205" y="63084"/>
                  </a:lnTo>
                  <a:lnTo>
                    <a:pt x="202205" y="59792"/>
                  </a:lnTo>
                  <a:close/>
                  <a:moveTo>
                    <a:pt x="203364" y="71074"/>
                  </a:moveTo>
                  <a:lnTo>
                    <a:pt x="207724" y="72874"/>
                  </a:lnTo>
                  <a:lnTo>
                    <a:pt x="207724" y="75772"/>
                  </a:lnTo>
                  <a:lnTo>
                    <a:pt x="202205" y="74323"/>
                  </a:lnTo>
                  <a:lnTo>
                    <a:pt x="203364" y="71118"/>
                  </a:lnTo>
                  <a:close/>
                  <a:moveTo>
                    <a:pt x="196686" y="66948"/>
                  </a:moveTo>
                  <a:lnTo>
                    <a:pt x="198448" y="71074"/>
                  </a:lnTo>
                  <a:lnTo>
                    <a:pt x="193671" y="71074"/>
                  </a:lnTo>
                  <a:lnTo>
                    <a:pt x="196686" y="66948"/>
                  </a:lnTo>
                  <a:close/>
                  <a:moveTo>
                    <a:pt x="196686" y="86439"/>
                  </a:moveTo>
                  <a:lnTo>
                    <a:pt x="196686" y="85078"/>
                  </a:lnTo>
                  <a:lnTo>
                    <a:pt x="200767" y="89732"/>
                  </a:lnTo>
                  <a:lnTo>
                    <a:pt x="198726" y="92190"/>
                  </a:lnTo>
                  <a:lnTo>
                    <a:pt x="192651" y="88634"/>
                  </a:lnTo>
                  <a:lnTo>
                    <a:pt x="196732" y="86439"/>
                  </a:lnTo>
                  <a:close/>
                  <a:moveTo>
                    <a:pt x="45681" y="28798"/>
                  </a:moveTo>
                  <a:cubicBezTo>
                    <a:pt x="42481" y="32091"/>
                    <a:pt x="49160" y="33759"/>
                    <a:pt x="49160" y="33759"/>
                  </a:cubicBezTo>
                  <a:lnTo>
                    <a:pt x="32649" y="33759"/>
                  </a:lnTo>
                  <a:lnTo>
                    <a:pt x="27734" y="31301"/>
                  </a:lnTo>
                  <a:cubicBezTo>
                    <a:pt x="27734" y="31301"/>
                    <a:pt x="30934" y="35427"/>
                    <a:pt x="25925" y="35691"/>
                  </a:cubicBezTo>
                  <a:cubicBezTo>
                    <a:pt x="20916" y="35954"/>
                    <a:pt x="19896" y="32135"/>
                    <a:pt x="19896" y="32135"/>
                  </a:cubicBezTo>
                  <a:cubicBezTo>
                    <a:pt x="12661" y="32969"/>
                    <a:pt x="6539" y="37052"/>
                    <a:pt x="6539" y="37052"/>
                  </a:cubicBezTo>
                  <a:cubicBezTo>
                    <a:pt x="8070" y="33935"/>
                    <a:pt x="15536" y="31037"/>
                    <a:pt x="18273" y="29106"/>
                  </a:cubicBezTo>
                  <a:cubicBezTo>
                    <a:pt x="21009" y="27174"/>
                    <a:pt x="24487" y="23662"/>
                    <a:pt x="24487" y="23662"/>
                  </a:cubicBezTo>
                  <a:lnTo>
                    <a:pt x="30702" y="22521"/>
                  </a:lnTo>
                  <a:cubicBezTo>
                    <a:pt x="35757" y="18131"/>
                    <a:pt x="39003" y="22521"/>
                    <a:pt x="39003" y="22521"/>
                  </a:cubicBezTo>
                  <a:lnTo>
                    <a:pt x="42203" y="22784"/>
                  </a:lnTo>
                  <a:cubicBezTo>
                    <a:pt x="43641" y="19755"/>
                    <a:pt x="48557" y="21116"/>
                    <a:pt x="48557" y="21116"/>
                  </a:cubicBezTo>
                  <a:cubicBezTo>
                    <a:pt x="54911" y="29369"/>
                    <a:pt x="61311" y="26033"/>
                    <a:pt x="61311" y="26033"/>
                  </a:cubicBezTo>
                  <a:cubicBezTo>
                    <a:pt x="60151" y="31520"/>
                    <a:pt x="45681" y="28754"/>
                    <a:pt x="45681" y="28754"/>
                  </a:cubicBezTo>
                  <a:close/>
                  <a:moveTo>
                    <a:pt x="78424" y="83981"/>
                  </a:moveTo>
                  <a:lnTo>
                    <a:pt x="74946" y="80557"/>
                  </a:lnTo>
                  <a:lnTo>
                    <a:pt x="74946" y="73445"/>
                  </a:lnTo>
                  <a:lnTo>
                    <a:pt x="78424" y="77132"/>
                  </a:lnTo>
                  <a:lnTo>
                    <a:pt x="78424" y="83981"/>
                  </a:lnTo>
                  <a:close/>
                  <a:moveTo>
                    <a:pt x="86262" y="87537"/>
                  </a:moveTo>
                  <a:lnTo>
                    <a:pt x="83943" y="80425"/>
                  </a:lnTo>
                  <a:lnTo>
                    <a:pt x="86262" y="80425"/>
                  </a:lnTo>
                  <a:lnTo>
                    <a:pt x="88859" y="85078"/>
                  </a:lnTo>
                  <a:lnTo>
                    <a:pt x="86262" y="87537"/>
                  </a:lnTo>
                  <a:close/>
                  <a:moveTo>
                    <a:pt x="119282" y="66948"/>
                  </a:moveTo>
                  <a:cubicBezTo>
                    <a:pt x="116407" y="69143"/>
                    <a:pt x="109450" y="69143"/>
                    <a:pt x="116546" y="61723"/>
                  </a:cubicBezTo>
                  <a:cubicBezTo>
                    <a:pt x="116546" y="61723"/>
                    <a:pt x="122204" y="64753"/>
                    <a:pt x="119282" y="669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                                                         </a:t>
              </a:r>
            </a:p>
          </p:txBody>
        </p:sp>
        <p:sp>
          <p:nvSpPr>
            <p:cNvPr id="2108" name="Freeform: Shape 2107">
              <a:extLst>
                <a:ext uri="{FF2B5EF4-FFF2-40B4-BE49-F238E27FC236}">
                  <a16:creationId xmlns:a16="http://schemas.microsoft.com/office/drawing/2014/main" id="{1F1FE08D-AAC9-ACDC-4AB4-66F7917F1DDF}"/>
                </a:ext>
              </a:extLst>
            </p:cNvPr>
            <p:cNvSpPr>
              <a:spLocks/>
            </p:cNvSpPr>
            <p:nvPr/>
          </p:nvSpPr>
          <p:spPr>
            <a:xfrm>
              <a:off x="5846293" y="2884284"/>
              <a:ext cx="278004" cy="310676"/>
            </a:xfrm>
            <a:custGeom>
              <a:avLst/>
              <a:gdLst>
                <a:gd name="connsiteX0" fmla="*/ 172477 w 186251"/>
                <a:gd name="connsiteY0" fmla="*/ 87229 h 208140"/>
                <a:gd name="connsiteX1" fmla="*/ 171503 w 186251"/>
                <a:gd name="connsiteY1" fmla="*/ 87010 h 208140"/>
                <a:gd name="connsiteX2" fmla="*/ 171086 w 186251"/>
                <a:gd name="connsiteY2" fmla="*/ 86176 h 208140"/>
                <a:gd name="connsiteX3" fmla="*/ 171086 w 186251"/>
                <a:gd name="connsiteY3" fmla="*/ 82269 h 208140"/>
                <a:gd name="connsiteX4" fmla="*/ 166263 w 186251"/>
                <a:gd name="connsiteY4" fmla="*/ 78186 h 208140"/>
                <a:gd name="connsiteX5" fmla="*/ 165892 w 186251"/>
                <a:gd name="connsiteY5" fmla="*/ 77615 h 208140"/>
                <a:gd name="connsiteX6" fmla="*/ 164547 w 186251"/>
                <a:gd name="connsiteY6" fmla="*/ 71689 h 208140"/>
                <a:gd name="connsiteX7" fmla="*/ 147480 w 186251"/>
                <a:gd name="connsiteY7" fmla="*/ 59046 h 208140"/>
                <a:gd name="connsiteX8" fmla="*/ 147016 w 186251"/>
                <a:gd name="connsiteY8" fmla="*/ 58168 h 208140"/>
                <a:gd name="connsiteX9" fmla="*/ 147016 w 186251"/>
                <a:gd name="connsiteY9" fmla="*/ 50309 h 208140"/>
                <a:gd name="connsiteX10" fmla="*/ 141822 w 186251"/>
                <a:gd name="connsiteY10" fmla="*/ 47588 h 208140"/>
                <a:gd name="connsiteX11" fmla="*/ 141219 w 186251"/>
                <a:gd name="connsiteY11" fmla="*/ 46710 h 208140"/>
                <a:gd name="connsiteX12" fmla="*/ 140662 w 186251"/>
                <a:gd name="connsiteY12" fmla="*/ 38149 h 208140"/>
                <a:gd name="connsiteX13" fmla="*/ 136674 w 186251"/>
                <a:gd name="connsiteY13" fmla="*/ 31081 h 208140"/>
                <a:gd name="connsiteX14" fmla="*/ 132175 w 186251"/>
                <a:gd name="connsiteY14" fmla="*/ 29896 h 208140"/>
                <a:gd name="connsiteX15" fmla="*/ 124198 w 186251"/>
                <a:gd name="connsiteY15" fmla="*/ 31213 h 208140"/>
                <a:gd name="connsiteX16" fmla="*/ 116778 w 186251"/>
                <a:gd name="connsiteY16" fmla="*/ 34462 h 208140"/>
                <a:gd name="connsiteX17" fmla="*/ 116314 w 186251"/>
                <a:gd name="connsiteY17" fmla="*/ 34549 h 208140"/>
                <a:gd name="connsiteX18" fmla="*/ 115294 w 186251"/>
                <a:gd name="connsiteY18" fmla="*/ 34023 h 208140"/>
                <a:gd name="connsiteX19" fmla="*/ 112418 w 186251"/>
                <a:gd name="connsiteY19" fmla="*/ 29369 h 208140"/>
                <a:gd name="connsiteX20" fmla="*/ 108755 w 186251"/>
                <a:gd name="connsiteY20" fmla="*/ 24804 h 208140"/>
                <a:gd name="connsiteX21" fmla="*/ 105091 w 186251"/>
                <a:gd name="connsiteY21" fmla="*/ 21335 h 208140"/>
                <a:gd name="connsiteX22" fmla="*/ 104905 w 186251"/>
                <a:gd name="connsiteY22" fmla="*/ 19974 h 208140"/>
                <a:gd name="connsiteX23" fmla="*/ 106761 w 186251"/>
                <a:gd name="connsiteY23" fmla="*/ 17121 h 208140"/>
                <a:gd name="connsiteX24" fmla="*/ 104998 w 186251"/>
                <a:gd name="connsiteY24" fmla="*/ 15277 h 208140"/>
                <a:gd name="connsiteX25" fmla="*/ 104998 w 186251"/>
                <a:gd name="connsiteY25" fmla="*/ 13785 h 208140"/>
                <a:gd name="connsiteX26" fmla="*/ 107549 w 186251"/>
                <a:gd name="connsiteY26" fmla="*/ 11370 h 208140"/>
                <a:gd name="connsiteX27" fmla="*/ 99619 w 186251"/>
                <a:gd name="connsiteY27" fmla="*/ 8297 h 208140"/>
                <a:gd name="connsiteX28" fmla="*/ 90157 w 186251"/>
                <a:gd name="connsiteY28" fmla="*/ 6585 h 208140"/>
                <a:gd name="connsiteX29" fmla="*/ 86818 w 186251"/>
                <a:gd name="connsiteY29" fmla="*/ 5268 h 208140"/>
                <a:gd name="connsiteX30" fmla="*/ 86123 w 186251"/>
                <a:gd name="connsiteY30" fmla="*/ 4478 h 208140"/>
                <a:gd name="connsiteX31" fmla="*/ 85149 w 186251"/>
                <a:gd name="connsiteY31" fmla="*/ 0 h 208140"/>
                <a:gd name="connsiteX32" fmla="*/ 72070 w 186251"/>
                <a:gd name="connsiteY32" fmla="*/ 0 h 208140"/>
                <a:gd name="connsiteX33" fmla="*/ 68360 w 186251"/>
                <a:gd name="connsiteY33" fmla="*/ 3512 h 208140"/>
                <a:gd name="connsiteX34" fmla="*/ 67525 w 186251"/>
                <a:gd name="connsiteY34" fmla="*/ 3819 h 208140"/>
                <a:gd name="connsiteX35" fmla="*/ 60290 w 186251"/>
                <a:gd name="connsiteY35" fmla="*/ 3819 h 208140"/>
                <a:gd name="connsiteX36" fmla="*/ 60290 w 186251"/>
                <a:gd name="connsiteY36" fmla="*/ 9307 h 208140"/>
                <a:gd name="connsiteX37" fmla="*/ 59780 w 186251"/>
                <a:gd name="connsiteY37" fmla="*/ 10185 h 208140"/>
                <a:gd name="connsiteX38" fmla="*/ 58714 w 186251"/>
                <a:gd name="connsiteY38" fmla="*/ 10317 h 208140"/>
                <a:gd name="connsiteX39" fmla="*/ 54308 w 186251"/>
                <a:gd name="connsiteY39" fmla="*/ 8824 h 208140"/>
                <a:gd name="connsiteX40" fmla="*/ 53241 w 186251"/>
                <a:gd name="connsiteY40" fmla="*/ 9438 h 208140"/>
                <a:gd name="connsiteX41" fmla="*/ 54957 w 186251"/>
                <a:gd name="connsiteY41" fmla="*/ 10931 h 208140"/>
                <a:gd name="connsiteX42" fmla="*/ 55328 w 186251"/>
                <a:gd name="connsiteY42" fmla="*/ 11985 h 208140"/>
                <a:gd name="connsiteX43" fmla="*/ 54169 w 186251"/>
                <a:gd name="connsiteY43" fmla="*/ 16638 h 208140"/>
                <a:gd name="connsiteX44" fmla="*/ 53334 w 186251"/>
                <a:gd name="connsiteY44" fmla="*/ 17428 h 208140"/>
                <a:gd name="connsiteX45" fmla="*/ 52174 w 186251"/>
                <a:gd name="connsiteY45" fmla="*/ 17121 h 208140"/>
                <a:gd name="connsiteX46" fmla="*/ 49624 w 186251"/>
                <a:gd name="connsiteY46" fmla="*/ 14487 h 208140"/>
                <a:gd name="connsiteX47" fmla="*/ 45357 w 186251"/>
                <a:gd name="connsiteY47" fmla="*/ 16814 h 208140"/>
                <a:gd name="connsiteX48" fmla="*/ 44290 w 186251"/>
                <a:gd name="connsiteY48" fmla="*/ 16814 h 208140"/>
                <a:gd name="connsiteX49" fmla="*/ 43641 w 186251"/>
                <a:gd name="connsiteY49" fmla="*/ 15980 h 208140"/>
                <a:gd name="connsiteX50" fmla="*/ 42806 w 186251"/>
                <a:gd name="connsiteY50" fmla="*/ 10317 h 208140"/>
                <a:gd name="connsiteX51" fmla="*/ 41183 w 186251"/>
                <a:gd name="connsiteY51" fmla="*/ 10317 h 208140"/>
                <a:gd name="connsiteX52" fmla="*/ 41183 w 186251"/>
                <a:gd name="connsiteY52" fmla="*/ 16067 h 208140"/>
                <a:gd name="connsiteX53" fmla="*/ 40858 w 186251"/>
                <a:gd name="connsiteY53" fmla="*/ 16814 h 208140"/>
                <a:gd name="connsiteX54" fmla="*/ 37612 w 186251"/>
                <a:gd name="connsiteY54" fmla="*/ 20062 h 208140"/>
                <a:gd name="connsiteX55" fmla="*/ 37612 w 186251"/>
                <a:gd name="connsiteY55" fmla="*/ 26208 h 208140"/>
                <a:gd name="connsiteX56" fmla="*/ 37009 w 186251"/>
                <a:gd name="connsiteY56" fmla="*/ 27174 h 208140"/>
                <a:gd name="connsiteX57" fmla="*/ 36452 w 186251"/>
                <a:gd name="connsiteY57" fmla="*/ 27306 h 208140"/>
                <a:gd name="connsiteX58" fmla="*/ 35803 w 186251"/>
                <a:gd name="connsiteY58" fmla="*/ 27086 h 208140"/>
                <a:gd name="connsiteX59" fmla="*/ 32139 w 186251"/>
                <a:gd name="connsiteY59" fmla="*/ 24628 h 208140"/>
                <a:gd name="connsiteX60" fmla="*/ 31629 w 186251"/>
                <a:gd name="connsiteY60" fmla="*/ 23750 h 208140"/>
                <a:gd name="connsiteX61" fmla="*/ 31629 w 186251"/>
                <a:gd name="connsiteY61" fmla="*/ 18614 h 208140"/>
                <a:gd name="connsiteX62" fmla="*/ 25879 w 186251"/>
                <a:gd name="connsiteY62" fmla="*/ 17428 h 208140"/>
                <a:gd name="connsiteX63" fmla="*/ 24951 w 186251"/>
                <a:gd name="connsiteY63" fmla="*/ 16375 h 208140"/>
                <a:gd name="connsiteX64" fmla="*/ 24951 w 186251"/>
                <a:gd name="connsiteY64" fmla="*/ 13346 h 208140"/>
                <a:gd name="connsiteX65" fmla="*/ 23050 w 186251"/>
                <a:gd name="connsiteY65" fmla="*/ 15189 h 208140"/>
                <a:gd name="connsiteX66" fmla="*/ 23050 w 186251"/>
                <a:gd name="connsiteY66" fmla="*/ 17779 h 208140"/>
                <a:gd name="connsiteX67" fmla="*/ 22910 w 186251"/>
                <a:gd name="connsiteY67" fmla="*/ 18306 h 208140"/>
                <a:gd name="connsiteX68" fmla="*/ 20453 w 186251"/>
                <a:gd name="connsiteY68" fmla="*/ 22696 h 208140"/>
                <a:gd name="connsiteX69" fmla="*/ 19432 w 186251"/>
                <a:gd name="connsiteY69" fmla="*/ 23267 h 208140"/>
                <a:gd name="connsiteX70" fmla="*/ 6493 w 186251"/>
                <a:gd name="connsiteY70" fmla="*/ 23267 h 208140"/>
                <a:gd name="connsiteX71" fmla="*/ 2180 w 186251"/>
                <a:gd name="connsiteY71" fmla="*/ 26296 h 208140"/>
                <a:gd name="connsiteX72" fmla="*/ 7096 w 186251"/>
                <a:gd name="connsiteY72" fmla="*/ 33671 h 208140"/>
                <a:gd name="connsiteX73" fmla="*/ 7096 w 186251"/>
                <a:gd name="connsiteY73" fmla="*/ 34813 h 208140"/>
                <a:gd name="connsiteX74" fmla="*/ 4499 w 186251"/>
                <a:gd name="connsiteY74" fmla="*/ 38939 h 208140"/>
                <a:gd name="connsiteX75" fmla="*/ 3525 w 186251"/>
                <a:gd name="connsiteY75" fmla="*/ 39466 h 208140"/>
                <a:gd name="connsiteX76" fmla="*/ 0 w 186251"/>
                <a:gd name="connsiteY76" fmla="*/ 39466 h 208140"/>
                <a:gd name="connsiteX77" fmla="*/ 510 w 186251"/>
                <a:gd name="connsiteY77" fmla="*/ 42100 h 208140"/>
                <a:gd name="connsiteX78" fmla="*/ 6771 w 186251"/>
                <a:gd name="connsiteY78" fmla="*/ 45963 h 208140"/>
                <a:gd name="connsiteX79" fmla="*/ 7281 w 186251"/>
                <a:gd name="connsiteY79" fmla="*/ 46885 h 208140"/>
                <a:gd name="connsiteX80" fmla="*/ 7281 w 186251"/>
                <a:gd name="connsiteY80" fmla="*/ 49607 h 208140"/>
                <a:gd name="connsiteX81" fmla="*/ 6678 w 186251"/>
                <a:gd name="connsiteY81" fmla="*/ 50573 h 208140"/>
                <a:gd name="connsiteX82" fmla="*/ 3107 w 186251"/>
                <a:gd name="connsiteY82" fmla="*/ 52373 h 208140"/>
                <a:gd name="connsiteX83" fmla="*/ 4267 w 186251"/>
                <a:gd name="connsiteY83" fmla="*/ 57114 h 208140"/>
                <a:gd name="connsiteX84" fmla="*/ 8209 w 186251"/>
                <a:gd name="connsiteY84" fmla="*/ 59221 h 208140"/>
                <a:gd name="connsiteX85" fmla="*/ 14563 w 186251"/>
                <a:gd name="connsiteY85" fmla="*/ 59221 h 208140"/>
                <a:gd name="connsiteX86" fmla="*/ 15537 w 186251"/>
                <a:gd name="connsiteY86" fmla="*/ 59704 h 208140"/>
                <a:gd name="connsiteX87" fmla="*/ 15676 w 186251"/>
                <a:gd name="connsiteY87" fmla="*/ 60714 h 208140"/>
                <a:gd name="connsiteX88" fmla="*/ 13960 w 186251"/>
                <a:gd name="connsiteY88" fmla="*/ 65104 h 208140"/>
                <a:gd name="connsiteX89" fmla="*/ 11919 w 186251"/>
                <a:gd name="connsiteY89" fmla="*/ 68133 h 208140"/>
                <a:gd name="connsiteX90" fmla="*/ 19479 w 186251"/>
                <a:gd name="connsiteY90" fmla="*/ 66816 h 208140"/>
                <a:gd name="connsiteX91" fmla="*/ 22354 w 186251"/>
                <a:gd name="connsiteY91" fmla="*/ 63699 h 208140"/>
                <a:gd name="connsiteX92" fmla="*/ 26018 w 186251"/>
                <a:gd name="connsiteY92" fmla="*/ 59660 h 208140"/>
                <a:gd name="connsiteX93" fmla="*/ 29682 w 186251"/>
                <a:gd name="connsiteY93" fmla="*/ 55095 h 208140"/>
                <a:gd name="connsiteX94" fmla="*/ 44383 w 186251"/>
                <a:gd name="connsiteY94" fmla="*/ 58563 h 208140"/>
                <a:gd name="connsiteX95" fmla="*/ 53287 w 186251"/>
                <a:gd name="connsiteY95" fmla="*/ 62953 h 208140"/>
                <a:gd name="connsiteX96" fmla="*/ 54354 w 186251"/>
                <a:gd name="connsiteY96" fmla="*/ 66992 h 208140"/>
                <a:gd name="connsiteX97" fmla="*/ 58528 w 186251"/>
                <a:gd name="connsiteY97" fmla="*/ 77967 h 208140"/>
                <a:gd name="connsiteX98" fmla="*/ 60662 w 186251"/>
                <a:gd name="connsiteY98" fmla="*/ 81083 h 208140"/>
                <a:gd name="connsiteX99" fmla="*/ 58714 w 186251"/>
                <a:gd name="connsiteY99" fmla="*/ 82927 h 208140"/>
                <a:gd name="connsiteX100" fmla="*/ 59502 w 186251"/>
                <a:gd name="connsiteY100" fmla="*/ 85869 h 208140"/>
                <a:gd name="connsiteX101" fmla="*/ 62377 w 186251"/>
                <a:gd name="connsiteY101" fmla="*/ 86395 h 208140"/>
                <a:gd name="connsiteX102" fmla="*/ 85937 w 186251"/>
                <a:gd name="connsiteY102" fmla="*/ 107072 h 208140"/>
                <a:gd name="connsiteX103" fmla="*/ 100407 w 186251"/>
                <a:gd name="connsiteY103" fmla="*/ 118794 h 208140"/>
                <a:gd name="connsiteX104" fmla="*/ 105045 w 186251"/>
                <a:gd name="connsiteY104" fmla="*/ 119145 h 208140"/>
                <a:gd name="connsiteX105" fmla="*/ 110239 w 186251"/>
                <a:gd name="connsiteY105" fmla="*/ 120242 h 208140"/>
                <a:gd name="connsiteX106" fmla="*/ 112929 w 186251"/>
                <a:gd name="connsiteY106" fmla="*/ 122964 h 208140"/>
                <a:gd name="connsiteX107" fmla="*/ 120071 w 186251"/>
                <a:gd name="connsiteY107" fmla="*/ 129198 h 208140"/>
                <a:gd name="connsiteX108" fmla="*/ 120071 w 186251"/>
                <a:gd name="connsiteY108" fmla="*/ 132315 h 208140"/>
                <a:gd name="connsiteX109" fmla="*/ 122946 w 186251"/>
                <a:gd name="connsiteY109" fmla="*/ 131964 h 208140"/>
                <a:gd name="connsiteX110" fmla="*/ 128140 w 186251"/>
                <a:gd name="connsiteY110" fmla="*/ 132139 h 208140"/>
                <a:gd name="connsiteX111" fmla="*/ 130088 w 186251"/>
                <a:gd name="connsiteY111" fmla="*/ 139075 h 208140"/>
                <a:gd name="connsiteX112" fmla="*/ 136674 w 186251"/>
                <a:gd name="connsiteY112" fmla="*/ 143290 h 208140"/>
                <a:gd name="connsiteX113" fmla="*/ 138807 w 186251"/>
                <a:gd name="connsiteY113" fmla="*/ 143290 h 208140"/>
                <a:gd name="connsiteX114" fmla="*/ 141682 w 186251"/>
                <a:gd name="connsiteY114" fmla="*/ 146012 h 208140"/>
                <a:gd name="connsiteX115" fmla="*/ 142657 w 186251"/>
                <a:gd name="connsiteY115" fmla="*/ 150577 h 208140"/>
                <a:gd name="connsiteX116" fmla="*/ 145439 w 186251"/>
                <a:gd name="connsiteY116" fmla="*/ 156635 h 208140"/>
                <a:gd name="connsiteX117" fmla="*/ 148454 w 186251"/>
                <a:gd name="connsiteY117" fmla="*/ 163572 h 208140"/>
                <a:gd name="connsiteX118" fmla="*/ 147480 w 186251"/>
                <a:gd name="connsiteY118" fmla="*/ 166864 h 208140"/>
                <a:gd name="connsiteX119" fmla="*/ 145439 w 186251"/>
                <a:gd name="connsiteY119" fmla="*/ 169059 h 208140"/>
                <a:gd name="connsiteX120" fmla="*/ 144187 w 186251"/>
                <a:gd name="connsiteY120" fmla="*/ 173976 h 208140"/>
                <a:gd name="connsiteX121" fmla="*/ 143028 w 186251"/>
                <a:gd name="connsiteY121" fmla="*/ 176522 h 208140"/>
                <a:gd name="connsiteX122" fmla="*/ 138761 w 186251"/>
                <a:gd name="connsiteY122" fmla="*/ 176522 h 208140"/>
                <a:gd name="connsiteX123" fmla="*/ 136071 w 186251"/>
                <a:gd name="connsiteY123" fmla="*/ 178893 h 208140"/>
                <a:gd name="connsiteX124" fmla="*/ 132593 w 186251"/>
                <a:gd name="connsiteY124" fmla="*/ 179244 h 208140"/>
                <a:gd name="connsiteX125" fmla="*/ 126007 w 186251"/>
                <a:gd name="connsiteY125" fmla="*/ 179244 h 208140"/>
                <a:gd name="connsiteX126" fmla="*/ 121555 w 186251"/>
                <a:gd name="connsiteY126" fmla="*/ 181615 h 208140"/>
                <a:gd name="connsiteX127" fmla="*/ 114413 w 186251"/>
                <a:gd name="connsiteY127" fmla="*/ 181790 h 208140"/>
                <a:gd name="connsiteX128" fmla="*/ 110749 w 186251"/>
                <a:gd name="connsiteY128" fmla="*/ 182712 h 208140"/>
                <a:gd name="connsiteX129" fmla="*/ 106111 w 186251"/>
                <a:gd name="connsiteY129" fmla="*/ 180517 h 208140"/>
                <a:gd name="connsiteX130" fmla="*/ 102262 w 186251"/>
                <a:gd name="connsiteY130" fmla="*/ 178498 h 208140"/>
                <a:gd name="connsiteX131" fmla="*/ 98598 w 186251"/>
                <a:gd name="connsiteY131" fmla="*/ 181044 h 208140"/>
                <a:gd name="connsiteX132" fmla="*/ 95723 w 186251"/>
                <a:gd name="connsiteY132" fmla="*/ 181044 h 208140"/>
                <a:gd name="connsiteX133" fmla="*/ 95166 w 186251"/>
                <a:gd name="connsiteY133" fmla="*/ 179024 h 208140"/>
                <a:gd name="connsiteX134" fmla="*/ 91688 w 186251"/>
                <a:gd name="connsiteY134" fmla="*/ 180693 h 208140"/>
                <a:gd name="connsiteX135" fmla="*/ 93636 w 186251"/>
                <a:gd name="connsiteY135" fmla="*/ 190570 h 208140"/>
                <a:gd name="connsiteX136" fmla="*/ 101149 w 186251"/>
                <a:gd name="connsiteY136" fmla="*/ 192765 h 208140"/>
                <a:gd name="connsiteX137" fmla="*/ 118726 w 186251"/>
                <a:gd name="connsiteY137" fmla="*/ 199877 h 208140"/>
                <a:gd name="connsiteX138" fmla="*/ 131480 w 186251"/>
                <a:gd name="connsiteY138" fmla="*/ 207911 h 208140"/>
                <a:gd name="connsiteX139" fmla="*/ 133799 w 186251"/>
                <a:gd name="connsiteY139" fmla="*/ 202994 h 208140"/>
                <a:gd name="connsiteX140" fmla="*/ 132268 w 186251"/>
                <a:gd name="connsiteY140" fmla="*/ 194214 h 208140"/>
                <a:gd name="connsiteX141" fmla="*/ 132268 w 186251"/>
                <a:gd name="connsiteY141" fmla="*/ 190000 h 208140"/>
                <a:gd name="connsiteX142" fmla="*/ 137462 w 186251"/>
                <a:gd name="connsiteY142" fmla="*/ 182668 h 208140"/>
                <a:gd name="connsiteX143" fmla="*/ 137833 w 186251"/>
                <a:gd name="connsiteY143" fmla="*/ 180824 h 208140"/>
                <a:gd name="connsiteX144" fmla="*/ 139781 w 186251"/>
                <a:gd name="connsiteY144" fmla="*/ 180473 h 208140"/>
                <a:gd name="connsiteX145" fmla="*/ 141915 w 186251"/>
                <a:gd name="connsiteY145" fmla="*/ 182844 h 208140"/>
                <a:gd name="connsiteX146" fmla="*/ 147109 w 186251"/>
                <a:gd name="connsiteY146" fmla="*/ 183371 h 208140"/>
                <a:gd name="connsiteX147" fmla="*/ 148825 w 186251"/>
                <a:gd name="connsiteY147" fmla="*/ 182098 h 208140"/>
                <a:gd name="connsiteX148" fmla="*/ 149381 w 186251"/>
                <a:gd name="connsiteY148" fmla="*/ 179727 h 208140"/>
                <a:gd name="connsiteX149" fmla="*/ 156152 w 186251"/>
                <a:gd name="connsiteY149" fmla="*/ 173493 h 208140"/>
                <a:gd name="connsiteX150" fmla="*/ 156709 w 186251"/>
                <a:gd name="connsiteY150" fmla="*/ 167259 h 208140"/>
                <a:gd name="connsiteX151" fmla="*/ 163851 w 186251"/>
                <a:gd name="connsiteY151" fmla="*/ 164142 h 208140"/>
                <a:gd name="connsiteX152" fmla="*/ 164222 w 186251"/>
                <a:gd name="connsiteY152" fmla="*/ 155714 h 208140"/>
                <a:gd name="connsiteX153" fmla="*/ 154390 w 186251"/>
                <a:gd name="connsiteY153" fmla="*/ 149875 h 208140"/>
                <a:gd name="connsiteX154" fmla="*/ 157265 w 186251"/>
                <a:gd name="connsiteY154" fmla="*/ 139822 h 208140"/>
                <a:gd name="connsiteX155" fmla="*/ 167329 w 186251"/>
                <a:gd name="connsiteY155" fmla="*/ 137100 h 208140"/>
                <a:gd name="connsiteX156" fmla="*/ 168860 w 186251"/>
                <a:gd name="connsiteY156" fmla="*/ 138373 h 208140"/>
                <a:gd name="connsiteX157" fmla="*/ 175445 w 186251"/>
                <a:gd name="connsiteY157" fmla="*/ 138900 h 208140"/>
                <a:gd name="connsiteX158" fmla="*/ 177950 w 186251"/>
                <a:gd name="connsiteY158" fmla="*/ 141841 h 208140"/>
                <a:gd name="connsiteX159" fmla="*/ 182587 w 186251"/>
                <a:gd name="connsiteY159" fmla="*/ 147153 h 208140"/>
                <a:gd name="connsiteX160" fmla="*/ 186251 w 186251"/>
                <a:gd name="connsiteY160" fmla="*/ 140744 h 208140"/>
                <a:gd name="connsiteX161" fmla="*/ 171179 w 186251"/>
                <a:gd name="connsiteY161" fmla="*/ 127925 h 208140"/>
                <a:gd name="connsiteX162" fmla="*/ 158054 w 186251"/>
                <a:gd name="connsiteY162" fmla="*/ 120989 h 208140"/>
                <a:gd name="connsiteX163" fmla="*/ 144326 w 186251"/>
                <a:gd name="connsiteY163" fmla="*/ 113482 h 208140"/>
                <a:gd name="connsiteX164" fmla="*/ 149752 w 186251"/>
                <a:gd name="connsiteY164" fmla="*/ 108170 h 208140"/>
                <a:gd name="connsiteX165" fmla="*/ 134680 w 186251"/>
                <a:gd name="connsiteY165" fmla="*/ 105799 h 208140"/>
                <a:gd name="connsiteX166" fmla="*/ 113021 w 186251"/>
                <a:gd name="connsiteY166" fmla="*/ 87712 h 208140"/>
                <a:gd name="connsiteX167" fmla="*/ 101056 w 186251"/>
                <a:gd name="connsiteY167" fmla="*/ 68309 h 208140"/>
                <a:gd name="connsiteX168" fmla="*/ 88117 w 186251"/>
                <a:gd name="connsiteY168" fmla="*/ 55665 h 208140"/>
                <a:gd name="connsiteX169" fmla="*/ 86169 w 186251"/>
                <a:gd name="connsiteY169" fmla="*/ 46534 h 208140"/>
                <a:gd name="connsiteX170" fmla="*/ 90204 w 186251"/>
                <a:gd name="connsiteY170" fmla="*/ 46183 h 208140"/>
                <a:gd name="connsiteX171" fmla="*/ 90575 w 186251"/>
                <a:gd name="connsiteY171" fmla="*/ 43988 h 208140"/>
                <a:gd name="connsiteX172" fmla="*/ 86540 w 186251"/>
                <a:gd name="connsiteY172" fmla="*/ 36130 h 208140"/>
                <a:gd name="connsiteX173" fmla="*/ 89416 w 186251"/>
                <a:gd name="connsiteY173" fmla="*/ 30467 h 208140"/>
                <a:gd name="connsiteX174" fmla="*/ 89972 w 186251"/>
                <a:gd name="connsiteY174" fmla="*/ 32837 h 208140"/>
                <a:gd name="connsiteX175" fmla="*/ 91503 w 186251"/>
                <a:gd name="connsiteY175" fmla="*/ 32837 h 208140"/>
                <a:gd name="connsiteX176" fmla="*/ 94610 w 186251"/>
                <a:gd name="connsiteY176" fmla="*/ 30467 h 208140"/>
                <a:gd name="connsiteX177" fmla="*/ 100036 w 186251"/>
                <a:gd name="connsiteY177" fmla="*/ 29194 h 208140"/>
                <a:gd name="connsiteX178" fmla="*/ 100824 w 186251"/>
                <a:gd name="connsiteY178" fmla="*/ 27350 h 208140"/>
                <a:gd name="connsiteX179" fmla="*/ 105833 w 186251"/>
                <a:gd name="connsiteY179" fmla="*/ 27350 h 208140"/>
                <a:gd name="connsiteX180" fmla="*/ 107363 w 186251"/>
                <a:gd name="connsiteY180" fmla="*/ 29720 h 208140"/>
                <a:gd name="connsiteX181" fmla="*/ 107363 w 186251"/>
                <a:gd name="connsiteY181" fmla="*/ 34637 h 208140"/>
                <a:gd name="connsiteX182" fmla="*/ 108337 w 186251"/>
                <a:gd name="connsiteY182" fmla="*/ 40695 h 208140"/>
                <a:gd name="connsiteX183" fmla="*/ 111027 w 186251"/>
                <a:gd name="connsiteY183" fmla="*/ 42144 h 208140"/>
                <a:gd name="connsiteX184" fmla="*/ 113532 w 186251"/>
                <a:gd name="connsiteY184" fmla="*/ 45085 h 208140"/>
                <a:gd name="connsiteX185" fmla="*/ 115665 w 186251"/>
                <a:gd name="connsiteY185" fmla="*/ 43988 h 208140"/>
                <a:gd name="connsiteX186" fmla="*/ 116824 w 186251"/>
                <a:gd name="connsiteY186" fmla="*/ 40520 h 208140"/>
                <a:gd name="connsiteX187" fmla="*/ 117798 w 186251"/>
                <a:gd name="connsiteY187" fmla="*/ 37403 h 208140"/>
                <a:gd name="connsiteX188" fmla="*/ 117798 w 186251"/>
                <a:gd name="connsiteY188" fmla="*/ 35032 h 208140"/>
                <a:gd name="connsiteX189" fmla="*/ 121648 w 186251"/>
                <a:gd name="connsiteY189" fmla="*/ 36481 h 208140"/>
                <a:gd name="connsiteX190" fmla="*/ 122019 w 186251"/>
                <a:gd name="connsiteY190" fmla="*/ 41617 h 208140"/>
                <a:gd name="connsiteX191" fmla="*/ 123967 w 186251"/>
                <a:gd name="connsiteY191" fmla="*/ 41968 h 208140"/>
                <a:gd name="connsiteX192" fmla="*/ 125914 w 186251"/>
                <a:gd name="connsiteY192" fmla="*/ 38676 h 208140"/>
                <a:gd name="connsiteX193" fmla="*/ 128419 w 186251"/>
                <a:gd name="connsiteY193" fmla="*/ 39949 h 208140"/>
                <a:gd name="connsiteX194" fmla="*/ 128604 w 186251"/>
                <a:gd name="connsiteY194" fmla="*/ 44515 h 208140"/>
                <a:gd name="connsiteX195" fmla="*/ 136535 w 186251"/>
                <a:gd name="connsiteY195" fmla="*/ 56938 h 208140"/>
                <a:gd name="connsiteX196" fmla="*/ 133427 w 186251"/>
                <a:gd name="connsiteY196" fmla="*/ 60231 h 208140"/>
                <a:gd name="connsiteX197" fmla="*/ 145300 w 186251"/>
                <a:gd name="connsiteY197" fmla="*/ 70460 h 208140"/>
                <a:gd name="connsiteX198" fmla="*/ 145300 w 186251"/>
                <a:gd name="connsiteY198" fmla="*/ 73181 h 208140"/>
                <a:gd name="connsiteX199" fmla="*/ 153741 w 186251"/>
                <a:gd name="connsiteY199" fmla="*/ 73928 h 208140"/>
                <a:gd name="connsiteX200" fmla="*/ 157404 w 186251"/>
                <a:gd name="connsiteY200" fmla="*/ 75376 h 208140"/>
                <a:gd name="connsiteX201" fmla="*/ 161439 w 186251"/>
                <a:gd name="connsiteY201" fmla="*/ 76298 h 208140"/>
                <a:gd name="connsiteX202" fmla="*/ 167236 w 186251"/>
                <a:gd name="connsiteY202" fmla="*/ 81961 h 208140"/>
                <a:gd name="connsiteX203" fmla="*/ 168210 w 186251"/>
                <a:gd name="connsiteY203" fmla="*/ 84508 h 208140"/>
                <a:gd name="connsiteX204" fmla="*/ 163387 w 186251"/>
                <a:gd name="connsiteY204" fmla="*/ 83410 h 208140"/>
                <a:gd name="connsiteX205" fmla="*/ 159538 w 186251"/>
                <a:gd name="connsiteY205" fmla="*/ 84683 h 208140"/>
                <a:gd name="connsiteX206" fmla="*/ 159167 w 186251"/>
                <a:gd name="connsiteY206" fmla="*/ 86527 h 208140"/>
                <a:gd name="connsiteX207" fmla="*/ 165149 w 186251"/>
                <a:gd name="connsiteY207" fmla="*/ 86176 h 208140"/>
                <a:gd name="connsiteX208" fmla="*/ 170344 w 186251"/>
                <a:gd name="connsiteY208" fmla="*/ 86922 h 208140"/>
                <a:gd name="connsiteX209" fmla="*/ 177671 w 186251"/>
                <a:gd name="connsiteY209" fmla="*/ 89863 h 208140"/>
                <a:gd name="connsiteX210" fmla="*/ 181057 w 186251"/>
                <a:gd name="connsiteY210" fmla="*/ 92366 h 208140"/>
                <a:gd name="connsiteX211" fmla="*/ 176234 w 186251"/>
                <a:gd name="connsiteY211" fmla="*/ 86308 h 208140"/>
                <a:gd name="connsiteX212" fmla="*/ 172292 w 186251"/>
                <a:gd name="connsiteY212" fmla="*/ 87010 h 20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</a:cxnLst>
              <a:rect l="l" t="t" r="r" b="b"/>
              <a:pathLst>
                <a:path w="186251" h="208140">
                  <a:moveTo>
                    <a:pt x="172477" y="87229"/>
                  </a:moveTo>
                  <a:cubicBezTo>
                    <a:pt x="172152" y="87273"/>
                    <a:pt x="171782" y="87229"/>
                    <a:pt x="171503" y="87010"/>
                  </a:cubicBezTo>
                  <a:cubicBezTo>
                    <a:pt x="171225" y="86790"/>
                    <a:pt x="171086" y="86483"/>
                    <a:pt x="171086" y="86176"/>
                  </a:cubicBezTo>
                  <a:lnTo>
                    <a:pt x="171086" y="82269"/>
                  </a:lnTo>
                  <a:lnTo>
                    <a:pt x="166263" y="78186"/>
                  </a:lnTo>
                  <a:cubicBezTo>
                    <a:pt x="166263" y="78186"/>
                    <a:pt x="165938" y="77835"/>
                    <a:pt x="165892" y="77615"/>
                  </a:cubicBezTo>
                  <a:lnTo>
                    <a:pt x="164547" y="71689"/>
                  </a:lnTo>
                  <a:lnTo>
                    <a:pt x="147480" y="59046"/>
                  </a:lnTo>
                  <a:cubicBezTo>
                    <a:pt x="147201" y="58826"/>
                    <a:pt x="147016" y="58519"/>
                    <a:pt x="147016" y="58168"/>
                  </a:cubicBezTo>
                  <a:lnTo>
                    <a:pt x="147016" y="50309"/>
                  </a:lnTo>
                  <a:lnTo>
                    <a:pt x="141822" y="47588"/>
                  </a:lnTo>
                  <a:cubicBezTo>
                    <a:pt x="141497" y="47412"/>
                    <a:pt x="141265" y="47061"/>
                    <a:pt x="141219" y="46710"/>
                  </a:cubicBezTo>
                  <a:lnTo>
                    <a:pt x="140662" y="38149"/>
                  </a:lnTo>
                  <a:lnTo>
                    <a:pt x="136674" y="31081"/>
                  </a:lnTo>
                  <a:lnTo>
                    <a:pt x="132175" y="29896"/>
                  </a:lnTo>
                  <a:lnTo>
                    <a:pt x="124198" y="31213"/>
                  </a:lnTo>
                  <a:lnTo>
                    <a:pt x="116778" y="34462"/>
                  </a:lnTo>
                  <a:cubicBezTo>
                    <a:pt x="116778" y="34462"/>
                    <a:pt x="116453" y="34549"/>
                    <a:pt x="116314" y="34549"/>
                  </a:cubicBezTo>
                  <a:cubicBezTo>
                    <a:pt x="115897" y="34549"/>
                    <a:pt x="115526" y="34374"/>
                    <a:pt x="115294" y="34023"/>
                  </a:cubicBezTo>
                  <a:lnTo>
                    <a:pt x="112418" y="29369"/>
                  </a:lnTo>
                  <a:lnTo>
                    <a:pt x="108755" y="24804"/>
                  </a:lnTo>
                  <a:lnTo>
                    <a:pt x="105091" y="21335"/>
                  </a:lnTo>
                  <a:cubicBezTo>
                    <a:pt x="104720" y="20984"/>
                    <a:pt x="104627" y="20414"/>
                    <a:pt x="104905" y="19974"/>
                  </a:cubicBezTo>
                  <a:lnTo>
                    <a:pt x="106761" y="17121"/>
                  </a:lnTo>
                  <a:lnTo>
                    <a:pt x="104998" y="15277"/>
                  </a:lnTo>
                  <a:cubicBezTo>
                    <a:pt x="104581" y="14838"/>
                    <a:pt x="104627" y="14180"/>
                    <a:pt x="104998" y="13785"/>
                  </a:cubicBezTo>
                  <a:lnTo>
                    <a:pt x="107549" y="11370"/>
                  </a:lnTo>
                  <a:lnTo>
                    <a:pt x="99619" y="8297"/>
                  </a:lnTo>
                  <a:lnTo>
                    <a:pt x="90157" y="6585"/>
                  </a:lnTo>
                  <a:lnTo>
                    <a:pt x="86818" y="5268"/>
                  </a:lnTo>
                  <a:cubicBezTo>
                    <a:pt x="86447" y="5136"/>
                    <a:pt x="86215" y="4829"/>
                    <a:pt x="86123" y="4478"/>
                  </a:cubicBezTo>
                  <a:lnTo>
                    <a:pt x="85149" y="0"/>
                  </a:lnTo>
                  <a:lnTo>
                    <a:pt x="72070" y="0"/>
                  </a:lnTo>
                  <a:lnTo>
                    <a:pt x="68360" y="3512"/>
                  </a:lnTo>
                  <a:cubicBezTo>
                    <a:pt x="68360" y="3512"/>
                    <a:pt x="67850" y="3819"/>
                    <a:pt x="67525" y="3819"/>
                  </a:cubicBezTo>
                  <a:lnTo>
                    <a:pt x="60290" y="3819"/>
                  </a:lnTo>
                  <a:lnTo>
                    <a:pt x="60290" y="9307"/>
                  </a:lnTo>
                  <a:cubicBezTo>
                    <a:pt x="60290" y="9658"/>
                    <a:pt x="60105" y="10009"/>
                    <a:pt x="59780" y="10185"/>
                  </a:cubicBezTo>
                  <a:cubicBezTo>
                    <a:pt x="59456" y="10404"/>
                    <a:pt x="59085" y="10448"/>
                    <a:pt x="58714" y="10317"/>
                  </a:cubicBezTo>
                  <a:lnTo>
                    <a:pt x="54308" y="8824"/>
                  </a:lnTo>
                  <a:lnTo>
                    <a:pt x="53241" y="9438"/>
                  </a:lnTo>
                  <a:lnTo>
                    <a:pt x="54957" y="10931"/>
                  </a:lnTo>
                  <a:cubicBezTo>
                    <a:pt x="55282" y="11194"/>
                    <a:pt x="55421" y="11590"/>
                    <a:pt x="55328" y="11985"/>
                  </a:cubicBezTo>
                  <a:lnTo>
                    <a:pt x="54169" y="16638"/>
                  </a:lnTo>
                  <a:cubicBezTo>
                    <a:pt x="54076" y="17033"/>
                    <a:pt x="53751" y="17341"/>
                    <a:pt x="53334" y="17428"/>
                  </a:cubicBezTo>
                  <a:cubicBezTo>
                    <a:pt x="52917" y="17516"/>
                    <a:pt x="52453" y="17428"/>
                    <a:pt x="52174" y="17121"/>
                  </a:cubicBezTo>
                  <a:lnTo>
                    <a:pt x="49624" y="14487"/>
                  </a:lnTo>
                  <a:lnTo>
                    <a:pt x="45357" y="16814"/>
                  </a:lnTo>
                  <a:cubicBezTo>
                    <a:pt x="45032" y="16989"/>
                    <a:pt x="44615" y="16989"/>
                    <a:pt x="44290" y="16814"/>
                  </a:cubicBezTo>
                  <a:cubicBezTo>
                    <a:pt x="43966" y="16638"/>
                    <a:pt x="43734" y="16331"/>
                    <a:pt x="43641" y="15980"/>
                  </a:cubicBezTo>
                  <a:lnTo>
                    <a:pt x="42806" y="10317"/>
                  </a:lnTo>
                  <a:lnTo>
                    <a:pt x="41183" y="10317"/>
                  </a:lnTo>
                  <a:lnTo>
                    <a:pt x="41183" y="16067"/>
                  </a:lnTo>
                  <a:cubicBezTo>
                    <a:pt x="41183" y="16331"/>
                    <a:pt x="41090" y="16638"/>
                    <a:pt x="40858" y="16814"/>
                  </a:cubicBezTo>
                  <a:lnTo>
                    <a:pt x="37612" y="20062"/>
                  </a:lnTo>
                  <a:lnTo>
                    <a:pt x="37612" y="26208"/>
                  </a:lnTo>
                  <a:cubicBezTo>
                    <a:pt x="37612" y="26603"/>
                    <a:pt x="37380" y="26999"/>
                    <a:pt x="37009" y="27174"/>
                  </a:cubicBezTo>
                  <a:cubicBezTo>
                    <a:pt x="36824" y="27262"/>
                    <a:pt x="36638" y="27306"/>
                    <a:pt x="36452" y="27306"/>
                  </a:cubicBezTo>
                  <a:cubicBezTo>
                    <a:pt x="36221" y="27306"/>
                    <a:pt x="35989" y="27218"/>
                    <a:pt x="35803" y="27086"/>
                  </a:cubicBezTo>
                  <a:lnTo>
                    <a:pt x="32139" y="24628"/>
                  </a:lnTo>
                  <a:cubicBezTo>
                    <a:pt x="31815" y="24408"/>
                    <a:pt x="31629" y="24101"/>
                    <a:pt x="31629" y="23750"/>
                  </a:cubicBezTo>
                  <a:lnTo>
                    <a:pt x="31629" y="18614"/>
                  </a:lnTo>
                  <a:lnTo>
                    <a:pt x="25879" y="17428"/>
                  </a:lnTo>
                  <a:cubicBezTo>
                    <a:pt x="25322" y="17341"/>
                    <a:pt x="24951" y="16858"/>
                    <a:pt x="24951" y="16375"/>
                  </a:cubicBezTo>
                  <a:lnTo>
                    <a:pt x="24951" y="13346"/>
                  </a:lnTo>
                  <a:lnTo>
                    <a:pt x="23050" y="15189"/>
                  </a:lnTo>
                  <a:lnTo>
                    <a:pt x="23050" y="17779"/>
                  </a:lnTo>
                  <a:cubicBezTo>
                    <a:pt x="23050" y="17779"/>
                    <a:pt x="23050" y="18131"/>
                    <a:pt x="22910" y="18306"/>
                  </a:cubicBezTo>
                  <a:lnTo>
                    <a:pt x="20453" y="22696"/>
                  </a:lnTo>
                  <a:cubicBezTo>
                    <a:pt x="20267" y="23048"/>
                    <a:pt x="19850" y="23267"/>
                    <a:pt x="19432" y="23267"/>
                  </a:cubicBezTo>
                  <a:lnTo>
                    <a:pt x="6493" y="23267"/>
                  </a:lnTo>
                  <a:lnTo>
                    <a:pt x="2180" y="26296"/>
                  </a:lnTo>
                  <a:lnTo>
                    <a:pt x="7096" y="33671"/>
                  </a:lnTo>
                  <a:cubicBezTo>
                    <a:pt x="7328" y="34023"/>
                    <a:pt x="7328" y="34462"/>
                    <a:pt x="7096" y="34813"/>
                  </a:cubicBezTo>
                  <a:lnTo>
                    <a:pt x="4499" y="38939"/>
                  </a:lnTo>
                  <a:cubicBezTo>
                    <a:pt x="4267" y="39291"/>
                    <a:pt x="3896" y="39466"/>
                    <a:pt x="3525" y="39466"/>
                  </a:cubicBezTo>
                  <a:lnTo>
                    <a:pt x="0" y="39466"/>
                  </a:lnTo>
                  <a:lnTo>
                    <a:pt x="510" y="42100"/>
                  </a:lnTo>
                  <a:lnTo>
                    <a:pt x="6771" y="45963"/>
                  </a:lnTo>
                  <a:cubicBezTo>
                    <a:pt x="7096" y="46183"/>
                    <a:pt x="7281" y="46490"/>
                    <a:pt x="7281" y="46885"/>
                  </a:cubicBezTo>
                  <a:lnTo>
                    <a:pt x="7281" y="49607"/>
                  </a:lnTo>
                  <a:cubicBezTo>
                    <a:pt x="7281" y="50002"/>
                    <a:pt x="7049" y="50397"/>
                    <a:pt x="6678" y="50573"/>
                  </a:cubicBezTo>
                  <a:lnTo>
                    <a:pt x="3107" y="52373"/>
                  </a:lnTo>
                  <a:lnTo>
                    <a:pt x="4267" y="57114"/>
                  </a:lnTo>
                  <a:lnTo>
                    <a:pt x="8209" y="59221"/>
                  </a:lnTo>
                  <a:lnTo>
                    <a:pt x="14563" y="59221"/>
                  </a:lnTo>
                  <a:cubicBezTo>
                    <a:pt x="14934" y="59221"/>
                    <a:pt x="15304" y="59397"/>
                    <a:pt x="15537" y="59704"/>
                  </a:cubicBezTo>
                  <a:cubicBezTo>
                    <a:pt x="15768" y="60011"/>
                    <a:pt x="15815" y="60363"/>
                    <a:pt x="15676" y="60714"/>
                  </a:cubicBezTo>
                  <a:lnTo>
                    <a:pt x="13960" y="65104"/>
                  </a:lnTo>
                  <a:lnTo>
                    <a:pt x="11919" y="68133"/>
                  </a:lnTo>
                  <a:cubicBezTo>
                    <a:pt x="15768" y="67079"/>
                    <a:pt x="19479" y="66816"/>
                    <a:pt x="19479" y="66816"/>
                  </a:cubicBezTo>
                  <a:lnTo>
                    <a:pt x="22354" y="63699"/>
                  </a:lnTo>
                  <a:lnTo>
                    <a:pt x="26018" y="59660"/>
                  </a:lnTo>
                  <a:cubicBezTo>
                    <a:pt x="26018" y="59660"/>
                    <a:pt x="26806" y="55446"/>
                    <a:pt x="29682" y="55095"/>
                  </a:cubicBezTo>
                  <a:cubicBezTo>
                    <a:pt x="32557" y="54743"/>
                    <a:pt x="40488" y="55841"/>
                    <a:pt x="44383" y="58563"/>
                  </a:cubicBezTo>
                  <a:lnTo>
                    <a:pt x="53287" y="62953"/>
                  </a:lnTo>
                  <a:lnTo>
                    <a:pt x="54354" y="66992"/>
                  </a:lnTo>
                  <a:lnTo>
                    <a:pt x="58528" y="77967"/>
                  </a:lnTo>
                  <a:lnTo>
                    <a:pt x="60662" y="81083"/>
                  </a:lnTo>
                  <a:lnTo>
                    <a:pt x="58714" y="82927"/>
                  </a:lnTo>
                  <a:lnTo>
                    <a:pt x="59502" y="85869"/>
                  </a:lnTo>
                  <a:lnTo>
                    <a:pt x="62377" y="86395"/>
                  </a:lnTo>
                  <a:cubicBezTo>
                    <a:pt x="62377" y="86395"/>
                    <a:pt x="82273" y="105404"/>
                    <a:pt x="85937" y="107072"/>
                  </a:cubicBezTo>
                  <a:cubicBezTo>
                    <a:pt x="85937" y="107072"/>
                    <a:pt x="89601" y="114008"/>
                    <a:pt x="100407" y="118794"/>
                  </a:cubicBezTo>
                  <a:lnTo>
                    <a:pt x="105045" y="119145"/>
                  </a:lnTo>
                  <a:lnTo>
                    <a:pt x="110239" y="120242"/>
                  </a:lnTo>
                  <a:lnTo>
                    <a:pt x="112929" y="122964"/>
                  </a:lnTo>
                  <a:cubicBezTo>
                    <a:pt x="112929" y="122964"/>
                    <a:pt x="114459" y="128452"/>
                    <a:pt x="120071" y="129198"/>
                  </a:cubicBezTo>
                  <a:lnTo>
                    <a:pt x="120071" y="132315"/>
                  </a:lnTo>
                  <a:lnTo>
                    <a:pt x="122946" y="131964"/>
                  </a:lnTo>
                  <a:lnTo>
                    <a:pt x="128140" y="132139"/>
                  </a:lnTo>
                  <a:cubicBezTo>
                    <a:pt x="128140" y="132139"/>
                    <a:pt x="127584" y="137978"/>
                    <a:pt x="130088" y="139075"/>
                  </a:cubicBezTo>
                  <a:cubicBezTo>
                    <a:pt x="132593" y="140173"/>
                    <a:pt x="136674" y="143290"/>
                    <a:pt x="136674" y="143290"/>
                  </a:cubicBezTo>
                  <a:lnTo>
                    <a:pt x="138807" y="143290"/>
                  </a:lnTo>
                  <a:lnTo>
                    <a:pt x="141682" y="146012"/>
                  </a:lnTo>
                  <a:lnTo>
                    <a:pt x="142657" y="150577"/>
                  </a:lnTo>
                  <a:lnTo>
                    <a:pt x="145439" y="156635"/>
                  </a:lnTo>
                  <a:lnTo>
                    <a:pt x="148454" y="163572"/>
                  </a:lnTo>
                  <a:lnTo>
                    <a:pt x="147480" y="166864"/>
                  </a:lnTo>
                  <a:lnTo>
                    <a:pt x="145439" y="169059"/>
                  </a:lnTo>
                  <a:lnTo>
                    <a:pt x="144187" y="173976"/>
                  </a:lnTo>
                  <a:lnTo>
                    <a:pt x="143028" y="176522"/>
                  </a:lnTo>
                  <a:lnTo>
                    <a:pt x="138761" y="176522"/>
                  </a:lnTo>
                  <a:lnTo>
                    <a:pt x="136071" y="178893"/>
                  </a:lnTo>
                  <a:lnTo>
                    <a:pt x="132593" y="179244"/>
                  </a:lnTo>
                  <a:lnTo>
                    <a:pt x="126007" y="179244"/>
                  </a:lnTo>
                  <a:lnTo>
                    <a:pt x="121555" y="181615"/>
                  </a:lnTo>
                  <a:lnTo>
                    <a:pt x="114413" y="181790"/>
                  </a:lnTo>
                  <a:cubicBezTo>
                    <a:pt x="114413" y="181790"/>
                    <a:pt x="111305" y="182888"/>
                    <a:pt x="110749" y="182712"/>
                  </a:cubicBezTo>
                  <a:cubicBezTo>
                    <a:pt x="110192" y="182536"/>
                    <a:pt x="106111" y="180517"/>
                    <a:pt x="106111" y="180517"/>
                  </a:cubicBezTo>
                  <a:cubicBezTo>
                    <a:pt x="106111" y="180517"/>
                    <a:pt x="103792" y="178322"/>
                    <a:pt x="102262" y="178498"/>
                  </a:cubicBezTo>
                  <a:cubicBezTo>
                    <a:pt x="100732" y="178673"/>
                    <a:pt x="98598" y="181044"/>
                    <a:pt x="98598" y="181044"/>
                  </a:cubicBezTo>
                  <a:lnTo>
                    <a:pt x="95723" y="181044"/>
                  </a:lnTo>
                  <a:lnTo>
                    <a:pt x="95166" y="179024"/>
                  </a:lnTo>
                  <a:cubicBezTo>
                    <a:pt x="95166" y="179024"/>
                    <a:pt x="92847" y="179376"/>
                    <a:pt x="91688" y="180693"/>
                  </a:cubicBezTo>
                  <a:cubicBezTo>
                    <a:pt x="90529" y="181966"/>
                    <a:pt x="88581" y="190000"/>
                    <a:pt x="93636" y="190570"/>
                  </a:cubicBezTo>
                  <a:cubicBezTo>
                    <a:pt x="98645" y="191097"/>
                    <a:pt x="101149" y="192765"/>
                    <a:pt x="101149" y="192765"/>
                  </a:cubicBezTo>
                  <a:cubicBezTo>
                    <a:pt x="101149" y="192765"/>
                    <a:pt x="110239" y="199877"/>
                    <a:pt x="118726" y="199877"/>
                  </a:cubicBezTo>
                  <a:cubicBezTo>
                    <a:pt x="118726" y="199877"/>
                    <a:pt x="122204" y="209755"/>
                    <a:pt x="131480" y="207911"/>
                  </a:cubicBezTo>
                  <a:cubicBezTo>
                    <a:pt x="131480" y="207911"/>
                    <a:pt x="134169" y="205716"/>
                    <a:pt x="133799" y="202994"/>
                  </a:cubicBezTo>
                  <a:cubicBezTo>
                    <a:pt x="133799" y="202994"/>
                    <a:pt x="136674" y="196760"/>
                    <a:pt x="132268" y="194214"/>
                  </a:cubicBezTo>
                  <a:lnTo>
                    <a:pt x="132268" y="190000"/>
                  </a:lnTo>
                  <a:lnTo>
                    <a:pt x="137462" y="182668"/>
                  </a:lnTo>
                  <a:lnTo>
                    <a:pt x="137833" y="180824"/>
                  </a:lnTo>
                  <a:lnTo>
                    <a:pt x="139781" y="180473"/>
                  </a:lnTo>
                  <a:lnTo>
                    <a:pt x="141915" y="182844"/>
                  </a:lnTo>
                  <a:lnTo>
                    <a:pt x="147109" y="183371"/>
                  </a:lnTo>
                  <a:lnTo>
                    <a:pt x="148825" y="182098"/>
                  </a:lnTo>
                  <a:lnTo>
                    <a:pt x="149381" y="179727"/>
                  </a:lnTo>
                  <a:cubicBezTo>
                    <a:pt x="149381" y="179727"/>
                    <a:pt x="156152" y="175513"/>
                    <a:pt x="156152" y="173493"/>
                  </a:cubicBezTo>
                  <a:cubicBezTo>
                    <a:pt x="156152" y="171474"/>
                    <a:pt x="156709" y="167259"/>
                    <a:pt x="156709" y="167259"/>
                  </a:cubicBezTo>
                  <a:cubicBezTo>
                    <a:pt x="156709" y="167259"/>
                    <a:pt x="163851" y="164713"/>
                    <a:pt x="163851" y="164142"/>
                  </a:cubicBezTo>
                  <a:cubicBezTo>
                    <a:pt x="163851" y="163572"/>
                    <a:pt x="164222" y="155714"/>
                    <a:pt x="164222" y="155714"/>
                  </a:cubicBezTo>
                  <a:cubicBezTo>
                    <a:pt x="164222" y="155714"/>
                    <a:pt x="163666" y="152245"/>
                    <a:pt x="154390" y="149875"/>
                  </a:cubicBezTo>
                  <a:cubicBezTo>
                    <a:pt x="154390" y="149875"/>
                    <a:pt x="154390" y="143817"/>
                    <a:pt x="157265" y="139822"/>
                  </a:cubicBezTo>
                  <a:cubicBezTo>
                    <a:pt x="160141" y="135827"/>
                    <a:pt x="165752" y="130690"/>
                    <a:pt x="167329" y="137100"/>
                  </a:cubicBezTo>
                  <a:lnTo>
                    <a:pt x="168860" y="138373"/>
                  </a:lnTo>
                  <a:lnTo>
                    <a:pt x="175445" y="138900"/>
                  </a:lnTo>
                  <a:cubicBezTo>
                    <a:pt x="175445" y="138900"/>
                    <a:pt x="177579" y="139646"/>
                    <a:pt x="177950" y="141841"/>
                  </a:cubicBezTo>
                  <a:cubicBezTo>
                    <a:pt x="178321" y="144036"/>
                    <a:pt x="179480" y="147504"/>
                    <a:pt x="182587" y="147153"/>
                  </a:cubicBezTo>
                  <a:cubicBezTo>
                    <a:pt x="185695" y="146802"/>
                    <a:pt x="186251" y="140744"/>
                    <a:pt x="186251" y="140744"/>
                  </a:cubicBezTo>
                  <a:cubicBezTo>
                    <a:pt x="186251" y="140744"/>
                    <a:pt x="181799" y="129769"/>
                    <a:pt x="171179" y="127925"/>
                  </a:cubicBezTo>
                  <a:cubicBezTo>
                    <a:pt x="171179" y="127925"/>
                    <a:pt x="164825" y="121340"/>
                    <a:pt x="158054" y="120989"/>
                  </a:cubicBezTo>
                  <a:lnTo>
                    <a:pt x="144326" y="113482"/>
                  </a:lnTo>
                  <a:cubicBezTo>
                    <a:pt x="144326" y="113482"/>
                    <a:pt x="149752" y="109092"/>
                    <a:pt x="149752" y="108170"/>
                  </a:cubicBezTo>
                  <a:cubicBezTo>
                    <a:pt x="149752" y="107248"/>
                    <a:pt x="147804" y="105053"/>
                    <a:pt x="134680" y="105799"/>
                  </a:cubicBezTo>
                  <a:cubicBezTo>
                    <a:pt x="134680" y="105799"/>
                    <a:pt x="118819" y="100312"/>
                    <a:pt x="113021" y="87712"/>
                  </a:cubicBezTo>
                  <a:cubicBezTo>
                    <a:pt x="113021" y="87712"/>
                    <a:pt x="112836" y="69406"/>
                    <a:pt x="101056" y="68309"/>
                  </a:cubicBezTo>
                  <a:cubicBezTo>
                    <a:pt x="101056" y="68309"/>
                    <a:pt x="90065" y="61197"/>
                    <a:pt x="88117" y="55665"/>
                  </a:cubicBezTo>
                  <a:cubicBezTo>
                    <a:pt x="86169" y="50178"/>
                    <a:pt x="86169" y="46534"/>
                    <a:pt x="86169" y="46534"/>
                  </a:cubicBezTo>
                  <a:lnTo>
                    <a:pt x="90204" y="46183"/>
                  </a:lnTo>
                  <a:lnTo>
                    <a:pt x="90575" y="43988"/>
                  </a:lnTo>
                  <a:cubicBezTo>
                    <a:pt x="90575" y="43988"/>
                    <a:pt x="86308" y="38149"/>
                    <a:pt x="86540" y="36130"/>
                  </a:cubicBezTo>
                  <a:cubicBezTo>
                    <a:pt x="86726" y="34110"/>
                    <a:pt x="89416" y="30467"/>
                    <a:pt x="89416" y="30467"/>
                  </a:cubicBezTo>
                  <a:lnTo>
                    <a:pt x="89972" y="32837"/>
                  </a:lnTo>
                  <a:lnTo>
                    <a:pt x="91503" y="32837"/>
                  </a:lnTo>
                  <a:lnTo>
                    <a:pt x="94610" y="30467"/>
                  </a:lnTo>
                  <a:lnTo>
                    <a:pt x="100036" y="29194"/>
                  </a:lnTo>
                  <a:lnTo>
                    <a:pt x="100824" y="27350"/>
                  </a:lnTo>
                  <a:lnTo>
                    <a:pt x="105833" y="27350"/>
                  </a:lnTo>
                  <a:lnTo>
                    <a:pt x="107363" y="29720"/>
                  </a:lnTo>
                  <a:lnTo>
                    <a:pt x="107363" y="34637"/>
                  </a:lnTo>
                  <a:lnTo>
                    <a:pt x="108337" y="40695"/>
                  </a:lnTo>
                  <a:lnTo>
                    <a:pt x="111027" y="42144"/>
                  </a:lnTo>
                  <a:lnTo>
                    <a:pt x="113532" y="45085"/>
                  </a:lnTo>
                  <a:lnTo>
                    <a:pt x="115665" y="43988"/>
                  </a:lnTo>
                  <a:lnTo>
                    <a:pt x="116824" y="40520"/>
                  </a:lnTo>
                  <a:lnTo>
                    <a:pt x="117798" y="37403"/>
                  </a:lnTo>
                  <a:lnTo>
                    <a:pt x="117798" y="35032"/>
                  </a:lnTo>
                  <a:lnTo>
                    <a:pt x="121648" y="36481"/>
                  </a:lnTo>
                  <a:lnTo>
                    <a:pt x="122019" y="41617"/>
                  </a:lnTo>
                  <a:lnTo>
                    <a:pt x="123967" y="41968"/>
                  </a:lnTo>
                  <a:lnTo>
                    <a:pt x="125914" y="38676"/>
                  </a:lnTo>
                  <a:lnTo>
                    <a:pt x="128419" y="39949"/>
                  </a:lnTo>
                  <a:lnTo>
                    <a:pt x="128604" y="44515"/>
                  </a:lnTo>
                  <a:cubicBezTo>
                    <a:pt x="128604" y="44515"/>
                    <a:pt x="131712" y="55314"/>
                    <a:pt x="136535" y="56938"/>
                  </a:cubicBezTo>
                  <a:cubicBezTo>
                    <a:pt x="136535" y="56938"/>
                    <a:pt x="130552" y="57290"/>
                    <a:pt x="133427" y="60231"/>
                  </a:cubicBezTo>
                  <a:cubicBezTo>
                    <a:pt x="136303" y="63172"/>
                    <a:pt x="145300" y="70460"/>
                    <a:pt x="145300" y="70460"/>
                  </a:cubicBezTo>
                  <a:lnTo>
                    <a:pt x="145300" y="73181"/>
                  </a:lnTo>
                  <a:lnTo>
                    <a:pt x="153741" y="73928"/>
                  </a:lnTo>
                  <a:lnTo>
                    <a:pt x="157404" y="75376"/>
                  </a:lnTo>
                  <a:lnTo>
                    <a:pt x="161439" y="76298"/>
                  </a:lnTo>
                  <a:lnTo>
                    <a:pt x="167236" y="81961"/>
                  </a:lnTo>
                  <a:lnTo>
                    <a:pt x="168210" y="84508"/>
                  </a:lnTo>
                  <a:lnTo>
                    <a:pt x="163387" y="83410"/>
                  </a:lnTo>
                  <a:lnTo>
                    <a:pt x="159538" y="84683"/>
                  </a:lnTo>
                  <a:lnTo>
                    <a:pt x="159167" y="86527"/>
                  </a:lnTo>
                  <a:lnTo>
                    <a:pt x="165149" y="86176"/>
                  </a:lnTo>
                  <a:lnTo>
                    <a:pt x="170344" y="86922"/>
                  </a:lnTo>
                  <a:lnTo>
                    <a:pt x="177671" y="89863"/>
                  </a:lnTo>
                  <a:lnTo>
                    <a:pt x="181057" y="92366"/>
                  </a:lnTo>
                  <a:lnTo>
                    <a:pt x="176234" y="86308"/>
                  </a:lnTo>
                  <a:lnTo>
                    <a:pt x="172292" y="8701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9" name="Freeform: Shape 2108">
              <a:extLst>
                <a:ext uri="{FF2B5EF4-FFF2-40B4-BE49-F238E27FC236}">
                  <a16:creationId xmlns:a16="http://schemas.microsoft.com/office/drawing/2014/main" id="{1A34C117-9A5A-7C4B-1A28-5C37841090CF}"/>
                </a:ext>
              </a:extLst>
            </p:cNvPr>
            <p:cNvSpPr>
              <a:spLocks/>
            </p:cNvSpPr>
            <p:nvPr/>
          </p:nvSpPr>
          <p:spPr>
            <a:xfrm>
              <a:off x="6162579" y="3049542"/>
              <a:ext cx="152085" cy="150514"/>
            </a:xfrm>
            <a:custGeom>
              <a:avLst/>
              <a:gdLst>
                <a:gd name="connsiteX0" fmla="*/ 96001 w 101890"/>
                <a:gd name="connsiteY0" fmla="*/ 9131 h 100838"/>
                <a:gd name="connsiteX1" fmla="*/ 96558 w 101890"/>
                <a:gd name="connsiteY1" fmla="*/ 8165 h 100838"/>
                <a:gd name="connsiteX2" fmla="*/ 101891 w 101890"/>
                <a:gd name="connsiteY2" fmla="*/ 5224 h 100838"/>
                <a:gd name="connsiteX3" fmla="*/ 101891 w 101890"/>
                <a:gd name="connsiteY3" fmla="*/ 1624 h 100838"/>
                <a:gd name="connsiteX4" fmla="*/ 98876 w 101890"/>
                <a:gd name="connsiteY4" fmla="*/ 878 h 100838"/>
                <a:gd name="connsiteX5" fmla="*/ 98876 w 101890"/>
                <a:gd name="connsiteY5" fmla="*/ 878 h 100838"/>
                <a:gd name="connsiteX6" fmla="*/ 98876 w 101890"/>
                <a:gd name="connsiteY6" fmla="*/ 878 h 100838"/>
                <a:gd name="connsiteX7" fmla="*/ 96094 w 101890"/>
                <a:gd name="connsiteY7" fmla="*/ 0 h 100838"/>
                <a:gd name="connsiteX8" fmla="*/ 97346 w 101890"/>
                <a:gd name="connsiteY8" fmla="*/ 2853 h 100838"/>
                <a:gd name="connsiteX9" fmla="*/ 97160 w 101890"/>
                <a:gd name="connsiteY9" fmla="*/ 3995 h 100838"/>
                <a:gd name="connsiteX10" fmla="*/ 93357 w 101890"/>
                <a:gd name="connsiteY10" fmla="*/ 8253 h 100838"/>
                <a:gd name="connsiteX11" fmla="*/ 92616 w 101890"/>
                <a:gd name="connsiteY11" fmla="*/ 8648 h 100838"/>
                <a:gd name="connsiteX12" fmla="*/ 79723 w 101890"/>
                <a:gd name="connsiteY12" fmla="*/ 10273 h 100838"/>
                <a:gd name="connsiteX13" fmla="*/ 79584 w 101890"/>
                <a:gd name="connsiteY13" fmla="*/ 10273 h 100838"/>
                <a:gd name="connsiteX14" fmla="*/ 78981 w 101890"/>
                <a:gd name="connsiteY14" fmla="*/ 10097 h 100838"/>
                <a:gd name="connsiteX15" fmla="*/ 70262 w 101890"/>
                <a:gd name="connsiteY15" fmla="*/ 5048 h 100838"/>
                <a:gd name="connsiteX16" fmla="*/ 68267 w 101890"/>
                <a:gd name="connsiteY16" fmla="*/ 3293 h 100838"/>
                <a:gd name="connsiteX17" fmla="*/ 65160 w 101890"/>
                <a:gd name="connsiteY17" fmla="*/ 4302 h 100838"/>
                <a:gd name="connsiteX18" fmla="*/ 60754 w 101890"/>
                <a:gd name="connsiteY18" fmla="*/ 7068 h 100838"/>
                <a:gd name="connsiteX19" fmla="*/ 60105 w 101890"/>
                <a:gd name="connsiteY19" fmla="*/ 7243 h 100838"/>
                <a:gd name="connsiteX20" fmla="*/ 41461 w 101890"/>
                <a:gd name="connsiteY20" fmla="*/ 7243 h 100838"/>
                <a:gd name="connsiteX21" fmla="*/ 40998 w 101890"/>
                <a:gd name="connsiteY21" fmla="*/ 11765 h 100838"/>
                <a:gd name="connsiteX22" fmla="*/ 39838 w 101890"/>
                <a:gd name="connsiteY22" fmla="*/ 12775 h 100838"/>
                <a:gd name="connsiteX23" fmla="*/ 27131 w 101890"/>
                <a:gd name="connsiteY23" fmla="*/ 12775 h 100838"/>
                <a:gd name="connsiteX24" fmla="*/ 24302 w 101890"/>
                <a:gd name="connsiteY24" fmla="*/ 16989 h 100838"/>
                <a:gd name="connsiteX25" fmla="*/ 23792 w 101890"/>
                <a:gd name="connsiteY25" fmla="*/ 17428 h 100838"/>
                <a:gd name="connsiteX26" fmla="*/ 15490 w 101890"/>
                <a:gd name="connsiteY26" fmla="*/ 20765 h 100838"/>
                <a:gd name="connsiteX27" fmla="*/ 12800 w 101890"/>
                <a:gd name="connsiteY27" fmla="*/ 26164 h 100838"/>
                <a:gd name="connsiteX28" fmla="*/ 7931 w 101890"/>
                <a:gd name="connsiteY28" fmla="*/ 32881 h 100838"/>
                <a:gd name="connsiteX29" fmla="*/ 6957 w 101890"/>
                <a:gd name="connsiteY29" fmla="*/ 33364 h 100838"/>
                <a:gd name="connsiteX30" fmla="*/ 5055 w 101890"/>
                <a:gd name="connsiteY30" fmla="*/ 33364 h 100838"/>
                <a:gd name="connsiteX31" fmla="*/ 5055 w 101890"/>
                <a:gd name="connsiteY31" fmla="*/ 37578 h 100838"/>
                <a:gd name="connsiteX32" fmla="*/ 4545 w 101890"/>
                <a:gd name="connsiteY32" fmla="*/ 38500 h 100838"/>
                <a:gd name="connsiteX33" fmla="*/ 232 w 101890"/>
                <a:gd name="connsiteY33" fmla="*/ 41222 h 100838"/>
                <a:gd name="connsiteX34" fmla="*/ 0 w 101890"/>
                <a:gd name="connsiteY34" fmla="*/ 41310 h 100838"/>
                <a:gd name="connsiteX35" fmla="*/ 1994 w 101890"/>
                <a:gd name="connsiteY35" fmla="*/ 46227 h 100838"/>
                <a:gd name="connsiteX36" fmla="*/ 4870 w 101890"/>
                <a:gd name="connsiteY36" fmla="*/ 49695 h 100838"/>
                <a:gd name="connsiteX37" fmla="*/ 9322 w 101890"/>
                <a:gd name="connsiteY37" fmla="*/ 52987 h 100838"/>
                <a:gd name="connsiteX38" fmla="*/ 12429 w 101890"/>
                <a:gd name="connsiteY38" fmla="*/ 51319 h 100838"/>
                <a:gd name="connsiteX39" fmla="*/ 14748 w 101890"/>
                <a:gd name="connsiteY39" fmla="*/ 52241 h 100838"/>
                <a:gd name="connsiteX40" fmla="*/ 12615 w 101890"/>
                <a:gd name="connsiteY40" fmla="*/ 54260 h 100838"/>
                <a:gd name="connsiteX41" fmla="*/ 6447 w 101890"/>
                <a:gd name="connsiteY41" fmla="*/ 60319 h 100838"/>
                <a:gd name="connsiteX42" fmla="*/ 8951 w 101890"/>
                <a:gd name="connsiteY42" fmla="*/ 59968 h 100838"/>
                <a:gd name="connsiteX43" fmla="*/ 9925 w 101890"/>
                <a:gd name="connsiteY43" fmla="*/ 57948 h 100838"/>
                <a:gd name="connsiteX44" fmla="*/ 11873 w 101890"/>
                <a:gd name="connsiteY44" fmla="*/ 56851 h 100838"/>
                <a:gd name="connsiteX45" fmla="*/ 10899 w 101890"/>
                <a:gd name="connsiteY45" fmla="*/ 59572 h 100838"/>
                <a:gd name="connsiteX46" fmla="*/ 7235 w 101890"/>
                <a:gd name="connsiteY46" fmla="*/ 64489 h 100838"/>
                <a:gd name="connsiteX47" fmla="*/ 3942 w 101890"/>
                <a:gd name="connsiteY47" fmla="*/ 67035 h 100838"/>
                <a:gd name="connsiteX48" fmla="*/ 5287 w 101890"/>
                <a:gd name="connsiteY48" fmla="*/ 69757 h 100838"/>
                <a:gd name="connsiteX49" fmla="*/ 11084 w 101890"/>
                <a:gd name="connsiteY49" fmla="*/ 71206 h 100838"/>
                <a:gd name="connsiteX50" fmla="*/ 17067 w 101890"/>
                <a:gd name="connsiteY50" fmla="*/ 72128 h 100838"/>
                <a:gd name="connsiteX51" fmla="*/ 16510 w 101890"/>
                <a:gd name="connsiteY51" fmla="*/ 75596 h 100838"/>
                <a:gd name="connsiteX52" fmla="*/ 22493 w 101890"/>
                <a:gd name="connsiteY52" fmla="*/ 81435 h 100838"/>
                <a:gd name="connsiteX53" fmla="*/ 24023 w 101890"/>
                <a:gd name="connsiteY53" fmla="*/ 86571 h 100838"/>
                <a:gd name="connsiteX54" fmla="*/ 22076 w 101890"/>
                <a:gd name="connsiteY54" fmla="*/ 88239 h 100838"/>
                <a:gd name="connsiteX55" fmla="*/ 24209 w 101890"/>
                <a:gd name="connsiteY55" fmla="*/ 92102 h 100838"/>
                <a:gd name="connsiteX56" fmla="*/ 25971 w 101890"/>
                <a:gd name="connsiteY56" fmla="*/ 94824 h 100838"/>
                <a:gd name="connsiteX57" fmla="*/ 28290 w 101890"/>
                <a:gd name="connsiteY57" fmla="*/ 93156 h 100838"/>
                <a:gd name="connsiteX58" fmla="*/ 30609 w 101890"/>
                <a:gd name="connsiteY58" fmla="*/ 90610 h 100838"/>
                <a:gd name="connsiteX59" fmla="*/ 33485 w 101890"/>
                <a:gd name="connsiteY59" fmla="*/ 92629 h 100838"/>
                <a:gd name="connsiteX60" fmla="*/ 34458 w 101890"/>
                <a:gd name="connsiteY60" fmla="*/ 97370 h 100838"/>
                <a:gd name="connsiteX61" fmla="*/ 35432 w 101890"/>
                <a:gd name="connsiteY61" fmla="*/ 100838 h 100838"/>
                <a:gd name="connsiteX62" fmla="*/ 37566 w 101890"/>
                <a:gd name="connsiteY62" fmla="*/ 100838 h 100838"/>
                <a:gd name="connsiteX63" fmla="*/ 37195 w 101890"/>
                <a:gd name="connsiteY63" fmla="*/ 95527 h 100838"/>
                <a:gd name="connsiteX64" fmla="*/ 39699 w 101890"/>
                <a:gd name="connsiteY64" fmla="*/ 95000 h 100838"/>
                <a:gd name="connsiteX65" fmla="*/ 46053 w 101890"/>
                <a:gd name="connsiteY65" fmla="*/ 99917 h 100838"/>
                <a:gd name="connsiteX66" fmla="*/ 47769 w 101890"/>
                <a:gd name="connsiteY66" fmla="*/ 98073 h 100838"/>
                <a:gd name="connsiteX67" fmla="*/ 46795 w 101890"/>
                <a:gd name="connsiteY67" fmla="*/ 91663 h 100838"/>
                <a:gd name="connsiteX68" fmla="*/ 44847 w 101890"/>
                <a:gd name="connsiteY68" fmla="*/ 89293 h 100838"/>
                <a:gd name="connsiteX69" fmla="*/ 43873 w 101890"/>
                <a:gd name="connsiteY69" fmla="*/ 85430 h 100838"/>
                <a:gd name="connsiteX70" fmla="*/ 41183 w 101890"/>
                <a:gd name="connsiteY70" fmla="*/ 81786 h 100838"/>
                <a:gd name="connsiteX71" fmla="*/ 41971 w 101890"/>
                <a:gd name="connsiteY71" fmla="*/ 80864 h 100838"/>
                <a:gd name="connsiteX72" fmla="*/ 45635 w 101890"/>
                <a:gd name="connsiteY72" fmla="*/ 81215 h 100838"/>
                <a:gd name="connsiteX73" fmla="*/ 47769 w 101890"/>
                <a:gd name="connsiteY73" fmla="*/ 85956 h 100838"/>
                <a:gd name="connsiteX74" fmla="*/ 49484 w 101890"/>
                <a:gd name="connsiteY74" fmla="*/ 84683 h 100838"/>
                <a:gd name="connsiteX75" fmla="*/ 51618 w 101890"/>
                <a:gd name="connsiteY75" fmla="*/ 82839 h 100838"/>
                <a:gd name="connsiteX76" fmla="*/ 53334 w 101890"/>
                <a:gd name="connsiteY76" fmla="*/ 80293 h 100838"/>
                <a:gd name="connsiteX77" fmla="*/ 49067 w 101890"/>
                <a:gd name="connsiteY77" fmla="*/ 79766 h 100838"/>
                <a:gd name="connsiteX78" fmla="*/ 47537 w 101890"/>
                <a:gd name="connsiteY78" fmla="*/ 75903 h 100838"/>
                <a:gd name="connsiteX79" fmla="*/ 46006 w 101890"/>
                <a:gd name="connsiteY79" fmla="*/ 72611 h 100838"/>
                <a:gd name="connsiteX80" fmla="*/ 48882 w 101890"/>
                <a:gd name="connsiteY80" fmla="*/ 72259 h 100838"/>
                <a:gd name="connsiteX81" fmla="*/ 53890 w 101890"/>
                <a:gd name="connsiteY81" fmla="*/ 74630 h 100838"/>
                <a:gd name="connsiteX82" fmla="*/ 56395 w 101890"/>
                <a:gd name="connsiteY82" fmla="*/ 73708 h 100838"/>
                <a:gd name="connsiteX83" fmla="*/ 60059 w 101890"/>
                <a:gd name="connsiteY83" fmla="*/ 76254 h 100838"/>
                <a:gd name="connsiteX84" fmla="*/ 62563 w 101890"/>
                <a:gd name="connsiteY84" fmla="*/ 78098 h 100838"/>
                <a:gd name="connsiteX85" fmla="*/ 62563 w 101890"/>
                <a:gd name="connsiteY85" fmla="*/ 72435 h 100838"/>
                <a:gd name="connsiteX86" fmla="*/ 65670 w 101890"/>
                <a:gd name="connsiteY86" fmla="*/ 72435 h 100838"/>
                <a:gd name="connsiteX87" fmla="*/ 69519 w 101890"/>
                <a:gd name="connsiteY87" fmla="*/ 71908 h 100838"/>
                <a:gd name="connsiteX88" fmla="*/ 67201 w 101890"/>
                <a:gd name="connsiteY88" fmla="*/ 62953 h 100838"/>
                <a:gd name="connsiteX89" fmla="*/ 65485 w 101890"/>
                <a:gd name="connsiteY89" fmla="*/ 59309 h 100838"/>
                <a:gd name="connsiteX90" fmla="*/ 60476 w 101890"/>
                <a:gd name="connsiteY90" fmla="*/ 58036 h 100838"/>
                <a:gd name="connsiteX91" fmla="*/ 55467 w 101890"/>
                <a:gd name="connsiteY91" fmla="*/ 56938 h 100838"/>
                <a:gd name="connsiteX92" fmla="*/ 52174 w 101890"/>
                <a:gd name="connsiteY92" fmla="*/ 54568 h 100838"/>
                <a:gd name="connsiteX93" fmla="*/ 48882 w 101890"/>
                <a:gd name="connsiteY93" fmla="*/ 50002 h 100838"/>
                <a:gd name="connsiteX94" fmla="*/ 45404 w 101890"/>
                <a:gd name="connsiteY94" fmla="*/ 54392 h 100838"/>
                <a:gd name="connsiteX95" fmla="*/ 50412 w 101890"/>
                <a:gd name="connsiteY95" fmla="*/ 57509 h 100838"/>
                <a:gd name="connsiteX96" fmla="*/ 51386 w 101890"/>
                <a:gd name="connsiteY96" fmla="*/ 60450 h 100838"/>
                <a:gd name="connsiteX97" fmla="*/ 46934 w 101890"/>
                <a:gd name="connsiteY97" fmla="*/ 58431 h 100838"/>
                <a:gd name="connsiteX98" fmla="*/ 38818 w 101890"/>
                <a:gd name="connsiteY98" fmla="*/ 55709 h 100838"/>
                <a:gd name="connsiteX99" fmla="*/ 42111 w 101890"/>
                <a:gd name="connsiteY99" fmla="*/ 54612 h 100838"/>
                <a:gd name="connsiteX100" fmla="*/ 43641 w 101890"/>
                <a:gd name="connsiteY100" fmla="*/ 51890 h 100838"/>
                <a:gd name="connsiteX101" fmla="*/ 45171 w 101890"/>
                <a:gd name="connsiteY101" fmla="*/ 49168 h 100838"/>
                <a:gd name="connsiteX102" fmla="*/ 47490 w 101890"/>
                <a:gd name="connsiteY102" fmla="*/ 46051 h 100838"/>
                <a:gd name="connsiteX103" fmla="*/ 46145 w 101890"/>
                <a:gd name="connsiteY103" fmla="*/ 41837 h 100838"/>
                <a:gd name="connsiteX104" fmla="*/ 44801 w 101890"/>
                <a:gd name="connsiteY104" fmla="*/ 39993 h 100838"/>
                <a:gd name="connsiteX105" fmla="*/ 44012 w 101890"/>
                <a:gd name="connsiteY105" fmla="*/ 35076 h 100838"/>
                <a:gd name="connsiteX106" fmla="*/ 40534 w 101890"/>
                <a:gd name="connsiteY106" fmla="*/ 33979 h 100838"/>
                <a:gd name="connsiteX107" fmla="*/ 38401 w 101890"/>
                <a:gd name="connsiteY107" fmla="*/ 32135 h 100838"/>
                <a:gd name="connsiteX108" fmla="*/ 38586 w 101890"/>
                <a:gd name="connsiteY108" fmla="*/ 27218 h 100838"/>
                <a:gd name="connsiteX109" fmla="*/ 44986 w 101890"/>
                <a:gd name="connsiteY109" fmla="*/ 28140 h 100838"/>
                <a:gd name="connsiteX110" fmla="*/ 48650 w 101890"/>
                <a:gd name="connsiteY110" fmla="*/ 29062 h 100838"/>
                <a:gd name="connsiteX111" fmla="*/ 53473 w 101890"/>
                <a:gd name="connsiteY111" fmla="*/ 29062 h 100838"/>
                <a:gd name="connsiteX112" fmla="*/ 56163 w 101890"/>
                <a:gd name="connsiteY112" fmla="*/ 30510 h 100838"/>
                <a:gd name="connsiteX113" fmla="*/ 59827 w 101890"/>
                <a:gd name="connsiteY113" fmla="*/ 34374 h 100838"/>
                <a:gd name="connsiteX114" fmla="*/ 60801 w 101890"/>
                <a:gd name="connsiteY114" fmla="*/ 30335 h 100838"/>
                <a:gd name="connsiteX115" fmla="*/ 57137 w 101890"/>
                <a:gd name="connsiteY115" fmla="*/ 28315 h 100838"/>
                <a:gd name="connsiteX116" fmla="*/ 59085 w 101890"/>
                <a:gd name="connsiteY116" fmla="*/ 25374 h 100838"/>
                <a:gd name="connsiteX117" fmla="*/ 58528 w 101890"/>
                <a:gd name="connsiteY117" fmla="*/ 21730 h 100838"/>
                <a:gd name="connsiteX118" fmla="*/ 57740 w 101890"/>
                <a:gd name="connsiteY118" fmla="*/ 18614 h 100838"/>
                <a:gd name="connsiteX119" fmla="*/ 62377 w 101890"/>
                <a:gd name="connsiteY119" fmla="*/ 18438 h 100838"/>
                <a:gd name="connsiteX120" fmla="*/ 66459 w 101890"/>
                <a:gd name="connsiteY120" fmla="*/ 16506 h 100838"/>
                <a:gd name="connsiteX121" fmla="*/ 70308 w 101890"/>
                <a:gd name="connsiteY121" fmla="*/ 13872 h 100838"/>
                <a:gd name="connsiteX122" fmla="*/ 71653 w 101890"/>
                <a:gd name="connsiteY122" fmla="*/ 16506 h 100838"/>
                <a:gd name="connsiteX123" fmla="*/ 76291 w 101890"/>
                <a:gd name="connsiteY123" fmla="*/ 16506 h 100838"/>
                <a:gd name="connsiteX124" fmla="*/ 76847 w 101890"/>
                <a:gd name="connsiteY124" fmla="*/ 15145 h 100838"/>
                <a:gd name="connsiteX125" fmla="*/ 79351 w 101890"/>
                <a:gd name="connsiteY125" fmla="*/ 14794 h 100838"/>
                <a:gd name="connsiteX126" fmla="*/ 83015 w 101890"/>
                <a:gd name="connsiteY126" fmla="*/ 16506 h 100838"/>
                <a:gd name="connsiteX127" fmla="*/ 88024 w 101890"/>
                <a:gd name="connsiteY127" fmla="*/ 16506 h 100838"/>
                <a:gd name="connsiteX128" fmla="*/ 91270 w 101890"/>
                <a:gd name="connsiteY128" fmla="*/ 18306 h 100838"/>
                <a:gd name="connsiteX129" fmla="*/ 95955 w 101890"/>
                <a:gd name="connsiteY129" fmla="*/ 14311 h 100838"/>
                <a:gd name="connsiteX130" fmla="*/ 95955 w 101890"/>
                <a:gd name="connsiteY130" fmla="*/ 9263 h 10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101890" h="100838">
                  <a:moveTo>
                    <a:pt x="96001" y="9131"/>
                  </a:moveTo>
                  <a:cubicBezTo>
                    <a:pt x="96001" y="8736"/>
                    <a:pt x="96233" y="8385"/>
                    <a:pt x="96558" y="8165"/>
                  </a:cubicBezTo>
                  <a:lnTo>
                    <a:pt x="101891" y="5224"/>
                  </a:lnTo>
                  <a:lnTo>
                    <a:pt x="101891" y="1624"/>
                  </a:lnTo>
                  <a:lnTo>
                    <a:pt x="98876" y="878"/>
                  </a:lnTo>
                  <a:cubicBezTo>
                    <a:pt x="98876" y="878"/>
                    <a:pt x="98876" y="878"/>
                    <a:pt x="98876" y="878"/>
                  </a:cubicBezTo>
                  <a:cubicBezTo>
                    <a:pt x="98876" y="878"/>
                    <a:pt x="98876" y="878"/>
                    <a:pt x="98876" y="878"/>
                  </a:cubicBezTo>
                  <a:lnTo>
                    <a:pt x="96094" y="0"/>
                  </a:lnTo>
                  <a:lnTo>
                    <a:pt x="97346" y="2853"/>
                  </a:lnTo>
                  <a:cubicBezTo>
                    <a:pt x="97532" y="3249"/>
                    <a:pt x="97439" y="3688"/>
                    <a:pt x="97160" y="3995"/>
                  </a:cubicBezTo>
                  <a:lnTo>
                    <a:pt x="93357" y="8253"/>
                  </a:lnTo>
                  <a:cubicBezTo>
                    <a:pt x="93357" y="8253"/>
                    <a:pt x="92894" y="8604"/>
                    <a:pt x="92616" y="8648"/>
                  </a:cubicBezTo>
                  <a:lnTo>
                    <a:pt x="79723" y="10273"/>
                  </a:lnTo>
                  <a:cubicBezTo>
                    <a:pt x="79723" y="10273"/>
                    <a:pt x="79630" y="10273"/>
                    <a:pt x="79584" y="10273"/>
                  </a:cubicBezTo>
                  <a:cubicBezTo>
                    <a:pt x="79351" y="10273"/>
                    <a:pt x="79166" y="10229"/>
                    <a:pt x="78981" y="10097"/>
                  </a:cubicBezTo>
                  <a:lnTo>
                    <a:pt x="70262" y="5048"/>
                  </a:lnTo>
                  <a:lnTo>
                    <a:pt x="68267" y="3293"/>
                  </a:lnTo>
                  <a:lnTo>
                    <a:pt x="65160" y="4302"/>
                  </a:lnTo>
                  <a:lnTo>
                    <a:pt x="60754" y="7068"/>
                  </a:lnTo>
                  <a:cubicBezTo>
                    <a:pt x="60754" y="7068"/>
                    <a:pt x="60337" y="7243"/>
                    <a:pt x="60105" y="7243"/>
                  </a:cubicBezTo>
                  <a:lnTo>
                    <a:pt x="41461" y="7243"/>
                  </a:lnTo>
                  <a:lnTo>
                    <a:pt x="40998" y="11765"/>
                  </a:lnTo>
                  <a:cubicBezTo>
                    <a:pt x="40951" y="12336"/>
                    <a:pt x="40441" y="12775"/>
                    <a:pt x="39838" y="12775"/>
                  </a:cubicBezTo>
                  <a:lnTo>
                    <a:pt x="27131" y="12775"/>
                  </a:lnTo>
                  <a:lnTo>
                    <a:pt x="24302" y="16989"/>
                  </a:lnTo>
                  <a:cubicBezTo>
                    <a:pt x="24302" y="16989"/>
                    <a:pt x="23977" y="17340"/>
                    <a:pt x="23792" y="17428"/>
                  </a:cubicBezTo>
                  <a:lnTo>
                    <a:pt x="15490" y="20765"/>
                  </a:lnTo>
                  <a:lnTo>
                    <a:pt x="12800" y="26164"/>
                  </a:lnTo>
                  <a:lnTo>
                    <a:pt x="7931" y="32881"/>
                  </a:lnTo>
                  <a:cubicBezTo>
                    <a:pt x="7699" y="33188"/>
                    <a:pt x="7374" y="33364"/>
                    <a:pt x="6957" y="33364"/>
                  </a:cubicBezTo>
                  <a:lnTo>
                    <a:pt x="5055" y="33364"/>
                  </a:lnTo>
                  <a:lnTo>
                    <a:pt x="5055" y="37578"/>
                  </a:lnTo>
                  <a:cubicBezTo>
                    <a:pt x="5055" y="37930"/>
                    <a:pt x="4870" y="38281"/>
                    <a:pt x="4545" y="38500"/>
                  </a:cubicBezTo>
                  <a:lnTo>
                    <a:pt x="232" y="41222"/>
                  </a:lnTo>
                  <a:cubicBezTo>
                    <a:pt x="232" y="41222"/>
                    <a:pt x="46" y="41222"/>
                    <a:pt x="0" y="41310"/>
                  </a:cubicBezTo>
                  <a:lnTo>
                    <a:pt x="1994" y="46227"/>
                  </a:lnTo>
                  <a:lnTo>
                    <a:pt x="4870" y="49695"/>
                  </a:lnTo>
                  <a:lnTo>
                    <a:pt x="9322" y="52987"/>
                  </a:lnTo>
                  <a:lnTo>
                    <a:pt x="12429" y="51319"/>
                  </a:lnTo>
                  <a:lnTo>
                    <a:pt x="14748" y="52241"/>
                  </a:lnTo>
                  <a:lnTo>
                    <a:pt x="12615" y="54260"/>
                  </a:lnTo>
                  <a:cubicBezTo>
                    <a:pt x="12615" y="54260"/>
                    <a:pt x="5472" y="56104"/>
                    <a:pt x="6447" y="60319"/>
                  </a:cubicBezTo>
                  <a:lnTo>
                    <a:pt x="8951" y="59968"/>
                  </a:lnTo>
                  <a:lnTo>
                    <a:pt x="9925" y="57948"/>
                  </a:lnTo>
                  <a:lnTo>
                    <a:pt x="11873" y="56851"/>
                  </a:lnTo>
                  <a:lnTo>
                    <a:pt x="10899" y="59572"/>
                  </a:lnTo>
                  <a:lnTo>
                    <a:pt x="7235" y="64489"/>
                  </a:lnTo>
                  <a:lnTo>
                    <a:pt x="3942" y="67035"/>
                  </a:lnTo>
                  <a:lnTo>
                    <a:pt x="5287" y="69757"/>
                  </a:lnTo>
                  <a:lnTo>
                    <a:pt x="11084" y="71206"/>
                  </a:lnTo>
                  <a:lnTo>
                    <a:pt x="17067" y="72128"/>
                  </a:lnTo>
                  <a:lnTo>
                    <a:pt x="16510" y="75596"/>
                  </a:lnTo>
                  <a:lnTo>
                    <a:pt x="22493" y="81435"/>
                  </a:lnTo>
                  <a:lnTo>
                    <a:pt x="24023" y="86571"/>
                  </a:lnTo>
                  <a:lnTo>
                    <a:pt x="22076" y="88239"/>
                  </a:lnTo>
                  <a:lnTo>
                    <a:pt x="24209" y="92102"/>
                  </a:lnTo>
                  <a:lnTo>
                    <a:pt x="25971" y="94824"/>
                  </a:lnTo>
                  <a:lnTo>
                    <a:pt x="28290" y="93156"/>
                  </a:lnTo>
                  <a:lnTo>
                    <a:pt x="30609" y="90610"/>
                  </a:lnTo>
                  <a:lnTo>
                    <a:pt x="33485" y="92629"/>
                  </a:lnTo>
                  <a:lnTo>
                    <a:pt x="34458" y="97370"/>
                  </a:lnTo>
                  <a:lnTo>
                    <a:pt x="35432" y="100838"/>
                  </a:lnTo>
                  <a:lnTo>
                    <a:pt x="37566" y="100838"/>
                  </a:lnTo>
                  <a:lnTo>
                    <a:pt x="37195" y="95527"/>
                  </a:lnTo>
                  <a:lnTo>
                    <a:pt x="39699" y="95000"/>
                  </a:lnTo>
                  <a:lnTo>
                    <a:pt x="46053" y="99917"/>
                  </a:lnTo>
                  <a:lnTo>
                    <a:pt x="47769" y="98073"/>
                  </a:lnTo>
                  <a:lnTo>
                    <a:pt x="46795" y="91663"/>
                  </a:lnTo>
                  <a:lnTo>
                    <a:pt x="44847" y="89293"/>
                  </a:lnTo>
                  <a:lnTo>
                    <a:pt x="43873" y="85430"/>
                  </a:lnTo>
                  <a:lnTo>
                    <a:pt x="41183" y="81786"/>
                  </a:lnTo>
                  <a:lnTo>
                    <a:pt x="41971" y="80864"/>
                  </a:lnTo>
                  <a:lnTo>
                    <a:pt x="45635" y="81215"/>
                  </a:lnTo>
                  <a:lnTo>
                    <a:pt x="47769" y="85956"/>
                  </a:lnTo>
                  <a:lnTo>
                    <a:pt x="49484" y="84683"/>
                  </a:lnTo>
                  <a:lnTo>
                    <a:pt x="51618" y="82839"/>
                  </a:lnTo>
                  <a:lnTo>
                    <a:pt x="53334" y="80293"/>
                  </a:lnTo>
                  <a:lnTo>
                    <a:pt x="49067" y="79766"/>
                  </a:lnTo>
                  <a:lnTo>
                    <a:pt x="47537" y="75903"/>
                  </a:lnTo>
                  <a:lnTo>
                    <a:pt x="46006" y="72611"/>
                  </a:lnTo>
                  <a:lnTo>
                    <a:pt x="48882" y="72259"/>
                  </a:lnTo>
                  <a:lnTo>
                    <a:pt x="53890" y="74630"/>
                  </a:lnTo>
                  <a:lnTo>
                    <a:pt x="56395" y="73708"/>
                  </a:lnTo>
                  <a:lnTo>
                    <a:pt x="60059" y="76254"/>
                  </a:lnTo>
                  <a:lnTo>
                    <a:pt x="62563" y="78098"/>
                  </a:lnTo>
                  <a:lnTo>
                    <a:pt x="62563" y="72435"/>
                  </a:lnTo>
                  <a:lnTo>
                    <a:pt x="65670" y="72435"/>
                  </a:lnTo>
                  <a:lnTo>
                    <a:pt x="69519" y="71908"/>
                  </a:lnTo>
                  <a:lnTo>
                    <a:pt x="67201" y="62953"/>
                  </a:lnTo>
                  <a:lnTo>
                    <a:pt x="65485" y="59309"/>
                  </a:lnTo>
                  <a:lnTo>
                    <a:pt x="60476" y="58036"/>
                  </a:lnTo>
                  <a:lnTo>
                    <a:pt x="55467" y="56938"/>
                  </a:lnTo>
                  <a:lnTo>
                    <a:pt x="52174" y="54568"/>
                  </a:lnTo>
                  <a:lnTo>
                    <a:pt x="48882" y="50002"/>
                  </a:lnTo>
                  <a:lnTo>
                    <a:pt x="45404" y="54392"/>
                  </a:lnTo>
                  <a:lnTo>
                    <a:pt x="50412" y="57509"/>
                  </a:lnTo>
                  <a:lnTo>
                    <a:pt x="51386" y="60450"/>
                  </a:lnTo>
                  <a:lnTo>
                    <a:pt x="46934" y="58431"/>
                  </a:lnTo>
                  <a:lnTo>
                    <a:pt x="38818" y="55709"/>
                  </a:lnTo>
                  <a:lnTo>
                    <a:pt x="42111" y="54612"/>
                  </a:lnTo>
                  <a:lnTo>
                    <a:pt x="43641" y="51890"/>
                  </a:lnTo>
                  <a:lnTo>
                    <a:pt x="45171" y="49168"/>
                  </a:lnTo>
                  <a:lnTo>
                    <a:pt x="47490" y="46051"/>
                  </a:lnTo>
                  <a:lnTo>
                    <a:pt x="46145" y="41837"/>
                  </a:lnTo>
                  <a:lnTo>
                    <a:pt x="44801" y="39993"/>
                  </a:lnTo>
                  <a:lnTo>
                    <a:pt x="44012" y="35076"/>
                  </a:lnTo>
                  <a:lnTo>
                    <a:pt x="40534" y="33979"/>
                  </a:lnTo>
                  <a:lnTo>
                    <a:pt x="38401" y="32135"/>
                  </a:lnTo>
                  <a:lnTo>
                    <a:pt x="38586" y="27218"/>
                  </a:lnTo>
                  <a:lnTo>
                    <a:pt x="44986" y="28140"/>
                  </a:lnTo>
                  <a:lnTo>
                    <a:pt x="48650" y="29062"/>
                  </a:lnTo>
                  <a:lnTo>
                    <a:pt x="53473" y="29062"/>
                  </a:lnTo>
                  <a:lnTo>
                    <a:pt x="56163" y="30510"/>
                  </a:lnTo>
                  <a:lnTo>
                    <a:pt x="59827" y="34374"/>
                  </a:lnTo>
                  <a:lnTo>
                    <a:pt x="60801" y="30335"/>
                  </a:lnTo>
                  <a:lnTo>
                    <a:pt x="57137" y="28315"/>
                  </a:lnTo>
                  <a:lnTo>
                    <a:pt x="59085" y="25374"/>
                  </a:lnTo>
                  <a:lnTo>
                    <a:pt x="58528" y="21730"/>
                  </a:lnTo>
                  <a:lnTo>
                    <a:pt x="57740" y="18614"/>
                  </a:lnTo>
                  <a:lnTo>
                    <a:pt x="62377" y="18438"/>
                  </a:lnTo>
                  <a:lnTo>
                    <a:pt x="66459" y="16506"/>
                  </a:lnTo>
                  <a:lnTo>
                    <a:pt x="70308" y="13872"/>
                  </a:lnTo>
                  <a:lnTo>
                    <a:pt x="71653" y="16506"/>
                  </a:lnTo>
                  <a:lnTo>
                    <a:pt x="76291" y="16506"/>
                  </a:lnTo>
                  <a:lnTo>
                    <a:pt x="76847" y="15145"/>
                  </a:lnTo>
                  <a:lnTo>
                    <a:pt x="79351" y="14794"/>
                  </a:lnTo>
                  <a:lnTo>
                    <a:pt x="83015" y="16506"/>
                  </a:lnTo>
                  <a:lnTo>
                    <a:pt x="88024" y="16506"/>
                  </a:lnTo>
                  <a:lnTo>
                    <a:pt x="91270" y="18306"/>
                  </a:lnTo>
                  <a:lnTo>
                    <a:pt x="95955" y="14311"/>
                  </a:lnTo>
                  <a:lnTo>
                    <a:pt x="95955" y="926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0" name="Freeform: Shape 2109">
              <a:extLst>
                <a:ext uri="{FF2B5EF4-FFF2-40B4-BE49-F238E27FC236}">
                  <a16:creationId xmlns:a16="http://schemas.microsoft.com/office/drawing/2014/main" id="{1EAC667A-EF6E-C87F-9FB0-11AE7C2BF678}"/>
                </a:ext>
              </a:extLst>
            </p:cNvPr>
            <p:cNvSpPr>
              <a:spLocks/>
            </p:cNvSpPr>
            <p:nvPr/>
          </p:nvSpPr>
          <p:spPr>
            <a:xfrm>
              <a:off x="6142962" y="3023987"/>
              <a:ext cx="39277" cy="84069"/>
            </a:xfrm>
            <a:custGeom>
              <a:avLst/>
              <a:gdLst>
                <a:gd name="connsiteX0" fmla="*/ 15833 w 26314"/>
                <a:gd name="connsiteY0" fmla="*/ 54041 h 56323"/>
                <a:gd name="connsiteX1" fmla="*/ 15833 w 26314"/>
                <a:gd name="connsiteY1" fmla="*/ 49344 h 56323"/>
                <a:gd name="connsiteX2" fmla="*/ 16992 w 26314"/>
                <a:gd name="connsiteY2" fmla="*/ 48246 h 56323"/>
                <a:gd name="connsiteX3" fmla="*/ 19404 w 26314"/>
                <a:gd name="connsiteY3" fmla="*/ 48246 h 56323"/>
                <a:gd name="connsiteX4" fmla="*/ 23856 w 26314"/>
                <a:gd name="connsiteY4" fmla="*/ 42144 h 56323"/>
                <a:gd name="connsiteX5" fmla="*/ 26314 w 26314"/>
                <a:gd name="connsiteY5" fmla="*/ 37227 h 56323"/>
                <a:gd name="connsiteX6" fmla="*/ 22233 w 26314"/>
                <a:gd name="connsiteY6" fmla="*/ 33101 h 56323"/>
                <a:gd name="connsiteX7" fmla="*/ 22001 w 26314"/>
                <a:gd name="connsiteY7" fmla="*/ 32793 h 56323"/>
                <a:gd name="connsiteX8" fmla="*/ 15926 w 26314"/>
                <a:gd name="connsiteY8" fmla="*/ 19887 h 56323"/>
                <a:gd name="connsiteX9" fmla="*/ 15926 w 26314"/>
                <a:gd name="connsiteY9" fmla="*/ 19009 h 56323"/>
                <a:gd name="connsiteX10" fmla="*/ 18430 w 26314"/>
                <a:gd name="connsiteY10" fmla="*/ 13741 h 56323"/>
                <a:gd name="connsiteX11" fmla="*/ 18430 w 26314"/>
                <a:gd name="connsiteY11" fmla="*/ 5751 h 56323"/>
                <a:gd name="connsiteX12" fmla="*/ 15230 w 26314"/>
                <a:gd name="connsiteY12" fmla="*/ 5751 h 56323"/>
                <a:gd name="connsiteX13" fmla="*/ 14256 w 26314"/>
                <a:gd name="connsiteY13" fmla="*/ 5224 h 56323"/>
                <a:gd name="connsiteX14" fmla="*/ 11705 w 26314"/>
                <a:gd name="connsiteY14" fmla="*/ 1361 h 56323"/>
                <a:gd name="connsiteX15" fmla="*/ 7114 w 26314"/>
                <a:gd name="connsiteY15" fmla="*/ 1361 h 56323"/>
                <a:gd name="connsiteX16" fmla="*/ 6186 w 26314"/>
                <a:gd name="connsiteY16" fmla="*/ 922 h 56323"/>
                <a:gd name="connsiteX17" fmla="*/ 5445 w 26314"/>
                <a:gd name="connsiteY17" fmla="*/ 0 h 56323"/>
                <a:gd name="connsiteX18" fmla="*/ 992 w 26314"/>
                <a:gd name="connsiteY18" fmla="*/ 6761 h 56323"/>
                <a:gd name="connsiteX19" fmla="*/ 992 w 26314"/>
                <a:gd name="connsiteY19" fmla="*/ 13346 h 56323"/>
                <a:gd name="connsiteX20" fmla="*/ 3589 w 26314"/>
                <a:gd name="connsiteY20" fmla="*/ 14443 h 56323"/>
                <a:gd name="connsiteX21" fmla="*/ 3218 w 26314"/>
                <a:gd name="connsiteY21" fmla="*/ 17384 h 56323"/>
                <a:gd name="connsiteX22" fmla="*/ 1270 w 26314"/>
                <a:gd name="connsiteY22" fmla="*/ 23618 h 56323"/>
                <a:gd name="connsiteX23" fmla="*/ 2616 w 26314"/>
                <a:gd name="connsiteY23" fmla="*/ 29852 h 56323"/>
                <a:gd name="connsiteX24" fmla="*/ 297 w 26314"/>
                <a:gd name="connsiteY24" fmla="*/ 39730 h 56323"/>
                <a:gd name="connsiteX25" fmla="*/ 1827 w 26314"/>
                <a:gd name="connsiteY25" fmla="*/ 42100 h 56323"/>
                <a:gd name="connsiteX26" fmla="*/ 668 w 26314"/>
                <a:gd name="connsiteY26" fmla="*/ 45217 h 56323"/>
                <a:gd name="connsiteX27" fmla="*/ 9572 w 26314"/>
                <a:gd name="connsiteY27" fmla="*/ 50705 h 56323"/>
                <a:gd name="connsiteX28" fmla="*/ 11288 w 26314"/>
                <a:gd name="connsiteY28" fmla="*/ 54173 h 56323"/>
                <a:gd name="connsiteX29" fmla="*/ 12123 w 26314"/>
                <a:gd name="connsiteY29" fmla="*/ 56324 h 56323"/>
                <a:gd name="connsiteX30" fmla="*/ 12215 w 26314"/>
                <a:gd name="connsiteY30" fmla="*/ 56324 h 56323"/>
                <a:gd name="connsiteX31" fmla="*/ 15694 w 26314"/>
                <a:gd name="connsiteY31" fmla="*/ 54129 h 5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6314" h="56323">
                  <a:moveTo>
                    <a:pt x="15833" y="54041"/>
                  </a:moveTo>
                  <a:lnTo>
                    <a:pt x="15833" y="49344"/>
                  </a:lnTo>
                  <a:cubicBezTo>
                    <a:pt x="15833" y="48729"/>
                    <a:pt x="16343" y="48246"/>
                    <a:pt x="16992" y="48246"/>
                  </a:cubicBezTo>
                  <a:lnTo>
                    <a:pt x="19404" y="48246"/>
                  </a:lnTo>
                  <a:lnTo>
                    <a:pt x="23856" y="42144"/>
                  </a:lnTo>
                  <a:lnTo>
                    <a:pt x="26314" y="37227"/>
                  </a:lnTo>
                  <a:lnTo>
                    <a:pt x="22233" y="33101"/>
                  </a:lnTo>
                  <a:cubicBezTo>
                    <a:pt x="22233" y="33101"/>
                    <a:pt x="22047" y="32925"/>
                    <a:pt x="22001" y="32793"/>
                  </a:cubicBezTo>
                  <a:lnTo>
                    <a:pt x="15926" y="19887"/>
                  </a:lnTo>
                  <a:cubicBezTo>
                    <a:pt x="15787" y="19579"/>
                    <a:pt x="15787" y="19272"/>
                    <a:pt x="15926" y="19009"/>
                  </a:cubicBezTo>
                  <a:lnTo>
                    <a:pt x="18430" y="13741"/>
                  </a:lnTo>
                  <a:lnTo>
                    <a:pt x="18430" y="5751"/>
                  </a:lnTo>
                  <a:lnTo>
                    <a:pt x="15230" y="5751"/>
                  </a:lnTo>
                  <a:cubicBezTo>
                    <a:pt x="14813" y="5751"/>
                    <a:pt x="14442" y="5575"/>
                    <a:pt x="14256" y="5224"/>
                  </a:cubicBezTo>
                  <a:lnTo>
                    <a:pt x="11705" y="1361"/>
                  </a:lnTo>
                  <a:lnTo>
                    <a:pt x="7114" y="1361"/>
                  </a:lnTo>
                  <a:cubicBezTo>
                    <a:pt x="6743" y="1361"/>
                    <a:pt x="6418" y="1185"/>
                    <a:pt x="6186" y="922"/>
                  </a:cubicBezTo>
                  <a:lnTo>
                    <a:pt x="5445" y="0"/>
                  </a:lnTo>
                  <a:lnTo>
                    <a:pt x="992" y="6761"/>
                  </a:lnTo>
                  <a:lnTo>
                    <a:pt x="992" y="13346"/>
                  </a:lnTo>
                  <a:lnTo>
                    <a:pt x="3589" y="14443"/>
                  </a:lnTo>
                  <a:lnTo>
                    <a:pt x="3218" y="17384"/>
                  </a:lnTo>
                  <a:cubicBezTo>
                    <a:pt x="3218" y="17384"/>
                    <a:pt x="529" y="21248"/>
                    <a:pt x="1270" y="23618"/>
                  </a:cubicBezTo>
                  <a:cubicBezTo>
                    <a:pt x="2059" y="25989"/>
                    <a:pt x="2616" y="29852"/>
                    <a:pt x="2616" y="29852"/>
                  </a:cubicBezTo>
                  <a:cubicBezTo>
                    <a:pt x="2616" y="29852"/>
                    <a:pt x="-1048" y="36261"/>
                    <a:pt x="297" y="39730"/>
                  </a:cubicBezTo>
                  <a:lnTo>
                    <a:pt x="1827" y="42100"/>
                  </a:lnTo>
                  <a:cubicBezTo>
                    <a:pt x="1827" y="42100"/>
                    <a:pt x="-1048" y="43768"/>
                    <a:pt x="668" y="45217"/>
                  </a:cubicBezTo>
                  <a:cubicBezTo>
                    <a:pt x="2430" y="46666"/>
                    <a:pt x="9572" y="50705"/>
                    <a:pt x="9572" y="50705"/>
                  </a:cubicBezTo>
                  <a:lnTo>
                    <a:pt x="11288" y="54173"/>
                  </a:lnTo>
                  <a:lnTo>
                    <a:pt x="12123" y="56324"/>
                  </a:lnTo>
                  <a:lnTo>
                    <a:pt x="12215" y="56324"/>
                  </a:lnTo>
                  <a:lnTo>
                    <a:pt x="15694" y="541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1" name="Freeform: Shape 2110">
              <a:extLst>
                <a:ext uri="{FF2B5EF4-FFF2-40B4-BE49-F238E27FC236}">
                  <a16:creationId xmlns:a16="http://schemas.microsoft.com/office/drawing/2014/main" id="{F2179F6A-6AB1-406D-E84A-F74F76CE2CFB}"/>
                </a:ext>
              </a:extLst>
            </p:cNvPr>
            <p:cNvSpPr>
              <a:spLocks/>
            </p:cNvSpPr>
            <p:nvPr/>
          </p:nvSpPr>
          <p:spPr>
            <a:xfrm>
              <a:off x="5876650" y="2488305"/>
              <a:ext cx="107468" cy="123175"/>
            </a:xfrm>
            <a:custGeom>
              <a:avLst/>
              <a:gdLst>
                <a:gd name="connsiteX0" fmla="*/ 25344 w 71999"/>
                <a:gd name="connsiteY0" fmla="*/ 76254 h 82522"/>
                <a:gd name="connsiteX1" fmla="*/ 30168 w 71999"/>
                <a:gd name="connsiteY1" fmla="*/ 76079 h 82522"/>
                <a:gd name="connsiteX2" fmla="*/ 32115 w 71999"/>
                <a:gd name="connsiteY2" fmla="*/ 73138 h 82522"/>
                <a:gd name="connsiteX3" fmla="*/ 35594 w 71999"/>
                <a:gd name="connsiteY3" fmla="*/ 69845 h 82522"/>
                <a:gd name="connsiteX4" fmla="*/ 39628 w 71999"/>
                <a:gd name="connsiteY4" fmla="*/ 70372 h 82522"/>
                <a:gd name="connsiteX5" fmla="*/ 40974 w 71999"/>
                <a:gd name="connsiteY5" fmla="*/ 72040 h 82522"/>
                <a:gd name="connsiteX6" fmla="*/ 42504 w 71999"/>
                <a:gd name="connsiteY6" fmla="*/ 76606 h 82522"/>
                <a:gd name="connsiteX7" fmla="*/ 40556 w 71999"/>
                <a:gd name="connsiteY7" fmla="*/ 77879 h 82522"/>
                <a:gd name="connsiteX8" fmla="*/ 40927 w 71999"/>
                <a:gd name="connsiteY8" fmla="*/ 80074 h 82522"/>
                <a:gd name="connsiteX9" fmla="*/ 44591 w 71999"/>
                <a:gd name="connsiteY9" fmla="*/ 79152 h 82522"/>
                <a:gd name="connsiteX10" fmla="*/ 44034 w 71999"/>
                <a:gd name="connsiteY10" fmla="*/ 72742 h 82522"/>
                <a:gd name="connsiteX11" fmla="*/ 48487 w 71999"/>
                <a:gd name="connsiteY11" fmla="*/ 72742 h 82522"/>
                <a:gd name="connsiteX12" fmla="*/ 49275 w 71999"/>
                <a:gd name="connsiteY12" fmla="*/ 75464 h 82522"/>
                <a:gd name="connsiteX13" fmla="*/ 47930 w 71999"/>
                <a:gd name="connsiteY13" fmla="*/ 78010 h 82522"/>
                <a:gd name="connsiteX14" fmla="*/ 48487 w 71999"/>
                <a:gd name="connsiteY14" fmla="*/ 80732 h 82522"/>
                <a:gd name="connsiteX15" fmla="*/ 51779 w 71999"/>
                <a:gd name="connsiteY15" fmla="*/ 82181 h 82522"/>
                <a:gd name="connsiteX16" fmla="*/ 63559 w 71999"/>
                <a:gd name="connsiteY16" fmla="*/ 79810 h 82522"/>
                <a:gd name="connsiteX17" fmla="*/ 65275 w 71999"/>
                <a:gd name="connsiteY17" fmla="*/ 76518 h 82522"/>
                <a:gd name="connsiteX18" fmla="*/ 67779 w 71999"/>
                <a:gd name="connsiteY18" fmla="*/ 75420 h 82522"/>
                <a:gd name="connsiteX19" fmla="*/ 70469 w 71999"/>
                <a:gd name="connsiteY19" fmla="*/ 75771 h 82522"/>
                <a:gd name="connsiteX20" fmla="*/ 71629 w 71999"/>
                <a:gd name="connsiteY20" fmla="*/ 72303 h 82522"/>
                <a:gd name="connsiteX21" fmla="*/ 67362 w 71999"/>
                <a:gd name="connsiteY21" fmla="*/ 72479 h 82522"/>
                <a:gd name="connsiteX22" fmla="*/ 64487 w 71999"/>
                <a:gd name="connsiteY22" fmla="*/ 73928 h 82522"/>
                <a:gd name="connsiteX23" fmla="*/ 63698 w 71999"/>
                <a:gd name="connsiteY23" fmla="*/ 72479 h 82522"/>
                <a:gd name="connsiteX24" fmla="*/ 64672 w 71999"/>
                <a:gd name="connsiteY24" fmla="*/ 67738 h 82522"/>
                <a:gd name="connsiteX25" fmla="*/ 68522 w 71999"/>
                <a:gd name="connsiteY25" fmla="*/ 66640 h 82522"/>
                <a:gd name="connsiteX26" fmla="*/ 69495 w 71999"/>
                <a:gd name="connsiteY26" fmla="*/ 63523 h 82522"/>
                <a:gd name="connsiteX27" fmla="*/ 65043 w 71999"/>
                <a:gd name="connsiteY27" fmla="*/ 61328 h 82522"/>
                <a:gd name="connsiteX28" fmla="*/ 66017 w 71999"/>
                <a:gd name="connsiteY28" fmla="*/ 59880 h 82522"/>
                <a:gd name="connsiteX29" fmla="*/ 68151 w 71999"/>
                <a:gd name="connsiteY29" fmla="*/ 57685 h 82522"/>
                <a:gd name="connsiteX30" fmla="*/ 70284 w 71999"/>
                <a:gd name="connsiteY30" fmla="*/ 58606 h 82522"/>
                <a:gd name="connsiteX31" fmla="*/ 72000 w 71999"/>
                <a:gd name="connsiteY31" fmla="*/ 58606 h 82522"/>
                <a:gd name="connsiteX32" fmla="*/ 72000 w 71999"/>
                <a:gd name="connsiteY32" fmla="*/ 51100 h 82522"/>
                <a:gd name="connsiteX33" fmla="*/ 71629 w 71999"/>
                <a:gd name="connsiteY33" fmla="*/ 48553 h 82522"/>
                <a:gd name="connsiteX34" fmla="*/ 70655 w 71999"/>
                <a:gd name="connsiteY34" fmla="*/ 44910 h 82522"/>
                <a:gd name="connsiteX35" fmla="*/ 62168 w 71999"/>
                <a:gd name="connsiteY35" fmla="*/ 47456 h 82522"/>
                <a:gd name="connsiteX36" fmla="*/ 50944 w 71999"/>
                <a:gd name="connsiteY36" fmla="*/ 48378 h 82522"/>
                <a:gd name="connsiteX37" fmla="*/ 48997 w 71999"/>
                <a:gd name="connsiteY37" fmla="*/ 53119 h 82522"/>
                <a:gd name="connsiteX38" fmla="*/ 50156 w 71999"/>
                <a:gd name="connsiteY38" fmla="*/ 58782 h 82522"/>
                <a:gd name="connsiteX39" fmla="*/ 49368 w 71999"/>
                <a:gd name="connsiteY39" fmla="*/ 62996 h 82522"/>
                <a:gd name="connsiteX40" fmla="*/ 45333 w 71999"/>
                <a:gd name="connsiteY40" fmla="*/ 63918 h 82522"/>
                <a:gd name="connsiteX41" fmla="*/ 42643 w 71999"/>
                <a:gd name="connsiteY41" fmla="*/ 62250 h 82522"/>
                <a:gd name="connsiteX42" fmla="*/ 38376 w 71999"/>
                <a:gd name="connsiteY42" fmla="*/ 60582 h 82522"/>
                <a:gd name="connsiteX43" fmla="*/ 38005 w 71999"/>
                <a:gd name="connsiteY43" fmla="*/ 56192 h 82522"/>
                <a:gd name="connsiteX44" fmla="*/ 35686 w 71999"/>
                <a:gd name="connsiteY44" fmla="*/ 56368 h 82522"/>
                <a:gd name="connsiteX45" fmla="*/ 32023 w 71999"/>
                <a:gd name="connsiteY45" fmla="*/ 58563 h 82522"/>
                <a:gd name="connsiteX46" fmla="*/ 29147 w 71999"/>
                <a:gd name="connsiteY46" fmla="*/ 58563 h 82522"/>
                <a:gd name="connsiteX47" fmla="*/ 27617 w 71999"/>
                <a:gd name="connsiteY47" fmla="*/ 63875 h 82522"/>
                <a:gd name="connsiteX48" fmla="*/ 26457 w 71999"/>
                <a:gd name="connsiteY48" fmla="*/ 63523 h 82522"/>
                <a:gd name="connsiteX49" fmla="*/ 27246 w 71999"/>
                <a:gd name="connsiteY49" fmla="*/ 58211 h 82522"/>
                <a:gd name="connsiteX50" fmla="*/ 31698 w 71999"/>
                <a:gd name="connsiteY50" fmla="*/ 56763 h 82522"/>
                <a:gd name="connsiteX51" fmla="*/ 35733 w 71999"/>
                <a:gd name="connsiteY51" fmla="*/ 53646 h 82522"/>
                <a:gd name="connsiteX52" fmla="*/ 36892 w 71999"/>
                <a:gd name="connsiteY52" fmla="*/ 49256 h 82522"/>
                <a:gd name="connsiteX53" fmla="*/ 36892 w 71999"/>
                <a:gd name="connsiteY53" fmla="*/ 45788 h 82522"/>
                <a:gd name="connsiteX54" fmla="*/ 35918 w 71999"/>
                <a:gd name="connsiteY54" fmla="*/ 44515 h 82522"/>
                <a:gd name="connsiteX55" fmla="*/ 35918 w 71999"/>
                <a:gd name="connsiteY55" fmla="*/ 42144 h 82522"/>
                <a:gd name="connsiteX56" fmla="*/ 36892 w 71999"/>
                <a:gd name="connsiteY56" fmla="*/ 39773 h 82522"/>
                <a:gd name="connsiteX57" fmla="*/ 37866 w 71999"/>
                <a:gd name="connsiteY57" fmla="*/ 40871 h 82522"/>
                <a:gd name="connsiteX58" fmla="*/ 40742 w 71999"/>
                <a:gd name="connsiteY58" fmla="*/ 41222 h 82522"/>
                <a:gd name="connsiteX59" fmla="*/ 46539 w 71999"/>
                <a:gd name="connsiteY59" fmla="*/ 35910 h 82522"/>
                <a:gd name="connsiteX60" fmla="*/ 36104 w 71999"/>
                <a:gd name="connsiteY60" fmla="*/ 31520 h 82522"/>
                <a:gd name="connsiteX61" fmla="*/ 35315 w 71999"/>
                <a:gd name="connsiteY61" fmla="*/ 19623 h 82522"/>
                <a:gd name="connsiteX62" fmla="*/ 39397 w 71999"/>
                <a:gd name="connsiteY62" fmla="*/ 14487 h 82522"/>
                <a:gd name="connsiteX63" fmla="*/ 39211 w 71999"/>
                <a:gd name="connsiteY63" fmla="*/ 4785 h 82522"/>
                <a:gd name="connsiteX64" fmla="*/ 37681 w 71999"/>
                <a:gd name="connsiteY64" fmla="*/ 3117 h 82522"/>
                <a:gd name="connsiteX65" fmla="*/ 38469 w 71999"/>
                <a:gd name="connsiteY65" fmla="*/ 0 h 82522"/>
                <a:gd name="connsiteX66" fmla="*/ 31883 w 71999"/>
                <a:gd name="connsiteY66" fmla="*/ 3644 h 82522"/>
                <a:gd name="connsiteX67" fmla="*/ 22608 w 71999"/>
                <a:gd name="connsiteY67" fmla="*/ 14619 h 82522"/>
                <a:gd name="connsiteX68" fmla="*/ 5031 w 71999"/>
                <a:gd name="connsiteY68" fmla="*/ 20457 h 82522"/>
                <a:gd name="connsiteX69" fmla="*/ 7164 w 71999"/>
                <a:gd name="connsiteY69" fmla="*/ 30335 h 82522"/>
                <a:gd name="connsiteX70" fmla="*/ 9483 w 71999"/>
                <a:gd name="connsiteY70" fmla="*/ 30335 h 82522"/>
                <a:gd name="connsiteX71" fmla="*/ 8324 w 71999"/>
                <a:gd name="connsiteY71" fmla="*/ 28491 h 82522"/>
                <a:gd name="connsiteX72" fmla="*/ 7767 w 71999"/>
                <a:gd name="connsiteY72" fmla="*/ 26296 h 82522"/>
                <a:gd name="connsiteX73" fmla="*/ 7767 w 71999"/>
                <a:gd name="connsiteY73" fmla="*/ 25023 h 82522"/>
                <a:gd name="connsiteX74" fmla="*/ 9483 w 71999"/>
                <a:gd name="connsiteY74" fmla="*/ 27745 h 82522"/>
                <a:gd name="connsiteX75" fmla="*/ 11014 w 71999"/>
                <a:gd name="connsiteY75" fmla="*/ 27920 h 82522"/>
                <a:gd name="connsiteX76" fmla="*/ 12173 w 71999"/>
                <a:gd name="connsiteY76" fmla="*/ 26252 h 82522"/>
                <a:gd name="connsiteX77" fmla="*/ 13147 w 71999"/>
                <a:gd name="connsiteY77" fmla="*/ 24057 h 82522"/>
                <a:gd name="connsiteX78" fmla="*/ 12776 w 71999"/>
                <a:gd name="connsiteY78" fmla="*/ 22960 h 82522"/>
                <a:gd name="connsiteX79" fmla="*/ 9669 w 71999"/>
                <a:gd name="connsiteY79" fmla="*/ 22960 h 82522"/>
                <a:gd name="connsiteX80" fmla="*/ 9298 w 71999"/>
                <a:gd name="connsiteY80" fmla="*/ 20414 h 82522"/>
                <a:gd name="connsiteX81" fmla="*/ 13750 w 71999"/>
                <a:gd name="connsiteY81" fmla="*/ 20062 h 82522"/>
                <a:gd name="connsiteX82" fmla="*/ 17599 w 71999"/>
                <a:gd name="connsiteY82" fmla="*/ 19140 h 82522"/>
                <a:gd name="connsiteX83" fmla="*/ 17970 w 71999"/>
                <a:gd name="connsiteY83" fmla="*/ 21511 h 82522"/>
                <a:gd name="connsiteX84" fmla="*/ 18156 w 71999"/>
                <a:gd name="connsiteY84" fmla="*/ 25374 h 82522"/>
                <a:gd name="connsiteX85" fmla="*/ 15280 w 71999"/>
                <a:gd name="connsiteY85" fmla="*/ 25550 h 82522"/>
                <a:gd name="connsiteX86" fmla="*/ 13935 w 71999"/>
                <a:gd name="connsiteY86" fmla="*/ 28491 h 82522"/>
                <a:gd name="connsiteX87" fmla="*/ 11431 w 71999"/>
                <a:gd name="connsiteY87" fmla="*/ 29764 h 82522"/>
                <a:gd name="connsiteX88" fmla="*/ 11617 w 71999"/>
                <a:gd name="connsiteY88" fmla="*/ 32310 h 82522"/>
                <a:gd name="connsiteX89" fmla="*/ 9669 w 71999"/>
                <a:gd name="connsiteY89" fmla="*/ 33057 h 82522"/>
                <a:gd name="connsiteX90" fmla="*/ 1553 w 71999"/>
                <a:gd name="connsiteY90" fmla="*/ 31389 h 82522"/>
                <a:gd name="connsiteX91" fmla="*/ 2712 w 71999"/>
                <a:gd name="connsiteY91" fmla="*/ 37622 h 82522"/>
                <a:gd name="connsiteX92" fmla="*/ 764 w 71999"/>
                <a:gd name="connsiteY92" fmla="*/ 57553 h 82522"/>
                <a:gd name="connsiteX93" fmla="*/ 6932 w 71999"/>
                <a:gd name="connsiteY93" fmla="*/ 64138 h 82522"/>
                <a:gd name="connsiteX94" fmla="*/ 7767 w 71999"/>
                <a:gd name="connsiteY94" fmla="*/ 73401 h 82522"/>
                <a:gd name="connsiteX95" fmla="*/ 24834 w 71999"/>
                <a:gd name="connsiteY95" fmla="*/ 76606 h 82522"/>
                <a:gd name="connsiteX96" fmla="*/ 25298 w 71999"/>
                <a:gd name="connsiteY96" fmla="*/ 76035 h 8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71999" h="82522">
                  <a:moveTo>
                    <a:pt x="25344" y="76254"/>
                  </a:moveTo>
                  <a:lnTo>
                    <a:pt x="30168" y="76079"/>
                  </a:lnTo>
                  <a:lnTo>
                    <a:pt x="32115" y="73138"/>
                  </a:lnTo>
                  <a:lnTo>
                    <a:pt x="35594" y="69845"/>
                  </a:lnTo>
                  <a:lnTo>
                    <a:pt x="39628" y="70372"/>
                  </a:lnTo>
                  <a:cubicBezTo>
                    <a:pt x="39628" y="70372"/>
                    <a:pt x="40602" y="71469"/>
                    <a:pt x="40974" y="72040"/>
                  </a:cubicBezTo>
                  <a:cubicBezTo>
                    <a:pt x="41344" y="72567"/>
                    <a:pt x="42504" y="76606"/>
                    <a:pt x="42504" y="76606"/>
                  </a:cubicBezTo>
                  <a:lnTo>
                    <a:pt x="40556" y="77879"/>
                  </a:lnTo>
                  <a:lnTo>
                    <a:pt x="40927" y="80074"/>
                  </a:lnTo>
                  <a:lnTo>
                    <a:pt x="44591" y="79152"/>
                  </a:lnTo>
                  <a:lnTo>
                    <a:pt x="44034" y="72742"/>
                  </a:lnTo>
                  <a:lnTo>
                    <a:pt x="48487" y="72742"/>
                  </a:lnTo>
                  <a:lnTo>
                    <a:pt x="49275" y="75464"/>
                  </a:lnTo>
                  <a:lnTo>
                    <a:pt x="47930" y="78010"/>
                  </a:lnTo>
                  <a:lnTo>
                    <a:pt x="48487" y="80732"/>
                  </a:lnTo>
                  <a:lnTo>
                    <a:pt x="51779" y="82181"/>
                  </a:lnTo>
                  <a:cubicBezTo>
                    <a:pt x="51779" y="82181"/>
                    <a:pt x="59107" y="83849"/>
                    <a:pt x="63559" y="79810"/>
                  </a:cubicBezTo>
                  <a:lnTo>
                    <a:pt x="65275" y="76518"/>
                  </a:lnTo>
                  <a:lnTo>
                    <a:pt x="67779" y="75420"/>
                  </a:lnTo>
                  <a:lnTo>
                    <a:pt x="70469" y="75771"/>
                  </a:lnTo>
                  <a:lnTo>
                    <a:pt x="71629" y="72303"/>
                  </a:lnTo>
                  <a:lnTo>
                    <a:pt x="67362" y="72479"/>
                  </a:lnTo>
                  <a:lnTo>
                    <a:pt x="64487" y="73928"/>
                  </a:lnTo>
                  <a:cubicBezTo>
                    <a:pt x="64487" y="73928"/>
                    <a:pt x="63513" y="73181"/>
                    <a:pt x="63698" y="72479"/>
                  </a:cubicBezTo>
                  <a:cubicBezTo>
                    <a:pt x="63884" y="71733"/>
                    <a:pt x="64672" y="67738"/>
                    <a:pt x="64672" y="67738"/>
                  </a:cubicBezTo>
                  <a:lnTo>
                    <a:pt x="68522" y="66640"/>
                  </a:lnTo>
                  <a:lnTo>
                    <a:pt x="69495" y="63523"/>
                  </a:lnTo>
                  <a:lnTo>
                    <a:pt x="65043" y="61328"/>
                  </a:lnTo>
                  <a:lnTo>
                    <a:pt x="66017" y="59880"/>
                  </a:lnTo>
                  <a:lnTo>
                    <a:pt x="68151" y="57685"/>
                  </a:lnTo>
                  <a:lnTo>
                    <a:pt x="70284" y="58606"/>
                  </a:lnTo>
                  <a:lnTo>
                    <a:pt x="72000" y="58606"/>
                  </a:lnTo>
                  <a:lnTo>
                    <a:pt x="72000" y="51100"/>
                  </a:lnTo>
                  <a:lnTo>
                    <a:pt x="71629" y="48553"/>
                  </a:lnTo>
                  <a:lnTo>
                    <a:pt x="70655" y="44910"/>
                  </a:lnTo>
                  <a:cubicBezTo>
                    <a:pt x="70655" y="44910"/>
                    <a:pt x="66388" y="40344"/>
                    <a:pt x="62168" y="47456"/>
                  </a:cubicBezTo>
                  <a:lnTo>
                    <a:pt x="50944" y="48378"/>
                  </a:lnTo>
                  <a:lnTo>
                    <a:pt x="48997" y="53119"/>
                  </a:lnTo>
                  <a:lnTo>
                    <a:pt x="50156" y="58782"/>
                  </a:lnTo>
                  <a:lnTo>
                    <a:pt x="49368" y="62996"/>
                  </a:lnTo>
                  <a:lnTo>
                    <a:pt x="45333" y="63918"/>
                  </a:lnTo>
                  <a:lnTo>
                    <a:pt x="42643" y="62250"/>
                  </a:lnTo>
                  <a:lnTo>
                    <a:pt x="38376" y="60582"/>
                  </a:lnTo>
                  <a:lnTo>
                    <a:pt x="38005" y="56192"/>
                  </a:lnTo>
                  <a:lnTo>
                    <a:pt x="35686" y="56368"/>
                  </a:lnTo>
                  <a:lnTo>
                    <a:pt x="32023" y="58563"/>
                  </a:lnTo>
                  <a:lnTo>
                    <a:pt x="29147" y="58563"/>
                  </a:lnTo>
                  <a:lnTo>
                    <a:pt x="27617" y="63875"/>
                  </a:lnTo>
                  <a:cubicBezTo>
                    <a:pt x="27617" y="63875"/>
                    <a:pt x="26457" y="64972"/>
                    <a:pt x="26457" y="63523"/>
                  </a:cubicBezTo>
                  <a:cubicBezTo>
                    <a:pt x="26457" y="62075"/>
                    <a:pt x="27246" y="58211"/>
                    <a:pt x="27246" y="58211"/>
                  </a:cubicBezTo>
                  <a:lnTo>
                    <a:pt x="31698" y="56763"/>
                  </a:lnTo>
                  <a:lnTo>
                    <a:pt x="35733" y="53646"/>
                  </a:lnTo>
                  <a:lnTo>
                    <a:pt x="36892" y="49256"/>
                  </a:lnTo>
                  <a:lnTo>
                    <a:pt x="36892" y="45788"/>
                  </a:lnTo>
                  <a:lnTo>
                    <a:pt x="35918" y="44515"/>
                  </a:lnTo>
                  <a:lnTo>
                    <a:pt x="35918" y="42144"/>
                  </a:lnTo>
                  <a:lnTo>
                    <a:pt x="36892" y="39773"/>
                  </a:lnTo>
                  <a:lnTo>
                    <a:pt x="37866" y="40871"/>
                  </a:lnTo>
                  <a:lnTo>
                    <a:pt x="40742" y="41222"/>
                  </a:lnTo>
                  <a:cubicBezTo>
                    <a:pt x="40742" y="41222"/>
                    <a:pt x="47327" y="40300"/>
                    <a:pt x="46539" y="35910"/>
                  </a:cubicBezTo>
                  <a:cubicBezTo>
                    <a:pt x="45750" y="31520"/>
                    <a:pt x="36289" y="32047"/>
                    <a:pt x="36104" y="31520"/>
                  </a:cubicBezTo>
                  <a:cubicBezTo>
                    <a:pt x="35918" y="30993"/>
                    <a:pt x="35315" y="19623"/>
                    <a:pt x="35315" y="19623"/>
                  </a:cubicBezTo>
                  <a:cubicBezTo>
                    <a:pt x="35315" y="19623"/>
                    <a:pt x="39397" y="16331"/>
                    <a:pt x="39397" y="14487"/>
                  </a:cubicBezTo>
                  <a:cubicBezTo>
                    <a:pt x="39397" y="12643"/>
                    <a:pt x="39211" y="4785"/>
                    <a:pt x="39211" y="4785"/>
                  </a:cubicBezTo>
                  <a:lnTo>
                    <a:pt x="37681" y="3117"/>
                  </a:lnTo>
                  <a:lnTo>
                    <a:pt x="38469" y="0"/>
                  </a:lnTo>
                  <a:lnTo>
                    <a:pt x="31883" y="3644"/>
                  </a:lnTo>
                  <a:cubicBezTo>
                    <a:pt x="31883" y="3644"/>
                    <a:pt x="23767" y="8956"/>
                    <a:pt x="22608" y="14619"/>
                  </a:cubicBezTo>
                  <a:cubicBezTo>
                    <a:pt x="22608" y="14619"/>
                    <a:pt x="9854" y="13521"/>
                    <a:pt x="5031" y="20457"/>
                  </a:cubicBezTo>
                  <a:cubicBezTo>
                    <a:pt x="208" y="27394"/>
                    <a:pt x="6561" y="29764"/>
                    <a:pt x="7164" y="30335"/>
                  </a:cubicBezTo>
                  <a:cubicBezTo>
                    <a:pt x="7767" y="30906"/>
                    <a:pt x="9483" y="30335"/>
                    <a:pt x="9483" y="30335"/>
                  </a:cubicBezTo>
                  <a:lnTo>
                    <a:pt x="8324" y="28491"/>
                  </a:lnTo>
                  <a:lnTo>
                    <a:pt x="7767" y="26296"/>
                  </a:lnTo>
                  <a:lnTo>
                    <a:pt x="7767" y="25023"/>
                  </a:lnTo>
                  <a:lnTo>
                    <a:pt x="9483" y="27745"/>
                  </a:lnTo>
                  <a:lnTo>
                    <a:pt x="11014" y="27920"/>
                  </a:lnTo>
                  <a:lnTo>
                    <a:pt x="12173" y="26252"/>
                  </a:lnTo>
                  <a:lnTo>
                    <a:pt x="13147" y="24057"/>
                  </a:lnTo>
                  <a:lnTo>
                    <a:pt x="12776" y="22960"/>
                  </a:lnTo>
                  <a:lnTo>
                    <a:pt x="9669" y="22960"/>
                  </a:lnTo>
                  <a:lnTo>
                    <a:pt x="9298" y="20414"/>
                  </a:lnTo>
                  <a:lnTo>
                    <a:pt x="13750" y="20062"/>
                  </a:lnTo>
                  <a:lnTo>
                    <a:pt x="17599" y="19140"/>
                  </a:lnTo>
                  <a:lnTo>
                    <a:pt x="17970" y="21511"/>
                  </a:lnTo>
                  <a:lnTo>
                    <a:pt x="18156" y="25374"/>
                  </a:lnTo>
                  <a:lnTo>
                    <a:pt x="15280" y="25550"/>
                  </a:lnTo>
                  <a:lnTo>
                    <a:pt x="13935" y="28491"/>
                  </a:lnTo>
                  <a:lnTo>
                    <a:pt x="11431" y="29764"/>
                  </a:lnTo>
                  <a:lnTo>
                    <a:pt x="11617" y="32310"/>
                  </a:lnTo>
                  <a:lnTo>
                    <a:pt x="9669" y="33057"/>
                  </a:lnTo>
                  <a:cubicBezTo>
                    <a:pt x="9669" y="33057"/>
                    <a:pt x="1182" y="29589"/>
                    <a:pt x="1553" y="31389"/>
                  </a:cubicBezTo>
                  <a:cubicBezTo>
                    <a:pt x="1924" y="33232"/>
                    <a:pt x="2712" y="37622"/>
                    <a:pt x="2712" y="37622"/>
                  </a:cubicBezTo>
                  <a:cubicBezTo>
                    <a:pt x="2712" y="37622"/>
                    <a:pt x="-1740" y="54831"/>
                    <a:pt x="764" y="57553"/>
                  </a:cubicBezTo>
                  <a:cubicBezTo>
                    <a:pt x="3269" y="60275"/>
                    <a:pt x="6932" y="64138"/>
                    <a:pt x="6932" y="64138"/>
                  </a:cubicBezTo>
                  <a:cubicBezTo>
                    <a:pt x="6932" y="64138"/>
                    <a:pt x="7072" y="69099"/>
                    <a:pt x="7767" y="73401"/>
                  </a:cubicBezTo>
                  <a:cubicBezTo>
                    <a:pt x="11663" y="74411"/>
                    <a:pt x="18573" y="75991"/>
                    <a:pt x="24834" y="76606"/>
                  </a:cubicBezTo>
                  <a:lnTo>
                    <a:pt x="25298" y="7603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2" name="Freeform: Shape 2111">
              <a:extLst>
                <a:ext uri="{FF2B5EF4-FFF2-40B4-BE49-F238E27FC236}">
                  <a16:creationId xmlns:a16="http://schemas.microsoft.com/office/drawing/2014/main" id="{250F1496-3638-D675-5512-0E56257C008F}"/>
                </a:ext>
              </a:extLst>
            </p:cNvPr>
            <p:cNvSpPr>
              <a:spLocks/>
            </p:cNvSpPr>
            <p:nvPr/>
          </p:nvSpPr>
          <p:spPr>
            <a:xfrm>
              <a:off x="6207297" y="4262440"/>
              <a:ext cx="272257" cy="222985"/>
            </a:xfrm>
            <a:custGeom>
              <a:avLst/>
              <a:gdLst>
                <a:gd name="connsiteX0" fmla="*/ 137926 w 182401"/>
                <a:gd name="connsiteY0" fmla="*/ 3512 h 149391"/>
                <a:gd name="connsiteX1" fmla="*/ 135051 w 182401"/>
                <a:gd name="connsiteY1" fmla="*/ 4039 h 149391"/>
                <a:gd name="connsiteX2" fmla="*/ 134169 w 182401"/>
                <a:gd name="connsiteY2" fmla="*/ 1317 h 149391"/>
                <a:gd name="connsiteX3" fmla="*/ 135839 w 182401"/>
                <a:gd name="connsiteY3" fmla="*/ 0 h 149391"/>
                <a:gd name="connsiteX4" fmla="*/ 111027 w 182401"/>
                <a:gd name="connsiteY4" fmla="*/ 4171 h 149391"/>
                <a:gd name="connsiteX5" fmla="*/ 111305 w 182401"/>
                <a:gd name="connsiteY5" fmla="*/ 7331 h 149391"/>
                <a:gd name="connsiteX6" fmla="*/ 103421 w 182401"/>
                <a:gd name="connsiteY6" fmla="*/ 17736 h 149391"/>
                <a:gd name="connsiteX7" fmla="*/ 107549 w 182401"/>
                <a:gd name="connsiteY7" fmla="*/ 22872 h 149391"/>
                <a:gd name="connsiteX8" fmla="*/ 107595 w 182401"/>
                <a:gd name="connsiteY8" fmla="*/ 24145 h 149391"/>
                <a:gd name="connsiteX9" fmla="*/ 105740 w 182401"/>
                <a:gd name="connsiteY9" fmla="*/ 26911 h 149391"/>
                <a:gd name="connsiteX10" fmla="*/ 105184 w 182401"/>
                <a:gd name="connsiteY10" fmla="*/ 36788 h 149391"/>
                <a:gd name="connsiteX11" fmla="*/ 104998 w 182401"/>
                <a:gd name="connsiteY11" fmla="*/ 37315 h 149391"/>
                <a:gd name="connsiteX12" fmla="*/ 102586 w 182401"/>
                <a:gd name="connsiteY12" fmla="*/ 40871 h 149391"/>
                <a:gd name="connsiteX13" fmla="*/ 103375 w 182401"/>
                <a:gd name="connsiteY13" fmla="*/ 53778 h 149391"/>
                <a:gd name="connsiteX14" fmla="*/ 106992 w 182401"/>
                <a:gd name="connsiteY14" fmla="*/ 54919 h 149391"/>
                <a:gd name="connsiteX15" fmla="*/ 107549 w 182401"/>
                <a:gd name="connsiteY15" fmla="*/ 55314 h 149391"/>
                <a:gd name="connsiteX16" fmla="*/ 113068 w 182401"/>
                <a:gd name="connsiteY16" fmla="*/ 62118 h 149391"/>
                <a:gd name="connsiteX17" fmla="*/ 116453 w 182401"/>
                <a:gd name="connsiteY17" fmla="*/ 62689 h 149391"/>
                <a:gd name="connsiteX18" fmla="*/ 117103 w 182401"/>
                <a:gd name="connsiteY18" fmla="*/ 59880 h 149391"/>
                <a:gd name="connsiteX19" fmla="*/ 118308 w 182401"/>
                <a:gd name="connsiteY19" fmla="*/ 59002 h 149391"/>
                <a:gd name="connsiteX20" fmla="*/ 123827 w 182401"/>
                <a:gd name="connsiteY20" fmla="*/ 59265 h 149391"/>
                <a:gd name="connsiteX21" fmla="*/ 124662 w 182401"/>
                <a:gd name="connsiteY21" fmla="*/ 59660 h 149391"/>
                <a:gd name="connsiteX22" fmla="*/ 124940 w 182401"/>
                <a:gd name="connsiteY22" fmla="*/ 60494 h 149391"/>
                <a:gd name="connsiteX23" fmla="*/ 122900 w 182401"/>
                <a:gd name="connsiteY23" fmla="*/ 83278 h 149391"/>
                <a:gd name="connsiteX24" fmla="*/ 121740 w 182401"/>
                <a:gd name="connsiteY24" fmla="*/ 84288 h 149391"/>
                <a:gd name="connsiteX25" fmla="*/ 116221 w 182401"/>
                <a:gd name="connsiteY25" fmla="*/ 84288 h 149391"/>
                <a:gd name="connsiteX26" fmla="*/ 115201 w 182401"/>
                <a:gd name="connsiteY26" fmla="*/ 83717 h 149391"/>
                <a:gd name="connsiteX27" fmla="*/ 107688 w 182401"/>
                <a:gd name="connsiteY27" fmla="*/ 70855 h 149391"/>
                <a:gd name="connsiteX28" fmla="*/ 102308 w 182401"/>
                <a:gd name="connsiteY28" fmla="*/ 70855 h 149391"/>
                <a:gd name="connsiteX29" fmla="*/ 101242 w 182401"/>
                <a:gd name="connsiteY29" fmla="*/ 70152 h 149391"/>
                <a:gd name="connsiteX30" fmla="*/ 99201 w 182401"/>
                <a:gd name="connsiteY30" fmla="*/ 65367 h 149391"/>
                <a:gd name="connsiteX31" fmla="*/ 95352 w 182401"/>
                <a:gd name="connsiteY31" fmla="*/ 65367 h 149391"/>
                <a:gd name="connsiteX32" fmla="*/ 94609 w 182401"/>
                <a:gd name="connsiteY32" fmla="*/ 65104 h 149391"/>
                <a:gd name="connsiteX33" fmla="*/ 90899 w 182401"/>
                <a:gd name="connsiteY33" fmla="*/ 62075 h 149391"/>
                <a:gd name="connsiteX34" fmla="*/ 86679 w 182401"/>
                <a:gd name="connsiteY34" fmla="*/ 62075 h 149391"/>
                <a:gd name="connsiteX35" fmla="*/ 85520 w 182401"/>
                <a:gd name="connsiteY35" fmla="*/ 60977 h 149391"/>
                <a:gd name="connsiteX36" fmla="*/ 85520 w 182401"/>
                <a:gd name="connsiteY36" fmla="*/ 56675 h 149391"/>
                <a:gd name="connsiteX37" fmla="*/ 81717 w 182401"/>
                <a:gd name="connsiteY37" fmla="*/ 54524 h 149391"/>
                <a:gd name="connsiteX38" fmla="*/ 81160 w 182401"/>
                <a:gd name="connsiteY38" fmla="*/ 53602 h 149391"/>
                <a:gd name="connsiteX39" fmla="*/ 81160 w 182401"/>
                <a:gd name="connsiteY39" fmla="*/ 50748 h 149391"/>
                <a:gd name="connsiteX40" fmla="*/ 79537 w 182401"/>
                <a:gd name="connsiteY40" fmla="*/ 51802 h 149391"/>
                <a:gd name="connsiteX41" fmla="*/ 77914 w 182401"/>
                <a:gd name="connsiteY41" fmla="*/ 56411 h 149391"/>
                <a:gd name="connsiteX42" fmla="*/ 76801 w 182401"/>
                <a:gd name="connsiteY42" fmla="*/ 57158 h 149391"/>
                <a:gd name="connsiteX43" fmla="*/ 62888 w 182401"/>
                <a:gd name="connsiteY43" fmla="*/ 57158 h 149391"/>
                <a:gd name="connsiteX44" fmla="*/ 61960 w 182401"/>
                <a:gd name="connsiteY44" fmla="*/ 56719 h 149391"/>
                <a:gd name="connsiteX45" fmla="*/ 60476 w 182401"/>
                <a:gd name="connsiteY45" fmla="*/ 54831 h 149391"/>
                <a:gd name="connsiteX46" fmla="*/ 51618 w 182401"/>
                <a:gd name="connsiteY46" fmla="*/ 52987 h 149391"/>
                <a:gd name="connsiteX47" fmla="*/ 50690 w 182401"/>
                <a:gd name="connsiteY47" fmla="*/ 51934 h 149391"/>
                <a:gd name="connsiteX48" fmla="*/ 50690 w 182401"/>
                <a:gd name="connsiteY48" fmla="*/ 45788 h 149391"/>
                <a:gd name="connsiteX49" fmla="*/ 36267 w 182401"/>
                <a:gd name="connsiteY49" fmla="*/ 50485 h 149391"/>
                <a:gd name="connsiteX50" fmla="*/ 35200 w 182401"/>
                <a:gd name="connsiteY50" fmla="*/ 50353 h 149391"/>
                <a:gd name="connsiteX51" fmla="*/ 34737 w 182401"/>
                <a:gd name="connsiteY51" fmla="*/ 49475 h 149391"/>
                <a:gd name="connsiteX52" fmla="*/ 34737 w 182401"/>
                <a:gd name="connsiteY52" fmla="*/ 45919 h 149391"/>
                <a:gd name="connsiteX53" fmla="*/ 35015 w 182401"/>
                <a:gd name="connsiteY53" fmla="*/ 45173 h 149391"/>
                <a:gd name="connsiteX54" fmla="*/ 36267 w 182401"/>
                <a:gd name="connsiteY54" fmla="*/ 43856 h 149391"/>
                <a:gd name="connsiteX55" fmla="*/ 32696 w 182401"/>
                <a:gd name="connsiteY55" fmla="*/ 42363 h 149391"/>
                <a:gd name="connsiteX56" fmla="*/ 32696 w 182401"/>
                <a:gd name="connsiteY56" fmla="*/ 47017 h 149391"/>
                <a:gd name="connsiteX57" fmla="*/ 32603 w 182401"/>
                <a:gd name="connsiteY57" fmla="*/ 47500 h 149391"/>
                <a:gd name="connsiteX58" fmla="*/ 30470 w 182401"/>
                <a:gd name="connsiteY58" fmla="*/ 51846 h 149391"/>
                <a:gd name="connsiteX59" fmla="*/ 32696 w 182401"/>
                <a:gd name="connsiteY59" fmla="*/ 61372 h 149391"/>
                <a:gd name="connsiteX60" fmla="*/ 32696 w 182401"/>
                <a:gd name="connsiteY60" fmla="*/ 61811 h 149391"/>
                <a:gd name="connsiteX61" fmla="*/ 31583 w 182401"/>
                <a:gd name="connsiteY61" fmla="*/ 67079 h 149391"/>
                <a:gd name="connsiteX62" fmla="*/ 32696 w 182401"/>
                <a:gd name="connsiteY62" fmla="*/ 72611 h 149391"/>
                <a:gd name="connsiteX63" fmla="*/ 32464 w 182401"/>
                <a:gd name="connsiteY63" fmla="*/ 73533 h 149391"/>
                <a:gd name="connsiteX64" fmla="*/ 31583 w 182401"/>
                <a:gd name="connsiteY64" fmla="*/ 73928 h 149391"/>
                <a:gd name="connsiteX65" fmla="*/ 0 w 182401"/>
                <a:gd name="connsiteY65" fmla="*/ 73928 h 149391"/>
                <a:gd name="connsiteX66" fmla="*/ 0 w 182401"/>
                <a:gd name="connsiteY66" fmla="*/ 122876 h 149391"/>
                <a:gd name="connsiteX67" fmla="*/ 21797 w 182401"/>
                <a:gd name="connsiteY67" fmla="*/ 143509 h 149391"/>
                <a:gd name="connsiteX68" fmla="*/ 31305 w 182401"/>
                <a:gd name="connsiteY68" fmla="*/ 141183 h 149391"/>
                <a:gd name="connsiteX69" fmla="*/ 31583 w 182401"/>
                <a:gd name="connsiteY69" fmla="*/ 141183 h 149391"/>
                <a:gd name="connsiteX70" fmla="*/ 37380 w 182401"/>
                <a:gd name="connsiteY70" fmla="*/ 141183 h 149391"/>
                <a:gd name="connsiteX71" fmla="*/ 47397 w 182401"/>
                <a:gd name="connsiteY71" fmla="*/ 142412 h 149391"/>
                <a:gd name="connsiteX72" fmla="*/ 47908 w 182401"/>
                <a:gd name="connsiteY72" fmla="*/ 142587 h 149391"/>
                <a:gd name="connsiteX73" fmla="*/ 51943 w 182401"/>
                <a:gd name="connsiteY73" fmla="*/ 145178 h 149391"/>
                <a:gd name="connsiteX74" fmla="*/ 52453 w 182401"/>
                <a:gd name="connsiteY74" fmla="*/ 146099 h 149391"/>
                <a:gd name="connsiteX75" fmla="*/ 52453 w 182401"/>
                <a:gd name="connsiteY75" fmla="*/ 146275 h 149391"/>
                <a:gd name="connsiteX76" fmla="*/ 60569 w 182401"/>
                <a:gd name="connsiteY76" fmla="*/ 149041 h 149391"/>
                <a:gd name="connsiteX77" fmla="*/ 63676 w 182401"/>
                <a:gd name="connsiteY77" fmla="*/ 147285 h 149391"/>
                <a:gd name="connsiteX78" fmla="*/ 72488 w 182401"/>
                <a:gd name="connsiteY78" fmla="*/ 149392 h 149391"/>
                <a:gd name="connsiteX79" fmla="*/ 79073 w 182401"/>
                <a:gd name="connsiteY79" fmla="*/ 149392 h 149391"/>
                <a:gd name="connsiteX80" fmla="*/ 84175 w 182401"/>
                <a:gd name="connsiteY80" fmla="*/ 142587 h 149391"/>
                <a:gd name="connsiteX81" fmla="*/ 83154 w 182401"/>
                <a:gd name="connsiteY81" fmla="*/ 143378 h 149391"/>
                <a:gd name="connsiteX82" fmla="*/ 101195 w 182401"/>
                <a:gd name="connsiteY82" fmla="*/ 127793 h 149391"/>
                <a:gd name="connsiteX83" fmla="*/ 106482 w 182401"/>
                <a:gd name="connsiteY83" fmla="*/ 124852 h 149391"/>
                <a:gd name="connsiteX84" fmla="*/ 107827 w 182401"/>
                <a:gd name="connsiteY84" fmla="*/ 118486 h 149391"/>
                <a:gd name="connsiteX85" fmla="*/ 108384 w 182401"/>
                <a:gd name="connsiteY85" fmla="*/ 117740 h 149391"/>
                <a:gd name="connsiteX86" fmla="*/ 118216 w 182401"/>
                <a:gd name="connsiteY86" fmla="*/ 112253 h 149391"/>
                <a:gd name="connsiteX87" fmla="*/ 118819 w 182401"/>
                <a:gd name="connsiteY87" fmla="*/ 112121 h 149391"/>
                <a:gd name="connsiteX88" fmla="*/ 130923 w 182401"/>
                <a:gd name="connsiteY88" fmla="*/ 112121 h 149391"/>
                <a:gd name="connsiteX89" fmla="*/ 127862 w 182401"/>
                <a:gd name="connsiteY89" fmla="*/ 101716 h 149391"/>
                <a:gd name="connsiteX90" fmla="*/ 128650 w 182401"/>
                <a:gd name="connsiteY90" fmla="*/ 100356 h 149391"/>
                <a:gd name="connsiteX91" fmla="*/ 173451 w 182401"/>
                <a:gd name="connsiteY91" fmla="*/ 87712 h 149391"/>
                <a:gd name="connsiteX92" fmla="*/ 167561 w 182401"/>
                <a:gd name="connsiteY92" fmla="*/ 82137 h 149391"/>
                <a:gd name="connsiteX93" fmla="*/ 167561 w 182401"/>
                <a:gd name="connsiteY93" fmla="*/ 80600 h 149391"/>
                <a:gd name="connsiteX94" fmla="*/ 173034 w 182401"/>
                <a:gd name="connsiteY94" fmla="*/ 75420 h 149391"/>
                <a:gd name="connsiteX95" fmla="*/ 173034 w 182401"/>
                <a:gd name="connsiteY95" fmla="*/ 67650 h 149391"/>
                <a:gd name="connsiteX96" fmla="*/ 173636 w 182401"/>
                <a:gd name="connsiteY96" fmla="*/ 66684 h 149391"/>
                <a:gd name="connsiteX97" fmla="*/ 179573 w 182401"/>
                <a:gd name="connsiteY97" fmla="*/ 63655 h 149391"/>
                <a:gd name="connsiteX98" fmla="*/ 176651 w 182401"/>
                <a:gd name="connsiteY98" fmla="*/ 61592 h 149391"/>
                <a:gd name="connsiteX99" fmla="*/ 176187 w 182401"/>
                <a:gd name="connsiteY99" fmla="*/ 60626 h 149391"/>
                <a:gd name="connsiteX100" fmla="*/ 177068 w 182401"/>
                <a:gd name="connsiteY100" fmla="*/ 48378 h 149391"/>
                <a:gd name="connsiteX101" fmla="*/ 177300 w 182401"/>
                <a:gd name="connsiteY101" fmla="*/ 47763 h 149391"/>
                <a:gd name="connsiteX102" fmla="*/ 180037 w 182401"/>
                <a:gd name="connsiteY102" fmla="*/ 44515 h 149391"/>
                <a:gd name="connsiteX103" fmla="*/ 176280 w 182401"/>
                <a:gd name="connsiteY103" fmla="*/ 41617 h 149391"/>
                <a:gd name="connsiteX104" fmla="*/ 175863 w 182401"/>
                <a:gd name="connsiteY104" fmla="*/ 40783 h 149391"/>
                <a:gd name="connsiteX105" fmla="*/ 176234 w 182401"/>
                <a:gd name="connsiteY105" fmla="*/ 39949 h 149391"/>
                <a:gd name="connsiteX106" fmla="*/ 182402 w 182401"/>
                <a:gd name="connsiteY106" fmla="*/ 34813 h 149391"/>
                <a:gd name="connsiteX107" fmla="*/ 177486 w 182401"/>
                <a:gd name="connsiteY107" fmla="*/ 27920 h 149391"/>
                <a:gd name="connsiteX108" fmla="*/ 177347 w 182401"/>
                <a:gd name="connsiteY108" fmla="*/ 27657 h 149391"/>
                <a:gd name="connsiteX109" fmla="*/ 175167 w 182401"/>
                <a:gd name="connsiteY109" fmla="*/ 21160 h 149391"/>
                <a:gd name="connsiteX110" fmla="*/ 167793 w 182401"/>
                <a:gd name="connsiteY110" fmla="*/ 16506 h 149391"/>
                <a:gd name="connsiteX111" fmla="*/ 156059 w 182401"/>
                <a:gd name="connsiteY111" fmla="*/ 12687 h 149391"/>
                <a:gd name="connsiteX112" fmla="*/ 151932 w 182401"/>
                <a:gd name="connsiteY112" fmla="*/ 11019 h 149391"/>
                <a:gd name="connsiteX113" fmla="*/ 151514 w 182401"/>
                <a:gd name="connsiteY113" fmla="*/ 10712 h 149391"/>
                <a:gd name="connsiteX114" fmla="*/ 147526 w 182401"/>
                <a:gd name="connsiteY114" fmla="*/ 6146 h 149391"/>
                <a:gd name="connsiteX115" fmla="*/ 143955 w 182401"/>
                <a:gd name="connsiteY115" fmla="*/ 6146 h 149391"/>
                <a:gd name="connsiteX116" fmla="*/ 143862 w 182401"/>
                <a:gd name="connsiteY116" fmla="*/ 6146 h 149391"/>
                <a:gd name="connsiteX117" fmla="*/ 143398 w 182401"/>
                <a:gd name="connsiteY117" fmla="*/ 7024 h 149391"/>
                <a:gd name="connsiteX118" fmla="*/ 137880 w 182401"/>
                <a:gd name="connsiteY118" fmla="*/ 3731 h 149391"/>
                <a:gd name="connsiteX119" fmla="*/ 92986 w 182401"/>
                <a:gd name="connsiteY119" fmla="*/ 95965 h 149391"/>
                <a:gd name="connsiteX120" fmla="*/ 86911 w 182401"/>
                <a:gd name="connsiteY120" fmla="*/ 95965 h 149391"/>
                <a:gd name="connsiteX121" fmla="*/ 86911 w 182401"/>
                <a:gd name="connsiteY121" fmla="*/ 91049 h 149391"/>
                <a:gd name="connsiteX122" fmla="*/ 92986 w 182401"/>
                <a:gd name="connsiteY122" fmla="*/ 91049 h 149391"/>
                <a:gd name="connsiteX123" fmla="*/ 92986 w 182401"/>
                <a:gd name="connsiteY123" fmla="*/ 95965 h 149391"/>
                <a:gd name="connsiteX124" fmla="*/ 125450 w 182401"/>
                <a:gd name="connsiteY124" fmla="*/ 43593 h 149391"/>
                <a:gd name="connsiteX125" fmla="*/ 121091 w 182401"/>
                <a:gd name="connsiteY125" fmla="*/ 48246 h 149391"/>
                <a:gd name="connsiteX126" fmla="*/ 119097 w 182401"/>
                <a:gd name="connsiteY126" fmla="*/ 46051 h 149391"/>
                <a:gd name="connsiteX127" fmla="*/ 125404 w 182401"/>
                <a:gd name="connsiteY127" fmla="*/ 38369 h 149391"/>
                <a:gd name="connsiteX128" fmla="*/ 125404 w 182401"/>
                <a:gd name="connsiteY128" fmla="*/ 43593 h 149391"/>
                <a:gd name="connsiteX129" fmla="*/ 120813 w 182401"/>
                <a:gd name="connsiteY129" fmla="*/ 11194 h 149391"/>
                <a:gd name="connsiteX130" fmla="*/ 119143 w 182401"/>
                <a:gd name="connsiteY130" fmla="*/ 9263 h 149391"/>
                <a:gd name="connsiteX131" fmla="*/ 122297 w 182401"/>
                <a:gd name="connsiteY131" fmla="*/ 3512 h 149391"/>
                <a:gd name="connsiteX132" fmla="*/ 125450 w 182401"/>
                <a:gd name="connsiteY132" fmla="*/ 3512 h 149391"/>
                <a:gd name="connsiteX133" fmla="*/ 120813 w 182401"/>
                <a:gd name="connsiteY133" fmla="*/ 11194 h 14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182401" h="149391">
                  <a:moveTo>
                    <a:pt x="137926" y="3512"/>
                  </a:moveTo>
                  <a:lnTo>
                    <a:pt x="135051" y="4039"/>
                  </a:lnTo>
                  <a:lnTo>
                    <a:pt x="134169" y="1317"/>
                  </a:lnTo>
                  <a:lnTo>
                    <a:pt x="135839" y="0"/>
                  </a:lnTo>
                  <a:lnTo>
                    <a:pt x="111027" y="4171"/>
                  </a:lnTo>
                  <a:cubicBezTo>
                    <a:pt x="111491" y="4741"/>
                    <a:pt x="111723" y="5663"/>
                    <a:pt x="111305" y="7331"/>
                  </a:cubicBezTo>
                  <a:cubicBezTo>
                    <a:pt x="110285" y="11546"/>
                    <a:pt x="106761" y="16506"/>
                    <a:pt x="103421" y="17736"/>
                  </a:cubicBezTo>
                  <a:lnTo>
                    <a:pt x="107549" y="22872"/>
                  </a:lnTo>
                  <a:cubicBezTo>
                    <a:pt x="107827" y="23223"/>
                    <a:pt x="107874" y="23750"/>
                    <a:pt x="107595" y="24145"/>
                  </a:cubicBezTo>
                  <a:lnTo>
                    <a:pt x="105740" y="26911"/>
                  </a:lnTo>
                  <a:lnTo>
                    <a:pt x="105184" y="36788"/>
                  </a:lnTo>
                  <a:cubicBezTo>
                    <a:pt x="105184" y="36788"/>
                    <a:pt x="105091" y="37139"/>
                    <a:pt x="104998" y="37315"/>
                  </a:cubicBezTo>
                  <a:lnTo>
                    <a:pt x="102586" y="40871"/>
                  </a:lnTo>
                  <a:lnTo>
                    <a:pt x="103375" y="53778"/>
                  </a:lnTo>
                  <a:lnTo>
                    <a:pt x="106992" y="54919"/>
                  </a:lnTo>
                  <a:cubicBezTo>
                    <a:pt x="106992" y="54919"/>
                    <a:pt x="107410" y="55095"/>
                    <a:pt x="107549" y="55314"/>
                  </a:cubicBezTo>
                  <a:lnTo>
                    <a:pt x="113068" y="62118"/>
                  </a:lnTo>
                  <a:lnTo>
                    <a:pt x="116453" y="62689"/>
                  </a:lnTo>
                  <a:lnTo>
                    <a:pt x="117103" y="59880"/>
                  </a:lnTo>
                  <a:cubicBezTo>
                    <a:pt x="117242" y="59353"/>
                    <a:pt x="117752" y="59046"/>
                    <a:pt x="118308" y="59002"/>
                  </a:cubicBezTo>
                  <a:lnTo>
                    <a:pt x="123827" y="59265"/>
                  </a:lnTo>
                  <a:cubicBezTo>
                    <a:pt x="124152" y="59265"/>
                    <a:pt x="124430" y="59441"/>
                    <a:pt x="124662" y="59660"/>
                  </a:cubicBezTo>
                  <a:cubicBezTo>
                    <a:pt x="124848" y="59880"/>
                    <a:pt x="124987" y="60187"/>
                    <a:pt x="124940" y="60494"/>
                  </a:cubicBezTo>
                  <a:lnTo>
                    <a:pt x="122900" y="83278"/>
                  </a:lnTo>
                  <a:cubicBezTo>
                    <a:pt x="122853" y="83849"/>
                    <a:pt x="122343" y="84288"/>
                    <a:pt x="121740" y="84288"/>
                  </a:cubicBezTo>
                  <a:lnTo>
                    <a:pt x="116221" y="84288"/>
                  </a:lnTo>
                  <a:cubicBezTo>
                    <a:pt x="115804" y="84288"/>
                    <a:pt x="115433" y="84068"/>
                    <a:pt x="115201" y="83717"/>
                  </a:cubicBezTo>
                  <a:lnTo>
                    <a:pt x="107688" y="70855"/>
                  </a:lnTo>
                  <a:lnTo>
                    <a:pt x="102308" y="70855"/>
                  </a:lnTo>
                  <a:cubicBezTo>
                    <a:pt x="101844" y="70855"/>
                    <a:pt x="101427" y="70591"/>
                    <a:pt x="101242" y="70152"/>
                  </a:cubicBezTo>
                  <a:lnTo>
                    <a:pt x="99201" y="65367"/>
                  </a:lnTo>
                  <a:lnTo>
                    <a:pt x="95352" y="65367"/>
                  </a:lnTo>
                  <a:cubicBezTo>
                    <a:pt x="95073" y="65367"/>
                    <a:pt x="94795" y="65279"/>
                    <a:pt x="94609" y="65104"/>
                  </a:cubicBezTo>
                  <a:lnTo>
                    <a:pt x="90899" y="62075"/>
                  </a:lnTo>
                  <a:lnTo>
                    <a:pt x="86679" y="62075"/>
                  </a:lnTo>
                  <a:cubicBezTo>
                    <a:pt x="86030" y="62075"/>
                    <a:pt x="85520" y="61592"/>
                    <a:pt x="85520" y="60977"/>
                  </a:cubicBezTo>
                  <a:lnTo>
                    <a:pt x="85520" y="56675"/>
                  </a:lnTo>
                  <a:lnTo>
                    <a:pt x="81717" y="54524"/>
                  </a:lnTo>
                  <a:cubicBezTo>
                    <a:pt x="81346" y="54304"/>
                    <a:pt x="81160" y="53953"/>
                    <a:pt x="81160" y="53602"/>
                  </a:cubicBezTo>
                  <a:lnTo>
                    <a:pt x="81160" y="50748"/>
                  </a:lnTo>
                  <a:lnTo>
                    <a:pt x="79537" y="51802"/>
                  </a:lnTo>
                  <a:lnTo>
                    <a:pt x="77914" y="56411"/>
                  </a:lnTo>
                  <a:cubicBezTo>
                    <a:pt x="77775" y="56851"/>
                    <a:pt x="77311" y="57158"/>
                    <a:pt x="76801" y="57158"/>
                  </a:cubicBezTo>
                  <a:lnTo>
                    <a:pt x="62888" y="57158"/>
                  </a:lnTo>
                  <a:cubicBezTo>
                    <a:pt x="62516" y="57158"/>
                    <a:pt x="62192" y="56982"/>
                    <a:pt x="61960" y="56719"/>
                  </a:cubicBezTo>
                  <a:lnTo>
                    <a:pt x="60476" y="54831"/>
                  </a:lnTo>
                  <a:lnTo>
                    <a:pt x="51618" y="52987"/>
                  </a:lnTo>
                  <a:cubicBezTo>
                    <a:pt x="51108" y="52856"/>
                    <a:pt x="50690" y="52417"/>
                    <a:pt x="50690" y="51934"/>
                  </a:cubicBezTo>
                  <a:lnTo>
                    <a:pt x="50690" y="45788"/>
                  </a:lnTo>
                  <a:lnTo>
                    <a:pt x="36267" y="50485"/>
                  </a:lnTo>
                  <a:cubicBezTo>
                    <a:pt x="35896" y="50573"/>
                    <a:pt x="35525" y="50529"/>
                    <a:pt x="35200" y="50353"/>
                  </a:cubicBezTo>
                  <a:cubicBezTo>
                    <a:pt x="34876" y="50134"/>
                    <a:pt x="34737" y="49826"/>
                    <a:pt x="34737" y="49475"/>
                  </a:cubicBezTo>
                  <a:lnTo>
                    <a:pt x="34737" y="45919"/>
                  </a:lnTo>
                  <a:cubicBezTo>
                    <a:pt x="34737" y="45656"/>
                    <a:pt x="34829" y="45393"/>
                    <a:pt x="35015" y="45173"/>
                  </a:cubicBezTo>
                  <a:lnTo>
                    <a:pt x="36267" y="43856"/>
                  </a:lnTo>
                  <a:lnTo>
                    <a:pt x="32696" y="42363"/>
                  </a:lnTo>
                  <a:lnTo>
                    <a:pt x="32696" y="47017"/>
                  </a:lnTo>
                  <a:cubicBezTo>
                    <a:pt x="32696" y="47017"/>
                    <a:pt x="32696" y="47324"/>
                    <a:pt x="32603" y="47500"/>
                  </a:cubicBezTo>
                  <a:lnTo>
                    <a:pt x="30470" y="51846"/>
                  </a:lnTo>
                  <a:lnTo>
                    <a:pt x="32696" y="61372"/>
                  </a:lnTo>
                  <a:cubicBezTo>
                    <a:pt x="32696" y="61372"/>
                    <a:pt x="32696" y="61680"/>
                    <a:pt x="32696" y="61811"/>
                  </a:cubicBezTo>
                  <a:lnTo>
                    <a:pt x="31583" y="67079"/>
                  </a:lnTo>
                  <a:lnTo>
                    <a:pt x="32696" y="72611"/>
                  </a:lnTo>
                  <a:cubicBezTo>
                    <a:pt x="32742" y="72918"/>
                    <a:pt x="32696" y="73269"/>
                    <a:pt x="32464" y="73533"/>
                  </a:cubicBezTo>
                  <a:cubicBezTo>
                    <a:pt x="32232" y="73796"/>
                    <a:pt x="31908" y="73928"/>
                    <a:pt x="31583" y="73928"/>
                  </a:cubicBezTo>
                  <a:lnTo>
                    <a:pt x="0" y="73928"/>
                  </a:lnTo>
                  <a:lnTo>
                    <a:pt x="0" y="122876"/>
                  </a:lnTo>
                  <a:lnTo>
                    <a:pt x="21797" y="143509"/>
                  </a:lnTo>
                  <a:lnTo>
                    <a:pt x="31305" y="141183"/>
                  </a:lnTo>
                  <a:cubicBezTo>
                    <a:pt x="31305" y="141183"/>
                    <a:pt x="31490" y="141183"/>
                    <a:pt x="31583" y="141183"/>
                  </a:cubicBezTo>
                  <a:lnTo>
                    <a:pt x="37380" y="141183"/>
                  </a:lnTo>
                  <a:lnTo>
                    <a:pt x="47397" y="142412"/>
                  </a:lnTo>
                  <a:cubicBezTo>
                    <a:pt x="47397" y="142412"/>
                    <a:pt x="47769" y="142499"/>
                    <a:pt x="47908" y="142587"/>
                  </a:cubicBezTo>
                  <a:lnTo>
                    <a:pt x="51943" y="145178"/>
                  </a:lnTo>
                  <a:cubicBezTo>
                    <a:pt x="52267" y="145397"/>
                    <a:pt x="52453" y="145704"/>
                    <a:pt x="52453" y="146099"/>
                  </a:cubicBezTo>
                  <a:lnTo>
                    <a:pt x="52453" y="146275"/>
                  </a:lnTo>
                  <a:cubicBezTo>
                    <a:pt x="55096" y="146538"/>
                    <a:pt x="57786" y="147417"/>
                    <a:pt x="60569" y="149041"/>
                  </a:cubicBezTo>
                  <a:cubicBezTo>
                    <a:pt x="61172" y="148426"/>
                    <a:pt x="62192" y="147680"/>
                    <a:pt x="63676" y="147285"/>
                  </a:cubicBezTo>
                  <a:cubicBezTo>
                    <a:pt x="66180" y="146670"/>
                    <a:pt x="69148" y="147373"/>
                    <a:pt x="72488" y="149392"/>
                  </a:cubicBezTo>
                  <a:lnTo>
                    <a:pt x="79073" y="149392"/>
                  </a:lnTo>
                  <a:lnTo>
                    <a:pt x="84175" y="142587"/>
                  </a:lnTo>
                  <a:cubicBezTo>
                    <a:pt x="83804" y="142851"/>
                    <a:pt x="83479" y="143070"/>
                    <a:pt x="83154" y="143378"/>
                  </a:cubicBezTo>
                  <a:cubicBezTo>
                    <a:pt x="83154" y="143378"/>
                    <a:pt x="88998" y="129944"/>
                    <a:pt x="101195" y="127793"/>
                  </a:cubicBezTo>
                  <a:lnTo>
                    <a:pt x="106482" y="124852"/>
                  </a:lnTo>
                  <a:lnTo>
                    <a:pt x="107827" y="118486"/>
                  </a:lnTo>
                  <a:cubicBezTo>
                    <a:pt x="107874" y="118179"/>
                    <a:pt x="108105" y="117916"/>
                    <a:pt x="108384" y="117740"/>
                  </a:cubicBezTo>
                  <a:lnTo>
                    <a:pt x="118216" y="112253"/>
                  </a:lnTo>
                  <a:cubicBezTo>
                    <a:pt x="118216" y="112253"/>
                    <a:pt x="118587" y="112121"/>
                    <a:pt x="118819" y="112121"/>
                  </a:cubicBezTo>
                  <a:lnTo>
                    <a:pt x="130923" y="112121"/>
                  </a:lnTo>
                  <a:lnTo>
                    <a:pt x="127862" y="101716"/>
                  </a:lnTo>
                  <a:cubicBezTo>
                    <a:pt x="127676" y="101146"/>
                    <a:pt x="128048" y="100531"/>
                    <a:pt x="128650" y="100356"/>
                  </a:cubicBezTo>
                  <a:lnTo>
                    <a:pt x="173451" y="87712"/>
                  </a:lnTo>
                  <a:lnTo>
                    <a:pt x="167561" y="82137"/>
                  </a:lnTo>
                  <a:cubicBezTo>
                    <a:pt x="167097" y="81698"/>
                    <a:pt x="167097" y="80996"/>
                    <a:pt x="167561" y="80600"/>
                  </a:cubicBezTo>
                  <a:lnTo>
                    <a:pt x="173034" y="75420"/>
                  </a:lnTo>
                  <a:lnTo>
                    <a:pt x="173034" y="67650"/>
                  </a:lnTo>
                  <a:cubicBezTo>
                    <a:pt x="173034" y="67255"/>
                    <a:pt x="173265" y="66860"/>
                    <a:pt x="173636" y="66684"/>
                  </a:cubicBezTo>
                  <a:lnTo>
                    <a:pt x="179573" y="63655"/>
                  </a:lnTo>
                  <a:lnTo>
                    <a:pt x="176651" y="61592"/>
                  </a:lnTo>
                  <a:cubicBezTo>
                    <a:pt x="176326" y="61372"/>
                    <a:pt x="176187" y="61021"/>
                    <a:pt x="176187" y="60626"/>
                  </a:cubicBezTo>
                  <a:lnTo>
                    <a:pt x="177068" y="48378"/>
                  </a:lnTo>
                  <a:cubicBezTo>
                    <a:pt x="177068" y="48158"/>
                    <a:pt x="177161" y="47939"/>
                    <a:pt x="177300" y="47763"/>
                  </a:cubicBezTo>
                  <a:lnTo>
                    <a:pt x="180037" y="44515"/>
                  </a:lnTo>
                  <a:lnTo>
                    <a:pt x="176280" y="41617"/>
                  </a:lnTo>
                  <a:cubicBezTo>
                    <a:pt x="176002" y="41398"/>
                    <a:pt x="175863" y="41090"/>
                    <a:pt x="175863" y="40783"/>
                  </a:cubicBezTo>
                  <a:cubicBezTo>
                    <a:pt x="175863" y="40476"/>
                    <a:pt x="176002" y="40168"/>
                    <a:pt x="176234" y="39949"/>
                  </a:cubicBezTo>
                  <a:lnTo>
                    <a:pt x="182402" y="34813"/>
                  </a:lnTo>
                  <a:lnTo>
                    <a:pt x="177486" y="27920"/>
                  </a:lnTo>
                  <a:cubicBezTo>
                    <a:pt x="177486" y="27920"/>
                    <a:pt x="177393" y="27745"/>
                    <a:pt x="177347" y="27657"/>
                  </a:cubicBezTo>
                  <a:lnTo>
                    <a:pt x="175167" y="21160"/>
                  </a:lnTo>
                  <a:lnTo>
                    <a:pt x="167793" y="16506"/>
                  </a:lnTo>
                  <a:lnTo>
                    <a:pt x="156059" y="12687"/>
                  </a:lnTo>
                  <a:lnTo>
                    <a:pt x="151932" y="11019"/>
                  </a:lnTo>
                  <a:cubicBezTo>
                    <a:pt x="151932" y="11019"/>
                    <a:pt x="151607" y="10843"/>
                    <a:pt x="151514" y="10712"/>
                  </a:cubicBezTo>
                  <a:lnTo>
                    <a:pt x="147526" y="6146"/>
                  </a:lnTo>
                  <a:lnTo>
                    <a:pt x="143955" y="6146"/>
                  </a:lnTo>
                  <a:cubicBezTo>
                    <a:pt x="143955" y="6146"/>
                    <a:pt x="143909" y="6146"/>
                    <a:pt x="143862" y="6146"/>
                  </a:cubicBezTo>
                  <a:cubicBezTo>
                    <a:pt x="143770" y="6497"/>
                    <a:pt x="143630" y="6804"/>
                    <a:pt x="143398" y="7024"/>
                  </a:cubicBezTo>
                  <a:lnTo>
                    <a:pt x="137880" y="3731"/>
                  </a:lnTo>
                  <a:close/>
                  <a:moveTo>
                    <a:pt x="92986" y="95965"/>
                  </a:moveTo>
                  <a:lnTo>
                    <a:pt x="86911" y="95965"/>
                  </a:lnTo>
                  <a:lnTo>
                    <a:pt x="86911" y="91049"/>
                  </a:lnTo>
                  <a:lnTo>
                    <a:pt x="92986" y="91049"/>
                  </a:lnTo>
                  <a:lnTo>
                    <a:pt x="92986" y="95965"/>
                  </a:lnTo>
                  <a:close/>
                  <a:moveTo>
                    <a:pt x="125450" y="43593"/>
                  </a:moveTo>
                  <a:lnTo>
                    <a:pt x="121091" y="48246"/>
                  </a:lnTo>
                  <a:lnTo>
                    <a:pt x="119097" y="46051"/>
                  </a:lnTo>
                  <a:lnTo>
                    <a:pt x="125404" y="38369"/>
                  </a:lnTo>
                  <a:lnTo>
                    <a:pt x="125404" y="43593"/>
                  </a:lnTo>
                  <a:close/>
                  <a:moveTo>
                    <a:pt x="120813" y="11194"/>
                  </a:moveTo>
                  <a:lnTo>
                    <a:pt x="119143" y="9263"/>
                  </a:lnTo>
                  <a:lnTo>
                    <a:pt x="122297" y="3512"/>
                  </a:lnTo>
                  <a:lnTo>
                    <a:pt x="125450" y="3512"/>
                  </a:lnTo>
                  <a:lnTo>
                    <a:pt x="120813" y="1119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3" name="Freeform: Shape 2112">
              <a:extLst>
                <a:ext uri="{FF2B5EF4-FFF2-40B4-BE49-F238E27FC236}">
                  <a16:creationId xmlns:a16="http://schemas.microsoft.com/office/drawing/2014/main" id="{2AD28A7D-28A2-C6D3-4A33-F40AEA182751}"/>
                </a:ext>
              </a:extLst>
            </p:cNvPr>
            <p:cNvSpPr>
              <a:spLocks/>
            </p:cNvSpPr>
            <p:nvPr/>
          </p:nvSpPr>
          <p:spPr>
            <a:xfrm>
              <a:off x="7117427" y="3145145"/>
              <a:ext cx="333968" cy="241596"/>
            </a:xfrm>
            <a:custGeom>
              <a:avLst/>
              <a:gdLst>
                <a:gd name="connsiteX0" fmla="*/ 217948 w 223744"/>
                <a:gd name="connsiteY0" fmla="*/ 20326 h 161859"/>
                <a:gd name="connsiteX1" fmla="*/ 209739 w 223744"/>
                <a:gd name="connsiteY1" fmla="*/ 23004 h 161859"/>
                <a:gd name="connsiteX2" fmla="*/ 208672 w 223744"/>
                <a:gd name="connsiteY2" fmla="*/ 22872 h 161859"/>
                <a:gd name="connsiteX3" fmla="*/ 208209 w 223744"/>
                <a:gd name="connsiteY3" fmla="*/ 21994 h 161859"/>
                <a:gd name="connsiteX4" fmla="*/ 208209 w 223744"/>
                <a:gd name="connsiteY4" fmla="*/ 19272 h 161859"/>
                <a:gd name="connsiteX5" fmla="*/ 200324 w 223744"/>
                <a:gd name="connsiteY5" fmla="*/ 19272 h 161859"/>
                <a:gd name="connsiteX6" fmla="*/ 197031 w 223744"/>
                <a:gd name="connsiteY6" fmla="*/ 20721 h 161859"/>
                <a:gd name="connsiteX7" fmla="*/ 191420 w 223744"/>
                <a:gd name="connsiteY7" fmla="*/ 26867 h 161859"/>
                <a:gd name="connsiteX8" fmla="*/ 191003 w 223744"/>
                <a:gd name="connsiteY8" fmla="*/ 27174 h 161859"/>
                <a:gd name="connsiteX9" fmla="*/ 175049 w 223744"/>
                <a:gd name="connsiteY9" fmla="*/ 33759 h 161859"/>
                <a:gd name="connsiteX10" fmla="*/ 174585 w 223744"/>
                <a:gd name="connsiteY10" fmla="*/ 33847 h 161859"/>
                <a:gd name="connsiteX11" fmla="*/ 174075 w 223744"/>
                <a:gd name="connsiteY11" fmla="*/ 33715 h 161859"/>
                <a:gd name="connsiteX12" fmla="*/ 173472 w 223744"/>
                <a:gd name="connsiteY12" fmla="*/ 33013 h 161859"/>
                <a:gd name="connsiteX13" fmla="*/ 171153 w 223744"/>
                <a:gd name="connsiteY13" fmla="*/ 24496 h 161859"/>
                <a:gd name="connsiteX14" fmla="*/ 171153 w 223744"/>
                <a:gd name="connsiteY14" fmla="*/ 24013 h 161859"/>
                <a:gd name="connsiteX15" fmla="*/ 173426 w 223744"/>
                <a:gd name="connsiteY15" fmla="*/ 12204 h 161859"/>
                <a:gd name="connsiteX16" fmla="*/ 170736 w 223744"/>
                <a:gd name="connsiteY16" fmla="*/ 4829 h 161859"/>
                <a:gd name="connsiteX17" fmla="*/ 163825 w 223744"/>
                <a:gd name="connsiteY17" fmla="*/ 0 h 161859"/>
                <a:gd name="connsiteX18" fmla="*/ 160950 w 223744"/>
                <a:gd name="connsiteY18" fmla="*/ 1668 h 161859"/>
                <a:gd name="connsiteX19" fmla="*/ 156915 w 223744"/>
                <a:gd name="connsiteY19" fmla="*/ 7507 h 161859"/>
                <a:gd name="connsiteX20" fmla="*/ 156915 w 223744"/>
                <a:gd name="connsiteY20" fmla="*/ 13785 h 161859"/>
                <a:gd name="connsiteX21" fmla="*/ 156220 w 223744"/>
                <a:gd name="connsiteY21" fmla="*/ 14794 h 161859"/>
                <a:gd name="connsiteX22" fmla="*/ 148706 w 223744"/>
                <a:gd name="connsiteY22" fmla="*/ 18087 h 161859"/>
                <a:gd name="connsiteX23" fmla="*/ 148243 w 223744"/>
                <a:gd name="connsiteY23" fmla="*/ 18175 h 161859"/>
                <a:gd name="connsiteX24" fmla="*/ 142863 w 223744"/>
                <a:gd name="connsiteY24" fmla="*/ 18175 h 161859"/>
                <a:gd name="connsiteX25" fmla="*/ 141425 w 223744"/>
                <a:gd name="connsiteY25" fmla="*/ 20677 h 161859"/>
                <a:gd name="connsiteX26" fmla="*/ 143188 w 223744"/>
                <a:gd name="connsiteY26" fmla="*/ 24013 h 161859"/>
                <a:gd name="connsiteX27" fmla="*/ 143188 w 223744"/>
                <a:gd name="connsiteY27" fmla="*/ 24935 h 161859"/>
                <a:gd name="connsiteX28" fmla="*/ 142446 w 223744"/>
                <a:gd name="connsiteY28" fmla="*/ 25550 h 161859"/>
                <a:gd name="connsiteX29" fmla="*/ 136648 w 223744"/>
                <a:gd name="connsiteY29" fmla="*/ 27218 h 161859"/>
                <a:gd name="connsiteX30" fmla="*/ 135443 w 223744"/>
                <a:gd name="connsiteY30" fmla="*/ 26867 h 161859"/>
                <a:gd name="connsiteX31" fmla="*/ 131176 w 223744"/>
                <a:gd name="connsiteY31" fmla="*/ 22126 h 161859"/>
                <a:gd name="connsiteX32" fmla="*/ 120463 w 223744"/>
                <a:gd name="connsiteY32" fmla="*/ 29237 h 161859"/>
                <a:gd name="connsiteX33" fmla="*/ 119303 w 223744"/>
                <a:gd name="connsiteY33" fmla="*/ 29325 h 161859"/>
                <a:gd name="connsiteX34" fmla="*/ 114666 w 223744"/>
                <a:gd name="connsiteY34" fmla="*/ 27130 h 161859"/>
                <a:gd name="connsiteX35" fmla="*/ 114573 w 223744"/>
                <a:gd name="connsiteY35" fmla="*/ 26999 h 161859"/>
                <a:gd name="connsiteX36" fmla="*/ 114387 w 223744"/>
                <a:gd name="connsiteY36" fmla="*/ 26955 h 161859"/>
                <a:gd name="connsiteX37" fmla="*/ 109193 w 223744"/>
                <a:gd name="connsiteY37" fmla="*/ 22257 h 161859"/>
                <a:gd name="connsiteX38" fmla="*/ 106782 w 223744"/>
                <a:gd name="connsiteY38" fmla="*/ 24935 h 161859"/>
                <a:gd name="connsiteX39" fmla="*/ 105947 w 223744"/>
                <a:gd name="connsiteY39" fmla="*/ 25330 h 161859"/>
                <a:gd name="connsiteX40" fmla="*/ 105066 w 223744"/>
                <a:gd name="connsiteY40" fmla="*/ 24979 h 161859"/>
                <a:gd name="connsiteX41" fmla="*/ 100428 w 223744"/>
                <a:gd name="connsiteY41" fmla="*/ 20370 h 161859"/>
                <a:gd name="connsiteX42" fmla="*/ 94863 w 223744"/>
                <a:gd name="connsiteY42" fmla="*/ 20370 h 161859"/>
                <a:gd name="connsiteX43" fmla="*/ 90457 w 223744"/>
                <a:gd name="connsiteY43" fmla="*/ 22433 h 161859"/>
                <a:gd name="connsiteX44" fmla="*/ 89251 w 223744"/>
                <a:gd name="connsiteY44" fmla="*/ 22345 h 161859"/>
                <a:gd name="connsiteX45" fmla="*/ 81506 w 223744"/>
                <a:gd name="connsiteY45" fmla="*/ 17165 h 161859"/>
                <a:gd name="connsiteX46" fmla="*/ 79419 w 223744"/>
                <a:gd name="connsiteY46" fmla="*/ 22652 h 161859"/>
                <a:gd name="connsiteX47" fmla="*/ 78399 w 223744"/>
                <a:gd name="connsiteY47" fmla="*/ 23355 h 161859"/>
                <a:gd name="connsiteX48" fmla="*/ 69030 w 223744"/>
                <a:gd name="connsiteY48" fmla="*/ 23882 h 161859"/>
                <a:gd name="connsiteX49" fmla="*/ 66480 w 223744"/>
                <a:gd name="connsiteY49" fmla="*/ 26472 h 161859"/>
                <a:gd name="connsiteX50" fmla="*/ 66711 w 223744"/>
                <a:gd name="connsiteY50" fmla="*/ 29281 h 161859"/>
                <a:gd name="connsiteX51" fmla="*/ 66711 w 223744"/>
                <a:gd name="connsiteY51" fmla="*/ 29633 h 161859"/>
                <a:gd name="connsiteX52" fmla="*/ 64114 w 223744"/>
                <a:gd name="connsiteY52" fmla="*/ 39773 h 161859"/>
                <a:gd name="connsiteX53" fmla="*/ 63326 w 223744"/>
                <a:gd name="connsiteY53" fmla="*/ 40564 h 161859"/>
                <a:gd name="connsiteX54" fmla="*/ 57204 w 223744"/>
                <a:gd name="connsiteY54" fmla="*/ 42232 h 161859"/>
                <a:gd name="connsiteX55" fmla="*/ 57204 w 223744"/>
                <a:gd name="connsiteY55" fmla="*/ 45524 h 161859"/>
                <a:gd name="connsiteX56" fmla="*/ 56230 w 223744"/>
                <a:gd name="connsiteY56" fmla="*/ 46622 h 161859"/>
                <a:gd name="connsiteX57" fmla="*/ 43013 w 223744"/>
                <a:gd name="connsiteY57" fmla="*/ 48378 h 161859"/>
                <a:gd name="connsiteX58" fmla="*/ 43616 w 223744"/>
                <a:gd name="connsiteY58" fmla="*/ 48685 h 161859"/>
                <a:gd name="connsiteX59" fmla="*/ 44126 w 223744"/>
                <a:gd name="connsiteY59" fmla="*/ 50046 h 161859"/>
                <a:gd name="connsiteX60" fmla="*/ 41529 w 223744"/>
                <a:gd name="connsiteY60" fmla="*/ 56368 h 161859"/>
                <a:gd name="connsiteX61" fmla="*/ 40879 w 223744"/>
                <a:gd name="connsiteY61" fmla="*/ 56982 h 161859"/>
                <a:gd name="connsiteX62" fmla="*/ 26688 w 223744"/>
                <a:gd name="connsiteY62" fmla="*/ 62470 h 161859"/>
                <a:gd name="connsiteX63" fmla="*/ 26271 w 223744"/>
                <a:gd name="connsiteY63" fmla="*/ 62558 h 161859"/>
                <a:gd name="connsiteX64" fmla="*/ 25760 w 223744"/>
                <a:gd name="connsiteY64" fmla="*/ 62470 h 161859"/>
                <a:gd name="connsiteX65" fmla="*/ 25157 w 223744"/>
                <a:gd name="connsiteY65" fmla="*/ 61767 h 161859"/>
                <a:gd name="connsiteX66" fmla="*/ 23395 w 223744"/>
                <a:gd name="connsiteY66" fmla="*/ 56017 h 161859"/>
                <a:gd name="connsiteX67" fmla="*/ 16485 w 223744"/>
                <a:gd name="connsiteY67" fmla="*/ 56499 h 161859"/>
                <a:gd name="connsiteX68" fmla="*/ 15558 w 223744"/>
                <a:gd name="connsiteY68" fmla="*/ 56148 h 161859"/>
                <a:gd name="connsiteX69" fmla="*/ 13285 w 223744"/>
                <a:gd name="connsiteY69" fmla="*/ 53778 h 161859"/>
                <a:gd name="connsiteX70" fmla="*/ 11476 w 223744"/>
                <a:gd name="connsiteY70" fmla="*/ 56543 h 161859"/>
                <a:gd name="connsiteX71" fmla="*/ 11476 w 223744"/>
                <a:gd name="connsiteY71" fmla="*/ 61460 h 161859"/>
                <a:gd name="connsiteX72" fmla="*/ 9714 w 223744"/>
                <a:gd name="connsiteY72" fmla="*/ 68309 h 161859"/>
                <a:gd name="connsiteX73" fmla="*/ 9157 w 223744"/>
                <a:gd name="connsiteY73" fmla="*/ 68967 h 161859"/>
                <a:gd name="connsiteX74" fmla="*/ 4195 w 223744"/>
                <a:gd name="connsiteY74" fmla="*/ 71733 h 161859"/>
                <a:gd name="connsiteX75" fmla="*/ 7024 w 223744"/>
                <a:gd name="connsiteY75" fmla="*/ 74015 h 161859"/>
                <a:gd name="connsiteX76" fmla="*/ 7441 w 223744"/>
                <a:gd name="connsiteY76" fmla="*/ 74894 h 161859"/>
                <a:gd name="connsiteX77" fmla="*/ 6978 w 223744"/>
                <a:gd name="connsiteY77" fmla="*/ 75728 h 161859"/>
                <a:gd name="connsiteX78" fmla="*/ 2896 w 223744"/>
                <a:gd name="connsiteY78" fmla="*/ 78449 h 161859"/>
                <a:gd name="connsiteX79" fmla="*/ 1273 w 223744"/>
                <a:gd name="connsiteY79" fmla="*/ 87800 h 161859"/>
                <a:gd name="connsiteX80" fmla="*/ 6467 w 223744"/>
                <a:gd name="connsiteY80" fmla="*/ 90302 h 161859"/>
                <a:gd name="connsiteX81" fmla="*/ 7070 w 223744"/>
                <a:gd name="connsiteY81" fmla="*/ 91137 h 161859"/>
                <a:gd name="connsiteX82" fmla="*/ 6746 w 223744"/>
                <a:gd name="connsiteY82" fmla="*/ 92102 h 161859"/>
                <a:gd name="connsiteX83" fmla="*/ 1551 w 223744"/>
                <a:gd name="connsiteY83" fmla="*/ 96844 h 161859"/>
                <a:gd name="connsiteX84" fmla="*/ 7070 w 223744"/>
                <a:gd name="connsiteY84" fmla="*/ 111550 h 161859"/>
                <a:gd name="connsiteX85" fmla="*/ 7117 w 223744"/>
                <a:gd name="connsiteY85" fmla="*/ 112033 h 161859"/>
                <a:gd name="connsiteX86" fmla="*/ 5818 w 223744"/>
                <a:gd name="connsiteY86" fmla="*/ 126476 h 161859"/>
                <a:gd name="connsiteX87" fmla="*/ 19638 w 223744"/>
                <a:gd name="connsiteY87" fmla="*/ 126476 h 161859"/>
                <a:gd name="connsiteX88" fmla="*/ 20798 w 223744"/>
                <a:gd name="connsiteY88" fmla="*/ 127574 h 161859"/>
                <a:gd name="connsiteX89" fmla="*/ 20798 w 223744"/>
                <a:gd name="connsiteY89" fmla="*/ 136090 h 161859"/>
                <a:gd name="connsiteX90" fmla="*/ 20566 w 223744"/>
                <a:gd name="connsiteY90" fmla="*/ 136705 h 161859"/>
                <a:gd name="connsiteX91" fmla="*/ 6978 w 223744"/>
                <a:gd name="connsiteY91" fmla="*/ 154879 h 161859"/>
                <a:gd name="connsiteX92" fmla="*/ 13007 w 223744"/>
                <a:gd name="connsiteY92" fmla="*/ 156723 h 161859"/>
                <a:gd name="connsiteX93" fmla="*/ 29331 w 223744"/>
                <a:gd name="connsiteY93" fmla="*/ 161860 h 161859"/>
                <a:gd name="connsiteX94" fmla="*/ 49969 w 223744"/>
                <a:gd name="connsiteY94" fmla="*/ 160235 h 161859"/>
                <a:gd name="connsiteX95" fmla="*/ 50804 w 223744"/>
                <a:gd name="connsiteY95" fmla="*/ 160499 h 161859"/>
                <a:gd name="connsiteX96" fmla="*/ 52520 w 223744"/>
                <a:gd name="connsiteY96" fmla="*/ 161860 h 161859"/>
                <a:gd name="connsiteX97" fmla="*/ 57390 w 223744"/>
                <a:gd name="connsiteY97" fmla="*/ 161860 h 161859"/>
                <a:gd name="connsiteX98" fmla="*/ 60821 w 223744"/>
                <a:gd name="connsiteY98" fmla="*/ 158435 h 161859"/>
                <a:gd name="connsiteX99" fmla="*/ 61657 w 223744"/>
                <a:gd name="connsiteY99" fmla="*/ 158084 h 161859"/>
                <a:gd name="connsiteX100" fmla="*/ 76822 w 223744"/>
                <a:gd name="connsiteY100" fmla="*/ 158084 h 161859"/>
                <a:gd name="connsiteX101" fmla="*/ 91570 w 223744"/>
                <a:gd name="connsiteY101" fmla="*/ 153519 h 161859"/>
                <a:gd name="connsiteX102" fmla="*/ 88509 w 223744"/>
                <a:gd name="connsiteY102" fmla="*/ 151499 h 161859"/>
                <a:gd name="connsiteX103" fmla="*/ 88045 w 223744"/>
                <a:gd name="connsiteY103" fmla="*/ 150358 h 161859"/>
                <a:gd name="connsiteX104" fmla="*/ 90642 w 223744"/>
                <a:gd name="connsiteY104" fmla="*/ 139119 h 161859"/>
                <a:gd name="connsiteX105" fmla="*/ 90781 w 223744"/>
                <a:gd name="connsiteY105" fmla="*/ 138768 h 161859"/>
                <a:gd name="connsiteX106" fmla="*/ 97181 w 223744"/>
                <a:gd name="connsiteY106" fmla="*/ 129461 h 161859"/>
                <a:gd name="connsiteX107" fmla="*/ 98155 w 223744"/>
                <a:gd name="connsiteY107" fmla="*/ 128978 h 161859"/>
                <a:gd name="connsiteX108" fmla="*/ 104834 w 223744"/>
                <a:gd name="connsiteY108" fmla="*/ 128978 h 161859"/>
                <a:gd name="connsiteX109" fmla="*/ 105344 w 223744"/>
                <a:gd name="connsiteY109" fmla="*/ 129110 h 161859"/>
                <a:gd name="connsiteX110" fmla="*/ 109471 w 223744"/>
                <a:gd name="connsiteY110" fmla="*/ 131086 h 161859"/>
                <a:gd name="connsiteX111" fmla="*/ 112718 w 223744"/>
                <a:gd name="connsiteY111" fmla="*/ 129637 h 161859"/>
                <a:gd name="connsiteX112" fmla="*/ 109935 w 223744"/>
                <a:gd name="connsiteY112" fmla="*/ 125466 h 161859"/>
                <a:gd name="connsiteX113" fmla="*/ 109935 w 223744"/>
                <a:gd name="connsiteY113" fmla="*/ 124369 h 161859"/>
                <a:gd name="connsiteX114" fmla="*/ 110955 w 223744"/>
                <a:gd name="connsiteY114" fmla="*/ 123798 h 161859"/>
                <a:gd name="connsiteX115" fmla="*/ 118098 w 223744"/>
                <a:gd name="connsiteY115" fmla="*/ 123798 h 161859"/>
                <a:gd name="connsiteX116" fmla="*/ 120092 w 223744"/>
                <a:gd name="connsiteY116" fmla="*/ 120286 h 161859"/>
                <a:gd name="connsiteX117" fmla="*/ 120788 w 223744"/>
                <a:gd name="connsiteY117" fmla="*/ 119759 h 161859"/>
                <a:gd name="connsiteX118" fmla="*/ 121668 w 223744"/>
                <a:gd name="connsiteY118" fmla="*/ 119847 h 161859"/>
                <a:gd name="connsiteX119" fmla="*/ 125889 w 223744"/>
                <a:gd name="connsiteY119" fmla="*/ 122174 h 161859"/>
                <a:gd name="connsiteX120" fmla="*/ 126956 w 223744"/>
                <a:gd name="connsiteY120" fmla="*/ 118618 h 161859"/>
                <a:gd name="connsiteX121" fmla="*/ 127976 w 223744"/>
                <a:gd name="connsiteY121" fmla="*/ 117828 h 161859"/>
                <a:gd name="connsiteX122" fmla="*/ 129135 w 223744"/>
                <a:gd name="connsiteY122" fmla="*/ 118442 h 161859"/>
                <a:gd name="connsiteX123" fmla="*/ 131918 w 223744"/>
                <a:gd name="connsiteY123" fmla="*/ 123710 h 161859"/>
                <a:gd name="connsiteX124" fmla="*/ 137669 w 223744"/>
                <a:gd name="connsiteY124" fmla="*/ 118486 h 161859"/>
                <a:gd name="connsiteX125" fmla="*/ 137669 w 223744"/>
                <a:gd name="connsiteY125" fmla="*/ 113043 h 161859"/>
                <a:gd name="connsiteX126" fmla="*/ 135628 w 223744"/>
                <a:gd name="connsiteY126" fmla="*/ 110892 h 161859"/>
                <a:gd name="connsiteX127" fmla="*/ 135350 w 223744"/>
                <a:gd name="connsiteY127" fmla="*/ 110058 h 161859"/>
                <a:gd name="connsiteX128" fmla="*/ 135767 w 223744"/>
                <a:gd name="connsiteY128" fmla="*/ 109311 h 161859"/>
                <a:gd name="connsiteX129" fmla="*/ 139385 w 223744"/>
                <a:gd name="connsiteY129" fmla="*/ 106633 h 161859"/>
                <a:gd name="connsiteX130" fmla="*/ 139385 w 223744"/>
                <a:gd name="connsiteY130" fmla="*/ 99478 h 161859"/>
                <a:gd name="connsiteX131" fmla="*/ 140266 w 223744"/>
                <a:gd name="connsiteY131" fmla="*/ 98424 h 161859"/>
                <a:gd name="connsiteX132" fmla="*/ 149773 w 223744"/>
                <a:gd name="connsiteY132" fmla="*/ 96317 h 161859"/>
                <a:gd name="connsiteX133" fmla="*/ 153947 w 223744"/>
                <a:gd name="connsiteY133" fmla="*/ 91883 h 161859"/>
                <a:gd name="connsiteX134" fmla="*/ 152370 w 223744"/>
                <a:gd name="connsiteY134" fmla="*/ 88634 h 161859"/>
                <a:gd name="connsiteX135" fmla="*/ 146202 w 223744"/>
                <a:gd name="connsiteY135" fmla="*/ 83849 h 161859"/>
                <a:gd name="connsiteX136" fmla="*/ 145785 w 223744"/>
                <a:gd name="connsiteY136" fmla="*/ 83015 h 161859"/>
                <a:gd name="connsiteX137" fmla="*/ 145785 w 223744"/>
                <a:gd name="connsiteY137" fmla="*/ 81083 h 161859"/>
                <a:gd name="connsiteX138" fmla="*/ 146944 w 223744"/>
                <a:gd name="connsiteY138" fmla="*/ 79986 h 161859"/>
                <a:gd name="connsiteX139" fmla="*/ 154179 w 223744"/>
                <a:gd name="connsiteY139" fmla="*/ 79986 h 161859"/>
                <a:gd name="connsiteX140" fmla="*/ 154828 w 223744"/>
                <a:gd name="connsiteY140" fmla="*/ 80162 h 161859"/>
                <a:gd name="connsiteX141" fmla="*/ 157889 w 223744"/>
                <a:gd name="connsiteY141" fmla="*/ 82093 h 161859"/>
                <a:gd name="connsiteX142" fmla="*/ 166052 w 223744"/>
                <a:gd name="connsiteY142" fmla="*/ 80205 h 161859"/>
                <a:gd name="connsiteX143" fmla="*/ 166052 w 223744"/>
                <a:gd name="connsiteY143" fmla="*/ 75552 h 161859"/>
                <a:gd name="connsiteX144" fmla="*/ 164428 w 223744"/>
                <a:gd name="connsiteY144" fmla="*/ 72479 h 161859"/>
                <a:gd name="connsiteX145" fmla="*/ 164660 w 223744"/>
                <a:gd name="connsiteY145" fmla="*/ 71206 h 161859"/>
                <a:gd name="connsiteX146" fmla="*/ 175234 w 223744"/>
                <a:gd name="connsiteY146" fmla="*/ 61460 h 161859"/>
                <a:gd name="connsiteX147" fmla="*/ 172637 w 223744"/>
                <a:gd name="connsiteY147" fmla="*/ 58124 h 161859"/>
                <a:gd name="connsiteX148" fmla="*/ 172498 w 223744"/>
                <a:gd name="connsiteY148" fmla="*/ 57114 h 161859"/>
                <a:gd name="connsiteX149" fmla="*/ 174307 w 223744"/>
                <a:gd name="connsiteY149" fmla="*/ 52329 h 161859"/>
                <a:gd name="connsiteX150" fmla="*/ 167767 w 223744"/>
                <a:gd name="connsiteY150" fmla="*/ 45042 h 161859"/>
                <a:gd name="connsiteX151" fmla="*/ 167907 w 223744"/>
                <a:gd name="connsiteY151" fmla="*/ 43505 h 161859"/>
                <a:gd name="connsiteX152" fmla="*/ 176023 w 223744"/>
                <a:gd name="connsiteY152" fmla="*/ 36920 h 161859"/>
                <a:gd name="connsiteX153" fmla="*/ 177460 w 223744"/>
                <a:gd name="connsiteY153" fmla="*/ 36876 h 161859"/>
                <a:gd name="connsiteX154" fmla="*/ 178573 w 223744"/>
                <a:gd name="connsiteY154" fmla="*/ 37622 h 161859"/>
                <a:gd name="connsiteX155" fmla="*/ 183397 w 223744"/>
                <a:gd name="connsiteY155" fmla="*/ 31871 h 161859"/>
                <a:gd name="connsiteX156" fmla="*/ 184139 w 223744"/>
                <a:gd name="connsiteY156" fmla="*/ 31476 h 161859"/>
                <a:gd name="connsiteX157" fmla="*/ 198052 w 223744"/>
                <a:gd name="connsiteY157" fmla="*/ 29545 h 161859"/>
                <a:gd name="connsiteX158" fmla="*/ 204498 w 223744"/>
                <a:gd name="connsiteY158" fmla="*/ 27394 h 161859"/>
                <a:gd name="connsiteX159" fmla="*/ 204869 w 223744"/>
                <a:gd name="connsiteY159" fmla="*/ 27350 h 161859"/>
                <a:gd name="connsiteX160" fmla="*/ 209785 w 223744"/>
                <a:gd name="connsiteY160" fmla="*/ 27350 h 161859"/>
                <a:gd name="connsiteX161" fmla="*/ 210481 w 223744"/>
                <a:gd name="connsiteY161" fmla="*/ 27569 h 161859"/>
                <a:gd name="connsiteX162" fmla="*/ 213078 w 223744"/>
                <a:gd name="connsiteY162" fmla="*/ 29325 h 161859"/>
                <a:gd name="connsiteX163" fmla="*/ 219385 w 223744"/>
                <a:gd name="connsiteY163" fmla="*/ 25901 h 161859"/>
                <a:gd name="connsiteX164" fmla="*/ 219385 w 223744"/>
                <a:gd name="connsiteY164" fmla="*/ 22960 h 161859"/>
                <a:gd name="connsiteX165" fmla="*/ 220313 w 223744"/>
                <a:gd name="connsiteY165" fmla="*/ 21862 h 161859"/>
                <a:gd name="connsiteX166" fmla="*/ 223745 w 223744"/>
                <a:gd name="connsiteY166" fmla="*/ 21204 h 161859"/>
                <a:gd name="connsiteX167" fmla="*/ 222957 w 223744"/>
                <a:gd name="connsiteY167" fmla="*/ 20501 h 161859"/>
                <a:gd name="connsiteX168" fmla="*/ 218133 w 223744"/>
                <a:gd name="connsiteY168" fmla="*/ 20501 h 161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23744" h="161859">
                  <a:moveTo>
                    <a:pt x="217948" y="20326"/>
                  </a:moveTo>
                  <a:lnTo>
                    <a:pt x="209739" y="23004"/>
                  </a:lnTo>
                  <a:cubicBezTo>
                    <a:pt x="209368" y="23135"/>
                    <a:pt x="208997" y="23048"/>
                    <a:pt x="208672" y="22872"/>
                  </a:cubicBezTo>
                  <a:cubicBezTo>
                    <a:pt x="208348" y="22652"/>
                    <a:pt x="208209" y="22345"/>
                    <a:pt x="208209" y="21994"/>
                  </a:cubicBezTo>
                  <a:lnTo>
                    <a:pt x="208209" y="19272"/>
                  </a:lnTo>
                  <a:lnTo>
                    <a:pt x="200324" y="19272"/>
                  </a:lnTo>
                  <a:lnTo>
                    <a:pt x="197031" y="20721"/>
                  </a:lnTo>
                  <a:lnTo>
                    <a:pt x="191420" y="26867"/>
                  </a:lnTo>
                  <a:cubicBezTo>
                    <a:pt x="191420" y="26867"/>
                    <a:pt x="191188" y="27086"/>
                    <a:pt x="191003" y="27174"/>
                  </a:cubicBezTo>
                  <a:lnTo>
                    <a:pt x="175049" y="33759"/>
                  </a:lnTo>
                  <a:cubicBezTo>
                    <a:pt x="175049" y="33759"/>
                    <a:pt x="174724" y="33847"/>
                    <a:pt x="174585" y="33847"/>
                  </a:cubicBezTo>
                  <a:cubicBezTo>
                    <a:pt x="174400" y="33847"/>
                    <a:pt x="174214" y="33847"/>
                    <a:pt x="174075" y="33715"/>
                  </a:cubicBezTo>
                  <a:cubicBezTo>
                    <a:pt x="173750" y="33584"/>
                    <a:pt x="173565" y="33320"/>
                    <a:pt x="173472" y="33013"/>
                  </a:cubicBezTo>
                  <a:lnTo>
                    <a:pt x="171153" y="24496"/>
                  </a:lnTo>
                  <a:cubicBezTo>
                    <a:pt x="171153" y="24496"/>
                    <a:pt x="171153" y="24189"/>
                    <a:pt x="171153" y="24013"/>
                  </a:cubicBezTo>
                  <a:lnTo>
                    <a:pt x="173426" y="12204"/>
                  </a:lnTo>
                  <a:lnTo>
                    <a:pt x="170736" y="4829"/>
                  </a:lnTo>
                  <a:lnTo>
                    <a:pt x="163825" y="0"/>
                  </a:lnTo>
                  <a:lnTo>
                    <a:pt x="160950" y="1668"/>
                  </a:lnTo>
                  <a:lnTo>
                    <a:pt x="156915" y="7507"/>
                  </a:lnTo>
                  <a:lnTo>
                    <a:pt x="156915" y="13785"/>
                  </a:lnTo>
                  <a:cubicBezTo>
                    <a:pt x="156915" y="14224"/>
                    <a:pt x="156637" y="14619"/>
                    <a:pt x="156220" y="14794"/>
                  </a:cubicBezTo>
                  <a:lnTo>
                    <a:pt x="148706" y="18087"/>
                  </a:lnTo>
                  <a:cubicBezTo>
                    <a:pt x="148706" y="18087"/>
                    <a:pt x="148382" y="18175"/>
                    <a:pt x="148243" y="18175"/>
                  </a:cubicBezTo>
                  <a:lnTo>
                    <a:pt x="142863" y="18175"/>
                  </a:lnTo>
                  <a:lnTo>
                    <a:pt x="141425" y="20677"/>
                  </a:lnTo>
                  <a:lnTo>
                    <a:pt x="143188" y="24013"/>
                  </a:lnTo>
                  <a:cubicBezTo>
                    <a:pt x="143327" y="24321"/>
                    <a:pt x="143373" y="24628"/>
                    <a:pt x="143188" y="24935"/>
                  </a:cubicBezTo>
                  <a:cubicBezTo>
                    <a:pt x="143049" y="25243"/>
                    <a:pt x="142770" y="25462"/>
                    <a:pt x="142446" y="25550"/>
                  </a:cubicBezTo>
                  <a:lnTo>
                    <a:pt x="136648" y="27218"/>
                  </a:lnTo>
                  <a:cubicBezTo>
                    <a:pt x="136185" y="27350"/>
                    <a:pt x="135721" y="27218"/>
                    <a:pt x="135443" y="26867"/>
                  </a:cubicBezTo>
                  <a:lnTo>
                    <a:pt x="131176" y="22126"/>
                  </a:lnTo>
                  <a:lnTo>
                    <a:pt x="120463" y="29237"/>
                  </a:lnTo>
                  <a:cubicBezTo>
                    <a:pt x="120138" y="29457"/>
                    <a:pt x="119674" y="29501"/>
                    <a:pt x="119303" y="29325"/>
                  </a:cubicBezTo>
                  <a:lnTo>
                    <a:pt x="114666" y="27130"/>
                  </a:lnTo>
                  <a:cubicBezTo>
                    <a:pt x="114666" y="27130"/>
                    <a:pt x="114619" y="27042"/>
                    <a:pt x="114573" y="26999"/>
                  </a:cubicBezTo>
                  <a:cubicBezTo>
                    <a:pt x="114526" y="26999"/>
                    <a:pt x="114434" y="26999"/>
                    <a:pt x="114387" y="26955"/>
                  </a:cubicBezTo>
                  <a:lnTo>
                    <a:pt x="109193" y="22257"/>
                  </a:lnTo>
                  <a:lnTo>
                    <a:pt x="106782" y="24935"/>
                  </a:lnTo>
                  <a:cubicBezTo>
                    <a:pt x="106596" y="25155"/>
                    <a:pt x="106271" y="25330"/>
                    <a:pt x="105947" y="25330"/>
                  </a:cubicBezTo>
                  <a:cubicBezTo>
                    <a:pt x="105622" y="25330"/>
                    <a:pt x="105297" y="25199"/>
                    <a:pt x="105066" y="24979"/>
                  </a:cubicBezTo>
                  <a:lnTo>
                    <a:pt x="100428" y="20370"/>
                  </a:lnTo>
                  <a:lnTo>
                    <a:pt x="94863" y="20370"/>
                  </a:lnTo>
                  <a:lnTo>
                    <a:pt x="90457" y="22433"/>
                  </a:lnTo>
                  <a:cubicBezTo>
                    <a:pt x="90086" y="22609"/>
                    <a:pt x="89622" y="22565"/>
                    <a:pt x="89251" y="22345"/>
                  </a:cubicBezTo>
                  <a:lnTo>
                    <a:pt x="81506" y="17165"/>
                  </a:lnTo>
                  <a:lnTo>
                    <a:pt x="79419" y="22652"/>
                  </a:lnTo>
                  <a:cubicBezTo>
                    <a:pt x="79280" y="23048"/>
                    <a:pt x="78862" y="23355"/>
                    <a:pt x="78399" y="23355"/>
                  </a:cubicBezTo>
                  <a:lnTo>
                    <a:pt x="69030" y="23882"/>
                  </a:lnTo>
                  <a:lnTo>
                    <a:pt x="66480" y="26472"/>
                  </a:lnTo>
                  <a:lnTo>
                    <a:pt x="66711" y="29281"/>
                  </a:lnTo>
                  <a:cubicBezTo>
                    <a:pt x="66711" y="29281"/>
                    <a:pt x="66711" y="29501"/>
                    <a:pt x="66711" y="29633"/>
                  </a:cubicBezTo>
                  <a:lnTo>
                    <a:pt x="64114" y="39773"/>
                  </a:lnTo>
                  <a:cubicBezTo>
                    <a:pt x="64022" y="40169"/>
                    <a:pt x="63697" y="40476"/>
                    <a:pt x="63326" y="40564"/>
                  </a:cubicBezTo>
                  <a:lnTo>
                    <a:pt x="57204" y="42232"/>
                  </a:lnTo>
                  <a:lnTo>
                    <a:pt x="57204" y="45524"/>
                  </a:lnTo>
                  <a:cubicBezTo>
                    <a:pt x="57204" y="46051"/>
                    <a:pt x="56787" y="46534"/>
                    <a:pt x="56230" y="46622"/>
                  </a:cubicBezTo>
                  <a:lnTo>
                    <a:pt x="43013" y="48378"/>
                  </a:lnTo>
                  <a:lnTo>
                    <a:pt x="43616" y="48685"/>
                  </a:lnTo>
                  <a:cubicBezTo>
                    <a:pt x="44126" y="48949"/>
                    <a:pt x="44311" y="49519"/>
                    <a:pt x="44126" y="50046"/>
                  </a:cubicBezTo>
                  <a:lnTo>
                    <a:pt x="41529" y="56368"/>
                  </a:lnTo>
                  <a:cubicBezTo>
                    <a:pt x="41436" y="56631"/>
                    <a:pt x="41204" y="56894"/>
                    <a:pt x="40879" y="56982"/>
                  </a:cubicBezTo>
                  <a:lnTo>
                    <a:pt x="26688" y="62470"/>
                  </a:lnTo>
                  <a:cubicBezTo>
                    <a:pt x="26688" y="62470"/>
                    <a:pt x="26410" y="62558"/>
                    <a:pt x="26271" y="62558"/>
                  </a:cubicBezTo>
                  <a:cubicBezTo>
                    <a:pt x="26085" y="62558"/>
                    <a:pt x="25946" y="62558"/>
                    <a:pt x="25760" y="62470"/>
                  </a:cubicBezTo>
                  <a:cubicBezTo>
                    <a:pt x="25482" y="62338"/>
                    <a:pt x="25250" y="62075"/>
                    <a:pt x="25157" y="61767"/>
                  </a:cubicBezTo>
                  <a:lnTo>
                    <a:pt x="23395" y="56017"/>
                  </a:lnTo>
                  <a:lnTo>
                    <a:pt x="16485" y="56499"/>
                  </a:lnTo>
                  <a:cubicBezTo>
                    <a:pt x="16114" y="56543"/>
                    <a:pt x="15789" y="56412"/>
                    <a:pt x="15558" y="56148"/>
                  </a:cubicBezTo>
                  <a:lnTo>
                    <a:pt x="13285" y="53778"/>
                  </a:lnTo>
                  <a:lnTo>
                    <a:pt x="11476" y="56543"/>
                  </a:lnTo>
                  <a:lnTo>
                    <a:pt x="11476" y="61460"/>
                  </a:lnTo>
                  <a:lnTo>
                    <a:pt x="9714" y="68309"/>
                  </a:lnTo>
                  <a:cubicBezTo>
                    <a:pt x="9621" y="68616"/>
                    <a:pt x="9436" y="68835"/>
                    <a:pt x="9157" y="68967"/>
                  </a:cubicBezTo>
                  <a:lnTo>
                    <a:pt x="4195" y="71733"/>
                  </a:lnTo>
                  <a:lnTo>
                    <a:pt x="7024" y="74015"/>
                  </a:lnTo>
                  <a:cubicBezTo>
                    <a:pt x="7302" y="74235"/>
                    <a:pt x="7441" y="74542"/>
                    <a:pt x="7441" y="74894"/>
                  </a:cubicBezTo>
                  <a:cubicBezTo>
                    <a:pt x="7441" y="75245"/>
                    <a:pt x="7256" y="75552"/>
                    <a:pt x="6978" y="75728"/>
                  </a:cubicBezTo>
                  <a:lnTo>
                    <a:pt x="2896" y="78449"/>
                  </a:lnTo>
                  <a:cubicBezTo>
                    <a:pt x="2896" y="78449"/>
                    <a:pt x="-2344" y="82137"/>
                    <a:pt x="1273" y="87800"/>
                  </a:cubicBezTo>
                  <a:lnTo>
                    <a:pt x="6467" y="90302"/>
                  </a:lnTo>
                  <a:cubicBezTo>
                    <a:pt x="6792" y="90478"/>
                    <a:pt x="7024" y="90785"/>
                    <a:pt x="7070" y="91137"/>
                  </a:cubicBezTo>
                  <a:cubicBezTo>
                    <a:pt x="7117" y="91488"/>
                    <a:pt x="6978" y="91839"/>
                    <a:pt x="6746" y="92102"/>
                  </a:cubicBezTo>
                  <a:lnTo>
                    <a:pt x="1551" y="96844"/>
                  </a:lnTo>
                  <a:lnTo>
                    <a:pt x="7070" y="111550"/>
                  </a:lnTo>
                  <a:cubicBezTo>
                    <a:pt x="7070" y="111550"/>
                    <a:pt x="7163" y="111857"/>
                    <a:pt x="7117" y="112033"/>
                  </a:cubicBezTo>
                  <a:lnTo>
                    <a:pt x="5818" y="126476"/>
                  </a:lnTo>
                  <a:lnTo>
                    <a:pt x="19638" y="126476"/>
                  </a:lnTo>
                  <a:cubicBezTo>
                    <a:pt x="20288" y="126476"/>
                    <a:pt x="20798" y="126959"/>
                    <a:pt x="20798" y="127574"/>
                  </a:cubicBezTo>
                  <a:lnTo>
                    <a:pt x="20798" y="136090"/>
                  </a:lnTo>
                  <a:cubicBezTo>
                    <a:pt x="20798" y="136310"/>
                    <a:pt x="20705" y="136529"/>
                    <a:pt x="20566" y="136705"/>
                  </a:cubicBezTo>
                  <a:lnTo>
                    <a:pt x="6978" y="154879"/>
                  </a:lnTo>
                  <a:lnTo>
                    <a:pt x="13007" y="156723"/>
                  </a:lnTo>
                  <a:lnTo>
                    <a:pt x="29331" y="161860"/>
                  </a:lnTo>
                  <a:lnTo>
                    <a:pt x="49969" y="160235"/>
                  </a:lnTo>
                  <a:cubicBezTo>
                    <a:pt x="50294" y="160191"/>
                    <a:pt x="50572" y="160323"/>
                    <a:pt x="50804" y="160499"/>
                  </a:cubicBezTo>
                  <a:lnTo>
                    <a:pt x="52520" y="161860"/>
                  </a:lnTo>
                  <a:lnTo>
                    <a:pt x="57390" y="161860"/>
                  </a:lnTo>
                  <a:lnTo>
                    <a:pt x="60821" y="158435"/>
                  </a:lnTo>
                  <a:cubicBezTo>
                    <a:pt x="60821" y="158435"/>
                    <a:pt x="61332" y="158084"/>
                    <a:pt x="61657" y="158084"/>
                  </a:cubicBezTo>
                  <a:lnTo>
                    <a:pt x="76822" y="158084"/>
                  </a:lnTo>
                  <a:lnTo>
                    <a:pt x="91570" y="153519"/>
                  </a:lnTo>
                  <a:lnTo>
                    <a:pt x="88509" y="151499"/>
                  </a:lnTo>
                  <a:cubicBezTo>
                    <a:pt x="88138" y="151236"/>
                    <a:pt x="87952" y="150797"/>
                    <a:pt x="88045" y="150358"/>
                  </a:cubicBezTo>
                  <a:lnTo>
                    <a:pt x="90642" y="139119"/>
                  </a:lnTo>
                  <a:cubicBezTo>
                    <a:pt x="90642" y="139119"/>
                    <a:pt x="90735" y="138856"/>
                    <a:pt x="90781" y="138768"/>
                  </a:cubicBezTo>
                  <a:lnTo>
                    <a:pt x="97181" y="129461"/>
                  </a:lnTo>
                  <a:cubicBezTo>
                    <a:pt x="97413" y="129154"/>
                    <a:pt x="97738" y="128978"/>
                    <a:pt x="98155" y="128978"/>
                  </a:cubicBezTo>
                  <a:lnTo>
                    <a:pt x="104834" y="128978"/>
                  </a:lnTo>
                  <a:cubicBezTo>
                    <a:pt x="104834" y="128978"/>
                    <a:pt x="105205" y="128978"/>
                    <a:pt x="105344" y="129110"/>
                  </a:cubicBezTo>
                  <a:lnTo>
                    <a:pt x="109471" y="131086"/>
                  </a:lnTo>
                  <a:lnTo>
                    <a:pt x="112718" y="129637"/>
                  </a:lnTo>
                  <a:lnTo>
                    <a:pt x="109935" y="125466"/>
                  </a:lnTo>
                  <a:cubicBezTo>
                    <a:pt x="109703" y="125115"/>
                    <a:pt x="109703" y="124720"/>
                    <a:pt x="109935" y="124369"/>
                  </a:cubicBezTo>
                  <a:cubicBezTo>
                    <a:pt x="110121" y="124018"/>
                    <a:pt x="110538" y="123798"/>
                    <a:pt x="110955" y="123798"/>
                  </a:cubicBezTo>
                  <a:lnTo>
                    <a:pt x="118098" y="123798"/>
                  </a:lnTo>
                  <a:lnTo>
                    <a:pt x="120092" y="120286"/>
                  </a:lnTo>
                  <a:cubicBezTo>
                    <a:pt x="120231" y="120023"/>
                    <a:pt x="120509" y="119847"/>
                    <a:pt x="120788" y="119759"/>
                  </a:cubicBezTo>
                  <a:cubicBezTo>
                    <a:pt x="121066" y="119672"/>
                    <a:pt x="121390" y="119759"/>
                    <a:pt x="121668" y="119847"/>
                  </a:cubicBezTo>
                  <a:lnTo>
                    <a:pt x="125889" y="122174"/>
                  </a:lnTo>
                  <a:lnTo>
                    <a:pt x="126956" y="118618"/>
                  </a:lnTo>
                  <a:cubicBezTo>
                    <a:pt x="127095" y="118179"/>
                    <a:pt x="127466" y="117872"/>
                    <a:pt x="127976" y="117828"/>
                  </a:cubicBezTo>
                  <a:cubicBezTo>
                    <a:pt x="128486" y="117784"/>
                    <a:pt x="128904" y="118003"/>
                    <a:pt x="129135" y="118442"/>
                  </a:cubicBezTo>
                  <a:lnTo>
                    <a:pt x="131918" y="123710"/>
                  </a:lnTo>
                  <a:lnTo>
                    <a:pt x="137669" y="118486"/>
                  </a:lnTo>
                  <a:lnTo>
                    <a:pt x="137669" y="113043"/>
                  </a:lnTo>
                  <a:lnTo>
                    <a:pt x="135628" y="110892"/>
                  </a:lnTo>
                  <a:cubicBezTo>
                    <a:pt x="135396" y="110672"/>
                    <a:pt x="135303" y="110365"/>
                    <a:pt x="135350" y="110058"/>
                  </a:cubicBezTo>
                  <a:cubicBezTo>
                    <a:pt x="135350" y="109750"/>
                    <a:pt x="135535" y="109487"/>
                    <a:pt x="135767" y="109311"/>
                  </a:cubicBezTo>
                  <a:lnTo>
                    <a:pt x="139385" y="106633"/>
                  </a:lnTo>
                  <a:lnTo>
                    <a:pt x="139385" y="99478"/>
                  </a:lnTo>
                  <a:cubicBezTo>
                    <a:pt x="139385" y="98951"/>
                    <a:pt x="139756" y="98512"/>
                    <a:pt x="140266" y="98424"/>
                  </a:cubicBezTo>
                  <a:lnTo>
                    <a:pt x="149773" y="96317"/>
                  </a:lnTo>
                  <a:lnTo>
                    <a:pt x="153947" y="91883"/>
                  </a:lnTo>
                  <a:lnTo>
                    <a:pt x="152370" y="88634"/>
                  </a:lnTo>
                  <a:lnTo>
                    <a:pt x="146202" y="83849"/>
                  </a:lnTo>
                  <a:cubicBezTo>
                    <a:pt x="145924" y="83630"/>
                    <a:pt x="145785" y="83322"/>
                    <a:pt x="145785" y="83015"/>
                  </a:cubicBezTo>
                  <a:lnTo>
                    <a:pt x="145785" y="81083"/>
                  </a:lnTo>
                  <a:cubicBezTo>
                    <a:pt x="145785" y="80469"/>
                    <a:pt x="146295" y="79986"/>
                    <a:pt x="146944" y="79986"/>
                  </a:cubicBezTo>
                  <a:lnTo>
                    <a:pt x="154179" y="79986"/>
                  </a:lnTo>
                  <a:cubicBezTo>
                    <a:pt x="154179" y="79986"/>
                    <a:pt x="154643" y="80030"/>
                    <a:pt x="154828" y="80162"/>
                  </a:cubicBezTo>
                  <a:lnTo>
                    <a:pt x="157889" y="82093"/>
                  </a:lnTo>
                  <a:lnTo>
                    <a:pt x="166052" y="80205"/>
                  </a:lnTo>
                  <a:lnTo>
                    <a:pt x="166052" y="75552"/>
                  </a:lnTo>
                  <a:lnTo>
                    <a:pt x="164428" y="72479"/>
                  </a:lnTo>
                  <a:cubicBezTo>
                    <a:pt x="164197" y="72040"/>
                    <a:pt x="164289" y="71557"/>
                    <a:pt x="164660" y="71206"/>
                  </a:cubicBezTo>
                  <a:lnTo>
                    <a:pt x="175234" y="61460"/>
                  </a:lnTo>
                  <a:lnTo>
                    <a:pt x="172637" y="58124"/>
                  </a:lnTo>
                  <a:cubicBezTo>
                    <a:pt x="172405" y="57816"/>
                    <a:pt x="172359" y="57465"/>
                    <a:pt x="172498" y="57114"/>
                  </a:cubicBezTo>
                  <a:lnTo>
                    <a:pt x="174307" y="52329"/>
                  </a:lnTo>
                  <a:lnTo>
                    <a:pt x="167767" y="45042"/>
                  </a:lnTo>
                  <a:cubicBezTo>
                    <a:pt x="167350" y="44602"/>
                    <a:pt x="167397" y="43900"/>
                    <a:pt x="167907" y="43505"/>
                  </a:cubicBezTo>
                  <a:lnTo>
                    <a:pt x="176023" y="36920"/>
                  </a:lnTo>
                  <a:cubicBezTo>
                    <a:pt x="176440" y="36613"/>
                    <a:pt x="176997" y="36569"/>
                    <a:pt x="177460" y="36876"/>
                  </a:cubicBezTo>
                  <a:lnTo>
                    <a:pt x="178573" y="37622"/>
                  </a:lnTo>
                  <a:lnTo>
                    <a:pt x="183397" y="31871"/>
                  </a:lnTo>
                  <a:cubicBezTo>
                    <a:pt x="183397" y="31871"/>
                    <a:pt x="183861" y="31520"/>
                    <a:pt x="184139" y="31476"/>
                  </a:cubicBezTo>
                  <a:lnTo>
                    <a:pt x="198052" y="29545"/>
                  </a:lnTo>
                  <a:lnTo>
                    <a:pt x="204498" y="27394"/>
                  </a:lnTo>
                  <a:cubicBezTo>
                    <a:pt x="204498" y="27394"/>
                    <a:pt x="204730" y="27350"/>
                    <a:pt x="204869" y="27350"/>
                  </a:cubicBezTo>
                  <a:lnTo>
                    <a:pt x="209785" y="27350"/>
                  </a:lnTo>
                  <a:cubicBezTo>
                    <a:pt x="210017" y="27350"/>
                    <a:pt x="210249" y="27438"/>
                    <a:pt x="210481" y="27569"/>
                  </a:cubicBezTo>
                  <a:lnTo>
                    <a:pt x="213078" y="29325"/>
                  </a:lnTo>
                  <a:lnTo>
                    <a:pt x="219385" y="25901"/>
                  </a:lnTo>
                  <a:lnTo>
                    <a:pt x="219385" y="22960"/>
                  </a:lnTo>
                  <a:cubicBezTo>
                    <a:pt x="219385" y="22433"/>
                    <a:pt x="219756" y="21994"/>
                    <a:pt x="220313" y="21862"/>
                  </a:cubicBezTo>
                  <a:lnTo>
                    <a:pt x="223745" y="21204"/>
                  </a:lnTo>
                  <a:lnTo>
                    <a:pt x="222957" y="20501"/>
                  </a:lnTo>
                  <a:lnTo>
                    <a:pt x="218133" y="2050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4" name="Freeform: Shape 2113">
              <a:extLst>
                <a:ext uri="{FF2B5EF4-FFF2-40B4-BE49-F238E27FC236}">
                  <a16:creationId xmlns:a16="http://schemas.microsoft.com/office/drawing/2014/main" id="{CDD13913-7476-B330-EF93-B0F2EFB2ECB7}"/>
                </a:ext>
              </a:extLst>
            </p:cNvPr>
            <p:cNvSpPr>
              <a:spLocks/>
            </p:cNvSpPr>
            <p:nvPr/>
          </p:nvSpPr>
          <p:spPr>
            <a:xfrm>
              <a:off x="8774133" y="3018876"/>
              <a:ext cx="5675" cy="7534"/>
            </a:xfrm>
            <a:custGeom>
              <a:avLst/>
              <a:gdLst>
                <a:gd name="connsiteX0" fmla="*/ 3803 w 3802"/>
                <a:gd name="connsiteY0" fmla="*/ 3380 h 5048"/>
                <a:gd name="connsiteX1" fmla="*/ 0 w 3802"/>
                <a:gd name="connsiteY1" fmla="*/ 0 h 5048"/>
                <a:gd name="connsiteX2" fmla="*/ 557 w 3802"/>
                <a:gd name="connsiteY2" fmla="*/ 5048 h 5048"/>
                <a:gd name="connsiteX3" fmla="*/ 3803 w 3802"/>
                <a:gd name="connsiteY3" fmla="*/ 3380 h 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2" h="5048">
                  <a:moveTo>
                    <a:pt x="3803" y="3380"/>
                  </a:moveTo>
                  <a:lnTo>
                    <a:pt x="0" y="0"/>
                  </a:lnTo>
                  <a:lnTo>
                    <a:pt x="557" y="5048"/>
                  </a:lnTo>
                  <a:cubicBezTo>
                    <a:pt x="2319" y="4127"/>
                    <a:pt x="3803" y="3380"/>
                    <a:pt x="3803" y="33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5" name="Freeform: Shape 2114">
              <a:extLst>
                <a:ext uri="{FF2B5EF4-FFF2-40B4-BE49-F238E27FC236}">
                  <a16:creationId xmlns:a16="http://schemas.microsoft.com/office/drawing/2014/main" id="{BE44EFC6-8FC0-3210-63A5-A616E622C83A}"/>
                </a:ext>
              </a:extLst>
            </p:cNvPr>
            <p:cNvSpPr>
              <a:spLocks/>
            </p:cNvSpPr>
            <p:nvPr/>
          </p:nvSpPr>
          <p:spPr>
            <a:xfrm>
              <a:off x="5823588" y="2778196"/>
              <a:ext cx="14398" cy="22738"/>
            </a:xfrm>
            <a:custGeom>
              <a:avLst/>
              <a:gdLst>
                <a:gd name="connsiteX0" fmla="*/ 46 w 9646"/>
                <a:gd name="connsiteY0" fmla="*/ 2722 h 15233"/>
                <a:gd name="connsiteX1" fmla="*/ 3014 w 9646"/>
                <a:gd name="connsiteY1" fmla="*/ 12512 h 15233"/>
                <a:gd name="connsiteX2" fmla="*/ 4313 w 9646"/>
                <a:gd name="connsiteY2" fmla="*/ 15233 h 15233"/>
                <a:gd name="connsiteX3" fmla="*/ 9646 w 9646"/>
                <a:gd name="connsiteY3" fmla="*/ 14224 h 15233"/>
                <a:gd name="connsiteX4" fmla="*/ 6075 w 9646"/>
                <a:gd name="connsiteY4" fmla="*/ 5356 h 15233"/>
                <a:gd name="connsiteX5" fmla="*/ 5983 w 9646"/>
                <a:gd name="connsiteY5" fmla="*/ 5048 h 15233"/>
                <a:gd name="connsiteX6" fmla="*/ 5519 w 9646"/>
                <a:gd name="connsiteY6" fmla="*/ 0 h 15233"/>
                <a:gd name="connsiteX7" fmla="*/ 2458 w 9646"/>
                <a:gd name="connsiteY7" fmla="*/ 0 h 15233"/>
                <a:gd name="connsiteX8" fmla="*/ 0 w 9646"/>
                <a:gd name="connsiteY8" fmla="*/ 2722 h 15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46" h="15233">
                  <a:moveTo>
                    <a:pt x="46" y="2722"/>
                  </a:moveTo>
                  <a:lnTo>
                    <a:pt x="3014" y="12512"/>
                  </a:lnTo>
                  <a:lnTo>
                    <a:pt x="4313" y="15233"/>
                  </a:lnTo>
                  <a:lnTo>
                    <a:pt x="9646" y="14224"/>
                  </a:lnTo>
                  <a:lnTo>
                    <a:pt x="6075" y="5356"/>
                  </a:lnTo>
                  <a:cubicBezTo>
                    <a:pt x="6075" y="5356"/>
                    <a:pt x="6029" y="5180"/>
                    <a:pt x="5983" y="5048"/>
                  </a:cubicBezTo>
                  <a:lnTo>
                    <a:pt x="5519" y="0"/>
                  </a:lnTo>
                  <a:lnTo>
                    <a:pt x="2458" y="0"/>
                  </a:lnTo>
                  <a:lnTo>
                    <a:pt x="0" y="27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6" name="Freeform: Shape 2115">
              <a:extLst>
                <a:ext uri="{FF2B5EF4-FFF2-40B4-BE49-F238E27FC236}">
                  <a16:creationId xmlns:a16="http://schemas.microsoft.com/office/drawing/2014/main" id="{8C42441D-A8F2-ADBE-F6B4-A79A34BCDB15}"/>
                </a:ext>
              </a:extLst>
            </p:cNvPr>
            <p:cNvSpPr>
              <a:spLocks/>
            </p:cNvSpPr>
            <p:nvPr/>
          </p:nvSpPr>
          <p:spPr>
            <a:xfrm>
              <a:off x="6069956" y="2835531"/>
              <a:ext cx="155615" cy="86495"/>
            </a:xfrm>
            <a:custGeom>
              <a:avLst/>
              <a:gdLst>
                <a:gd name="connsiteX0" fmla="*/ 45450 w 104256"/>
                <a:gd name="connsiteY0" fmla="*/ 52241 h 57948"/>
                <a:gd name="connsiteX1" fmla="*/ 48743 w 104256"/>
                <a:gd name="connsiteY1" fmla="*/ 53558 h 57948"/>
                <a:gd name="connsiteX2" fmla="*/ 53427 w 104256"/>
                <a:gd name="connsiteY2" fmla="*/ 48422 h 57948"/>
                <a:gd name="connsiteX3" fmla="*/ 54354 w 104256"/>
                <a:gd name="connsiteY3" fmla="*/ 48027 h 57948"/>
                <a:gd name="connsiteX4" fmla="*/ 61311 w 104256"/>
                <a:gd name="connsiteY4" fmla="*/ 48246 h 57948"/>
                <a:gd name="connsiteX5" fmla="*/ 70030 w 104256"/>
                <a:gd name="connsiteY5" fmla="*/ 48553 h 57948"/>
                <a:gd name="connsiteX6" fmla="*/ 71978 w 104256"/>
                <a:gd name="connsiteY6" fmla="*/ 46490 h 57948"/>
                <a:gd name="connsiteX7" fmla="*/ 72859 w 104256"/>
                <a:gd name="connsiteY7" fmla="*/ 46139 h 57948"/>
                <a:gd name="connsiteX8" fmla="*/ 78238 w 104256"/>
                <a:gd name="connsiteY8" fmla="*/ 46139 h 57948"/>
                <a:gd name="connsiteX9" fmla="*/ 94146 w 104256"/>
                <a:gd name="connsiteY9" fmla="*/ 15189 h 57948"/>
                <a:gd name="connsiteX10" fmla="*/ 95166 w 104256"/>
                <a:gd name="connsiteY10" fmla="*/ 14575 h 57948"/>
                <a:gd name="connsiteX11" fmla="*/ 102448 w 104256"/>
                <a:gd name="connsiteY11" fmla="*/ 14575 h 57948"/>
                <a:gd name="connsiteX12" fmla="*/ 104256 w 104256"/>
                <a:gd name="connsiteY12" fmla="*/ 9438 h 57948"/>
                <a:gd name="connsiteX13" fmla="*/ 103143 w 104256"/>
                <a:gd name="connsiteY13" fmla="*/ 8517 h 57948"/>
                <a:gd name="connsiteX14" fmla="*/ 101566 w 104256"/>
                <a:gd name="connsiteY14" fmla="*/ 8517 h 57948"/>
                <a:gd name="connsiteX15" fmla="*/ 100639 w 104256"/>
                <a:gd name="connsiteY15" fmla="*/ 8078 h 57948"/>
                <a:gd name="connsiteX16" fmla="*/ 96929 w 104256"/>
                <a:gd name="connsiteY16" fmla="*/ 3556 h 57948"/>
                <a:gd name="connsiteX17" fmla="*/ 94888 w 104256"/>
                <a:gd name="connsiteY17" fmla="*/ 3556 h 57948"/>
                <a:gd name="connsiteX18" fmla="*/ 94470 w 104256"/>
                <a:gd name="connsiteY18" fmla="*/ 3468 h 57948"/>
                <a:gd name="connsiteX19" fmla="*/ 92291 w 104256"/>
                <a:gd name="connsiteY19" fmla="*/ 2678 h 57948"/>
                <a:gd name="connsiteX20" fmla="*/ 92291 w 104256"/>
                <a:gd name="connsiteY20" fmla="*/ 2678 h 57948"/>
                <a:gd name="connsiteX21" fmla="*/ 92291 w 104256"/>
                <a:gd name="connsiteY21" fmla="*/ 2678 h 57948"/>
                <a:gd name="connsiteX22" fmla="*/ 84824 w 104256"/>
                <a:gd name="connsiteY22" fmla="*/ 0 h 57948"/>
                <a:gd name="connsiteX23" fmla="*/ 68546 w 104256"/>
                <a:gd name="connsiteY23" fmla="*/ 0 h 57948"/>
                <a:gd name="connsiteX24" fmla="*/ 64557 w 104256"/>
                <a:gd name="connsiteY24" fmla="*/ 5575 h 57948"/>
                <a:gd name="connsiteX25" fmla="*/ 63908 w 104256"/>
                <a:gd name="connsiteY25" fmla="*/ 6014 h 57948"/>
                <a:gd name="connsiteX26" fmla="*/ 54633 w 104256"/>
                <a:gd name="connsiteY26" fmla="*/ 8473 h 57948"/>
                <a:gd name="connsiteX27" fmla="*/ 43131 w 104256"/>
                <a:gd name="connsiteY27" fmla="*/ 10053 h 57948"/>
                <a:gd name="connsiteX28" fmla="*/ 42389 w 104256"/>
                <a:gd name="connsiteY28" fmla="*/ 13916 h 57948"/>
                <a:gd name="connsiteX29" fmla="*/ 41369 w 104256"/>
                <a:gd name="connsiteY29" fmla="*/ 14838 h 57948"/>
                <a:gd name="connsiteX30" fmla="*/ 24256 w 104256"/>
                <a:gd name="connsiteY30" fmla="*/ 16199 h 57948"/>
                <a:gd name="connsiteX31" fmla="*/ 24163 w 104256"/>
                <a:gd name="connsiteY31" fmla="*/ 16199 h 57948"/>
                <a:gd name="connsiteX32" fmla="*/ 23467 w 104256"/>
                <a:gd name="connsiteY32" fmla="*/ 15980 h 57948"/>
                <a:gd name="connsiteX33" fmla="*/ 15119 w 104256"/>
                <a:gd name="connsiteY33" fmla="*/ 10185 h 57948"/>
                <a:gd name="connsiteX34" fmla="*/ 14006 w 104256"/>
                <a:gd name="connsiteY34" fmla="*/ 16111 h 57948"/>
                <a:gd name="connsiteX35" fmla="*/ 13078 w 104256"/>
                <a:gd name="connsiteY35" fmla="*/ 16989 h 57948"/>
                <a:gd name="connsiteX36" fmla="*/ 7003 w 104256"/>
                <a:gd name="connsiteY36" fmla="*/ 17999 h 57948"/>
                <a:gd name="connsiteX37" fmla="*/ 9322 w 104256"/>
                <a:gd name="connsiteY37" fmla="*/ 20062 h 57948"/>
                <a:gd name="connsiteX38" fmla="*/ 9693 w 104256"/>
                <a:gd name="connsiteY38" fmla="*/ 20984 h 57948"/>
                <a:gd name="connsiteX39" fmla="*/ 9136 w 104256"/>
                <a:gd name="connsiteY39" fmla="*/ 21818 h 57948"/>
                <a:gd name="connsiteX40" fmla="*/ 5333 w 104256"/>
                <a:gd name="connsiteY40" fmla="*/ 23969 h 57948"/>
                <a:gd name="connsiteX41" fmla="*/ 5333 w 104256"/>
                <a:gd name="connsiteY41" fmla="*/ 31564 h 57948"/>
                <a:gd name="connsiteX42" fmla="*/ 4174 w 104256"/>
                <a:gd name="connsiteY42" fmla="*/ 32662 h 57948"/>
                <a:gd name="connsiteX43" fmla="*/ 649 w 104256"/>
                <a:gd name="connsiteY43" fmla="*/ 32662 h 57948"/>
                <a:gd name="connsiteX44" fmla="*/ 0 w 104256"/>
                <a:gd name="connsiteY44" fmla="*/ 34330 h 57948"/>
                <a:gd name="connsiteX45" fmla="*/ 3293 w 104256"/>
                <a:gd name="connsiteY45" fmla="*/ 34330 h 57948"/>
                <a:gd name="connsiteX46" fmla="*/ 4452 w 104256"/>
                <a:gd name="connsiteY46" fmla="*/ 35427 h 57948"/>
                <a:gd name="connsiteX47" fmla="*/ 4452 w 104256"/>
                <a:gd name="connsiteY47" fmla="*/ 39861 h 57948"/>
                <a:gd name="connsiteX48" fmla="*/ 18273 w 104256"/>
                <a:gd name="connsiteY48" fmla="*/ 51056 h 57948"/>
                <a:gd name="connsiteX49" fmla="*/ 18690 w 104256"/>
                <a:gd name="connsiteY49" fmla="*/ 51890 h 57948"/>
                <a:gd name="connsiteX50" fmla="*/ 18690 w 104256"/>
                <a:gd name="connsiteY50" fmla="*/ 54217 h 57948"/>
                <a:gd name="connsiteX51" fmla="*/ 27363 w 104256"/>
                <a:gd name="connsiteY51" fmla="*/ 57948 h 57948"/>
                <a:gd name="connsiteX52" fmla="*/ 34829 w 104256"/>
                <a:gd name="connsiteY52" fmla="*/ 57948 h 57948"/>
                <a:gd name="connsiteX53" fmla="*/ 39745 w 104256"/>
                <a:gd name="connsiteY53" fmla="*/ 54085 h 57948"/>
                <a:gd name="connsiteX54" fmla="*/ 40070 w 104256"/>
                <a:gd name="connsiteY54" fmla="*/ 53909 h 57948"/>
                <a:gd name="connsiteX55" fmla="*/ 41786 w 104256"/>
                <a:gd name="connsiteY55" fmla="*/ 53295 h 57948"/>
                <a:gd name="connsiteX56" fmla="*/ 44708 w 104256"/>
                <a:gd name="connsiteY56" fmla="*/ 52241 h 57948"/>
                <a:gd name="connsiteX57" fmla="*/ 45589 w 104256"/>
                <a:gd name="connsiteY57" fmla="*/ 52241 h 5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04256" h="57948">
                  <a:moveTo>
                    <a:pt x="45450" y="52241"/>
                  </a:moveTo>
                  <a:lnTo>
                    <a:pt x="48743" y="53558"/>
                  </a:lnTo>
                  <a:lnTo>
                    <a:pt x="53427" y="48422"/>
                  </a:lnTo>
                  <a:cubicBezTo>
                    <a:pt x="53659" y="48158"/>
                    <a:pt x="54030" y="48071"/>
                    <a:pt x="54354" y="48027"/>
                  </a:cubicBezTo>
                  <a:lnTo>
                    <a:pt x="61311" y="48246"/>
                  </a:lnTo>
                  <a:lnTo>
                    <a:pt x="70030" y="48553"/>
                  </a:lnTo>
                  <a:lnTo>
                    <a:pt x="71978" y="46490"/>
                  </a:lnTo>
                  <a:cubicBezTo>
                    <a:pt x="72209" y="46271"/>
                    <a:pt x="72534" y="46139"/>
                    <a:pt x="72859" y="46139"/>
                  </a:cubicBezTo>
                  <a:lnTo>
                    <a:pt x="78238" y="46139"/>
                  </a:lnTo>
                  <a:lnTo>
                    <a:pt x="94146" y="15189"/>
                  </a:lnTo>
                  <a:cubicBezTo>
                    <a:pt x="94331" y="14794"/>
                    <a:pt x="94749" y="14575"/>
                    <a:pt x="95166" y="14575"/>
                  </a:cubicBezTo>
                  <a:lnTo>
                    <a:pt x="102448" y="14575"/>
                  </a:lnTo>
                  <a:lnTo>
                    <a:pt x="104256" y="9438"/>
                  </a:lnTo>
                  <a:lnTo>
                    <a:pt x="103143" y="8517"/>
                  </a:lnTo>
                  <a:lnTo>
                    <a:pt x="101566" y="8517"/>
                  </a:lnTo>
                  <a:cubicBezTo>
                    <a:pt x="101195" y="8517"/>
                    <a:pt x="100871" y="8341"/>
                    <a:pt x="100639" y="8078"/>
                  </a:cubicBezTo>
                  <a:lnTo>
                    <a:pt x="96929" y="3556"/>
                  </a:lnTo>
                  <a:lnTo>
                    <a:pt x="94888" y="3556"/>
                  </a:lnTo>
                  <a:cubicBezTo>
                    <a:pt x="94888" y="3556"/>
                    <a:pt x="94610" y="3556"/>
                    <a:pt x="94470" y="3468"/>
                  </a:cubicBezTo>
                  <a:lnTo>
                    <a:pt x="92291" y="2678"/>
                  </a:lnTo>
                  <a:cubicBezTo>
                    <a:pt x="92291" y="2678"/>
                    <a:pt x="92291" y="2678"/>
                    <a:pt x="92291" y="2678"/>
                  </a:cubicBezTo>
                  <a:cubicBezTo>
                    <a:pt x="92291" y="2678"/>
                    <a:pt x="92291" y="2678"/>
                    <a:pt x="92291" y="2678"/>
                  </a:cubicBezTo>
                  <a:lnTo>
                    <a:pt x="84824" y="0"/>
                  </a:lnTo>
                  <a:lnTo>
                    <a:pt x="68546" y="0"/>
                  </a:lnTo>
                  <a:lnTo>
                    <a:pt x="64557" y="5575"/>
                  </a:lnTo>
                  <a:cubicBezTo>
                    <a:pt x="64557" y="5575"/>
                    <a:pt x="64186" y="5927"/>
                    <a:pt x="63908" y="6014"/>
                  </a:cubicBezTo>
                  <a:lnTo>
                    <a:pt x="54633" y="8473"/>
                  </a:lnTo>
                  <a:lnTo>
                    <a:pt x="43131" y="10053"/>
                  </a:lnTo>
                  <a:lnTo>
                    <a:pt x="42389" y="13916"/>
                  </a:lnTo>
                  <a:cubicBezTo>
                    <a:pt x="42296" y="14399"/>
                    <a:pt x="41879" y="14794"/>
                    <a:pt x="41369" y="14838"/>
                  </a:cubicBezTo>
                  <a:lnTo>
                    <a:pt x="24256" y="16199"/>
                  </a:lnTo>
                  <a:cubicBezTo>
                    <a:pt x="24256" y="16199"/>
                    <a:pt x="24209" y="16199"/>
                    <a:pt x="24163" y="16199"/>
                  </a:cubicBezTo>
                  <a:cubicBezTo>
                    <a:pt x="23931" y="16199"/>
                    <a:pt x="23653" y="16111"/>
                    <a:pt x="23467" y="15980"/>
                  </a:cubicBezTo>
                  <a:lnTo>
                    <a:pt x="15119" y="10185"/>
                  </a:lnTo>
                  <a:lnTo>
                    <a:pt x="14006" y="16111"/>
                  </a:lnTo>
                  <a:cubicBezTo>
                    <a:pt x="13913" y="16550"/>
                    <a:pt x="13542" y="16902"/>
                    <a:pt x="13078" y="16989"/>
                  </a:cubicBezTo>
                  <a:lnTo>
                    <a:pt x="7003" y="17999"/>
                  </a:lnTo>
                  <a:lnTo>
                    <a:pt x="9322" y="20062"/>
                  </a:lnTo>
                  <a:cubicBezTo>
                    <a:pt x="9600" y="20282"/>
                    <a:pt x="9739" y="20633"/>
                    <a:pt x="9693" y="20984"/>
                  </a:cubicBezTo>
                  <a:cubicBezTo>
                    <a:pt x="9693" y="21335"/>
                    <a:pt x="9461" y="21643"/>
                    <a:pt x="9136" y="21818"/>
                  </a:cubicBezTo>
                  <a:lnTo>
                    <a:pt x="5333" y="23969"/>
                  </a:lnTo>
                  <a:lnTo>
                    <a:pt x="5333" y="31564"/>
                  </a:lnTo>
                  <a:cubicBezTo>
                    <a:pt x="5333" y="32179"/>
                    <a:pt x="4823" y="32662"/>
                    <a:pt x="4174" y="32662"/>
                  </a:cubicBezTo>
                  <a:lnTo>
                    <a:pt x="649" y="32662"/>
                  </a:lnTo>
                  <a:lnTo>
                    <a:pt x="0" y="34330"/>
                  </a:lnTo>
                  <a:lnTo>
                    <a:pt x="3293" y="34330"/>
                  </a:lnTo>
                  <a:cubicBezTo>
                    <a:pt x="3942" y="34330"/>
                    <a:pt x="4452" y="34813"/>
                    <a:pt x="4452" y="35427"/>
                  </a:cubicBezTo>
                  <a:lnTo>
                    <a:pt x="4452" y="39861"/>
                  </a:lnTo>
                  <a:lnTo>
                    <a:pt x="18273" y="51056"/>
                  </a:lnTo>
                  <a:cubicBezTo>
                    <a:pt x="18504" y="51275"/>
                    <a:pt x="18690" y="51583"/>
                    <a:pt x="18690" y="51890"/>
                  </a:cubicBezTo>
                  <a:lnTo>
                    <a:pt x="18690" y="54217"/>
                  </a:lnTo>
                  <a:lnTo>
                    <a:pt x="27363" y="57948"/>
                  </a:lnTo>
                  <a:lnTo>
                    <a:pt x="34829" y="57948"/>
                  </a:lnTo>
                  <a:lnTo>
                    <a:pt x="39745" y="54085"/>
                  </a:lnTo>
                  <a:cubicBezTo>
                    <a:pt x="39745" y="54085"/>
                    <a:pt x="39977" y="53953"/>
                    <a:pt x="40070" y="53909"/>
                  </a:cubicBezTo>
                  <a:lnTo>
                    <a:pt x="41786" y="53295"/>
                  </a:lnTo>
                  <a:lnTo>
                    <a:pt x="44708" y="52241"/>
                  </a:lnTo>
                  <a:cubicBezTo>
                    <a:pt x="44986" y="52153"/>
                    <a:pt x="45311" y="52153"/>
                    <a:pt x="45589" y="5224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7" name="Freeform: Shape 2116">
              <a:extLst>
                <a:ext uri="{FF2B5EF4-FFF2-40B4-BE49-F238E27FC236}">
                  <a16:creationId xmlns:a16="http://schemas.microsoft.com/office/drawing/2014/main" id="{003142C0-B329-6704-B469-46D34651406E}"/>
                </a:ext>
              </a:extLst>
            </p:cNvPr>
            <p:cNvSpPr>
              <a:spLocks/>
            </p:cNvSpPr>
            <p:nvPr/>
          </p:nvSpPr>
          <p:spPr>
            <a:xfrm>
              <a:off x="6359315" y="2898961"/>
              <a:ext cx="45195" cy="40495"/>
            </a:xfrm>
            <a:custGeom>
              <a:avLst/>
              <a:gdLst>
                <a:gd name="connsiteX0" fmla="*/ 21287 w 30279"/>
                <a:gd name="connsiteY0" fmla="*/ 3863 h 27130"/>
                <a:gd name="connsiteX1" fmla="*/ 20128 w 30279"/>
                <a:gd name="connsiteY1" fmla="*/ 2853 h 27130"/>
                <a:gd name="connsiteX2" fmla="*/ 17994 w 30279"/>
                <a:gd name="connsiteY2" fmla="*/ 3775 h 27130"/>
                <a:gd name="connsiteX3" fmla="*/ 16696 w 30279"/>
                <a:gd name="connsiteY3" fmla="*/ 3556 h 27130"/>
                <a:gd name="connsiteX4" fmla="*/ 15537 w 30279"/>
                <a:gd name="connsiteY4" fmla="*/ 2458 h 27130"/>
                <a:gd name="connsiteX5" fmla="*/ 12800 w 30279"/>
                <a:gd name="connsiteY5" fmla="*/ 3732 h 27130"/>
                <a:gd name="connsiteX6" fmla="*/ 11780 w 30279"/>
                <a:gd name="connsiteY6" fmla="*/ 3732 h 27130"/>
                <a:gd name="connsiteX7" fmla="*/ 11177 w 30279"/>
                <a:gd name="connsiteY7" fmla="*/ 2941 h 27130"/>
                <a:gd name="connsiteX8" fmla="*/ 10667 w 30279"/>
                <a:gd name="connsiteY8" fmla="*/ 0 h 27130"/>
                <a:gd name="connsiteX9" fmla="*/ 8905 w 30279"/>
                <a:gd name="connsiteY9" fmla="*/ 1537 h 27130"/>
                <a:gd name="connsiteX10" fmla="*/ 9739 w 30279"/>
                <a:gd name="connsiteY10" fmla="*/ 11633 h 27130"/>
                <a:gd name="connsiteX11" fmla="*/ 9229 w 30279"/>
                <a:gd name="connsiteY11" fmla="*/ 12643 h 27130"/>
                <a:gd name="connsiteX12" fmla="*/ 2226 w 30279"/>
                <a:gd name="connsiteY12" fmla="*/ 17033 h 27130"/>
                <a:gd name="connsiteX13" fmla="*/ 2226 w 30279"/>
                <a:gd name="connsiteY13" fmla="*/ 20282 h 27130"/>
                <a:gd name="connsiteX14" fmla="*/ 1994 w 30279"/>
                <a:gd name="connsiteY14" fmla="*/ 20984 h 27130"/>
                <a:gd name="connsiteX15" fmla="*/ 0 w 30279"/>
                <a:gd name="connsiteY15" fmla="*/ 23355 h 27130"/>
                <a:gd name="connsiteX16" fmla="*/ 2922 w 30279"/>
                <a:gd name="connsiteY16" fmla="*/ 26296 h 27130"/>
                <a:gd name="connsiteX17" fmla="*/ 6308 w 30279"/>
                <a:gd name="connsiteY17" fmla="*/ 24321 h 27130"/>
                <a:gd name="connsiteX18" fmla="*/ 6678 w 30279"/>
                <a:gd name="connsiteY18" fmla="*/ 24189 h 27130"/>
                <a:gd name="connsiteX19" fmla="*/ 14192 w 30279"/>
                <a:gd name="connsiteY19" fmla="*/ 22521 h 27130"/>
                <a:gd name="connsiteX20" fmla="*/ 15212 w 30279"/>
                <a:gd name="connsiteY20" fmla="*/ 22784 h 27130"/>
                <a:gd name="connsiteX21" fmla="*/ 20453 w 30279"/>
                <a:gd name="connsiteY21" fmla="*/ 27130 h 27130"/>
                <a:gd name="connsiteX22" fmla="*/ 18505 w 30279"/>
                <a:gd name="connsiteY22" fmla="*/ 21160 h 27130"/>
                <a:gd name="connsiteX23" fmla="*/ 18227 w 30279"/>
                <a:gd name="connsiteY23" fmla="*/ 18438 h 27130"/>
                <a:gd name="connsiteX24" fmla="*/ 24905 w 30279"/>
                <a:gd name="connsiteY24" fmla="*/ 15146 h 27130"/>
                <a:gd name="connsiteX25" fmla="*/ 29821 w 30279"/>
                <a:gd name="connsiteY25" fmla="*/ 9395 h 27130"/>
                <a:gd name="connsiteX26" fmla="*/ 27363 w 30279"/>
                <a:gd name="connsiteY26" fmla="*/ 3775 h 27130"/>
                <a:gd name="connsiteX27" fmla="*/ 26806 w 30279"/>
                <a:gd name="connsiteY27" fmla="*/ 3907 h 27130"/>
                <a:gd name="connsiteX28" fmla="*/ 21427 w 30279"/>
                <a:gd name="connsiteY28" fmla="*/ 3907 h 2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279" h="27130">
                  <a:moveTo>
                    <a:pt x="21287" y="3863"/>
                  </a:moveTo>
                  <a:cubicBezTo>
                    <a:pt x="20684" y="3863"/>
                    <a:pt x="20174" y="3424"/>
                    <a:pt x="20128" y="2853"/>
                  </a:cubicBezTo>
                  <a:lnTo>
                    <a:pt x="17994" y="3775"/>
                  </a:lnTo>
                  <a:cubicBezTo>
                    <a:pt x="17577" y="3951"/>
                    <a:pt x="17021" y="3863"/>
                    <a:pt x="16696" y="3556"/>
                  </a:cubicBezTo>
                  <a:lnTo>
                    <a:pt x="15537" y="2458"/>
                  </a:lnTo>
                  <a:lnTo>
                    <a:pt x="12800" y="3732"/>
                  </a:lnTo>
                  <a:cubicBezTo>
                    <a:pt x="12475" y="3907"/>
                    <a:pt x="12058" y="3863"/>
                    <a:pt x="11780" y="3732"/>
                  </a:cubicBezTo>
                  <a:cubicBezTo>
                    <a:pt x="11455" y="3556"/>
                    <a:pt x="11224" y="3293"/>
                    <a:pt x="11177" y="2941"/>
                  </a:cubicBezTo>
                  <a:lnTo>
                    <a:pt x="10667" y="0"/>
                  </a:lnTo>
                  <a:lnTo>
                    <a:pt x="8905" y="1537"/>
                  </a:lnTo>
                  <a:lnTo>
                    <a:pt x="9739" y="11633"/>
                  </a:lnTo>
                  <a:cubicBezTo>
                    <a:pt x="9739" y="12029"/>
                    <a:pt x="9554" y="12424"/>
                    <a:pt x="9229" y="12643"/>
                  </a:cubicBezTo>
                  <a:lnTo>
                    <a:pt x="2226" y="17033"/>
                  </a:lnTo>
                  <a:lnTo>
                    <a:pt x="2226" y="20282"/>
                  </a:lnTo>
                  <a:cubicBezTo>
                    <a:pt x="2226" y="20545"/>
                    <a:pt x="2133" y="20765"/>
                    <a:pt x="1994" y="20984"/>
                  </a:cubicBezTo>
                  <a:lnTo>
                    <a:pt x="0" y="23355"/>
                  </a:lnTo>
                  <a:lnTo>
                    <a:pt x="2922" y="26296"/>
                  </a:lnTo>
                  <a:lnTo>
                    <a:pt x="6308" y="24321"/>
                  </a:lnTo>
                  <a:cubicBezTo>
                    <a:pt x="6308" y="24321"/>
                    <a:pt x="6539" y="24189"/>
                    <a:pt x="6678" y="24189"/>
                  </a:cubicBezTo>
                  <a:lnTo>
                    <a:pt x="14192" y="22521"/>
                  </a:lnTo>
                  <a:cubicBezTo>
                    <a:pt x="14563" y="22433"/>
                    <a:pt x="14934" y="22521"/>
                    <a:pt x="15212" y="22784"/>
                  </a:cubicBezTo>
                  <a:lnTo>
                    <a:pt x="20453" y="27130"/>
                  </a:lnTo>
                  <a:cubicBezTo>
                    <a:pt x="20731" y="24584"/>
                    <a:pt x="20081" y="22389"/>
                    <a:pt x="18505" y="21160"/>
                  </a:cubicBezTo>
                  <a:lnTo>
                    <a:pt x="18227" y="18438"/>
                  </a:lnTo>
                  <a:lnTo>
                    <a:pt x="24905" y="15146"/>
                  </a:lnTo>
                  <a:cubicBezTo>
                    <a:pt x="24905" y="15146"/>
                    <a:pt x="32140" y="16506"/>
                    <a:pt x="29821" y="9395"/>
                  </a:cubicBezTo>
                  <a:cubicBezTo>
                    <a:pt x="29079" y="7068"/>
                    <a:pt x="28197" y="5224"/>
                    <a:pt x="27363" y="3775"/>
                  </a:cubicBezTo>
                  <a:cubicBezTo>
                    <a:pt x="27177" y="3863"/>
                    <a:pt x="26992" y="3907"/>
                    <a:pt x="26806" y="3907"/>
                  </a:cubicBezTo>
                  <a:lnTo>
                    <a:pt x="21427" y="390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8" name="Freeform: Shape 2117">
              <a:extLst>
                <a:ext uri="{FF2B5EF4-FFF2-40B4-BE49-F238E27FC236}">
                  <a16:creationId xmlns:a16="http://schemas.microsoft.com/office/drawing/2014/main" id="{CE8189EF-18FB-0A67-A8FB-A26C7E314B46}"/>
                </a:ext>
              </a:extLst>
            </p:cNvPr>
            <p:cNvSpPr>
              <a:spLocks/>
            </p:cNvSpPr>
            <p:nvPr/>
          </p:nvSpPr>
          <p:spPr>
            <a:xfrm>
              <a:off x="6210621" y="2698384"/>
              <a:ext cx="423651" cy="269314"/>
            </a:xfrm>
            <a:custGeom>
              <a:avLst/>
              <a:gdLst>
                <a:gd name="connsiteX0" fmla="*/ 145532 w 283828"/>
                <a:gd name="connsiteY0" fmla="*/ 7375 h 180429"/>
                <a:gd name="connsiteX1" fmla="*/ 138854 w 283828"/>
                <a:gd name="connsiteY1" fmla="*/ 7375 h 180429"/>
                <a:gd name="connsiteX2" fmla="*/ 133288 w 283828"/>
                <a:gd name="connsiteY2" fmla="*/ 16243 h 180429"/>
                <a:gd name="connsiteX3" fmla="*/ 136535 w 283828"/>
                <a:gd name="connsiteY3" fmla="*/ 23794 h 180429"/>
                <a:gd name="connsiteX4" fmla="*/ 135978 w 283828"/>
                <a:gd name="connsiteY4" fmla="*/ 25199 h 180429"/>
                <a:gd name="connsiteX5" fmla="*/ 132685 w 283828"/>
                <a:gd name="connsiteY5" fmla="*/ 26735 h 180429"/>
                <a:gd name="connsiteX6" fmla="*/ 132453 w 283828"/>
                <a:gd name="connsiteY6" fmla="*/ 26779 h 180429"/>
                <a:gd name="connsiteX7" fmla="*/ 133613 w 283828"/>
                <a:gd name="connsiteY7" fmla="*/ 31213 h 180429"/>
                <a:gd name="connsiteX8" fmla="*/ 132175 w 283828"/>
                <a:gd name="connsiteY8" fmla="*/ 39993 h 180429"/>
                <a:gd name="connsiteX9" fmla="*/ 129578 w 283828"/>
                <a:gd name="connsiteY9" fmla="*/ 39993 h 180429"/>
                <a:gd name="connsiteX10" fmla="*/ 129856 w 283828"/>
                <a:gd name="connsiteY10" fmla="*/ 29281 h 180429"/>
                <a:gd name="connsiteX11" fmla="*/ 126981 w 283828"/>
                <a:gd name="connsiteY11" fmla="*/ 27920 h 180429"/>
                <a:gd name="connsiteX12" fmla="*/ 122900 w 283828"/>
                <a:gd name="connsiteY12" fmla="*/ 25725 h 180429"/>
                <a:gd name="connsiteX13" fmla="*/ 130552 w 283828"/>
                <a:gd name="connsiteY13" fmla="*/ 25725 h 180429"/>
                <a:gd name="connsiteX14" fmla="*/ 126007 w 283828"/>
                <a:gd name="connsiteY14" fmla="*/ 21423 h 180429"/>
                <a:gd name="connsiteX15" fmla="*/ 118540 w 283828"/>
                <a:gd name="connsiteY15" fmla="*/ 24408 h 180429"/>
                <a:gd name="connsiteX16" fmla="*/ 117427 w 283828"/>
                <a:gd name="connsiteY16" fmla="*/ 24321 h 180429"/>
                <a:gd name="connsiteX17" fmla="*/ 116917 w 283828"/>
                <a:gd name="connsiteY17" fmla="*/ 23399 h 180429"/>
                <a:gd name="connsiteX18" fmla="*/ 116917 w 283828"/>
                <a:gd name="connsiteY18" fmla="*/ 20721 h 180429"/>
                <a:gd name="connsiteX19" fmla="*/ 111398 w 283828"/>
                <a:gd name="connsiteY19" fmla="*/ 24321 h 180429"/>
                <a:gd name="connsiteX20" fmla="*/ 110192 w 283828"/>
                <a:gd name="connsiteY20" fmla="*/ 24364 h 180429"/>
                <a:gd name="connsiteX21" fmla="*/ 109590 w 283828"/>
                <a:gd name="connsiteY21" fmla="*/ 23399 h 180429"/>
                <a:gd name="connsiteX22" fmla="*/ 109590 w 283828"/>
                <a:gd name="connsiteY22" fmla="*/ 18394 h 180429"/>
                <a:gd name="connsiteX23" fmla="*/ 103746 w 283828"/>
                <a:gd name="connsiteY23" fmla="*/ 22784 h 180429"/>
                <a:gd name="connsiteX24" fmla="*/ 102540 w 283828"/>
                <a:gd name="connsiteY24" fmla="*/ 22916 h 180429"/>
                <a:gd name="connsiteX25" fmla="*/ 101891 w 283828"/>
                <a:gd name="connsiteY25" fmla="*/ 21906 h 180429"/>
                <a:gd name="connsiteX26" fmla="*/ 101891 w 283828"/>
                <a:gd name="connsiteY26" fmla="*/ 20809 h 180429"/>
                <a:gd name="connsiteX27" fmla="*/ 96047 w 283828"/>
                <a:gd name="connsiteY27" fmla="*/ 20809 h 180429"/>
                <a:gd name="connsiteX28" fmla="*/ 94888 w 283828"/>
                <a:gd name="connsiteY28" fmla="*/ 19711 h 180429"/>
                <a:gd name="connsiteX29" fmla="*/ 94888 w 283828"/>
                <a:gd name="connsiteY29" fmla="*/ 18526 h 180429"/>
                <a:gd name="connsiteX30" fmla="*/ 93543 w 283828"/>
                <a:gd name="connsiteY30" fmla="*/ 20326 h 180429"/>
                <a:gd name="connsiteX31" fmla="*/ 92755 w 283828"/>
                <a:gd name="connsiteY31" fmla="*/ 20809 h 180429"/>
                <a:gd name="connsiteX32" fmla="*/ 91827 w 283828"/>
                <a:gd name="connsiteY32" fmla="*/ 20545 h 180429"/>
                <a:gd name="connsiteX33" fmla="*/ 88766 w 283828"/>
                <a:gd name="connsiteY33" fmla="*/ 18043 h 180429"/>
                <a:gd name="connsiteX34" fmla="*/ 80604 w 283828"/>
                <a:gd name="connsiteY34" fmla="*/ 20765 h 180429"/>
                <a:gd name="connsiteX35" fmla="*/ 79537 w 283828"/>
                <a:gd name="connsiteY35" fmla="*/ 20633 h 180429"/>
                <a:gd name="connsiteX36" fmla="*/ 79027 w 283828"/>
                <a:gd name="connsiteY36" fmla="*/ 19755 h 180429"/>
                <a:gd name="connsiteX37" fmla="*/ 79027 w 283828"/>
                <a:gd name="connsiteY37" fmla="*/ 15277 h 180429"/>
                <a:gd name="connsiteX38" fmla="*/ 72859 w 283828"/>
                <a:gd name="connsiteY38" fmla="*/ 15277 h 180429"/>
                <a:gd name="connsiteX39" fmla="*/ 72256 w 283828"/>
                <a:gd name="connsiteY39" fmla="*/ 15102 h 180429"/>
                <a:gd name="connsiteX40" fmla="*/ 69427 w 283828"/>
                <a:gd name="connsiteY40" fmla="*/ 13477 h 180429"/>
                <a:gd name="connsiteX41" fmla="*/ 58714 w 283828"/>
                <a:gd name="connsiteY41" fmla="*/ 11414 h 180429"/>
                <a:gd name="connsiteX42" fmla="*/ 34969 w 283828"/>
                <a:gd name="connsiteY42" fmla="*/ 11414 h 180429"/>
                <a:gd name="connsiteX43" fmla="*/ 33531 w 283828"/>
                <a:gd name="connsiteY43" fmla="*/ 14707 h 180429"/>
                <a:gd name="connsiteX44" fmla="*/ 33113 w 283828"/>
                <a:gd name="connsiteY44" fmla="*/ 15189 h 180429"/>
                <a:gd name="connsiteX45" fmla="*/ 29079 w 283828"/>
                <a:gd name="connsiteY45" fmla="*/ 17779 h 180429"/>
                <a:gd name="connsiteX46" fmla="*/ 28105 w 283828"/>
                <a:gd name="connsiteY46" fmla="*/ 17911 h 180429"/>
                <a:gd name="connsiteX47" fmla="*/ 24766 w 283828"/>
                <a:gd name="connsiteY47" fmla="*/ 16945 h 180429"/>
                <a:gd name="connsiteX48" fmla="*/ 22725 w 283828"/>
                <a:gd name="connsiteY48" fmla="*/ 18482 h 180429"/>
                <a:gd name="connsiteX49" fmla="*/ 23699 w 283828"/>
                <a:gd name="connsiteY49" fmla="*/ 24145 h 180429"/>
                <a:gd name="connsiteX50" fmla="*/ 33345 w 283828"/>
                <a:gd name="connsiteY50" fmla="*/ 34900 h 180429"/>
                <a:gd name="connsiteX51" fmla="*/ 33252 w 283828"/>
                <a:gd name="connsiteY51" fmla="*/ 36437 h 180429"/>
                <a:gd name="connsiteX52" fmla="*/ 30609 w 283828"/>
                <a:gd name="connsiteY52" fmla="*/ 38720 h 180429"/>
                <a:gd name="connsiteX53" fmla="*/ 32139 w 283828"/>
                <a:gd name="connsiteY53" fmla="*/ 43549 h 180429"/>
                <a:gd name="connsiteX54" fmla="*/ 31769 w 283828"/>
                <a:gd name="connsiteY54" fmla="*/ 44734 h 180429"/>
                <a:gd name="connsiteX55" fmla="*/ 28893 w 283828"/>
                <a:gd name="connsiteY55" fmla="*/ 46929 h 180429"/>
                <a:gd name="connsiteX56" fmla="*/ 28151 w 283828"/>
                <a:gd name="connsiteY56" fmla="*/ 47149 h 180429"/>
                <a:gd name="connsiteX57" fmla="*/ 22957 w 283828"/>
                <a:gd name="connsiteY57" fmla="*/ 47149 h 180429"/>
                <a:gd name="connsiteX58" fmla="*/ 8673 w 283828"/>
                <a:gd name="connsiteY58" fmla="*/ 67167 h 180429"/>
                <a:gd name="connsiteX59" fmla="*/ 9554 w 283828"/>
                <a:gd name="connsiteY59" fmla="*/ 74894 h 180429"/>
                <a:gd name="connsiteX60" fmla="*/ 12151 w 283828"/>
                <a:gd name="connsiteY60" fmla="*/ 77352 h 180429"/>
                <a:gd name="connsiteX61" fmla="*/ 12475 w 283828"/>
                <a:gd name="connsiteY61" fmla="*/ 78318 h 180429"/>
                <a:gd name="connsiteX62" fmla="*/ 11826 w 283828"/>
                <a:gd name="connsiteY62" fmla="*/ 79108 h 180429"/>
                <a:gd name="connsiteX63" fmla="*/ 4684 w 283828"/>
                <a:gd name="connsiteY63" fmla="*/ 82356 h 180429"/>
                <a:gd name="connsiteX64" fmla="*/ 0 w 283828"/>
                <a:gd name="connsiteY64" fmla="*/ 92893 h 180429"/>
                <a:gd name="connsiteX65" fmla="*/ 835 w 283828"/>
                <a:gd name="connsiteY65" fmla="*/ 93200 h 180429"/>
                <a:gd name="connsiteX66" fmla="*/ 3246 w 283828"/>
                <a:gd name="connsiteY66" fmla="*/ 93200 h 180429"/>
                <a:gd name="connsiteX67" fmla="*/ 4174 w 283828"/>
                <a:gd name="connsiteY67" fmla="*/ 93639 h 180429"/>
                <a:gd name="connsiteX68" fmla="*/ 7884 w 283828"/>
                <a:gd name="connsiteY68" fmla="*/ 98161 h 180429"/>
                <a:gd name="connsiteX69" fmla="*/ 9368 w 283828"/>
                <a:gd name="connsiteY69" fmla="*/ 98161 h 180429"/>
                <a:gd name="connsiteX70" fmla="*/ 10110 w 283828"/>
                <a:gd name="connsiteY70" fmla="*/ 98424 h 180429"/>
                <a:gd name="connsiteX71" fmla="*/ 11734 w 283828"/>
                <a:gd name="connsiteY71" fmla="*/ 99741 h 180429"/>
                <a:gd name="connsiteX72" fmla="*/ 17299 w 283828"/>
                <a:gd name="connsiteY72" fmla="*/ 98995 h 180429"/>
                <a:gd name="connsiteX73" fmla="*/ 17855 w 283828"/>
                <a:gd name="connsiteY73" fmla="*/ 99039 h 180429"/>
                <a:gd name="connsiteX74" fmla="*/ 24348 w 283828"/>
                <a:gd name="connsiteY74" fmla="*/ 101190 h 180429"/>
                <a:gd name="connsiteX75" fmla="*/ 38632 w 283828"/>
                <a:gd name="connsiteY75" fmla="*/ 101190 h 180429"/>
                <a:gd name="connsiteX76" fmla="*/ 39606 w 283828"/>
                <a:gd name="connsiteY76" fmla="*/ 101716 h 180429"/>
                <a:gd name="connsiteX77" fmla="*/ 42760 w 283828"/>
                <a:gd name="connsiteY77" fmla="*/ 106677 h 180429"/>
                <a:gd name="connsiteX78" fmla="*/ 44430 w 283828"/>
                <a:gd name="connsiteY78" fmla="*/ 106677 h 180429"/>
                <a:gd name="connsiteX79" fmla="*/ 47258 w 283828"/>
                <a:gd name="connsiteY79" fmla="*/ 103253 h 180429"/>
                <a:gd name="connsiteX80" fmla="*/ 47908 w 283828"/>
                <a:gd name="connsiteY80" fmla="*/ 102858 h 180429"/>
                <a:gd name="connsiteX81" fmla="*/ 61728 w 283828"/>
                <a:gd name="connsiteY81" fmla="*/ 99916 h 180429"/>
                <a:gd name="connsiteX82" fmla="*/ 66134 w 283828"/>
                <a:gd name="connsiteY82" fmla="*/ 95263 h 180429"/>
                <a:gd name="connsiteX83" fmla="*/ 67015 w 283828"/>
                <a:gd name="connsiteY83" fmla="*/ 94912 h 180429"/>
                <a:gd name="connsiteX84" fmla="*/ 70540 w 283828"/>
                <a:gd name="connsiteY84" fmla="*/ 94912 h 180429"/>
                <a:gd name="connsiteX85" fmla="*/ 72534 w 283828"/>
                <a:gd name="connsiteY85" fmla="*/ 92849 h 180429"/>
                <a:gd name="connsiteX86" fmla="*/ 73601 w 283828"/>
                <a:gd name="connsiteY86" fmla="*/ 92497 h 180429"/>
                <a:gd name="connsiteX87" fmla="*/ 80418 w 283828"/>
                <a:gd name="connsiteY87" fmla="*/ 93595 h 180429"/>
                <a:gd name="connsiteX88" fmla="*/ 83201 w 283828"/>
                <a:gd name="connsiteY88" fmla="*/ 90127 h 180429"/>
                <a:gd name="connsiteX89" fmla="*/ 84778 w 283828"/>
                <a:gd name="connsiteY89" fmla="*/ 89863 h 180429"/>
                <a:gd name="connsiteX90" fmla="*/ 92894 w 283828"/>
                <a:gd name="connsiteY90" fmla="*/ 94912 h 180429"/>
                <a:gd name="connsiteX91" fmla="*/ 97763 w 283828"/>
                <a:gd name="connsiteY91" fmla="*/ 94912 h 180429"/>
                <a:gd name="connsiteX92" fmla="*/ 98598 w 283828"/>
                <a:gd name="connsiteY92" fmla="*/ 95219 h 180429"/>
                <a:gd name="connsiteX93" fmla="*/ 100592 w 283828"/>
                <a:gd name="connsiteY93" fmla="*/ 97107 h 180429"/>
                <a:gd name="connsiteX94" fmla="*/ 104163 w 283828"/>
                <a:gd name="connsiteY94" fmla="*/ 97107 h 180429"/>
                <a:gd name="connsiteX95" fmla="*/ 105045 w 283828"/>
                <a:gd name="connsiteY95" fmla="*/ 97458 h 180429"/>
                <a:gd name="connsiteX96" fmla="*/ 107317 w 283828"/>
                <a:gd name="connsiteY96" fmla="*/ 99829 h 180429"/>
                <a:gd name="connsiteX97" fmla="*/ 110564 w 283828"/>
                <a:gd name="connsiteY97" fmla="*/ 99829 h 180429"/>
                <a:gd name="connsiteX98" fmla="*/ 111723 w 283828"/>
                <a:gd name="connsiteY98" fmla="*/ 100707 h 180429"/>
                <a:gd name="connsiteX99" fmla="*/ 114042 w 283828"/>
                <a:gd name="connsiteY99" fmla="*/ 111945 h 180429"/>
                <a:gd name="connsiteX100" fmla="*/ 114969 w 283828"/>
                <a:gd name="connsiteY100" fmla="*/ 115721 h 180429"/>
                <a:gd name="connsiteX101" fmla="*/ 117798 w 283828"/>
                <a:gd name="connsiteY101" fmla="*/ 115721 h 180429"/>
                <a:gd name="connsiteX102" fmla="*/ 118958 w 283828"/>
                <a:gd name="connsiteY102" fmla="*/ 116818 h 180429"/>
                <a:gd name="connsiteX103" fmla="*/ 118958 w 283828"/>
                <a:gd name="connsiteY103" fmla="*/ 124018 h 180429"/>
                <a:gd name="connsiteX104" fmla="*/ 124894 w 283828"/>
                <a:gd name="connsiteY104" fmla="*/ 126213 h 180429"/>
                <a:gd name="connsiteX105" fmla="*/ 125543 w 283828"/>
                <a:gd name="connsiteY105" fmla="*/ 127618 h 180429"/>
                <a:gd name="connsiteX106" fmla="*/ 123735 w 283828"/>
                <a:gd name="connsiteY106" fmla="*/ 131964 h 180429"/>
                <a:gd name="connsiteX107" fmla="*/ 124384 w 283828"/>
                <a:gd name="connsiteY107" fmla="*/ 132754 h 180429"/>
                <a:gd name="connsiteX108" fmla="*/ 125636 w 283828"/>
                <a:gd name="connsiteY108" fmla="*/ 131569 h 180429"/>
                <a:gd name="connsiteX109" fmla="*/ 132871 w 283828"/>
                <a:gd name="connsiteY109" fmla="*/ 140612 h 180429"/>
                <a:gd name="connsiteX110" fmla="*/ 136071 w 283828"/>
                <a:gd name="connsiteY110" fmla="*/ 131569 h 180429"/>
                <a:gd name="connsiteX111" fmla="*/ 153741 w 283828"/>
                <a:gd name="connsiteY111" fmla="*/ 131569 h 180429"/>
                <a:gd name="connsiteX112" fmla="*/ 155503 w 283828"/>
                <a:gd name="connsiteY112" fmla="*/ 128276 h 180429"/>
                <a:gd name="connsiteX113" fmla="*/ 161022 w 283828"/>
                <a:gd name="connsiteY113" fmla="*/ 134027 h 180429"/>
                <a:gd name="connsiteX114" fmla="*/ 151190 w 283828"/>
                <a:gd name="connsiteY114" fmla="*/ 134290 h 180429"/>
                <a:gd name="connsiteX115" fmla="*/ 154065 w 283828"/>
                <a:gd name="connsiteY115" fmla="*/ 135959 h 180429"/>
                <a:gd name="connsiteX116" fmla="*/ 152628 w 283828"/>
                <a:gd name="connsiteY116" fmla="*/ 138417 h 180429"/>
                <a:gd name="connsiteX117" fmla="*/ 164222 w 283828"/>
                <a:gd name="connsiteY117" fmla="*/ 144168 h 180429"/>
                <a:gd name="connsiteX118" fmla="*/ 181011 w 283828"/>
                <a:gd name="connsiteY118" fmla="*/ 142807 h 180429"/>
                <a:gd name="connsiteX119" fmla="*/ 181011 w 283828"/>
                <a:gd name="connsiteY119" fmla="*/ 146934 h 180429"/>
                <a:gd name="connsiteX120" fmla="*/ 163619 w 283828"/>
                <a:gd name="connsiteY120" fmla="*/ 159006 h 180429"/>
                <a:gd name="connsiteX121" fmla="*/ 179295 w 283828"/>
                <a:gd name="connsiteY121" fmla="*/ 164494 h 180429"/>
                <a:gd name="connsiteX122" fmla="*/ 179295 w 283828"/>
                <a:gd name="connsiteY122" fmla="*/ 178761 h 180429"/>
                <a:gd name="connsiteX123" fmla="*/ 188014 w 283828"/>
                <a:gd name="connsiteY123" fmla="*/ 180429 h 180429"/>
                <a:gd name="connsiteX124" fmla="*/ 207724 w 283828"/>
                <a:gd name="connsiteY124" fmla="*/ 168620 h 180429"/>
                <a:gd name="connsiteX125" fmla="*/ 216443 w 283828"/>
                <a:gd name="connsiteY125" fmla="*/ 166425 h 180429"/>
                <a:gd name="connsiteX126" fmla="*/ 224837 w 283828"/>
                <a:gd name="connsiteY126" fmla="*/ 163396 h 180429"/>
                <a:gd name="connsiteX127" fmla="*/ 227713 w 283828"/>
                <a:gd name="connsiteY127" fmla="*/ 157645 h 180429"/>
                <a:gd name="connsiteX128" fmla="*/ 219875 w 283828"/>
                <a:gd name="connsiteY128" fmla="*/ 157645 h 180429"/>
                <a:gd name="connsiteX129" fmla="*/ 214681 w 283828"/>
                <a:gd name="connsiteY129" fmla="*/ 158743 h 180429"/>
                <a:gd name="connsiteX130" fmla="*/ 208280 w 283828"/>
                <a:gd name="connsiteY130" fmla="*/ 160674 h 180429"/>
                <a:gd name="connsiteX131" fmla="*/ 203086 w 283828"/>
                <a:gd name="connsiteY131" fmla="*/ 157645 h 180429"/>
                <a:gd name="connsiteX132" fmla="*/ 199005 w 283828"/>
                <a:gd name="connsiteY132" fmla="*/ 150226 h 180429"/>
                <a:gd name="connsiteX133" fmla="*/ 189730 w 283828"/>
                <a:gd name="connsiteY133" fmla="*/ 143904 h 180429"/>
                <a:gd name="connsiteX134" fmla="*/ 197846 w 283828"/>
                <a:gd name="connsiteY134" fmla="*/ 141709 h 180429"/>
                <a:gd name="connsiteX135" fmla="*/ 207678 w 283828"/>
                <a:gd name="connsiteY135" fmla="*/ 137583 h 180429"/>
                <a:gd name="connsiteX136" fmla="*/ 208930 w 283828"/>
                <a:gd name="connsiteY136" fmla="*/ 133017 h 180429"/>
                <a:gd name="connsiteX137" fmla="*/ 209115 w 283828"/>
                <a:gd name="connsiteY137" fmla="*/ 130164 h 180429"/>
                <a:gd name="connsiteX138" fmla="*/ 208930 w 283828"/>
                <a:gd name="connsiteY138" fmla="*/ 133017 h 180429"/>
                <a:gd name="connsiteX139" fmla="*/ 210878 w 283828"/>
                <a:gd name="connsiteY139" fmla="*/ 134290 h 180429"/>
                <a:gd name="connsiteX140" fmla="*/ 218994 w 283828"/>
                <a:gd name="connsiteY140" fmla="*/ 130734 h 180429"/>
                <a:gd name="connsiteX141" fmla="*/ 227666 w 283828"/>
                <a:gd name="connsiteY141" fmla="*/ 130208 h 180429"/>
                <a:gd name="connsiteX142" fmla="*/ 240698 w 283828"/>
                <a:gd name="connsiteY142" fmla="*/ 124457 h 180429"/>
                <a:gd name="connsiteX143" fmla="*/ 244176 w 283828"/>
                <a:gd name="connsiteY143" fmla="*/ 121998 h 180429"/>
                <a:gd name="connsiteX144" fmla="*/ 252710 w 283828"/>
                <a:gd name="connsiteY144" fmla="*/ 121384 h 180429"/>
                <a:gd name="connsiteX145" fmla="*/ 253081 w 283828"/>
                <a:gd name="connsiteY145" fmla="*/ 110101 h 180429"/>
                <a:gd name="connsiteX146" fmla="*/ 254240 w 283828"/>
                <a:gd name="connsiteY146" fmla="*/ 109048 h 180429"/>
                <a:gd name="connsiteX147" fmla="*/ 261846 w 283828"/>
                <a:gd name="connsiteY147" fmla="*/ 109048 h 180429"/>
                <a:gd name="connsiteX148" fmla="*/ 263562 w 283828"/>
                <a:gd name="connsiteY148" fmla="*/ 103253 h 180429"/>
                <a:gd name="connsiteX149" fmla="*/ 264675 w 283828"/>
                <a:gd name="connsiteY149" fmla="*/ 102463 h 180429"/>
                <a:gd name="connsiteX150" fmla="*/ 278032 w 283828"/>
                <a:gd name="connsiteY150" fmla="*/ 102463 h 180429"/>
                <a:gd name="connsiteX151" fmla="*/ 281278 w 283828"/>
                <a:gd name="connsiteY151" fmla="*/ 98512 h 180429"/>
                <a:gd name="connsiteX152" fmla="*/ 280954 w 283828"/>
                <a:gd name="connsiteY152" fmla="*/ 91575 h 180429"/>
                <a:gd name="connsiteX153" fmla="*/ 276687 w 283828"/>
                <a:gd name="connsiteY153" fmla="*/ 90171 h 180429"/>
                <a:gd name="connsiteX154" fmla="*/ 275991 w 283828"/>
                <a:gd name="connsiteY154" fmla="*/ 89556 h 180429"/>
                <a:gd name="connsiteX155" fmla="*/ 275991 w 283828"/>
                <a:gd name="connsiteY155" fmla="*/ 88634 h 180429"/>
                <a:gd name="connsiteX156" fmla="*/ 280397 w 283828"/>
                <a:gd name="connsiteY156" fmla="*/ 80469 h 180429"/>
                <a:gd name="connsiteX157" fmla="*/ 275945 w 283828"/>
                <a:gd name="connsiteY157" fmla="*/ 79196 h 180429"/>
                <a:gd name="connsiteX158" fmla="*/ 275110 w 283828"/>
                <a:gd name="connsiteY158" fmla="*/ 78274 h 180429"/>
                <a:gd name="connsiteX159" fmla="*/ 275713 w 283828"/>
                <a:gd name="connsiteY159" fmla="*/ 77176 h 180429"/>
                <a:gd name="connsiteX160" fmla="*/ 283829 w 283828"/>
                <a:gd name="connsiteY160" fmla="*/ 73006 h 180429"/>
                <a:gd name="connsiteX161" fmla="*/ 282623 w 283828"/>
                <a:gd name="connsiteY161" fmla="*/ 67474 h 180429"/>
                <a:gd name="connsiteX162" fmla="*/ 278171 w 283828"/>
                <a:gd name="connsiteY162" fmla="*/ 67474 h 180429"/>
                <a:gd name="connsiteX163" fmla="*/ 277382 w 283828"/>
                <a:gd name="connsiteY163" fmla="*/ 67167 h 180429"/>
                <a:gd name="connsiteX164" fmla="*/ 272374 w 283828"/>
                <a:gd name="connsiteY164" fmla="*/ 62689 h 180429"/>
                <a:gd name="connsiteX165" fmla="*/ 269406 w 283828"/>
                <a:gd name="connsiteY165" fmla="*/ 61153 h 180429"/>
                <a:gd name="connsiteX166" fmla="*/ 267365 w 283828"/>
                <a:gd name="connsiteY166" fmla="*/ 61153 h 180429"/>
                <a:gd name="connsiteX167" fmla="*/ 267040 w 283828"/>
                <a:gd name="connsiteY167" fmla="*/ 61109 h 180429"/>
                <a:gd name="connsiteX168" fmla="*/ 260872 w 283828"/>
                <a:gd name="connsiteY168" fmla="*/ 59265 h 180429"/>
                <a:gd name="connsiteX169" fmla="*/ 256142 w 283828"/>
                <a:gd name="connsiteY169" fmla="*/ 57421 h 180429"/>
                <a:gd name="connsiteX170" fmla="*/ 255446 w 283828"/>
                <a:gd name="connsiteY170" fmla="*/ 56412 h 180429"/>
                <a:gd name="connsiteX171" fmla="*/ 255446 w 283828"/>
                <a:gd name="connsiteY171" fmla="*/ 56236 h 180429"/>
                <a:gd name="connsiteX172" fmla="*/ 250669 w 283828"/>
                <a:gd name="connsiteY172" fmla="*/ 59177 h 180429"/>
                <a:gd name="connsiteX173" fmla="*/ 249139 w 283828"/>
                <a:gd name="connsiteY173" fmla="*/ 58958 h 180429"/>
                <a:gd name="connsiteX174" fmla="*/ 243712 w 283828"/>
                <a:gd name="connsiteY174" fmla="*/ 52724 h 180429"/>
                <a:gd name="connsiteX175" fmla="*/ 243527 w 283828"/>
                <a:gd name="connsiteY175" fmla="*/ 52417 h 180429"/>
                <a:gd name="connsiteX176" fmla="*/ 241255 w 283828"/>
                <a:gd name="connsiteY176" fmla="*/ 46578 h 180429"/>
                <a:gd name="connsiteX177" fmla="*/ 230031 w 283828"/>
                <a:gd name="connsiteY177" fmla="*/ 51539 h 180429"/>
                <a:gd name="connsiteX178" fmla="*/ 228918 w 283828"/>
                <a:gd name="connsiteY178" fmla="*/ 51451 h 180429"/>
                <a:gd name="connsiteX179" fmla="*/ 218947 w 283828"/>
                <a:gd name="connsiteY179" fmla="*/ 45524 h 180429"/>
                <a:gd name="connsiteX180" fmla="*/ 214078 w 283828"/>
                <a:gd name="connsiteY180" fmla="*/ 47193 h 180429"/>
                <a:gd name="connsiteX181" fmla="*/ 212825 w 283828"/>
                <a:gd name="connsiteY181" fmla="*/ 46885 h 180429"/>
                <a:gd name="connsiteX182" fmla="*/ 208976 w 283828"/>
                <a:gd name="connsiteY182" fmla="*/ 42846 h 180429"/>
                <a:gd name="connsiteX183" fmla="*/ 208651 w 283828"/>
                <a:gd name="connsiteY183" fmla="*/ 42100 h 180429"/>
                <a:gd name="connsiteX184" fmla="*/ 208651 w 283828"/>
                <a:gd name="connsiteY184" fmla="*/ 32091 h 180429"/>
                <a:gd name="connsiteX185" fmla="*/ 205915 w 283828"/>
                <a:gd name="connsiteY185" fmla="*/ 29062 h 180429"/>
                <a:gd name="connsiteX186" fmla="*/ 199654 w 283828"/>
                <a:gd name="connsiteY186" fmla="*/ 30642 h 180429"/>
                <a:gd name="connsiteX187" fmla="*/ 198866 w 283828"/>
                <a:gd name="connsiteY187" fmla="*/ 30554 h 180429"/>
                <a:gd name="connsiteX188" fmla="*/ 190750 w 283828"/>
                <a:gd name="connsiteY188" fmla="*/ 26691 h 180429"/>
                <a:gd name="connsiteX189" fmla="*/ 190100 w 283828"/>
                <a:gd name="connsiteY189" fmla="*/ 25550 h 180429"/>
                <a:gd name="connsiteX190" fmla="*/ 190796 w 283828"/>
                <a:gd name="connsiteY190" fmla="*/ 20457 h 180429"/>
                <a:gd name="connsiteX191" fmla="*/ 186900 w 283828"/>
                <a:gd name="connsiteY191" fmla="*/ 16463 h 180429"/>
                <a:gd name="connsiteX192" fmla="*/ 186622 w 283828"/>
                <a:gd name="connsiteY192" fmla="*/ 15453 h 180429"/>
                <a:gd name="connsiteX193" fmla="*/ 187318 w 283828"/>
                <a:gd name="connsiteY193" fmla="*/ 14663 h 180429"/>
                <a:gd name="connsiteX194" fmla="*/ 192883 w 283828"/>
                <a:gd name="connsiteY194" fmla="*/ 12599 h 180429"/>
                <a:gd name="connsiteX195" fmla="*/ 183840 w 283828"/>
                <a:gd name="connsiteY195" fmla="*/ 702 h 180429"/>
                <a:gd name="connsiteX196" fmla="*/ 181706 w 283828"/>
                <a:gd name="connsiteY196" fmla="*/ 3380 h 180429"/>
                <a:gd name="connsiteX197" fmla="*/ 180732 w 283828"/>
                <a:gd name="connsiteY197" fmla="*/ 3819 h 180429"/>
                <a:gd name="connsiteX198" fmla="*/ 179805 w 283828"/>
                <a:gd name="connsiteY198" fmla="*/ 3336 h 180429"/>
                <a:gd name="connsiteX199" fmla="*/ 177439 w 283828"/>
                <a:gd name="connsiteY199" fmla="*/ 0 h 180429"/>
                <a:gd name="connsiteX200" fmla="*/ 173590 w 283828"/>
                <a:gd name="connsiteY200" fmla="*/ 0 h 180429"/>
                <a:gd name="connsiteX201" fmla="*/ 170854 w 283828"/>
                <a:gd name="connsiteY201" fmla="*/ 3424 h 180429"/>
                <a:gd name="connsiteX202" fmla="*/ 169370 w 283828"/>
                <a:gd name="connsiteY202" fmla="*/ 3732 h 180429"/>
                <a:gd name="connsiteX203" fmla="*/ 162831 w 283828"/>
                <a:gd name="connsiteY203" fmla="*/ 483 h 180429"/>
                <a:gd name="connsiteX204" fmla="*/ 161347 w 283828"/>
                <a:gd name="connsiteY204" fmla="*/ 4741 h 180429"/>
                <a:gd name="connsiteX205" fmla="*/ 160883 w 283828"/>
                <a:gd name="connsiteY205" fmla="*/ 5312 h 180429"/>
                <a:gd name="connsiteX206" fmla="*/ 157404 w 283828"/>
                <a:gd name="connsiteY206" fmla="*/ 7507 h 180429"/>
                <a:gd name="connsiteX207" fmla="*/ 156430 w 283828"/>
                <a:gd name="connsiteY207" fmla="*/ 7639 h 180429"/>
                <a:gd name="connsiteX208" fmla="*/ 149520 w 283828"/>
                <a:gd name="connsiteY208" fmla="*/ 5575 h 180429"/>
                <a:gd name="connsiteX209" fmla="*/ 146088 w 283828"/>
                <a:gd name="connsiteY209" fmla="*/ 7200 h 180429"/>
                <a:gd name="connsiteX210" fmla="*/ 145578 w 283828"/>
                <a:gd name="connsiteY210" fmla="*/ 7331 h 180429"/>
                <a:gd name="connsiteX211" fmla="*/ 189312 w 283828"/>
                <a:gd name="connsiteY211" fmla="*/ 78976 h 180429"/>
                <a:gd name="connsiteX212" fmla="*/ 194831 w 283828"/>
                <a:gd name="connsiteY212" fmla="*/ 86395 h 180429"/>
                <a:gd name="connsiteX213" fmla="*/ 204988 w 283828"/>
                <a:gd name="connsiteY213" fmla="*/ 90522 h 180429"/>
                <a:gd name="connsiteX214" fmla="*/ 192976 w 283828"/>
                <a:gd name="connsiteY214" fmla="*/ 88327 h 180429"/>
                <a:gd name="connsiteX215" fmla="*/ 188199 w 283828"/>
                <a:gd name="connsiteY215" fmla="*/ 82005 h 180429"/>
                <a:gd name="connsiteX216" fmla="*/ 177764 w 283828"/>
                <a:gd name="connsiteY216" fmla="*/ 78976 h 180429"/>
                <a:gd name="connsiteX217" fmla="*/ 189358 w 283828"/>
                <a:gd name="connsiteY217" fmla="*/ 78976 h 180429"/>
                <a:gd name="connsiteX218" fmla="*/ 186158 w 283828"/>
                <a:gd name="connsiteY218" fmla="*/ 116291 h 180429"/>
                <a:gd name="connsiteX219" fmla="*/ 186158 w 283828"/>
                <a:gd name="connsiteY219" fmla="*/ 110540 h 180429"/>
                <a:gd name="connsiteX220" fmla="*/ 200953 w 283828"/>
                <a:gd name="connsiteY220" fmla="*/ 110540 h 180429"/>
                <a:gd name="connsiteX221" fmla="*/ 204709 w 283828"/>
                <a:gd name="connsiteY221" fmla="*/ 107248 h 180429"/>
                <a:gd name="connsiteX222" fmla="*/ 208188 w 283828"/>
                <a:gd name="connsiteY222" fmla="*/ 109706 h 180429"/>
                <a:gd name="connsiteX223" fmla="*/ 208188 w 283828"/>
                <a:gd name="connsiteY223" fmla="*/ 113569 h 180429"/>
                <a:gd name="connsiteX224" fmla="*/ 200675 w 283828"/>
                <a:gd name="connsiteY224" fmla="*/ 113833 h 180429"/>
                <a:gd name="connsiteX225" fmla="*/ 195480 w 283828"/>
                <a:gd name="connsiteY225" fmla="*/ 112999 h 180429"/>
                <a:gd name="connsiteX226" fmla="*/ 190564 w 283828"/>
                <a:gd name="connsiteY226" fmla="*/ 114096 h 180429"/>
                <a:gd name="connsiteX227" fmla="*/ 187689 w 283828"/>
                <a:gd name="connsiteY227" fmla="*/ 119320 h 180429"/>
                <a:gd name="connsiteX228" fmla="*/ 180454 w 283828"/>
                <a:gd name="connsiteY228" fmla="*/ 128934 h 180429"/>
                <a:gd name="connsiteX229" fmla="*/ 177857 w 283828"/>
                <a:gd name="connsiteY229" fmla="*/ 127574 h 180429"/>
                <a:gd name="connsiteX230" fmla="*/ 186251 w 283828"/>
                <a:gd name="connsiteY230" fmla="*/ 116335 h 180429"/>
                <a:gd name="connsiteX231" fmla="*/ 165567 w 283828"/>
                <a:gd name="connsiteY231" fmla="*/ 68572 h 180429"/>
                <a:gd name="connsiteX232" fmla="*/ 170205 w 283828"/>
                <a:gd name="connsiteY232" fmla="*/ 72830 h 180429"/>
                <a:gd name="connsiteX233" fmla="*/ 176002 w 283828"/>
                <a:gd name="connsiteY233" fmla="*/ 73796 h 180429"/>
                <a:gd name="connsiteX234" fmla="*/ 172523 w 283828"/>
                <a:gd name="connsiteY234" fmla="*/ 77089 h 180429"/>
                <a:gd name="connsiteX235" fmla="*/ 163526 w 283828"/>
                <a:gd name="connsiteY235" fmla="*/ 71338 h 180429"/>
                <a:gd name="connsiteX236" fmla="*/ 157729 w 283828"/>
                <a:gd name="connsiteY236" fmla="*/ 68616 h 180429"/>
                <a:gd name="connsiteX237" fmla="*/ 165567 w 283828"/>
                <a:gd name="connsiteY237" fmla="*/ 68616 h 180429"/>
                <a:gd name="connsiteX238" fmla="*/ 147851 w 283828"/>
                <a:gd name="connsiteY238" fmla="*/ 61680 h 180429"/>
                <a:gd name="connsiteX239" fmla="*/ 135375 w 283828"/>
                <a:gd name="connsiteY239" fmla="*/ 51802 h 180429"/>
                <a:gd name="connsiteX240" fmla="*/ 149288 w 283828"/>
                <a:gd name="connsiteY240" fmla="*/ 56455 h 180429"/>
                <a:gd name="connsiteX241" fmla="*/ 147851 w 283828"/>
                <a:gd name="connsiteY241" fmla="*/ 61680 h 18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83828" h="180429">
                  <a:moveTo>
                    <a:pt x="145532" y="7375"/>
                  </a:moveTo>
                  <a:lnTo>
                    <a:pt x="138854" y="7375"/>
                  </a:lnTo>
                  <a:lnTo>
                    <a:pt x="133288" y="16243"/>
                  </a:lnTo>
                  <a:lnTo>
                    <a:pt x="136535" y="23794"/>
                  </a:lnTo>
                  <a:cubicBezTo>
                    <a:pt x="136767" y="24321"/>
                    <a:pt x="136535" y="24935"/>
                    <a:pt x="135978" y="25199"/>
                  </a:cubicBezTo>
                  <a:lnTo>
                    <a:pt x="132685" y="26735"/>
                  </a:lnTo>
                  <a:cubicBezTo>
                    <a:pt x="132685" y="26735"/>
                    <a:pt x="132546" y="26735"/>
                    <a:pt x="132453" y="26779"/>
                  </a:cubicBezTo>
                  <a:lnTo>
                    <a:pt x="133613" y="31213"/>
                  </a:lnTo>
                  <a:lnTo>
                    <a:pt x="132175" y="39993"/>
                  </a:lnTo>
                  <a:lnTo>
                    <a:pt x="129578" y="39993"/>
                  </a:lnTo>
                  <a:lnTo>
                    <a:pt x="129856" y="29281"/>
                  </a:lnTo>
                  <a:lnTo>
                    <a:pt x="126981" y="27920"/>
                  </a:lnTo>
                  <a:lnTo>
                    <a:pt x="122900" y="25725"/>
                  </a:lnTo>
                  <a:lnTo>
                    <a:pt x="130552" y="25725"/>
                  </a:lnTo>
                  <a:lnTo>
                    <a:pt x="126007" y="21423"/>
                  </a:lnTo>
                  <a:lnTo>
                    <a:pt x="118540" y="24408"/>
                  </a:lnTo>
                  <a:cubicBezTo>
                    <a:pt x="118169" y="24540"/>
                    <a:pt x="117752" y="24496"/>
                    <a:pt x="117427" y="24321"/>
                  </a:cubicBezTo>
                  <a:cubicBezTo>
                    <a:pt x="117103" y="24101"/>
                    <a:pt x="116917" y="23794"/>
                    <a:pt x="116917" y="23399"/>
                  </a:cubicBezTo>
                  <a:lnTo>
                    <a:pt x="116917" y="20721"/>
                  </a:lnTo>
                  <a:lnTo>
                    <a:pt x="111398" y="24321"/>
                  </a:lnTo>
                  <a:cubicBezTo>
                    <a:pt x="111027" y="24540"/>
                    <a:pt x="110564" y="24584"/>
                    <a:pt x="110192" y="24364"/>
                  </a:cubicBezTo>
                  <a:cubicBezTo>
                    <a:pt x="109821" y="24145"/>
                    <a:pt x="109590" y="23794"/>
                    <a:pt x="109590" y="23399"/>
                  </a:cubicBezTo>
                  <a:lnTo>
                    <a:pt x="109590" y="18394"/>
                  </a:lnTo>
                  <a:lnTo>
                    <a:pt x="103746" y="22784"/>
                  </a:lnTo>
                  <a:cubicBezTo>
                    <a:pt x="103375" y="23048"/>
                    <a:pt x="102911" y="23091"/>
                    <a:pt x="102540" y="22916"/>
                  </a:cubicBezTo>
                  <a:cubicBezTo>
                    <a:pt x="102123" y="22740"/>
                    <a:pt x="101891" y="22345"/>
                    <a:pt x="101891" y="21906"/>
                  </a:cubicBezTo>
                  <a:lnTo>
                    <a:pt x="101891" y="20809"/>
                  </a:lnTo>
                  <a:lnTo>
                    <a:pt x="96047" y="20809"/>
                  </a:lnTo>
                  <a:cubicBezTo>
                    <a:pt x="95398" y="20809"/>
                    <a:pt x="94888" y="20326"/>
                    <a:pt x="94888" y="19711"/>
                  </a:cubicBezTo>
                  <a:lnTo>
                    <a:pt x="94888" y="18526"/>
                  </a:lnTo>
                  <a:lnTo>
                    <a:pt x="93543" y="20326"/>
                  </a:lnTo>
                  <a:cubicBezTo>
                    <a:pt x="93357" y="20589"/>
                    <a:pt x="93079" y="20765"/>
                    <a:pt x="92755" y="20809"/>
                  </a:cubicBezTo>
                  <a:cubicBezTo>
                    <a:pt x="92476" y="20809"/>
                    <a:pt x="92105" y="20765"/>
                    <a:pt x="91827" y="20545"/>
                  </a:cubicBezTo>
                  <a:lnTo>
                    <a:pt x="88766" y="18043"/>
                  </a:lnTo>
                  <a:lnTo>
                    <a:pt x="80604" y="20765"/>
                  </a:lnTo>
                  <a:cubicBezTo>
                    <a:pt x="80233" y="20896"/>
                    <a:pt x="79862" y="20853"/>
                    <a:pt x="79537" y="20633"/>
                  </a:cubicBezTo>
                  <a:cubicBezTo>
                    <a:pt x="79212" y="20414"/>
                    <a:pt x="79027" y="20106"/>
                    <a:pt x="79027" y="19755"/>
                  </a:cubicBezTo>
                  <a:lnTo>
                    <a:pt x="79027" y="15277"/>
                  </a:lnTo>
                  <a:lnTo>
                    <a:pt x="72859" y="15277"/>
                  </a:lnTo>
                  <a:cubicBezTo>
                    <a:pt x="72859" y="15277"/>
                    <a:pt x="72441" y="15233"/>
                    <a:pt x="72256" y="15102"/>
                  </a:cubicBezTo>
                  <a:lnTo>
                    <a:pt x="69427" y="13477"/>
                  </a:lnTo>
                  <a:lnTo>
                    <a:pt x="58714" y="11414"/>
                  </a:lnTo>
                  <a:lnTo>
                    <a:pt x="34969" y="11414"/>
                  </a:lnTo>
                  <a:cubicBezTo>
                    <a:pt x="34969" y="11414"/>
                    <a:pt x="33531" y="14707"/>
                    <a:pt x="33531" y="14707"/>
                  </a:cubicBezTo>
                  <a:cubicBezTo>
                    <a:pt x="33438" y="14882"/>
                    <a:pt x="33299" y="15058"/>
                    <a:pt x="33113" y="15189"/>
                  </a:cubicBezTo>
                  <a:lnTo>
                    <a:pt x="29079" y="17779"/>
                  </a:lnTo>
                  <a:cubicBezTo>
                    <a:pt x="28800" y="17955"/>
                    <a:pt x="28429" y="17999"/>
                    <a:pt x="28105" y="17911"/>
                  </a:cubicBezTo>
                  <a:lnTo>
                    <a:pt x="24766" y="16945"/>
                  </a:lnTo>
                  <a:lnTo>
                    <a:pt x="22725" y="18482"/>
                  </a:lnTo>
                  <a:lnTo>
                    <a:pt x="23699" y="24145"/>
                  </a:lnTo>
                  <a:lnTo>
                    <a:pt x="33345" y="34900"/>
                  </a:lnTo>
                  <a:cubicBezTo>
                    <a:pt x="33763" y="35340"/>
                    <a:pt x="33716" y="36042"/>
                    <a:pt x="33252" y="36437"/>
                  </a:cubicBezTo>
                  <a:lnTo>
                    <a:pt x="30609" y="38720"/>
                  </a:lnTo>
                  <a:lnTo>
                    <a:pt x="32139" y="43549"/>
                  </a:lnTo>
                  <a:cubicBezTo>
                    <a:pt x="32279" y="43988"/>
                    <a:pt x="32139" y="44427"/>
                    <a:pt x="31769" y="44734"/>
                  </a:cubicBezTo>
                  <a:lnTo>
                    <a:pt x="28893" y="46929"/>
                  </a:lnTo>
                  <a:cubicBezTo>
                    <a:pt x="28893" y="46929"/>
                    <a:pt x="28429" y="47149"/>
                    <a:pt x="28151" y="47149"/>
                  </a:cubicBezTo>
                  <a:lnTo>
                    <a:pt x="22957" y="47149"/>
                  </a:lnTo>
                  <a:lnTo>
                    <a:pt x="8673" y="67167"/>
                  </a:lnTo>
                  <a:lnTo>
                    <a:pt x="9554" y="74894"/>
                  </a:lnTo>
                  <a:lnTo>
                    <a:pt x="12151" y="77352"/>
                  </a:lnTo>
                  <a:cubicBezTo>
                    <a:pt x="12429" y="77615"/>
                    <a:pt x="12522" y="77966"/>
                    <a:pt x="12475" y="78318"/>
                  </a:cubicBezTo>
                  <a:cubicBezTo>
                    <a:pt x="12429" y="78669"/>
                    <a:pt x="12197" y="78976"/>
                    <a:pt x="11826" y="79108"/>
                  </a:cubicBezTo>
                  <a:lnTo>
                    <a:pt x="4684" y="82356"/>
                  </a:lnTo>
                  <a:lnTo>
                    <a:pt x="0" y="92893"/>
                  </a:lnTo>
                  <a:lnTo>
                    <a:pt x="835" y="93200"/>
                  </a:lnTo>
                  <a:lnTo>
                    <a:pt x="3246" y="93200"/>
                  </a:lnTo>
                  <a:cubicBezTo>
                    <a:pt x="3618" y="93200"/>
                    <a:pt x="3942" y="93375"/>
                    <a:pt x="4174" y="93639"/>
                  </a:cubicBezTo>
                  <a:lnTo>
                    <a:pt x="7884" y="98161"/>
                  </a:lnTo>
                  <a:lnTo>
                    <a:pt x="9368" y="98161"/>
                  </a:lnTo>
                  <a:cubicBezTo>
                    <a:pt x="9647" y="98161"/>
                    <a:pt x="9925" y="98248"/>
                    <a:pt x="10110" y="98424"/>
                  </a:cubicBezTo>
                  <a:lnTo>
                    <a:pt x="11734" y="99741"/>
                  </a:lnTo>
                  <a:lnTo>
                    <a:pt x="17299" y="98995"/>
                  </a:lnTo>
                  <a:cubicBezTo>
                    <a:pt x="17299" y="98995"/>
                    <a:pt x="17670" y="98995"/>
                    <a:pt x="17855" y="99039"/>
                  </a:cubicBezTo>
                  <a:lnTo>
                    <a:pt x="24348" y="101190"/>
                  </a:lnTo>
                  <a:lnTo>
                    <a:pt x="38632" y="101190"/>
                  </a:lnTo>
                  <a:cubicBezTo>
                    <a:pt x="39050" y="101190"/>
                    <a:pt x="39421" y="101409"/>
                    <a:pt x="39606" y="101716"/>
                  </a:cubicBezTo>
                  <a:lnTo>
                    <a:pt x="42760" y="106677"/>
                  </a:lnTo>
                  <a:lnTo>
                    <a:pt x="44430" y="106677"/>
                  </a:lnTo>
                  <a:lnTo>
                    <a:pt x="47258" y="103253"/>
                  </a:lnTo>
                  <a:cubicBezTo>
                    <a:pt x="47258" y="103253"/>
                    <a:pt x="47630" y="102902"/>
                    <a:pt x="47908" y="102858"/>
                  </a:cubicBezTo>
                  <a:lnTo>
                    <a:pt x="61728" y="99916"/>
                  </a:lnTo>
                  <a:lnTo>
                    <a:pt x="66134" y="95263"/>
                  </a:lnTo>
                  <a:cubicBezTo>
                    <a:pt x="66366" y="95044"/>
                    <a:pt x="66691" y="94912"/>
                    <a:pt x="67015" y="94912"/>
                  </a:cubicBezTo>
                  <a:lnTo>
                    <a:pt x="70540" y="94912"/>
                  </a:lnTo>
                  <a:lnTo>
                    <a:pt x="72534" y="92849"/>
                  </a:lnTo>
                  <a:cubicBezTo>
                    <a:pt x="72812" y="92585"/>
                    <a:pt x="73183" y="92454"/>
                    <a:pt x="73601" y="92497"/>
                  </a:cubicBezTo>
                  <a:lnTo>
                    <a:pt x="80418" y="93595"/>
                  </a:lnTo>
                  <a:lnTo>
                    <a:pt x="83201" y="90127"/>
                  </a:lnTo>
                  <a:cubicBezTo>
                    <a:pt x="83572" y="89688"/>
                    <a:pt x="84221" y="89556"/>
                    <a:pt x="84778" y="89863"/>
                  </a:cubicBezTo>
                  <a:lnTo>
                    <a:pt x="92894" y="94912"/>
                  </a:lnTo>
                  <a:lnTo>
                    <a:pt x="97763" y="94912"/>
                  </a:lnTo>
                  <a:cubicBezTo>
                    <a:pt x="98088" y="94912"/>
                    <a:pt x="98366" y="95044"/>
                    <a:pt x="98598" y="95219"/>
                  </a:cubicBezTo>
                  <a:lnTo>
                    <a:pt x="100592" y="97107"/>
                  </a:lnTo>
                  <a:lnTo>
                    <a:pt x="104163" y="97107"/>
                  </a:lnTo>
                  <a:cubicBezTo>
                    <a:pt x="104488" y="97107"/>
                    <a:pt x="104813" y="97239"/>
                    <a:pt x="105045" y="97458"/>
                  </a:cubicBezTo>
                  <a:lnTo>
                    <a:pt x="107317" y="99829"/>
                  </a:lnTo>
                  <a:lnTo>
                    <a:pt x="110564" y="99829"/>
                  </a:lnTo>
                  <a:cubicBezTo>
                    <a:pt x="111120" y="99829"/>
                    <a:pt x="111584" y="100224"/>
                    <a:pt x="111723" y="100707"/>
                  </a:cubicBezTo>
                  <a:lnTo>
                    <a:pt x="114042" y="111945"/>
                  </a:lnTo>
                  <a:lnTo>
                    <a:pt x="114969" y="115721"/>
                  </a:lnTo>
                  <a:lnTo>
                    <a:pt x="117798" y="115721"/>
                  </a:lnTo>
                  <a:cubicBezTo>
                    <a:pt x="118448" y="115721"/>
                    <a:pt x="118958" y="116204"/>
                    <a:pt x="118958" y="116818"/>
                  </a:cubicBezTo>
                  <a:lnTo>
                    <a:pt x="118958" y="124018"/>
                  </a:lnTo>
                  <a:lnTo>
                    <a:pt x="124894" y="126213"/>
                  </a:lnTo>
                  <a:cubicBezTo>
                    <a:pt x="125497" y="126432"/>
                    <a:pt x="125775" y="127047"/>
                    <a:pt x="125543" y="127618"/>
                  </a:cubicBezTo>
                  <a:lnTo>
                    <a:pt x="123735" y="131964"/>
                  </a:lnTo>
                  <a:lnTo>
                    <a:pt x="124384" y="132754"/>
                  </a:lnTo>
                  <a:lnTo>
                    <a:pt x="125636" y="131569"/>
                  </a:lnTo>
                  <a:cubicBezTo>
                    <a:pt x="125636" y="131569"/>
                    <a:pt x="131155" y="141446"/>
                    <a:pt x="132871" y="140612"/>
                  </a:cubicBezTo>
                  <a:cubicBezTo>
                    <a:pt x="134587" y="139778"/>
                    <a:pt x="136071" y="131569"/>
                    <a:pt x="136071" y="131569"/>
                  </a:cubicBezTo>
                  <a:lnTo>
                    <a:pt x="153741" y="131569"/>
                  </a:lnTo>
                  <a:lnTo>
                    <a:pt x="155503" y="128276"/>
                  </a:lnTo>
                  <a:lnTo>
                    <a:pt x="161022" y="134027"/>
                  </a:lnTo>
                  <a:lnTo>
                    <a:pt x="151190" y="134290"/>
                  </a:lnTo>
                  <a:lnTo>
                    <a:pt x="154065" y="135959"/>
                  </a:lnTo>
                  <a:lnTo>
                    <a:pt x="152628" y="138417"/>
                  </a:lnTo>
                  <a:lnTo>
                    <a:pt x="164222" y="144168"/>
                  </a:lnTo>
                  <a:cubicBezTo>
                    <a:pt x="164222" y="144168"/>
                    <a:pt x="177579" y="141446"/>
                    <a:pt x="181011" y="142807"/>
                  </a:cubicBezTo>
                  <a:lnTo>
                    <a:pt x="181011" y="146934"/>
                  </a:lnTo>
                  <a:lnTo>
                    <a:pt x="163619" y="159006"/>
                  </a:lnTo>
                  <a:cubicBezTo>
                    <a:pt x="163619" y="159006"/>
                    <a:pt x="178970" y="160938"/>
                    <a:pt x="179295" y="164494"/>
                  </a:cubicBezTo>
                  <a:cubicBezTo>
                    <a:pt x="179573" y="168049"/>
                    <a:pt x="179295" y="178761"/>
                    <a:pt x="179295" y="178761"/>
                  </a:cubicBezTo>
                  <a:lnTo>
                    <a:pt x="188014" y="180429"/>
                  </a:lnTo>
                  <a:cubicBezTo>
                    <a:pt x="188014" y="180429"/>
                    <a:pt x="194089" y="169718"/>
                    <a:pt x="207724" y="168620"/>
                  </a:cubicBezTo>
                  <a:cubicBezTo>
                    <a:pt x="207724" y="168620"/>
                    <a:pt x="209764" y="162035"/>
                    <a:pt x="216443" y="166425"/>
                  </a:cubicBezTo>
                  <a:cubicBezTo>
                    <a:pt x="216443" y="166425"/>
                    <a:pt x="224280" y="166425"/>
                    <a:pt x="224837" y="163396"/>
                  </a:cubicBezTo>
                  <a:cubicBezTo>
                    <a:pt x="225394" y="160367"/>
                    <a:pt x="227713" y="157645"/>
                    <a:pt x="227713" y="157645"/>
                  </a:cubicBezTo>
                  <a:cubicBezTo>
                    <a:pt x="227713" y="157645"/>
                    <a:pt x="222518" y="153519"/>
                    <a:pt x="219875" y="157645"/>
                  </a:cubicBezTo>
                  <a:cubicBezTo>
                    <a:pt x="219875" y="157645"/>
                    <a:pt x="215515" y="155714"/>
                    <a:pt x="214681" y="158743"/>
                  </a:cubicBezTo>
                  <a:cubicBezTo>
                    <a:pt x="214681" y="158743"/>
                    <a:pt x="210924" y="160938"/>
                    <a:pt x="208280" y="160674"/>
                  </a:cubicBezTo>
                  <a:cubicBezTo>
                    <a:pt x="205683" y="160411"/>
                    <a:pt x="203086" y="157645"/>
                    <a:pt x="203086" y="157645"/>
                  </a:cubicBezTo>
                  <a:cubicBezTo>
                    <a:pt x="203086" y="157645"/>
                    <a:pt x="203086" y="150226"/>
                    <a:pt x="199005" y="150226"/>
                  </a:cubicBezTo>
                  <a:cubicBezTo>
                    <a:pt x="199005" y="150226"/>
                    <a:pt x="189730" y="146670"/>
                    <a:pt x="189730" y="143904"/>
                  </a:cubicBezTo>
                  <a:cubicBezTo>
                    <a:pt x="189730" y="141139"/>
                    <a:pt x="189451" y="139514"/>
                    <a:pt x="197846" y="141709"/>
                  </a:cubicBezTo>
                  <a:cubicBezTo>
                    <a:pt x="197846" y="141709"/>
                    <a:pt x="206240" y="140041"/>
                    <a:pt x="207678" y="137583"/>
                  </a:cubicBezTo>
                  <a:cubicBezTo>
                    <a:pt x="208373" y="136354"/>
                    <a:pt x="208744" y="134554"/>
                    <a:pt x="208930" y="133017"/>
                  </a:cubicBezTo>
                  <a:cubicBezTo>
                    <a:pt x="208559" y="131788"/>
                    <a:pt x="209115" y="130164"/>
                    <a:pt x="209115" y="130164"/>
                  </a:cubicBezTo>
                  <a:cubicBezTo>
                    <a:pt x="209115" y="130164"/>
                    <a:pt x="209115" y="131437"/>
                    <a:pt x="208930" y="133017"/>
                  </a:cubicBezTo>
                  <a:cubicBezTo>
                    <a:pt x="209162" y="133720"/>
                    <a:pt x="209672" y="134290"/>
                    <a:pt x="210878" y="134290"/>
                  </a:cubicBezTo>
                  <a:cubicBezTo>
                    <a:pt x="214078" y="134290"/>
                    <a:pt x="218994" y="130734"/>
                    <a:pt x="218994" y="130734"/>
                  </a:cubicBezTo>
                  <a:lnTo>
                    <a:pt x="227666" y="130208"/>
                  </a:lnTo>
                  <a:lnTo>
                    <a:pt x="240698" y="124457"/>
                  </a:lnTo>
                  <a:lnTo>
                    <a:pt x="244176" y="121998"/>
                  </a:lnTo>
                  <a:lnTo>
                    <a:pt x="252710" y="121384"/>
                  </a:lnTo>
                  <a:lnTo>
                    <a:pt x="253081" y="110101"/>
                  </a:lnTo>
                  <a:cubicBezTo>
                    <a:pt x="253081" y="109531"/>
                    <a:pt x="253637" y="109048"/>
                    <a:pt x="254240" y="109048"/>
                  </a:cubicBezTo>
                  <a:lnTo>
                    <a:pt x="261846" y="109048"/>
                  </a:lnTo>
                  <a:lnTo>
                    <a:pt x="263562" y="103253"/>
                  </a:lnTo>
                  <a:cubicBezTo>
                    <a:pt x="263701" y="102770"/>
                    <a:pt x="264165" y="102463"/>
                    <a:pt x="264675" y="102463"/>
                  </a:cubicBezTo>
                  <a:lnTo>
                    <a:pt x="278032" y="102463"/>
                  </a:lnTo>
                  <a:lnTo>
                    <a:pt x="281278" y="98512"/>
                  </a:lnTo>
                  <a:lnTo>
                    <a:pt x="280954" y="91575"/>
                  </a:lnTo>
                  <a:lnTo>
                    <a:pt x="276687" y="90171"/>
                  </a:lnTo>
                  <a:cubicBezTo>
                    <a:pt x="276362" y="90083"/>
                    <a:pt x="276130" y="89820"/>
                    <a:pt x="275991" y="89556"/>
                  </a:cubicBezTo>
                  <a:cubicBezTo>
                    <a:pt x="275852" y="89249"/>
                    <a:pt x="275898" y="88941"/>
                    <a:pt x="275991" y="88634"/>
                  </a:cubicBezTo>
                  <a:lnTo>
                    <a:pt x="280397" y="80469"/>
                  </a:lnTo>
                  <a:lnTo>
                    <a:pt x="275945" y="79196"/>
                  </a:lnTo>
                  <a:cubicBezTo>
                    <a:pt x="275481" y="79064"/>
                    <a:pt x="275156" y="78713"/>
                    <a:pt x="275110" y="78274"/>
                  </a:cubicBezTo>
                  <a:cubicBezTo>
                    <a:pt x="275110" y="77835"/>
                    <a:pt x="275295" y="77396"/>
                    <a:pt x="275713" y="77176"/>
                  </a:cubicBezTo>
                  <a:lnTo>
                    <a:pt x="283829" y="73006"/>
                  </a:lnTo>
                  <a:lnTo>
                    <a:pt x="282623" y="67474"/>
                  </a:lnTo>
                  <a:lnTo>
                    <a:pt x="278171" y="67474"/>
                  </a:lnTo>
                  <a:cubicBezTo>
                    <a:pt x="277893" y="67474"/>
                    <a:pt x="277614" y="67387"/>
                    <a:pt x="277382" y="67167"/>
                  </a:cubicBezTo>
                  <a:lnTo>
                    <a:pt x="272374" y="62689"/>
                  </a:lnTo>
                  <a:lnTo>
                    <a:pt x="269406" y="61153"/>
                  </a:lnTo>
                  <a:lnTo>
                    <a:pt x="267365" y="61153"/>
                  </a:lnTo>
                  <a:cubicBezTo>
                    <a:pt x="267365" y="61153"/>
                    <a:pt x="267133" y="61153"/>
                    <a:pt x="267040" y="61109"/>
                  </a:cubicBezTo>
                  <a:lnTo>
                    <a:pt x="260872" y="59265"/>
                  </a:lnTo>
                  <a:lnTo>
                    <a:pt x="256142" y="57421"/>
                  </a:lnTo>
                  <a:cubicBezTo>
                    <a:pt x="255724" y="57246"/>
                    <a:pt x="255446" y="56851"/>
                    <a:pt x="255446" y="56412"/>
                  </a:cubicBezTo>
                  <a:lnTo>
                    <a:pt x="255446" y="56236"/>
                  </a:lnTo>
                  <a:lnTo>
                    <a:pt x="250669" y="59177"/>
                  </a:lnTo>
                  <a:cubicBezTo>
                    <a:pt x="250159" y="59485"/>
                    <a:pt x="249510" y="59397"/>
                    <a:pt x="249139" y="58958"/>
                  </a:cubicBezTo>
                  <a:lnTo>
                    <a:pt x="243712" y="52724"/>
                  </a:lnTo>
                  <a:cubicBezTo>
                    <a:pt x="243712" y="52724"/>
                    <a:pt x="243573" y="52504"/>
                    <a:pt x="243527" y="52417"/>
                  </a:cubicBezTo>
                  <a:lnTo>
                    <a:pt x="241255" y="46578"/>
                  </a:lnTo>
                  <a:lnTo>
                    <a:pt x="230031" y="51539"/>
                  </a:lnTo>
                  <a:cubicBezTo>
                    <a:pt x="229660" y="51714"/>
                    <a:pt x="229243" y="51670"/>
                    <a:pt x="228918" y="51451"/>
                  </a:cubicBezTo>
                  <a:lnTo>
                    <a:pt x="218947" y="45524"/>
                  </a:lnTo>
                  <a:lnTo>
                    <a:pt x="214078" y="47193"/>
                  </a:lnTo>
                  <a:cubicBezTo>
                    <a:pt x="213660" y="47324"/>
                    <a:pt x="213150" y="47193"/>
                    <a:pt x="212825" y="46885"/>
                  </a:cubicBezTo>
                  <a:lnTo>
                    <a:pt x="208976" y="42846"/>
                  </a:lnTo>
                  <a:cubicBezTo>
                    <a:pt x="208976" y="42846"/>
                    <a:pt x="208651" y="42364"/>
                    <a:pt x="208651" y="42100"/>
                  </a:cubicBezTo>
                  <a:lnTo>
                    <a:pt x="208651" y="32091"/>
                  </a:lnTo>
                  <a:lnTo>
                    <a:pt x="205915" y="29062"/>
                  </a:lnTo>
                  <a:lnTo>
                    <a:pt x="199654" y="30642"/>
                  </a:lnTo>
                  <a:cubicBezTo>
                    <a:pt x="199376" y="30686"/>
                    <a:pt x="199098" y="30642"/>
                    <a:pt x="198866" y="30554"/>
                  </a:cubicBezTo>
                  <a:lnTo>
                    <a:pt x="190750" y="26691"/>
                  </a:lnTo>
                  <a:cubicBezTo>
                    <a:pt x="190286" y="26472"/>
                    <a:pt x="190054" y="26033"/>
                    <a:pt x="190100" y="25550"/>
                  </a:cubicBezTo>
                  <a:lnTo>
                    <a:pt x="190796" y="20457"/>
                  </a:lnTo>
                  <a:lnTo>
                    <a:pt x="186900" y="16463"/>
                  </a:lnTo>
                  <a:cubicBezTo>
                    <a:pt x="186622" y="16199"/>
                    <a:pt x="186530" y="15804"/>
                    <a:pt x="186622" y="15453"/>
                  </a:cubicBezTo>
                  <a:cubicBezTo>
                    <a:pt x="186715" y="15102"/>
                    <a:pt x="186993" y="14794"/>
                    <a:pt x="187318" y="14663"/>
                  </a:cubicBezTo>
                  <a:lnTo>
                    <a:pt x="192883" y="12599"/>
                  </a:lnTo>
                  <a:lnTo>
                    <a:pt x="183840" y="702"/>
                  </a:lnTo>
                  <a:lnTo>
                    <a:pt x="181706" y="3380"/>
                  </a:lnTo>
                  <a:cubicBezTo>
                    <a:pt x="181474" y="3644"/>
                    <a:pt x="181150" y="3819"/>
                    <a:pt x="180732" y="3819"/>
                  </a:cubicBezTo>
                  <a:cubicBezTo>
                    <a:pt x="180361" y="3819"/>
                    <a:pt x="179990" y="3644"/>
                    <a:pt x="179805" y="3336"/>
                  </a:cubicBezTo>
                  <a:lnTo>
                    <a:pt x="177439" y="0"/>
                  </a:lnTo>
                  <a:lnTo>
                    <a:pt x="173590" y="0"/>
                  </a:lnTo>
                  <a:lnTo>
                    <a:pt x="170854" y="3424"/>
                  </a:lnTo>
                  <a:cubicBezTo>
                    <a:pt x="170529" y="3863"/>
                    <a:pt x="169880" y="3995"/>
                    <a:pt x="169370" y="3732"/>
                  </a:cubicBezTo>
                  <a:lnTo>
                    <a:pt x="162831" y="483"/>
                  </a:lnTo>
                  <a:lnTo>
                    <a:pt x="161347" y="4741"/>
                  </a:lnTo>
                  <a:cubicBezTo>
                    <a:pt x="161254" y="4961"/>
                    <a:pt x="161115" y="5180"/>
                    <a:pt x="160883" y="5312"/>
                  </a:cubicBezTo>
                  <a:lnTo>
                    <a:pt x="157404" y="7507"/>
                  </a:lnTo>
                  <a:cubicBezTo>
                    <a:pt x="157126" y="7683"/>
                    <a:pt x="156755" y="7726"/>
                    <a:pt x="156430" y="7639"/>
                  </a:cubicBezTo>
                  <a:lnTo>
                    <a:pt x="149520" y="5575"/>
                  </a:lnTo>
                  <a:lnTo>
                    <a:pt x="146088" y="7200"/>
                  </a:lnTo>
                  <a:cubicBezTo>
                    <a:pt x="146088" y="7200"/>
                    <a:pt x="145764" y="7331"/>
                    <a:pt x="145578" y="7331"/>
                  </a:cubicBezTo>
                  <a:close/>
                  <a:moveTo>
                    <a:pt x="189312" y="78976"/>
                  </a:moveTo>
                  <a:lnTo>
                    <a:pt x="194831" y="86395"/>
                  </a:lnTo>
                  <a:lnTo>
                    <a:pt x="204988" y="90522"/>
                  </a:lnTo>
                  <a:lnTo>
                    <a:pt x="192976" y="88327"/>
                  </a:lnTo>
                  <a:lnTo>
                    <a:pt x="188199" y="82005"/>
                  </a:lnTo>
                  <a:lnTo>
                    <a:pt x="177764" y="78976"/>
                  </a:lnTo>
                  <a:lnTo>
                    <a:pt x="189358" y="78976"/>
                  </a:lnTo>
                  <a:close/>
                  <a:moveTo>
                    <a:pt x="186158" y="116291"/>
                  </a:moveTo>
                  <a:lnTo>
                    <a:pt x="186158" y="110540"/>
                  </a:lnTo>
                  <a:lnTo>
                    <a:pt x="200953" y="110540"/>
                  </a:lnTo>
                  <a:lnTo>
                    <a:pt x="204709" y="107248"/>
                  </a:lnTo>
                  <a:lnTo>
                    <a:pt x="208188" y="109706"/>
                  </a:lnTo>
                  <a:lnTo>
                    <a:pt x="208188" y="113569"/>
                  </a:lnTo>
                  <a:lnTo>
                    <a:pt x="200675" y="113833"/>
                  </a:lnTo>
                  <a:lnTo>
                    <a:pt x="195480" y="112999"/>
                  </a:lnTo>
                  <a:lnTo>
                    <a:pt x="190564" y="114096"/>
                  </a:lnTo>
                  <a:lnTo>
                    <a:pt x="187689" y="119320"/>
                  </a:lnTo>
                  <a:lnTo>
                    <a:pt x="180454" y="128934"/>
                  </a:lnTo>
                  <a:lnTo>
                    <a:pt x="177857" y="127574"/>
                  </a:lnTo>
                  <a:lnTo>
                    <a:pt x="186251" y="116335"/>
                  </a:lnTo>
                  <a:close/>
                  <a:moveTo>
                    <a:pt x="165567" y="68572"/>
                  </a:moveTo>
                  <a:lnTo>
                    <a:pt x="170205" y="72830"/>
                  </a:lnTo>
                  <a:lnTo>
                    <a:pt x="176002" y="73796"/>
                  </a:lnTo>
                  <a:cubicBezTo>
                    <a:pt x="176002" y="73796"/>
                    <a:pt x="173683" y="77089"/>
                    <a:pt x="172523" y="77089"/>
                  </a:cubicBezTo>
                  <a:cubicBezTo>
                    <a:pt x="171364" y="77089"/>
                    <a:pt x="163526" y="71338"/>
                    <a:pt x="163526" y="71338"/>
                  </a:cubicBezTo>
                  <a:lnTo>
                    <a:pt x="157729" y="68616"/>
                  </a:lnTo>
                  <a:lnTo>
                    <a:pt x="165567" y="68616"/>
                  </a:lnTo>
                  <a:close/>
                  <a:moveTo>
                    <a:pt x="147851" y="61680"/>
                  </a:moveTo>
                  <a:lnTo>
                    <a:pt x="135375" y="51802"/>
                  </a:lnTo>
                  <a:cubicBezTo>
                    <a:pt x="136813" y="52065"/>
                    <a:pt x="149288" y="56455"/>
                    <a:pt x="149288" y="56455"/>
                  </a:cubicBezTo>
                  <a:lnTo>
                    <a:pt x="147851" y="616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9" name="Freeform: Shape 2118">
              <a:extLst>
                <a:ext uri="{FF2B5EF4-FFF2-40B4-BE49-F238E27FC236}">
                  <a16:creationId xmlns:a16="http://schemas.microsoft.com/office/drawing/2014/main" id="{84B7A1C6-BB3B-98C7-B21A-24581FB8F142}"/>
                </a:ext>
              </a:extLst>
            </p:cNvPr>
            <p:cNvSpPr>
              <a:spLocks/>
            </p:cNvSpPr>
            <p:nvPr/>
          </p:nvSpPr>
          <p:spPr>
            <a:xfrm>
              <a:off x="6236441" y="2554815"/>
              <a:ext cx="224772" cy="180066"/>
            </a:xfrm>
            <a:custGeom>
              <a:avLst/>
              <a:gdLst>
                <a:gd name="connsiteX0" fmla="*/ 7606 w 150587"/>
                <a:gd name="connsiteY0" fmla="*/ 110935 h 120637"/>
                <a:gd name="connsiteX1" fmla="*/ 10992 w 150587"/>
                <a:gd name="connsiteY1" fmla="*/ 111945 h 120637"/>
                <a:gd name="connsiteX2" fmla="*/ 14284 w 150587"/>
                <a:gd name="connsiteY2" fmla="*/ 109838 h 120637"/>
                <a:gd name="connsiteX3" fmla="*/ 15908 w 150587"/>
                <a:gd name="connsiteY3" fmla="*/ 106194 h 120637"/>
                <a:gd name="connsiteX4" fmla="*/ 16974 w 150587"/>
                <a:gd name="connsiteY4" fmla="*/ 105536 h 120637"/>
                <a:gd name="connsiteX5" fmla="*/ 41693 w 150587"/>
                <a:gd name="connsiteY5" fmla="*/ 105536 h 120637"/>
                <a:gd name="connsiteX6" fmla="*/ 52824 w 150587"/>
                <a:gd name="connsiteY6" fmla="*/ 107643 h 120637"/>
                <a:gd name="connsiteX7" fmla="*/ 53195 w 150587"/>
                <a:gd name="connsiteY7" fmla="*/ 107775 h 120637"/>
                <a:gd name="connsiteX8" fmla="*/ 55885 w 150587"/>
                <a:gd name="connsiteY8" fmla="*/ 109355 h 120637"/>
                <a:gd name="connsiteX9" fmla="*/ 62888 w 150587"/>
                <a:gd name="connsiteY9" fmla="*/ 109355 h 120637"/>
                <a:gd name="connsiteX10" fmla="*/ 64047 w 150587"/>
                <a:gd name="connsiteY10" fmla="*/ 110453 h 120637"/>
                <a:gd name="connsiteX11" fmla="*/ 64047 w 150587"/>
                <a:gd name="connsiteY11" fmla="*/ 114491 h 120637"/>
                <a:gd name="connsiteX12" fmla="*/ 71282 w 150587"/>
                <a:gd name="connsiteY12" fmla="*/ 112077 h 120637"/>
                <a:gd name="connsiteX13" fmla="*/ 72442 w 150587"/>
                <a:gd name="connsiteY13" fmla="*/ 112296 h 120637"/>
                <a:gd name="connsiteX14" fmla="*/ 75039 w 150587"/>
                <a:gd name="connsiteY14" fmla="*/ 114404 h 120637"/>
                <a:gd name="connsiteX15" fmla="*/ 77728 w 150587"/>
                <a:gd name="connsiteY15" fmla="*/ 110716 h 120637"/>
                <a:gd name="connsiteX16" fmla="*/ 79027 w 150587"/>
                <a:gd name="connsiteY16" fmla="*/ 110277 h 120637"/>
                <a:gd name="connsiteX17" fmla="*/ 79862 w 150587"/>
                <a:gd name="connsiteY17" fmla="*/ 111331 h 120637"/>
                <a:gd name="connsiteX18" fmla="*/ 79862 w 150587"/>
                <a:gd name="connsiteY18" fmla="*/ 114930 h 120637"/>
                <a:gd name="connsiteX19" fmla="*/ 85705 w 150587"/>
                <a:gd name="connsiteY19" fmla="*/ 114930 h 120637"/>
                <a:gd name="connsiteX20" fmla="*/ 86865 w 150587"/>
                <a:gd name="connsiteY20" fmla="*/ 115940 h 120637"/>
                <a:gd name="connsiteX21" fmla="*/ 92708 w 150587"/>
                <a:gd name="connsiteY21" fmla="*/ 111550 h 120637"/>
                <a:gd name="connsiteX22" fmla="*/ 93914 w 150587"/>
                <a:gd name="connsiteY22" fmla="*/ 111418 h 120637"/>
                <a:gd name="connsiteX23" fmla="*/ 94563 w 150587"/>
                <a:gd name="connsiteY23" fmla="*/ 112428 h 120637"/>
                <a:gd name="connsiteX24" fmla="*/ 94563 w 150587"/>
                <a:gd name="connsiteY24" fmla="*/ 117608 h 120637"/>
                <a:gd name="connsiteX25" fmla="*/ 100082 w 150587"/>
                <a:gd name="connsiteY25" fmla="*/ 114008 h 120637"/>
                <a:gd name="connsiteX26" fmla="*/ 101288 w 150587"/>
                <a:gd name="connsiteY26" fmla="*/ 113965 h 120637"/>
                <a:gd name="connsiteX27" fmla="*/ 101891 w 150587"/>
                <a:gd name="connsiteY27" fmla="*/ 114930 h 120637"/>
                <a:gd name="connsiteX28" fmla="*/ 101891 w 150587"/>
                <a:gd name="connsiteY28" fmla="*/ 118047 h 120637"/>
                <a:gd name="connsiteX29" fmla="*/ 108476 w 150587"/>
                <a:gd name="connsiteY29" fmla="*/ 115413 h 120637"/>
                <a:gd name="connsiteX30" fmla="*/ 109729 w 150587"/>
                <a:gd name="connsiteY30" fmla="*/ 115633 h 120637"/>
                <a:gd name="connsiteX31" fmla="*/ 115062 w 150587"/>
                <a:gd name="connsiteY31" fmla="*/ 120637 h 120637"/>
                <a:gd name="connsiteX32" fmla="*/ 116639 w 150587"/>
                <a:gd name="connsiteY32" fmla="*/ 119891 h 120637"/>
                <a:gd name="connsiteX33" fmla="*/ 113578 w 150587"/>
                <a:gd name="connsiteY33" fmla="*/ 112779 h 120637"/>
                <a:gd name="connsiteX34" fmla="*/ 113671 w 150587"/>
                <a:gd name="connsiteY34" fmla="*/ 111813 h 120637"/>
                <a:gd name="connsiteX35" fmla="*/ 119839 w 150587"/>
                <a:gd name="connsiteY35" fmla="*/ 101936 h 120637"/>
                <a:gd name="connsiteX36" fmla="*/ 120813 w 150587"/>
                <a:gd name="connsiteY36" fmla="*/ 101409 h 120637"/>
                <a:gd name="connsiteX37" fmla="*/ 127862 w 150587"/>
                <a:gd name="connsiteY37" fmla="*/ 101409 h 120637"/>
                <a:gd name="connsiteX38" fmla="*/ 130830 w 150587"/>
                <a:gd name="connsiteY38" fmla="*/ 100004 h 120637"/>
                <a:gd name="connsiteX39" fmla="*/ 130830 w 150587"/>
                <a:gd name="connsiteY39" fmla="*/ 90215 h 120637"/>
                <a:gd name="connsiteX40" fmla="*/ 127723 w 150587"/>
                <a:gd name="connsiteY40" fmla="*/ 87625 h 120637"/>
                <a:gd name="connsiteX41" fmla="*/ 127352 w 150587"/>
                <a:gd name="connsiteY41" fmla="*/ 86703 h 120637"/>
                <a:gd name="connsiteX42" fmla="*/ 127955 w 150587"/>
                <a:gd name="connsiteY42" fmla="*/ 85869 h 120637"/>
                <a:gd name="connsiteX43" fmla="*/ 130181 w 150587"/>
                <a:gd name="connsiteY43" fmla="*/ 84727 h 120637"/>
                <a:gd name="connsiteX44" fmla="*/ 124987 w 150587"/>
                <a:gd name="connsiteY44" fmla="*/ 79152 h 120637"/>
                <a:gd name="connsiteX45" fmla="*/ 124709 w 150587"/>
                <a:gd name="connsiteY45" fmla="*/ 78318 h 120637"/>
                <a:gd name="connsiteX46" fmla="*/ 125126 w 150587"/>
                <a:gd name="connsiteY46" fmla="*/ 77571 h 120637"/>
                <a:gd name="connsiteX47" fmla="*/ 131294 w 150587"/>
                <a:gd name="connsiteY47" fmla="*/ 72830 h 120637"/>
                <a:gd name="connsiteX48" fmla="*/ 132686 w 150587"/>
                <a:gd name="connsiteY48" fmla="*/ 72830 h 120637"/>
                <a:gd name="connsiteX49" fmla="*/ 138204 w 150587"/>
                <a:gd name="connsiteY49" fmla="*/ 76693 h 120637"/>
                <a:gd name="connsiteX50" fmla="*/ 141219 w 150587"/>
                <a:gd name="connsiteY50" fmla="*/ 76957 h 120637"/>
                <a:gd name="connsiteX51" fmla="*/ 142471 w 150587"/>
                <a:gd name="connsiteY51" fmla="*/ 73401 h 120637"/>
                <a:gd name="connsiteX52" fmla="*/ 143584 w 150587"/>
                <a:gd name="connsiteY52" fmla="*/ 72655 h 120637"/>
                <a:gd name="connsiteX53" fmla="*/ 147155 w 150587"/>
                <a:gd name="connsiteY53" fmla="*/ 72655 h 120637"/>
                <a:gd name="connsiteX54" fmla="*/ 150587 w 150587"/>
                <a:gd name="connsiteY54" fmla="*/ 70899 h 120637"/>
                <a:gd name="connsiteX55" fmla="*/ 144651 w 150587"/>
                <a:gd name="connsiteY55" fmla="*/ 64972 h 120637"/>
                <a:gd name="connsiteX56" fmla="*/ 144326 w 150587"/>
                <a:gd name="connsiteY56" fmla="*/ 64226 h 120637"/>
                <a:gd name="connsiteX57" fmla="*/ 144326 w 150587"/>
                <a:gd name="connsiteY57" fmla="*/ 62206 h 120637"/>
                <a:gd name="connsiteX58" fmla="*/ 134402 w 150587"/>
                <a:gd name="connsiteY58" fmla="*/ 60187 h 120637"/>
                <a:gd name="connsiteX59" fmla="*/ 133520 w 150587"/>
                <a:gd name="connsiteY59" fmla="*/ 58958 h 120637"/>
                <a:gd name="connsiteX60" fmla="*/ 134540 w 150587"/>
                <a:gd name="connsiteY60" fmla="*/ 52329 h 120637"/>
                <a:gd name="connsiteX61" fmla="*/ 127306 w 150587"/>
                <a:gd name="connsiteY61" fmla="*/ 49870 h 120637"/>
                <a:gd name="connsiteX62" fmla="*/ 126517 w 150587"/>
                <a:gd name="connsiteY62" fmla="*/ 48817 h 120637"/>
                <a:gd name="connsiteX63" fmla="*/ 126517 w 150587"/>
                <a:gd name="connsiteY63" fmla="*/ 45173 h 120637"/>
                <a:gd name="connsiteX64" fmla="*/ 121694 w 150587"/>
                <a:gd name="connsiteY64" fmla="*/ 42627 h 120637"/>
                <a:gd name="connsiteX65" fmla="*/ 121091 w 150587"/>
                <a:gd name="connsiteY65" fmla="*/ 41837 h 120637"/>
                <a:gd name="connsiteX66" fmla="*/ 121416 w 150587"/>
                <a:gd name="connsiteY66" fmla="*/ 40915 h 120637"/>
                <a:gd name="connsiteX67" fmla="*/ 124152 w 150587"/>
                <a:gd name="connsiteY67" fmla="*/ 38193 h 120637"/>
                <a:gd name="connsiteX68" fmla="*/ 116732 w 150587"/>
                <a:gd name="connsiteY68" fmla="*/ 34857 h 120637"/>
                <a:gd name="connsiteX69" fmla="*/ 116129 w 150587"/>
                <a:gd name="connsiteY69" fmla="*/ 34198 h 120637"/>
                <a:gd name="connsiteX70" fmla="*/ 116222 w 150587"/>
                <a:gd name="connsiteY70" fmla="*/ 33320 h 120637"/>
                <a:gd name="connsiteX71" fmla="*/ 120767 w 150587"/>
                <a:gd name="connsiteY71" fmla="*/ 25989 h 120637"/>
                <a:gd name="connsiteX72" fmla="*/ 117567 w 150587"/>
                <a:gd name="connsiteY72" fmla="*/ 23004 h 120637"/>
                <a:gd name="connsiteX73" fmla="*/ 117242 w 150587"/>
                <a:gd name="connsiteY73" fmla="*/ 21950 h 120637"/>
                <a:gd name="connsiteX74" fmla="*/ 119700 w 150587"/>
                <a:gd name="connsiteY74" fmla="*/ 12555 h 120637"/>
                <a:gd name="connsiteX75" fmla="*/ 117752 w 150587"/>
                <a:gd name="connsiteY75" fmla="*/ 13565 h 120637"/>
                <a:gd name="connsiteX76" fmla="*/ 116175 w 150587"/>
                <a:gd name="connsiteY76" fmla="*/ 13126 h 120637"/>
                <a:gd name="connsiteX77" fmla="*/ 112001 w 150587"/>
                <a:gd name="connsiteY77" fmla="*/ 6190 h 120637"/>
                <a:gd name="connsiteX78" fmla="*/ 105926 w 150587"/>
                <a:gd name="connsiteY78" fmla="*/ 7770 h 120637"/>
                <a:gd name="connsiteX79" fmla="*/ 96790 w 150587"/>
                <a:gd name="connsiteY79" fmla="*/ 11370 h 120637"/>
                <a:gd name="connsiteX80" fmla="*/ 95630 w 150587"/>
                <a:gd name="connsiteY80" fmla="*/ 11194 h 120637"/>
                <a:gd name="connsiteX81" fmla="*/ 95213 w 150587"/>
                <a:gd name="connsiteY81" fmla="*/ 10141 h 120637"/>
                <a:gd name="connsiteX82" fmla="*/ 96233 w 150587"/>
                <a:gd name="connsiteY82" fmla="*/ 5268 h 120637"/>
                <a:gd name="connsiteX83" fmla="*/ 92013 w 150587"/>
                <a:gd name="connsiteY83" fmla="*/ 1624 h 120637"/>
                <a:gd name="connsiteX84" fmla="*/ 86957 w 150587"/>
                <a:gd name="connsiteY84" fmla="*/ 5048 h 120637"/>
                <a:gd name="connsiteX85" fmla="*/ 85844 w 150587"/>
                <a:gd name="connsiteY85" fmla="*/ 5180 h 120637"/>
                <a:gd name="connsiteX86" fmla="*/ 85149 w 150587"/>
                <a:gd name="connsiteY86" fmla="*/ 4346 h 120637"/>
                <a:gd name="connsiteX87" fmla="*/ 84500 w 150587"/>
                <a:gd name="connsiteY87" fmla="*/ 1141 h 120637"/>
                <a:gd name="connsiteX88" fmla="*/ 78656 w 150587"/>
                <a:gd name="connsiteY88" fmla="*/ 0 h 120637"/>
                <a:gd name="connsiteX89" fmla="*/ 69195 w 150587"/>
                <a:gd name="connsiteY89" fmla="*/ 5224 h 120637"/>
                <a:gd name="connsiteX90" fmla="*/ 69195 w 150587"/>
                <a:gd name="connsiteY90" fmla="*/ 7595 h 120637"/>
                <a:gd name="connsiteX91" fmla="*/ 68685 w 150587"/>
                <a:gd name="connsiteY91" fmla="*/ 8473 h 120637"/>
                <a:gd name="connsiteX92" fmla="*/ 67618 w 150587"/>
                <a:gd name="connsiteY92" fmla="*/ 8604 h 120637"/>
                <a:gd name="connsiteX93" fmla="*/ 60893 w 150587"/>
                <a:gd name="connsiteY93" fmla="*/ 6322 h 120637"/>
                <a:gd name="connsiteX94" fmla="*/ 53334 w 150587"/>
                <a:gd name="connsiteY94" fmla="*/ 11019 h 120637"/>
                <a:gd name="connsiteX95" fmla="*/ 51433 w 150587"/>
                <a:gd name="connsiteY95" fmla="*/ 17867 h 120637"/>
                <a:gd name="connsiteX96" fmla="*/ 57369 w 150587"/>
                <a:gd name="connsiteY96" fmla="*/ 19755 h 120637"/>
                <a:gd name="connsiteX97" fmla="*/ 58111 w 150587"/>
                <a:gd name="connsiteY97" fmla="*/ 20457 h 120637"/>
                <a:gd name="connsiteX98" fmla="*/ 57925 w 150587"/>
                <a:gd name="connsiteY98" fmla="*/ 21467 h 120637"/>
                <a:gd name="connsiteX99" fmla="*/ 53891 w 150587"/>
                <a:gd name="connsiteY99" fmla="*/ 26428 h 120637"/>
                <a:gd name="connsiteX100" fmla="*/ 52963 w 150587"/>
                <a:gd name="connsiteY100" fmla="*/ 26867 h 120637"/>
                <a:gd name="connsiteX101" fmla="*/ 47398 w 150587"/>
                <a:gd name="connsiteY101" fmla="*/ 26867 h 120637"/>
                <a:gd name="connsiteX102" fmla="*/ 45543 w 150587"/>
                <a:gd name="connsiteY102" fmla="*/ 29896 h 120637"/>
                <a:gd name="connsiteX103" fmla="*/ 45125 w 150587"/>
                <a:gd name="connsiteY103" fmla="*/ 30291 h 120637"/>
                <a:gd name="connsiteX104" fmla="*/ 39885 w 150587"/>
                <a:gd name="connsiteY104" fmla="*/ 33276 h 120637"/>
                <a:gd name="connsiteX105" fmla="*/ 39885 w 150587"/>
                <a:gd name="connsiteY105" fmla="*/ 48773 h 120637"/>
                <a:gd name="connsiteX106" fmla="*/ 39467 w 150587"/>
                <a:gd name="connsiteY106" fmla="*/ 49607 h 120637"/>
                <a:gd name="connsiteX107" fmla="*/ 38493 w 150587"/>
                <a:gd name="connsiteY107" fmla="*/ 49827 h 120637"/>
                <a:gd name="connsiteX108" fmla="*/ 31676 w 150587"/>
                <a:gd name="connsiteY108" fmla="*/ 48378 h 120637"/>
                <a:gd name="connsiteX109" fmla="*/ 30284 w 150587"/>
                <a:gd name="connsiteY109" fmla="*/ 51890 h 120637"/>
                <a:gd name="connsiteX110" fmla="*/ 29218 w 150587"/>
                <a:gd name="connsiteY110" fmla="*/ 52592 h 120637"/>
                <a:gd name="connsiteX111" fmla="*/ 25461 w 150587"/>
                <a:gd name="connsiteY111" fmla="*/ 52592 h 120637"/>
                <a:gd name="connsiteX112" fmla="*/ 25461 w 150587"/>
                <a:gd name="connsiteY112" fmla="*/ 53953 h 120637"/>
                <a:gd name="connsiteX113" fmla="*/ 24766 w 150587"/>
                <a:gd name="connsiteY113" fmla="*/ 54963 h 120637"/>
                <a:gd name="connsiteX114" fmla="*/ 17252 w 150587"/>
                <a:gd name="connsiteY114" fmla="*/ 58255 h 120637"/>
                <a:gd name="connsiteX115" fmla="*/ 16789 w 150587"/>
                <a:gd name="connsiteY115" fmla="*/ 58343 h 120637"/>
                <a:gd name="connsiteX116" fmla="*/ 16603 w 150587"/>
                <a:gd name="connsiteY116" fmla="*/ 58343 h 120637"/>
                <a:gd name="connsiteX117" fmla="*/ 5565 w 150587"/>
                <a:gd name="connsiteY117" fmla="*/ 56894 h 120637"/>
                <a:gd name="connsiteX118" fmla="*/ 10899 w 150587"/>
                <a:gd name="connsiteY118" fmla="*/ 73972 h 120637"/>
                <a:gd name="connsiteX119" fmla="*/ 10945 w 150587"/>
                <a:gd name="connsiteY119" fmla="*/ 74279 h 120637"/>
                <a:gd name="connsiteX120" fmla="*/ 10945 w 150587"/>
                <a:gd name="connsiteY120" fmla="*/ 85781 h 120637"/>
                <a:gd name="connsiteX121" fmla="*/ 10574 w 150587"/>
                <a:gd name="connsiteY121" fmla="*/ 86571 h 120637"/>
                <a:gd name="connsiteX122" fmla="*/ 0 w 150587"/>
                <a:gd name="connsiteY122" fmla="*/ 97546 h 120637"/>
                <a:gd name="connsiteX123" fmla="*/ 6957 w 150587"/>
                <a:gd name="connsiteY123" fmla="*/ 102463 h 120637"/>
                <a:gd name="connsiteX124" fmla="*/ 7328 w 150587"/>
                <a:gd name="connsiteY124" fmla="*/ 103824 h 120637"/>
                <a:gd name="connsiteX125" fmla="*/ 4592 w 150587"/>
                <a:gd name="connsiteY125" fmla="*/ 109267 h 120637"/>
                <a:gd name="connsiteX126" fmla="*/ 4916 w 150587"/>
                <a:gd name="connsiteY126" fmla="*/ 112165 h 120637"/>
                <a:gd name="connsiteX127" fmla="*/ 6308 w 150587"/>
                <a:gd name="connsiteY127" fmla="*/ 111111 h 120637"/>
                <a:gd name="connsiteX128" fmla="*/ 7374 w 150587"/>
                <a:gd name="connsiteY128" fmla="*/ 110935 h 120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50587" h="120637">
                  <a:moveTo>
                    <a:pt x="7606" y="110935"/>
                  </a:moveTo>
                  <a:lnTo>
                    <a:pt x="10992" y="111945"/>
                  </a:lnTo>
                  <a:lnTo>
                    <a:pt x="14284" y="109838"/>
                  </a:lnTo>
                  <a:lnTo>
                    <a:pt x="15908" y="106194"/>
                  </a:lnTo>
                  <a:cubicBezTo>
                    <a:pt x="16093" y="105799"/>
                    <a:pt x="16511" y="105536"/>
                    <a:pt x="16974" y="105536"/>
                  </a:cubicBezTo>
                  <a:lnTo>
                    <a:pt x="41693" y="105536"/>
                  </a:lnTo>
                  <a:lnTo>
                    <a:pt x="52824" y="107643"/>
                  </a:lnTo>
                  <a:cubicBezTo>
                    <a:pt x="52824" y="107643"/>
                    <a:pt x="53102" y="107731"/>
                    <a:pt x="53195" y="107775"/>
                  </a:cubicBezTo>
                  <a:lnTo>
                    <a:pt x="55885" y="109355"/>
                  </a:lnTo>
                  <a:lnTo>
                    <a:pt x="62888" y="109355"/>
                  </a:lnTo>
                  <a:cubicBezTo>
                    <a:pt x="63537" y="109355"/>
                    <a:pt x="64047" y="109838"/>
                    <a:pt x="64047" y="110453"/>
                  </a:cubicBezTo>
                  <a:lnTo>
                    <a:pt x="64047" y="114491"/>
                  </a:lnTo>
                  <a:lnTo>
                    <a:pt x="71282" y="112077"/>
                  </a:lnTo>
                  <a:cubicBezTo>
                    <a:pt x="71653" y="111945"/>
                    <a:pt x="72117" y="112033"/>
                    <a:pt x="72442" y="112296"/>
                  </a:cubicBezTo>
                  <a:lnTo>
                    <a:pt x="75039" y="114404"/>
                  </a:lnTo>
                  <a:lnTo>
                    <a:pt x="77728" y="110716"/>
                  </a:lnTo>
                  <a:cubicBezTo>
                    <a:pt x="78007" y="110321"/>
                    <a:pt x="78517" y="110145"/>
                    <a:pt x="79027" y="110277"/>
                  </a:cubicBezTo>
                  <a:cubicBezTo>
                    <a:pt x="79491" y="110409"/>
                    <a:pt x="79862" y="110848"/>
                    <a:pt x="79862" y="111331"/>
                  </a:cubicBezTo>
                  <a:lnTo>
                    <a:pt x="79862" y="114930"/>
                  </a:lnTo>
                  <a:lnTo>
                    <a:pt x="85705" y="114930"/>
                  </a:lnTo>
                  <a:cubicBezTo>
                    <a:pt x="86308" y="114930"/>
                    <a:pt x="86818" y="115369"/>
                    <a:pt x="86865" y="115940"/>
                  </a:cubicBezTo>
                  <a:lnTo>
                    <a:pt x="92708" y="111550"/>
                  </a:lnTo>
                  <a:cubicBezTo>
                    <a:pt x="93079" y="111287"/>
                    <a:pt x="93543" y="111243"/>
                    <a:pt x="93914" y="111418"/>
                  </a:cubicBezTo>
                  <a:cubicBezTo>
                    <a:pt x="94331" y="111594"/>
                    <a:pt x="94563" y="111989"/>
                    <a:pt x="94563" y="112428"/>
                  </a:cubicBezTo>
                  <a:lnTo>
                    <a:pt x="94563" y="117608"/>
                  </a:lnTo>
                  <a:lnTo>
                    <a:pt x="100082" y="114008"/>
                  </a:lnTo>
                  <a:cubicBezTo>
                    <a:pt x="100453" y="113789"/>
                    <a:pt x="100917" y="113745"/>
                    <a:pt x="101288" y="113965"/>
                  </a:cubicBezTo>
                  <a:cubicBezTo>
                    <a:pt x="101659" y="114140"/>
                    <a:pt x="101891" y="114535"/>
                    <a:pt x="101891" y="114930"/>
                  </a:cubicBezTo>
                  <a:lnTo>
                    <a:pt x="101891" y="118047"/>
                  </a:lnTo>
                  <a:lnTo>
                    <a:pt x="108476" y="115413"/>
                  </a:lnTo>
                  <a:cubicBezTo>
                    <a:pt x="108894" y="115238"/>
                    <a:pt x="109404" y="115325"/>
                    <a:pt x="109729" y="115633"/>
                  </a:cubicBezTo>
                  <a:lnTo>
                    <a:pt x="115062" y="120637"/>
                  </a:lnTo>
                  <a:lnTo>
                    <a:pt x="116639" y="119891"/>
                  </a:lnTo>
                  <a:lnTo>
                    <a:pt x="113578" y="112779"/>
                  </a:lnTo>
                  <a:cubicBezTo>
                    <a:pt x="113439" y="112472"/>
                    <a:pt x="113485" y="112121"/>
                    <a:pt x="113671" y="111813"/>
                  </a:cubicBezTo>
                  <a:lnTo>
                    <a:pt x="119839" y="101936"/>
                  </a:lnTo>
                  <a:cubicBezTo>
                    <a:pt x="120024" y="101585"/>
                    <a:pt x="120442" y="101409"/>
                    <a:pt x="120813" y="101409"/>
                  </a:cubicBezTo>
                  <a:lnTo>
                    <a:pt x="127862" y="101409"/>
                  </a:lnTo>
                  <a:lnTo>
                    <a:pt x="130830" y="100004"/>
                  </a:lnTo>
                  <a:lnTo>
                    <a:pt x="130830" y="90215"/>
                  </a:lnTo>
                  <a:lnTo>
                    <a:pt x="127723" y="87625"/>
                  </a:lnTo>
                  <a:cubicBezTo>
                    <a:pt x="127445" y="87405"/>
                    <a:pt x="127306" y="87054"/>
                    <a:pt x="127352" y="86703"/>
                  </a:cubicBezTo>
                  <a:cubicBezTo>
                    <a:pt x="127352" y="86351"/>
                    <a:pt x="127630" y="86044"/>
                    <a:pt x="127955" y="85869"/>
                  </a:cubicBezTo>
                  <a:lnTo>
                    <a:pt x="130181" y="84727"/>
                  </a:lnTo>
                  <a:lnTo>
                    <a:pt x="124987" y="79152"/>
                  </a:lnTo>
                  <a:cubicBezTo>
                    <a:pt x="124755" y="78932"/>
                    <a:pt x="124662" y="78625"/>
                    <a:pt x="124709" y="78318"/>
                  </a:cubicBezTo>
                  <a:cubicBezTo>
                    <a:pt x="124709" y="78010"/>
                    <a:pt x="124894" y="77747"/>
                    <a:pt x="125126" y="77571"/>
                  </a:cubicBezTo>
                  <a:lnTo>
                    <a:pt x="131294" y="72830"/>
                  </a:lnTo>
                  <a:cubicBezTo>
                    <a:pt x="131712" y="72523"/>
                    <a:pt x="132268" y="72523"/>
                    <a:pt x="132686" y="72830"/>
                  </a:cubicBezTo>
                  <a:lnTo>
                    <a:pt x="138204" y="76693"/>
                  </a:lnTo>
                  <a:lnTo>
                    <a:pt x="141219" y="76957"/>
                  </a:lnTo>
                  <a:lnTo>
                    <a:pt x="142471" y="73401"/>
                  </a:lnTo>
                  <a:cubicBezTo>
                    <a:pt x="142610" y="72962"/>
                    <a:pt x="143074" y="72655"/>
                    <a:pt x="143584" y="72655"/>
                  </a:cubicBezTo>
                  <a:lnTo>
                    <a:pt x="147155" y="72655"/>
                  </a:lnTo>
                  <a:lnTo>
                    <a:pt x="150587" y="70899"/>
                  </a:lnTo>
                  <a:lnTo>
                    <a:pt x="144651" y="64972"/>
                  </a:lnTo>
                  <a:cubicBezTo>
                    <a:pt x="144651" y="64972"/>
                    <a:pt x="144326" y="64489"/>
                    <a:pt x="144326" y="64226"/>
                  </a:cubicBezTo>
                  <a:lnTo>
                    <a:pt x="144326" y="62206"/>
                  </a:lnTo>
                  <a:lnTo>
                    <a:pt x="134402" y="60187"/>
                  </a:lnTo>
                  <a:cubicBezTo>
                    <a:pt x="133799" y="60055"/>
                    <a:pt x="133427" y="59528"/>
                    <a:pt x="133520" y="58958"/>
                  </a:cubicBezTo>
                  <a:lnTo>
                    <a:pt x="134540" y="52329"/>
                  </a:lnTo>
                  <a:lnTo>
                    <a:pt x="127306" y="49870"/>
                  </a:lnTo>
                  <a:cubicBezTo>
                    <a:pt x="126842" y="49695"/>
                    <a:pt x="126517" y="49300"/>
                    <a:pt x="126517" y="48817"/>
                  </a:cubicBezTo>
                  <a:lnTo>
                    <a:pt x="126517" y="45173"/>
                  </a:lnTo>
                  <a:lnTo>
                    <a:pt x="121694" y="42627"/>
                  </a:lnTo>
                  <a:cubicBezTo>
                    <a:pt x="121370" y="42451"/>
                    <a:pt x="121184" y="42188"/>
                    <a:pt x="121091" y="41837"/>
                  </a:cubicBezTo>
                  <a:cubicBezTo>
                    <a:pt x="121045" y="41485"/>
                    <a:pt x="121138" y="41178"/>
                    <a:pt x="121416" y="40915"/>
                  </a:cubicBezTo>
                  <a:lnTo>
                    <a:pt x="124152" y="38193"/>
                  </a:lnTo>
                  <a:lnTo>
                    <a:pt x="116732" y="34857"/>
                  </a:lnTo>
                  <a:cubicBezTo>
                    <a:pt x="116454" y="34725"/>
                    <a:pt x="116222" y="34462"/>
                    <a:pt x="116129" y="34198"/>
                  </a:cubicBezTo>
                  <a:cubicBezTo>
                    <a:pt x="116036" y="33891"/>
                    <a:pt x="116082" y="33584"/>
                    <a:pt x="116222" y="33320"/>
                  </a:cubicBezTo>
                  <a:lnTo>
                    <a:pt x="120767" y="25989"/>
                  </a:lnTo>
                  <a:lnTo>
                    <a:pt x="117567" y="23004"/>
                  </a:lnTo>
                  <a:cubicBezTo>
                    <a:pt x="117288" y="22740"/>
                    <a:pt x="117149" y="22345"/>
                    <a:pt x="117242" y="21950"/>
                  </a:cubicBezTo>
                  <a:lnTo>
                    <a:pt x="119700" y="12555"/>
                  </a:lnTo>
                  <a:lnTo>
                    <a:pt x="117752" y="13565"/>
                  </a:lnTo>
                  <a:cubicBezTo>
                    <a:pt x="117195" y="13872"/>
                    <a:pt x="116500" y="13653"/>
                    <a:pt x="116175" y="13126"/>
                  </a:cubicBezTo>
                  <a:lnTo>
                    <a:pt x="112001" y="6190"/>
                  </a:lnTo>
                  <a:lnTo>
                    <a:pt x="105926" y="7770"/>
                  </a:lnTo>
                  <a:lnTo>
                    <a:pt x="96790" y="11370"/>
                  </a:lnTo>
                  <a:cubicBezTo>
                    <a:pt x="96419" y="11502"/>
                    <a:pt x="95955" y="11458"/>
                    <a:pt x="95630" y="11194"/>
                  </a:cubicBezTo>
                  <a:cubicBezTo>
                    <a:pt x="95306" y="10931"/>
                    <a:pt x="95120" y="10536"/>
                    <a:pt x="95213" y="10141"/>
                  </a:cubicBezTo>
                  <a:lnTo>
                    <a:pt x="96233" y="5268"/>
                  </a:lnTo>
                  <a:lnTo>
                    <a:pt x="92013" y="1624"/>
                  </a:lnTo>
                  <a:lnTo>
                    <a:pt x="86957" y="5048"/>
                  </a:lnTo>
                  <a:cubicBezTo>
                    <a:pt x="86633" y="5268"/>
                    <a:pt x="86215" y="5312"/>
                    <a:pt x="85844" y="5180"/>
                  </a:cubicBezTo>
                  <a:cubicBezTo>
                    <a:pt x="85474" y="5048"/>
                    <a:pt x="85195" y="4741"/>
                    <a:pt x="85149" y="4346"/>
                  </a:cubicBezTo>
                  <a:lnTo>
                    <a:pt x="84500" y="1141"/>
                  </a:lnTo>
                  <a:lnTo>
                    <a:pt x="78656" y="0"/>
                  </a:lnTo>
                  <a:lnTo>
                    <a:pt x="69195" y="5224"/>
                  </a:lnTo>
                  <a:lnTo>
                    <a:pt x="69195" y="7595"/>
                  </a:lnTo>
                  <a:cubicBezTo>
                    <a:pt x="69195" y="7946"/>
                    <a:pt x="69009" y="8297"/>
                    <a:pt x="68685" y="8473"/>
                  </a:cubicBezTo>
                  <a:cubicBezTo>
                    <a:pt x="68360" y="8692"/>
                    <a:pt x="67989" y="8736"/>
                    <a:pt x="67618" y="8604"/>
                  </a:cubicBezTo>
                  <a:lnTo>
                    <a:pt x="60893" y="6322"/>
                  </a:lnTo>
                  <a:lnTo>
                    <a:pt x="53334" y="11019"/>
                  </a:lnTo>
                  <a:lnTo>
                    <a:pt x="51433" y="17867"/>
                  </a:lnTo>
                  <a:lnTo>
                    <a:pt x="57369" y="19755"/>
                  </a:lnTo>
                  <a:cubicBezTo>
                    <a:pt x="57740" y="19887"/>
                    <a:pt x="58018" y="20150"/>
                    <a:pt x="58111" y="20457"/>
                  </a:cubicBezTo>
                  <a:cubicBezTo>
                    <a:pt x="58204" y="20809"/>
                    <a:pt x="58111" y="21160"/>
                    <a:pt x="57925" y="21467"/>
                  </a:cubicBezTo>
                  <a:lnTo>
                    <a:pt x="53891" y="26428"/>
                  </a:lnTo>
                  <a:cubicBezTo>
                    <a:pt x="53659" y="26691"/>
                    <a:pt x="53334" y="26867"/>
                    <a:pt x="52963" y="26867"/>
                  </a:cubicBezTo>
                  <a:lnTo>
                    <a:pt x="47398" y="26867"/>
                  </a:lnTo>
                  <a:lnTo>
                    <a:pt x="45543" y="29896"/>
                  </a:lnTo>
                  <a:cubicBezTo>
                    <a:pt x="45543" y="29896"/>
                    <a:pt x="45311" y="30203"/>
                    <a:pt x="45125" y="30291"/>
                  </a:cubicBezTo>
                  <a:lnTo>
                    <a:pt x="39885" y="33276"/>
                  </a:lnTo>
                  <a:lnTo>
                    <a:pt x="39885" y="48773"/>
                  </a:lnTo>
                  <a:cubicBezTo>
                    <a:pt x="39885" y="49124"/>
                    <a:pt x="39745" y="49432"/>
                    <a:pt x="39467" y="49607"/>
                  </a:cubicBezTo>
                  <a:cubicBezTo>
                    <a:pt x="39189" y="49827"/>
                    <a:pt x="38818" y="49914"/>
                    <a:pt x="38493" y="49827"/>
                  </a:cubicBezTo>
                  <a:lnTo>
                    <a:pt x="31676" y="48378"/>
                  </a:lnTo>
                  <a:lnTo>
                    <a:pt x="30284" y="51890"/>
                  </a:lnTo>
                  <a:cubicBezTo>
                    <a:pt x="30099" y="52329"/>
                    <a:pt x="29682" y="52592"/>
                    <a:pt x="29218" y="52592"/>
                  </a:cubicBezTo>
                  <a:lnTo>
                    <a:pt x="25461" y="52592"/>
                  </a:lnTo>
                  <a:lnTo>
                    <a:pt x="25461" y="53953"/>
                  </a:lnTo>
                  <a:cubicBezTo>
                    <a:pt x="25461" y="54392"/>
                    <a:pt x="25183" y="54787"/>
                    <a:pt x="24766" y="54963"/>
                  </a:cubicBezTo>
                  <a:lnTo>
                    <a:pt x="17252" y="58255"/>
                  </a:lnTo>
                  <a:cubicBezTo>
                    <a:pt x="17252" y="58255"/>
                    <a:pt x="16928" y="58343"/>
                    <a:pt x="16789" y="58343"/>
                  </a:cubicBezTo>
                  <a:cubicBezTo>
                    <a:pt x="16742" y="58343"/>
                    <a:pt x="16696" y="58343"/>
                    <a:pt x="16603" y="58343"/>
                  </a:cubicBezTo>
                  <a:lnTo>
                    <a:pt x="5565" y="56894"/>
                  </a:lnTo>
                  <a:lnTo>
                    <a:pt x="10899" y="73972"/>
                  </a:lnTo>
                  <a:cubicBezTo>
                    <a:pt x="10899" y="73972"/>
                    <a:pt x="10945" y="74191"/>
                    <a:pt x="10945" y="74279"/>
                  </a:cubicBezTo>
                  <a:lnTo>
                    <a:pt x="10945" y="85781"/>
                  </a:lnTo>
                  <a:cubicBezTo>
                    <a:pt x="10945" y="86088"/>
                    <a:pt x="10806" y="86395"/>
                    <a:pt x="10574" y="86571"/>
                  </a:cubicBezTo>
                  <a:cubicBezTo>
                    <a:pt x="10481" y="86659"/>
                    <a:pt x="3015" y="93288"/>
                    <a:pt x="0" y="97546"/>
                  </a:cubicBezTo>
                  <a:lnTo>
                    <a:pt x="6957" y="102463"/>
                  </a:lnTo>
                  <a:cubicBezTo>
                    <a:pt x="7421" y="102770"/>
                    <a:pt x="7560" y="103341"/>
                    <a:pt x="7328" y="103824"/>
                  </a:cubicBezTo>
                  <a:lnTo>
                    <a:pt x="4592" y="109267"/>
                  </a:lnTo>
                  <a:lnTo>
                    <a:pt x="4916" y="112165"/>
                  </a:lnTo>
                  <a:lnTo>
                    <a:pt x="6308" y="111111"/>
                  </a:lnTo>
                  <a:cubicBezTo>
                    <a:pt x="6586" y="110892"/>
                    <a:pt x="7003" y="110804"/>
                    <a:pt x="7374" y="11093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0" name="Freeform: Shape 2119">
              <a:extLst>
                <a:ext uri="{FF2B5EF4-FFF2-40B4-BE49-F238E27FC236}">
                  <a16:creationId xmlns:a16="http://schemas.microsoft.com/office/drawing/2014/main" id="{5DC8E455-8D52-D52A-87AE-0A484BEDD2C8}"/>
                </a:ext>
              </a:extLst>
            </p:cNvPr>
            <p:cNvSpPr>
              <a:spLocks/>
            </p:cNvSpPr>
            <p:nvPr/>
          </p:nvSpPr>
          <p:spPr>
            <a:xfrm>
              <a:off x="5692546" y="3536798"/>
              <a:ext cx="370417" cy="271345"/>
            </a:xfrm>
            <a:custGeom>
              <a:avLst/>
              <a:gdLst>
                <a:gd name="connsiteX0" fmla="*/ 203642 w 248164"/>
                <a:gd name="connsiteY0" fmla="*/ 145880 h 181790"/>
                <a:gd name="connsiteX1" fmla="*/ 209208 w 248164"/>
                <a:gd name="connsiteY1" fmla="*/ 143904 h 181790"/>
                <a:gd name="connsiteX2" fmla="*/ 209393 w 248164"/>
                <a:gd name="connsiteY2" fmla="*/ 143202 h 181790"/>
                <a:gd name="connsiteX3" fmla="*/ 212732 w 248164"/>
                <a:gd name="connsiteY3" fmla="*/ 138549 h 181790"/>
                <a:gd name="connsiteX4" fmla="*/ 215005 w 248164"/>
                <a:gd name="connsiteY4" fmla="*/ 131305 h 181790"/>
                <a:gd name="connsiteX5" fmla="*/ 215283 w 248164"/>
                <a:gd name="connsiteY5" fmla="*/ 130866 h 181790"/>
                <a:gd name="connsiteX6" fmla="*/ 241023 w 248164"/>
                <a:gd name="connsiteY6" fmla="*/ 105668 h 181790"/>
                <a:gd name="connsiteX7" fmla="*/ 241023 w 248164"/>
                <a:gd name="connsiteY7" fmla="*/ 65499 h 181790"/>
                <a:gd name="connsiteX8" fmla="*/ 241115 w 248164"/>
                <a:gd name="connsiteY8" fmla="*/ 65104 h 181790"/>
                <a:gd name="connsiteX9" fmla="*/ 244594 w 248164"/>
                <a:gd name="connsiteY9" fmla="*/ 56192 h 181790"/>
                <a:gd name="connsiteX10" fmla="*/ 248165 w 248164"/>
                <a:gd name="connsiteY10" fmla="*/ 50046 h 181790"/>
                <a:gd name="connsiteX11" fmla="*/ 238796 w 248164"/>
                <a:gd name="connsiteY11" fmla="*/ 45524 h 181790"/>
                <a:gd name="connsiteX12" fmla="*/ 238194 w 248164"/>
                <a:gd name="connsiteY12" fmla="*/ 44383 h 181790"/>
                <a:gd name="connsiteX13" fmla="*/ 239307 w 248164"/>
                <a:gd name="connsiteY13" fmla="*/ 38017 h 181790"/>
                <a:gd name="connsiteX14" fmla="*/ 234901 w 248164"/>
                <a:gd name="connsiteY14" fmla="*/ 31213 h 181790"/>
                <a:gd name="connsiteX15" fmla="*/ 234715 w 248164"/>
                <a:gd name="connsiteY15" fmla="*/ 30686 h 181790"/>
                <a:gd name="connsiteX16" fmla="*/ 233370 w 248164"/>
                <a:gd name="connsiteY16" fmla="*/ 8385 h 181790"/>
                <a:gd name="connsiteX17" fmla="*/ 222147 w 248164"/>
                <a:gd name="connsiteY17" fmla="*/ 12995 h 181790"/>
                <a:gd name="connsiteX18" fmla="*/ 221683 w 248164"/>
                <a:gd name="connsiteY18" fmla="*/ 13082 h 181790"/>
                <a:gd name="connsiteX19" fmla="*/ 220988 w 248164"/>
                <a:gd name="connsiteY19" fmla="*/ 12863 h 181790"/>
                <a:gd name="connsiteX20" fmla="*/ 209903 w 248164"/>
                <a:gd name="connsiteY20" fmla="*/ 4785 h 181790"/>
                <a:gd name="connsiteX21" fmla="*/ 185973 w 248164"/>
                <a:gd name="connsiteY21" fmla="*/ 0 h 181790"/>
                <a:gd name="connsiteX22" fmla="*/ 115943 w 248164"/>
                <a:gd name="connsiteY22" fmla="*/ 42847 h 181790"/>
                <a:gd name="connsiteX23" fmla="*/ 89462 w 248164"/>
                <a:gd name="connsiteY23" fmla="*/ 66596 h 181790"/>
                <a:gd name="connsiteX24" fmla="*/ 88905 w 248164"/>
                <a:gd name="connsiteY24" fmla="*/ 66860 h 181790"/>
                <a:gd name="connsiteX25" fmla="*/ 64093 w 248164"/>
                <a:gd name="connsiteY25" fmla="*/ 71821 h 181790"/>
                <a:gd name="connsiteX26" fmla="*/ 65206 w 248164"/>
                <a:gd name="connsiteY26" fmla="*/ 107731 h 181790"/>
                <a:gd name="connsiteX27" fmla="*/ 52128 w 248164"/>
                <a:gd name="connsiteY27" fmla="*/ 130252 h 181790"/>
                <a:gd name="connsiteX28" fmla="*/ 51293 w 248164"/>
                <a:gd name="connsiteY28" fmla="*/ 130603 h 181790"/>
                <a:gd name="connsiteX29" fmla="*/ 16742 w 248164"/>
                <a:gd name="connsiteY29" fmla="*/ 130603 h 181790"/>
                <a:gd name="connsiteX30" fmla="*/ 12429 w 248164"/>
                <a:gd name="connsiteY30" fmla="*/ 134905 h 181790"/>
                <a:gd name="connsiteX31" fmla="*/ 11640 w 248164"/>
                <a:gd name="connsiteY31" fmla="*/ 135256 h 181790"/>
                <a:gd name="connsiteX32" fmla="*/ 0 w 248164"/>
                <a:gd name="connsiteY32" fmla="*/ 135607 h 181790"/>
                <a:gd name="connsiteX33" fmla="*/ 0 w 248164"/>
                <a:gd name="connsiteY33" fmla="*/ 141753 h 181790"/>
                <a:gd name="connsiteX34" fmla="*/ 7513 w 248164"/>
                <a:gd name="connsiteY34" fmla="*/ 152290 h 181790"/>
                <a:gd name="connsiteX35" fmla="*/ 17484 w 248164"/>
                <a:gd name="connsiteY35" fmla="*/ 159050 h 181790"/>
                <a:gd name="connsiteX36" fmla="*/ 17902 w 248164"/>
                <a:gd name="connsiteY36" fmla="*/ 160279 h 181790"/>
                <a:gd name="connsiteX37" fmla="*/ 16789 w 248164"/>
                <a:gd name="connsiteY37" fmla="*/ 161026 h 181790"/>
                <a:gd name="connsiteX38" fmla="*/ 12151 w 248164"/>
                <a:gd name="connsiteY38" fmla="*/ 161026 h 181790"/>
                <a:gd name="connsiteX39" fmla="*/ 12151 w 248164"/>
                <a:gd name="connsiteY39" fmla="*/ 163440 h 181790"/>
                <a:gd name="connsiteX40" fmla="*/ 25415 w 248164"/>
                <a:gd name="connsiteY40" fmla="*/ 171474 h 181790"/>
                <a:gd name="connsiteX41" fmla="*/ 29125 w 248164"/>
                <a:gd name="connsiteY41" fmla="*/ 168664 h 181790"/>
                <a:gd name="connsiteX42" fmla="*/ 30006 w 248164"/>
                <a:gd name="connsiteY42" fmla="*/ 168445 h 181790"/>
                <a:gd name="connsiteX43" fmla="*/ 30794 w 248164"/>
                <a:gd name="connsiteY43" fmla="*/ 168928 h 181790"/>
                <a:gd name="connsiteX44" fmla="*/ 33994 w 248164"/>
                <a:gd name="connsiteY44" fmla="*/ 173318 h 181790"/>
                <a:gd name="connsiteX45" fmla="*/ 34134 w 248164"/>
                <a:gd name="connsiteY45" fmla="*/ 174240 h 181790"/>
                <a:gd name="connsiteX46" fmla="*/ 33438 w 248164"/>
                <a:gd name="connsiteY46" fmla="*/ 174942 h 181790"/>
                <a:gd name="connsiteX47" fmla="*/ 30423 w 248164"/>
                <a:gd name="connsiteY47" fmla="*/ 176083 h 181790"/>
                <a:gd name="connsiteX48" fmla="*/ 32742 w 248164"/>
                <a:gd name="connsiteY48" fmla="*/ 179420 h 181790"/>
                <a:gd name="connsiteX49" fmla="*/ 34273 w 248164"/>
                <a:gd name="connsiteY49" fmla="*/ 175469 h 181790"/>
                <a:gd name="connsiteX50" fmla="*/ 35154 w 248164"/>
                <a:gd name="connsiteY50" fmla="*/ 174766 h 181790"/>
                <a:gd name="connsiteX51" fmla="*/ 42992 w 248164"/>
                <a:gd name="connsiteY51" fmla="*/ 173405 h 181790"/>
                <a:gd name="connsiteX52" fmla="*/ 44058 w 248164"/>
                <a:gd name="connsiteY52" fmla="*/ 173756 h 181790"/>
                <a:gd name="connsiteX53" fmla="*/ 51618 w 248164"/>
                <a:gd name="connsiteY53" fmla="*/ 181790 h 181790"/>
                <a:gd name="connsiteX54" fmla="*/ 52777 w 248164"/>
                <a:gd name="connsiteY54" fmla="*/ 172703 h 181790"/>
                <a:gd name="connsiteX55" fmla="*/ 53056 w 248164"/>
                <a:gd name="connsiteY55" fmla="*/ 172132 h 181790"/>
                <a:gd name="connsiteX56" fmla="*/ 58389 w 248164"/>
                <a:gd name="connsiteY56" fmla="*/ 166030 h 181790"/>
                <a:gd name="connsiteX57" fmla="*/ 60058 w 248164"/>
                <a:gd name="connsiteY57" fmla="*/ 159138 h 181790"/>
                <a:gd name="connsiteX58" fmla="*/ 60847 w 248164"/>
                <a:gd name="connsiteY58" fmla="*/ 158348 h 181790"/>
                <a:gd name="connsiteX59" fmla="*/ 83433 w 248164"/>
                <a:gd name="connsiteY59" fmla="*/ 151499 h 181790"/>
                <a:gd name="connsiteX60" fmla="*/ 83989 w 248164"/>
                <a:gd name="connsiteY60" fmla="*/ 151499 h 181790"/>
                <a:gd name="connsiteX61" fmla="*/ 94424 w 248164"/>
                <a:gd name="connsiteY61" fmla="*/ 153431 h 181790"/>
                <a:gd name="connsiteX62" fmla="*/ 95027 w 248164"/>
                <a:gd name="connsiteY62" fmla="*/ 153738 h 181790"/>
                <a:gd name="connsiteX63" fmla="*/ 106111 w 248164"/>
                <a:gd name="connsiteY63" fmla="*/ 164011 h 181790"/>
                <a:gd name="connsiteX64" fmla="*/ 118494 w 248164"/>
                <a:gd name="connsiteY64" fmla="*/ 159796 h 181790"/>
                <a:gd name="connsiteX65" fmla="*/ 119282 w 248164"/>
                <a:gd name="connsiteY65" fmla="*/ 159796 h 181790"/>
                <a:gd name="connsiteX66" fmla="*/ 137648 w 248164"/>
                <a:gd name="connsiteY66" fmla="*/ 166118 h 181790"/>
                <a:gd name="connsiteX67" fmla="*/ 149010 w 248164"/>
                <a:gd name="connsiteY67" fmla="*/ 167347 h 181790"/>
                <a:gd name="connsiteX68" fmla="*/ 173775 w 248164"/>
                <a:gd name="connsiteY68" fmla="*/ 158084 h 181790"/>
                <a:gd name="connsiteX69" fmla="*/ 193579 w 248164"/>
                <a:gd name="connsiteY69" fmla="*/ 163484 h 181790"/>
                <a:gd name="connsiteX70" fmla="*/ 198773 w 248164"/>
                <a:gd name="connsiteY70" fmla="*/ 156592 h 181790"/>
                <a:gd name="connsiteX71" fmla="*/ 199515 w 248164"/>
                <a:gd name="connsiteY71" fmla="*/ 156153 h 181790"/>
                <a:gd name="connsiteX72" fmla="*/ 206564 w 248164"/>
                <a:gd name="connsiteY72" fmla="*/ 154879 h 181790"/>
                <a:gd name="connsiteX73" fmla="*/ 203782 w 248164"/>
                <a:gd name="connsiteY73" fmla="*/ 145968 h 181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48164" h="181790">
                  <a:moveTo>
                    <a:pt x="203642" y="145880"/>
                  </a:moveTo>
                  <a:cubicBezTo>
                    <a:pt x="205219" y="144739"/>
                    <a:pt x="207214" y="144124"/>
                    <a:pt x="209208" y="143904"/>
                  </a:cubicBezTo>
                  <a:cubicBezTo>
                    <a:pt x="209208" y="143641"/>
                    <a:pt x="209208" y="143422"/>
                    <a:pt x="209393" y="143202"/>
                  </a:cubicBezTo>
                  <a:lnTo>
                    <a:pt x="212732" y="138549"/>
                  </a:lnTo>
                  <a:lnTo>
                    <a:pt x="215005" y="131305"/>
                  </a:lnTo>
                  <a:cubicBezTo>
                    <a:pt x="215005" y="131305"/>
                    <a:pt x="215144" y="130998"/>
                    <a:pt x="215283" y="130866"/>
                  </a:cubicBezTo>
                  <a:lnTo>
                    <a:pt x="241023" y="105668"/>
                  </a:lnTo>
                  <a:lnTo>
                    <a:pt x="241023" y="65499"/>
                  </a:lnTo>
                  <a:cubicBezTo>
                    <a:pt x="241023" y="65499"/>
                    <a:pt x="241023" y="65236"/>
                    <a:pt x="241115" y="65104"/>
                  </a:cubicBezTo>
                  <a:lnTo>
                    <a:pt x="244594" y="56192"/>
                  </a:lnTo>
                  <a:lnTo>
                    <a:pt x="248165" y="50046"/>
                  </a:lnTo>
                  <a:lnTo>
                    <a:pt x="238796" y="45524"/>
                  </a:lnTo>
                  <a:cubicBezTo>
                    <a:pt x="238333" y="45305"/>
                    <a:pt x="238101" y="44822"/>
                    <a:pt x="238194" y="44383"/>
                  </a:cubicBezTo>
                  <a:lnTo>
                    <a:pt x="239307" y="38017"/>
                  </a:lnTo>
                  <a:lnTo>
                    <a:pt x="234901" y="31213"/>
                  </a:lnTo>
                  <a:cubicBezTo>
                    <a:pt x="234901" y="31213"/>
                    <a:pt x="234762" y="30862"/>
                    <a:pt x="234715" y="30686"/>
                  </a:cubicBezTo>
                  <a:lnTo>
                    <a:pt x="233370" y="8385"/>
                  </a:lnTo>
                  <a:lnTo>
                    <a:pt x="222147" y="12995"/>
                  </a:lnTo>
                  <a:cubicBezTo>
                    <a:pt x="222147" y="12995"/>
                    <a:pt x="221822" y="13082"/>
                    <a:pt x="221683" y="13082"/>
                  </a:cubicBezTo>
                  <a:cubicBezTo>
                    <a:pt x="221451" y="13082"/>
                    <a:pt x="221173" y="12995"/>
                    <a:pt x="220988" y="12863"/>
                  </a:cubicBezTo>
                  <a:lnTo>
                    <a:pt x="209903" y="4785"/>
                  </a:lnTo>
                  <a:lnTo>
                    <a:pt x="185973" y="0"/>
                  </a:lnTo>
                  <a:lnTo>
                    <a:pt x="115943" y="42847"/>
                  </a:lnTo>
                  <a:lnTo>
                    <a:pt x="89462" y="66596"/>
                  </a:lnTo>
                  <a:cubicBezTo>
                    <a:pt x="89462" y="66596"/>
                    <a:pt x="89091" y="66816"/>
                    <a:pt x="88905" y="66860"/>
                  </a:cubicBezTo>
                  <a:lnTo>
                    <a:pt x="64093" y="71821"/>
                  </a:lnTo>
                  <a:cubicBezTo>
                    <a:pt x="64186" y="76562"/>
                    <a:pt x="64650" y="99829"/>
                    <a:pt x="65206" y="107731"/>
                  </a:cubicBezTo>
                  <a:cubicBezTo>
                    <a:pt x="65809" y="116906"/>
                    <a:pt x="52685" y="129681"/>
                    <a:pt x="52128" y="130252"/>
                  </a:cubicBezTo>
                  <a:cubicBezTo>
                    <a:pt x="51896" y="130471"/>
                    <a:pt x="51618" y="130603"/>
                    <a:pt x="51293" y="130603"/>
                  </a:cubicBezTo>
                  <a:lnTo>
                    <a:pt x="16742" y="130603"/>
                  </a:lnTo>
                  <a:lnTo>
                    <a:pt x="12429" y="134905"/>
                  </a:lnTo>
                  <a:cubicBezTo>
                    <a:pt x="12429" y="134905"/>
                    <a:pt x="11919" y="135256"/>
                    <a:pt x="11640" y="135256"/>
                  </a:cubicBezTo>
                  <a:lnTo>
                    <a:pt x="0" y="135607"/>
                  </a:lnTo>
                  <a:lnTo>
                    <a:pt x="0" y="141753"/>
                  </a:lnTo>
                  <a:lnTo>
                    <a:pt x="7513" y="152290"/>
                  </a:lnTo>
                  <a:lnTo>
                    <a:pt x="17484" y="159050"/>
                  </a:lnTo>
                  <a:cubicBezTo>
                    <a:pt x="17902" y="159313"/>
                    <a:pt x="18087" y="159840"/>
                    <a:pt x="17902" y="160279"/>
                  </a:cubicBezTo>
                  <a:cubicBezTo>
                    <a:pt x="17762" y="160718"/>
                    <a:pt x="17299" y="161026"/>
                    <a:pt x="16789" y="161026"/>
                  </a:cubicBezTo>
                  <a:lnTo>
                    <a:pt x="12151" y="161026"/>
                  </a:lnTo>
                  <a:lnTo>
                    <a:pt x="12151" y="163440"/>
                  </a:lnTo>
                  <a:lnTo>
                    <a:pt x="25415" y="171474"/>
                  </a:lnTo>
                  <a:lnTo>
                    <a:pt x="29125" y="168664"/>
                  </a:lnTo>
                  <a:cubicBezTo>
                    <a:pt x="29403" y="168489"/>
                    <a:pt x="29728" y="168401"/>
                    <a:pt x="30006" y="168445"/>
                  </a:cubicBezTo>
                  <a:cubicBezTo>
                    <a:pt x="30331" y="168445"/>
                    <a:pt x="30609" y="168664"/>
                    <a:pt x="30794" y="168928"/>
                  </a:cubicBezTo>
                  <a:lnTo>
                    <a:pt x="33994" y="173318"/>
                  </a:lnTo>
                  <a:cubicBezTo>
                    <a:pt x="34180" y="173581"/>
                    <a:pt x="34273" y="173932"/>
                    <a:pt x="34134" y="174240"/>
                  </a:cubicBezTo>
                  <a:cubicBezTo>
                    <a:pt x="34041" y="174547"/>
                    <a:pt x="33763" y="174810"/>
                    <a:pt x="33438" y="174942"/>
                  </a:cubicBezTo>
                  <a:lnTo>
                    <a:pt x="30423" y="176083"/>
                  </a:lnTo>
                  <a:lnTo>
                    <a:pt x="32742" y="179420"/>
                  </a:lnTo>
                  <a:lnTo>
                    <a:pt x="34273" y="175469"/>
                  </a:lnTo>
                  <a:cubicBezTo>
                    <a:pt x="34412" y="175117"/>
                    <a:pt x="34737" y="174854"/>
                    <a:pt x="35154" y="174766"/>
                  </a:cubicBezTo>
                  <a:lnTo>
                    <a:pt x="42992" y="173405"/>
                  </a:lnTo>
                  <a:cubicBezTo>
                    <a:pt x="43409" y="173361"/>
                    <a:pt x="43780" y="173493"/>
                    <a:pt x="44058" y="173756"/>
                  </a:cubicBezTo>
                  <a:lnTo>
                    <a:pt x="51618" y="181790"/>
                  </a:lnTo>
                  <a:lnTo>
                    <a:pt x="52777" y="172703"/>
                  </a:lnTo>
                  <a:cubicBezTo>
                    <a:pt x="52777" y="172703"/>
                    <a:pt x="52870" y="172308"/>
                    <a:pt x="53056" y="172132"/>
                  </a:cubicBezTo>
                  <a:lnTo>
                    <a:pt x="58389" y="166030"/>
                  </a:lnTo>
                  <a:lnTo>
                    <a:pt x="60058" y="159138"/>
                  </a:lnTo>
                  <a:cubicBezTo>
                    <a:pt x="60151" y="158743"/>
                    <a:pt x="60429" y="158479"/>
                    <a:pt x="60847" y="158348"/>
                  </a:cubicBezTo>
                  <a:lnTo>
                    <a:pt x="83433" y="151499"/>
                  </a:lnTo>
                  <a:cubicBezTo>
                    <a:pt x="83433" y="151499"/>
                    <a:pt x="83803" y="151455"/>
                    <a:pt x="83989" y="151499"/>
                  </a:cubicBezTo>
                  <a:lnTo>
                    <a:pt x="94424" y="153431"/>
                  </a:lnTo>
                  <a:cubicBezTo>
                    <a:pt x="94424" y="153431"/>
                    <a:pt x="94841" y="153563"/>
                    <a:pt x="95027" y="153738"/>
                  </a:cubicBezTo>
                  <a:lnTo>
                    <a:pt x="106111" y="164011"/>
                  </a:lnTo>
                  <a:lnTo>
                    <a:pt x="118494" y="159796"/>
                  </a:lnTo>
                  <a:cubicBezTo>
                    <a:pt x="118772" y="159709"/>
                    <a:pt x="119050" y="159709"/>
                    <a:pt x="119282" y="159796"/>
                  </a:cubicBezTo>
                  <a:lnTo>
                    <a:pt x="137648" y="166118"/>
                  </a:lnTo>
                  <a:lnTo>
                    <a:pt x="149010" y="167347"/>
                  </a:lnTo>
                  <a:cubicBezTo>
                    <a:pt x="150680" y="164845"/>
                    <a:pt x="157497" y="156636"/>
                    <a:pt x="173775" y="158084"/>
                  </a:cubicBezTo>
                  <a:cubicBezTo>
                    <a:pt x="186622" y="159226"/>
                    <a:pt x="191677" y="161860"/>
                    <a:pt x="193579" y="163484"/>
                  </a:cubicBezTo>
                  <a:lnTo>
                    <a:pt x="198773" y="156592"/>
                  </a:lnTo>
                  <a:cubicBezTo>
                    <a:pt x="198958" y="156372"/>
                    <a:pt x="199190" y="156196"/>
                    <a:pt x="199515" y="156153"/>
                  </a:cubicBezTo>
                  <a:lnTo>
                    <a:pt x="206564" y="154879"/>
                  </a:lnTo>
                  <a:cubicBezTo>
                    <a:pt x="203874" y="152904"/>
                    <a:pt x="199608" y="148953"/>
                    <a:pt x="203782" y="1459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1" name="Freeform: Shape 2120">
              <a:extLst>
                <a:ext uri="{FF2B5EF4-FFF2-40B4-BE49-F238E27FC236}">
                  <a16:creationId xmlns:a16="http://schemas.microsoft.com/office/drawing/2014/main" id="{E5F5031E-6405-3DC6-7A87-9AE8FA445A4A}"/>
                </a:ext>
              </a:extLst>
            </p:cNvPr>
            <p:cNvSpPr>
              <a:spLocks/>
            </p:cNvSpPr>
            <p:nvPr/>
          </p:nvSpPr>
          <p:spPr>
            <a:xfrm>
              <a:off x="6319303" y="2836253"/>
              <a:ext cx="76492" cy="95209"/>
            </a:xfrm>
            <a:custGeom>
              <a:avLst/>
              <a:gdLst>
                <a:gd name="connsiteX0" fmla="*/ 5426 w 51246"/>
                <a:gd name="connsiteY0" fmla="*/ 7375 h 63786"/>
                <a:gd name="connsiteX1" fmla="*/ 11687 w 51246"/>
                <a:gd name="connsiteY1" fmla="*/ 23135 h 63786"/>
                <a:gd name="connsiteX2" fmla="*/ 21009 w 51246"/>
                <a:gd name="connsiteY2" fmla="*/ 30203 h 63786"/>
                <a:gd name="connsiteX3" fmla="*/ 21426 w 51246"/>
                <a:gd name="connsiteY3" fmla="*/ 30774 h 63786"/>
                <a:gd name="connsiteX4" fmla="*/ 24626 w 51246"/>
                <a:gd name="connsiteY4" fmla="*/ 42847 h 63786"/>
                <a:gd name="connsiteX5" fmla="*/ 24626 w 51246"/>
                <a:gd name="connsiteY5" fmla="*/ 43417 h 63786"/>
                <a:gd name="connsiteX6" fmla="*/ 22122 w 51246"/>
                <a:gd name="connsiteY6" fmla="*/ 51539 h 63786"/>
                <a:gd name="connsiteX7" fmla="*/ 24626 w 51246"/>
                <a:gd name="connsiteY7" fmla="*/ 63172 h 63786"/>
                <a:gd name="connsiteX8" fmla="*/ 25229 w 51246"/>
                <a:gd name="connsiteY8" fmla="*/ 63787 h 63786"/>
                <a:gd name="connsiteX9" fmla="*/ 26760 w 51246"/>
                <a:gd name="connsiteY9" fmla="*/ 61943 h 63786"/>
                <a:gd name="connsiteX10" fmla="*/ 26760 w 51246"/>
                <a:gd name="connsiteY10" fmla="*/ 58475 h 63786"/>
                <a:gd name="connsiteX11" fmla="*/ 27270 w 51246"/>
                <a:gd name="connsiteY11" fmla="*/ 57553 h 63786"/>
                <a:gd name="connsiteX12" fmla="*/ 34226 w 51246"/>
                <a:gd name="connsiteY12" fmla="*/ 53163 h 63786"/>
                <a:gd name="connsiteX13" fmla="*/ 33392 w 51246"/>
                <a:gd name="connsiteY13" fmla="*/ 43154 h 63786"/>
                <a:gd name="connsiteX14" fmla="*/ 33763 w 51246"/>
                <a:gd name="connsiteY14" fmla="*/ 42276 h 63786"/>
                <a:gd name="connsiteX15" fmla="*/ 37519 w 51246"/>
                <a:gd name="connsiteY15" fmla="*/ 38983 h 63786"/>
                <a:gd name="connsiteX16" fmla="*/ 38679 w 51246"/>
                <a:gd name="connsiteY16" fmla="*/ 38764 h 63786"/>
                <a:gd name="connsiteX17" fmla="*/ 39467 w 51246"/>
                <a:gd name="connsiteY17" fmla="*/ 39642 h 63786"/>
                <a:gd name="connsiteX18" fmla="*/ 40070 w 51246"/>
                <a:gd name="connsiteY18" fmla="*/ 43110 h 63786"/>
                <a:gd name="connsiteX19" fmla="*/ 42157 w 51246"/>
                <a:gd name="connsiteY19" fmla="*/ 42144 h 63786"/>
                <a:gd name="connsiteX20" fmla="*/ 43502 w 51246"/>
                <a:gd name="connsiteY20" fmla="*/ 42364 h 63786"/>
                <a:gd name="connsiteX21" fmla="*/ 44661 w 51246"/>
                <a:gd name="connsiteY21" fmla="*/ 43461 h 63786"/>
                <a:gd name="connsiteX22" fmla="*/ 47676 w 51246"/>
                <a:gd name="connsiteY22" fmla="*/ 42144 h 63786"/>
                <a:gd name="connsiteX23" fmla="*/ 48789 w 51246"/>
                <a:gd name="connsiteY23" fmla="*/ 42232 h 63786"/>
                <a:gd name="connsiteX24" fmla="*/ 49345 w 51246"/>
                <a:gd name="connsiteY24" fmla="*/ 43154 h 63786"/>
                <a:gd name="connsiteX25" fmla="*/ 49345 w 51246"/>
                <a:gd name="connsiteY25" fmla="*/ 43681 h 63786"/>
                <a:gd name="connsiteX26" fmla="*/ 51247 w 51246"/>
                <a:gd name="connsiteY26" fmla="*/ 43681 h 63786"/>
                <a:gd name="connsiteX27" fmla="*/ 48696 w 51246"/>
                <a:gd name="connsiteY27" fmla="*/ 40520 h 63786"/>
                <a:gd name="connsiteX28" fmla="*/ 48557 w 51246"/>
                <a:gd name="connsiteY28" fmla="*/ 39466 h 63786"/>
                <a:gd name="connsiteX29" fmla="*/ 50180 w 51246"/>
                <a:gd name="connsiteY29" fmla="*/ 35559 h 63786"/>
                <a:gd name="connsiteX30" fmla="*/ 44568 w 51246"/>
                <a:gd name="connsiteY30" fmla="*/ 33496 h 63786"/>
                <a:gd name="connsiteX31" fmla="*/ 43827 w 51246"/>
                <a:gd name="connsiteY31" fmla="*/ 32486 h 63786"/>
                <a:gd name="connsiteX32" fmla="*/ 43827 w 51246"/>
                <a:gd name="connsiteY32" fmla="*/ 25638 h 63786"/>
                <a:gd name="connsiteX33" fmla="*/ 41229 w 51246"/>
                <a:gd name="connsiteY33" fmla="*/ 25638 h 63786"/>
                <a:gd name="connsiteX34" fmla="*/ 40116 w 51246"/>
                <a:gd name="connsiteY34" fmla="*/ 24804 h 63786"/>
                <a:gd name="connsiteX35" fmla="*/ 38957 w 51246"/>
                <a:gd name="connsiteY35" fmla="*/ 20150 h 63786"/>
                <a:gd name="connsiteX36" fmla="*/ 36824 w 51246"/>
                <a:gd name="connsiteY36" fmla="*/ 9746 h 63786"/>
                <a:gd name="connsiteX37" fmla="*/ 33995 w 51246"/>
                <a:gd name="connsiteY37" fmla="*/ 9746 h 63786"/>
                <a:gd name="connsiteX38" fmla="*/ 33113 w 51246"/>
                <a:gd name="connsiteY38" fmla="*/ 9395 h 63786"/>
                <a:gd name="connsiteX39" fmla="*/ 30841 w 51246"/>
                <a:gd name="connsiteY39" fmla="*/ 7024 h 63786"/>
                <a:gd name="connsiteX40" fmla="*/ 27316 w 51246"/>
                <a:gd name="connsiteY40" fmla="*/ 7024 h 63786"/>
                <a:gd name="connsiteX41" fmla="*/ 26482 w 51246"/>
                <a:gd name="connsiteY41" fmla="*/ 6717 h 63786"/>
                <a:gd name="connsiteX42" fmla="*/ 24487 w 51246"/>
                <a:gd name="connsiteY42" fmla="*/ 4829 h 63786"/>
                <a:gd name="connsiteX43" fmla="*/ 19757 w 51246"/>
                <a:gd name="connsiteY43" fmla="*/ 4829 h 63786"/>
                <a:gd name="connsiteX44" fmla="*/ 19107 w 51246"/>
                <a:gd name="connsiteY44" fmla="*/ 4654 h 63786"/>
                <a:gd name="connsiteX45" fmla="*/ 11594 w 51246"/>
                <a:gd name="connsiteY45" fmla="*/ 0 h 63786"/>
                <a:gd name="connsiteX46" fmla="*/ 9044 w 51246"/>
                <a:gd name="connsiteY46" fmla="*/ 3161 h 63786"/>
                <a:gd name="connsiteX47" fmla="*/ 7931 w 51246"/>
                <a:gd name="connsiteY47" fmla="*/ 3600 h 63786"/>
                <a:gd name="connsiteX48" fmla="*/ 1020 w 51246"/>
                <a:gd name="connsiteY48" fmla="*/ 2502 h 63786"/>
                <a:gd name="connsiteX49" fmla="*/ 0 w 51246"/>
                <a:gd name="connsiteY49" fmla="*/ 3556 h 63786"/>
                <a:gd name="connsiteX50" fmla="*/ 5009 w 51246"/>
                <a:gd name="connsiteY50" fmla="*/ 6936 h 63786"/>
                <a:gd name="connsiteX51" fmla="*/ 5426 w 51246"/>
                <a:gd name="connsiteY51" fmla="*/ 7463 h 6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1246" h="63786">
                  <a:moveTo>
                    <a:pt x="5426" y="7375"/>
                  </a:moveTo>
                  <a:lnTo>
                    <a:pt x="11687" y="23135"/>
                  </a:lnTo>
                  <a:lnTo>
                    <a:pt x="21009" y="30203"/>
                  </a:lnTo>
                  <a:cubicBezTo>
                    <a:pt x="21009" y="30203"/>
                    <a:pt x="21333" y="30555"/>
                    <a:pt x="21426" y="30774"/>
                  </a:cubicBezTo>
                  <a:lnTo>
                    <a:pt x="24626" y="42847"/>
                  </a:lnTo>
                  <a:cubicBezTo>
                    <a:pt x="24626" y="42847"/>
                    <a:pt x="24626" y="43242"/>
                    <a:pt x="24626" y="43417"/>
                  </a:cubicBezTo>
                  <a:lnTo>
                    <a:pt x="22122" y="51539"/>
                  </a:lnTo>
                  <a:lnTo>
                    <a:pt x="24626" y="63172"/>
                  </a:lnTo>
                  <a:lnTo>
                    <a:pt x="25229" y="63787"/>
                  </a:lnTo>
                  <a:lnTo>
                    <a:pt x="26760" y="61943"/>
                  </a:lnTo>
                  <a:lnTo>
                    <a:pt x="26760" y="58475"/>
                  </a:lnTo>
                  <a:cubicBezTo>
                    <a:pt x="26760" y="58124"/>
                    <a:pt x="26945" y="57773"/>
                    <a:pt x="27270" y="57553"/>
                  </a:cubicBezTo>
                  <a:lnTo>
                    <a:pt x="34226" y="53163"/>
                  </a:lnTo>
                  <a:lnTo>
                    <a:pt x="33392" y="43154"/>
                  </a:lnTo>
                  <a:cubicBezTo>
                    <a:pt x="33392" y="42803"/>
                    <a:pt x="33484" y="42495"/>
                    <a:pt x="33763" y="42276"/>
                  </a:cubicBezTo>
                  <a:lnTo>
                    <a:pt x="37519" y="38983"/>
                  </a:lnTo>
                  <a:cubicBezTo>
                    <a:pt x="37844" y="38720"/>
                    <a:pt x="38261" y="38632"/>
                    <a:pt x="38679" y="38764"/>
                  </a:cubicBezTo>
                  <a:cubicBezTo>
                    <a:pt x="39096" y="38896"/>
                    <a:pt x="39374" y="39203"/>
                    <a:pt x="39467" y="39642"/>
                  </a:cubicBezTo>
                  <a:lnTo>
                    <a:pt x="40070" y="43110"/>
                  </a:lnTo>
                  <a:lnTo>
                    <a:pt x="42157" y="42144"/>
                  </a:lnTo>
                  <a:cubicBezTo>
                    <a:pt x="42574" y="41925"/>
                    <a:pt x="43131" y="42012"/>
                    <a:pt x="43502" y="42364"/>
                  </a:cubicBezTo>
                  <a:lnTo>
                    <a:pt x="44661" y="43461"/>
                  </a:lnTo>
                  <a:lnTo>
                    <a:pt x="47676" y="42144"/>
                  </a:lnTo>
                  <a:cubicBezTo>
                    <a:pt x="48047" y="42012"/>
                    <a:pt x="48464" y="42012"/>
                    <a:pt x="48789" y="42232"/>
                  </a:cubicBezTo>
                  <a:cubicBezTo>
                    <a:pt x="49114" y="42451"/>
                    <a:pt x="49345" y="42759"/>
                    <a:pt x="49345" y="43154"/>
                  </a:cubicBezTo>
                  <a:lnTo>
                    <a:pt x="49345" y="43681"/>
                  </a:lnTo>
                  <a:lnTo>
                    <a:pt x="51247" y="43681"/>
                  </a:lnTo>
                  <a:lnTo>
                    <a:pt x="48696" y="40520"/>
                  </a:lnTo>
                  <a:cubicBezTo>
                    <a:pt x="48464" y="40212"/>
                    <a:pt x="48371" y="39817"/>
                    <a:pt x="48557" y="39466"/>
                  </a:cubicBezTo>
                  <a:lnTo>
                    <a:pt x="50180" y="35559"/>
                  </a:lnTo>
                  <a:lnTo>
                    <a:pt x="44568" y="33496"/>
                  </a:lnTo>
                  <a:cubicBezTo>
                    <a:pt x="44105" y="33320"/>
                    <a:pt x="43827" y="32925"/>
                    <a:pt x="43827" y="32486"/>
                  </a:cubicBezTo>
                  <a:lnTo>
                    <a:pt x="43827" y="25638"/>
                  </a:lnTo>
                  <a:lnTo>
                    <a:pt x="41229" y="25638"/>
                  </a:lnTo>
                  <a:cubicBezTo>
                    <a:pt x="40673" y="25638"/>
                    <a:pt x="40209" y="25286"/>
                    <a:pt x="40116" y="24804"/>
                  </a:cubicBezTo>
                  <a:lnTo>
                    <a:pt x="38957" y="20150"/>
                  </a:lnTo>
                  <a:lnTo>
                    <a:pt x="36824" y="9746"/>
                  </a:lnTo>
                  <a:lnTo>
                    <a:pt x="33995" y="9746"/>
                  </a:lnTo>
                  <a:cubicBezTo>
                    <a:pt x="33670" y="9746"/>
                    <a:pt x="33345" y="9614"/>
                    <a:pt x="33113" y="9395"/>
                  </a:cubicBezTo>
                  <a:lnTo>
                    <a:pt x="30841" y="7024"/>
                  </a:lnTo>
                  <a:lnTo>
                    <a:pt x="27316" y="7024"/>
                  </a:lnTo>
                  <a:cubicBezTo>
                    <a:pt x="26992" y="7024"/>
                    <a:pt x="26713" y="6892"/>
                    <a:pt x="26482" y="6717"/>
                  </a:cubicBezTo>
                  <a:lnTo>
                    <a:pt x="24487" y="4829"/>
                  </a:lnTo>
                  <a:lnTo>
                    <a:pt x="19757" y="4829"/>
                  </a:lnTo>
                  <a:cubicBezTo>
                    <a:pt x="19757" y="4829"/>
                    <a:pt x="19293" y="4785"/>
                    <a:pt x="19107" y="4654"/>
                  </a:cubicBezTo>
                  <a:lnTo>
                    <a:pt x="11594" y="0"/>
                  </a:lnTo>
                  <a:lnTo>
                    <a:pt x="9044" y="3161"/>
                  </a:lnTo>
                  <a:cubicBezTo>
                    <a:pt x="8765" y="3468"/>
                    <a:pt x="8348" y="3644"/>
                    <a:pt x="7931" y="3600"/>
                  </a:cubicBezTo>
                  <a:lnTo>
                    <a:pt x="1020" y="2502"/>
                  </a:lnTo>
                  <a:lnTo>
                    <a:pt x="0" y="3556"/>
                  </a:lnTo>
                  <a:lnTo>
                    <a:pt x="5009" y="6936"/>
                  </a:lnTo>
                  <a:cubicBezTo>
                    <a:pt x="5009" y="6936"/>
                    <a:pt x="5333" y="7244"/>
                    <a:pt x="5426" y="74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2" name="Freeform: Shape 2121">
              <a:extLst>
                <a:ext uri="{FF2B5EF4-FFF2-40B4-BE49-F238E27FC236}">
                  <a16:creationId xmlns:a16="http://schemas.microsoft.com/office/drawing/2014/main" id="{519586F8-B0CF-3E2B-54BA-9374C5F99248}"/>
                </a:ext>
              </a:extLst>
            </p:cNvPr>
            <p:cNvSpPr>
              <a:spLocks/>
            </p:cNvSpPr>
            <p:nvPr/>
          </p:nvSpPr>
          <p:spPr>
            <a:xfrm>
              <a:off x="6374128" y="4132435"/>
              <a:ext cx="40495" cy="42199"/>
            </a:xfrm>
            <a:custGeom>
              <a:avLst/>
              <a:gdLst>
                <a:gd name="connsiteX0" fmla="*/ 12800 w 27130"/>
                <a:gd name="connsiteY0" fmla="*/ 4917 h 28271"/>
                <a:gd name="connsiteX1" fmla="*/ 11641 w 27130"/>
                <a:gd name="connsiteY1" fmla="*/ 6014 h 28271"/>
                <a:gd name="connsiteX2" fmla="*/ 4128 w 27130"/>
                <a:gd name="connsiteY2" fmla="*/ 6014 h 28271"/>
                <a:gd name="connsiteX3" fmla="*/ 2968 w 27130"/>
                <a:gd name="connsiteY3" fmla="*/ 4917 h 28271"/>
                <a:gd name="connsiteX4" fmla="*/ 2968 w 27130"/>
                <a:gd name="connsiteY4" fmla="*/ 3073 h 28271"/>
                <a:gd name="connsiteX5" fmla="*/ 1484 w 27130"/>
                <a:gd name="connsiteY5" fmla="*/ 3073 h 28271"/>
                <a:gd name="connsiteX6" fmla="*/ 0 w 27130"/>
                <a:gd name="connsiteY6" fmla="*/ 4785 h 28271"/>
                <a:gd name="connsiteX7" fmla="*/ 3432 w 27130"/>
                <a:gd name="connsiteY7" fmla="*/ 7726 h 28271"/>
                <a:gd name="connsiteX8" fmla="*/ 3803 w 27130"/>
                <a:gd name="connsiteY8" fmla="*/ 8561 h 28271"/>
                <a:gd name="connsiteX9" fmla="*/ 3339 w 27130"/>
                <a:gd name="connsiteY9" fmla="*/ 19272 h 28271"/>
                <a:gd name="connsiteX10" fmla="*/ 7328 w 27130"/>
                <a:gd name="connsiteY10" fmla="*/ 27438 h 28271"/>
                <a:gd name="connsiteX11" fmla="*/ 7328 w 27130"/>
                <a:gd name="connsiteY11" fmla="*/ 28272 h 28271"/>
                <a:gd name="connsiteX12" fmla="*/ 11038 w 27130"/>
                <a:gd name="connsiteY12" fmla="*/ 28272 h 28271"/>
                <a:gd name="connsiteX13" fmla="*/ 18226 w 27130"/>
                <a:gd name="connsiteY13" fmla="*/ 18833 h 28271"/>
                <a:gd name="connsiteX14" fmla="*/ 20406 w 27130"/>
                <a:gd name="connsiteY14" fmla="*/ 14092 h 28271"/>
                <a:gd name="connsiteX15" fmla="*/ 21009 w 27130"/>
                <a:gd name="connsiteY15" fmla="*/ 13521 h 28271"/>
                <a:gd name="connsiteX16" fmla="*/ 26528 w 27130"/>
                <a:gd name="connsiteY16" fmla="*/ 11282 h 28271"/>
                <a:gd name="connsiteX17" fmla="*/ 27131 w 27130"/>
                <a:gd name="connsiteY17" fmla="*/ 7990 h 28271"/>
                <a:gd name="connsiteX18" fmla="*/ 21287 w 27130"/>
                <a:gd name="connsiteY18" fmla="*/ 6848 h 28271"/>
                <a:gd name="connsiteX19" fmla="*/ 20360 w 27130"/>
                <a:gd name="connsiteY19" fmla="*/ 5619 h 28271"/>
                <a:gd name="connsiteX20" fmla="*/ 21055 w 27130"/>
                <a:gd name="connsiteY20" fmla="*/ 0 h 28271"/>
                <a:gd name="connsiteX21" fmla="*/ 12800 w 27130"/>
                <a:gd name="connsiteY21" fmla="*/ 0 h 28271"/>
                <a:gd name="connsiteX22" fmla="*/ 12800 w 27130"/>
                <a:gd name="connsiteY22" fmla="*/ 4873 h 28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130" h="28271">
                  <a:moveTo>
                    <a:pt x="12800" y="4917"/>
                  </a:moveTo>
                  <a:cubicBezTo>
                    <a:pt x="12800" y="5531"/>
                    <a:pt x="12290" y="6014"/>
                    <a:pt x="11641" y="6014"/>
                  </a:cubicBezTo>
                  <a:lnTo>
                    <a:pt x="4128" y="6014"/>
                  </a:lnTo>
                  <a:cubicBezTo>
                    <a:pt x="3478" y="6014"/>
                    <a:pt x="2968" y="5531"/>
                    <a:pt x="2968" y="4917"/>
                  </a:cubicBezTo>
                  <a:lnTo>
                    <a:pt x="2968" y="3073"/>
                  </a:lnTo>
                  <a:lnTo>
                    <a:pt x="1484" y="3073"/>
                  </a:lnTo>
                  <a:lnTo>
                    <a:pt x="0" y="4785"/>
                  </a:lnTo>
                  <a:lnTo>
                    <a:pt x="3432" y="7726"/>
                  </a:lnTo>
                  <a:cubicBezTo>
                    <a:pt x="3664" y="7946"/>
                    <a:pt x="3803" y="8253"/>
                    <a:pt x="3803" y="8561"/>
                  </a:cubicBezTo>
                  <a:lnTo>
                    <a:pt x="3339" y="19272"/>
                  </a:lnTo>
                  <a:lnTo>
                    <a:pt x="7328" y="27438"/>
                  </a:lnTo>
                  <a:lnTo>
                    <a:pt x="7328" y="28272"/>
                  </a:lnTo>
                  <a:lnTo>
                    <a:pt x="11038" y="28272"/>
                  </a:lnTo>
                  <a:lnTo>
                    <a:pt x="18226" y="18833"/>
                  </a:lnTo>
                  <a:lnTo>
                    <a:pt x="20406" y="14092"/>
                  </a:lnTo>
                  <a:cubicBezTo>
                    <a:pt x="20545" y="13829"/>
                    <a:pt x="20731" y="13653"/>
                    <a:pt x="21009" y="13521"/>
                  </a:cubicBezTo>
                  <a:lnTo>
                    <a:pt x="26528" y="11282"/>
                  </a:lnTo>
                  <a:lnTo>
                    <a:pt x="27131" y="7990"/>
                  </a:lnTo>
                  <a:lnTo>
                    <a:pt x="21287" y="6848"/>
                  </a:lnTo>
                  <a:cubicBezTo>
                    <a:pt x="20684" y="6717"/>
                    <a:pt x="20313" y="6190"/>
                    <a:pt x="20360" y="5619"/>
                  </a:cubicBezTo>
                  <a:lnTo>
                    <a:pt x="21055" y="0"/>
                  </a:lnTo>
                  <a:lnTo>
                    <a:pt x="12800" y="0"/>
                  </a:lnTo>
                  <a:lnTo>
                    <a:pt x="12800" y="48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3" name="Freeform: Shape 2122">
              <a:extLst>
                <a:ext uri="{FF2B5EF4-FFF2-40B4-BE49-F238E27FC236}">
                  <a16:creationId xmlns:a16="http://schemas.microsoft.com/office/drawing/2014/main" id="{B10EFFD5-534A-9703-862D-F6F5779D71CE}"/>
                </a:ext>
              </a:extLst>
            </p:cNvPr>
            <p:cNvSpPr>
              <a:spLocks/>
            </p:cNvSpPr>
            <p:nvPr/>
          </p:nvSpPr>
          <p:spPr>
            <a:xfrm>
              <a:off x="6057358" y="2936574"/>
              <a:ext cx="89298" cy="85315"/>
            </a:xfrm>
            <a:custGeom>
              <a:avLst/>
              <a:gdLst>
                <a:gd name="connsiteX0" fmla="*/ 54540 w 59826"/>
                <a:gd name="connsiteY0" fmla="*/ 28667 h 57157"/>
                <a:gd name="connsiteX1" fmla="*/ 54447 w 59826"/>
                <a:gd name="connsiteY1" fmla="*/ 27525 h 57157"/>
                <a:gd name="connsiteX2" fmla="*/ 55467 w 59826"/>
                <a:gd name="connsiteY2" fmla="*/ 26955 h 57157"/>
                <a:gd name="connsiteX3" fmla="*/ 59827 w 59826"/>
                <a:gd name="connsiteY3" fmla="*/ 26955 h 57157"/>
                <a:gd name="connsiteX4" fmla="*/ 54076 w 59826"/>
                <a:gd name="connsiteY4" fmla="*/ 21730 h 57157"/>
                <a:gd name="connsiteX5" fmla="*/ 53844 w 59826"/>
                <a:gd name="connsiteY5" fmla="*/ 20457 h 57157"/>
                <a:gd name="connsiteX6" fmla="*/ 56256 w 59826"/>
                <a:gd name="connsiteY6" fmla="*/ 15892 h 57157"/>
                <a:gd name="connsiteX7" fmla="*/ 55096 w 59826"/>
                <a:gd name="connsiteY7" fmla="*/ 11107 h 57157"/>
                <a:gd name="connsiteX8" fmla="*/ 49948 w 59826"/>
                <a:gd name="connsiteY8" fmla="*/ 11107 h 57157"/>
                <a:gd name="connsiteX9" fmla="*/ 49114 w 59826"/>
                <a:gd name="connsiteY9" fmla="*/ 10755 h 57157"/>
                <a:gd name="connsiteX10" fmla="*/ 46563 w 59826"/>
                <a:gd name="connsiteY10" fmla="*/ 8078 h 57157"/>
                <a:gd name="connsiteX11" fmla="*/ 43595 w 59826"/>
                <a:gd name="connsiteY11" fmla="*/ 8078 h 57157"/>
                <a:gd name="connsiteX12" fmla="*/ 43085 w 59826"/>
                <a:gd name="connsiteY12" fmla="*/ 7990 h 57157"/>
                <a:gd name="connsiteX13" fmla="*/ 37148 w 59826"/>
                <a:gd name="connsiteY13" fmla="*/ 5312 h 57157"/>
                <a:gd name="connsiteX14" fmla="*/ 34551 w 59826"/>
                <a:gd name="connsiteY14" fmla="*/ 7770 h 57157"/>
                <a:gd name="connsiteX15" fmla="*/ 33253 w 59826"/>
                <a:gd name="connsiteY15" fmla="*/ 7990 h 57157"/>
                <a:gd name="connsiteX16" fmla="*/ 19710 w 59826"/>
                <a:gd name="connsiteY16" fmla="*/ 2371 h 57157"/>
                <a:gd name="connsiteX17" fmla="*/ 17345 w 59826"/>
                <a:gd name="connsiteY17" fmla="*/ 4258 h 57157"/>
                <a:gd name="connsiteX18" fmla="*/ 16603 w 59826"/>
                <a:gd name="connsiteY18" fmla="*/ 4522 h 57157"/>
                <a:gd name="connsiteX19" fmla="*/ 14191 w 59826"/>
                <a:gd name="connsiteY19" fmla="*/ 4522 h 57157"/>
                <a:gd name="connsiteX20" fmla="*/ 11038 w 59826"/>
                <a:gd name="connsiteY20" fmla="*/ 7726 h 57157"/>
                <a:gd name="connsiteX21" fmla="*/ 9415 w 59826"/>
                <a:gd name="connsiteY21" fmla="*/ 7814 h 57157"/>
                <a:gd name="connsiteX22" fmla="*/ 0 w 59826"/>
                <a:gd name="connsiteY22" fmla="*/ 0 h 57157"/>
                <a:gd name="connsiteX23" fmla="*/ 1345 w 59826"/>
                <a:gd name="connsiteY23" fmla="*/ 2327 h 57157"/>
                <a:gd name="connsiteX24" fmla="*/ 1484 w 59826"/>
                <a:gd name="connsiteY24" fmla="*/ 2766 h 57157"/>
                <a:gd name="connsiteX25" fmla="*/ 2041 w 59826"/>
                <a:gd name="connsiteY25" fmla="*/ 10931 h 57157"/>
                <a:gd name="connsiteX26" fmla="*/ 7281 w 59826"/>
                <a:gd name="connsiteY26" fmla="*/ 13653 h 57157"/>
                <a:gd name="connsiteX27" fmla="*/ 7884 w 59826"/>
                <a:gd name="connsiteY27" fmla="*/ 14619 h 57157"/>
                <a:gd name="connsiteX28" fmla="*/ 7884 w 59826"/>
                <a:gd name="connsiteY28" fmla="*/ 22609 h 57157"/>
                <a:gd name="connsiteX29" fmla="*/ 24858 w 59826"/>
                <a:gd name="connsiteY29" fmla="*/ 35164 h 57157"/>
                <a:gd name="connsiteX30" fmla="*/ 25276 w 59826"/>
                <a:gd name="connsiteY30" fmla="*/ 35779 h 57157"/>
                <a:gd name="connsiteX31" fmla="*/ 26621 w 59826"/>
                <a:gd name="connsiteY31" fmla="*/ 41749 h 57157"/>
                <a:gd name="connsiteX32" fmla="*/ 31537 w 59826"/>
                <a:gd name="connsiteY32" fmla="*/ 45919 h 57157"/>
                <a:gd name="connsiteX33" fmla="*/ 31908 w 59826"/>
                <a:gd name="connsiteY33" fmla="*/ 46754 h 57157"/>
                <a:gd name="connsiteX34" fmla="*/ 31908 w 59826"/>
                <a:gd name="connsiteY34" fmla="*/ 49826 h 57157"/>
                <a:gd name="connsiteX35" fmla="*/ 35154 w 59826"/>
                <a:gd name="connsiteY35" fmla="*/ 49256 h 57157"/>
                <a:gd name="connsiteX36" fmla="*/ 36313 w 59826"/>
                <a:gd name="connsiteY36" fmla="*/ 49651 h 57157"/>
                <a:gd name="connsiteX37" fmla="*/ 42342 w 59826"/>
                <a:gd name="connsiteY37" fmla="*/ 57158 h 57157"/>
                <a:gd name="connsiteX38" fmla="*/ 42667 w 59826"/>
                <a:gd name="connsiteY38" fmla="*/ 51626 h 57157"/>
                <a:gd name="connsiteX39" fmla="*/ 42899 w 59826"/>
                <a:gd name="connsiteY39" fmla="*/ 51012 h 57157"/>
                <a:gd name="connsiteX40" fmla="*/ 45635 w 59826"/>
                <a:gd name="connsiteY40" fmla="*/ 47631 h 57157"/>
                <a:gd name="connsiteX41" fmla="*/ 47027 w 59826"/>
                <a:gd name="connsiteY41" fmla="*/ 41837 h 57157"/>
                <a:gd name="connsiteX42" fmla="*/ 47676 w 59826"/>
                <a:gd name="connsiteY42" fmla="*/ 41090 h 57157"/>
                <a:gd name="connsiteX43" fmla="*/ 48696 w 59826"/>
                <a:gd name="connsiteY43" fmla="*/ 41090 h 57157"/>
                <a:gd name="connsiteX44" fmla="*/ 50737 w 59826"/>
                <a:gd name="connsiteY44" fmla="*/ 42056 h 57157"/>
                <a:gd name="connsiteX45" fmla="*/ 51386 w 59826"/>
                <a:gd name="connsiteY45" fmla="*/ 38061 h 57157"/>
                <a:gd name="connsiteX46" fmla="*/ 52546 w 59826"/>
                <a:gd name="connsiteY46" fmla="*/ 37139 h 57157"/>
                <a:gd name="connsiteX47" fmla="*/ 56859 w 59826"/>
                <a:gd name="connsiteY47" fmla="*/ 37139 h 57157"/>
                <a:gd name="connsiteX48" fmla="*/ 59549 w 59826"/>
                <a:gd name="connsiteY48" fmla="*/ 35691 h 57157"/>
                <a:gd name="connsiteX49" fmla="*/ 54447 w 59826"/>
                <a:gd name="connsiteY49" fmla="*/ 28711 h 5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9826" h="57157">
                  <a:moveTo>
                    <a:pt x="54540" y="28667"/>
                  </a:moveTo>
                  <a:cubicBezTo>
                    <a:pt x="54308" y="28315"/>
                    <a:pt x="54261" y="27876"/>
                    <a:pt x="54447" y="27525"/>
                  </a:cubicBezTo>
                  <a:cubicBezTo>
                    <a:pt x="54633" y="27174"/>
                    <a:pt x="55050" y="26955"/>
                    <a:pt x="55467" y="26955"/>
                  </a:cubicBezTo>
                  <a:lnTo>
                    <a:pt x="59827" y="26955"/>
                  </a:lnTo>
                  <a:lnTo>
                    <a:pt x="54076" y="21730"/>
                  </a:lnTo>
                  <a:cubicBezTo>
                    <a:pt x="53705" y="21379"/>
                    <a:pt x="53612" y="20896"/>
                    <a:pt x="53844" y="20457"/>
                  </a:cubicBezTo>
                  <a:lnTo>
                    <a:pt x="56256" y="15892"/>
                  </a:lnTo>
                  <a:lnTo>
                    <a:pt x="55096" y="11107"/>
                  </a:lnTo>
                  <a:lnTo>
                    <a:pt x="49948" y="11107"/>
                  </a:lnTo>
                  <a:cubicBezTo>
                    <a:pt x="49624" y="11107"/>
                    <a:pt x="49299" y="10975"/>
                    <a:pt x="49114" y="10755"/>
                  </a:cubicBezTo>
                  <a:lnTo>
                    <a:pt x="46563" y="8078"/>
                  </a:lnTo>
                  <a:lnTo>
                    <a:pt x="43595" y="8078"/>
                  </a:lnTo>
                  <a:cubicBezTo>
                    <a:pt x="43595" y="8078"/>
                    <a:pt x="43270" y="8078"/>
                    <a:pt x="43085" y="7990"/>
                  </a:cubicBezTo>
                  <a:lnTo>
                    <a:pt x="37148" y="5312"/>
                  </a:lnTo>
                  <a:lnTo>
                    <a:pt x="34551" y="7770"/>
                  </a:lnTo>
                  <a:cubicBezTo>
                    <a:pt x="34226" y="8078"/>
                    <a:pt x="33716" y="8165"/>
                    <a:pt x="33253" y="7990"/>
                  </a:cubicBezTo>
                  <a:lnTo>
                    <a:pt x="19710" y="2371"/>
                  </a:lnTo>
                  <a:lnTo>
                    <a:pt x="17345" y="4258"/>
                  </a:lnTo>
                  <a:cubicBezTo>
                    <a:pt x="17345" y="4258"/>
                    <a:pt x="16881" y="4522"/>
                    <a:pt x="16603" y="4522"/>
                  </a:cubicBezTo>
                  <a:lnTo>
                    <a:pt x="14191" y="4522"/>
                  </a:lnTo>
                  <a:lnTo>
                    <a:pt x="11038" y="7726"/>
                  </a:lnTo>
                  <a:cubicBezTo>
                    <a:pt x="10621" y="8165"/>
                    <a:pt x="9878" y="8209"/>
                    <a:pt x="9415" y="7814"/>
                  </a:cubicBezTo>
                  <a:lnTo>
                    <a:pt x="0" y="0"/>
                  </a:lnTo>
                  <a:lnTo>
                    <a:pt x="1345" y="2327"/>
                  </a:lnTo>
                  <a:cubicBezTo>
                    <a:pt x="1345" y="2327"/>
                    <a:pt x="1484" y="2634"/>
                    <a:pt x="1484" y="2766"/>
                  </a:cubicBezTo>
                  <a:lnTo>
                    <a:pt x="2041" y="10931"/>
                  </a:lnTo>
                  <a:lnTo>
                    <a:pt x="7281" y="13653"/>
                  </a:lnTo>
                  <a:cubicBezTo>
                    <a:pt x="7652" y="13828"/>
                    <a:pt x="7884" y="14224"/>
                    <a:pt x="7884" y="14619"/>
                  </a:cubicBezTo>
                  <a:lnTo>
                    <a:pt x="7884" y="22609"/>
                  </a:lnTo>
                  <a:lnTo>
                    <a:pt x="24858" y="35164"/>
                  </a:lnTo>
                  <a:cubicBezTo>
                    <a:pt x="24858" y="35164"/>
                    <a:pt x="25229" y="35559"/>
                    <a:pt x="25276" y="35779"/>
                  </a:cubicBezTo>
                  <a:lnTo>
                    <a:pt x="26621" y="41749"/>
                  </a:lnTo>
                  <a:lnTo>
                    <a:pt x="31537" y="45919"/>
                  </a:lnTo>
                  <a:cubicBezTo>
                    <a:pt x="31769" y="46139"/>
                    <a:pt x="31908" y="46446"/>
                    <a:pt x="31908" y="46754"/>
                  </a:cubicBezTo>
                  <a:lnTo>
                    <a:pt x="31908" y="49826"/>
                  </a:lnTo>
                  <a:lnTo>
                    <a:pt x="35154" y="49256"/>
                  </a:lnTo>
                  <a:cubicBezTo>
                    <a:pt x="35572" y="49168"/>
                    <a:pt x="36035" y="49344"/>
                    <a:pt x="36313" y="49651"/>
                  </a:cubicBezTo>
                  <a:lnTo>
                    <a:pt x="42342" y="57158"/>
                  </a:lnTo>
                  <a:lnTo>
                    <a:pt x="42667" y="51626"/>
                  </a:lnTo>
                  <a:cubicBezTo>
                    <a:pt x="42667" y="51407"/>
                    <a:pt x="42760" y="51187"/>
                    <a:pt x="42899" y="51012"/>
                  </a:cubicBezTo>
                  <a:lnTo>
                    <a:pt x="45635" y="47631"/>
                  </a:lnTo>
                  <a:lnTo>
                    <a:pt x="47027" y="41837"/>
                  </a:lnTo>
                  <a:cubicBezTo>
                    <a:pt x="47119" y="41485"/>
                    <a:pt x="47351" y="41222"/>
                    <a:pt x="47676" y="41090"/>
                  </a:cubicBezTo>
                  <a:cubicBezTo>
                    <a:pt x="48001" y="40959"/>
                    <a:pt x="48372" y="40959"/>
                    <a:pt x="48696" y="41090"/>
                  </a:cubicBezTo>
                  <a:lnTo>
                    <a:pt x="50737" y="42056"/>
                  </a:lnTo>
                  <a:lnTo>
                    <a:pt x="51386" y="38061"/>
                  </a:lnTo>
                  <a:cubicBezTo>
                    <a:pt x="51479" y="37535"/>
                    <a:pt x="51943" y="37139"/>
                    <a:pt x="52546" y="37139"/>
                  </a:cubicBezTo>
                  <a:lnTo>
                    <a:pt x="56859" y="37139"/>
                  </a:lnTo>
                  <a:lnTo>
                    <a:pt x="59549" y="35691"/>
                  </a:lnTo>
                  <a:lnTo>
                    <a:pt x="54447" y="2871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4" name="Freeform: Shape 2123">
              <a:extLst>
                <a:ext uri="{FF2B5EF4-FFF2-40B4-BE49-F238E27FC236}">
                  <a16:creationId xmlns:a16="http://schemas.microsoft.com/office/drawing/2014/main" id="{DB7130BD-9F76-54D7-F72A-88BEE367D9BE}"/>
                </a:ext>
              </a:extLst>
            </p:cNvPr>
            <p:cNvSpPr>
              <a:spLocks/>
            </p:cNvSpPr>
            <p:nvPr/>
          </p:nvSpPr>
          <p:spPr>
            <a:xfrm>
              <a:off x="5397720" y="3499775"/>
              <a:ext cx="388577" cy="348470"/>
            </a:xfrm>
            <a:custGeom>
              <a:avLst/>
              <a:gdLst>
                <a:gd name="connsiteX0" fmla="*/ 208466 w 260330"/>
                <a:gd name="connsiteY0" fmla="*/ 157821 h 233460"/>
                <a:gd name="connsiteX1" fmla="*/ 212779 w 260330"/>
                <a:gd name="connsiteY1" fmla="*/ 153475 h 233460"/>
                <a:gd name="connsiteX2" fmla="*/ 213614 w 260330"/>
                <a:gd name="connsiteY2" fmla="*/ 153123 h 233460"/>
                <a:gd name="connsiteX3" fmla="*/ 248211 w 260330"/>
                <a:gd name="connsiteY3" fmla="*/ 153123 h 233460"/>
                <a:gd name="connsiteX4" fmla="*/ 260316 w 260330"/>
                <a:gd name="connsiteY4" fmla="*/ 132622 h 233460"/>
                <a:gd name="connsiteX5" fmla="*/ 259203 w 260330"/>
                <a:gd name="connsiteY5" fmla="*/ 97063 h 233460"/>
                <a:gd name="connsiteX6" fmla="*/ 253266 w 260330"/>
                <a:gd name="connsiteY6" fmla="*/ 98248 h 233460"/>
                <a:gd name="connsiteX7" fmla="*/ 245800 w 260330"/>
                <a:gd name="connsiteY7" fmla="*/ 98248 h 233460"/>
                <a:gd name="connsiteX8" fmla="*/ 244918 w 260330"/>
                <a:gd name="connsiteY8" fmla="*/ 97897 h 233460"/>
                <a:gd name="connsiteX9" fmla="*/ 242043 w 260330"/>
                <a:gd name="connsiteY9" fmla="*/ 94868 h 233460"/>
                <a:gd name="connsiteX10" fmla="*/ 241904 w 260330"/>
                <a:gd name="connsiteY10" fmla="*/ 93595 h 233460"/>
                <a:gd name="connsiteX11" fmla="*/ 244640 w 260330"/>
                <a:gd name="connsiteY11" fmla="*/ 88898 h 233460"/>
                <a:gd name="connsiteX12" fmla="*/ 244640 w 260330"/>
                <a:gd name="connsiteY12" fmla="*/ 83849 h 233460"/>
                <a:gd name="connsiteX13" fmla="*/ 238286 w 260330"/>
                <a:gd name="connsiteY13" fmla="*/ 81215 h 233460"/>
                <a:gd name="connsiteX14" fmla="*/ 231283 w 260330"/>
                <a:gd name="connsiteY14" fmla="*/ 81215 h 233460"/>
                <a:gd name="connsiteX15" fmla="*/ 230170 w 260330"/>
                <a:gd name="connsiteY15" fmla="*/ 80425 h 233460"/>
                <a:gd name="connsiteX16" fmla="*/ 228826 w 260330"/>
                <a:gd name="connsiteY16" fmla="*/ 76123 h 233460"/>
                <a:gd name="connsiteX17" fmla="*/ 224791 w 260330"/>
                <a:gd name="connsiteY17" fmla="*/ 77791 h 233460"/>
                <a:gd name="connsiteX18" fmla="*/ 223538 w 260330"/>
                <a:gd name="connsiteY18" fmla="*/ 77571 h 233460"/>
                <a:gd name="connsiteX19" fmla="*/ 216814 w 260330"/>
                <a:gd name="connsiteY19" fmla="*/ 71469 h 233460"/>
                <a:gd name="connsiteX20" fmla="*/ 212176 w 260330"/>
                <a:gd name="connsiteY20" fmla="*/ 70372 h 233460"/>
                <a:gd name="connsiteX21" fmla="*/ 211341 w 260330"/>
                <a:gd name="connsiteY21" fmla="*/ 69538 h 233460"/>
                <a:gd name="connsiteX22" fmla="*/ 209718 w 260330"/>
                <a:gd name="connsiteY22" fmla="*/ 62382 h 233460"/>
                <a:gd name="connsiteX23" fmla="*/ 114320 w 260330"/>
                <a:gd name="connsiteY23" fmla="*/ 0 h 233460"/>
                <a:gd name="connsiteX24" fmla="*/ 90899 w 260330"/>
                <a:gd name="connsiteY24" fmla="*/ 0 h 233460"/>
                <a:gd name="connsiteX25" fmla="*/ 106065 w 260330"/>
                <a:gd name="connsiteY25" fmla="*/ 134993 h 233460"/>
                <a:gd name="connsiteX26" fmla="*/ 110610 w 260330"/>
                <a:gd name="connsiteY26" fmla="*/ 136661 h 233460"/>
                <a:gd name="connsiteX27" fmla="*/ 111259 w 260330"/>
                <a:gd name="connsiteY27" fmla="*/ 138066 h 233460"/>
                <a:gd name="connsiteX28" fmla="*/ 105740 w 260330"/>
                <a:gd name="connsiteY28" fmla="*/ 152597 h 233460"/>
                <a:gd name="connsiteX29" fmla="*/ 104627 w 260330"/>
                <a:gd name="connsiteY29" fmla="*/ 153343 h 233460"/>
                <a:gd name="connsiteX30" fmla="*/ 23745 w 260330"/>
                <a:gd name="connsiteY30" fmla="*/ 153343 h 233460"/>
                <a:gd name="connsiteX31" fmla="*/ 23745 w 260330"/>
                <a:gd name="connsiteY31" fmla="*/ 157733 h 233460"/>
                <a:gd name="connsiteX32" fmla="*/ 22586 w 260330"/>
                <a:gd name="connsiteY32" fmla="*/ 158830 h 233460"/>
                <a:gd name="connsiteX33" fmla="*/ 20267 w 260330"/>
                <a:gd name="connsiteY33" fmla="*/ 158830 h 233460"/>
                <a:gd name="connsiteX34" fmla="*/ 19432 w 260330"/>
                <a:gd name="connsiteY34" fmla="*/ 158479 h 233460"/>
                <a:gd name="connsiteX35" fmla="*/ 10899 w 260330"/>
                <a:gd name="connsiteY35" fmla="*/ 149655 h 233460"/>
                <a:gd name="connsiteX36" fmla="*/ 7838 w 260330"/>
                <a:gd name="connsiteY36" fmla="*/ 151982 h 233460"/>
                <a:gd name="connsiteX37" fmla="*/ 7838 w 260330"/>
                <a:gd name="connsiteY37" fmla="*/ 161860 h 233460"/>
                <a:gd name="connsiteX38" fmla="*/ 6957 w 260330"/>
                <a:gd name="connsiteY38" fmla="*/ 162913 h 233460"/>
                <a:gd name="connsiteX39" fmla="*/ 0 w 260330"/>
                <a:gd name="connsiteY39" fmla="*/ 164625 h 233460"/>
                <a:gd name="connsiteX40" fmla="*/ 0 w 260330"/>
                <a:gd name="connsiteY40" fmla="*/ 168401 h 233460"/>
                <a:gd name="connsiteX41" fmla="*/ 4406 w 260330"/>
                <a:gd name="connsiteY41" fmla="*/ 171079 h 233460"/>
                <a:gd name="connsiteX42" fmla="*/ 4916 w 260330"/>
                <a:gd name="connsiteY42" fmla="*/ 172000 h 233460"/>
                <a:gd name="connsiteX43" fmla="*/ 4916 w 260330"/>
                <a:gd name="connsiteY43" fmla="*/ 181395 h 233460"/>
                <a:gd name="connsiteX44" fmla="*/ 6029 w 260330"/>
                <a:gd name="connsiteY44" fmla="*/ 184336 h 233460"/>
                <a:gd name="connsiteX45" fmla="*/ 9275 w 260330"/>
                <a:gd name="connsiteY45" fmla="*/ 184336 h 233460"/>
                <a:gd name="connsiteX46" fmla="*/ 10110 w 260330"/>
                <a:gd name="connsiteY46" fmla="*/ 184644 h 233460"/>
                <a:gd name="connsiteX47" fmla="*/ 16186 w 260330"/>
                <a:gd name="connsiteY47" fmla="*/ 190395 h 233460"/>
                <a:gd name="connsiteX48" fmla="*/ 16510 w 260330"/>
                <a:gd name="connsiteY48" fmla="*/ 191361 h 233460"/>
                <a:gd name="connsiteX49" fmla="*/ 15073 w 260330"/>
                <a:gd name="connsiteY49" fmla="*/ 199043 h 233460"/>
                <a:gd name="connsiteX50" fmla="*/ 13913 w 260330"/>
                <a:gd name="connsiteY50" fmla="*/ 199965 h 233460"/>
                <a:gd name="connsiteX51" fmla="*/ 13635 w 260330"/>
                <a:gd name="connsiteY51" fmla="*/ 199965 h 233460"/>
                <a:gd name="connsiteX52" fmla="*/ 13635 w 260330"/>
                <a:gd name="connsiteY52" fmla="*/ 203345 h 233460"/>
                <a:gd name="connsiteX53" fmla="*/ 15397 w 260330"/>
                <a:gd name="connsiteY53" fmla="*/ 205013 h 233460"/>
                <a:gd name="connsiteX54" fmla="*/ 18644 w 260330"/>
                <a:gd name="connsiteY54" fmla="*/ 201940 h 233460"/>
                <a:gd name="connsiteX55" fmla="*/ 20128 w 260330"/>
                <a:gd name="connsiteY55" fmla="*/ 201809 h 233460"/>
                <a:gd name="connsiteX56" fmla="*/ 25276 w 260330"/>
                <a:gd name="connsiteY56" fmla="*/ 205057 h 233460"/>
                <a:gd name="connsiteX57" fmla="*/ 29542 w 260330"/>
                <a:gd name="connsiteY57" fmla="*/ 199570 h 233460"/>
                <a:gd name="connsiteX58" fmla="*/ 30934 w 260330"/>
                <a:gd name="connsiteY58" fmla="*/ 199219 h 233460"/>
                <a:gd name="connsiteX59" fmla="*/ 37009 w 260330"/>
                <a:gd name="connsiteY59" fmla="*/ 201677 h 233460"/>
                <a:gd name="connsiteX60" fmla="*/ 40255 w 260330"/>
                <a:gd name="connsiteY60" fmla="*/ 203345 h 233460"/>
                <a:gd name="connsiteX61" fmla="*/ 42853 w 260330"/>
                <a:gd name="connsiteY61" fmla="*/ 201765 h 233460"/>
                <a:gd name="connsiteX62" fmla="*/ 45774 w 260330"/>
                <a:gd name="connsiteY62" fmla="*/ 199657 h 233460"/>
                <a:gd name="connsiteX63" fmla="*/ 45774 w 260330"/>
                <a:gd name="connsiteY63" fmla="*/ 197462 h 233460"/>
                <a:gd name="connsiteX64" fmla="*/ 46331 w 260330"/>
                <a:gd name="connsiteY64" fmla="*/ 196497 h 233460"/>
                <a:gd name="connsiteX65" fmla="*/ 47490 w 260330"/>
                <a:gd name="connsiteY65" fmla="*/ 196497 h 233460"/>
                <a:gd name="connsiteX66" fmla="*/ 52685 w 260330"/>
                <a:gd name="connsiteY66" fmla="*/ 199219 h 233460"/>
                <a:gd name="connsiteX67" fmla="*/ 53056 w 260330"/>
                <a:gd name="connsiteY67" fmla="*/ 199570 h 233460"/>
                <a:gd name="connsiteX68" fmla="*/ 57600 w 260330"/>
                <a:gd name="connsiteY68" fmla="*/ 205891 h 233460"/>
                <a:gd name="connsiteX69" fmla="*/ 57462 w 260330"/>
                <a:gd name="connsiteY69" fmla="*/ 207252 h 233460"/>
                <a:gd name="connsiteX70" fmla="*/ 55050 w 260330"/>
                <a:gd name="connsiteY70" fmla="*/ 209667 h 233460"/>
                <a:gd name="connsiteX71" fmla="*/ 62285 w 260330"/>
                <a:gd name="connsiteY71" fmla="*/ 214101 h 233460"/>
                <a:gd name="connsiteX72" fmla="*/ 62795 w 260330"/>
                <a:gd name="connsiteY72" fmla="*/ 214979 h 233460"/>
                <a:gd name="connsiteX73" fmla="*/ 62377 w 260330"/>
                <a:gd name="connsiteY73" fmla="*/ 215901 h 233460"/>
                <a:gd name="connsiteX74" fmla="*/ 58853 w 260330"/>
                <a:gd name="connsiteY74" fmla="*/ 218622 h 233460"/>
                <a:gd name="connsiteX75" fmla="*/ 63119 w 260330"/>
                <a:gd name="connsiteY75" fmla="*/ 218622 h 233460"/>
                <a:gd name="connsiteX76" fmla="*/ 64279 w 260330"/>
                <a:gd name="connsiteY76" fmla="*/ 219720 h 233460"/>
                <a:gd name="connsiteX77" fmla="*/ 64279 w 260330"/>
                <a:gd name="connsiteY77" fmla="*/ 227754 h 233460"/>
                <a:gd name="connsiteX78" fmla="*/ 68406 w 260330"/>
                <a:gd name="connsiteY78" fmla="*/ 231441 h 233460"/>
                <a:gd name="connsiteX79" fmla="*/ 73137 w 260330"/>
                <a:gd name="connsiteY79" fmla="*/ 227929 h 233460"/>
                <a:gd name="connsiteX80" fmla="*/ 74667 w 260330"/>
                <a:gd name="connsiteY80" fmla="*/ 228017 h 233460"/>
                <a:gd name="connsiteX81" fmla="*/ 80697 w 260330"/>
                <a:gd name="connsiteY81" fmla="*/ 233461 h 233460"/>
                <a:gd name="connsiteX82" fmla="*/ 81949 w 260330"/>
                <a:gd name="connsiteY82" fmla="*/ 233461 h 233460"/>
                <a:gd name="connsiteX83" fmla="*/ 81949 w 260330"/>
                <a:gd name="connsiteY83" fmla="*/ 231661 h 233460"/>
                <a:gd name="connsiteX84" fmla="*/ 83108 w 260330"/>
                <a:gd name="connsiteY84" fmla="*/ 230563 h 233460"/>
                <a:gd name="connsiteX85" fmla="*/ 86865 w 260330"/>
                <a:gd name="connsiteY85" fmla="*/ 230563 h 233460"/>
                <a:gd name="connsiteX86" fmla="*/ 86865 w 260330"/>
                <a:gd name="connsiteY86" fmla="*/ 226568 h 233460"/>
                <a:gd name="connsiteX87" fmla="*/ 87699 w 260330"/>
                <a:gd name="connsiteY87" fmla="*/ 225515 h 233460"/>
                <a:gd name="connsiteX88" fmla="*/ 94656 w 260330"/>
                <a:gd name="connsiteY88" fmla="*/ 223583 h 233460"/>
                <a:gd name="connsiteX89" fmla="*/ 95676 w 260330"/>
                <a:gd name="connsiteY89" fmla="*/ 223759 h 233460"/>
                <a:gd name="connsiteX90" fmla="*/ 96140 w 260330"/>
                <a:gd name="connsiteY90" fmla="*/ 224637 h 233460"/>
                <a:gd name="connsiteX91" fmla="*/ 96140 w 260330"/>
                <a:gd name="connsiteY91" fmla="*/ 233417 h 233460"/>
                <a:gd name="connsiteX92" fmla="*/ 99062 w 260330"/>
                <a:gd name="connsiteY92" fmla="*/ 233417 h 233460"/>
                <a:gd name="connsiteX93" fmla="*/ 100546 w 260330"/>
                <a:gd name="connsiteY93" fmla="*/ 229246 h 233460"/>
                <a:gd name="connsiteX94" fmla="*/ 101659 w 260330"/>
                <a:gd name="connsiteY94" fmla="*/ 228500 h 233460"/>
                <a:gd name="connsiteX95" fmla="*/ 105740 w 260330"/>
                <a:gd name="connsiteY95" fmla="*/ 228500 h 233460"/>
                <a:gd name="connsiteX96" fmla="*/ 105740 w 260330"/>
                <a:gd name="connsiteY96" fmla="*/ 224637 h 233460"/>
                <a:gd name="connsiteX97" fmla="*/ 105879 w 260330"/>
                <a:gd name="connsiteY97" fmla="*/ 224066 h 233460"/>
                <a:gd name="connsiteX98" fmla="*/ 107085 w 260330"/>
                <a:gd name="connsiteY98" fmla="*/ 222047 h 233460"/>
                <a:gd name="connsiteX99" fmla="*/ 104998 w 260330"/>
                <a:gd name="connsiteY99" fmla="*/ 220510 h 233460"/>
                <a:gd name="connsiteX100" fmla="*/ 104534 w 260330"/>
                <a:gd name="connsiteY100" fmla="*/ 219764 h 233460"/>
                <a:gd name="connsiteX101" fmla="*/ 104813 w 260330"/>
                <a:gd name="connsiteY101" fmla="*/ 218930 h 233460"/>
                <a:gd name="connsiteX102" fmla="*/ 110192 w 260330"/>
                <a:gd name="connsiteY102" fmla="*/ 213223 h 233460"/>
                <a:gd name="connsiteX103" fmla="*/ 110192 w 260330"/>
                <a:gd name="connsiteY103" fmla="*/ 210325 h 233460"/>
                <a:gd name="connsiteX104" fmla="*/ 107734 w 260330"/>
                <a:gd name="connsiteY104" fmla="*/ 208130 h 233460"/>
                <a:gd name="connsiteX105" fmla="*/ 107410 w 260330"/>
                <a:gd name="connsiteY105" fmla="*/ 207033 h 233460"/>
                <a:gd name="connsiteX106" fmla="*/ 108245 w 260330"/>
                <a:gd name="connsiteY106" fmla="*/ 206242 h 233460"/>
                <a:gd name="connsiteX107" fmla="*/ 118911 w 260330"/>
                <a:gd name="connsiteY107" fmla="*/ 203872 h 233460"/>
                <a:gd name="connsiteX108" fmla="*/ 122111 w 260330"/>
                <a:gd name="connsiteY108" fmla="*/ 199921 h 233460"/>
                <a:gd name="connsiteX109" fmla="*/ 121045 w 260330"/>
                <a:gd name="connsiteY109" fmla="*/ 195311 h 233460"/>
                <a:gd name="connsiteX110" fmla="*/ 121833 w 260330"/>
                <a:gd name="connsiteY110" fmla="*/ 194038 h 233460"/>
                <a:gd name="connsiteX111" fmla="*/ 124940 w 260330"/>
                <a:gd name="connsiteY111" fmla="*/ 193160 h 233460"/>
                <a:gd name="connsiteX112" fmla="*/ 122807 w 260330"/>
                <a:gd name="connsiteY112" fmla="*/ 188244 h 233460"/>
                <a:gd name="connsiteX113" fmla="*/ 123085 w 260330"/>
                <a:gd name="connsiteY113" fmla="*/ 187014 h 233460"/>
                <a:gd name="connsiteX114" fmla="*/ 128001 w 260330"/>
                <a:gd name="connsiteY114" fmla="*/ 182624 h 233460"/>
                <a:gd name="connsiteX115" fmla="*/ 129300 w 260330"/>
                <a:gd name="connsiteY115" fmla="*/ 182405 h 233460"/>
                <a:gd name="connsiteX116" fmla="*/ 137138 w 260330"/>
                <a:gd name="connsiteY116" fmla="*/ 185873 h 233460"/>
                <a:gd name="connsiteX117" fmla="*/ 141265 w 260330"/>
                <a:gd name="connsiteY117" fmla="*/ 185653 h 233460"/>
                <a:gd name="connsiteX118" fmla="*/ 141265 w 260330"/>
                <a:gd name="connsiteY118" fmla="*/ 179288 h 233460"/>
                <a:gd name="connsiteX119" fmla="*/ 142425 w 260330"/>
                <a:gd name="connsiteY119" fmla="*/ 178191 h 233460"/>
                <a:gd name="connsiteX120" fmla="*/ 147062 w 260330"/>
                <a:gd name="connsiteY120" fmla="*/ 178191 h 233460"/>
                <a:gd name="connsiteX121" fmla="*/ 147062 w 260330"/>
                <a:gd name="connsiteY121" fmla="*/ 172966 h 233460"/>
                <a:gd name="connsiteX122" fmla="*/ 147711 w 260330"/>
                <a:gd name="connsiteY122" fmla="*/ 171957 h 233460"/>
                <a:gd name="connsiteX123" fmla="*/ 153787 w 260330"/>
                <a:gd name="connsiteY123" fmla="*/ 169235 h 233460"/>
                <a:gd name="connsiteX124" fmla="*/ 154483 w 260330"/>
                <a:gd name="connsiteY124" fmla="*/ 169147 h 233460"/>
                <a:gd name="connsiteX125" fmla="*/ 161532 w 260330"/>
                <a:gd name="connsiteY125" fmla="*/ 170288 h 233460"/>
                <a:gd name="connsiteX126" fmla="*/ 161532 w 260330"/>
                <a:gd name="connsiteY126" fmla="*/ 166645 h 233460"/>
                <a:gd name="connsiteX127" fmla="*/ 162367 w 260330"/>
                <a:gd name="connsiteY127" fmla="*/ 165591 h 233460"/>
                <a:gd name="connsiteX128" fmla="*/ 172570 w 260330"/>
                <a:gd name="connsiteY128" fmla="*/ 162650 h 233460"/>
                <a:gd name="connsiteX129" fmla="*/ 180500 w 260330"/>
                <a:gd name="connsiteY129" fmla="*/ 156197 h 233460"/>
                <a:gd name="connsiteX130" fmla="*/ 181521 w 260330"/>
                <a:gd name="connsiteY130" fmla="*/ 155977 h 233460"/>
                <a:gd name="connsiteX131" fmla="*/ 191816 w 260330"/>
                <a:gd name="connsiteY131" fmla="*/ 158128 h 233460"/>
                <a:gd name="connsiteX132" fmla="*/ 196037 w 260330"/>
                <a:gd name="connsiteY132" fmla="*/ 157996 h 233460"/>
                <a:gd name="connsiteX133" fmla="*/ 196037 w 260330"/>
                <a:gd name="connsiteY133" fmla="*/ 157996 h 233460"/>
                <a:gd name="connsiteX134" fmla="*/ 196037 w 260330"/>
                <a:gd name="connsiteY134" fmla="*/ 157996 h 233460"/>
                <a:gd name="connsiteX135" fmla="*/ 208327 w 260330"/>
                <a:gd name="connsiteY135" fmla="*/ 157601 h 23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260330" h="233460">
                  <a:moveTo>
                    <a:pt x="208466" y="157821"/>
                  </a:moveTo>
                  <a:lnTo>
                    <a:pt x="212779" y="153475"/>
                  </a:lnTo>
                  <a:cubicBezTo>
                    <a:pt x="213011" y="153255"/>
                    <a:pt x="213289" y="153123"/>
                    <a:pt x="213614" y="153123"/>
                  </a:cubicBezTo>
                  <a:lnTo>
                    <a:pt x="248211" y="153123"/>
                  </a:lnTo>
                  <a:cubicBezTo>
                    <a:pt x="250252" y="151104"/>
                    <a:pt x="260779" y="140041"/>
                    <a:pt x="260316" y="132622"/>
                  </a:cubicBezTo>
                  <a:cubicBezTo>
                    <a:pt x="259806" y="124984"/>
                    <a:pt x="259342" y="102726"/>
                    <a:pt x="259203" y="97063"/>
                  </a:cubicBezTo>
                  <a:lnTo>
                    <a:pt x="253266" y="98248"/>
                  </a:lnTo>
                  <a:lnTo>
                    <a:pt x="245800" y="98248"/>
                  </a:lnTo>
                  <a:cubicBezTo>
                    <a:pt x="245475" y="98248"/>
                    <a:pt x="245150" y="98161"/>
                    <a:pt x="244918" y="97897"/>
                  </a:cubicBezTo>
                  <a:lnTo>
                    <a:pt x="242043" y="94868"/>
                  </a:lnTo>
                  <a:cubicBezTo>
                    <a:pt x="241718" y="94517"/>
                    <a:pt x="241625" y="93990"/>
                    <a:pt x="241904" y="93595"/>
                  </a:cubicBezTo>
                  <a:lnTo>
                    <a:pt x="244640" y="88898"/>
                  </a:lnTo>
                  <a:lnTo>
                    <a:pt x="244640" y="83849"/>
                  </a:lnTo>
                  <a:lnTo>
                    <a:pt x="238286" y="81215"/>
                  </a:lnTo>
                  <a:lnTo>
                    <a:pt x="231283" y="81215"/>
                  </a:lnTo>
                  <a:cubicBezTo>
                    <a:pt x="230773" y="81215"/>
                    <a:pt x="230309" y="80908"/>
                    <a:pt x="230170" y="80425"/>
                  </a:cubicBezTo>
                  <a:lnTo>
                    <a:pt x="228826" y="76123"/>
                  </a:lnTo>
                  <a:lnTo>
                    <a:pt x="224791" y="77791"/>
                  </a:lnTo>
                  <a:cubicBezTo>
                    <a:pt x="224373" y="77967"/>
                    <a:pt x="223863" y="77879"/>
                    <a:pt x="223538" y="77571"/>
                  </a:cubicBezTo>
                  <a:lnTo>
                    <a:pt x="216814" y="71469"/>
                  </a:lnTo>
                  <a:lnTo>
                    <a:pt x="212176" y="70372"/>
                  </a:lnTo>
                  <a:cubicBezTo>
                    <a:pt x="211758" y="70284"/>
                    <a:pt x="211434" y="69933"/>
                    <a:pt x="211341" y="69538"/>
                  </a:cubicBezTo>
                  <a:lnTo>
                    <a:pt x="209718" y="62382"/>
                  </a:lnTo>
                  <a:lnTo>
                    <a:pt x="114320" y="0"/>
                  </a:lnTo>
                  <a:lnTo>
                    <a:pt x="90899" y="0"/>
                  </a:lnTo>
                  <a:lnTo>
                    <a:pt x="106065" y="134993"/>
                  </a:lnTo>
                  <a:lnTo>
                    <a:pt x="110610" y="136661"/>
                  </a:lnTo>
                  <a:cubicBezTo>
                    <a:pt x="111213" y="136880"/>
                    <a:pt x="111491" y="137495"/>
                    <a:pt x="111259" y="138066"/>
                  </a:cubicBezTo>
                  <a:lnTo>
                    <a:pt x="105740" y="152597"/>
                  </a:lnTo>
                  <a:cubicBezTo>
                    <a:pt x="105555" y="153036"/>
                    <a:pt x="105137" y="153343"/>
                    <a:pt x="104627" y="153343"/>
                  </a:cubicBezTo>
                  <a:lnTo>
                    <a:pt x="23745" y="153343"/>
                  </a:lnTo>
                  <a:lnTo>
                    <a:pt x="23745" y="157733"/>
                  </a:lnTo>
                  <a:cubicBezTo>
                    <a:pt x="23745" y="158348"/>
                    <a:pt x="23235" y="158830"/>
                    <a:pt x="22586" y="158830"/>
                  </a:cubicBezTo>
                  <a:lnTo>
                    <a:pt x="20267" y="158830"/>
                  </a:lnTo>
                  <a:cubicBezTo>
                    <a:pt x="19942" y="158830"/>
                    <a:pt x="19617" y="158699"/>
                    <a:pt x="19432" y="158479"/>
                  </a:cubicBezTo>
                  <a:lnTo>
                    <a:pt x="10899" y="149655"/>
                  </a:lnTo>
                  <a:lnTo>
                    <a:pt x="7838" y="151982"/>
                  </a:lnTo>
                  <a:lnTo>
                    <a:pt x="7838" y="161860"/>
                  </a:lnTo>
                  <a:cubicBezTo>
                    <a:pt x="7838" y="162342"/>
                    <a:pt x="7467" y="162782"/>
                    <a:pt x="6957" y="162913"/>
                  </a:cubicBezTo>
                  <a:lnTo>
                    <a:pt x="0" y="164625"/>
                  </a:lnTo>
                  <a:lnTo>
                    <a:pt x="0" y="168401"/>
                  </a:lnTo>
                  <a:lnTo>
                    <a:pt x="4406" y="171079"/>
                  </a:lnTo>
                  <a:cubicBezTo>
                    <a:pt x="4731" y="171298"/>
                    <a:pt x="4916" y="171606"/>
                    <a:pt x="4916" y="172000"/>
                  </a:cubicBezTo>
                  <a:lnTo>
                    <a:pt x="4916" y="181395"/>
                  </a:lnTo>
                  <a:lnTo>
                    <a:pt x="6029" y="184336"/>
                  </a:lnTo>
                  <a:lnTo>
                    <a:pt x="9275" y="184336"/>
                  </a:lnTo>
                  <a:cubicBezTo>
                    <a:pt x="9600" y="184336"/>
                    <a:pt x="9878" y="184468"/>
                    <a:pt x="10110" y="184644"/>
                  </a:cubicBezTo>
                  <a:lnTo>
                    <a:pt x="16186" y="190395"/>
                  </a:lnTo>
                  <a:cubicBezTo>
                    <a:pt x="16464" y="190658"/>
                    <a:pt x="16557" y="191009"/>
                    <a:pt x="16510" y="191361"/>
                  </a:cubicBezTo>
                  <a:lnTo>
                    <a:pt x="15073" y="199043"/>
                  </a:lnTo>
                  <a:cubicBezTo>
                    <a:pt x="14980" y="199570"/>
                    <a:pt x="14516" y="199965"/>
                    <a:pt x="13913" y="199965"/>
                  </a:cubicBezTo>
                  <a:lnTo>
                    <a:pt x="13635" y="199965"/>
                  </a:lnTo>
                  <a:lnTo>
                    <a:pt x="13635" y="203345"/>
                  </a:lnTo>
                  <a:lnTo>
                    <a:pt x="15397" y="205013"/>
                  </a:lnTo>
                  <a:lnTo>
                    <a:pt x="18644" y="201940"/>
                  </a:lnTo>
                  <a:cubicBezTo>
                    <a:pt x="19015" y="201589"/>
                    <a:pt x="19664" y="201501"/>
                    <a:pt x="20128" y="201809"/>
                  </a:cubicBezTo>
                  <a:lnTo>
                    <a:pt x="25276" y="205057"/>
                  </a:lnTo>
                  <a:lnTo>
                    <a:pt x="29542" y="199570"/>
                  </a:lnTo>
                  <a:cubicBezTo>
                    <a:pt x="29867" y="199175"/>
                    <a:pt x="30423" y="198999"/>
                    <a:pt x="30934" y="199219"/>
                  </a:cubicBezTo>
                  <a:lnTo>
                    <a:pt x="37009" y="201677"/>
                  </a:lnTo>
                  <a:lnTo>
                    <a:pt x="40255" y="203345"/>
                  </a:lnTo>
                  <a:lnTo>
                    <a:pt x="42853" y="201765"/>
                  </a:lnTo>
                  <a:lnTo>
                    <a:pt x="45774" y="199657"/>
                  </a:lnTo>
                  <a:lnTo>
                    <a:pt x="45774" y="197462"/>
                  </a:lnTo>
                  <a:cubicBezTo>
                    <a:pt x="45774" y="197067"/>
                    <a:pt x="46006" y="196716"/>
                    <a:pt x="46331" y="196497"/>
                  </a:cubicBezTo>
                  <a:cubicBezTo>
                    <a:pt x="46702" y="196321"/>
                    <a:pt x="47119" y="196321"/>
                    <a:pt x="47490" y="196497"/>
                  </a:cubicBezTo>
                  <a:lnTo>
                    <a:pt x="52685" y="199219"/>
                  </a:lnTo>
                  <a:cubicBezTo>
                    <a:pt x="52685" y="199219"/>
                    <a:pt x="52963" y="199438"/>
                    <a:pt x="53056" y="199570"/>
                  </a:cubicBezTo>
                  <a:lnTo>
                    <a:pt x="57600" y="205891"/>
                  </a:lnTo>
                  <a:cubicBezTo>
                    <a:pt x="57925" y="206330"/>
                    <a:pt x="57879" y="206901"/>
                    <a:pt x="57462" y="207252"/>
                  </a:cubicBezTo>
                  <a:lnTo>
                    <a:pt x="55050" y="209667"/>
                  </a:lnTo>
                  <a:lnTo>
                    <a:pt x="62285" y="214101"/>
                  </a:lnTo>
                  <a:cubicBezTo>
                    <a:pt x="62609" y="214276"/>
                    <a:pt x="62795" y="214628"/>
                    <a:pt x="62795" y="214979"/>
                  </a:cubicBezTo>
                  <a:cubicBezTo>
                    <a:pt x="62795" y="215330"/>
                    <a:pt x="62656" y="215681"/>
                    <a:pt x="62377" y="215901"/>
                  </a:cubicBezTo>
                  <a:lnTo>
                    <a:pt x="58853" y="218622"/>
                  </a:lnTo>
                  <a:lnTo>
                    <a:pt x="63119" y="218622"/>
                  </a:lnTo>
                  <a:cubicBezTo>
                    <a:pt x="63769" y="218622"/>
                    <a:pt x="64279" y="219105"/>
                    <a:pt x="64279" y="219720"/>
                  </a:cubicBezTo>
                  <a:lnTo>
                    <a:pt x="64279" y="227754"/>
                  </a:lnTo>
                  <a:lnTo>
                    <a:pt x="68406" y="231441"/>
                  </a:lnTo>
                  <a:lnTo>
                    <a:pt x="73137" y="227929"/>
                  </a:lnTo>
                  <a:cubicBezTo>
                    <a:pt x="73601" y="227578"/>
                    <a:pt x="74250" y="227622"/>
                    <a:pt x="74667" y="228017"/>
                  </a:cubicBezTo>
                  <a:lnTo>
                    <a:pt x="80697" y="233461"/>
                  </a:lnTo>
                  <a:lnTo>
                    <a:pt x="81949" y="233461"/>
                  </a:lnTo>
                  <a:lnTo>
                    <a:pt x="81949" y="231661"/>
                  </a:lnTo>
                  <a:cubicBezTo>
                    <a:pt x="81949" y="231046"/>
                    <a:pt x="82459" y="230563"/>
                    <a:pt x="83108" y="230563"/>
                  </a:cubicBezTo>
                  <a:lnTo>
                    <a:pt x="86865" y="230563"/>
                  </a:lnTo>
                  <a:lnTo>
                    <a:pt x="86865" y="226568"/>
                  </a:lnTo>
                  <a:cubicBezTo>
                    <a:pt x="86865" y="226085"/>
                    <a:pt x="87189" y="225646"/>
                    <a:pt x="87699" y="225515"/>
                  </a:cubicBezTo>
                  <a:lnTo>
                    <a:pt x="94656" y="223583"/>
                  </a:lnTo>
                  <a:cubicBezTo>
                    <a:pt x="95027" y="223495"/>
                    <a:pt x="95398" y="223583"/>
                    <a:pt x="95676" y="223759"/>
                  </a:cubicBezTo>
                  <a:cubicBezTo>
                    <a:pt x="95955" y="223978"/>
                    <a:pt x="96140" y="224286"/>
                    <a:pt x="96140" y="224637"/>
                  </a:cubicBezTo>
                  <a:lnTo>
                    <a:pt x="96140" y="233417"/>
                  </a:lnTo>
                  <a:lnTo>
                    <a:pt x="99062" y="233417"/>
                  </a:lnTo>
                  <a:lnTo>
                    <a:pt x="100546" y="229246"/>
                  </a:lnTo>
                  <a:cubicBezTo>
                    <a:pt x="100685" y="228807"/>
                    <a:pt x="101149" y="228500"/>
                    <a:pt x="101659" y="228500"/>
                  </a:cubicBezTo>
                  <a:lnTo>
                    <a:pt x="105740" y="228500"/>
                  </a:lnTo>
                  <a:lnTo>
                    <a:pt x="105740" y="224637"/>
                  </a:lnTo>
                  <a:cubicBezTo>
                    <a:pt x="105740" y="224637"/>
                    <a:pt x="105787" y="224242"/>
                    <a:pt x="105879" y="224066"/>
                  </a:cubicBezTo>
                  <a:lnTo>
                    <a:pt x="107085" y="222047"/>
                  </a:lnTo>
                  <a:lnTo>
                    <a:pt x="104998" y="220510"/>
                  </a:lnTo>
                  <a:cubicBezTo>
                    <a:pt x="104766" y="220334"/>
                    <a:pt x="104581" y="220027"/>
                    <a:pt x="104534" y="219764"/>
                  </a:cubicBezTo>
                  <a:cubicBezTo>
                    <a:pt x="104534" y="219456"/>
                    <a:pt x="104627" y="219149"/>
                    <a:pt x="104813" y="218930"/>
                  </a:cubicBezTo>
                  <a:lnTo>
                    <a:pt x="110192" y="213223"/>
                  </a:lnTo>
                  <a:lnTo>
                    <a:pt x="110192" y="210325"/>
                  </a:lnTo>
                  <a:lnTo>
                    <a:pt x="107734" y="208130"/>
                  </a:lnTo>
                  <a:cubicBezTo>
                    <a:pt x="107410" y="207867"/>
                    <a:pt x="107317" y="207428"/>
                    <a:pt x="107410" y="207033"/>
                  </a:cubicBezTo>
                  <a:cubicBezTo>
                    <a:pt x="107502" y="206638"/>
                    <a:pt x="107827" y="206330"/>
                    <a:pt x="108245" y="206242"/>
                  </a:cubicBezTo>
                  <a:lnTo>
                    <a:pt x="118911" y="203872"/>
                  </a:lnTo>
                  <a:lnTo>
                    <a:pt x="122111" y="199921"/>
                  </a:lnTo>
                  <a:lnTo>
                    <a:pt x="121045" y="195311"/>
                  </a:lnTo>
                  <a:cubicBezTo>
                    <a:pt x="120906" y="194741"/>
                    <a:pt x="121277" y="194214"/>
                    <a:pt x="121833" y="194038"/>
                  </a:cubicBezTo>
                  <a:lnTo>
                    <a:pt x="124940" y="193160"/>
                  </a:lnTo>
                  <a:lnTo>
                    <a:pt x="122807" y="188244"/>
                  </a:lnTo>
                  <a:cubicBezTo>
                    <a:pt x="122622" y="187805"/>
                    <a:pt x="122714" y="187322"/>
                    <a:pt x="123085" y="187014"/>
                  </a:cubicBezTo>
                  <a:lnTo>
                    <a:pt x="128001" y="182624"/>
                  </a:lnTo>
                  <a:cubicBezTo>
                    <a:pt x="128326" y="182317"/>
                    <a:pt x="128836" y="182229"/>
                    <a:pt x="129300" y="182405"/>
                  </a:cubicBezTo>
                  <a:lnTo>
                    <a:pt x="137138" y="185873"/>
                  </a:lnTo>
                  <a:lnTo>
                    <a:pt x="141265" y="185653"/>
                  </a:lnTo>
                  <a:lnTo>
                    <a:pt x="141265" y="179288"/>
                  </a:lnTo>
                  <a:cubicBezTo>
                    <a:pt x="141265" y="178673"/>
                    <a:pt x="141775" y="178191"/>
                    <a:pt x="142425" y="178191"/>
                  </a:cubicBezTo>
                  <a:lnTo>
                    <a:pt x="147062" y="178191"/>
                  </a:lnTo>
                  <a:lnTo>
                    <a:pt x="147062" y="172966"/>
                  </a:lnTo>
                  <a:cubicBezTo>
                    <a:pt x="147062" y="172527"/>
                    <a:pt x="147341" y="172176"/>
                    <a:pt x="147711" y="171957"/>
                  </a:cubicBezTo>
                  <a:lnTo>
                    <a:pt x="153787" y="169235"/>
                  </a:lnTo>
                  <a:cubicBezTo>
                    <a:pt x="153787" y="169235"/>
                    <a:pt x="154251" y="169103"/>
                    <a:pt x="154483" y="169147"/>
                  </a:cubicBezTo>
                  <a:lnTo>
                    <a:pt x="161532" y="170288"/>
                  </a:lnTo>
                  <a:lnTo>
                    <a:pt x="161532" y="166645"/>
                  </a:lnTo>
                  <a:cubicBezTo>
                    <a:pt x="161532" y="166162"/>
                    <a:pt x="161857" y="165723"/>
                    <a:pt x="162367" y="165591"/>
                  </a:cubicBezTo>
                  <a:lnTo>
                    <a:pt x="172570" y="162650"/>
                  </a:lnTo>
                  <a:lnTo>
                    <a:pt x="180500" y="156197"/>
                  </a:lnTo>
                  <a:cubicBezTo>
                    <a:pt x="180778" y="155977"/>
                    <a:pt x="181150" y="155889"/>
                    <a:pt x="181521" y="155977"/>
                  </a:cubicBezTo>
                  <a:lnTo>
                    <a:pt x="191816" y="158128"/>
                  </a:lnTo>
                  <a:lnTo>
                    <a:pt x="196037" y="157996"/>
                  </a:lnTo>
                  <a:lnTo>
                    <a:pt x="196037" y="157996"/>
                  </a:lnTo>
                  <a:cubicBezTo>
                    <a:pt x="196037" y="157996"/>
                    <a:pt x="196037" y="157996"/>
                    <a:pt x="196037" y="157996"/>
                  </a:cubicBezTo>
                  <a:lnTo>
                    <a:pt x="208327" y="15760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5" name="Freeform: Shape 2124">
              <a:extLst>
                <a:ext uri="{FF2B5EF4-FFF2-40B4-BE49-F238E27FC236}">
                  <a16:creationId xmlns:a16="http://schemas.microsoft.com/office/drawing/2014/main" id="{B62C9D71-4843-7BB3-DFC4-AC6520E63CF4}"/>
                </a:ext>
              </a:extLst>
            </p:cNvPr>
            <p:cNvSpPr>
              <a:spLocks/>
            </p:cNvSpPr>
            <p:nvPr/>
          </p:nvSpPr>
          <p:spPr>
            <a:xfrm>
              <a:off x="5831064" y="2858073"/>
              <a:ext cx="102037" cy="62380"/>
            </a:xfrm>
            <a:custGeom>
              <a:avLst/>
              <a:gdLst>
                <a:gd name="connsiteX0" fmla="*/ 62656 w 68360"/>
                <a:gd name="connsiteY0" fmla="*/ 21292 h 41792"/>
                <a:gd name="connsiteX1" fmla="*/ 62146 w 68360"/>
                <a:gd name="connsiteY1" fmla="*/ 21379 h 41792"/>
                <a:gd name="connsiteX2" fmla="*/ 61172 w 68360"/>
                <a:gd name="connsiteY2" fmla="*/ 20853 h 41792"/>
                <a:gd name="connsiteX3" fmla="*/ 58111 w 68360"/>
                <a:gd name="connsiteY3" fmla="*/ 16155 h 41792"/>
                <a:gd name="connsiteX4" fmla="*/ 52592 w 68360"/>
                <a:gd name="connsiteY4" fmla="*/ 16155 h 41792"/>
                <a:gd name="connsiteX5" fmla="*/ 51618 w 68360"/>
                <a:gd name="connsiteY5" fmla="*/ 15672 h 41792"/>
                <a:gd name="connsiteX6" fmla="*/ 51525 w 68360"/>
                <a:gd name="connsiteY6" fmla="*/ 14619 h 41792"/>
                <a:gd name="connsiteX7" fmla="*/ 53983 w 68360"/>
                <a:gd name="connsiteY7" fmla="*/ 9395 h 41792"/>
                <a:gd name="connsiteX8" fmla="*/ 54169 w 68360"/>
                <a:gd name="connsiteY8" fmla="*/ 9131 h 41792"/>
                <a:gd name="connsiteX9" fmla="*/ 56256 w 68360"/>
                <a:gd name="connsiteY9" fmla="*/ 6848 h 41792"/>
                <a:gd name="connsiteX10" fmla="*/ 55050 w 68360"/>
                <a:gd name="connsiteY10" fmla="*/ 6848 h 41792"/>
                <a:gd name="connsiteX11" fmla="*/ 54215 w 68360"/>
                <a:gd name="connsiteY11" fmla="*/ 6497 h 41792"/>
                <a:gd name="connsiteX12" fmla="*/ 50088 w 68360"/>
                <a:gd name="connsiteY12" fmla="*/ 2327 h 41792"/>
                <a:gd name="connsiteX13" fmla="*/ 43919 w 68360"/>
                <a:gd name="connsiteY13" fmla="*/ 2327 h 41792"/>
                <a:gd name="connsiteX14" fmla="*/ 43409 w 68360"/>
                <a:gd name="connsiteY14" fmla="*/ 2195 h 41792"/>
                <a:gd name="connsiteX15" fmla="*/ 38725 w 68360"/>
                <a:gd name="connsiteY15" fmla="*/ 0 h 41792"/>
                <a:gd name="connsiteX16" fmla="*/ 37798 w 68360"/>
                <a:gd name="connsiteY16" fmla="*/ 1098 h 41792"/>
                <a:gd name="connsiteX17" fmla="*/ 39328 w 68360"/>
                <a:gd name="connsiteY17" fmla="*/ 3161 h 41792"/>
                <a:gd name="connsiteX18" fmla="*/ 39421 w 68360"/>
                <a:gd name="connsiteY18" fmla="*/ 4302 h 41792"/>
                <a:gd name="connsiteX19" fmla="*/ 38401 w 68360"/>
                <a:gd name="connsiteY19" fmla="*/ 4873 h 41792"/>
                <a:gd name="connsiteX20" fmla="*/ 24163 w 68360"/>
                <a:gd name="connsiteY20" fmla="*/ 4873 h 41792"/>
                <a:gd name="connsiteX21" fmla="*/ 21009 w 68360"/>
                <a:gd name="connsiteY21" fmla="*/ 8341 h 41792"/>
                <a:gd name="connsiteX22" fmla="*/ 19664 w 68360"/>
                <a:gd name="connsiteY22" fmla="*/ 8648 h 41792"/>
                <a:gd name="connsiteX23" fmla="*/ 14470 w 68360"/>
                <a:gd name="connsiteY23" fmla="*/ 6453 h 41792"/>
                <a:gd name="connsiteX24" fmla="*/ 13032 w 68360"/>
                <a:gd name="connsiteY24" fmla="*/ 7463 h 41792"/>
                <a:gd name="connsiteX25" fmla="*/ 15397 w 68360"/>
                <a:gd name="connsiteY25" fmla="*/ 8604 h 41792"/>
                <a:gd name="connsiteX26" fmla="*/ 16047 w 68360"/>
                <a:gd name="connsiteY26" fmla="*/ 9482 h 41792"/>
                <a:gd name="connsiteX27" fmla="*/ 15629 w 68360"/>
                <a:gd name="connsiteY27" fmla="*/ 10448 h 41792"/>
                <a:gd name="connsiteX28" fmla="*/ 6308 w 68360"/>
                <a:gd name="connsiteY28" fmla="*/ 17472 h 41792"/>
                <a:gd name="connsiteX29" fmla="*/ 6818 w 68360"/>
                <a:gd name="connsiteY29" fmla="*/ 20984 h 41792"/>
                <a:gd name="connsiteX30" fmla="*/ 6354 w 68360"/>
                <a:gd name="connsiteY30" fmla="*/ 22038 h 41792"/>
                <a:gd name="connsiteX31" fmla="*/ 0 w 68360"/>
                <a:gd name="connsiteY31" fmla="*/ 26296 h 41792"/>
                <a:gd name="connsiteX32" fmla="*/ 1299 w 68360"/>
                <a:gd name="connsiteY32" fmla="*/ 32442 h 41792"/>
                <a:gd name="connsiteX33" fmla="*/ 3803 w 68360"/>
                <a:gd name="connsiteY33" fmla="*/ 28535 h 41792"/>
                <a:gd name="connsiteX34" fmla="*/ 4823 w 68360"/>
                <a:gd name="connsiteY34" fmla="*/ 28008 h 41792"/>
                <a:gd name="connsiteX35" fmla="*/ 11224 w 68360"/>
                <a:gd name="connsiteY35" fmla="*/ 28272 h 41792"/>
                <a:gd name="connsiteX36" fmla="*/ 12337 w 68360"/>
                <a:gd name="connsiteY36" fmla="*/ 29325 h 41792"/>
                <a:gd name="connsiteX37" fmla="*/ 12615 w 68360"/>
                <a:gd name="connsiteY37" fmla="*/ 34901 h 41792"/>
                <a:gd name="connsiteX38" fmla="*/ 16881 w 68360"/>
                <a:gd name="connsiteY38" fmla="*/ 38676 h 41792"/>
                <a:gd name="connsiteX39" fmla="*/ 29079 w 68360"/>
                <a:gd name="connsiteY39" fmla="*/ 38676 h 41792"/>
                <a:gd name="connsiteX40" fmla="*/ 31073 w 68360"/>
                <a:gd name="connsiteY40" fmla="*/ 35120 h 41792"/>
                <a:gd name="connsiteX41" fmla="*/ 31073 w 68360"/>
                <a:gd name="connsiteY41" fmla="*/ 32398 h 41792"/>
                <a:gd name="connsiteX42" fmla="*/ 31397 w 68360"/>
                <a:gd name="connsiteY42" fmla="*/ 31652 h 41792"/>
                <a:gd name="connsiteX43" fmla="*/ 35618 w 68360"/>
                <a:gd name="connsiteY43" fmla="*/ 27525 h 41792"/>
                <a:gd name="connsiteX44" fmla="*/ 36870 w 68360"/>
                <a:gd name="connsiteY44" fmla="*/ 27262 h 41792"/>
                <a:gd name="connsiteX45" fmla="*/ 37612 w 68360"/>
                <a:gd name="connsiteY45" fmla="*/ 28272 h 41792"/>
                <a:gd name="connsiteX46" fmla="*/ 37612 w 68360"/>
                <a:gd name="connsiteY46" fmla="*/ 33145 h 41792"/>
                <a:gd name="connsiteX47" fmla="*/ 43363 w 68360"/>
                <a:gd name="connsiteY47" fmla="*/ 34330 h 41792"/>
                <a:gd name="connsiteX48" fmla="*/ 44291 w 68360"/>
                <a:gd name="connsiteY48" fmla="*/ 35383 h 41792"/>
                <a:gd name="connsiteX49" fmla="*/ 44291 w 68360"/>
                <a:gd name="connsiteY49" fmla="*/ 40871 h 41792"/>
                <a:gd name="connsiteX50" fmla="*/ 45635 w 68360"/>
                <a:gd name="connsiteY50" fmla="*/ 41793 h 41792"/>
                <a:gd name="connsiteX51" fmla="*/ 45635 w 68360"/>
                <a:gd name="connsiteY51" fmla="*/ 37315 h 41792"/>
                <a:gd name="connsiteX52" fmla="*/ 45960 w 68360"/>
                <a:gd name="connsiteY52" fmla="*/ 36569 h 41792"/>
                <a:gd name="connsiteX53" fmla="*/ 49206 w 68360"/>
                <a:gd name="connsiteY53" fmla="*/ 33320 h 41792"/>
                <a:gd name="connsiteX54" fmla="*/ 49206 w 68360"/>
                <a:gd name="connsiteY54" fmla="*/ 26911 h 41792"/>
                <a:gd name="connsiteX55" fmla="*/ 50366 w 68360"/>
                <a:gd name="connsiteY55" fmla="*/ 25813 h 41792"/>
                <a:gd name="connsiteX56" fmla="*/ 54122 w 68360"/>
                <a:gd name="connsiteY56" fmla="*/ 25813 h 41792"/>
                <a:gd name="connsiteX57" fmla="*/ 55282 w 68360"/>
                <a:gd name="connsiteY57" fmla="*/ 26735 h 41792"/>
                <a:gd name="connsiteX58" fmla="*/ 56024 w 68360"/>
                <a:gd name="connsiteY58" fmla="*/ 31740 h 41792"/>
                <a:gd name="connsiteX59" fmla="*/ 59641 w 68360"/>
                <a:gd name="connsiteY59" fmla="*/ 29808 h 41792"/>
                <a:gd name="connsiteX60" fmla="*/ 61079 w 68360"/>
                <a:gd name="connsiteY60" fmla="*/ 30028 h 41792"/>
                <a:gd name="connsiteX61" fmla="*/ 62795 w 68360"/>
                <a:gd name="connsiteY61" fmla="*/ 31784 h 41792"/>
                <a:gd name="connsiteX62" fmla="*/ 63305 w 68360"/>
                <a:gd name="connsiteY62" fmla="*/ 29764 h 41792"/>
                <a:gd name="connsiteX63" fmla="*/ 60940 w 68360"/>
                <a:gd name="connsiteY63" fmla="*/ 27745 h 41792"/>
                <a:gd name="connsiteX64" fmla="*/ 60569 w 68360"/>
                <a:gd name="connsiteY64" fmla="*/ 26823 h 41792"/>
                <a:gd name="connsiteX65" fmla="*/ 61125 w 68360"/>
                <a:gd name="connsiteY65" fmla="*/ 25989 h 41792"/>
                <a:gd name="connsiteX66" fmla="*/ 64001 w 68360"/>
                <a:gd name="connsiteY66" fmla="*/ 24321 h 41792"/>
                <a:gd name="connsiteX67" fmla="*/ 64975 w 68360"/>
                <a:gd name="connsiteY67" fmla="*/ 24233 h 41792"/>
                <a:gd name="connsiteX68" fmla="*/ 68360 w 68360"/>
                <a:gd name="connsiteY68" fmla="*/ 25374 h 41792"/>
                <a:gd name="connsiteX69" fmla="*/ 68360 w 68360"/>
                <a:gd name="connsiteY69" fmla="*/ 18789 h 41792"/>
                <a:gd name="connsiteX70" fmla="*/ 62795 w 68360"/>
                <a:gd name="connsiteY70" fmla="*/ 21335 h 4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8360" h="41792">
                  <a:moveTo>
                    <a:pt x="62656" y="21292"/>
                  </a:moveTo>
                  <a:cubicBezTo>
                    <a:pt x="62656" y="21292"/>
                    <a:pt x="62331" y="21379"/>
                    <a:pt x="62146" y="21379"/>
                  </a:cubicBezTo>
                  <a:cubicBezTo>
                    <a:pt x="61775" y="21379"/>
                    <a:pt x="61357" y="21204"/>
                    <a:pt x="61172" y="20853"/>
                  </a:cubicBezTo>
                  <a:lnTo>
                    <a:pt x="58111" y="16155"/>
                  </a:lnTo>
                  <a:lnTo>
                    <a:pt x="52592" y="16155"/>
                  </a:lnTo>
                  <a:cubicBezTo>
                    <a:pt x="52221" y="16155"/>
                    <a:pt x="51850" y="15980"/>
                    <a:pt x="51618" y="15672"/>
                  </a:cubicBezTo>
                  <a:cubicBezTo>
                    <a:pt x="51386" y="15365"/>
                    <a:pt x="51386" y="14970"/>
                    <a:pt x="51525" y="14619"/>
                  </a:cubicBezTo>
                  <a:lnTo>
                    <a:pt x="53983" y="9395"/>
                  </a:lnTo>
                  <a:cubicBezTo>
                    <a:pt x="53983" y="9395"/>
                    <a:pt x="54076" y="9219"/>
                    <a:pt x="54169" y="9131"/>
                  </a:cubicBezTo>
                  <a:lnTo>
                    <a:pt x="56256" y="6848"/>
                  </a:lnTo>
                  <a:lnTo>
                    <a:pt x="55050" y="6848"/>
                  </a:lnTo>
                  <a:cubicBezTo>
                    <a:pt x="54725" y="6848"/>
                    <a:pt x="54401" y="6717"/>
                    <a:pt x="54215" y="6497"/>
                  </a:cubicBezTo>
                  <a:lnTo>
                    <a:pt x="50088" y="2327"/>
                  </a:lnTo>
                  <a:lnTo>
                    <a:pt x="43919" y="2327"/>
                  </a:lnTo>
                  <a:cubicBezTo>
                    <a:pt x="43919" y="2327"/>
                    <a:pt x="43548" y="2327"/>
                    <a:pt x="43409" y="2195"/>
                  </a:cubicBezTo>
                  <a:lnTo>
                    <a:pt x="38725" y="0"/>
                  </a:lnTo>
                  <a:lnTo>
                    <a:pt x="37798" y="1098"/>
                  </a:lnTo>
                  <a:lnTo>
                    <a:pt x="39328" y="3161"/>
                  </a:lnTo>
                  <a:cubicBezTo>
                    <a:pt x="39560" y="3512"/>
                    <a:pt x="39606" y="3951"/>
                    <a:pt x="39421" y="4302"/>
                  </a:cubicBezTo>
                  <a:cubicBezTo>
                    <a:pt x="39235" y="4653"/>
                    <a:pt x="38818" y="4873"/>
                    <a:pt x="38401" y="4873"/>
                  </a:cubicBezTo>
                  <a:lnTo>
                    <a:pt x="24163" y="4873"/>
                  </a:lnTo>
                  <a:lnTo>
                    <a:pt x="21009" y="8341"/>
                  </a:lnTo>
                  <a:cubicBezTo>
                    <a:pt x="20684" y="8692"/>
                    <a:pt x="20128" y="8824"/>
                    <a:pt x="19664" y="8648"/>
                  </a:cubicBezTo>
                  <a:lnTo>
                    <a:pt x="14470" y="6453"/>
                  </a:lnTo>
                  <a:lnTo>
                    <a:pt x="13032" y="7463"/>
                  </a:lnTo>
                  <a:lnTo>
                    <a:pt x="15397" y="8604"/>
                  </a:lnTo>
                  <a:cubicBezTo>
                    <a:pt x="15768" y="8780"/>
                    <a:pt x="16000" y="9087"/>
                    <a:pt x="16047" y="9482"/>
                  </a:cubicBezTo>
                  <a:cubicBezTo>
                    <a:pt x="16047" y="9878"/>
                    <a:pt x="15908" y="10229"/>
                    <a:pt x="15629" y="10448"/>
                  </a:cubicBezTo>
                  <a:lnTo>
                    <a:pt x="6308" y="17472"/>
                  </a:lnTo>
                  <a:lnTo>
                    <a:pt x="6818" y="20984"/>
                  </a:lnTo>
                  <a:cubicBezTo>
                    <a:pt x="6864" y="21379"/>
                    <a:pt x="6678" y="21774"/>
                    <a:pt x="6354" y="22038"/>
                  </a:cubicBezTo>
                  <a:lnTo>
                    <a:pt x="0" y="26296"/>
                  </a:lnTo>
                  <a:lnTo>
                    <a:pt x="1299" y="32442"/>
                  </a:lnTo>
                  <a:lnTo>
                    <a:pt x="3803" y="28535"/>
                  </a:lnTo>
                  <a:cubicBezTo>
                    <a:pt x="4035" y="28184"/>
                    <a:pt x="4406" y="27964"/>
                    <a:pt x="4823" y="28008"/>
                  </a:cubicBezTo>
                  <a:lnTo>
                    <a:pt x="11224" y="28272"/>
                  </a:lnTo>
                  <a:cubicBezTo>
                    <a:pt x="11826" y="28272"/>
                    <a:pt x="12290" y="28754"/>
                    <a:pt x="12337" y="29325"/>
                  </a:cubicBezTo>
                  <a:lnTo>
                    <a:pt x="12615" y="34901"/>
                  </a:lnTo>
                  <a:lnTo>
                    <a:pt x="16881" y="38676"/>
                  </a:lnTo>
                  <a:lnTo>
                    <a:pt x="29079" y="38676"/>
                  </a:lnTo>
                  <a:lnTo>
                    <a:pt x="31073" y="35120"/>
                  </a:lnTo>
                  <a:lnTo>
                    <a:pt x="31073" y="32398"/>
                  </a:lnTo>
                  <a:cubicBezTo>
                    <a:pt x="31073" y="32135"/>
                    <a:pt x="31212" y="31828"/>
                    <a:pt x="31397" y="31652"/>
                  </a:cubicBezTo>
                  <a:lnTo>
                    <a:pt x="35618" y="27525"/>
                  </a:lnTo>
                  <a:cubicBezTo>
                    <a:pt x="35942" y="27218"/>
                    <a:pt x="36453" y="27086"/>
                    <a:pt x="36870" y="27262"/>
                  </a:cubicBezTo>
                  <a:cubicBezTo>
                    <a:pt x="37288" y="27438"/>
                    <a:pt x="37612" y="27833"/>
                    <a:pt x="37612" y="28272"/>
                  </a:cubicBezTo>
                  <a:lnTo>
                    <a:pt x="37612" y="33145"/>
                  </a:lnTo>
                  <a:lnTo>
                    <a:pt x="43363" y="34330"/>
                  </a:lnTo>
                  <a:cubicBezTo>
                    <a:pt x="43919" y="34418"/>
                    <a:pt x="44291" y="34901"/>
                    <a:pt x="44291" y="35383"/>
                  </a:cubicBezTo>
                  <a:lnTo>
                    <a:pt x="44291" y="40871"/>
                  </a:lnTo>
                  <a:lnTo>
                    <a:pt x="45635" y="41793"/>
                  </a:lnTo>
                  <a:lnTo>
                    <a:pt x="45635" y="37315"/>
                  </a:lnTo>
                  <a:cubicBezTo>
                    <a:pt x="45635" y="37052"/>
                    <a:pt x="45728" y="36744"/>
                    <a:pt x="45960" y="36569"/>
                  </a:cubicBezTo>
                  <a:lnTo>
                    <a:pt x="49206" y="33320"/>
                  </a:lnTo>
                  <a:lnTo>
                    <a:pt x="49206" y="26911"/>
                  </a:lnTo>
                  <a:cubicBezTo>
                    <a:pt x="49206" y="26296"/>
                    <a:pt x="49717" y="25813"/>
                    <a:pt x="50366" y="25813"/>
                  </a:cubicBezTo>
                  <a:lnTo>
                    <a:pt x="54122" y="25813"/>
                  </a:lnTo>
                  <a:cubicBezTo>
                    <a:pt x="54679" y="25813"/>
                    <a:pt x="55189" y="26208"/>
                    <a:pt x="55282" y="26735"/>
                  </a:cubicBezTo>
                  <a:lnTo>
                    <a:pt x="56024" y="31740"/>
                  </a:lnTo>
                  <a:lnTo>
                    <a:pt x="59641" y="29808"/>
                  </a:lnTo>
                  <a:cubicBezTo>
                    <a:pt x="60105" y="29545"/>
                    <a:pt x="60708" y="29633"/>
                    <a:pt x="61079" y="30028"/>
                  </a:cubicBezTo>
                  <a:lnTo>
                    <a:pt x="62795" y="31784"/>
                  </a:lnTo>
                  <a:lnTo>
                    <a:pt x="63305" y="29764"/>
                  </a:lnTo>
                  <a:lnTo>
                    <a:pt x="60940" y="27745"/>
                  </a:lnTo>
                  <a:cubicBezTo>
                    <a:pt x="60662" y="27525"/>
                    <a:pt x="60523" y="27174"/>
                    <a:pt x="60569" y="26823"/>
                  </a:cubicBezTo>
                  <a:cubicBezTo>
                    <a:pt x="60569" y="26472"/>
                    <a:pt x="60801" y="26164"/>
                    <a:pt x="61125" y="25989"/>
                  </a:cubicBezTo>
                  <a:lnTo>
                    <a:pt x="64001" y="24321"/>
                  </a:lnTo>
                  <a:cubicBezTo>
                    <a:pt x="64326" y="24145"/>
                    <a:pt x="64650" y="24101"/>
                    <a:pt x="64975" y="24233"/>
                  </a:cubicBezTo>
                  <a:lnTo>
                    <a:pt x="68360" y="25374"/>
                  </a:lnTo>
                  <a:lnTo>
                    <a:pt x="68360" y="18789"/>
                  </a:lnTo>
                  <a:lnTo>
                    <a:pt x="62795" y="2133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6" name="Freeform: Shape 2125">
              <a:extLst>
                <a:ext uri="{FF2B5EF4-FFF2-40B4-BE49-F238E27FC236}">
                  <a16:creationId xmlns:a16="http://schemas.microsoft.com/office/drawing/2014/main" id="{E5E5A968-B47C-1897-1BCF-EB246093E180}"/>
                </a:ext>
              </a:extLst>
            </p:cNvPr>
            <p:cNvSpPr>
              <a:spLocks/>
            </p:cNvSpPr>
            <p:nvPr/>
          </p:nvSpPr>
          <p:spPr>
            <a:xfrm>
              <a:off x="6166732" y="2843328"/>
              <a:ext cx="221932" cy="145009"/>
            </a:xfrm>
            <a:custGeom>
              <a:avLst/>
              <a:gdLst>
                <a:gd name="connsiteX0" fmla="*/ 136256 w 148685"/>
                <a:gd name="connsiteY0" fmla="*/ 63567 h 97150"/>
                <a:gd name="connsiteX1" fmla="*/ 132268 w 148685"/>
                <a:gd name="connsiteY1" fmla="*/ 65938 h 97150"/>
                <a:gd name="connsiteX2" fmla="*/ 130784 w 148685"/>
                <a:gd name="connsiteY2" fmla="*/ 65762 h 97150"/>
                <a:gd name="connsiteX3" fmla="*/ 124801 w 148685"/>
                <a:gd name="connsiteY3" fmla="*/ 59704 h 97150"/>
                <a:gd name="connsiteX4" fmla="*/ 124523 w 148685"/>
                <a:gd name="connsiteY4" fmla="*/ 59177 h 97150"/>
                <a:gd name="connsiteX5" fmla="*/ 121926 w 148685"/>
                <a:gd name="connsiteY5" fmla="*/ 46973 h 97150"/>
                <a:gd name="connsiteX6" fmla="*/ 121926 w 148685"/>
                <a:gd name="connsiteY6" fmla="*/ 46446 h 97150"/>
                <a:gd name="connsiteX7" fmla="*/ 124430 w 148685"/>
                <a:gd name="connsiteY7" fmla="*/ 38369 h 97150"/>
                <a:gd name="connsiteX8" fmla="*/ 121416 w 148685"/>
                <a:gd name="connsiteY8" fmla="*/ 26955 h 97150"/>
                <a:gd name="connsiteX9" fmla="*/ 112140 w 148685"/>
                <a:gd name="connsiteY9" fmla="*/ 19931 h 97150"/>
                <a:gd name="connsiteX10" fmla="*/ 111769 w 148685"/>
                <a:gd name="connsiteY10" fmla="*/ 19448 h 97150"/>
                <a:gd name="connsiteX11" fmla="*/ 105508 w 148685"/>
                <a:gd name="connsiteY11" fmla="*/ 3732 h 97150"/>
                <a:gd name="connsiteX12" fmla="*/ 99989 w 148685"/>
                <a:gd name="connsiteY12" fmla="*/ 0 h 97150"/>
                <a:gd name="connsiteX13" fmla="*/ 96836 w 148685"/>
                <a:gd name="connsiteY13" fmla="*/ 0 h 97150"/>
                <a:gd name="connsiteX14" fmla="*/ 92522 w 148685"/>
                <a:gd name="connsiteY14" fmla="*/ 4566 h 97150"/>
                <a:gd name="connsiteX15" fmla="*/ 91919 w 148685"/>
                <a:gd name="connsiteY15" fmla="*/ 4917 h 97150"/>
                <a:gd name="connsiteX16" fmla="*/ 78099 w 148685"/>
                <a:gd name="connsiteY16" fmla="*/ 7858 h 97150"/>
                <a:gd name="connsiteX17" fmla="*/ 75177 w 148685"/>
                <a:gd name="connsiteY17" fmla="*/ 11370 h 97150"/>
                <a:gd name="connsiteX18" fmla="*/ 74250 w 148685"/>
                <a:gd name="connsiteY18" fmla="*/ 11809 h 97150"/>
                <a:gd name="connsiteX19" fmla="*/ 71374 w 148685"/>
                <a:gd name="connsiteY19" fmla="*/ 11809 h 97150"/>
                <a:gd name="connsiteX20" fmla="*/ 70401 w 148685"/>
                <a:gd name="connsiteY20" fmla="*/ 11282 h 97150"/>
                <a:gd name="connsiteX21" fmla="*/ 67247 w 148685"/>
                <a:gd name="connsiteY21" fmla="*/ 6322 h 97150"/>
                <a:gd name="connsiteX22" fmla="*/ 53426 w 148685"/>
                <a:gd name="connsiteY22" fmla="*/ 6322 h 97150"/>
                <a:gd name="connsiteX23" fmla="*/ 53056 w 148685"/>
                <a:gd name="connsiteY23" fmla="*/ 6278 h 97150"/>
                <a:gd name="connsiteX24" fmla="*/ 46656 w 148685"/>
                <a:gd name="connsiteY24" fmla="*/ 4171 h 97150"/>
                <a:gd name="connsiteX25" fmla="*/ 41554 w 148685"/>
                <a:gd name="connsiteY25" fmla="*/ 4873 h 97150"/>
                <a:gd name="connsiteX26" fmla="*/ 39467 w 148685"/>
                <a:gd name="connsiteY26" fmla="*/ 10799 h 97150"/>
                <a:gd name="connsiteX27" fmla="*/ 38354 w 148685"/>
                <a:gd name="connsiteY27" fmla="*/ 11546 h 97150"/>
                <a:gd name="connsiteX28" fmla="*/ 30980 w 148685"/>
                <a:gd name="connsiteY28" fmla="*/ 11546 h 97150"/>
                <a:gd name="connsiteX29" fmla="*/ 15073 w 148685"/>
                <a:gd name="connsiteY29" fmla="*/ 42495 h 97150"/>
                <a:gd name="connsiteX30" fmla="*/ 14052 w 148685"/>
                <a:gd name="connsiteY30" fmla="*/ 43110 h 97150"/>
                <a:gd name="connsiteX31" fmla="*/ 8487 w 148685"/>
                <a:gd name="connsiteY31" fmla="*/ 43110 h 97150"/>
                <a:gd name="connsiteX32" fmla="*/ 6493 w 148685"/>
                <a:gd name="connsiteY32" fmla="*/ 45217 h 97150"/>
                <a:gd name="connsiteX33" fmla="*/ 5611 w 148685"/>
                <a:gd name="connsiteY33" fmla="*/ 45568 h 97150"/>
                <a:gd name="connsiteX34" fmla="*/ 5611 w 148685"/>
                <a:gd name="connsiteY34" fmla="*/ 45568 h 97150"/>
                <a:gd name="connsiteX35" fmla="*/ 0 w 148685"/>
                <a:gd name="connsiteY35" fmla="*/ 45393 h 97150"/>
                <a:gd name="connsiteX36" fmla="*/ 8951 w 148685"/>
                <a:gd name="connsiteY36" fmla="*/ 51846 h 97150"/>
                <a:gd name="connsiteX37" fmla="*/ 9414 w 148685"/>
                <a:gd name="connsiteY37" fmla="*/ 52724 h 97150"/>
                <a:gd name="connsiteX38" fmla="*/ 9414 w 148685"/>
                <a:gd name="connsiteY38" fmla="*/ 60055 h 97150"/>
                <a:gd name="connsiteX39" fmla="*/ 19989 w 148685"/>
                <a:gd name="connsiteY39" fmla="*/ 64050 h 97150"/>
                <a:gd name="connsiteX40" fmla="*/ 20684 w 148685"/>
                <a:gd name="connsiteY40" fmla="*/ 64840 h 97150"/>
                <a:gd name="connsiteX41" fmla="*/ 20406 w 148685"/>
                <a:gd name="connsiteY41" fmla="*/ 65806 h 97150"/>
                <a:gd name="connsiteX42" fmla="*/ 17716 w 148685"/>
                <a:gd name="connsiteY42" fmla="*/ 68572 h 97150"/>
                <a:gd name="connsiteX43" fmla="*/ 19107 w 148685"/>
                <a:gd name="connsiteY43" fmla="*/ 71864 h 97150"/>
                <a:gd name="connsiteX44" fmla="*/ 20870 w 148685"/>
                <a:gd name="connsiteY44" fmla="*/ 73752 h 97150"/>
                <a:gd name="connsiteX45" fmla="*/ 26481 w 148685"/>
                <a:gd name="connsiteY45" fmla="*/ 76693 h 97150"/>
                <a:gd name="connsiteX46" fmla="*/ 29635 w 148685"/>
                <a:gd name="connsiteY46" fmla="*/ 77747 h 97150"/>
                <a:gd name="connsiteX47" fmla="*/ 33484 w 148685"/>
                <a:gd name="connsiteY47" fmla="*/ 73884 h 97150"/>
                <a:gd name="connsiteX48" fmla="*/ 35107 w 148685"/>
                <a:gd name="connsiteY48" fmla="*/ 73840 h 97150"/>
                <a:gd name="connsiteX49" fmla="*/ 38586 w 148685"/>
                <a:gd name="connsiteY49" fmla="*/ 76869 h 97150"/>
                <a:gd name="connsiteX50" fmla="*/ 38957 w 148685"/>
                <a:gd name="connsiteY50" fmla="*/ 77659 h 97150"/>
                <a:gd name="connsiteX51" fmla="*/ 38957 w 148685"/>
                <a:gd name="connsiteY51" fmla="*/ 81215 h 97150"/>
                <a:gd name="connsiteX52" fmla="*/ 37797 w 148685"/>
                <a:gd name="connsiteY52" fmla="*/ 82313 h 97150"/>
                <a:gd name="connsiteX53" fmla="*/ 37009 w 148685"/>
                <a:gd name="connsiteY53" fmla="*/ 82313 h 97150"/>
                <a:gd name="connsiteX54" fmla="*/ 38586 w 148685"/>
                <a:gd name="connsiteY54" fmla="*/ 83717 h 97150"/>
                <a:gd name="connsiteX55" fmla="*/ 38864 w 148685"/>
                <a:gd name="connsiteY55" fmla="*/ 84947 h 97150"/>
                <a:gd name="connsiteX56" fmla="*/ 38400 w 148685"/>
                <a:gd name="connsiteY56" fmla="*/ 85956 h 97150"/>
                <a:gd name="connsiteX57" fmla="*/ 44058 w 148685"/>
                <a:gd name="connsiteY57" fmla="*/ 88151 h 97150"/>
                <a:gd name="connsiteX58" fmla="*/ 44707 w 148685"/>
                <a:gd name="connsiteY58" fmla="*/ 88766 h 97150"/>
                <a:gd name="connsiteX59" fmla="*/ 44707 w 148685"/>
                <a:gd name="connsiteY59" fmla="*/ 89644 h 97150"/>
                <a:gd name="connsiteX60" fmla="*/ 42574 w 148685"/>
                <a:gd name="connsiteY60" fmla="*/ 93858 h 97150"/>
                <a:gd name="connsiteX61" fmla="*/ 52035 w 148685"/>
                <a:gd name="connsiteY61" fmla="*/ 93858 h 97150"/>
                <a:gd name="connsiteX62" fmla="*/ 52406 w 148685"/>
                <a:gd name="connsiteY62" fmla="*/ 93902 h 97150"/>
                <a:gd name="connsiteX63" fmla="*/ 61867 w 148685"/>
                <a:gd name="connsiteY63" fmla="*/ 97063 h 97150"/>
                <a:gd name="connsiteX64" fmla="*/ 66088 w 148685"/>
                <a:gd name="connsiteY64" fmla="*/ 95570 h 97150"/>
                <a:gd name="connsiteX65" fmla="*/ 66644 w 148685"/>
                <a:gd name="connsiteY65" fmla="*/ 95527 h 97150"/>
                <a:gd name="connsiteX66" fmla="*/ 80789 w 148685"/>
                <a:gd name="connsiteY66" fmla="*/ 97151 h 97150"/>
                <a:gd name="connsiteX67" fmla="*/ 85844 w 148685"/>
                <a:gd name="connsiteY67" fmla="*/ 95658 h 97150"/>
                <a:gd name="connsiteX68" fmla="*/ 91827 w 148685"/>
                <a:gd name="connsiteY68" fmla="*/ 90610 h 97150"/>
                <a:gd name="connsiteX69" fmla="*/ 92291 w 148685"/>
                <a:gd name="connsiteY69" fmla="*/ 90346 h 97150"/>
                <a:gd name="connsiteX70" fmla="*/ 105601 w 148685"/>
                <a:gd name="connsiteY70" fmla="*/ 87054 h 97150"/>
                <a:gd name="connsiteX71" fmla="*/ 106157 w 148685"/>
                <a:gd name="connsiteY71" fmla="*/ 87054 h 97150"/>
                <a:gd name="connsiteX72" fmla="*/ 115433 w 148685"/>
                <a:gd name="connsiteY72" fmla="*/ 89117 h 97150"/>
                <a:gd name="connsiteX73" fmla="*/ 121137 w 148685"/>
                <a:gd name="connsiteY73" fmla="*/ 91444 h 97150"/>
                <a:gd name="connsiteX74" fmla="*/ 121647 w 148685"/>
                <a:gd name="connsiteY74" fmla="*/ 91883 h 97150"/>
                <a:gd name="connsiteX75" fmla="*/ 123363 w 148685"/>
                <a:gd name="connsiteY75" fmla="*/ 94473 h 97150"/>
                <a:gd name="connsiteX76" fmla="*/ 131619 w 148685"/>
                <a:gd name="connsiteY76" fmla="*/ 94956 h 97150"/>
                <a:gd name="connsiteX77" fmla="*/ 131619 w 148685"/>
                <a:gd name="connsiteY77" fmla="*/ 94956 h 97150"/>
                <a:gd name="connsiteX78" fmla="*/ 131943 w 148685"/>
                <a:gd name="connsiteY78" fmla="*/ 84025 h 97150"/>
                <a:gd name="connsiteX79" fmla="*/ 136024 w 148685"/>
                <a:gd name="connsiteY79" fmla="*/ 78274 h 97150"/>
                <a:gd name="connsiteX80" fmla="*/ 138343 w 148685"/>
                <a:gd name="connsiteY80" fmla="*/ 75245 h 97150"/>
                <a:gd name="connsiteX81" fmla="*/ 135468 w 148685"/>
                <a:gd name="connsiteY81" fmla="*/ 75245 h 97150"/>
                <a:gd name="connsiteX82" fmla="*/ 136349 w 148685"/>
                <a:gd name="connsiteY82" fmla="*/ 69757 h 97150"/>
                <a:gd name="connsiteX83" fmla="*/ 138065 w 148685"/>
                <a:gd name="connsiteY83" fmla="*/ 69757 h 97150"/>
                <a:gd name="connsiteX84" fmla="*/ 145578 w 148685"/>
                <a:gd name="connsiteY84" fmla="*/ 72479 h 97150"/>
                <a:gd name="connsiteX85" fmla="*/ 148686 w 148685"/>
                <a:gd name="connsiteY85" fmla="*/ 66904 h 97150"/>
                <a:gd name="connsiteX86" fmla="*/ 142934 w 148685"/>
                <a:gd name="connsiteY86" fmla="*/ 62119 h 97150"/>
                <a:gd name="connsiteX87" fmla="*/ 136164 w 148685"/>
                <a:gd name="connsiteY87" fmla="*/ 63611 h 9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48685" h="97150">
                  <a:moveTo>
                    <a:pt x="136256" y="63567"/>
                  </a:moveTo>
                  <a:lnTo>
                    <a:pt x="132268" y="65938"/>
                  </a:lnTo>
                  <a:cubicBezTo>
                    <a:pt x="131804" y="66201"/>
                    <a:pt x="131201" y="66157"/>
                    <a:pt x="130784" y="65762"/>
                  </a:cubicBezTo>
                  <a:lnTo>
                    <a:pt x="124801" y="59704"/>
                  </a:lnTo>
                  <a:cubicBezTo>
                    <a:pt x="124801" y="59704"/>
                    <a:pt x="124569" y="59353"/>
                    <a:pt x="124523" y="59177"/>
                  </a:cubicBezTo>
                  <a:lnTo>
                    <a:pt x="121926" y="46973"/>
                  </a:lnTo>
                  <a:cubicBezTo>
                    <a:pt x="121926" y="46973"/>
                    <a:pt x="121926" y="46622"/>
                    <a:pt x="121926" y="46446"/>
                  </a:cubicBezTo>
                  <a:lnTo>
                    <a:pt x="124430" y="38369"/>
                  </a:lnTo>
                  <a:lnTo>
                    <a:pt x="121416" y="26955"/>
                  </a:lnTo>
                  <a:lnTo>
                    <a:pt x="112140" y="19931"/>
                  </a:lnTo>
                  <a:cubicBezTo>
                    <a:pt x="112140" y="19931"/>
                    <a:pt x="111862" y="19667"/>
                    <a:pt x="111769" y="19448"/>
                  </a:cubicBezTo>
                  <a:lnTo>
                    <a:pt x="105508" y="3732"/>
                  </a:lnTo>
                  <a:lnTo>
                    <a:pt x="99989" y="0"/>
                  </a:lnTo>
                  <a:lnTo>
                    <a:pt x="96836" y="0"/>
                  </a:lnTo>
                  <a:lnTo>
                    <a:pt x="92522" y="4566"/>
                  </a:lnTo>
                  <a:cubicBezTo>
                    <a:pt x="92522" y="4566"/>
                    <a:pt x="92152" y="4873"/>
                    <a:pt x="91919" y="4917"/>
                  </a:cubicBezTo>
                  <a:lnTo>
                    <a:pt x="78099" y="7858"/>
                  </a:lnTo>
                  <a:lnTo>
                    <a:pt x="75177" y="11370"/>
                  </a:lnTo>
                  <a:cubicBezTo>
                    <a:pt x="74946" y="11633"/>
                    <a:pt x="74621" y="11809"/>
                    <a:pt x="74250" y="11809"/>
                  </a:cubicBezTo>
                  <a:lnTo>
                    <a:pt x="71374" y="11809"/>
                  </a:lnTo>
                  <a:cubicBezTo>
                    <a:pt x="70957" y="11809"/>
                    <a:pt x="70586" y="11590"/>
                    <a:pt x="70401" y="11282"/>
                  </a:cubicBezTo>
                  <a:lnTo>
                    <a:pt x="67247" y="6322"/>
                  </a:lnTo>
                  <a:lnTo>
                    <a:pt x="53426" y="6322"/>
                  </a:lnTo>
                  <a:cubicBezTo>
                    <a:pt x="53426" y="6322"/>
                    <a:pt x="53148" y="6322"/>
                    <a:pt x="53056" y="6278"/>
                  </a:cubicBezTo>
                  <a:lnTo>
                    <a:pt x="46656" y="4171"/>
                  </a:lnTo>
                  <a:lnTo>
                    <a:pt x="41554" y="4873"/>
                  </a:lnTo>
                  <a:lnTo>
                    <a:pt x="39467" y="10799"/>
                  </a:lnTo>
                  <a:cubicBezTo>
                    <a:pt x="39328" y="11238"/>
                    <a:pt x="38864" y="11546"/>
                    <a:pt x="38354" y="11546"/>
                  </a:cubicBezTo>
                  <a:lnTo>
                    <a:pt x="30980" y="11546"/>
                  </a:lnTo>
                  <a:lnTo>
                    <a:pt x="15073" y="42495"/>
                  </a:lnTo>
                  <a:cubicBezTo>
                    <a:pt x="14887" y="42890"/>
                    <a:pt x="14470" y="43110"/>
                    <a:pt x="14052" y="43110"/>
                  </a:cubicBezTo>
                  <a:lnTo>
                    <a:pt x="8487" y="43110"/>
                  </a:lnTo>
                  <a:lnTo>
                    <a:pt x="6493" y="45217"/>
                  </a:lnTo>
                  <a:cubicBezTo>
                    <a:pt x="6261" y="45437"/>
                    <a:pt x="5936" y="45568"/>
                    <a:pt x="5611" y="45568"/>
                  </a:cubicBezTo>
                  <a:lnTo>
                    <a:pt x="5611" y="45568"/>
                  </a:lnTo>
                  <a:lnTo>
                    <a:pt x="0" y="45393"/>
                  </a:lnTo>
                  <a:lnTo>
                    <a:pt x="8951" y="51846"/>
                  </a:lnTo>
                  <a:cubicBezTo>
                    <a:pt x="9229" y="52065"/>
                    <a:pt x="9414" y="52373"/>
                    <a:pt x="9414" y="52724"/>
                  </a:cubicBezTo>
                  <a:lnTo>
                    <a:pt x="9414" y="60055"/>
                  </a:lnTo>
                  <a:lnTo>
                    <a:pt x="19989" y="64050"/>
                  </a:lnTo>
                  <a:cubicBezTo>
                    <a:pt x="20359" y="64182"/>
                    <a:pt x="20592" y="64489"/>
                    <a:pt x="20684" y="64840"/>
                  </a:cubicBezTo>
                  <a:cubicBezTo>
                    <a:pt x="20777" y="65192"/>
                    <a:pt x="20684" y="65543"/>
                    <a:pt x="20406" y="65806"/>
                  </a:cubicBezTo>
                  <a:lnTo>
                    <a:pt x="17716" y="68572"/>
                  </a:lnTo>
                  <a:lnTo>
                    <a:pt x="19107" y="71864"/>
                  </a:lnTo>
                  <a:lnTo>
                    <a:pt x="20870" y="73752"/>
                  </a:lnTo>
                  <a:lnTo>
                    <a:pt x="26481" y="76693"/>
                  </a:lnTo>
                  <a:lnTo>
                    <a:pt x="29635" y="77747"/>
                  </a:lnTo>
                  <a:lnTo>
                    <a:pt x="33484" y="73884"/>
                  </a:lnTo>
                  <a:cubicBezTo>
                    <a:pt x="33948" y="73445"/>
                    <a:pt x="34644" y="73445"/>
                    <a:pt x="35107" y="73840"/>
                  </a:cubicBezTo>
                  <a:lnTo>
                    <a:pt x="38586" y="76869"/>
                  </a:lnTo>
                  <a:cubicBezTo>
                    <a:pt x="38818" y="77089"/>
                    <a:pt x="38957" y="77352"/>
                    <a:pt x="38957" y="77659"/>
                  </a:cubicBezTo>
                  <a:lnTo>
                    <a:pt x="38957" y="81215"/>
                  </a:lnTo>
                  <a:cubicBezTo>
                    <a:pt x="38957" y="81830"/>
                    <a:pt x="38447" y="82313"/>
                    <a:pt x="37797" y="82313"/>
                  </a:cubicBezTo>
                  <a:lnTo>
                    <a:pt x="37009" y="82313"/>
                  </a:lnTo>
                  <a:lnTo>
                    <a:pt x="38586" y="83717"/>
                  </a:lnTo>
                  <a:cubicBezTo>
                    <a:pt x="38957" y="84025"/>
                    <a:pt x="39050" y="84552"/>
                    <a:pt x="38864" y="84947"/>
                  </a:cubicBezTo>
                  <a:lnTo>
                    <a:pt x="38400" y="85956"/>
                  </a:lnTo>
                  <a:lnTo>
                    <a:pt x="44058" y="88151"/>
                  </a:lnTo>
                  <a:cubicBezTo>
                    <a:pt x="44337" y="88283"/>
                    <a:pt x="44568" y="88503"/>
                    <a:pt x="44707" y="88766"/>
                  </a:cubicBezTo>
                  <a:cubicBezTo>
                    <a:pt x="44800" y="89029"/>
                    <a:pt x="44800" y="89380"/>
                    <a:pt x="44707" y="89644"/>
                  </a:cubicBezTo>
                  <a:lnTo>
                    <a:pt x="42574" y="93858"/>
                  </a:lnTo>
                  <a:lnTo>
                    <a:pt x="52035" y="93858"/>
                  </a:lnTo>
                  <a:cubicBezTo>
                    <a:pt x="52035" y="93858"/>
                    <a:pt x="52313" y="93858"/>
                    <a:pt x="52406" y="93902"/>
                  </a:cubicBezTo>
                  <a:lnTo>
                    <a:pt x="61867" y="97063"/>
                  </a:lnTo>
                  <a:lnTo>
                    <a:pt x="66088" y="95570"/>
                  </a:lnTo>
                  <a:cubicBezTo>
                    <a:pt x="66088" y="95570"/>
                    <a:pt x="66458" y="95483"/>
                    <a:pt x="66644" y="95527"/>
                  </a:cubicBezTo>
                  <a:lnTo>
                    <a:pt x="80789" y="97151"/>
                  </a:lnTo>
                  <a:lnTo>
                    <a:pt x="85844" y="95658"/>
                  </a:lnTo>
                  <a:lnTo>
                    <a:pt x="91827" y="90610"/>
                  </a:lnTo>
                  <a:cubicBezTo>
                    <a:pt x="91827" y="90610"/>
                    <a:pt x="92105" y="90390"/>
                    <a:pt x="92291" y="90346"/>
                  </a:cubicBezTo>
                  <a:lnTo>
                    <a:pt x="105601" y="87054"/>
                  </a:lnTo>
                  <a:cubicBezTo>
                    <a:pt x="105601" y="87054"/>
                    <a:pt x="105972" y="87010"/>
                    <a:pt x="106157" y="87054"/>
                  </a:cubicBezTo>
                  <a:lnTo>
                    <a:pt x="115433" y="89117"/>
                  </a:lnTo>
                  <a:lnTo>
                    <a:pt x="121137" y="91444"/>
                  </a:lnTo>
                  <a:cubicBezTo>
                    <a:pt x="121137" y="91444"/>
                    <a:pt x="121555" y="91663"/>
                    <a:pt x="121647" y="91883"/>
                  </a:cubicBezTo>
                  <a:lnTo>
                    <a:pt x="123363" y="94473"/>
                  </a:lnTo>
                  <a:lnTo>
                    <a:pt x="131619" y="94956"/>
                  </a:lnTo>
                  <a:cubicBezTo>
                    <a:pt x="131619" y="94956"/>
                    <a:pt x="131619" y="94956"/>
                    <a:pt x="131619" y="94956"/>
                  </a:cubicBezTo>
                  <a:cubicBezTo>
                    <a:pt x="132129" y="88766"/>
                    <a:pt x="131943" y="84025"/>
                    <a:pt x="131943" y="84025"/>
                  </a:cubicBezTo>
                  <a:cubicBezTo>
                    <a:pt x="131943" y="84025"/>
                    <a:pt x="133103" y="78801"/>
                    <a:pt x="136024" y="78274"/>
                  </a:cubicBezTo>
                  <a:cubicBezTo>
                    <a:pt x="138946" y="77747"/>
                    <a:pt x="138343" y="75245"/>
                    <a:pt x="138343" y="75245"/>
                  </a:cubicBezTo>
                  <a:lnTo>
                    <a:pt x="135468" y="75245"/>
                  </a:lnTo>
                  <a:lnTo>
                    <a:pt x="136349" y="69757"/>
                  </a:lnTo>
                  <a:lnTo>
                    <a:pt x="138065" y="69757"/>
                  </a:lnTo>
                  <a:cubicBezTo>
                    <a:pt x="138065" y="69757"/>
                    <a:pt x="141265" y="77703"/>
                    <a:pt x="145578" y="72479"/>
                  </a:cubicBezTo>
                  <a:cubicBezTo>
                    <a:pt x="147062" y="70679"/>
                    <a:pt x="148083" y="68748"/>
                    <a:pt x="148686" y="66904"/>
                  </a:cubicBezTo>
                  <a:lnTo>
                    <a:pt x="142934" y="62119"/>
                  </a:lnTo>
                  <a:lnTo>
                    <a:pt x="136164" y="6361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7" name="Freeform: Shape 2126">
              <a:extLst>
                <a:ext uri="{FF2B5EF4-FFF2-40B4-BE49-F238E27FC236}">
                  <a16:creationId xmlns:a16="http://schemas.microsoft.com/office/drawing/2014/main" id="{2AD7324C-9173-1E67-CA6D-1F99C92D72B2}"/>
                </a:ext>
              </a:extLst>
            </p:cNvPr>
            <p:cNvSpPr>
              <a:spLocks/>
            </p:cNvSpPr>
            <p:nvPr/>
          </p:nvSpPr>
          <p:spPr>
            <a:xfrm>
              <a:off x="5975258" y="2745367"/>
              <a:ext cx="155200" cy="84332"/>
            </a:xfrm>
            <a:custGeom>
              <a:avLst/>
              <a:gdLst>
                <a:gd name="connsiteX0" fmla="*/ 30470 w 103977"/>
                <a:gd name="connsiteY0" fmla="*/ 56456 h 56499"/>
                <a:gd name="connsiteX1" fmla="*/ 38911 w 103977"/>
                <a:gd name="connsiteY1" fmla="*/ 55095 h 56499"/>
                <a:gd name="connsiteX2" fmla="*/ 38911 w 103977"/>
                <a:gd name="connsiteY2" fmla="*/ 53558 h 56499"/>
                <a:gd name="connsiteX3" fmla="*/ 39189 w 103977"/>
                <a:gd name="connsiteY3" fmla="*/ 52856 h 56499"/>
                <a:gd name="connsiteX4" fmla="*/ 42064 w 103977"/>
                <a:gd name="connsiteY4" fmla="*/ 49739 h 56499"/>
                <a:gd name="connsiteX5" fmla="*/ 42064 w 103977"/>
                <a:gd name="connsiteY5" fmla="*/ 46710 h 56499"/>
                <a:gd name="connsiteX6" fmla="*/ 42574 w 103977"/>
                <a:gd name="connsiteY6" fmla="*/ 45788 h 56499"/>
                <a:gd name="connsiteX7" fmla="*/ 43641 w 103977"/>
                <a:gd name="connsiteY7" fmla="*/ 45700 h 56499"/>
                <a:gd name="connsiteX8" fmla="*/ 48001 w 103977"/>
                <a:gd name="connsiteY8" fmla="*/ 47368 h 56499"/>
                <a:gd name="connsiteX9" fmla="*/ 59919 w 103977"/>
                <a:gd name="connsiteY9" fmla="*/ 49080 h 56499"/>
                <a:gd name="connsiteX10" fmla="*/ 60290 w 103977"/>
                <a:gd name="connsiteY10" fmla="*/ 49212 h 56499"/>
                <a:gd name="connsiteX11" fmla="*/ 65299 w 103977"/>
                <a:gd name="connsiteY11" fmla="*/ 51714 h 56499"/>
                <a:gd name="connsiteX12" fmla="*/ 67618 w 103977"/>
                <a:gd name="connsiteY12" fmla="*/ 49432 h 56499"/>
                <a:gd name="connsiteX13" fmla="*/ 69195 w 103977"/>
                <a:gd name="connsiteY13" fmla="*/ 49344 h 56499"/>
                <a:gd name="connsiteX14" fmla="*/ 74435 w 103977"/>
                <a:gd name="connsiteY14" fmla="*/ 53295 h 56499"/>
                <a:gd name="connsiteX15" fmla="*/ 78146 w 103977"/>
                <a:gd name="connsiteY15" fmla="*/ 46271 h 56499"/>
                <a:gd name="connsiteX16" fmla="*/ 79027 w 103977"/>
                <a:gd name="connsiteY16" fmla="*/ 45656 h 56499"/>
                <a:gd name="connsiteX17" fmla="*/ 80047 w 103977"/>
                <a:gd name="connsiteY17" fmla="*/ 45963 h 56499"/>
                <a:gd name="connsiteX18" fmla="*/ 83201 w 103977"/>
                <a:gd name="connsiteY18" fmla="*/ 49036 h 56499"/>
                <a:gd name="connsiteX19" fmla="*/ 85752 w 103977"/>
                <a:gd name="connsiteY19" fmla="*/ 49036 h 56499"/>
                <a:gd name="connsiteX20" fmla="*/ 93404 w 103977"/>
                <a:gd name="connsiteY20" fmla="*/ 42978 h 56499"/>
                <a:gd name="connsiteX21" fmla="*/ 97949 w 103977"/>
                <a:gd name="connsiteY21" fmla="*/ 35998 h 56499"/>
                <a:gd name="connsiteX22" fmla="*/ 98645 w 103977"/>
                <a:gd name="connsiteY22" fmla="*/ 35515 h 56499"/>
                <a:gd name="connsiteX23" fmla="*/ 103978 w 103977"/>
                <a:gd name="connsiteY23" fmla="*/ 34198 h 56499"/>
                <a:gd name="connsiteX24" fmla="*/ 100221 w 103977"/>
                <a:gd name="connsiteY24" fmla="*/ 26165 h 56499"/>
                <a:gd name="connsiteX25" fmla="*/ 96326 w 103977"/>
                <a:gd name="connsiteY25" fmla="*/ 26165 h 56499"/>
                <a:gd name="connsiteX26" fmla="*/ 95491 w 103977"/>
                <a:gd name="connsiteY26" fmla="*/ 25813 h 56499"/>
                <a:gd name="connsiteX27" fmla="*/ 93079 w 103977"/>
                <a:gd name="connsiteY27" fmla="*/ 23355 h 56499"/>
                <a:gd name="connsiteX28" fmla="*/ 90157 w 103977"/>
                <a:gd name="connsiteY28" fmla="*/ 25901 h 56499"/>
                <a:gd name="connsiteX29" fmla="*/ 88581 w 103977"/>
                <a:gd name="connsiteY29" fmla="*/ 25901 h 56499"/>
                <a:gd name="connsiteX30" fmla="*/ 85381 w 103977"/>
                <a:gd name="connsiteY30" fmla="*/ 23179 h 56499"/>
                <a:gd name="connsiteX31" fmla="*/ 85195 w 103977"/>
                <a:gd name="connsiteY31" fmla="*/ 21775 h 56499"/>
                <a:gd name="connsiteX32" fmla="*/ 87792 w 103977"/>
                <a:gd name="connsiteY32" fmla="*/ 17999 h 56499"/>
                <a:gd name="connsiteX33" fmla="*/ 86030 w 103977"/>
                <a:gd name="connsiteY33" fmla="*/ 16770 h 56499"/>
                <a:gd name="connsiteX34" fmla="*/ 82181 w 103977"/>
                <a:gd name="connsiteY34" fmla="*/ 18438 h 56499"/>
                <a:gd name="connsiteX35" fmla="*/ 81160 w 103977"/>
                <a:gd name="connsiteY35" fmla="*/ 18438 h 56499"/>
                <a:gd name="connsiteX36" fmla="*/ 76986 w 103977"/>
                <a:gd name="connsiteY36" fmla="*/ 16287 h 56499"/>
                <a:gd name="connsiteX37" fmla="*/ 78795 w 103977"/>
                <a:gd name="connsiteY37" fmla="*/ 19097 h 56499"/>
                <a:gd name="connsiteX38" fmla="*/ 78888 w 103977"/>
                <a:gd name="connsiteY38" fmla="*/ 20018 h 56499"/>
                <a:gd name="connsiteX39" fmla="*/ 78238 w 103977"/>
                <a:gd name="connsiteY39" fmla="*/ 20677 h 56499"/>
                <a:gd name="connsiteX40" fmla="*/ 71560 w 103977"/>
                <a:gd name="connsiteY40" fmla="*/ 23399 h 56499"/>
                <a:gd name="connsiteX41" fmla="*/ 70354 w 103977"/>
                <a:gd name="connsiteY41" fmla="*/ 23223 h 56499"/>
                <a:gd name="connsiteX42" fmla="*/ 61079 w 103977"/>
                <a:gd name="connsiteY42" fmla="*/ 15804 h 56499"/>
                <a:gd name="connsiteX43" fmla="*/ 60662 w 103977"/>
                <a:gd name="connsiteY43" fmla="*/ 14838 h 56499"/>
                <a:gd name="connsiteX44" fmla="*/ 61264 w 103977"/>
                <a:gd name="connsiteY44" fmla="*/ 14004 h 56499"/>
                <a:gd name="connsiteX45" fmla="*/ 65206 w 103977"/>
                <a:gd name="connsiteY45" fmla="*/ 12029 h 56499"/>
                <a:gd name="connsiteX46" fmla="*/ 63769 w 103977"/>
                <a:gd name="connsiteY46" fmla="*/ 9307 h 56499"/>
                <a:gd name="connsiteX47" fmla="*/ 60012 w 103977"/>
                <a:gd name="connsiteY47" fmla="*/ 11019 h 56499"/>
                <a:gd name="connsiteX48" fmla="*/ 58667 w 103977"/>
                <a:gd name="connsiteY48" fmla="*/ 10800 h 56499"/>
                <a:gd name="connsiteX49" fmla="*/ 55838 w 103977"/>
                <a:gd name="connsiteY49" fmla="*/ 8122 h 56499"/>
                <a:gd name="connsiteX50" fmla="*/ 51108 w 103977"/>
                <a:gd name="connsiteY50" fmla="*/ 8122 h 56499"/>
                <a:gd name="connsiteX51" fmla="*/ 50087 w 103977"/>
                <a:gd name="connsiteY51" fmla="*/ 7507 h 56499"/>
                <a:gd name="connsiteX52" fmla="*/ 46934 w 103977"/>
                <a:gd name="connsiteY52" fmla="*/ 1449 h 56499"/>
                <a:gd name="connsiteX53" fmla="*/ 44522 w 103977"/>
                <a:gd name="connsiteY53" fmla="*/ 1449 h 56499"/>
                <a:gd name="connsiteX54" fmla="*/ 44105 w 103977"/>
                <a:gd name="connsiteY54" fmla="*/ 2897 h 56499"/>
                <a:gd name="connsiteX55" fmla="*/ 43966 w 103977"/>
                <a:gd name="connsiteY55" fmla="*/ 3249 h 56499"/>
                <a:gd name="connsiteX56" fmla="*/ 40812 w 103977"/>
                <a:gd name="connsiteY56" fmla="*/ 7639 h 56499"/>
                <a:gd name="connsiteX57" fmla="*/ 39606 w 103977"/>
                <a:gd name="connsiteY57" fmla="*/ 8078 h 56499"/>
                <a:gd name="connsiteX58" fmla="*/ 38679 w 103977"/>
                <a:gd name="connsiteY58" fmla="*/ 7200 h 56499"/>
                <a:gd name="connsiteX59" fmla="*/ 37519 w 103977"/>
                <a:gd name="connsiteY59" fmla="*/ 1668 h 56499"/>
                <a:gd name="connsiteX60" fmla="*/ 34041 w 103977"/>
                <a:gd name="connsiteY60" fmla="*/ 0 h 56499"/>
                <a:gd name="connsiteX61" fmla="*/ 34041 w 103977"/>
                <a:gd name="connsiteY61" fmla="*/ 3951 h 56499"/>
                <a:gd name="connsiteX62" fmla="*/ 33252 w 103977"/>
                <a:gd name="connsiteY62" fmla="*/ 5005 h 56499"/>
                <a:gd name="connsiteX63" fmla="*/ 20406 w 103977"/>
                <a:gd name="connsiteY63" fmla="*/ 8956 h 56499"/>
                <a:gd name="connsiteX64" fmla="*/ 12429 w 103977"/>
                <a:gd name="connsiteY64" fmla="*/ 14838 h 56499"/>
                <a:gd name="connsiteX65" fmla="*/ 11734 w 103977"/>
                <a:gd name="connsiteY65" fmla="*/ 15058 h 56499"/>
                <a:gd name="connsiteX66" fmla="*/ 5844 w 103977"/>
                <a:gd name="connsiteY66" fmla="*/ 15058 h 56499"/>
                <a:gd name="connsiteX67" fmla="*/ 3849 w 103977"/>
                <a:gd name="connsiteY67" fmla="*/ 19492 h 56499"/>
                <a:gd name="connsiteX68" fmla="*/ 3200 w 103977"/>
                <a:gd name="connsiteY68" fmla="*/ 20062 h 56499"/>
                <a:gd name="connsiteX69" fmla="*/ 2272 w 103977"/>
                <a:gd name="connsiteY69" fmla="*/ 20062 h 56499"/>
                <a:gd name="connsiteX70" fmla="*/ 0 w 103977"/>
                <a:gd name="connsiteY70" fmla="*/ 19053 h 56499"/>
                <a:gd name="connsiteX71" fmla="*/ 557 w 103977"/>
                <a:gd name="connsiteY71" fmla="*/ 20370 h 56499"/>
                <a:gd name="connsiteX72" fmla="*/ 6168 w 103977"/>
                <a:gd name="connsiteY72" fmla="*/ 25682 h 56499"/>
                <a:gd name="connsiteX73" fmla="*/ 6354 w 103977"/>
                <a:gd name="connsiteY73" fmla="*/ 27042 h 56499"/>
                <a:gd name="connsiteX74" fmla="*/ 4870 w 103977"/>
                <a:gd name="connsiteY74" fmla="*/ 29369 h 56499"/>
                <a:gd name="connsiteX75" fmla="*/ 6910 w 103977"/>
                <a:gd name="connsiteY75" fmla="*/ 36042 h 56499"/>
                <a:gd name="connsiteX76" fmla="*/ 12290 w 103977"/>
                <a:gd name="connsiteY76" fmla="*/ 38983 h 56499"/>
                <a:gd name="connsiteX77" fmla="*/ 12568 w 103977"/>
                <a:gd name="connsiteY77" fmla="*/ 39203 h 56499"/>
                <a:gd name="connsiteX78" fmla="*/ 16789 w 103977"/>
                <a:gd name="connsiteY78" fmla="*/ 43768 h 56499"/>
                <a:gd name="connsiteX79" fmla="*/ 23884 w 103977"/>
                <a:gd name="connsiteY79" fmla="*/ 48071 h 56499"/>
                <a:gd name="connsiteX80" fmla="*/ 24163 w 103977"/>
                <a:gd name="connsiteY80" fmla="*/ 48334 h 56499"/>
                <a:gd name="connsiteX81" fmla="*/ 27919 w 103977"/>
                <a:gd name="connsiteY81" fmla="*/ 52987 h 56499"/>
                <a:gd name="connsiteX82" fmla="*/ 27919 w 103977"/>
                <a:gd name="connsiteY82" fmla="*/ 52987 h 56499"/>
                <a:gd name="connsiteX83" fmla="*/ 27919 w 103977"/>
                <a:gd name="connsiteY83" fmla="*/ 52987 h 56499"/>
                <a:gd name="connsiteX84" fmla="*/ 30423 w 103977"/>
                <a:gd name="connsiteY84" fmla="*/ 56499 h 56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03977" h="56499">
                  <a:moveTo>
                    <a:pt x="30470" y="56456"/>
                  </a:moveTo>
                  <a:lnTo>
                    <a:pt x="38911" y="55095"/>
                  </a:lnTo>
                  <a:lnTo>
                    <a:pt x="38911" y="53558"/>
                  </a:lnTo>
                  <a:cubicBezTo>
                    <a:pt x="38911" y="53295"/>
                    <a:pt x="39003" y="53031"/>
                    <a:pt x="39189" y="52856"/>
                  </a:cubicBezTo>
                  <a:lnTo>
                    <a:pt x="42064" y="49739"/>
                  </a:lnTo>
                  <a:lnTo>
                    <a:pt x="42064" y="46710"/>
                  </a:lnTo>
                  <a:cubicBezTo>
                    <a:pt x="42064" y="46358"/>
                    <a:pt x="42250" y="46007"/>
                    <a:pt x="42574" y="45788"/>
                  </a:cubicBezTo>
                  <a:cubicBezTo>
                    <a:pt x="42899" y="45568"/>
                    <a:pt x="43316" y="45524"/>
                    <a:pt x="43641" y="45700"/>
                  </a:cubicBezTo>
                  <a:lnTo>
                    <a:pt x="48001" y="47368"/>
                  </a:lnTo>
                  <a:lnTo>
                    <a:pt x="59919" y="49080"/>
                  </a:lnTo>
                  <a:cubicBezTo>
                    <a:pt x="59919" y="49080"/>
                    <a:pt x="60151" y="49124"/>
                    <a:pt x="60290" y="49212"/>
                  </a:cubicBezTo>
                  <a:lnTo>
                    <a:pt x="65299" y="51714"/>
                  </a:lnTo>
                  <a:lnTo>
                    <a:pt x="67618" y="49432"/>
                  </a:lnTo>
                  <a:cubicBezTo>
                    <a:pt x="68035" y="49036"/>
                    <a:pt x="68685" y="48992"/>
                    <a:pt x="69195" y="49344"/>
                  </a:cubicBezTo>
                  <a:lnTo>
                    <a:pt x="74435" y="53295"/>
                  </a:lnTo>
                  <a:lnTo>
                    <a:pt x="78146" y="46271"/>
                  </a:lnTo>
                  <a:cubicBezTo>
                    <a:pt x="78331" y="45963"/>
                    <a:pt x="78656" y="45744"/>
                    <a:pt x="79027" y="45656"/>
                  </a:cubicBezTo>
                  <a:cubicBezTo>
                    <a:pt x="79351" y="45612"/>
                    <a:pt x="79769" y="45700"/>
                    <a:pt x="80047" y="45963"/>
                  </a:cubicBezTo>
                  <a:lnTo>
                    <a:pt x="83201" y="49036"/>
                  </a:lnTo>
                  <a:lnTo>
                    <a:pt x="85752" y="49036"/>
                  </a:lnTo>
                  <a:lnTo>
                    <a:pt x="93404" y="42978"/>
                  </a:lnTo>
                  <a:lnTo>
                    <a:pt x="97949" y="35998"/>
                  </a:lnTo>
                  <a:cubicBezTo>
                    <a:pt x="98088" y="35735"/>
                    <a:pt x="98366" y="35603"/>
                    <a:pt x="98645" y="35515"/>
                  </a:cubicBezTo>
                  <a:lnTo>
                    <a:pt x="103978" y="34198"/>
                  </a:lnTo>
                  <a:lnTo>
                    <a:pt x="100221" y="26165"/>
                  </a:lnTo>
                  <a:lnTo>
                    <a:pt x="96326" y="26165"/>
                  </a:lnTo>
                  <a:cubicBezTo>
                    <a:pt x="96001" y="26165"/>
                    <a:pt x="95676" y="26033"/>
                    <a:pt x="95491" y="25813"/>
                  </a:cubicBezTo>
                  <a:lnTo>
                    <a:pt x="93079" y="23355"/>
                  </a:lnTo>
                  <a:lnTo>
                    <a:pt x="90157" y="25901"/>
                  </a:lnTo>
                  <a:cubicBezTo>
                    <a:pt x="89694" y="26296"/>
                    <a:pt x="89044" y="26296"/>
                    <a:pt x="88581" y="25901"/>
                  </a:cubicBezTo>
                  <a:lnTo>
                    <a:pt x="85381" y="23179"/>
                  </a:lnTo>
                  <a:cubicBezTo>
                    <a:pt x="84963" y="22828"/>
                    <a:pt x="84870" y="22213"/>
                    <a:pt x="85195" y="21775"/>
                  </a:cubicBezTo>
                  <a:lnTo>
                    <a:pt x="87792" y="17999"/>
                  </a:lnTo>
                  <a:lnTo>
                    <a:pt x="86030" y="16770"/>
                  </a:lnTo>
                  <a:lnTo>
                    <a:pt x="82181" y="18438"/>
                  </a:lnTo>
                  <a:cubicBezTo>
                    <a:pt x="81856" y="18570"/>
                    <a:pt x="81485" y="18570"/>
                    <a:pt x="81160" y="18438"/>
                  </a:cubicBezTo>
                  <a:lnTo>
                    <a:pt x="76986" y="16287"/>
                  </a:lnTo>
                  <a:lnTo>
                    <a:pt x="78795" y="19097"/>
                  </a:lnTo>
                  <a:cubicBezTo>
                    <a:pt x="78981" y="19360"/>
                    <a:pt x="79027" y="19711"/>
                    <a:pt x="78888" y="20018"/>
                  </a:cubicBezTo>
                  <a:cubicBezTo>
                    <a:pt x="78795" y="20326"/>
                    <a:pt x="78563" y="20545"/>
                    <a:pt x="78238" y="20677"/>
                  </a:cubicBezTo>
                  <a:lnTo>
                    <a:pt x="71560" y="23399"/>
                  </a:lnTo>
                  <a:cubicBezTo>
                    <a:pt x="71143" y="23574"/>
                    <a:pt x="70679" y="23487"/>
                    <a:pt x="70354" y="23223"/>
                  </a:cubicBezTo>
                  <a:lnTo>
                    <a:pt x="61079" y="15804"/>
                  </a:lnTo>
                  <a:cubicBezTo>
                    <a:pt x="60801" y="15585"/>
                    <a:pt x="60615" y="15190"/>
                    <a:pt x="60662" y="14838"/>
                  </a:cubicBezTo>
                  <a:cubicBezTo>
                    <a:pt x="60662" y="14487"/>
                    <a:pt x="60940" y="14136"/>
                    <a:pt x="61264" y="14004"/>
                  </a:cubicBezTo>
                  <a:lnTo>
                    <a:pt x="65206" y="12029"/>
                  </a:lnTo>
                  <a:lnTo>
                    <a:pt x="63769" y="9307"/>
                  </a:lnTo>
                  <a:lnTo>
                    <a:pt x="60012" y="11019"/>
                  </a:lnTo>
                  <a:cubicBezTo>
                    <a:pt x="59549" y="11238"/>
                    <a:pt x="59038" y="11151"/>
                    <a:pt x="58667" y="10800"/>
                  </a:cubicBezTo>
                  <a:lnTo>
                    <a:pt x="55838" y="8122"/>
                  </a:lnTo>
                  <a:lnTo>
                    <a:pt x="51108" y="8122"/>
                  </a:lnTo>
                  <a:cubicBezTo>
                    <a:pt x="50690" y="8122"/>
                    <a:pt x="50273" y="7902"/>
                    <a:pt x="50087" y="7507"/>
                  </a:cubicBezTo>
                  <a:lnTo>
                    <a:pt x="46934" y="1449"/>
                  </a:lnTo>
                  <a:lnTo>
                    <a:pt x="44522" y="1449"/>
                  </a:lnTo>
                  <a:lnTo>
                    <a:pt x="44105" y="2897"/>
                  </a:lnTo>
                  <a:cubicBezTo>
                    <a:pt x="44105" y="2897"/>
                    <a:pt x="44012" y="3117"/>
                    <a:pt x="43966" y="3249"/>
                  </a:cubicBezTo>
                  <a:lnTo>
                    <a:pt x="40812" y="7639"/>
                  </a:lnTo>
                  <a:cubicBezTo>
                    <a:pt x="40534" y="7990"/>
                    <a:pt x="40070" y="8209"/>
                    <a:pt x="39606" y="8078"/>
                  </a:cubicBezTo>
                  <a:cubicBezTo>
                    <a:pt x="39142" y="7990"/>
                    <a:pt x="38818" y="7639"/>
                    <a:pt x="38679" y="7200"/>
                  </a:cubicBezTo>
                  <a:lnTo>
                    <a:pt x="37519" y="1668"/>
                  </a:lnTo>
                  <a:lnTo>
                    <a:pt x="34041" y="0"/>
                  </a:lnTo>
                  <a:lnTo>
                    <a:pt x="34041" y="3951"/>
                  </a:lnTo>
                  <a:cubicBezTo>
                    <a:pt x="34041" y="4434"/>
                    <a:pt x="33716" y="4829"/>
                    <a:pt x="33252" y="5005"/>
                  </a:cubicBezTo>
                  <a:lnTo>
                    <a:pt x="20406" y="8956"/>
                  </a:lnTo>
                  <a:lnTo>
                    <a:pt x="12429" y="14838"/>
                  </a:lnTo>
                  <a:cubicBezTo>
                    <a:pt x="12429" y="14838"/>
                    <a:pt x="11965" y="15058"/>
                    <a:pt x="11734" y="15058"/>
                  </a:cubicBezTo>
                  <a:lnTo>
                    <a:pt x="5844" y="15058"/>
                  </a:lnTo>
                  <a:lnTo>
                    <a:pt x="3849" y="19492"/>
                  </a:lnTo>
                  <a:cubicBezTo>
                    <a:pt x="3710" y="19755"/>
                    <a:pt x="3478" y="19975"/>
                    <a:pt x="3200" y="20062"/>
                  </a:cubicBezTo>
                  <a:cubicBezTo>
                    <a:pt x="2922" y="20150"/>
                    <a:pt x="2597" y="20150"/>
                    <a:pt x="2272" y="20062"/>
                  </a:cubicBezTo>
                  <a:lnTo>
                    <a:pt x="0" y="19053"/>
                  </a:lnTo>
                  <a:lnTo>
                    <a:pt x="557" y="20370"/>
                  </a:lnTo>
                  <a:lnTo>
                    <a:pt x="6168" y="25682"/>
                  </a:lnTo>
                  <a:cubicBezTo>
                    <a:pt x="6539" y="26033"/>
                    <a:pt x="6632" y="26603"/>
                    <a:pt x="6354" y="27042"/>
                  </a:cubicBezTo>
                  <a:lnTo>
                    <a:pt x="4870" y="29369"/>
                  </a:lnTo>
                  <a:lnTo>
                    <a:pt x="6910" y="36042"/>
                  </a:lnTo>
                  <a:lnTo>
                    <a:pt x="12290" y="38983"/>
                  </a:lnTo>
                  <a:cubicBezTo>
                    <a:pt x="12290" y="38983"/>
                    <a:pt x="12475" y="39115"/>
                    <a:pt x="12568" y="39203"/>
                  </a:cubicBezTo>
                  <a:lnTo>
                    <a:pt x="16789" y="43768"/>
                  </a:lnTo>
                  <a:lnTo>
                    <a:pt x="23884" y="48071"/>
                  </a:lnTo>
                  <a:cubicBezTo>
                    <a:pt x="23884" y="48071"/>
                    <a:pt x="24116" y="48246"/>
                    <a:pt x="24163" y="48334"/>
                  </a:cubicBezTo>
                  <a:lnTo>
                    <a:pt x="27919" y="52987"/>
                  </a:lnTo>
                  <a:cubicBezTo>
                    <a:pt x="27919" y="52987"/>
                    <a:pt x="27919" y="52987"/>
                    <a:pt x="27919" y="52987"/>
                  </a:cubicBezTo>
                  <a:cubicBezTo>
                    <a:pt x="27919" y="52987"/>
                    <a:pt x="27919" y="52987"/>
                    <a:pt x="27919" y="52987"/>
                  </a:cubicBezTo>
                  <a:lnTo>
                    <a:pt x="30423" y="5649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8" name="Freeform: Shape 2127">
              <a:extLst>
                <a:ext uri="{FF2B5EF4-FFF2-40B4-BE49-F238E27FC236}">
                  <a16:creationId xmlns:a16="http://schemas.microsoft.com/office/drawing/2014/main" id="{42BA9C8B-E797-C82D-34D5-BDCC253D3BE2}"/>
                </a:ext>
              </a:extLst>
            </p:cNvPr>
            <p:cNvSpPr>
              <a:spLocks/>
            </p:cNvSpPr>
            <p:nvPr/>
          </p:nvSpPr>
          <p:spPr>
            <a:xfrm>
              <a:off x="5912473" y="2817512"/>
              <a:ext cx="177144" cy="84004"/>
            </a:xfrm>
            <a:custGeom>
              <a:avLst/>
              <a:gdLst>
                <a:gd name="connsiteX0" fmla="*/ 83015 w 118679"/>
                <a:gd name="connsiteY0" fmla="*/ 51231 h 56279"/>
                <a:gd name="connsiteX1" fmla="*/ 83850 w 118679"/>
                <a:gd name="connsiteY1" fmla="*/ 50880 h 56279"/>
                <a:gd name="connsiteX2" fmla="*/ 91827 w 118679"/>
                <a:gd name="connsiteY2" fmla="*/ 50880 h 56279"/>
                <a:gd name="connsiteX3" fmla="*/ 97485 w 118679"/>
                <a:gd name="connsiteY3" fmla="*/ 49388 h 56279"/>
                <a:gd name="connsiteX4" fmla="*/ 97810 w 118679"/>
                <a:gd name="connsiteY4" fmla="*/ 49388 h 56279"/>
                <a:gd name="connsiteX5" fmla="*/ 101937 w 118679"/>
                <a:gd name="connsiteY5" fmla="*/ 49388 h 56279"/>
                <a:gd name="connsiteX6" fmla="*/ 102819 w 118679"/>
                <a:gd name="connsiteY6" fmla="*/ 47105 h 56279"/>
                <a:gd name="connsiteX7" fmla="*/ 102819 w 118679"/>
                <a:gd name="connsiteY7" fmla="*/ 47105 h 56279"/>
                <a:gd name="connsiteX8" fmla="*/ 104302 w 118679"/>
                <a:gd name="connsiteY8" fmla="*/ 43242 h 56279"/>
                <a:gd name="connsiteX9" fmla="*/ 105416 w 118679"/>
                <a:gd name="connsiteY9" fmla="*/ 42539 h 56279"/>
                <a:gd name="connsiteX10" fmla="*/ 108616 w 118679"/>
                <a:gd name="connsiteY10" fmla="*/ 42539 h 56279"/>
                <a:gd name="connsiteX11" fmla="*/ 108616 w 118679"/>
                <a:gd name="connsiteY11" fmla="*/ 35427 h 56279"/>
                <a:gd name="connsiteX12" fmla="*/ 109172 w 118679"/>
                <a:gd name="connsiteY12" fmla="*/ 34505 h 56279"/>
                <a:gd name="connsiteX13" fmla="*/ 112187 w 118679"/>
                <a:gd name="connsiteY13" fmla="*/ 32793 h 56279"/>
                <a:gd name="connsiteX14" fmla="*/ 109265 w 118679"/>
                <a:gd name="connsiteY14" fmla="*/ 30203 h 56279"/>
                <a:gd name="connsiteX15" fmla="*/ 108940 w 118679"/>
                <a:gd name="connsiteY15" fmla="*/ 29106 h 56279"/>
                <a:gd name="connsiteX16" fmla="*/ 109868 w 118679"/>
                <a:gd name="connsiteY16" fmla="*/ 28316 h 56279"/>
                <a:gd name="connsiteX17" fmla="*/ 117474 w 118679"/>
                <a:gd name="connsiteY17" fmla="*/ 27086 h 56279"/>
                <a:gd name="connsiteX18" fmla="*/ 118680 w 118679"/>
                <a:gd name="connsiteY18" fmla="*/ 20589 h 56279"/>
                <a:gd name="connsiteX19" fmla="*/ 114552 w 118679"/>
                <a:gd name="connsiteY19" fmla="*/ 14092 h 56279"/>
                <a:gd name="connsiteX20" fmla="*/ 114413 w 118679"/>
                <a:gd name="connsiteY20" fmla="*/ 13302 h 56279"/>
                <a:gd name="connsiteX21" fmla="*/ 115711 w 118679"/>
                <a:gd name="connsiteY21" fmla="*/ 7112 h 56279"/>
                <a:gd name="connsiteX22" fmla="*/ 110703 w 118679"/>
                <a:gd name="connsiteY22" fmla="*/ 3336 h 56279"/>
                <a:gd name="connsiteX23" fmla="*/ 108523 w 118679"/>
                <a:gd name="connsiteY23" fmla="*/ 5488 h 56279"/>
                <a:gd name="connsiteX24" fmla="*/ 107132 w 118679"/>
                <a:gd name="connsiteY24" fmla="*/ 5707 h 56279"/>
                <a:gd name="connsiteX25" fmla="*/ 101520 w 118679"/>
                <a:gd name="connsiteY25" fmla="*/ 2897 h 56279"/>
                <a:gd name="connsiteX26" fmla="*/ 89554 w 118679"/>
                <a:gd name="connsiteY26" fmla="*/ 1141 h 56279"/>
                <a:gd name="connsiteX27" fmla="*/ 86540 w 118679"/>
                <a:gd name="connsiteY27" fmla="*/ 0 h 56279"/>
                <a:gd name="connsiteX28" fmla="*/ 86540 w 118679"/>
                <a:gd name="connsiteY28" fmla="*/ 1800 h 56279"/>
                <a:gd name="connsiteX29" fmla="*/ 86262 w 118679"/>
                <a:gd name="connsiteY29" fmla="*/ 2502 h 56279"/>
                <a:gd name="connsiteX30" fmla="*/ 83387 w 118679"/>
                <a:gd name="connsiteY30" fmla="*/ 5619 h 56279"/>
                <a:gd name="connsiteX31" fmla="*/ 83387 w 118679"/>
                <a:gd name="connsiteY31" fmla="*/ 7683 h 56279"/>
                <a:gd name="connsiteX32" fmla="*/ 82412 w 118679"/>
                <a:gd name="connsiteY32" fmla="*/ 8780 h 56279"/>
                <a:gd name="connsiteX33" fmla="*/ 72256 w 118679"/>
                <a:gd name="connsiteY33" fmla="*/ 10448 h 56279"/>
                <a:gd name="connsiteX34" fmla="*/ 72070 w 118679"/>
                <a:gd name="connsiteY34" fmla="*/ 10448 h 56279"/>
                <a:gd name="connsiteX35" fmla="*/ 71096 w 118679"/>
                <a:gd name="connsiteY35" fmla="*/ 9965 h 56279"/>
                <a:gd name="connsiteX36" fmla="*/ 69149 w 118679"/>
                <a:gd name="connsiteY36" fmla="*/ 7200 h 56279"/>
                <a:gd name="connsiteX37" fmla="*/ 66644 w 118679"/>
                <a:gd name="connsiteY37" fmla="*/ 10536 h 56279"/>
                <a:gd name="connsiteX38" fmla="*/ 65299 w 118679"/>
                <a:gd name="connsiteY38" fmla="*/ 10931 h 56279"/>
                <a:gd name="connsiteX39" fmla="*/ 62795 w 118679"/>
                <a:gd name="connsiteY39" fmla="*/ 10097 h 56279"/>
                <a:gd name="connsiteX40" fmla="*/ 62795 w 118679"/>
                <a:gd name="connsiteY40" fmla="*/ 12380 h 56279"/>
                <a:gd name="connsiteX41" fmla="*/ 62285 w 118679"/>
                <a:gd name="connsiteY41" fmla="*/ 13302 h 56279"/>
                <a:gd name="connsiteX42" fmla="*/ 57925 w 118679"/>
                <a:gd name="connsiteY42" fmla="*/ 16024 h 56279"/>
                <a:gd name="connsiteX43" fmla="*/ 51247 w 118679"/>
                <a:gd name="connsiteY43" fmla="*/ 21862 h 56279"/>
                <a:gd name="connsiteX44" fmla="*/ 46702 w 118679"/>
                <a:gd name="connsiteY44" fmla="*/ 29150 h 56279"/>
                <a:gd name="connsiteX45" fmla="*/ 45867 w 118679"/>
                <a:gd name="connsiteY45" fmla="*/ 29676 h 56279"/>
                <a:gd name="connsiteX46" fmla="*/ 39514 w 118679"/>
                <a:gd name="connsiteY46" fmla="*/ 30511 h 56279"/>
                <a:gd name="connsiteX47" fmla="*/ 33206 w 118679"/>
                <a:gd name="connsiteY47" fmla="*/ 31037 h 56279"/>
                <a:gd name="connsiteX48" fmla="*/ 29171 w 118679"/>
                <a:gd name="connsiteY48" fmla="*/ 34637 h 56279"/>
                <a:gd name="connsiteX49" fmla="*/ 28429 w 118679"/>
                <a:gd name="connsiteY49" fmla="*/ 34944 h 56279"/>
                <a:gd name="connsiteX50" fmla="*/ 22632 w 118679"/>
                <a:gd name="connsiteY50" fmla="*/ 35208 h 56279"/>
                <a:gd name="connsiteX51" fmla="*/ 21519 w 118679"/>
                <a:gd name="connsiteY51" fmla="*/ 34549 h 56279"/>
                <a:gd name="connsiteX52" fmla="*/ 20035 w 118679"/>
                <a:gd name="connsiteY52" fmla="*/ 31301 h 56279"/>
                <a:gd name="connsiteX53" fmla="*/ 15026 w 118679"/>
                <a:gd name="connsiteY53" fmla="*/ 30906 h 56279"/>
                <a:gd name="connsiteX54" fmla="*/ 15026 w 118679"/>
                <a:gd name="connsiteY54" fmla="*/ 37139 h 56279"/>
                <a:gd name="connsiteX55" fmla="*/ 13867 w 118679"/>
                <a:gd name="connsiteY55" fmla="*/ 38237 h 56279"/>
                <a:gd name="connsiteX56" fmla="*/ 10110 w 118679"/>
                <a:gd name="connsiteY56" fmla="*/ 38237 h 56279"/>
                <a:gd name="connsiteX57" fmla="*/ 9136 w 118679"/>
                <a:gd name="connsiteY57" fmla="*/ 37754 h 56279"/>
                <a:gd name="connsiteX58" fmla="*/ 6586 w 118679"/>
                <a:gd name="connsiteY58" fmla="*/ 34110 h 56279"/>
                <a:gd name="connsiteX59" fmla="*/ 4916 w 118679"/>
                <a:gd name="connsiteY59" fmla="*/ 34110 h 56279"/>
                <a:gd name="connsiteX60" fmla="*/ 1670 w 118679"/>
                <a:gd name="connsiteY60" fmla="*/ 37710 h 56279"/>
                <a:gd name="connsiteX61" fmla="*/ 0 w 118679"/>
                <a:gd name="connsiteY61" fmla="*/ 41222 h 56279"/>
                <a:gd name="connsiteX62" fmla="*/ 4406 w 118679"/>
                <a:gd name="connsiteY62" fmla="*/ 41222 h 56279"/>
                <a:gd name="connsiteX63" fmla="*/ 5380 w 118679"/>
                <a:gd name="connsiteY63" fmla="*/ 41749 h 56279"/>
                <a:gd name="connsiteX64" fmla="*/ 8209 w 118679"/>
                <a:gd name="connsiteY64" fmla="*/ 46139 h 56279"/>
                <a:gd name="connsiteX65" fmla="*/ 14516 w 118679"/>
                <a:gd name="connsiteY65" fmla="*/ 43285 h 56279"/>
                <a:gd name="connsiteX66" fmla="*/ 15629 w 118679"/>
                <a:gd name="connsiteY66" fmla="*/ 43329 h 56279"/>
                <a:gd name="connsiteX67" fmla="*/ 16186 w 118679"/>
                <a:gd name="connsiteY67" fmla="*/ 44251 h 56279"/>
                <a:gd name="connsiteX68" fmla="*/ 16186 w 118679"/>
                <a:gd name="connsiteY68" fmla="*/ 46446 h 56279"/>
                <a:gd name="connsiteX69" fmla="*/ 22957 w 118679"/>
                <a:gd name="connsiteY69" fmla="*/ 46446 h 56279"/>
                <a:gd name="connsiteX70" fmla="*/ 26667 w 118679"/>
                <a:gd name="connsiteY70" fmla="*/ 42934 h 56279"/>
                <a:gd name="connsiteX71" fmla="*/ 27502 w 118679"/>
                <a:gd name="connsiteY71" fmla="*/ 42627 h 56279"/>
                <a:gd name="connsiteX72" fmla="*/ 41971 w 118679"/>
                <a:gd name="connsiteY72" fmla="*/ 42627 h 56279"/>
                <a:gd name="connsiteX73" fmla="*/ 43131 w 118679"/>
                <a:gd name="connsiteY73" fmla="*/ 43505 h 56279"/>
                <a:gd name="connsiteX74" fmla="*/ 44151 w 118679"/>
                <a:gd name="connsiteY74" fmla="*/ 48290 h 56279"/>
                <a:gd name="connsiteX75" fmla="*/ 46656 w 118679"/>
                <a:gd name="connsiteY75" fmla="*/ 49300 h 56279"/>
                <a:gd name="connsiteX76" fmla="*/ 56070 w 118679"/>
                <a:gd name="connsiteY76" fmla="*/ 51012 h 56279"/>
                <a:gd name="connsiteX77" fmla="*/ 65717 w 118679"/>
                <a:gd name="connsiteY77" fmla="*/ 54743 h 56279"/>
                <a:gd name="connsiteX78" fmla="*/ 78053 w 118679"/>
                <a:gd name="connsiteY78" fmla="*/ 56280 h 56279"/>
                <a:gd name="connsiteX79" fmla="*/ 83154 w 118679"/>
                <a:gd name="connsiteY79" fmla="*/ 51319 h 5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18679" h="56279">
                  <a:moveTo>
                    <a:pt x="83015" y="51231"/>
                  </a:moveTo>
                  <a:cubicBezTo>
                    <a:pt x="83015" y="51231"/>
                    <a:pt x="83526" y="50880"/>
                    <a:pt x="83850" y="50880"/>
                  </a:cubicBezTo>
                  <a:lnTo>
                    <a:pt x="91827" y="50880"/>
                  </a:lnTo>
                  <a:lnTo>
                    <a:pt x="97485" y="49388"/>
                  </a:lnTo>
                  <a:cubicBezTo>
                    <a:pt x="97485" y="49388"/>
                    <a:pt x="97671" y="49388"/>
                    <a:pt x="97810" y="49388"/>
                  </a:cubicBezTo>
                  <a:lnTo>
                    <a:pt x="101937" y="49388"/>
                  </a:lnTo>
                  <a:lnTo>
                    <a:pt x="102819" y="47105"/>
                  </a:lnTo>
                  <a:lnTo>
                    <a:pt x="102819" y="47105"/>
                  </a:lnTo>
                  <a:cubicBezTo>
                    <a:pt x="102819" y="47105"/>
                    <a:pt x="104302" y="43242"/>
                    <a:pt x="104302" y="43242"/>
                  </a:cubicBezTo>
                  <a:cubicBezTo>
                    <a:pt x="104488" y="42803"/>
                    <a:pt x="104905" y="42539"/>
                    <a:pt x="105416" y="42539"/>
                  </a:cubicBezTo>
                  <a:lnTo>
                    <a:pt x="108616" y="42539"/>
                  </a:lnTo>
                  <a:lnTo>
                    <a:pt x="108616" y="35427"/>
                  </a:lnTo>
                  <a:cubicBezTo>
                    <a:pt x="108616" y="35032"/>
                    <a:pt x="108848" y="34681"/>
                    <a:pt x="109172" y="34505"/>
                  </a:cubicBezTo>
                  <a:lnTo>
                    <a:pt x="112187" y="32793"/>
                  </a:lnTo>
                  <a:lnTo>
                    <a:pt x="109265" y="30203"/>
                  </a:lnTo>
                  <a:cubicBezTo>
                    <a:pt x="108940" y="29940"/>
                    <a:pt x="108801" y="29501"/>
                    <a:pt x="108940" y="29106"/>
                  </a:cubicBezTo>
                  <a:cubicBezTo>
                    <a:pt x="109079" y="28711"/>
                    <a:pt x="109404" y="28403"/>
                    <a:pt x="109868" y="28316"/>
                  </a:cubicBezTo>
                  <a:lnTo>
                    <a:pt x="117474" y="27086"/>
                  </a:lnTo>
                  <a:lnTo>
                    <a:pt x="118680" y="20589"/>
                  </a:lnTo>
                  <a:lnTo>
                    <a:pt x="114552" y="14092"/>
                  </a:lnTo>
                  <a:cubicBezTo>
                    <a:pt x="114413" y="13872"/>
                    <a:pt x="114366" y="13565"/>
                    <a:pt x="114413" y="13302"/>
                  </a:cubicBezTo>
                  <a:lnTo>
                    <a:pt x="115711" y="7112"/>
                  </a:lnTo>
                  <a:lnTo>
                    <a:pt x="110703" y="3336"/>
                  </a:lnTo>
                  <a:lnTo>
                    <a:pt x="108523" y="5488"/>
                  </a:lnTo>
                  <a:cubicBezTo>
                    <a:pt x="108152" y="5839"/>
                    <a:pt x="107595" y="5927"/>
                    <a:pt x="107132" y="5707"/>
                  </a:cubicBezTo>
                  <a:lnTo>
                    <a:pt x="101520" y="2897"/>
                  </a:lnTo>
                  <a:lnTo>
                    <a:pt x="89554" y="1141"/>
                  </a:lnTo>
                  <a:lnTo>
                    <a:pt x="86540" y="0"/>
                  </a:lnTo>
                  <a:lnTo>
                    <a:pt x="86540" y="1800"/>
                  </a:lnTo>
                  <a:cubicBezTo>
                    <a:pt x="86540" y="2063"/>
                    <a:pt x="86447" y="2327"/>
                    <a:pt x="86262" y="2502"/>
                  </a:cubicBezTo>
                  <a:lnTo>
                    <a:pt x="83387" y="5619"/>
                  </a:lnTo>
                  <a:lnTo>
                    <a:pt x="83387" y="7683"/>
                  </a:lnTo>
                  <a:cubicBezTo>
                    <a:pt x="83387" y="8209"/>
                    <a:pt x="82969" y="8692"/>
                    <a:pt x="82412" y="8780"/>
                  </a:cubicBezTo>
                  <a:lnTo>
                    <a:pt x="72256" y="10448"/>
                  </a:lnTo>
                  <a:cubicBezTo>
                    <a:pt x="72256" y="10448"/>
                    <a:pt x="72117" y="10448"/>
                    <a:pt x="72070" y="10448"/>
                  </a:cubicBezTo>
                  <a:cubicBezTo>
                    <a:pt x="71699" y="10448"/>
                    <a:pt x="71328" y="10273"/>
                    <a:pt x="71096" y="9965"/>
                  </a:cubicBezTo>
                  <a:lnTo>
                    <a:pt x="69149" y="7200"/>
                  </a:lnTo>
                  <a:lnTo>
                    <a:pt x="66644" y="10536"/>
                  </a:lnTo>
                  <a:cubicBezTo>
                    <a:pt x="66319" y="10931"/>
                    <a:pt x="65763" y="11107"/>
                    <a:pt x="65299" y="10931"/>
                  </a:cubicBezTo>
                  <a:lnTo>
                    <a:pt x="62795" y="10097"/>
                  </a:lnTo>
                  <a:lnTo>
                    <a:pt x="62795" y="12380"/>
                  </a:lnTo>
                  <a:cubicBezTo>
                    <a:pt x="62795" y="12731"/>
                    <a:pt x="62609" y="13082"/>
                    <a:pt x="62285" y="13302"/>
                  </a:cubicBezTo>
                  <a:lnTo>
                    <a:pt x="57925" y="16024"/>
                  </a:lnTo>
                  <a:lnTo>
                    <a:pt x="51247" y="21862"/>
                  </a:lnTo>
                  <a:lnTo>
                    <a:pt x="46702" y="29150"/>
                  </a:lnTo>
                  <a:cubicBezTo>
                    <a:pt x="46517" y="29457"/>
                    <a:pt x="46192" y="29633"/>
                    <a:pt x="45867" y="29676"/>
                  </a:cubicBezTo>
                  <a:lnTo>
                    <a:pt x="39514" y="30511"/>
                  </a:lnTo>
                  <a:lnTo>
                    <a:pt x="33206" y="31037"/>
                  </a:lnTo>
                  <a:lnTo>
                    <a:pt x="29171" y="34637"/>
                  </a:lnTo>
                  <a:cubicBezTo>
                    <a:pt x="29171" y="34637"/>
                    <a:pt x="28708" y="34901"/>
                    <a:pt x="28429" y="34944"/>
                  </a:cubicBezTo>
                  <a:lnTo>
                    <a:pt x="22632" y="35208"/>
                  </a:lnTo>
                  <a:cubicBezTo>
                    <a:pt x="22029" y="35208"/>
                    <a:pt x="21705" y="34944"/>
                    <a:pt x="21519" y="34549"/>
                  </a:cubicBezTo>
                  <a:lnTo>
                    <a:pt x="20035" y="31301"/>
                  </a:lnTo>
                  <a:lnTo>
                    <a:pt x="15026" y="30906"/>
                  </a:lnTo>
                  <a:lnTo>
                    <a:pt x="15026" y="37139"/>
                  </a:lnTo>
                  <a:cubicBezTo>
                    <a:pt x="15026" y="37754"/>
                    <a:pt x="14516" y="38237"/>
                    <a:pt x="13867" y="38237"/>
                  </a:cubicBezTo>
                  <a:lnTo>
                    <a:pt x="10110" y="38237"/>
                  </a:lnTo>
                  <a:cubicBezTo>
                    <a:pt x="9739" y="38237"/>
                    <a:pt x="9368" y="38061"/>
                    <a:pt x="9136" y="37754"/>
                  </a:cubicBezTo>
                  <a:lnTo>
                    <a:pt x="6586" y="34110"/>
                  </a:lnTo>
                  <a:lnTo>
                    <a:pt x="4916" y="34110"/>
                  </a:lnTo>
                  <a:lnTo>
                    <a:pt x="1670" y="37710"/>
                  </a:lnTo>
                  <a:lnTo>
                    <a:pt x="0" y="41222"/>
                  </a:lnTo>
                  <a:lnTo>
                    <a:pt x="4406" y="41222"/>
                  </a:lnTo>
                  <a:cubicBezTo>
                    <a:pt x="4823" y="41222"/>
                    <a:pt x="5194" y="41398"/>
                    <a:pt x="5380" y="41749"/>
                  </a:cubicBezTo>
                  <a:lnTo>
                    <a:pt x="8209" y="46139"/>
                  </a:lnTo>
                  <a:lnTo>
                    <a:pt x="14516" y="43285"/>
                  </a:lnTo>
                  <a:cubicBezTo>
                    <a:pt x="14887" y="43110"/>
                    <a:pt x="15304" y="43154"/>
                    <a:pt x="15629" y="43329"/>
                  </a:cubicBezTo>
                  <a:cubicBezTo>
                    <a:pt x="15954" y="43549"/>
                    <a:pt x="16186" y="43900"/>
                    <a:pt x="16186" y="44251"/>
                  </a:cubicBezTo>
                  <a:lnTo>
                    <a:pt x="16186" y="46446"/>
                  </a:lnTo>
                  <a:lnTo>
                    <a:pt x="22957" y="46446"/>
                  </a:lnTo>
                  <a:lnTo>
                    <a:pt x="26667" y="42934"/>
                  </a:lnTo>
                  <a:cubicBezTo>
                    <a:pt x="26667" y="42934"/>
                    <a:pt x="27177" y="42627"/>
                    <a:pt x="27502" y="42627"/>
                  </a:cubicBezTo>
                  <a:lnTo>
                    <a:pt x="41971" y="42627"/>
                  </a:lnTo>
                  <a:cubicBezTo>
                    <a:pt x="42528" y="42627"/>
                    <a:pt x="42992" y="42978"/>
                    <a:pt x="43131" y="43505"/>
                  </a:cubicBezTo>
                  <a:lnTo>
                    <a:pt x="44151" y="48290"/>
                  </a:lnTo>
                  <a:lnTo>
                    <a:pt x="46656" y="49300"/>
                  </a:lnTo>
                  <a:lnTo>
                    <a:pt x="56070" y="51012"/>
                  </a:lnTo>
                  <a:lnTo>
                    <a:pt x="65717" y="54743"/>
                  </a:lnTo>
                  <a:lnTo>
                    <a:pt x="78053" y="56280"/>
                  </a:lnTo>
                  <a:lnTo>
                    <a:pt x="83154" y="513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9" name="Freeform: Shape 2128">
              <a:extLst>
                <a:ext uri="{FF2B5EF4-FFF2-40B4-BE49-F238E27FC236}">
                  <a16:creationId xmlns:a16="http://schemas.microsoft.com/office/drawing/2014/main" id="{46CFE625-0EEF-CA84-38B2-CE57D2FAC260}"/>
                </a:ext>
              </a:extLst>
            </p:cNvPr>
            <p:cNvSpPr>
              <a:spLocks/>
            </p:cNvSpPr>
            <p:nvPr/>
          </p:nvSpPr>
          <p:spPr>
            <a:xfrm>
              <a:off x="6086709" y="2797394"/>
              <a:ext cx="137962" cy="58974"/>
            </a:xfrm>
            <a:custGeom>
              <a:avLst/>
              <a:gdLst>
                <a:gd name="connsiteX0" fmla="*/ 20592 w 92429"/>
                <a:gd name="connsiteY0" fmla="*/ 9395 h 39510"/>
                <a:gd name="connsiteX1" fmla="*/ 20359 w 92429"/>
                <a:gd name="connsiteY1" fmla="*/ 9658 h 39510"/>
                <a:gd name="connsiteX2" fmla="*/ 12243 w 92429"/>
                <a:gd name="connsiteY2" fmla="*/ 16111 h 39510"/>
                <a:gd name="connsiteX3" fmla="*/ 11501 w 92429"/>
                <a:gd name="connsiteY3" fmla="*/ 16375 h 39510"/>
                <a:gd name="connsiteX4" fmla="*/ 8023 w 92429"/>
                <a:gd name="connsiteY4" fmla="*/ 16375 h 39510"/>
                <a:gd name="connsiteX5" fmla="*/ 7188 w 92429"/>
                <a:gd name="connsiteY5" fmla="*/ 16024 h 39510"/>
                <a:gd name="connsiteX6" fmla="*/ 4870 w 92429"/>
                <a:gd name="connsiteY6" fmla="*/ 13697 h 39510"/>
                <a:gd name="connsiteX7" fmla="*/ 1345 w 92429"/>
                <a:gd name="connsiteY7" fmla="*/ 20414 h 39510"/>
                <a:gd name="connsiteX8" fmla="*/ 0 w 92429"/>
                <a:gd name="connsiteY8" fmla="*/ 26691 h 39510"/>
                <a:gd name="connsiteX9" fmla="*/ 3988 w 92429"/>
                <a:gd name="connsiteY9" fmla="*/ 33013 h 39510"/>
                <a:gd name="connsiteX10" fmla="*/ 13310 w 92429"/>
                <a:gd name="connsiteY10" fmla="*/ 39510 h 39510"/>
                <a:gd name="connsiteX11" fmla="*/ 29078 w 92429"/>
                <a:gd name="connsiteY11" fmla="*/ 38237 h 39510"/>
                <a:gd name="connsiteX12" fmla="*/ 29774 w 92429"/>
                <a:gd name="connsiteY12" fmla="*/ 34418 h 39510"/>
                <a:gd name="connsiteX13" fmla="*/ 30748 w 92429"/>
                <a:gd name="connsiteY13" fmla="*/ 33540 h 39510"/>
                <a:gd name="connsiteX14" fmla="*/ 42899 w 92429"/>
                <a:gd name="connsiteY14" fmla="*/ 31871 h 39510"/>
                <a:gd name="connsiteX15" fmla="*/ 51618 w 92429"/>
                <a:gd name="connsiteY15" fmla="*/ 29545 h 39510"/>
                <a:gd name="connsiteX16" fmla="*/ 55745 w 92429"/>
                <a:gd name="connsiteY16" fmla="*/ 23838 h 39510"/>
                <a:gd name="connsiteX17" fmla="*/ 56719 w 92429"/>
                <a:gd name="connsiteY17" fmla="*/ 23355 h 39510"/>
                <a:gd name="connsiteX18" fmla="*/ 73833 w 92429"/>
                <a:gd name="connsiteY18" fmla="*/ 23355 h 39510"/>
                <a:gd name="connsiteX19" fmla="*/ 74250 w 92429"/>
                <a:gd name="connsiteY19" fmla="*/ 23443 h 39510"/>
                <a:gd name="connsiteX20" fmla="*/ 80882 w 92429"/>
                <a:gd name="connsiteY20" fmla="*/ 25857 h 39510"/>
                <a:gd name="connsiteX21" fmla="*/ 85798 w 92429"/>
                <a:gd name="connsiteY21" fmla="*/ 14838 h 39510"/>
                <a:gd name="connsiteX22" fmla="*/ 86354 w 92429"/>
                <a:gd name="connsiteY22" fmla="*/ 14268 h 39510"/>
                <a:gd name="connsiteX23" fmla="*/ 92430 w 92429"/>
                <a:gd name="connsiteY23" fmla="*/ 11502 h 39510"/>
                <a:gd name="connsiteX24" fmla="*/ 90946 w 92429"/>
                <a:gd name="connsiteY24" fmla="*/ 10097 h 39510"/>
                <a:gd name="connsiteX25" fmla="*/ 84036 w 92429"/>
                <a:gd name="connsiteY25" fmla="*/ 8780 h 39510"/>
                <a:gd name="connsiteX26" fmla="*/ 78609 w 92429"/>
                <a:gd name="connsiteY26" fmla="*/ 8253 h 39510"/>
                <a:gd name="connsiteX27" fmla="*/ 77728 w 92429"/>
                <a:gd name="connsiteY27" fmla="*/ 7726 h 39510"/>
                <a:gd name="connsiteX28" fmla="*/ 74853 w 92429"/>
                <a:gd name="connsiteY28" fmla="*/ 3293 h 39510"/>
                <a:gd name="connsiteX29" fmla="*/ 65299 w 92429"/>
                <a:gd name="connsiteY29" fmla="*/ 3029 h 39510"/>
                <a:gd name="connsiteX30" fmla="*/ 63629 w 92429"/>
                <a:gd name="connsiteY30" fmla="*/ 4829 h 39510"/>
                <a:gd name="connsiteX31" fmla="*/ 62470 w 92429"/>
                <a:gd name="connsiteY31" fmla="*/ 5180 h 39510"/>
                <a:gd name="connsiteX32" fmla="*/ 57090 w 92429"/>
                <a:gd name="connsiteY32" fmla="*/ 3863 h 39510"/>
                <a:gd name="connsiteX33" fmla="*/ 54122 w 92429"/>
                <a:gd name="connsiteY33" fmla="*/ 3863 h 39510"/>
                <a:gd name="connsiteX34" fmla="*/ 46934 w 92429"/>
                <a:gd name="connsiteY34" fmla="*/ 11195 h 39510"/>
                <a:gd name="connsiteX35" fmla="*/ 46099 w 92429"/>
                <a:gd name="connsiteY35" fmla="*/ 11546 h 39510"/>
                <a:gd name="connsiteX36" fmla="*/ 45681 w 92429"/>
                <a:gd name="connsiteY36" fmla="*/ 11458 h 39510"/>
                <a:gd name="connsiteX37" fmla="*/ 44940 w 92429"/>
                <a:gd name="connsiteY37" fmla="*/ 10448 h 39510"/>
                <a:gd name="connsiteX38" fmla="*/ 44940 w 92429"/>
                <a:gd name="connsiteY38" fmla="*/ 4961 h 39510"/>
                <a:gd name="connsiteX39" fmla="*/ 43038 w 92429"/>
                <a:gd name="connsiteY39" fmla="*/ 4961 h 39510"/>
                <a:gd name="connsiteX40" fmla="*/ 41971 w 92429"/>
                <a:gd name="connsiteY40" fmla="*/ 4302 h 39510"/>
                <a:gd name="connsiteX41" fmla="*/ 40116 w 92429"/>
                <a:gd name="connsiteY41" fmla="*/ 0 h 39510"/>
                <a:gd name="connsiteX42" fmla="*/ 36267 w 92429"/>
                <a:gd name="connsiteY42" fmla="*/ 4566 h 39510"/>
                <a:gd name="connsiteX43" fmla="*/ 35339 w 92429"/>
                <a:gd name="connsiteY43" fmla="*/ 4961 h 39510"/>
                <a:gd name="connsiteX44" fmla="*/ 32603 w 92429"/>
                <a:gd name="connsiteY44" fmla="*/ 4961 h 39510"/>
                <a:gd name="connsiteX45" fmla="*/ 31536 w 92429"/>
                <a:gd name="connsiteY45" fmla="*/ 4302 h 39510"/>
                <a:gd name="connsiteX46" fmla="*/ 30191 w 92429"/>
                <a:gd name="connsiteY46" fmla="*/ 1317 h 39510"/>
                <a:gd name="connsiteX47" fmla="*/ 24951 w 92429"/>
                <a:gd name="connsiteY47" fmla="*/ 2634 h 39510"/>
                <a:gd name="connsiteX48" fmla="*/ 20545 w 92429"/>
                <a:gd name="connsiteY48" fmla="*/ 9395 h 39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92429" h="39510">
                  <a:moveTo>
                    <a:pt x="20592" y="9395"/>
                  </a:moveTo>
                  <a:cubicBezTo>
                    <a:pt x="20592" y="9395"/>
                    <a:pt x="20452" y="9570"/>
                    <a:pt x="20359" y="9658"/>
                  </a:cubicBezTo>
                  <a:lnTo>
                    <a:pt x="12243" y="16111"/>
                  </a:lnTo>
                  <a:cubicBezTo>
                    <a:pt x="12243" y="16111"/>
                    <a:pt x="11780" y="16375"/>
                    <a:pt x="11501" y="16375"/>
                  </a:cubicBezTo>
                  <a:lnTo>
                    <a:pt x="8023" y="16375"/>
                  </a:lnTo>
                  <a:cubicBezTo>
                    <a:pt x="7699" y="16375"/>
                    <a:pt x="7420" y="16243"/>
                    <a:pt x="7188" y="16024"/>
                  </a:cubicBezTo>
                  <a:lnTo>
                    <a:pt x="4870" y="13697"/>
                  </a:lnTo>
                  <a:lnTo>
                    <a:pt x="1345" y="20414"/>
                  </a:lnTo>
                  <a:lnTo>
                    <a:pt x="0" y="26691"/>
                  </a:lnTo>
                  <a:lnTo>
                    <a:pt x="3988" y="33013"/>
                  </a:lnTo>
                  <a:lnTo>
                    <a:pt x="13310" y="39510"/>
                  </a:lnTo>
                  <a:lnTo>
                    <a:pt x="29078" y="38237"/>
                  </a:lnTo>
                  <a:lnTo>
                    <a:pt x="29774" y="34418"/>
                  </a:lnTo>
                  <a:cubicBezTo>
                    <a:pt x="29867" y="33935"/>
                    <a:pt x="30238" y="33584"/>
                    <a:pt x="30748" y="33540"/>
                  </a:cubicBezTo>
                  <a:lnTo>
                    <a:pt x="42899" y="31871"/>
                  </a:lnTo>
                  <a:lnTo>
                    <a:pt x="51618" y="29545"/>
                  </a:lnTo>
                  <a:lnTo>
                    <a:pt x="55745" y="23838"/>
                  </a:lnTo>
                  <a:cubicBezTo>
                    <a:pt x="55977" y="23531"/>
                    <a:pt x="56302" y="23355"/>
                    <a:pt x="56719" y="23355"/>
                  </a:cubicBezTo>
                  <a:lnTo>
                    <a:pt x="73833" y="23355"/>
                  </a:lnTo>
                  <a:cubicBezTo>
                    <a:pt x="73833" y="23355"/>
                    <a:pt x="74111" y="23355"/>
                    <a:pt x="74250" y="23443"/>
                  </a:cubicBezTo>
                  <a:lnTo>
                    <a:pt x="80882" y="25857"/>
                  </a:lnTo>
                  <a:lnTo>
                    <a:pt x="85798" y="14838"/>
                  </a:lnTo>
                  <a:cubicBezTo>
                    <a:pt x="85891" y="14575"/>
                    <a:pt x="86122" y="14399"/>
                    <a:pt x="86354" y="14268"/>
                  </a:cubicBezTo>
                  <a:lnTo>
                    <a:pt x="92430" y="11502"/>
                  </a:lnTo>
                  <a:lnTo>
                    <a:pt x="90946" y="10097"/>
                  </a:lnTo>
                  <a:lnTo>
                    <a:pt x="84036" y="8780"/>
                  </a:lnTo>
                  <a:lnTo>
                    <a:pt x="78609" y="8253"/>
                  </a:lnTo>
                  <a:cubicBezTo>
                    <a:pt x="78238" y="8253"/>
                    <a:pt x="77914" y="8034"/>
                    <a:pt x="77728" y="7726"/>
                  </a:cubicBezTo>
                  <a:lnTo>
                    <a:pt x="74853" y="3293"/>
                  </a:lnTo>
                  <a:lnTo>
                    <a:pt x="65299" y="3029"/>
                  </a:lnTo>
                  <a:lnTo>
                    <a:pt x="63629" y="4829"/>
                  </a:lnTo>
                  <a:cubicBezTo>
                    <a:pt x="63351" y="5136"/>
                    <a:pt x="62888" y="5268"/>
                    <a:pt x="62470" y="5180"/>
                  </a:cubicBezTo>
                  <a:lnTo>
                    <a:pt x="57090" y="3863"/>
                  </a:lnTo>
                  <a:lnTo>
                    <a:pt x="54122" y="3863"/>
                  </a:lnTo>
                  <a:lnTo>
                    <a:pt x="46934" y="11195"/>
                  </a:lnTo>
                  <a:cubicBezTo>
                    <a:pt x="46702" y="11414"/>
                    <a:pt x="46377" y="11546"/>
                    <a:pt x="46099" y="11546"/>
                  </a:cubicBezTo>
                  <a:cubicBezTo>
                    <a:pt x="45960" y="11546"/>
                    <a:pt x="45820" y="11546"/>
                    <a:pt x="45681" y="11458"/>
                  </a:cubicBezTo>
                  <a:cubicBezTo>
                    <a:pt x="45218" y="11282"/>
                    <a:pt x="44940" y="10887"/>
                    <a:pt x="44940" y="10448"/>
                  </a:cubicBezTo>
                  <a:lnTo>
                    <a:pt x="44940" y="4961"/>
                  </a:lnTo>
                  <a:lnTo>
                    <a:pt x="43038" y="4961"/>
                  </a:lnTo>
                  <a:cubicBezTo>
                    <a:pt x="42574" y="4961"/>
                    <a:pt x="42157" y="4697"/>
                    <a:pt x="41971" y="4302"/>
                  </a:cubicBezTo>
                  <a:lnTo>
                    <a:pt x="40116" y="0"/>
                  </a:lnTo>
                  <a:lnTo>
                    <a:pt x="36267" y="4566"/>
                  </a:lnTo>
                  <a:cubicBezTo>
                    <a:pt x="36035" y="4829"/>
                    <a:pt x="35710" y="4961"/>
                    <a:pt x="35339" y="4961"/>
                  </a:cubicBezTo>
                  <a:lnTo>
                    <a:pt x="32603" y="4961"/>
                  </a:lnTo>
                  <a:cubicBezTo>
                    <a:pt x="32139" y="4961"/>
                    <a:pt x="31722" y="4697"/>
                    <a:pt x="31536" y="4302"/>
                  </a:cubicBezTo>
                  <a:lnTo>
                    <a:pt x="30191" y="1317"/>
                  </a:lnTo>
                  <a:lnTo>
                    <a:pt x="24951" y="2634"/>
                  </a:lnTo>
                  <a:lnTo>
                    <a:pt x="20545" y="93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0" name="Freeform: Shape 2129">
              <a:extLst>
                <a:ext uri="{FF2B5EF4-FFF2-40B4-BE49-F238E27FC236}">
                  <a16:creationId xmlns:a16="http://schemas.microsoft.com/office/drawing/2014/main" id="{9C3FA0F7-06D9-D324-844D-4E2E7C737C9A}"/>
                </a:ext>
              </a:extLst>
            </p:cNvPr>
            <p:cNvSpPr>
              <a:spLocks/>
            </p:cNvSpPr>
            <p:nvPr/>
          </p:nvSpPr>
          <p:spPr>
            <a:xfrm>
              <a:off x="6216296" y="2974644"/>
              <a:ext cx="146755" cy="86691"/>
            </a:xfrm>
            <a:custGeom>
              <a:avLst/>
              <a:gdLst>
                <a:gd name="connsiteX0" fmla="*/ 88580 w 98319"/>
                <a:gd name="connsiteY0" fmla="*/ 8078 h 58079"/>
                <a:gd name="connsiteX1" fmla="*/ 86726 w 98319"/>
                <a:gd name="connsiteY1" fmla="*/ 5268 h 58079"/>
                <a:gd name="connsiteX2" fmla="*/ 81531 w 98319"/>
                <a:gd name="connsiteY2" fmla="*/ 3161 h 58079"/>
                <a:gd name="connsiteX3" fmla="*/ 72720 w 98319"/>
                <a:gd name="connsiteY3" fmla="*/ 1229 h 58079"/>
                <a:gd name="connsiteX4" fmla="*/ 59966 w 98319"/>
                <a:gd name="connsiteY4" fmla="*/ 4390 h 58079"/>
                <a:gd name="connsiteX5" fmla="*/ 53983 w 98319"/>
                <a:gd name="connsiteY5" fmla="*/ 9438 h 58079"/>
                <a:gd name="connsiteX6" fmla="*/ 53566 w 98319"/>
                <a:gd name="connsiteY6" fmla="*/ 9658 h 58079"/>
                <a:gd name="connsiteX7" fmla="*/ 48000 w 98319"/>
                <a:gd name="connsiteY7" fmla="*/ 11326 h 58079"/>
                <a:gd name="connsiteX8" fmla="*/ 47630 w 98319"/>
                <a:gd name="connsiteY8" fmla="*/ 11370 h 58079"/>
                <a:gd name="connsiteX9" fmla="*/ 47490 w 98319"/>
                <a:gd name="connsiteY9" fmla="*/ 11370 h 58079"/>
                <a:gd name="connsiteX10" fmla="*/ 33392 w 98319"/>
                <a:gd name="connsiteY10" fmla="*/ 9746 h 58079"/>
                <a:gd name="connsiteX11" fmla="*/ 29032 w 98319"/>
                <a:gd name="connsiteY11" fmla="*/ 11282 h 58079"/>
                <a:gd name="connsiteX12" fmla="*/ 28244 w 98319"/>
                <a:gd name="connsiteY12" fmla="*/ 11282 h 58079"/>
                <a:gd name="connsiteX13" fmla="*/ 18597 w 98319"/>
                <a:gd name="connsiteY13" fmla="*/ 8034 h 58079"/>
                <a:gd name="connsiteX14" fmla="*/ 7513 w 98319"/>
                <a:gd name="connsiteY14" fmla="*/ 8034 h 58079"/>
                <a:gd name="connsiteX15" fmla="*/ 6539 w 98319"/>
                <a:gd name="connsiteY15" fmla="*/ 7507 h 58079"/>
                <a:gd name="connsiteX16" fmla="*/ 6493 w 98319"/>
                <a:gd name="connsiteY16" fmla="*/ 6453 h 58079"/>
                <a:gd name="connsiteX17" fmla="*/ 8858 w 98319"/>
                <a:gd name="connsiteY17" fmla="*/ 1756 h 58079"/>
                <a:gd name="connsiteX18" fmla="*/ 4313 w 98319"/>
                <a:gd name="connsiteY18" fmla="*/ 0 h 58079"/>
                <a:gd name="connsiteX19" fmla="*/ 3107 w 98319"/>
                <a:gd name="connsiteY19" fmla="*/ 2590 h 58079"/>
                <a:gd name="connsiteX20" fmla="*/ 2041 w 98319"/>
                <a:gd name="connsiteY20" fmla="*/ 3249 h 58079"/>
                <a:gd name="connsiteX21" fmla="*/ 0 w 98319"/>
                <a:gd name="connsiteY21" fmla="*/ 3249 h 58079"/>
                <a:gd name="connsiteX22" fmla="*/ 0 w 98319"/>
                <a:gd name="connsiteY22" fmla="*/ 6146 h 58079"/>
                <a:gd name="connsiteX23" fmla="*/ 2968 w 98319"/>
                <a:gd name="connsiteY23" fmla="*/ 11985 h 58079"/>
                <a:gd name="connsiteX24" fmla="*/ 11177 w 98319"/>
                <a:gd name="connsiteY24" fmla="*/ 18131 h 58079"/>
                <a:gd name="connsiteX25" fmla="*/ 11548 w 98319"/>
                <a:gd name="connsiteY25" fmla="*/ 19404 h 58079"/>
                <a:gd name="connsiteX26" fmla="*/ 8673 w 98319"/>
                <a:gd name="connsiteY26" fmla="*/ 26516 h 58079"/>
                <a:gd name="connsiteX27" fmla="*/ 7606 w 98319"/>
                <a:gd name="connsiteY27" fmla="*/ 27218 h 58079"/>
                <a:gd name="connsiteX28" fmla="*/ 3293 w 98319"/>
                <a:gd name="connsiteY28" fmla="*/ 27218 h 58079"/>
                <a:gd name="connsiteX29" fmla="*/ 2087 w 98319"/>
                <a:gd name="connsiteY29" fmla="*/ 28974 h 58079"/>
                <a:gd name="connsiteX30" fmla="*/ 3757 w 98319"/>
                <a:gd name="connsiteY30" fmla="*/ 32837 h 58079"/>
                <a:gd name="connsiteX31" fmla="*/ 3525 w 98319"/>
                <a:gd name="connsiteY31" fmla="*/ 34023 h 58079"/>
                <a:gd name="connsiteX32" fmla="*/ 464 w 98319"/>
                <a:gd name="connsiteY32" fmla="*/ 36920 h 58079"/>
                <a:gd name="connsiteX33" fmla="*/ 2041 w 98319"/>
                <a:gd name="connsiteY33" fmla="*/ 38895 h 58079"/>
                <a:gd name="connsiteX34" fmla="*/ 8255 w 98319"/>
                <a:gd name="connsiteY34" fmla="*/ 42759 h 58079"/>
                <a:gd name="connsiteX35" fmla="*/ 8673 w 98319"/>
                <a:gd name="connsiteY35" fmla="*/ 43241 h 58079"/>
                <a:gd name="connsiteX36" fmla="*/ 11548 w 98319"/>
                <a:gd name="connsiteY36" fmla="*/ 49826 h 58079"/>
                <a:gd name="connsiteX37" fmla="*/ 11548 w 98319"/>
                <a:gd name="connsiteY37" fmla="*/ 50705 h 58079"/>
                <a:gd name="connsiteX38" fmla="*/ 9415 w 98319"/>
                <a:gd name="connsiteY38" fmla="*/ 55182 h 58079"/>
                <a:gd name="connsiteX39" fmla="*/ 23792 w 98319"/>
                <a:gd name="connsiteY39" fmla="*/ 55182 h 58079"/>
                <a:gd name="connsiteX40" fmla="*/ 28151 w 98319"/>
                <a:gd name="connsiteY40" fmla="*/ 52461 h 58079"/>
                <a:gd name="connsiteX41" fmla="*/ 32186 w 98319"/>
                <a:gd name="connsiteY41" fmla="*/ 51100 h 58079"/>
                <a:gd name="connsiteX42" fmla="*/ 33345 w 98319"/>
                <a:gd name="connsiteY42" fmla="*/ 51319 h 58079"/>
                <a:gd name="connsiteX43" fmla="*/ 35664 w 98319"/>
                <a:gd name="connsiteY43" fmla="*/ 53383 h 58079"/>
                <a:gd name="connsiteX44" fmla="*/ 43873 w 98319"/>
                <a:gd name="connsiteY44" fmla="*/ 58080 h 58079"/>
                <a:gd name="connsiteX45" fmla="*/ 55885 w 98319"/>
                <a:gd name="connsiteY45" fmla="*/ 56587 h 58079"/>
                <a:gd name="connsiteX46" fmla="*/ 58946 w 98319"/>
                <a:gd name="connsiteY46" fmla="*/ 53163 h 58079"/>
                <a:gd name="connsiteX47" fmla="*/ 56998 w 98319"/>
                <a:gd name="connsiteY47" fmla="*/ 48729 h 58079"/>
                <a:gd name="connsiteX48" fmla="*/ 57230 w 98319"/>
                <a:gd name="connsiteY48" fmla="*/ 47544 h 58079"/>
                <a:gd name="connsiteX49" fmla="*/ 58435 w 98319"/>
                <a:gd name="connsiteY49" fmla="*/ 47236 h 58079"/>
                <a:gd name="connsiteX50" fmla="*/ 62609 w 98319"/>
                <a:gd name="connsiteY50" fmla="*/ 48553 h 58079"/>
                <a:gd name="connsiteX51" fmla="*/ 64232 w 98319"/>
                <a:gd name="connsiteY51" fmla="*/ 44822 h 58079"/>
                <a:gd name="connsiteX52" fmla="*/ 64511 w 98319"/>
                <a:gd name="connsiteY52" fmla="*/ 44427 h 58079"/>
                <a:gd name="connsiteX53" fmla="*/ 67711 w 98319"/>
                <a:gd name="connsiteY53" fmla="*/ 41705 h 58079"/>
                <a:gd name="connsiteX54" fmla="*/ 68499 w 98319"/>
                <a:gd name="connsiteY54" fmla="*/ 41442 h 58079"/>
                <a:gd name="connsiteX55" fmla="*/ 78934 w 98319"/>
                <a:gd name="connsiteY55" fmla="*/ 41442 h 58079"/>
                <a:gd name="connsiteX56" fmla="*/ 79537 w 98319"/>
                <a:gd name="connsiteY56" fmla="*/ 41617 h 58079"/>
                <a:gd name="connsiteX57" fmla="*/ 82412 w 98319"/>
                <a:gd name="connsiteY57" fmla="*/ 43373 h 58079"/>
                <a:gd name="connsiteX58" fmla="*/ 86818 w 98319"/>
                <a:gd name="connsiteY58" fmla="*/ 43241 h 58079"/>
                <a:gd name="connsiteX59" fmla="*/ 84963 w 98319"/>
                <a:gd name="connsiteY59" fmla="*/ 37622 h 58079"/>
                <a:gd name="connsiteX60" fmla="*/ 81763 w 98319"/>
                <a:gd name="connsiteY60" fmla="*/ 34330 h 58079"/>
                <a:gd name="connsiteX61" fmla="*/ 85798 w 98319"/>
                <a:gd name="connsiteY61" fmla="*/ 29106 h 58079"/>
                <a:gd name="connsiteX62" fmla="*/ 87514 w 98319"/>
                <a:gd name="connsiteY62" fmla="*/ 17604 h 58079"/>
                <a:gd name="connsiteX63" fmla="*/ 97949 w 98319"/>
                <a:gd name="connsiteY63" fmla="*/ 12116 h 58079"/>
                <a:gd name="connsiteX64" fmla="*/ 98320 w 98319"/>
                <a:gd name="connsiteY64" fmla="*/ 9043 h 58079"/>
                <a:gd name="connsiteX65" fmla="*/ 89462 w 98319"/>
                <a:gd name="connsiteY65" fmla="*/ 8517 h 58079"/>
                <a:gd name="connsiteX66" fmla="*/ 88534 w 98319"/>
                <a:gd name="connsiteY66" fmla="*/ 7990 h 5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98319" h="58079">
                  <a:moveTo>
                    <a:pt x="88580" y="8078"/>
                  </a:moveTo>
                  <a:lnTo>
                    <a:pt x="86726" y="5268"/>
                  </a:lnTo>
                  <a:lnTo>
                    <a:pt x="81531" y="3161"/>
                  </a:lnTo>
                  <a:lnTo>
                    <a:pt x="72720" y="1229"/>
                  </a:lnTo>
                  <a:lnTo>
                    <a:pt x="59966" y="4390"/>
                  </a:lnTo>
                  <a:lnTo>
                    <a:pt x="53983" y="9438"/>
                  </a:lnTo>
                  <a:cubicBezTo>
                    <a:pt x="53983" y="9438"/>
                    <a:pt x="53705" y="9614"/>
                    <a:pt x="53566" y="9658"/>
                  </a:cubicBezTo>
                  <a:lnTo>
                    <a:pt x="48000" y="11326"/>
                  </a:lnTo>
                  <a:cubicBezTo>
                    <a:pt x="48000" y="11326"/>
                    <a:pt x="47769" y="11370"/>
                    <a:pt x="47630" y="11370"/>
                  </a:cubicBezTo>
                  <a:cubicBezTo>
                    <a:pt x="47630" y="11370"/>
                    <a:pt x="47537" y="11370"/>
                    <a:pt x="47490" y="11370"/>
                  </a:cubicBezTo>
                  <a:lnTo>
                    <a:pt x="33392" y="9746"/>
                  </a:lnTo>
                  <a:lnTo>
                    <a:pt x="29032" y="11282"/>
                  </a:lnTo>
                  <a:cubicBezTo>
                    <a:pt x="28754" y="11370"/>
                    <a:pt x="28476" y="11370"/>
                    <a:pt x="28244" y="11282"/>
                  </a:cubicBezTo>
                  <a:lnTo>
                    <a:pt x="18597" y="8034"/>
                  </a:lnTo>
                  <a:lnTo>
                    <a:pt x="7513" y="8034"/>
                  </a:lnTo>
                  <a:cubicBezTo>
                    <a:pt x="7096" y="8034"/>
                    <a:pt x="6725" y="7858"/>
                    <a:pt x="6539" y="7507"/>
                  </a:cubicBezTo>
                  <a:cubicBezTo>
                    <a:pt x="6307" y="7200"/>
                    <a:pt x="6307" y="6804"/>
                    <a:pt x="6493" y="6453"/>
                  </a:cubicBezTo>
                  <a:lnTo>
                    <a:pt x="8858" y="1756"/>
                  </a:lnTo>
                  <a:lnTo>
                    <a:pt x="4313" y="0"/>
                  </a:lnTo>
                  <a:lnTo>
                    <a:pt x="3107" y="2590"/>
                  </a:lnTo>
                  <a:cubicBezTo>
                    <a:pt x="2922" y="2985"/>
                    <a:pt x="2504" y="3249"/>
                    <a:pt x="2041" y="3249"/>
                  </a:cubicBezTo>
                  <a:lnTo>
                    <a:pt x="0" y="3249"/>
                  </a:lnTo>
                  <a:lnTo>
                    <a:pt x="0" y="6146"/>
                  </a:lnTo>
                  <a:lnTo>
                    <a:pt x="2968" y="11985"/>
                  </a:lnTo>
                  <a:lnTo>
                    <a:pt x="11177" y="18131"/>
                  </a:lnTo>
                  <a:cubicBezTo>
                    <a:pt x="11594" y="18438"/>
                    <a:pt x="11734" y="18921"/>
                    <a:pt x="11548" y="19404"/>
                  </a:cubicBezTo>
                  <a:lnTo>
                    <a:pt x="8673" y="26516"/>
                  </a:lnTo>
                  <a:cubicBezTo>
                    <a:pt x="8487" y="26955"/>
                    <a:pt x="8070" y="27218"/>
                    <a:pt x="7606" y="27218"/>
                  </a:cubicBezTo>
                  <a:lnTo>
                    <a:pt x="3293" y="27218"/>
                  </a:lnTo>
                  <a:lnTo>
                    <a:pt x="2087" y="28974"/>
                  </a:lnTo>
                  <a:lnTo>
                    <a:pt x="3757" y="32837"/>
                  </a:lnTo>
                  <a:cubicBezTo>
                    <a:pt x="3942" y="33232"/>
                    <a:pt x="3849" y="33715"/>
                    <a:pt x="3525" y="34023"/>
                  </a:cubicBezTo>
                  <a:lnTo>
                    <a:pt x="464" y="36920"/>
                  </a:lnTo>
                  <a:lnTo>
                    <a:pt x="2041" y="38895"/>
                  </a:lnTo>
                  <a:lnTo>
                    <a:pt x="8255" y="42759"/>
                  </a:lnTo>
                  <a:cubicBezTo>
                    <a:pt x="8255" y="42759"/>
                    <a:pt x="8580" y="43066"/>
                    <a:pt x="8673" y="43241"/>
                  </a:cubicBezTo>
                  <a:lnTo>
                    <a:pt x="11548" y="49826"/>
                  </a:lnTo>
                  <a:cubicBezTo>
                    <a:pt x="11687" y="50090"/>
                    <a:pt x="11687" y="50441"/>
                    <a:pt x="11548" y="50705"/>
                  </a:cubicBezTo>
                  <a:lnTo>
                    <a:pt x="9415" y="55182"/>
                  </a:lnTo>
                  <a:lnTo>
                    <a:pt x="23792" y="55182"/>
                  </a:lnTo>
                  <a:lnTo>
                    <a:pt x="28151" y="52461"/>
                  </a:lnTo>
                  <a:lnTo>
                    <a:pt x="32186" y="51100"/>
                  </a:lnTo>
                  <a:cubicBezTo>
                    <a:pt x="32603" y="50968"/>
                    <a:pt x="33067" y="51100"/>
                    <a:pt x="33345" y="51319"/>
                  </a:cubicBezTo>
                  <a:lnTo>
                    <a:pt x="35664" y="53383"/>
                  </a:lnTo>
                  <a:lnTo>
                    <a:pt x="43873" y="58080"/>
                  </a:lnTo>
                  <a:lnTo>
                    <a:pt x="55885" y="56587"/>
                  </a:lnTo>
                  <a:lnTo>
                    <a:pt x="58946" y="53163"/>
                  </a:lnTo>
                  <a:lnTo>
                    <a:pt x="56998" y="48729"/>
                  </a:lnTo>
                  <a:cubicBezTo>
                    <a:pt x="56812" y="48334"/>
                    <a:pt x="56905" y="47895"/>
                    <a:pt x="57230" y="47544"/>
                  </a:cubicBezTo>
                  <a:cubicBezTo>
                    <a:pt x="57554" y="47236"/>
                    <a:pt x="58018" y="47105"/>
                    <a:pt x="58435" y="47236"/>
                  </a:cubicBezTo>
                  <a:lnTo>
                    <a:pt x="62609" y="48553"/>
                  </a:lnTo>
                  <a:lnTo>
                    <a:pt x="64232" y="44822"/>
                  </a:lnTo>
                  <a:cubicBezTo>
                    <a:pt x="64232" y="44822"/>
                    <a:pt x="64418" y="44515"/>
                    <a:pt x="64511" y="44427"/>
                  </a:cubicBezTo>
                  <a:lnTo>
                    <a:pt x="67711" y="41705"/>
                  </a:lnTo>
                  <a:cubicBezTo>
                    <a:pt x="67711" y="41705"/>
                    <a:pt x="68221" y="41442"/>
                    <a:pt x="68499" y="41442"/>
                  </a:cubicBezTo>
                  <a:lnTo>
                    <a:pt x="78934" y="41442"/>
                  </a:lnTo>
                  <a:cubicBezTo>
                    <a:pt x="78934" y="41442"/>
                    <a:pt x="79351" y="41485"/>
                    <a:pt x="79537" y="41617"/>
                  </a:cubicBezTo>
                  <a:lnTo>
                    <a:pt x="82412" y="43373"/>
                  </a:lnTo>
                  <a:lnTo>
                    <a:pt x="86818" y="43241"/>
                  </a:lnTo>
                  <a:cubicBezTo>
                    <a:pt x="86076" y="39554"/>
                    <a:pt x="84963" y="37622"/>
                    <a:pt x="84963" y="37622"/>
                  </a:cubicBezTo>
                  <a:lnTo>
                    <a:pt x="81763" y="34330"/>
                  </a:lnTo>
                  <a:cubicBezTo>
                    <a:pt x="81763" y="34330"/>
                    <a:pt x="83201" y="29413"/>
                    <a:pt x="85798" y="29106"/>
                  </a:cubicBezTo>
                  <a:cubicBezTo>
                    <a:pt x="85798" y="29106"/>
                    <a:pt x="85520" y="19799"/>
                    <a:pt x="87514" y="17604"/>
                  </a:cubicBezTo>
                  <a:cubicBezTo>
                    <a:pt x="89554" y="15409"/>
                    <a:pt x="96789" y="20633"/>
                    <a:pt x="97949" y="12116"/>
                  </a:cubicBezTo>
                  <a:cubicBezTo>
                    <a:pt x="98088" y="11063"/>
                    <a:pt x="98227" y="10053"/>
                    <a:pt x="98320" y="9043"/>
                  </a:cubicBezTo>
                  <a:lnTo>
                    <a:pt x="89462" y="8517"/>
                  </a:lnTo>
                  <a:cubicBezTo>
                    <a:pt x="89091" y="8517"/>
                    <a:pt x="88766" y="8297"/>
                    <a:pt x="88534" y="79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1" name="Freeform: Shape 2130">
              <a:extLst>
                <a:ext uri="{FF2B5EF4-FFF2-40B4-BE49-F238E27FC236}">
                  <a16:creationId xmlns:a16="http://schemas.microsoft.com/office/drawing/2014/main" id="{B70D2065-7246-1CEE-2C71-06E1D5C2E05B}"/>
                </a:ext>
              </a:extLst>
            </p:cNvPr>
            <p:cNvSpPr>
              <a:spLocks/>
            </p:cNvSpPr>
            <p:nvPr/>
          </p:nvSpPr>
          <p:spPr>
            <a:xfrm>
              <a:off x="6170193" y="3031260"/>
              <a:ext cx="59808" cy="45999"/>
            </a:xfrm>
            <a:custGeom>
              <a:avLst/>
              <a:gdLst>
                <a:gd name="connsiteX0" fmla="*/ 37519 w 40069"/>
                <a:gd name="connsiteY0" fmla="*/ 6497 h 30817"/>
                <a:gd name="connsiteX1" fmla="*/ 31444 w 40069"/>
                <a:gd name="connsiteY1" fmla="*/ 2722 h 30817"/>
                <a:gd name="connsiteX2" fmla="*/ 31165 w 40069"/>
                <a:gd name="connsiteY2" fmla="*/ 2458 h 30817"/>
                <a:gd name="connsiteX3" fmla="*/ 29218 w 40069"/>
                <a:gd name="connsiteY3" fmla="*/ 0 h 30817"/>
                <a:gd name="connsiteX4" fmla="*/ 17252 w 40069"/>
                <a:gd name="connsiteY4" fmla="*/ 0 h 30817"/>
                <a:gd name="connsiteX5" fmla="*/ 12939 w 40069"/>
                <a:gd name="connsiteY5" fmla="*/ 4566 h 30817"/>
                <a:gd name="connsiteX6" fmla="*/ 12104 w 40069"/>
                <a:gd name="connsiteY6" fmla="*/ 4917 h 30817"/>
                <a:gd name="connsiteX7" fmla="*/ 11270 w 40069"/>
                <a:gd name="connsiteY7" fmla="*/ 4610 h 30817"/>
                <a:gd name="connsiteX8" fmla="*/ 9461 w 40069"/>
                <a:gd name="connsiteY8" fmla="*/ 2985 h 30817"/>
                <a:gd name="connsiteX9" fmla="*/ 2319 w 40069"/>
                <a:gd name="connsiteY9" fmla="*/ 9658 h 30817"/>
                <a:gd name="connsiteX10" fmla="*/ 0 w 40069"/>
                <a:gd name="connsiteY10" fmla="*/ 14531 h 30817"/>
                <a:gd name="connsiteX11" fmla="*/ 5797 w 40069"/>
                <a:gd name="connsiteY11" fmla="*/ 26823 h 30817"/>
                <a:gd name="connsiteX12" fmla="*/ 9739 w 40069"/>
                <a:gd name="connsiteY12" fmla="*/ 30818 h 30817"/>
                <a:gd name="connsiteX13" fmla="*/ 17345 w 40069"/>
                <a:gd name="connsiteY13" fmla="*/ 27745 h 30817"/>
                <a:gd name="connsiteX14" fmla="*/ 20359 w 40069"/>
                <a:gd name="connsiteY14" fmla="*/ 23311 h 30817"/>
                <a:gd name="connsiteX15" fmla="*/ 21333 w 40069"/>
                <a:gd name="connsiteY15" fmla="*/ 22784 h 30817"/>
                <a:gd name="connsiteX16" fmla="*/ 33624 w 40069"/>
                <a:gd name="connsiteY16" fmla="*/ 22784 h 30817"/>
                <a:gd name="connsiteX17" fmla="*/ 34087 w 40069"/>
                <a:gd name="connsiteY17" fmla="*/ 18262 h 30817"/>
                <a:gd name="connsiteX18" fmla="*/ 35247 w 40069"/>
                <a:gd name="connsiteY18" fmla="*/ 17253 h 30817"/>
                <a:gd name="connsiteX19" fmla="*/ 37705 w 40069"/>
                <a:gd name="connsiteY19" fmla="*/ 17253 h 30817"/>
                <a:gd name="connsiteX20" fmla="*/ 40070 w 40069"/>
                <a:gd name="connsiteY20" fmla="*/ 12292 h 30817"/>
                <a:gd name="connsiteX21" fmla="*/ 37519 w 40069"/>
                <a:gd name="connsiteY21" fmla="*/ 6453 h 3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069" h="30817">
                  <a:moveTo>
                    <a:pt x="37519" y="6497"/>
                  </a:moveTo>
                  <a:lnTo>
                    <a:pt x="31444" y="2722"/>
                  </a:lnTo>
                  <a:cubicBezTo>
                    <a:pt x="31444" y="2722"/>
                    <a:pt x="31258" y="2590"/>
                    <a:pt x="31165" y="2458"/>
                  </a:cubicBezTo>
                  <a:lnTo>
                    <a:pt x="29218" y="0"/>
                  </a:lnTo>
                  <a:lnTo>
                    <a:pt x="17252" y="0"/>
                  </a:lnTo>
                  <a:lnTo>
                    <a:pt x="12939" y="4566"/>
                  </a:lnTo>
                  <a:cubicBezTo>
                    <a:pt x="12754" y="4785"/>
                    <a:pt x="12429" y="4917"/>
                    <a:pt x="12104" y="4917"/>
                  </a:cubicBezTo>
                  <a:cubicBezTo>
                    <a:pt x="11780" y="4917"/>
                    <a:pt x="11501" y="4829"/>
                    <a:pt x="11270" y="4610"/>
                  </a:cubicBezTo>
                  <a:lnTo>
                    <a:pt x="9461" y="2985"/>
                  </a:lnTo>
                  <a:lnTo>
                    <a:pt x="2319" y="9658"/>
                  </a:lnTo>
                  <a:lnTo>
                    <a:pt x="0" y="14531"/>
                  </a:lnTo>
                  <a:lnTo>
                    <a:pt x="5797" y="26823"/>
                  </a:lnTo>
                  <a:lnTo>
                    <a:pt x="9739" y="30818"/>
                  </a:lnTo>
                  <a:lnTo>
                    <a:pt x="17345" y="27745"/>
                  </a:lnTo>
                  <a:lnTo>
                    <a:pt x="20359" y="23311"/>
                  </a:lnTo>
                  <a:cubicBezTo>
                    <a:pt x="20592" y="23004"/>
                    <a:pt x="20962" y="22784"/>
                    <a:pt x="21333" y="22784"/>
                  </a:cubicBezTo>
                  <a:lnTo>
                    <a:pt x="33624" y="22784"/>
                  </a:lnTo>
                  <a:lnTo>
                    <a:pt x="34087" y="18262"/>
                  </a:lnTo>
                  <a:cubicBezTo>
                    <a:pt x="34134" y="17692"/>
                    <a:pt x="34644" y="17253"/>
                    <a:pt x="35247" y="17253"/>
                  </a:cubicBezTo>
                  <a:lnTo>
                    <a:pt x="37705" y="17253"/>
                  </a:lnTo>
                  <a:lnTo>
                    <a:pt x="40070" y="12292"/>
                  </a:lnTo>
                  <a:lnTo>
                    <a:pt x="37519" y="64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2" name="Freeform: Shape 2131">
              <a:extLst>
                <a:ext uri="{FF2B5EF4-FFF2-40B4-BE49-F238E27FC236}">
                  <a16:creationId xmlns:a16="http://schemas.microsoft.com/office/drawing/2014/main" id="{E6436A8C-4A4A-D9A8-5492-CE7E42C814C0}"/>
                </a:ext>
              </a:extLst>
            </p:cNvPr>
            <p:cNvSpPr>
              <a:spLocks/>
            </p:cNvSpPr>
            <p:nvPr/>
          </p:nvSpPr>
          <p:spPr>
            <a:xfrm>
              <a:off x="6050920" y="2899092"/>
              <a:ext cx="89159" cy="50783"/>
            </a:xfrm>
            <a:custGeom>
              <a:avLst/>
              <a:gdLst>
                <a:gd name="connsiteX0" fmla="*/ 57183 w 59733"/>
                <a:gd name="connsiteY0" fmla="*/ 26559 h 34022"/>
                <a:gd name="connsiteX1" fmla="*/ 59734 w 59733"/>
                <a:gd name="connsiteY1" fmla="*/ 26559 h 34022"/>
                <a:gd name="connsiteX2" fmla="*/ 56117 w 59733"/>
                <a:gd name="connsiteY2" fmla="*/ 24496 h 34022"/>
                <a:gd name="connsiteX3" fmla="*/ 55699 w 59733"/>
                <a:gd name="connsiteY3" fmla="*/ 23048 h 34022"/>
                <a:gd name="connsiteX4" fmla="*/ 56905 w 59733"/>
                <a:gd name="connsiteY4" fmla="*/ 20940 h 34022"/>
                <a:gd name="connsiteX5" fmla="*/ 54493 w 59733"/>
                <a:gd name="connsiteY5" fmla="*/ 20238 h 34022"/>
                <a:gd name="connsiteX6" fmla="*/ 53659 w 59733"/>
                <a:gd name="connsiteY6" fmla="*/ 19184 h 34022"/>
                <a:gd name="connsiteX7" fmla="*/ 53659 w 59733"/>
                <a:gd name="connsiteY7" fmla="*/ 13302 h 34022"/>
                <a:gd name="connsiteX8" fmla="*/ 48650 w 59733"/>
                <a:gd name="connsiteY8" fmla="*/ 17253 h 34022"/>
                <a:gd name="connsiteX9" fmla="*/ 47908 w 59733"/>
                <a:gd name="connsiteY9" fmla="*/ 17516 h 34022"/>
                <a:gd name="connsiteX10" fmla="*/ 39792 w 59733"/>
                <a:gd name="connsiteY10" fmla="*/ 17516 h 34022"/>
                <a:gd name="connsiteX11" fmla="*/ 39328 w 59733"/>
                <a:gd name="connsiteY11" fmla="*/ 17428 h 34022"/>
                <a:gd name="connsiteX12" fmla="*/ 29774 w 59733"/>
                <a:gd name="connsiteY12" fmla="*/ 13302 h 34022"/>
                <a:gd name="connsiteX13" fmla="*/ 29079 w 59733"/>
                <a:gd name="connsiteY13" fmla="*/ 12292 h 34022"/>
                <a:gd name="connsiteX14" fmla="*/ 29079 w 59733"/>
                <a:gd name="connsiteY14" fmla="*/ 9790 h 34022"/>
                <a:gd name="connsiteX15" fmla="*/ 16974 w 59733"/>
                <a:gd name="connsiteY15" fmla="*/ 0 h 34022"/>
                <a:gd name="connsiteX16" fmla="*/ 16974 w 59733"/>
                <a:gd name="connsiteY16" fmla="*/ 88 h 34022"/>
                <a:gd name="connsiteX17" fmla="*/ 14377 w 59733"/>
                <a:gd name="connsiteY17" fmla="*/ 3380 h 34022"/>
                <a:gd name="connsiteX18" fmla="*/ 13450 w 59733"/>
                <a:gd name="connsiteY18" fmla="*/ 3819 h 34022"/>
                <a:gd name="connsiteX19" fmla="*/ 9044 w 59733"/>
                <a:gd name="connsiteY19" fmla="*/ 3819 h 34022"/>
                <a:gd name="connsiteX20" fmla="*/ 5890 w 59733"/>
                <a:gd name="connsiteY20" fmla="*/ 7243 h 34022"/>
                <a:gd name="connsiteX21" fmla="*/ 5890 w 59733"/>
                <a:gd name="connsiteY21" fmla="*/ 14531 h 34022"/>
                <a:gd name="connsiteX22" fmla="*/ 5102 w 59733"/>
                <a:gd name="connsiteY22" fmla="*/ 15584 h 34022"/>
                <a:gd name="connsiteX23" fmla="*/ 0 w 59733"/>
                <a:gd name="connsiteY23" fmla="*/ 17121 h 34022"/>
                <a:gd name="connsiteX24" fmla="*/ 1299 w 59733"/>
                <a:gd name="connsiteY24" fmla="*/ 19623 h 34022"/>
                <a:gd name="connsiteX25" fmla="*/ 14470 w 59733"/>
                <a:gd name="connsiteY25" fmla="*/ 30554 h 34022"/>
                <a:gd name="connsiteX26" fmla="*/ 17160 w 59733"/>
                <a:gd name="connsiteY26" fmla="*/ 27789 h 34022"/>
                <a:gd name="connsiteX27" fmla="*/ 17994 w 59733"/>
                <a:gd name="connsiteY27" fmla="*/ 27438 h 34022"/>
                <a:gd name="connsiteX28" fmla="*/ 20453 w 59733"/>
                <a:gd name="connsiteY28" fmla="*/ 27438 h 34022"/>
                <a:gd name="connsiteX29" fmla="*/ 23003 w 59733"/>
                <a:gd name="connsiteY29" fmla="*/ 25374 h 34022"/>
                <a:gd name="connsiteX30" fmla="*/ 24209 w 59733"/>
                <a:gd name="connsiteY30" fmla="*/ 25199 h 34022"/>
                <a:gd name="connsiteX31" fmla="*/ 37705 w 59733"/>
                <a:gd name="connsiteY31" fmla="*/ 30818 h 34022"/>
                <a:gd name="connsiteX32" fmla="*/ 40348 w 59733"/>
                <a:gd name="connsiteY32" fmla="*/ 28315 h 34022"/>
                <a:gd name="connsiteX33" fmla="*/ 41647 w 59733"/>
                <a:gd name="connsiteY33" fmla="*/ 28096 h 34022"/>
                <a:gd name="connsiteX34" fmla="*/ 48093 w 59733"/>
                <a:gd name="connsiteY34" fmla="*/ 30993 h 34022"/>
                <a:gd name="connsiteX35" fmla="*/ 51293 w 59733"/>
                <a:gd name="connsiteY35" fmla="*/ 30993 h 34022"/>
                <a:gd name="connsiteX36" fmla="*/ 52128 w 59733"/>
                <a:gd name="connsiteY36" fmla="*/ 31345 h 34022"/>
                <a:gd name="connsiteX37" fmla="*/ 54679 w 59733"/>
                <a:gd name="connsiteY37" fmla="*/ 34023 h 34022"/>
                <a:gd name="connsiteX38" fmla="*/ 55421 w 59733"/>
                <a:gd name="connsiteY38" fmla="*/ 34023 h 34022"/>
                <a:gd name="connsiteX39" fmla="*/ 55931 w 59733"/>
                <a:gd name="connsiteY39" fmla="*/ 27613 h 34022"/>
                <a:gd name="connsiteX40" fmla="*/ 57090 w 59733"/>
                <a:gd name="connsiteY40" fmla="*/ 26603 h 34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9733" h="34022">
                  <a:moveTo>
                    <a:pt x="57183" y="26559"/>
                  </a:moveTo>
                  <a:lnTo>
                    <a:pt x="59734" y="26559"/>
                  </a:lnTo>
                  <a:lnTo>
                    <a:pt x="56117" y="24496"/>
                  </a:lnTo>
                  <a:cubicBezTo>
                    <a:pt x="55606" y="24189"/>
                    <a:pt x="55421" y="23530"/>
                    <a:pt x="55699" y="23048"/>
                  </a:cubicBezTo>
                  <a:lnTo>
                    <a:pt x="56905" y="20940"/>
                  </a:lnTo>
                  <a:lnTo>
                    <a:pt x="54493" y="20238"/>
                  </a:lnTo>
                  <a:cubicBezTo>
                    <a:pt x="54030" y="20106"/>
                    <a:pt x="53659" y="19667"/>
                    <a:pt x="53659" y="19184"/>
                  </a:cubicBezTo>
                  <a:lnTo>
                    <a:pt x="53659" y="13302"/>
                  </a:lnTo>
                  <a:lnTo>
                    <a:pt x="48650" y="17253"/>
                  </a:lnTo>
                  <a:cubicBezTo>
                    <a:pt x="48650" y="17253"/>
                    <a:pt x="48186" y="17516"/>
                    <a:pt x="47908" y="17516"/>
                  </a:cubicBezTo>
                  <a:lnTo>
                    <a:pt x="39792" y="17516"/>
                  </a:lnTo>
                  <a:cubicBezTo>
                    <a:pt x="39792" y="17516"/>
                    <a:pt x="39467" y="17516"/>
                    <a:pt x="39328" y="17428"/>
                  </a:cubicBezTo>
                  <a:lnTo>
                    <a:pt x="29774" y="13302"/>
                  </a:lnTo>
                  <a:cubicBezTo>
                    <a:pt x="29357" y="13126"/>
                    <a:pt x="29079" y="12731"/>
                    <a:pt x="29079" y="12292"/>
                  </a:cubicBezTo>
                  <a:lnTo>
                    <a:pt x="29079" y="9790"/>
                  </a:lnTo>
                  <a:lnTo>
                    <a:pt x="16974" y="0"/>
                  </a:lnTo>
                  <a:cubicBezTo>
                    <a:pt x="16974" y="0"/>
                    <a:pt x="16974" y="44"/>
                    <a:pt x="16974" y="88"/>
                  </a:cubicBezTo>
                  <a:lnTo>
                    <a:pt x="14377" y="3380"/>
                  </a:lnTo>
                  <a:cubicBezTo>
                    <a:pt x="14145" y="3644"/>
                    <a:pt x="13821" y="3819"/>
                    <a:pt x="13450" y="3819"/>
                  </a:cubicBezTo>
                  <a:lnTo>
                    <a:pt x="9044" y="3819"/>
                  </a:lnTo>
                  <a:lnTo>
                    <a:pt x="5890" y="7243"/>
                  </a:lnTo>
                  <a:lnTo>
                    <a:pt x="5890" y="14531"/>
                  </a:lnTo>
                  <a:cubicBezTo>
                    <a:pt x="5890" y="15014"/>
                    <a:pt x="5565" y="15453"/>
                    <a:pt x="5102" y="15584"/>
                  </a:cubicBezTo>
                  <a:lnTo>
                    <a:pt x="0" y="17121"/>
                  </a:lnTo>
                  <a:lnTo>
                    <a:pt x="1299" y="19623"/>
                  </a:lnTo>
                  <a:lnTo>
                    <a:pt x="14470" y="30554"/>
                  </a:lnTo>
                  <a:lnTo>
                    <a:pt x="17160" y="27789"/>
                  </a:lnTo>
                  <a:cubicBezTo>
                    <a:pt x="17391" y="27569"/>
                    <a:pt x="17670" y="27438"/>
                    <a:pt x="17994" y="27438"/>
                  </a:cubicBezTo>
                  <a:lnTo>
                    <a:pt x="20453" y="27438"/>
                  </a:lnTo>
                  <a:lnTo>
                    <a:pt x="23003" y="25374"/>
                  </a:lnTo>
                  <a:cubicBezTo>
                    <a:pt x="23328" y="25111"/>
                    <a:pt x="23838" y="25023"/>
                    <a:pt x="24209" y="25199"/>
                  </a:cubicBezTo>
                  <a:lnTo>
                    <a:pt x="37705" y="30818"/>
                  </a:lnTo>
                  <a:lnTo>
                    <a:pt x="40348" y="28315"/>
                  </a:lnTo>
                  <a:cubicBezTo>
                    <a:pt x="40719" y="28008"/>
                    <a:pt x="41229" y="27876"/>
                    <a:pt x="41647" y="28096"/>
                  </a:cubicBezTo>
                  <a:lnTo>
                    <a:pt x="48093" y="30993"/>
                  </a:lnTo>
                  <a:lnTo>
                    <a:pt x="51293" y="30993"/>
                  </a:lnTo>
                  <a:cubicBezTo>
                    <a:pt x="51618" y="30993"/>
                    <a:pt x="51943" y="31125"/>
                    <a:pt x="52128" y="31345"/>
                  </a:cubicBezTo>
                  <a:lnTo>
                    <a:pt x="54679" y="34023"/>
                  </a:lnTo>
                  <a:lnTo>
                    <a:pt x="55421" y="34023"/>
                  </a:lnTo>
                  <a:lnTo>
                    <a:pt x="55931" y="27613"/>
                  </a:lnTo>
                  <a:cubicBezTo>
                    <a:pt x="55931" y="27042"/>
                    <a:pt x="56487" y="26603"/>
                    <a:pt x="57090" y="2660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3" name="Freeform: Shape 2132">
              <a:extLst>
                <a:ext uri="{FF2B5EF4-FFF2-40B4-BE49-F238E27FC236}">
                  <a16:creationId xmlns:a16="http://schemas.microsoft.com/office/drawing/2014/main" id="{43E5B89F-8462-411E-2198-AB78649990B1}"/>
                </a:ext>
              </a:extLst>
            </p:cNvPr>
            <p:cNvSpPr>
              <a:spLocks/>
            </p:cNvSpPr>
            <p:nvPr/>
          </p:nvSpPr>
          <p:spPr>
            <a:xfrm>
              <a:off x="6134404" y="2910757"/>
              <a:ext cx="95460" cy="130332"/>
            </a:xfrm>
            <a:custGeom>
              <a:avLst/>
              <a:gdLst>
                <a:gd name="connsiteX0" fmla="*/ 34226 w 63954"/>
                <a:gd name="connsiteY0" fmla="*/ 81479 h 87317"/>
                <a:gd name="connsiteX1" fmla="*/ 35942 w 63954"/>
                <a:gd name="connsiteY1" fmla="*/ 83015 h 87317"/>
                <a:gd name="connsiteX2" fmla="*/ 39792 w 63954"/>
                <a:gd name="connsiteY2" fmla="*/ 78932 h 87317"/>
                <a:gd name="connsiteX3" fmla="*/ 40673 w 63954"/>
                <a:gd name="connsiteY3" fmla="*/ 78581 h 87317"/>
                <a:gd name="connsiteX4" fmla="*/ 53241 w 63954"/>
                <a:gd name="connsiteY4" fmla="*/ 78581 h 87317"/>
                <a:gd name="connsiteX5" fmla="*/ 56117 w 63954"/>
                <a:gd name="connsiteY5" fmla="*/ 75859 h 87317"/>
                <a:gd name="connsiteX6" fmla="*/ 54540 w 63954"/>
                <a:gd name="connsiteY6" fmla="*/ 72128 h 87317"/>
                <a:gd name="connsiteX7" fmla="*/ 54633 w 63954"/>
                <a:gd name="connsiteY7" fmla="*/ 71118 h 87317"/>
                <a:gd name="connsiteX8" fmla="*/ 56534 w 63954"/>
                <a:gd name="connsiteY8" fmla="*/ 68396 h 87317"/>
                <a:gd name="connsiteX9" fmla="*/ 57508 w 63954"/>
                <a:gd name="connsiteY9" fmla="*/ 67913 h 87317"/>
                <a:gd name="connsiteX10" fmla="*/ 61636 w 63954"/>
                <a:gd name="connsiteY10" fmla="*/ 67913 h 87317"/>
                <a:gd name="connsiteX11" fmla="*/ 63954 w 63954"/>
                <a:gd name="connsiteY11" fmla="*/ 62250 h 87317"/>
                <a:gd name="connsiteX12" fmla="*/ 56209 w 63954"/>
                <a:gd name="connsiteY12" fmla="*/ 56455 h 87317"/>
                <a:gd name="connsiteX13" fmla="*/ 55885 w 63954"/>
                <a:gd name="connsiteY13" fmla="*/ 56060 h 87317"/>
                <a:gd name="connsiteX14" fmla="*/ 52685 w 63954"/>
                <a:gd name="connsiteY14" fmla="*/ 49739 h 87317"/>
                <a:gd name="connsiteX15" fmla="*/ 52592 w 63954"/>
                <a:gd name="connsiteY15" fmla="*/ 49256 h 87317"/>
                <a:gd name="connsiteX16" fmla="*/ 52592 w 63954"/>
                <a:gd name="connsiteY16" fmla="*/ 45041 h 87317"/>
                <a:gd name="connsiteX17" fmla="*/ 53751 w 63954"/>
                <a:gd name="connsiteY17" fmla="*/ 43944 h 87317"/>
                <a:gd name="connsiteX18" fmla="*/ 56163 w 63954"/>
                <a:gd name="connsiteY18" fmla="*/ 43944 h 87317"/>
                <a:gd name="connsiteX19" fmla="*/ 58111 w 63954"/>
                <a:gd name="connsiteY19" fmla="*/ 39686 h 87317"/>
                <a:gd name="connsiteX20" fmla="*/ 54957 w 63954"/>
                <a:gd name="connsiteY20" fmla="*/ 36920 h 87317"/>
                <a:gd name="connsiteX21" fmla="*/ 54679 w 63954"/>
                <a:gd name="connsiteY21" fmla="*/ 35735 h 87317"/>
                <a:gd name="connsiteX22" fmla="*/ 55746 w 63954"/>
                <a:gd name="connsiteY22" fmla="*/ 35032 h 87317"/>
                <a:gd name="connsiteX23" fmla="*/ 58343 w 63954"/>
                <a:gd name="connsiteY23" fmla="*/ 35032 h 87317"/>
                <a:gd name="connsiteX24" fmla="*/ 58343 w 63954"/>
                <a:gd name="connsiteY24" fmla="*/ 33057 h 87317"/>
                <a:gd name="connsiteX25" fmla="*/ 56070 w 63954"/>
                <a:gd name="connsiteY25" fmla="*/ 31081 h 87317"/>
                <a:gd name="connsiteX26" fmla="*/ 52499 w 63954"/>
                <a:gd name="connsiteY26" fmla="*/ 34681 h 87317"/>
                <a:gd name="connsiteX27" fmla="*/ 51247 w 63954"/>
                <a:gd name="connsiteY27" fmla="*/ 34944 h 87317"/>
                <a:gd name="connsiteX28" fmla="*/ 47166 w 63954"/>
                <a:gd name="connsiteY28" fmla="*/ 33584 h 87317"/>
                <a:gd name="connsiteX29" fmla="*/ 41183 w 63954"/>
                <a:gd name="connsiteY29" fmla="*/ 30510 h 87317"/>
                <a:gd name="connsiteX30" fmla="*/ 40858 w 63954"/>
                <a:gd name="connsiteY30" fmla="*/ 30291 h 87317"/>
                <a:gd name="connsiteX31" fmla="*/ 38818 w 63954"/>
                <a:gd name="connsiteY31" fmla="*/ 28096 h 87317"/>
                <a:gd name="connsiteX32" fmla="*/ 38632 w 63954"/>
                <a:gd name="connsiteY32" fmla="*/ 27789 h 87317"/>
                <a:gd name="connsiteX33" fmla="*/ 36916 w 63954"/>
                <a:gd name="connsiteY33" fmla="*/ 23662 h 87317"/>
                <a:gd name="connsiteX34" fmla="*/ 37148 w 63954"/>
                <a:gd name="connsiteY34" fmla="*/ 22521 h 87317"/>
                <a:gd name="connsiteX35" fmla="*/ 39189 w 63954"/>
                <a:gd name="connsiteY35" fmla="*/ 20414 h 87317"/>
                <a:gd name="connsiteX36" fmla="*/ 29450 w 63954"/>
                <a:gd name="connsiteY36" fmla="*/ 16726 h 87317"/>
                <a:gd name="connsiteX37" fmla="*/ 28708 w 63954"/>
                <a:gd name="connsiteY37" fmla="*/ 15716 h 87317"/>
                <a:gd name="connsiteX38" fmla="*/ 28708 w 63954"/>
                <a:gd name="connsiteY38" fmla="*/ 8209 h 87317"/>
                <a:gd name="connsiteX39" fmla="*/ 17577 w 63954"/>
                <a:gd name="connsiteY39" fmla="*/ 219 h 87317"/>
                <a:gd name="connsiteX40" fmla="*/ 11548 w 63954"/>
                <a:gd name="connsiteY40" fmla="*/ 0 h 87317"/>
                <a:gd name="connsiteX41" fmla="*/ 6678 w 63954"/>
                <a:gd name="connsiteY41" fmla="*/ 5356 h 87317"/>
                <a:gd name="connsiteX42" fmla="*/ 5797 w 63954"/>
                <a:gd name="connsiteY42" fmla="*/ 5751 h 87317"/>
                <a:gd name="connsiteX43" fmla="*/ 5333 w 63954"/>
                <a:gd name="connsiteY43" fmla="*/ 5663 h 87317"/>
                <a:gd name="connsiteX44" fmla="*/ 1716 w 63954"/>
                <a:gd name="connsiteY44" fmla="*/ 4170 h 87317"/>
                <a:gd name="connsiteX45" fmla="*/ 0 w 63954"/>
                <a:gd name="connsiteY45" fmla="*/ 4785 h 87317"/>
                <a:gd name="connsiteX46" fmla="*/ 0 w 63954"/>
                <a:gd name="connsiteY46" fmla="*/ 10668 h 87317"/>
                <a:gd name="connsiteX47" fmla="*/ 2968 w 63954"/>
                <a:gd name="connsiteY47" fmla="*/ 11546 h 87317"/>
                <a:gd name="connsiteX48" fmla="*/ 3710 w 63954"/>
                <a:gd name="connsiteY48" fmla="*/ 12204 h 87317"/>
                <a:gd name="connsiteX49" fmla="*/ 3664 w 63954"/>
                <a:gd name="connsiteY49" fmla="*/ 13126 h 87317"/>
                <a:gd name="connsiteX50" fmla="*/ 2272 w 63954"/>
                <a:gd name="connsiteY50" fmla="*/ 15497 h 87317"/>
                <a:gd name="connsiteX51" fmla="*/ 8441 w 63954"/>
                <a:gd name="connsiteY51" fmla="*/ 19053 h 87317"/>
                <a:gd name="connsiteX52" fmla="*/ 8951 w 63954"/>
                <a:gd name="connsiteY52" fmla="*/ 20282 h 87317"/>
                <a:gd name="connsiteX53" fmla="*/ 7838 w 63954"/>
                <a:gd name="connsiteY53" fmla="*/ 21072 h 87317"/>
                <a:gd name="connsiteX54" fmla="*/ 2226 w 63954"/>
                <a:gd name="connsiteY54" fmla="*/ 21072 h 87317"/>
                <a:gd name="connsiteX55" fmla="*/ 1809 w 63954"/>
                <a:gd name="connsiteY55" fmla="*/ 26296 h 87317"/>
                <a:gd name="connsiteX56" fmla="*/ 4313 w 63954"/>
                <a:gd name="connsiteY56" fmla="*/ 26296 h 87317"/>
                <a:gd name="connsiteX57" fmla="*/ 5426 w 63954"/>
                <a:gd name="connsiteY57" fmla="*/ 27130 h 87317"/>
                <a:gd name="connsiteX58" fmla="*/ 6864 w 63954"/>
                <a:gd name="connsiteY58" fmla="*/ 33188 h 87317"/>
                <a:gd name="connsiteX59" fmla="*/ 6771 w 63954"/>
                <a:gd name="connsiteY59" fmla="*/ 33935 h 87317"/>
                <a:gd name="connsiteX60" fmla="*/ 4545 w 63954"/>
                <a:gd name="connsiteY60" fmla="*/ 38149 h 87317"/>
                <a:gd name="connsiteX61" fmla="*/ 11780 w 63954"/>
                <a:gd name="connsiteY61" fmla="*/ 44734 h 87317"/>
                <a:gd name="connsiteX62" fmla="*/ 12058 w 63954"/>
                <a:gd name="connsiteY62" fmla="*/ 45919 h 87317"/>
                <a:gd name="connsiteX63" fmla="*/ 10991 w 63954"/>
                <a:gd name="connsiteY63" fmla="*/ 46622 h 87317"/>
                <a:gd name="connsiteX64" fmla="*/ 5936 w 63954"/>
                <a:gd name="connsiteY64" fmla="*/ 46622 h 87317"/>
                <a:gd name="connsiteX65" fmla="*/ 10481 w 63954"/>
                <a:gd name="connsiteY65" fmla="*/ 52856 h 87317"/>
                <a:gd name="connsiteX66" fmla="*/ 10667 w 63954"/>
                <a:gd name="connsiteY66" fmla="*/ 53734 h 87317"/>
                <a:gd name="connsiteX67" fmla="*/ 10110 w 63954"/>
                <a:gd name="connsiteY67" fmla="*/ 54436 h 87317"/>
                <a:gd name="connsiteX68" fmla="*/ 7096 w 63954"/>
                <a:gd name="connsiteY68" fmla="*/ 56060 h 87317"/>
                <a:gd name="connsiteX69" fmla="*/ 11594 w 63954"/>
                <a:gd name="connsiteY69" fmla="*/ 62821 h 87317"/>
                <a:gd name="connsiteX70" fmla="*/ 16603 w 63954"/>
                <a:gd name="connsiteY70" fmla="*/ 62821 h 87317"/>
                <a:gd name="connsiteX71" fmla="*/ 17438 w 63954"/>
                <a:gd name="connsiteY71" fmla="*/ 63172 h 87317"/>
                <a:gd name="connsiteX72" fmla="*/ 23374 w 63954"/>
                <a:gd name="connsiteY72" fmla="*/ 68923 h 87317"/>
                <a:gd name="connsiteX73" fmla="*/ 23699 w 63954"/>
                <a:gd name="connsiteY73" fmla="*/ 69889 h 87317"/>
                <a:gd name="connsiteX74" fmla="*/ 23050 w 63954"/>
                <a:gd name="connsiteY74" fmla="*/ 70679 h 87317"/>
                <a:gd name="connsiteX75" fmla="*/ 18041 w 63954"/>
                <a:gd name="connsiteY75" fmla="*/ 72742 h 87317"/>
                <a:gd name="connsiteX76" fmla="*/ 19015 w 63954"/>
                <a:gd name="connsiteY76" fmla="*/ 75771 h 87317"/>
                <a:gd name="connsiteX77" fmla="*/ 21473 w 63954"/>
                <a:gd name="connsiteY77" fmla="*/ 79503 h 87317"/>
                <a:gd name="connsiteX78" fmla="*/ 25183 w 63954"/>
                <a:gd name="connsiteY78" fmla="*/ 79503 h 87317"/>
                <a:gd name="connsiteX79" fmla="*/ 26342 w 63954"/>
                <a:gd name="connsiteY79" fmla="*/ 80600 h 87317"/>
                <a:gd name="connsiteX80" fmla="*/ 26342 w 63954"/>
                <a:gd name="connsiteY80" fmla="*/ 87317 h 87317"/>
                <a:gd name="connsiteX81" fmla="*/ 32511 w 63954"/>
                <a:gd name="connsiteY81" fmla="*/ 81610 h 87317"/>
                <a:gd name="connsiteX82" fmla="*/ 34134 w 63954"/>
                <a:gd name="connsiteY82" fmla="*/ 81610 h 87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63954" h="87317">
                  <a:moveTo>
                    <a:pt x="34226" y="81479"/>
                  </a:moveTo>
                  <a:lnTo>
                    <a:pt x="35942" y="83015"/>
                  </a:lnTo>
                  <a:lnTo>
                    <a:pt x="39792" y="78932"/>
                  </a:lnTo>
                  <a:cubicBezTo>
                    <a:pt x="40024" y="78713"/>
                    <a:pt x="40348" y="78581"/>
                    <a:pt x="40673" y="78581"/>
                  </a:cubicBezTo>
                  <a:lnTo>
                    <a:pt x="53241" y="78581"/>
                  </a:lnTo>
                  <a:lnTo>
                    <a:pt x="56117" y="75859"/>
                  </a:lnTo>
                  <a:lnTo>
                    <a:pt x="54540" y="72128"/>
                  </a:lnTo>
                  <a:cubicBezTo>
                    <a:pt x="54401" y="71777"/>
                    <a:pt x="54447" y="71425"/>
                    <a:pt x="54633" y="71118"/>
                  </a:cubicBezTo>
                  <a:lnTo>
                    <a:pt x="56534" y="68396"/>
                  </a:lnTo>
                  <a:cubicBezTo>
                    <a:pt x="56766" y="68089"/>
                    <a:pt x="57090" y="67913"/>
                    <a:pt x="57508" y="67913"/>
                  </a:cubicBezTo>
                  <a:lnTo>
                    <a:pt x="61636" y="67913"/>
                  </a:lnTo>
                  <a:lnTo>
                    <a:pt x="63954" y="62250"/>
                  </a:lnTo>
                  <a:lnTo>
                    <a:pt x="56209" y="56455"/>
                  </a:lnTo>
                  <a:cubicBezTo>
                    <a:pt x="56209" y="56455"/>
                    <a:pt x="55977" y="56236"/>
                    <a:pt x="55885" y="56060"/>
                  </a:cubicBezTo>
                  <a:lnTo>
                    <a:pt x="52685" y="49739"/>
                  </a:lnTo>
                  <a:cubicBezTo>
                    <a:pt x="52685" y="49739"/>
                    <a:pt x="52592" y="49431"/>
                    <a:pt x="52592" y="49256"/>
                  </a:cubicBezTo>
                  <a:lnTo>
                    <a:pt x="52592" y="45041"/>
                  </a:lnTo>
                  <a:cubicBezTo>
                    <a:pt x="52592" y="44427"/>
                    <a:pt x="53102" y="43944"/>
                    <a:pt x="53751" y="43944"/>
                  </a:cubicBezTo>
                  <a:lnTo>
                    <a:pt x="56163" y="43944"/>
                  </a:lnTo>
                  <a:lnTo>
                    <a:pt x="58111" y="39686"/>
                  </a:lnTo>
                  <a:lnTo>
                    <a:pt x="54957" y="36920"/>
                  </a:lnTo>
                  <a:cubicBezTo>
                    <a:pt x="54586" y="36613"/>
                    <a:pt x="54493" y="36130"/>
                    <a:pt x="54679" y="35735"/>
                  </a:cubicBezTo>
                  <a:cubicBezTo>
                    <a:pt x="54864" y="35296"/>
                    <a:pt x="55282" y="35032"/>
                    <a:pt x="55746" y="35032"/>
                  </a:cubicBezTo>
                  <a:lnTo>
                    <a:pt x="58343" y="35032"/>
                  </a:lnTo>
                  <a:lnTo>
                    <a:pt x="58343" y="33057"/>
                  </a:lnTo>
                  <a:lnTo>
                    <a:pt x="56070" y="31081"/>
                  </a:lnTo>
                  <a:lnTo>
                    <a:pt x="52499" y="34681"/>
                  </a:lnTo>
                  <a:cubicBezTo>
                    <a:pt x="52174" y="34988"/>
                    <a:pt x="51711" y="35120"/>
                    <a:pt x="51247" y="34944"/>
                  </a:cubicBezTo>
                  <a:lnTo>
                    <a:pt x="47166" y="33584"/>
                  </a:lnTo>
                  <a:lnTo>
                    <a:pt x="41183" y="30510"/>
                  </a:lnTo>
                  <a:cubicBezTo>
                    <a:pt x="41183" y="30510"/>
                    <a:pt x="40951" y="30379"/>
                    <a:pt x="40858" y="30291"/>
                  </a:cubicBezTo>
                  <a:lnTo>
                    <a:pt x="38818" y="28096"/>
                  </a:lnTo>
                  <a:cubicBezTo>
                    <a:pt x="38818" y="28096"/>
                    <a:pt x="38679" y="27876"/>
                    <a:pt x="38632" y="27789"/>
                  </a:cubicBezTo>
                  <a:lnTo>
                    <a:pt x="36916" y="23662"/>
                  </a:lnTo>
                  <a:cubicBezTo>
                    <a:pt x="36731" y="23267"/>
                    <a:pt x="36824" y="22828"/>
                    <a:pt x="37148" y="22521"/>
                  </a:cubicBezTo>
                  <a:lnTo>
                    <a:pt x="39189" y="20414"/>
                  </a:lnTo>
                  <a:lnTo>
                    <a:pt x="29450" y="16726"/>
                  </a:lnTo>
                  <a:cubicBezTo>
                    <a:pt x="29032" y="16550"/>
                    <a:pt x="28708" y="16155"/>
                    <a:pt x="28708" y="15716"/>
                  </a:cubicBezTo>
                  <a:lnTo>
                    <a:pt x="28708" y="8209"/>
                  </a:lnTo>
                  <a:lnTo>
                    <a:pt x="17577" y="219"/>
                  </a:lnTo>
                  <a:lnTo>
                    <a:pt x="11548" y="0"/>
                  </a:lnTo>
                  <a:lnTo>
                    <a:pt x="6678" y="5356"/>
                  </a:lnTo>
                  <a:cubicBezTo>
                    <a:pt x="6447" y="5619"/>
                    <a:pt x="6122" y="5751"/>
                    <a:pt x="5797" y="5751"/>
                  </a:cubicBezTo>
                  <a:cubicBezTo>
                    <a:pt x="5658" y="5751"/>
                    <a:pt x="5472" y="5751"/>
                    <a:pt x="5333" y="5663"/>
                  </a:cubicBezTo>
                  <a:lnTo>
                    <a:pt x="1716" y="4170"/>
                  </a:lnTo>
                  <a:lnTo>
                    <a:pt x="0" y="4785"/>
                  </a:lnTo>
                  <a:lnTo>
                    <a:pt x="0" y="10668"/>
                  </a:lnTo>
                  <a:lnTo>
                    <a:pt x="2968" y="11546"/>
                  </a:lnTo>
                  <a:cubicBezTo>
                    <a:pt x="3293" y="11633"/>
                    <a:pt x="3571" y="11897"/>
                    <a:pt x="3710" y="12204"/>
                  </a:cubicBezTo>
                  <a:cubicBezTo>
                    <a:pt x="3849" y="12511"/>
                    <a:pt x="3803" y="12863"/>
                    <a:pt x="3664" y="13126"/>
                  </a:cubicBezTo>
                  <a:lnTo>
                    <a:pt x="2272" y="15497"/>
                  </a:lnTo>
                  <a:lnTo>
                    <a:pt x="8441" y="19053"/>
                  </a:lnTo>
                  <a:cubicBezTo>
                    <a:pt x="8905" y="19316"/>
                    <a:pt x="9090" y="19799"/>
                    <a:pt x="8951" y="20282"/>
                  </a:cubicBezTo>
                  <a:cubicBezTo>
                    <a:pt x="8812" y="20765"/>
                    <a:pt x="8348" y="21072"/>
                    <a:pt x="7838" y="21072"/>
                  </a:cubicBezTo>
                  <a:lnTo>
                    <a:pt x="2226" y="21072"/>
                  </a:lnTo>
                  <a:lnTo>
                    <a:pt x="1809" y="26296"/>
                  </a:lnTo>
                  <a:lnTo>
                    <a:pt x="4313" y="26296"/>
                  </a:lnTo>
                  <a:cubicBezTo>
                    <a:pt x="4870" y="26296"/>
                    <a:pt x="5333" y="26647"/>
                    <a:pt x="5426" y="27130"/>
                  </a:cubicBezTo>
                  <a:lnTo>
                    <a:pt x="6864" y="33188"/>
                  </a:lnTo>
                  <a:cubicBezTo>
                    <a:pt x="6910" y="33452"/>
                    <a:pt x="6864" y="33715"/>
                    <a:pt x="6771" y="33935"/>
                  </a:cubicBezTo>
                  <a:lnTo>
                    <a:pt x="4545" y="38149"/>
                  </a:lnTo>
                  <a:lnTo>
                    <a:pt x="11780" y="44734"/>
                  </a:lnTo>
                  <a:cubicBezTo>
                    <a:pt x="12105" y="45041"/>
                    <a:pt x="12244" y="45524"/>
                    <a:pt x="12058" y="45919"/>
                  </a:cubicBezTo>
                  <a:cubicBezTo>
                    <a:pt x="11873" y="46315"/>
                    <a:pt x="11455" y="46622"/>
                    <a:pt x="10991" y="46622"/>
                  </a:cubicBezTo>
                  <a:lnTo>
                    <a:pt x="5936" y="46622"/>
                  </a:lnTo>
                  <a:lnTo>
                    <a:pt x="10481" y="52856"/>
                  </a:lnTo>
                  <a:cubicBezTo>
                    <a:pt x="10667" y="53119"/>
                    <a:pt x="10713" y="53426"/>
                    <a:pt x="10667" y="53734"/>
                  </a:cubicBezTo>
                  <a:cubicBezTo>
                    <a:pt x="10574" y="54041"/>
                    <a:pt x="10388" y="54304"/>
                    <a:pt x="10110" y="54436"/>
                  </a:cubicBezTo>
                  <a:lnTo>
                    <a:pt x="7096" y="56060"/>
                  </a:lnTo>
                  <a:lnTo>
                    <a:pt x="11594" y="62821"/>
                  </a:lnTo>
                  <a:lnTo>
                    <a:pt x="16603" y="62821"/>
                  </a:lnTo>
                  <a:cubicBezTo>
                    <a:pt x="16928" y="62821"/>
                    <a:pt x="17206" y="62953"/>
                    <a:pt x="17438" y="63172"/>
                  </a:cubicBezTo>
                  <a:lnTo>
                    <a:pt x="23374" y="68923"/>
                  </a:lnTo>
                  <a:cubicBezTo>
                    <a:pt x="23653" y="69186"/>
                    <a:pt x="23745" y="69538"/>
                    <a:pt x="23699" y="69889"/>
                  </a:cubicBezTo>
                  <a:cubicBezTo>
                    <a:pt x="23606" y="70240"/>
                    <a:pt x="23374" y="70547"/>
                    <a:pt x="23050" y="70679"/>
                  </a:cubicBezTo>
                  <a:lnTo>
                    <a:pt x="18041" y="72742"/>
                  </a:lnTo>
                  <a:lnTo>
                    <a:pt x="19015" y="75771"/>
                  </a:lnTo>
                  <a:lnTo>
                    <a:pt x="21473" y="79503"/>
                  </a:lnTo>
                  <a:lnTo>
                    <a:pt x="25183" y="79503"/>
                  </a:lnTo>
                  <a:cubicBezTo>
                    <a:pt x="25832" y="79503"/>
                    <a:pt x="26342" y="79986"/>
                    <a:pt x="26342" y="80600"/>
                  </a:cubicBezTo>
                  <a:lnTo>
                    <a:pt x="26342" y="87317"/>
                  </a:lnTo>
                  <a:lnTo>
                    <a:pt x="32511" y="81610"/>
                  </a:lnTo>
                  <a:cubicBezTo>
                    <a:pt x="32928" y="81215"/>
                    <a:pt x="33670" y="81171"/>
                    <a:pt x="34134" y="8161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4" name="Freeform: Shape 2133">
              <a:extLst>
                <a:ext uri="{FF2B5EF4-FFF2-40B4-BE49-F238E27FC236}">
                  <a16:creationId xmlns:a16="http://schemas.microsoft.com/office/drawing/2014/main" id="{B06C4F36-C26C-D9AB-C38C-474E042EF43D}"/>
                </a:ext>
              </a:extLst>
            </p:cNvPr>
            <p:cNvSpPr>
              <a:spLocks/>
            </p:cNvSpPr>
            <p:nvPr/>
          </p:nvSpPr>
          <p:spPr>
            <a:xfrm>
              <a:off x="6632403" y="2994302"/>
              <a:ext cx="157968" cy="72864"/>
            </a:xfrm>
            <a:custGeom>
              <a:avLst/>
              <a:gdLst>
                <a:gd name="connsiteX0" fmla="*/ 44244 w 105832"/>
                <a:gd name="connsiteY0" fmla="*/ 35779 h 48816"/>
                <a:gd name="connsiteX1" fmla="*/ 45218 w 105832"/>
                <a:gd name="connsiteY1" fmla="*/ 36261 h 48816"/>
                <a:gd name="connsiteX2" fmla="*/ 51015 w 105832"/>
                <a:gd name="connsiteY2" fmla="*/ 44778 h 48816"/>
                <a:gd name="connsiteX3" fmla="*/ 53937 w 105832"/>
                <a:gd name="connsiteY3" fmla="*/ 48685 h 48816"/>
                <a:gd name="connsiteX4" fmla="*/ 62377 w 105832"/>
                <a:gd name="connsiteY4" fmla="*/ 45393 h 48816"/>
                <a:gd name="connsiteX5" fmla="*/ 62702 w 105832"/>
                <a:gd name="connsiteY5" fmla="*/ 45305 h 48816"/>
                <a:gd name="connsiteX6" fmla="*/ 75178 w 105832"/>
                <a:gd name="connsiteY6" fmla="*/ 44295 h 48816"/>
                <a:gd name="connsiteX7" fmla="*/ 82273 w 105832"/>
                <a:gd name="connsiteY7" fmla="*/ 39773 h 48816"/>
                <a:gd name="connsiteX8" fmla="*/ 83665 w 105832"/>
                <a:gd name="connsiteY8" fmla="*/ 39817 h 48816"/>
                <a:gd name="connsiteX9" fmla="*/ 91595 w 105832"/>
                <a:gd name="connsiteY9" fmla="*/ 45875 h 48816"/>
                <a:gd name="connsiteX10" fmla="*/ 102401 w 105832"/>
                <a:gd name="connsiteY10" fmla="*/ 48817 h 48816"/>
                <a:gd name="connsiteX11" fmla="*/ 102448 w 105832"/>
                <a:gd name="connsiteY11" fmla="*/ 48817 h 48816"/>
                <a:gd name="connsiteX12" fmla="*/ 102448 w 105832"/>
                <a:gd name="connsiteY12" fmla="*/ 48114 h 48816"/>
                <a:gd name="connsiteX13" fmla="*/ 102958 w 105832"/>
                <a:gd name="connsiteY13" fmla="*/ 48378 h 48816"/>
                <a:gd name="connsiteX14" fmla="*/ 105833 w 105832"/>
                <a:gd name="connsiteY14" fmla="*/ 46139 h 48816"/>
                <a:gd name="connsiteX15" fmla="*/ 96882 w 105832"/>
                <a:gd name="connsiteY15" fmla="*/ 39334 h 48816"/>
                <a:gd name="connsiteX16" fmla="*/ 96465 w 105832"/>
                <a:gd name="connsiteY16" fmla="*/ 38588 h 48816"/>
                <a:gd name="connsiteX17" fmla="*/ 96743 w 105832"/>
                <a:gd name="connsiteY17" fmla="*/ 37754 h 48816"/>
                <a:gd name="connsiteX18" fmla="*/ 100824 w 105832"/>
                <a:gd name="connsiteY18" fmla="*/ 33408 h 48816"/>
                <a:gd name="connsiteX19" fmla="*/ 89647 w 105832"/>
                <a:gd name="connsiteY19" fmla="*/ 26999 h 48816"/>
                <a:gd name="connsiteX20" fmla="*/ 83479 w 105832"/>
                <a:gd name="connsiteY20" fmla="*/ 24760 h 48816"/>
                <a:gd name="connsiteX21" fmla="*/ 72117 w 105832"/>
                <a:gd name="connsiteY21" fmla="*/ 24760 h 48816"/>
                <a:gd name="connsiteX22" fmla="*/ 71699 w 105832"/>
                <a:gd name="connsiteY22" fmla="*/ 24672 h 48816"/>
                <a:gd name="connsiteX23" fmla="*/ 60893 w 105832"/>
                <a:gd name="connsiteY23" fmla="*/ 20809 h 48816"/>
                <a:gd name="connsiteX24" fmla="*/ 60198 w 105832"/>
                <a:gd name="connsiteY24" fmla="*/ 20150 h 48816"/>
                <a:gd name="connsiteX25" fmla="*/ 58157 w 105832"/>
                <a:gd name="connsiteY25" fmla="*/ 14663 h 48816"/>
                <a:gd name="connsiteX26" fmla="*/ 52777 w 105832"/>
                <a:gd name="connsiteY26" fmla="*/ 14663 h 48816"/>
                <a:gd name="connsiteX27" fmla="*/ 51989 w 105832"/>
                <a:gd name="connsiteY27" fmla="*/ 14355 h 48816"/>
                <a:gd name="connsiteX28" fmla="*/ 43038 w 105832"/>
                <a:gd name="connsiteY28" fmla="*/ 6585 h 48816"/>
                <a:gd name="connsiteX29" fmla="*/ 26482 w 105832"/>
                <a:gd name="connsiteY29" fmla="*/ 6585 h 48816"/>
                <a:gd name="connsiteX30" fmla="*/ 26064 w 105832"/>
                <a:gd name="connsiteY30" fmla="*/ 6497 h 48816"/>
                <a:gd name="connsiteX31" fmla="*/ 7699 w 105832"/>
                <a:gd name="connsiteY31" fmla="*/ 0 h 48816"/>
                <a:gd name="connsiteX32" fmla="*/ 1252 w 105832"/>
                <a:gd name="connsiteY32" fmla="*/ 0 h 48816"/>
                <a:gd name="connsiteX33" fmla="*/ 0 w 105832"/>
                <a:gd name="connsiteY33" fmla="*/ 2107 h 48816"/>
                <a:gd name="connsiteX34" fmla="*/ 6447 w 105832"/>
                <a:gd name="connsiteY34" fmla="*/ 6585 h 48816"/>
                <a:gd name="connsiteX35" fmla="*/ 15119 w 105832"/>
                <a:gd name="connsiteY35" fmla="*/ 9307 h 48816"/>
                <a:gd name="connsiteX36" fmla="*/ 26435 w 105832"/>
                <a:gd name="connsiteY36" fmla="*/ 29062 h 48816"/>
                <a:gd name="connsiteX37" fmla="*/ 24719 w 105832"/>
                <a:gd name="connsiteY37" fmla="*/ 35296 h 48816"/>
                <a:gd name="connsiteX38" fmla="*/ 26667 w 105832"/>
                <a:gd name="connsiteY38" fmla="*/ 35647 h 48816"/>
                <a:gd name="connsiteX39" fmla="*/ 44244 w 105832"/>
                <a:gd name="connsiteY39" fmla="*/ 35647 h 4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05832" h="48816">
                  <a:moveTo>
                    <a:pt x="44244" y="35779"/>
                  </a:moveTo>
                  <a:cubicBezTo>
                    <a:pt x="44615" y="35779"/>
                    <a:pt x="44986" y="35954"/>
                    <a:pt x="45218" y="36261"/>
                  </a:cubicBezTo>
                  <a:lnTo>
                    <a:pt x="51015" y="44778"/>
                  </a:lnTo>
                  <a:lnTo>
                    <a:pt x="53937" y="48685"/>
                  </a:lnTo>
                  <a:lnTo>
                    <a:pt x="62377" y="45393"/>
                  </a:lnTo>
                  <a:cubicBezTo>
                    <a:pt x="62377" y="45393"/>
                    <a:pt x="62609" y="45305"/>
                    <a:pt x="62702" y="45305"/>
                  </a:cubicBezTo>
                  <a:lnTo>
                    <a:pt x="75178" y="44295"/>
                  </a:lnTo>
                  <a:lnTo>
                    <a:pt x="82273" y="39773"/>
                  </a:lnTo>
                  <a:cubicBezTo>
                    <a:pt x="82691" y="39510"/>
                    <a:pt x="83247" y="39510"/>
                    <a:pt x="83665" y="39817"/>
                  </a:cubicBezTo>
                  <a:lnTo>
                    <a:pt x="91595" y="45875"/>
                  </a:lnTo>
                  <a:lnTo>
                    <a:pt x="102401" y="48817"/>
                  </a:lnTo>
                  <a:lnTo>
                    <a:pt x="102448" y="48817"/>
                  </a:lnTo>
                  <a:lnTo>
                    <a:pt x="102448" y="48114"/>
                  </a:lnTo>
                  <a:lnTo>
                    <a:pt x="102958" y="48378"/>
                  </a:lnTo>
                  <a:lnTo>
                    <a:pt x="105833" y="46139"/>
                  </a:lnTo>
                  <a:lnTo>
                    <a:pt x="96882" y="39334"/>
                  </a:lnTo>
                  <a:cubicBezTo>
                    <a:pt x="96650" y="39159"/>
                    <a:pt x="96465" y="38851"/>
                    <a:pt x="96465" y="38588"/>
                  </a:cubicBezTo>
                  <a:cubicBezTo>
                    <a:pt x="96465" y="38281"/>
                    <a:pt x="96558" y="37974"/>
                    <a:pt x="96743" y="37754"/>
                  </a:cubicBezTo>
                  <a:lnTo>
                    <a:pt x="100824" y="33408"/>
                  </a:lnTo>
                  <a:lnTo>
                    <a:pt x="89647" y="26999"/>
                  </a:lnTo>
                  <a:lnTo>
                    <a:pt x="83479" y="24760"/>
                  </a:lnTo>
                  <a:lnTo>
                    <a:pt x="72117" y="24760"/>
                  </a:lnTo>
                  <a:cubicBezTo>
                    <a:pt x="72117" y="24760"/>
                    <a:pt x="71838" y="24760"/>
                    <a:pt x="71699" y="24672"/>
                  </a:cubicBezTo>
                  <a:lnTo>
                    <a:pt x="60893" y="20809"/>
                  </a:lnTo>
                  <a:cubicBezTo>
                    <a:pt x="60569" y="20677"/>
                    <a:pt x="60337" y="20457"/>
                    <a:pt x="60198" y="20150"/>
                  </a:cubicBezTo>
                  <a:lnTo>
                    <a:pt x="58157" y="14663"/>
                  </a:lnTo>
                  <a:lnTo>
                    <a:pt x="52777" y="14663"/>
                  </a:lnTo>
                  <a:cubicBezTo>
                    <a:pt x="52499" y="14663"/>
                    <a:pt x="52221" y="14575"/>
                    <a:pt x="51989" y="14355"/>
                  </a:cubicBezTo>
                  <a:lnTo>
                    <a:pt x="43038" y="6585"/>
                  </a:lnTo>
                  <a:lnTo>
                    <a:pt x="26482" y="6585"/>
                  </a:lnTo>
                  <a:cubicBezTo>
                    <a:pt x="26482" y="6585"/>
                    <a:pt x="26203" y="6585"/>
                    <a:pt x="26064" y="6497"/>
                  </a:cubicBezTo>
                  <a:lnTo>
                    <a:pt x="7699" y="0"/>
                  </a:lnTo>
                  <a:lnTo>
                    <a:pt x="1252" y="0"/>
                  </a:lnTo>
                  <a:lnTo>
                    <a:pt x="0" y="2107"/>
                  </a:lnTo>
                  <a:cubicBezTo>
                    <a:pt x="2783" y="4522"/>
                    <a:pt x="5148" y="6322"/>
                    <a:pt x="6447" y="6585"/>
                  </a:cubicBezTo>
                  <a:cubicBezTo>
                    <a:pt x="6447" y="6585"/>
                    <a:pt x="13681" y="8517"/>
                    <a:pt x="15119" y="9307"/>
                  </a:cubicBezTo>
                  <a:cubicBezTo>
                    <a:pt x="16557" y="10141"/>
                    <a:pt x="28429" y="23838"/>
                    <a:pt x="26435" y="29062"/>
                  </a:cubicBezTo>
                  <a:cubicBezTo>
                    <a:pt x="25739" y="30906"/>
                    <a:pt x="25276" y="33101"/>
                    <a:pt x="24719" y="35296"/>
                  </a:cubicBezTo>
                  <a:lnTo>
                    <a:pt x="26667" y="35647"/>
                  </a:lnTo>
                  <a:lnTo>
                    <a:pt x="44244" y="3564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5" name="Freeform: Shape 2134">
              <a:extLst>
                <a:ext uri="{FF2B5EF4-FFF2-40B4-BE49-F238E27FC236}">
                  <a16:creationId xmlns:a16="http://schemas.microsoft.com/office/drawing/2014/main" id="{A3C57490-56BC-F473-D36F-42688FCB1B9C}"/>
                </a:ext>
              </a:extLst>
            </p:cNvPr>
            <p:cNvSpPr>
              <a:spLocks/>
            </p:cNvSpPr>
            <p:nvPr/>
          </p:nvSpPr>
          <p:spPr>
            <a:xfrm>
              <a:off x="6513130" y="3287142"/>
              <a:ext cx="99752" cy="106087"/>
            </a:xfrm>
            <a:custGeom>
              <a:avLst/>
              <a:gdLst>
                <a:gd name="connsiteX0" fmla="*/ 63351 w 66829"/>
                <a:gd name="connsiteY0" fmla="*/ 14750 h 71074"/>
                <a:gd name="connsiteX1" fmla="*/ 62702 w 66829"/>
                <a:gd name="connsiteY1" fmla="*/ 13785 h 71074"/>
                <a:gd name="connsiteX2" fmla="*/ 62702 w 66829"/>
                <a:gd name="connsiteY2" fmla="*/ 10624 h 71074"/>
                <a:gd name="connsiteX3" fmla="*/ 59919 w 66829"/>
                <a:gd name="connsiteY3" fmla="*/ 0 h 71074"/>
                <a:gd name="connsiteX4" fmla="*/ 29635 w 66829"/>
                <a:gd name="connsiteY4" fmla="*/ 16682 h 71074"/>
                <a:gd name="connsiteX5" fmla="*/ 29032 w 66829"/>
                <a:gd name="connsiteY5" fmla="*/ 16814 h 71074"/>
                <a:gd name="connsiteX6" fmla="*/ 24394 w 66829"/>
                <a:gd name="connsiteY6" fmla="*/ 16814 h 71074"/>
                <a:gd name="connsiteX7" fmla="*/ 23792 w 66829"/>
                <a:gd name="connsiteY7" fmla="*/ 16638 h 71074"/>
                <a:gd name="connsiteX8" fmla="*/ 13310 w 66829"/>
                <a:gd name="connsiteY8" fmla="*/ 10360 h 71074"/>
                <a:gd name="connsiteX9" fmla="*/ 10528 w 66829"/>
                <a:gd name="connsiteY9" fmla="*/ 15980 h 71074"/>
                <a:gd name="connsiteX10" fmla="*/ 10528 w 66829"/>
                <a:gd name="connsiteY10" fmla="*/ 31476 h 71074"/>
                <a:gd name="connsiteX11" fmla="*/ 10528 w 66829"/>
                <a:gd name="connsiteY11" fmla="*/ 31784 h 71074"/>
                <a:gd name="connsiteX12" fmla="*/ 93 w 66829"/>
                <a:gd name="connsiteY12" fmla="*/ 68001 h 71074"/>
                <a:gd name="connsiteX13" fmla="*/ 0 w 66829"/>
                <a:gd name="connsiteY13" fmla="*/ 68177 h 71074"/>
                <a:gd name="connsiteX14" fmla="*/ 10991 w 66829"/>
                <a:gd name="connsiteY14" fmla="*/ 68177 h 71074"/>
                <a:gd name="connsiteX15" fmla="*/ 11594 w 66829"/>
                <a:gd name="connsiteY15" fmla="*/ 68352 h 71074"/>
                <a:gd name="connsiteX16" fmla="*/ 16139 w 66829"/>
                <a:gd name="connsiteY16" fmla="*/ 71074 h 71074"/>
                <a:gd name="connsiteX17" fmla="*/ 26296 w 66829"/>
                <a:gd name="connsiteY17" fmla="*/ 59704 h 71074"/>
                <a:gd name="connsiteX18" fmla="*/ 26945 w 66829"/>
                <a:gd name="connsiteY18" fmla="*/ 59353 h 71074"/>
                <a:gd name="connsiteX19" fmla="*/ 37287 w 66829"/>
                <a:gd name="connsiteY19" fmla="*/ 57246 h 71074"/>
                <a:gd name="connsiteX20" fmla="*/ 40905 w 66829"/>
                <a:gd name="connsiteY20" fmla="*/ 51451 h 71074"/>
                <a:gd name="connsiteX21" fmla="*/ 42574 w 66829"/>
                <a:gd name="connsiteY21" fmla="*/ 46622 h 71074"/>
                <a:gd name="connsiteX22" fmla="*/ 36221 w 66829"/>
                <a:gd name="connsiteY22" fmla="*/ 35340 h 71074"/>
                <a:gd name="connsiteX23" fmla="*/ 36406 w 66829"/>
                <a:gd name="connsiteY23" fmla="*/ 34110 h 71074"/>
                <a:gd name="connsiteX24" fmla="*/ 42992 w 66829"/>
                <a:gd name="connsiteY24" fmla="*/ 27218 h 71074"/>
                <a:gd name="connsiteX25" fmla="*/ 43502 w 66829"/>
                <a:gd name="connsiteY25" fmla="*/ 26911 h 71074"/>
                <a:gd name="connsiteX26" fmla="*/ 57786 w 66829"/>
                <a:gd name="connsiteY26" fmla="*/ 22477 h 71074"/>
                <a:gd name="connsiteX27" fmla="*/ 66041 w 66829"/>
                <a:gd name="connsiteY27" fmla="*/ 19755 h 71074"/>
                <a:gd name="connsiteX28" fmla="*/ 66830 w 66829"/>
                <a:gd name="connsiteY28" fmla="*/ 16463 h 71074"/>
                <a:gd name="connsiteX29" fmla="*/ 63398 w 66829"/>
                <a:gd name="connsiteY29" fmla="*/ 14882 h 7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6829" h="71074">
                  <a:moveTo>
                    <a:pt x="63351" y="14750"/>
                  </a:moveTo>
                  <a:cubicBezTo>
                    <a:pt x="62934" y="14575"/>
                    <a:pt x="62702" y="14180"/>
                    <a:pt x="62702" y="13785"/>
                  </a:cubicBezTo>
                  <a:lnTo>
                    <a:pt x="62702" y="10624"/>
                  </a:lnTo>
                  <a:lnTo>
                    <a:pt x="59919" y="0"/>
                  </a:lnTo>
                  <a:lnTo>
                    <a:pt x="29635" y="16682"/>
                  </a:lnTo>
                  <a:cubicBezTo>
                    <a:pt x="29635" y="16682"/>
                    <a:pt x="29264" y="16814"/>
                    <a:pt x="29032" y="16814"/>
                  </a:cubicBezTo>
                  <a:lnTo>
                    <a:pt x="24394" y="16814"/>
                  </a:lnTo>
                  <a:cubicBezTo>
                    <a:pt x="24394" y="16814"/>
                    <a:pt x="23977" y="16770"/>
                    <a:pt x="23792" y="16638"/>
                  </a:cubicBezTo>
                  <a:lnTo>
                    <a:pt x="13310" y="10360"/>
                  </a:lnTo>
                  <a:lnTo>
                    <a:pt x="10528" y="15980"/>
                  </a:lnTo>
                  <a:lnTo>
                    <a:pt x="10528" y="31476"/>
                  </a:lnTo>
                  <a:cubicBezTo>
                    <a:pt x="10528" y="31476"/>
                    <a:pt x="10528" y="31652"/>
                    <a:pt x="10528" y="31784"/>
                  </a:cubicBezTo>
                  <a:lnTo>
                    <a:pt x="93" y="68001"/>
                  </a:lnTo>
                  <a:cubicBezTo>
                    <a:pt x="93" y="68001"/>
                    <a:pt x="0" y="68089"/>
                    <a:pt x="0" y="68177"/>
                  </a:cubicBezTo>
                  <a:lnTo>
                    <a:pt x="10991" y="68177"/>
                  </a:lnTo>
                  <a:cubicBezTo>
                    <a:pt x="10991" y="68177"/>
                    <a:pt x="11409" y="68221"/>
                    <a:pt x="11594" y="68352"/>
                  </a:cubicBezTo>
                  <a:lnTo>
                    <a:pt x="16139" y="71074"/>
                  </a:lnTo>
                  <a:lnTo>
                    <a:pt x="26296" y="59704"/>
                  </a:lnTo>
                  <a:cubicBezTo>
                    <a:pt x="26296" y="59704"/>
                    <a:pt x="26667" y="59397"/>
                    <a:pt x="26945" y="59353"/>
                  </a:cubicBezTo>
                  <a:lnTo>
                    <a:pt x="37287" y="57246"/>
                  </a:lnTo>
                  <a:lnTo>
                    <a:pt x="40905" y="51451"/>
                  </a:lnTo>
                  <a:lnTo>
                    <a:pt x="42574" y="46622"/>
                  </a:lnTo>
                  <a:lnTo>
                    <a:pt x="36221" y="35340"/>
                  </a:lnTo>
                  <a:cubicBezTo>
                    <a:pt x="35989" y="34944"/>
                    <a:pt x="36035" y="34418"/>
                    <a:pt x="36406" y="34110"/>
                  </a:cubicBezTo>
                  <a:lnTo>
                    <a:pt x="42992" y="27218"/>
                  </a:lnTo>
                  <a:cubicBezTo>
                    <a:pt x="42992" y="27218"/>
                    <a:pt x="43316" y="26955"/>
                    <a:pt x="43502" y="26911"/>
                  </a:cubicBezTo>
                  <a:lnTo>
                    <a:pt x="57786" y="22477"/>
                  </a:lnTo>
                  <a:lnTo>
                    <a:pt x="66041" y="19755"/>
                  </a:lnTo>
                  <a:lnTo>
                    <a:pt x="66830" y="16463"/>
                  </a:lnTo>
                  <a:lnTo>
                    <a:pt x="63398" y="1488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6" name="Freeform: Shape 2135">
              <a:extLst>
                <a:ext uri="{FF2B5EF4-FFF2-40B4-BE49-F238E27FC236}">
                  <a16:creationId xmlns:a16="http://schemas.microsoft.com/office/drawing/2014/main" id="{A98DE497-9220-8FFA-0BD4-D1B7AA4805E4}"/>
                </a:ext>
              </a:extLst>
            </p:cNvPr>
            <p:cNvSpPr>
              <a:spLocks/>
            </p:cNvSpPr>
            <p:nvPr/>
          </p:nvSpPr>
          <p:spPr>
            <a:xfrm>
              <a:off x="6751676" y="3045808"/>
              <a:ext cx="123772" cy="98617"/>
            </a:xfrm>
            <a:custGeom>
              <a:avLst/>
              <a:gdLst>
                <a:gd name="connsiteX0" fmla="*/ 28429 w 82922"/>
                <a:gd name="connsiteY0" fmla="*/ 10799 h 66069"/>
                <a:gd name="connsiteX1" fmla="*/ 28847 w 82922"/>
                <a:gd name="connsiteY1" fmla="*/ 11633 h 66069"/>
                <a:gd name="connsiteX2" fmla="*/ 28429 w 82922"/>
                <a:gd name="connsiteY2" fmla="*/ 12468 h 66069"/>
                <a:gd name="connsiteX3" fmla="*/ 25090 w 82922"/>
                <a:gd name="connsiteY3" fmla="*/ 15014 h 66069"/>
                <a:gd name="connsiteX4" fmla="*/ 32000 w 82922"/>
                <a:gd name="connsiteY4" fmla="*/ 18833 h 66069"/>
                <a:gd name="connsiteX5" fmla="*/ 22446 w 82922"/>
                <a:gd name="connsiteY5" fmla="*/ 17648 h 66069"/>
                <a:gd name="connsiteX6" fmla="*/ 22446 w 82922"/>
                <a:gd name="connsiteY6" fmla="*/ 16506 h 66069"/>
                <a:gd name="connsiteX7" fmla="*/ 22307 w 82922"/>
                <a:gd name="connsiteY7" fmla="*/ 16506 h 66069"/>
                <a:gd name="connsiteX8" fmla="*/ 10713 w 82922"/>
                <a:gd name="connsiteY8" fmla="*/ 13346 h 66069"/>
                <a:gd name="connsiteX9" fmla="*/ 10296 w 82922"/>
                <a:gd name="connsiteY9" fmla="*/ 13126 h 66069"/>
                <a:gd name="connsiteX10" fmla="*/ 2829 w 82922"/>
                <a:gd name="connsiteY10" fmla="*/ 7463 h 66069"/>
                <a:gd name="connsiteX11" fmla="*/ 0 w 82922"/>
                <a:gd name="connsiteY11" fmla="*/ 9263 h 66069"/>
                <a:gd name="connsiteX12" fmla="*/ 4452 w 82922"/>
                <a:gd name="connsiteY12" fmla="*/ 12951 h 66069"/>
                <a:gd name="connsiteX13" fmla="*/ 4823 w 82922"/>
                <a:gd name="connsiteY13" fmla="*/ 14004 h 66069"/>
                <a:gd name="connsiteX14" fmla="*/ 4035 w 82922"/>
                <a:gd name="connsiteY14" fmla="*/ 14838 h 66069"/>
                <a:gd name="connsiteX15" fmla="*/ 2133 w 82922"/>
                <a:gd name="connsiteY15" fmla="*/ 15409 h 66069"/>
                <a:gd name="connsiteX16" fmla="*/ 10620 w 82922"/>
                <a:gd name="connsiteY16" fmla="*/ 17736 h 66069"/>
                <a:gd name="connsiteX17" fmla="*/ 11409 w 82922"/>
                <a:gd name="connsiteY17" fmla="*/ 18570 h 66069"/>
                <a:gd name="connsiteX18" fmla="*/ 10991 w 82922"/>
                <a:gd name="connsiteY18" fmla="*/ 19623 h 66069"/>
                <a:gd name="connsiteX19" fmla="*/ 7374 w 82922"/>
                <a:gd name="connsiteY19" fmla="*/ 22433 h 66069"/>
                <a:gd name="connsiteX20" fmla="*/ 13913 w 82922"/>
                <a:gd name="connsiteY20" fmla="*/ 30642 h 66069"/>
                <a:gd name="connsiteX21" fmla="*/ 14145 w 82922"/>
                <a:gd name="connsiteY21" fmla="*/ 31301 h 66069"/>
                <a:gd name="connsiteX22" fmla="*/ 14145 w 82922"/>
                <a:gd name="connsiteY22" fmla="*/ 34593 h 66069"/>
                <a:gd name="connsiteX23" fmla="*/ 13542 w 82922"/>
                <a:gd name="connsiteY23" fmla="*/ 35559 h 66069"/>
                <a:gd name="connsiteX24" fmla="*/ 10064 w 82922"/>
                <a:gd name="connsiteY24" fmla="*/ 37403 h 66069"/>
                <a:gd name="connsiteX25" fmla="*/ 16556 w 82922"/>
                <a:gd name="connsiteY25" fmla="*/ 42100 h 66069"/>
                <a:gd name="connsiteX26" fmla="*/ 19756 w 82922"/>
                <a:gd name="connsiteY26" fmla="*/ 40344 h 66069"/>
                <a:gd name="connsiteX27" fmla="*/ 20916 w 82922"/>
                <a:gd name="connsiteY27" fmla="*/ 40344 h 66069"/>
                <a:gd name="connsiteX28" fmla="*/ 24765 w 82922"/>
                <a:gd name="connsiteY28" fmla="*/ 42451 h 66069"/>
                <a:gd name="connsiteX29" fmla="*/ 25322 w 82922"/>
                <a:gd name="connsiteY29" fmla="*/ 43417 h 66069"/>
                <a:gd name="connsiteX30" fmla="*/ 24719 w 82922"/>
                <a:gd name="connsiteY30" fmla="*/ 44383 h 66069"/>
                <a:gd name="connsiteX31" fmla="*/ 20684 w 82922"/>
                <a:gd name="connsiteY31" fmla="*/ 46534 h 66069"/>
                <a:gd name="connsiteX32" fmla="*/ 24580 w 82922"/>
                <a:gd name="connsiteY32" fmla="*/ 47983 h 66069"/>
                <a:gd name="connsiteX33" fmla="*/ 25322 w 82922"/>
                <a:gd name="connsiteY33" fmla="*/ 48861 h 66069"/>
                <a:gd name="connsiteX34" fmla="*/ 24905 w 82922"/>
                <a:gd name="connsiteY34" fmla="*/ 49871 h 66069"/>
                <a:gd name="connsiteX35" fmla="*/ 21612 w 82922"/>
                <a:gd name="connsiteY35" fmla="*/ 52373 h 66069"/>
                <a:gd name="connsiteX36" fmla="*/ 23652 w 82922"/>
                <a:gd name="connsiteY36" fmla="*/ 54612 h 66069"/>
                <a:gd name="connsiteX37" fmla="*/ 44429 w 82922"/>
                <a:gd name="connsiteY37" fmla="*/ 41705 h 66069"/>
                <a:gd name="connsiteX38" fmla="*/ 45635 w 82922"/>
                <a:gd name="connsiteY38" fmla="*/ 41705 h 66069"/>
                <a:gd name="connsiteX39" fmla="*/ 52963 w 82922"/>
                <a:gd name="connsiteY39" fmla="*/ 45788 h 66069"/>
                <a:gd name="connsiteX40" fmla="*/ 53519 w 82922"/>
                <a:gd name="connsiteY40" fmla="*/ 46622 h 66069"/>
                <a:gd name="connsiteX41" fmla="*/ 53102 w 82922"/>
                <a:gd name="connsiteY41" fmla="*/ 47544 h 66069"/>
                <a:gd name="connsiteX42" fmla="*/ 48974 w 82922"/>
                <a:gd name="connsiteY42" fmla="*/ 50836 h 66069"/>
                <a:gd name="connsiteX43" fmla="*/ 53195 w 82922"/>
                <a:gd name="connsiteY43" fmla="*/ 55314 h 66069"/>
                <a:gd name="connsiteX44" fmla="*/ 53473 w 82922"/>
                <a:gd name="connsiteY44" fmla="*/ 56280 h 66069"/>
                <a:gd name="connsiteX45" fmla="*/ 52777 w 82922"/>
                <a:gd name="connsiteY45" fmla="*/ 57026 h 66069"/>
                <a:gd name="connsiteX46" fmla="*/ 49392 w 82922"/>
                <a:gd name="connsiteY46" fmla="*/ 58299 h 66069"/>
                <a:gd name="connsiteX47" fmla="*/ 54957 w 82922"/>
                <a:gd name="connsiteY47" fmla="*/ 61987 h 66069"/>
                <a:gd name="connsiteX48" fmla="*/ 55467 w 82922"/>
                <a:gd name="connsiteY48" fmla="*/ 62909 h 66069"/>
                <a:gd name="connsiteX49" fmla="*/ 55467 w 82922"/>
                <a:gd name="connsiteY49" fmla="*/ 66070 h 66069"/>
                <a:gd name="connsiteX50" fmla="*/ 60058 w 82922"/>
                <a:gd name="connsiteY50" fmla="*/ 66070 h 66069"/>
                <a:gd name="connsiteX51" fmla="*/ 60058 w 82922"/>
                <a:gd name="connsiteY51" fmla="*/ 63743 h 66069"/>
                <a:gd name="connsiteX52" fmla="*/ 64974 w 82922"/>
                <a:gd name="connsiteY52" fmla="*/ 51407 h 66069"/>
                <a:gd name="connsiteX53" fmla="*/ 67293 w 82922"/>
                <a:gd name="connsiteY53" fmla="*/ 45656 h 66069"/>
                <a:gd name="connsiteX54" fmla="*/ 68731 w 82922"/>
                <a:gd name="connsiteY54" fmla="*/ 34418 h 66069"/>
                <a:gd name="connsiteX55" fmla="*/ 73090 w 82922"/>
                <a:gd name="connsiteY55" fmla="*/ 30862 h 66069"/>
                <a:gd name="connsiteX56" fmla="*/ 76847 w 82922"/>
                <a:gd name="connsiteY56" fmla="*/ 30028 h 66069"/>
                <a:gd name="connsiteX57" fmla="*/ 82923 w 82922"/>
                <a:gd name="connsiteY57" fmla="*/ 28667 h 66069"/>
                <a:gd name="connsiteX58" fmla="*/ 77728 w 82922"/>
                <a:gd name="connsiteY58" fmla="*/ 24277 h 66069"/>
                <a:gd name="connsiteX59" fmla="*/ 73693 w 82922"/>
                <a:gd name="connsiteY59" fmla="*/ 24277 h 66069"/>
                <a:gd name="connsiteX60" fmla="*/ 67896 w 82922"/>
                <a:gd name="connsiteY60" fmla="*/ 18877 h 66069"/>
                <a:gd name="connsiteX61" fmla="*/ 57137 w 82922"/>
                <a:gd name="connsiteY61" fmla="*/ 1932 h 66069"/>
                <a:gd name="connsiteX62" fmla="*/ 46238 w 82922"/>
                <a:gd name="connsiteY62" fmla="*/ 12424 h 66069"/>
                <a:gd name="connsiteX63" fmla="*/ 45635 w 82922"/>
                <a:gd name="connsiteY63" fmla="*/ 12731 h 66069"/>
                <a:gd name="connsiteX64" fmla="*/ 41368 w 82922"/>
                <a:gd name="connsiteY64" fmla="*/ 13433 h 66069"/>
                <a:gd name="connsiteX65" fmla="*/ 41183 w 82922"/>
                <a:gd name="connsiteY65" fmla="*/ 13433 h 66069"/>
                <a:gd name="connsiteX66" fmla="*/ 40487 w 82922"/>
                <a:gd name="connsiteY66" fmla="*/ 13214 h 66069"/>
                <a:gd name="connsiteX67" fmla="*/ 35478 w 82922"/>
                <a:gd name="connsiteY67" fmla="*/ 9526 h 66069"/>
                <a:gd name="connsiteX68" fmla="*/ 26621 w 82922"/>
                <a:gd name="connsiteY68" fmla="*/ 1624 h 66069"/>
                <a:gd name="connsiteX69" fmla="*/ 22957 w 82922"/>
                <a:gd name="connsiteY69" fmla="*/ 0 h 66069"/>
                <a:gd name="connsiteX70" fmla="*/ 19293 w 82922"/>
                <a:gd name="connsiteY70" fmla="*/ 3863 h 66069"/>
                <a:gd name="connsiteX71" fmla="*/ 28383 w 82922"/>
                <a:gd name="connsiteY71" fmla="*/ 10799 h 6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82922" h="66069">
                  <a:moveTo>
                    <a:pt x="28429" y="10799"/>
                  </a:moveTo>
                  <a:cubicBezTo>
                    <a:pt x="28708" y="11019"/>
                    <a:pt x="28847" y="11326"/>
                    <a:pt x="28847" y="11633"/>
                  </a:cubicBezTo>
                  <a:cubicBezTo>
                    <a:pt x="28847" y="11941"/>
                    <a:pt x="28708" y="12292"/>
                    <a:pt x="28429" y="12468"/>
                  </a:cubicBezTo>
                  <a:lnTo>
                    <a:pt x="25090" y="15014"/>
                  </a:lnTo>
                  <a:lnTo>
                    <a:pt x="32000" y="18833"/>
                  </a:lnTo>
                  <a:lnTo>
                    <a:pt x="22446" y="17648"/>
                  </a:lnTo>
                  <a:lnTo>
                    <a:pt x="22446" y="16506"/>
                  </a:lnTo>
                  <a:cubicBezTo>
                    <a:pt x="22446" y="16506"/>
                    <a:pt x="22354" y="16506"/>
                    <a:pt x="22307" y="16506"/>
                  </a:cubicBezTo>
                  <a:lnTo>
                    <a:pt x="10713" y="13346"/>
                  </a:lnTo>
                  <a:cubicBezTo>
                    <a:pt x="10713" y="13346"/>
                    <a:pt x="10435" y="13258"/>
                    <a:pt x="10296" y="13126"/>
                  </a:cubicBezTo>
                  <a:lnTo>
                    <a:pt x="2829" y="7463"/>
                  </a:lnTo>
                  <a:lnTo>
                    <a:pt x="0" y="9263"/>
                  </a:lnTo>
                  <a:lnTo>
                    <a:pt x="4452" y="12951"/>
                  </a:lnTo>
                  <a:cubicBezTo>
                    <a:pt x="4777" y="13214"/>
                    <a:pt x="4916" y="13609"/>
                    <a:pt x="4823" y="14004"/>
                  </a:cubicBezTo>
                  <a:cubicBezTo>
                    <a:pt x="4730" y="14399"/>
                    <a:pt x="4452" y="14707"/>
                    <a:pt x="4035" y="14838"/>
                  </a:cubicBezTo>
                  <a:lnTo>
                    <a:pt x="2133" y="15409"/>
                  </a:lnTo>
                  <a:lnTo>
                    <a:pt x="10620" y="17736"/>
                  </a:lnTo>
                  <a:cubicBezTo>
                    <a:pt x="11038" y="17867"/>
                    <a:pt x="11362" y="18175"/>
                    <a:pt x="11409" y="18570"/>
                  </a:cubicBezTo>
                  <a:cubicBezTo>
                    <a:pt x="11501" y="18965"/>
                    <a:pt x="11362" y="19360"/>
                    <a:pt x="10991" y="19623"/>
                  </a:cubicBezTo>
                  <a:lnTo>
                    <a:pt x="7374" y="22433"/>
                  </a:lnTo>
                  <a:lnTo>
                    <a:pt x="13913" y="30642"/>
                  </a:lnTo>
                  <a:cubicBezTo>
                    <a:pt x="13913" y="30642"/>
                    <a:pt x="14145" y="31081"/>
                    <a:pt x="14145" y="31301"/>
                  </a:cubicBezTo>
                  <a:lnTo>
                    <a:pt x="14145" y="34593"/>
                  </a:lnTo>
                  <a:cubicBezTo>
                    <a:pt x="14145" y="34988"/>
                    <a:pt x="13913" y="35340"/>
                    <a:pt x="13542" y="35559"/>
                  </a:cubicBezTo>
                  <a:lnTo>
                    <a:pt x="10064" y="37403"/>
                  </a:lnTo>
                  <a:lnTo>
                    <a:pt x="16556" y="42100"/>
                  </a:lnTo>
                  <a:lnTo>
                    <a:pt x="19756" y="40344"/>
                  </a:lnTo>
                  <a:cubicBezTo>
                    <a:pt x="20128" y="40169"/>
                    <a:pt x="20545" y="40169"/>
                    <a:pt x="20916" y="40344"/>
                  </a:cubicBezTo>
                  <a:lnTo>
                    <a:pt x="24765" y="42451"/>
                  </a:lnTo>
                  <a:cubicBezTo>
                    <a:pt x="25136" y="42627"/>
                    <a:pt x="25322" y="43022"/>
                    <a:pt x="25322" y="43417"/>
                  </a:cubicBezTo>
                  <a:cubicBezTo>
                    <a:pt x="25322" y="43812"/>
                    <a:pt x="25090" y="44163"/>
                    <a:pt x="24719" y="44383"/>
                  </a:cubicBezTo>
                  <a:lnTo>
                    <a:pt x="20684" y="46534"/>
                  </a:lnTo>
                  <a:lnTo>
                    <a:pt x="24580" y="47983"/>
                  </a:lnTo>
                  <a:cubicBezTo>
                    <a:pt x="24951" y="48114"/>
                    <a:pt x="25229" y="48466"/>
                    <a:pt x="25322" y="48861"/>
                  </a:cubicBezTo>
                  <a:cubicBezTo>
                    <a:pt x="25368" y="49256"/>
                    <a:pt x="25229" y="49651"/>
                    <a:pt x="24905" y="49871"/>
                  </a:cubicBezTo>
                  <a:lnTo>
                    <a:pt x="21612" y="52373"/>
                  </a:lnTo>
                  <a:lnTo>
                    <a:pt x="23652" y="54612"/>
                  </a:lnTo>
                  <a:lnTo>
                    <a:pt x="44429" y="41705"/>
                  </a:lnTo>
                  <a:cubicBezTo>
                    <a:pt x="44800" y="41486"/>
                    <a:pt x="45264" y="41486"/>
                    <a:pt x="45635" y="41705"/>
                  </a:cubicBezTo>
                  <a:lnTo>
                    <a:pt x="52963" y="45788"/>
                  </a:lnTo>
                  <a:cubicBezTo>
                    <a:pt x="53287" y="45963"/>
                    <a:pt x="53519" y="46271"/>
                    <a:pt x="53519" y="46622"/>
                  </a:cubicBezTo>
                  <a:cubicBezTo>
                    <a:pt x="53519" y="46973"/>
                    <a:pt x="53380" y="47324"/>
                    <a:pt x="53102" y="47544"/>
                  </a:cubicBezTo>
                  <a:lnTo>
                    <a:pt x="48974" y="50836"/>
                  </a:lnTo>
                  <a:lnTo>
                    <a:pt x="53195" y="55314"/>
                  </a:lnTo>
                  <a:cubicBezTo>
                    <a:pt x="53426" y="55578"/>
                    <a:pt x="53566" y="55973"/>
                    <a:pt x="53473" y="56280"/>
                  </a:cubicBezTo>
                  <a:cubicBezTo>
                    <a:pt x="53380" y="56631"/>
                    <a:pt x="53102" y="56938"/>
                    <a:pt x="52777" y="57026"/>
                  </a:cubicBezTo>
                  <a:lnTo>
                    <a:pt x="49392" y="58299"/>
                  </a:lnTo>
                  <a:lnTo>
                    <a:pt x="54957" y="61987"/>
                  </a:lnTo>
                  <a:cubicBezTo>
                    <a:pt x="55282" y="62206"/>
                    <a:pt x="55467" y="62514"/>
                    <a:pt x="55467" y="62909"/>
                  </a:cubicBezTo>
                  <a:lnTo>
                    <a:pt x="55467" y="66070"/>
                  </a:lnTo>
                  <a:lnTo>
                    <a:pt x="60058" y="66070"/>
                  </a:lnTo>
                  <a:cubicBezTo>
                    <a:pt x="60058" y="65279"/>
                    <a:pt x="60012" y="64577"/>
                    <a:pt x="60058" y="63743"/>
                  </a:cubicBezTo>
                  <a:cubicBezTo>
                    <a:pt x="61496" y="48905"/>
                    <a:pt x="64974" y="51407"/>
                    <a:pt x="64974" y="51407"/>
                  </a:cubicBezTo>
                  <a:lnTo>
                    <a:pt x="67293" y="45656"/>
                  </a:lnTo>
                  <a:lnTo>
                    <a:pt x="68731" y="34418"/>
                  </a:lnTo>
                  <a:lnTo>
                    <a:pt x="73090" y="30862"/>
                  </a:lnTo>
                  <a:lnTo>
                    <a:pt x="76847" y="30028"/>
                  </a:lnTo>
                  <a:lnTo>
                    <a:pt x="82923" y="28667"/>
                  </a:lnTo>
                  <a:lnTo>
                    <a:pt x="77728" y="24277"/>
                  </a:lnTo>
                  <a:lnTo>
                    <a:pt x="73693" y="24277"/>
                  </a:lnTo>
                  <a:lnTo>
                    <a:pt x="67896" y="18877"/>
                  </a:lnTo>
                  <a:cubicBezTo>
                    <a:pt x="67896" y="18877"/>
                    <a:pt x="63537" y="9614"/>
                    <a:pt x="57137" y="1932"/>
                  </a:cubicBezTo>
                  <a:lnTo>
                    <a:pt x="46238" y="12424"/>
                  </a:lnTo>
                  <a:cubicBezTo>
                    <a:pt x="46238" y="12424"/>
                    <a:pt x="45867" y="12687"/>
                    <a:pt x="45635" y="12731"/>
                  </a:cubicBezTo>
                  <a:lnTo>
                    <a:pt x="41368" y="13433"/>
                  </a:lnTo>
                  <a:cubicBezTo>
                    <a:pt x="41368" y="13433"/>
                    <a:pt x="41229" y="13433"/>
                    <a:pt x="41183" y="13433"/>
                  </a:cubicBezTo>
                  <a:cubicBezTo>
                    <a:pt x="40904" y="13433"/>
                    <a:pt x="40673" y="13346"/>
                    <a:pt x="40487" y="13214"/>
                  </a:cubicBezTo>
                  <a:lnTo>
                    <a:pt x="35478" y="9526"/>
                  </a:lnTo>
                  <a:lnTo>
                    <a:pt x="26621" y="1624"/>
                  </a:lnTo>
                  <a:lnTo>
                    <a:pt x="22957" y="0"/>
                  </a:lnTo>
                  <a:lnTo>
                    <a:pt x="19293" y="3863"/>
                  </a:lnTo>
                  <a:lnTo>
                    <a:pt x="28383" y="1079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7" name="Freeform: Shape 2136">
              <a:extLst>
                <a:ext uri="{FF2B5EF4-FFF2-40B4-BE49-F238E27FC236}">
                  <a16:creationId xmlns:a16="http://schemas.microsoft.com/office/drawing/2014/main" id="{5741C4E6-5F8D-E01E-89FC-F2942032B9A6}"/>
                </a:ext>
              </a:extLst>
            </p:cNvPr>
            <p:cNvSpPr>
              <a:spLocks/>
            </p:cNvSpPr>
            <p:nvPr/>
          </p:nvSpPr>
          <p:spPr>
            <a:xfrm>
              <a:off x="7532456" y="3215193"/>
              <a:ext cx="51087" cy="49930"/>
            </a:xfrm>
            <a:custGeom>
              <a:avLst/>
              <a:gdLst>
                <a:gd name="connsiteX0" fmla="*/ 5983 w 34226"/>
                <a:gd name="connsiteY0" fmla="*/ 22696 h 33451"/>
                <a:gd name="connsiteX1" fmla="*/ 15815 w 34226"/>
                <a:gd name="connsiteY1" fmla="*/ 26955 h 33451"/>
                <a:gd name="connsiteX2" fmla="*/ 16464 w 34226"/>
                <a:gd name="connsiteY2" fmla="*/ 28184 h 33451"/>
                <a:gd name="connsiteX3" fmla="*/ 15304 w 34226"/>
                <a:gd name="connsiteY3" fmla="*/ 33452 h 33451"/>
                <a:gd name="connsiteX4" fmla="*/ 15907 w 34226"/>
                <a:gd name="connsiteY4" fmla="*/ 33452 h 33451"/>
                <a:gd name="connsiteX5" fmla="*/ 23049 w 34226"/>
                <a:gd name="connsiteY5" fmla="*/ 29676 h 33451"/>
                <a:gd name="connsiteX6" fmla="*/ 24673 w 34226"/>
                <a:gd name="connsiteY6" fmla="*/ 24496 h 33451"/>
                <a:gd name="connsiteX7" fmla="*/ 24951 w 34226"/>
                <a:gd name="connsiteY7" fmla="*/ 24057 h 33451"/>
                <a:gd name="connsiteX8" fmla="*/ 30470 w 34226"/>
                <a:gd name="connsiteY8" fmla="*/ 18438 h 33451"/>
                <a:gd name="connsiteX9" fmla="*/ 34226 w 34226"/>
                <a:gd name="connsiteY9" fmla="*/ 13082 h 33451"/>
                <a:gd name="connsiteX10" fmla="*/ 34226 w 34226"/>
                <a:gd name="connsiteY10" fmla="*/ 8692 h 33451"/>
                <a:gd name="connsiteX11" fmla="*/ 26574 w 34226"/>
                <a:gd name="connsiteY11" fmla="*/ 6058 h 33451"/>
                <a:gd name="connsiteX12" fmla="*/ 26157 w 34226"/>
                <a:gd name="connsiteY12" fmla="*/ 5795 h 33451"/>
                <a:gd name="connsiteX13" fmla="*/ 20128 w 34226"/>
                <a:gd name="connsiteY13" fmla="*/ 0 h 33451"/>
                <a:gd name="connsiteX14" fmla="*/ 12244 w 34226"/>
                <a:gd name="connsiteY14" fmla="*/ 0 h 33451"/>
                <a:gd name="connsiteX15" fmla="*/ 4684 w 34226"/>
                <a:gd name="connsiteY15" fmla="*/ 4478 h 33451"/>
                <a:gd name="connsiteX16" fmla="*/ 0 w 34226"/>
                <a:gd name="connsiteY16" fmla="*/ 7902 h 33451"/>
                <a:gd name="connsiteX17" fmla="*/ 0 w 34226"/>
                <a:gd name="connsiteY17" fmla="*/ 14180 h 33451"/>
                <a:gd name="connsiteX18" fmla="*/ 5983 w 34226"/>
                <a:gd name="connsiteY18" fmla="*/ 22696 h 3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226" h="33451">
                  <a:moveTo>
                    <a:pt x="5983" y="22696"/>
                  </a:moveTo>
                  <a:lnTo>
                    <a:pt x="15815" y="26955"/>
                  </a:lnTo>
                  <a:cubicBezTo>
                    <a:pt x="16325" y="27174"/>
                    <a:pt x="16603" y="27657"/>
                    <a:pt x="16464" y="28184"/>
                  </a:cubicBezTo>
                  <a:lnTo>
                    <a:pt x="15304" y="33452"/>
                  </a:lnTo>
                  <a:lnTo>
                    <a:pt x="15907" y="33452"/>
                  </a:lnTo>
                  <a:lnTo>
                    <a:pt x="23049" y="29676"/>
                  </a:lnTo>
                  <a:lnTo>
                    <a:pt x="24673" y="24496"/>
                  </a:lnTo>
                  <a:cubicBezTo>
                    <a:pt x="24673" y="24496"/>
                    <a:pt x="24812" y="24189"/>
                    <a:pt x="24951" y="24057"/>
                  </a:cubicBezTo>
                  <a:lnTo>
                    <a:pt x="30470" y="18438"/>
                  </a:lnTo>
                  <a:lnTo>
                    <a:pt x="34226" y="13082"/>
                  </a:lnTo>
                  <a:lnTo>
                    <a:pt x="34226" y="8692"/>
                  </a:lnTo>
                  <a:lnTo>
                    <a:pt x="26574" y="6058"/>
                  </a:lnTo>
                  <a:cubicBezTo>
                    <a:pt x="26574" y="6058"/>
                    <a:pt x="26249" y="5927"/>
                    <a:pt x="26157" y="5795"/>
                  </a:cubicBezTo>
                  <a:lnTo>
                    <a:pt x="20128" y="0"/>
                  </a:lnTo>
                  <a:lnTo>
                    <a:pt x="12244" y="0"/>
                  </a:lnTo>
                  <a:lnTo>
                    <a:pt x="4684" y="4478"/>
                  </a:lnTo>
                  <a:lnTo>
                    <a:pt x="0" y="7902"/>
                  </a:lnTo>
                  <a:lnTo>
                    <a:pt x="0" y="14180"/>
                  </a:lnTo>
                  <a:lnTo>
                    <a:pt x="5983" y="2269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8" name="Freeform: Shape 2137">
              <a:extLst>
                <a:ext uri="{FF2B5EF4-FFF2-40B4-BE49-F238E27FC236}">
                  <a16:creationId xmlns:a16="http://schemas.microsoft.com/office/drawing/2014/main" id="{1BEFCDDB-4505-4D5A-A3C9-CC157F887D8D}"/>
                </a:ext>
              </a:extLst>
            </p:cNvPr>
            <p:cNvSpPr>
              <a:spLocks/>
            </p:cNvSpPr>
            <p:nvPr/>
          </p:nvSpPr>
          <p:spPr>
            <a:xfrm>
              <a:off x="7011129" y="2931004"/>
              <a:ext cx="400669" cy="249196"/>
            </a:xfrm>
            <a:custGeom>
              <a:avLst/>
              <a:gdLst>
                <a:gd name="connsiteX0" fmla="*/ 172941 w 268431"/>
                <a:gd name="connsiteY0" fmla="*/ 161903 h 166951"/>
                <a:gd name="connsiteX1" fmla="*/ 177022 w 268431"/>
                <a:gd name="connsiteY1" fmla="*/ 165942 h 166951"/>
                <a:gd name="connsiteX2" fmla="*/ 179387 w 268431"/>
                <a:gd name="connsiteY2" fmla="*/ 163308 h 166951"/>
                <a:gd name="connsiteX3" fmla="*/ 180222 w 268431"/>
                <a:gd name="connsiteY3" fmla="*/ 162913 h 166951"/>
                <a:gd name="connsiteX4" fmla="*/ 181103 w 268431"/>
                <a:gd name="connsiteY4" fmla="*/ 163220 h 166951"/>
                <a:gd name="connsiteX5" fmla="*/ 185231 w 268431"/>
                <a:gd name="connsiteY5" fmla="*/ 166952 h 166951"/>
                <a:gd name="connsiteX6" fmla="*/ 185231 w 268431"/>
                <a:gd name="connsiteY6" fmla="*/ 160191 h 166951"/>
                <a:gd name="connsiteX7" fmla="*/ 185463 w 268431"/>
                <a:gd name="connsiteY7" fmla="*/ 159533 h 166951"/>
                <a:gd name="connsiteX8" fmla="*/ 194321 w 268431"/>
                <a:gd name="connsiteY8" fmla="*/ 148558 h 166951"/>
                <a:gd name="connsiteX9" fmla="*/ 188524 w 268431"/>
                <a:gd name="connsiteY9" fmla="*/ 144036 h 166951"/>
                <a:gd name="connsiteX10" fmla="*/ 188106 w 268431"/>
                <a:gd name="connsiteY10" fmla="*/ 143026 h 166951"/>
                <a:gd name="connsiteX11" fmla="*/ 189683 w 268431"/>
                <a:gd name="connsiteY11" fmla="*/ 134027 h 166951"/>
                <a:gd name="connsiteX12" fmla="*/ 179248 w 268431"/>
                <a:gd name="connsiteY12" fmla="*/ 130251 h 166951"/>
                <a:gd name="connsiteX13" fmla="*/ 178506 w 268431"/>
                <a:gd name="connsiteY13" fmla="*/ 129330 h 166951"/>
                <a:gd name="connsiteX14" fmla="*/ 177950 w 268431"/>
                <a:gd name="connsiteY14" fmla="*/ 124413 h 166951"/>
                <a:gd name="connsiteX15" fmla="*/ 178321 w 268431"/>
                <a:gd name="connsiteY15" fmla="*/ 123447 h 166951"/>
                <a:gd name="connsiteX16" fmla="*/ 184674 w 268431"/>
                <a:gd name="connsiteY16" fmla="*/ 118223 h 166951"/>
                <a:gd name="connsiteX17" fmla="*/ 185741 w 268431"/>
                <a:gd name="connsiteY17" fmla="*/ 118003 h 166951"/>
                <a:gd name="connsiteX18" fmla="*/ 196732 w 268431"/>
                <a:gd name="connsiteY18" fmla="*/ 120901 h 166951"/>
                <a:gd name="connsiteX19" fmla="*/ 196732 w 268431"/>
                <a:gd name="connsiteY19" fmla="*/ 116862 h 166951"/>
                <a:gd name="connsiteX20" fmla="*/ 197474 w 268431"/>
                <a:gd name="connsiteY20" fmla="*/ 115852 h 166951"/>
                <a:gd name="connsiteX21" fmla="*/ 201277 w 268431"/>
                <a:gd name="connsiteY21" fmla="*/ 114448 h 166951"/>
                <a:gd name="connsiteX22" fmla="*/ 198726 w 268431"/>
                <a:gd name="connsiteY22" fmla="*/ 111199 h 166951"/>
                <a:gd name="connsiteX23" fmla="*/ 198541 w 268431"/>
                <a:gd name="connsiteY23" fmla="*/ 110233 h 166951"/>
                <a:gd name="connsiteX24" fmla="*/ 199283 w 268431"/>
                <a:gd name="connsiteY24" fmla="*/ 109531 h 166951"/>
                <a:gd name="connsiteX25" fmla="*/ 207770 w 268431"/>
                <a:gd name="connsiteY25" fmla="*/ 106853 h 166951"/>
                <a:gd name="connsiteX26" fmla="*/ 206379 w 268431"/>
                <a:gd name="connsiteY26" fmla="*/ 102946 h 166951"/>
                <a:gd name="connsiteX27" fmla="*/ 206472 w 268431"/>
                <a:gd name="connsiteY27" fmla="*/ 102024 h 166951"/>
                <a:gd name="connsiteX28" fmla="*/ 210831 w 268431"/>
                <a:gd name="connsiteY28" fmla="*/ 95219 h 166951"/>
                <a:gd name="connsiteX29" fmla="*/ 211758 w 268431"/>
                <a:gd name="connsiteY29" fmla="*/ 94692 h 166951"/>
                <a:gd name="connsiteX30" fmla="*/ 212732 w 268431"/>
                <a:gd name="connsiteY30" fmla="*/ 95088 h 166951"/>
                <a:gd name="connsiteX31" fmla="*/ 216674 w 268431"/>
                <a:gd name="connsiteY31" fmla="*/ 99697 h 166951"/>
                <a:gd name="connsiteX32" fmla="*/ 228547 w 268431"/>
                <a:gd name="connsiteY32" fmla="*/ 91532 h 166951"/>
                <a:gd name="connsiteX33" fmla="*/ 229521 w 268431"/>
                <a:gd name="connsiteY33" fmla="*/ 91356 h 166951"/>
                <a:gd name="connsiteX34" fmla="*/ 230263 w 268431"/>
                <a:gd name="connsiteY34" fmla="*/ 91927 h 166951"/>
                <a:gd name="connsiteX35" fmla="*/ 233463 w 268431"/>
                <a:gd name="connsiteY35" fmla="*/ 98248 h 166951"/>
                <a:gd name="connsiteX36" fmla="*/ 232999 w 268431"/>
                <a:gd name="connsiteY36" fmla="*/ 99697 h 166951"/>
                <a:gd name="connsiteX37" fmla="*/ 227295 w 268431"/>
                <a:gd name="connsiteY37" fmla="*/ 102726 h 166951"/>
                <a:gd name="connsiteX38" fmla="*/ 229939 w 268431"/>
                <a:gd name="connsiteY38" fmla="*/ 107511 h 166951"/>
                <a:gd name="connsiteX39" fmla="*/ 236153 w 268431"/>
                <a:gd name="connsiteY39" fmla="*/ 107731 h 166951"/>
                <a:gd name="connsiteX40" fmla="*/ 241069 w 268431"/>
                <a:gd name="connsiteY40" fmla="*/ 104614 h 166951"/>
                <a:gd name="connsiteX41" fmla="*/ 242228 w 268431"/>
                <a:gd name="connsiteY41" fmla="*/ 104570 h 166951"/>
                <a:gd name="connsiteX42" fmla="*/ 249324 w 268431"/>
                <a:gd name="connsiteY42" fmla="*/ 108038 h 166951"/>
                <a:gd name="connsiteX43" fmla="*/ 252524 w 268431"/>
                <a:gd name="connsiteY43" fmla="*/ 102507 h 166951"/>
                <a:gd name="connsiteX44" fmla="*/ 253544 w 268431"/>
                <a:gd name="connsiteY44" fmla="*/ 101936 h 166951"/>
                <a:gd name="connsiteX45" fmla="*/ 257394 w 268431"/>
                <a:gd name="connsiteY45" fmla="*/ 101936 h 166951"/>
                <a:gd name="connsiteX46" fmla="*/ 257301 w 268431"/>
                <a:gd name="connsiteY46" fmla="*/ 101848 h 166951"/>
                <a:gd name="connsiteX47" fmla="*/ 257116 w 268431"/>
                <a:gd name="connsiteY47" fmla="*/ 100663 h 166951"/>
                <a:gd name="connsiteX48" fmla="*/ 258182 w 268431"/>
                <a:gd name="connsiteY48" fmla="*/ 100004 h 166951"/>
                <a:gd name="connsiteX49" fmla="*/ 263747 w 268431"/>
                <a:gd name="connsiteY49" fmla="*/ 100004 h 166951"/>
                <a:gd name="connsiteX50" fmla="*/ 268432 w 268431"/>
                <a:gd name="connsiteY50" fmla="*/ 94736 h 166951"/>
                <a:gd name="connsiteX51" fmla="*/ 262727 w 268431"/>
                <a:gd name="connsiteY51" fmla="*/ 92805 h 166951"/>
                <a:gd name="connsiteX52" fmla="*/ 253034 w 268431"/>
                <a:gd name="connsiteY52" fmla="*/ 90917 h 166951"/>
                <a:gd name="connsiteX53" fmla="*/ 252339 w 268431"/>
                <a:gd name="connsiteY53" fmla="*/ 90522 h 166951"/>
                <a:gd name="connsiteX54" fmla="*/ 247284 w 268431"/>
                <a:gd name="connsiteY54" fmla="*/ 84464 h 166951"/>
                <a:gd name="connsiteX55" fmla="*/ 246541 w 268431"/>
                <a:gd name="connsiteY55" fmla="*/ 86659 h 166951"/>
                <a:gd name="connsiteX56" fmla="*/ 245521 w 268431"/>
                <a:gd name="connsiteY56" fmla="*/ 87405 h 166951"/>
                <a:gd name="connsiteX57" fmla="*/ 242831 w 268431"/>
                <a:gd name="connsiteY57" fmla="*/ 87581 h 166951"/>
                <a:gd name="connsiteX58" fmla="*/ 242831 w 268431"/>
                <a:gd name="connsiteY58" fmla="*/ 89863 h 166951"/>
                <a:gd name="connsiteX59" fmla="*/ 241672 w 268431"/>
                <a:gd name="connsiteY59" fmla="*/ 90961 h 166951"/>
                <a:gd name="connsiteX60" fmla="*/ 232675 w 268431"/>
                <a:gd name="connsiteY60" fmla="*/ 90961 h 166951"/>
                <a:gd name="connsiteX61" fmla="*/ 231515 w 268431"/>
                <a:gd name="connsiteY61" fmla="*/ 89863 h 166951"/>
                <a:gd name="connsiteX62" fmla="*/ 231515 w 268431"/>
                <a:gd name="connsiteY62" fmla="*/ 84947 h 166951"/>
                <a:gd name="connsiteX63" fmla="*/ 223677 w 268431"/>
                <a:gd name="connsiteY63" fmla="*/ 84947 h 166951"/>
                <a:gd name="connsiteX64" fmla="*/ 222518 w 268431"/>
                <a:gd name="connsiteY64" fmla="*/ 83849 h 166951"/>
                <a:gd name="connsiteX65" fmla="*/ 222518 w 268431"/>
                <a:gd name="connsiteY65" fmla="*/ 81127 h 166951"/>
                <a:gd name="connsiteX66" fmla="*/ 223075 w 268431"/>
                <a:gd name="connsiteY66" fmla="*/ 80205 h 166951"/>
                <a:gd name="connsiteX67" fmla="*/ 233231 w 268431"/>
                <a:gd name="connsiteY67" fmla="*/ 74147 h 166951"/>
                <a:gd name="connsiteX68" fmla="*/ 239539 w 268431"/>
                <a:gd name="connsiteY68" fmla="*/ 69055 h 166951"/>
                <a:gd name="connsiteX69" fmla="*/ 236802 w 268431"/>
                <a:gd name="connsiteY69" fmla="*/ 67913 h 166951"/>
                <a:gd name="connsiteX70" fmla="*/ 232165 w 268431"/>
                <a:gd name="connsiteY70" fmla="*/ 73313 h 166951"/>
                <a:gd name="connsiteX71" fmla="*/ 230727 w 268431"/>
                <a:gd name="connsiteY71" fmla="*/ 73576 h 166951"/>
                <a:gd name="connsiteX72" fmla="*/ 228315 w 268431"/>
                <a:gd name="connsiteY72" fmla="*/ 72347 h 166951"/>
                <a:gd name="connsiteX73" fmla="*/ 219643 w 268431"/>
                <a:gd name="connsiteY73" fmla="*/ 80820 h 166951"/>
                <a:gd name="connsiteX74" fmla="*/ 218808 w 268431"/>
                <a:gd name="connsiteY74" fmla="*/ 81171 h 166951"/>
                <a:gd name="connsiteX75" fmla="*/ 214170 w 268431"/>
                <a:gd name="connsiteY75" fmla="*/ 81171 h 166951"/>
                <a:gd name="connsiteX76" fmla="*/ 214170 w 268431"/>
                <a:gd name="connsiteY76" fmla="*/ 84464 h 166951"/>
                <a:gd name="connsiteX77" fmla="*/ 213104 w 268431"/>
                <a:gd name="connsiteY77" fmla="*/ 85561 h 166951"/>
                <a:gd name="connsiteX78" fmla="*/ 205961 w 268431"/>
                <a:gd name="connsiteY78" fmla="*/ 86044 h 166951"/>
                <a:gd name="connsiteX79" fmla="*/ 202483 w 268431"/>
                <a:gd name="connsiteY79" fmla="*/ 93156 h 166951"/>
                <a:gd name="connsiteX80" fmla="*/ 201509 w 268431"/>
                <a:gd name="connsiteY80" fmla="*/ 93770 h 166951"/>
                <a:gd name="connsiteX81" fmla="*/ 198912 w 268431"/>
                <a:gd name="connsiteY81" fmla="*/ 93946 h 166951"/>
                <a:gd name="connsiteX82" fmla="*/ 200814 w 268431"/>
                <a:gd name="connsiteY82" fmla="*/ 99741 h 166951"/>
                <a:gd name="connsiteX83" fmla="*/ 200628 w 268431"/>
                <a:gd name="connsiteY83" fmla="*/ 100707 h 166951"/>
                <a:gd name="connsiteX84" fmla="*/ 198309 w 268431"/>
                <a:gd name="connsiteY84" fmla="*/ 103736 h 166951"/>
                <a:gd name="connsiteX85" fmla="*/ 197382 w 268431"/>
                <a:gd name="connsiteY85" fmla="*/ 104175 h 166951"/>
                <a:gd name="connsiteX86" fmla="*/ 196779 w 268431"/>
                <a:gd name="connsiteY86" fmla="*/ 103999 h 166951"/>
                <a:gd name="connsiteX87" fmla="*/ 187503 w 268431"/>
                <a:gd name="connsiteY87" fmla="*/ 98512 h 166951"/>
                <a:gd name="connsiteX88" fmla="*/ 186993 w 268431"/>
                <a:gd name="connsiteY88" fmla="*/ 97239 h 166951"/>
                <a:gd name="connsiteX89" fmla="*/ 188245 w 268431"/>
                <a:gd name="connsiteY89" fmla="*/ 93463 h 166951"/>
                <a:gd name="connsiteX90" fmla="*/ 183747 w 268431"/>
                <a:gd name="connsiteY90" fmla="*/ 98117 h 166951"/>
                <a:gd name="connsiteX91" fmla="*/ 181150 w 268431"/>
                <a:gd name="connsiteY91" fmla="*/ 102507 h 166951"/>
                <a:gd name="connsiteX92" fmla="*/ 159723 w 268431"/>
                <a:gd name="connsiteY92" fmla="*/ 94561 h 166951"/>
                <a:gd name="connsiteX93" fmla="*/ 156523 w 268431"/>
                <a:gd name="connsiteY93" fmla="*/ 92234 h 166951"/>
                <a:gd name="connsiteX94" fmla="*/ 182587 w 268431"/>
                <a:gd name="connsiteY94" fmla="*/ 95746 h 166951"/>
                <a:gd name="connsiteX95" fmla="*/ 186668 w 268431"/>
                <a:gd name="connsiteY95" fmla="*/ 92366 h 166951"/>
                <a:gd name="connsiteX96" fmla="*/ 186668 w 268431"/>
                <a:gd name="connsiteY96" fmla="*/ 90741 h 166951"/>
                <a:gd name="connsiteX97" fmla="*/ 172106 w 268431"/>
                <a:gd name="connsiteY97" fmla="*/ 90346 h 166951"/>
                <a:gd name="connsiteX98" fmla="*/ 171132 w 268431"/>
                <a:gd name="connsiteY98" fmla="*/ 89776 h 166951"/>
                <a:gd name="connsiteX99" fmla="*/ 166262 w 268431"/>
                <a:gd name="connsiteY99" fmla="*/ 81698 h 166951"/>
                <a:gd name="connsiteX100" fmla="*/ 166123 w 268431"/>
                <a:gd name="connsiteY100" fmla="*/ 81171 h 166951"/>
                <a:gd name="connsiteX101" fmla="*/ 166123 w 268431"/>
                <a:gd name="connsiteY101" fmla="*/ 76430 h 166951"/>
                <a:gd name="connsiteX102" fmla="*/ 157497 w 268431"/>
                <a:gd name="connsiteY102" fmla="*/ 74806 h 166951"/>
                <a:gd name="connsiteX103" fmla="*/ 156570 w 268431"/>
                <a:gd name="connsiteY103" fmla="*/ 73620 h 166951"/>
                <a:gd name="connsiteX104" fmla="*/ 158471 w 268431"/>
                <a:gd name="connsiteY104" fmla="*/ 55138 h 166951"/>
                <a:gd name="connsiteX105" fmla="*/ 154900 w 268431"/>
                <a:gd name="connsiteY105" fmla="*/ 55358 h 166951"/>
                <a:gd name="connsiteX106" fmla="*/ 153694 w 268431"/>
                <a:gd name="connsiteY106" fmla="*/ 54480 h 166951"/>
                <a:gd name="connsiteX107" fmla="*/ 141219 w 268431"/>
                <a:gd name="connsiteY107" fmla="*/ 38808 h 166951"/>
                <a:gd name="connsiteX108" fmla="*/ 134679 w 268431"/>
                <a:gd name="connsiteY108" fmla="*/ 41266 h 166951"/>
                <a:gd name="connsiteX109" fmla="*/ 134077 w 268431"/>
                <a:gd name="connsiteY109" fmla="*/ 41354 h 166951"/>
                <a:gd name="connsiteX110" fmla="*/ 94424 w 268431"/>
                <a:gd name="connsiteY110" fmla="*/ 42451 h 166951"/>
                <a:gd name="connsiteX111" fmla="*/ 93311 w 268431"/>
                <a:gd name="connsiteY111" fmla="*/ 42100 h 166951"/>
                <a:gd name="connsiteX112" fmla="*/ 73137 w 268431"/>
                <a:gd name="connsiteY112" fmla="*/ 20018 h 166951"/>
                <a:gd name="connsiteX113" fmla="*/ 61172 w 268431"/>
                <a:gd name="connsiteY113" fmla="*/ 12907 h 166951"/>
                <a:gd name="connsiteX114" fmla="*/ 60569 w 268431"/>
                <a:gd name="connsiteY114" fmla="*/ 20018 h 166951"/>
                <a:gd name="connsiteX115" fmla="*/ 51247 w 268431"/>
                <a:gd name="connsiteY115" fmla="*/ 20018 h 166951"/>
                <a:gd name="connsiteX116" fmla="*/ 54772 w 268431"/>
                <a:gd name="connsiteY116" fmla="*/ 9570 h 166951"/>
                <a:gd name="connsiteX117" fmla="*/ 54447 w 268431"/>
                <a:gd name="connsiteY117" fmla="*/ 8868 h 166951"/>
                <a:gd name="connsiteX118" fmla="*/ 41183 w 268431"/>
                <a:gd name="connsiteY118" fmla="*/ 966 h 166951"/>
                <a:gd name="connsiteX119" fmla="*/ 41183 w 268431"/>
                <a:gd name="connsiteY119" fmla="*/ 1054 h 166951"/>
                <a:gd name="connsiteX120" fmla="*/ 41137 w 268431"/>
                <a:gd name="connsiteY120" fmla="*/ 17779 h 166951"/>
                <a:gd name="connsiteX121" fmla="*/ 34737 w 268431"/>
                <a:gd name="connsiteY121" fmla="*/ 23530 h 166951"/>
                <a:gd name="connsiteX122" fmla="*/ 34737 w 268431"/>
                <a:gd name="connsiteY122" fmla="*/ 12555 h 166951"/>
                <a:gd name="connsiteX123" fmla="*/ 38957 w 268431"/>
                <a:gd name="connsiteY123" fmla="*/ 1580 h 166951"/>
                <a:gd name="connsiteX124" fmla="*/ 39374 w 268431"/>
                <a:gd name="connsiteY124" fmla="*/ 0 h 166951"/>
                <a:gd name="connsiteX125" fmla="*/ 0 w 268431"/>
                <a:gd name="connsiteY125" fmla="*/ 11458 h 166951"/>
                <a:gd name="connsiteX126" fmla="*/ 0 w 268431"/>
                <a:gd name="connsiteY126" fmla="*/ 87229 h 166951"/>
                <a:gd name="connsiteX127" fmla="*/ 16139 w 268431"/>
                <a:gd name="connsiteY127" fmla="*/ 86483 h 166951"/>
                <a:gd name="connsiteX128" fmla="*/ 13681 w 268431"/>
                <a:gd name="connsiteY128" fmla="*/ 83015 h 166951"/>
                <a:gd name="connsiteX129" fmla="*/ 13496 w 268431"/>
                <a:gd name="connsiteY129" fmla="*/ 82400 h 166951"/>
                <a:gd name="connsiteX130" fmla="*/ 13496 w 268431"/>
                <a:gd name="connsiteY130" fmla="*/ 75552 h 166951"/>
                <a:gd name="connsiteX131" fmla="*/ 13728 w 268431"/>
                <a:gd name="connsiteY131" fmla="*/ 74894 h 166951"/>
                <a:gd name="connsiteX132" fmla="*/ 17763 w 268431"/>
                <a:gd name="connsiteY132" fmla="*/ 69669 h 166951"/>
                <a:gd name="connsiteX133" fmla="*/ 21148 w 268431"/>
                <a:gd name="connsiteY133" fmla="*/ 66114 h 166951"/>
                <a:gd name="connsiteX134" fmla="*/ 24673 w 268431"/>
                <a:gd name="connsiteY134" fmla="*/ 67957 h 166951"/>
                <a:gd name="connsiteX135" fmla="*/ 27316 w 268431"/>
                <a:gd name="connsiteY135" fmla="*/ 67782 h 166951"/>
                <a:gd name="connsiteX136" fmla="*/ 29635 w 268431"/>
                <a:gd name="connsiteY136" fmla="*/ 62645 h 166951"/>
                <a:gd name="connsiteX137" fmla="*/ 30331 w 268431"/>
                <a:gd name="connsiteY137" fmla="*/ 62031 h 166951"/>
                <a:gd name="connsiteX138" fmla="*/ 31258 w 268431"/>
                <a:gd name="connsiteY138" fmla="*/ 62119 h 166951"/>
                <a:gd name="connsiteX139" fmla="*/ 35293 w 268431"/>
                <a:gd name="connsiteY139" fmla="*/ 64226 h 166951"/>
                <a:gd name="connsiteX140" fmla="*/ 32093 w 268431"/>
                <a:gd name="connsiteY140" fmla="*/ 59880 h 166951"/>
                <a:gd name="connsiteX141" fmla="*/ 32000 w 268431"/>
                <a:gd name="connsiteY141" fmla="*/ 58782 h 166951"/>
                <a:gd name="connsiteX142" fmla="*/ 32974 w 268431"/>
                <a:gd name="connsiteY142" fmla="*/ 58168 h 166951"/>
                <a:gd name="connsiteX143" fmla="*/ 38539 w 268431"/>
                <a:gd name="connsiteY143" fmla="*/ 57948 h 166951"/>
                <a:gd name="connsiteX144" fmla="*/ 38539 w 268431"/>
                <a:gd name="connsiteY144" fmla="*/ 56543 h 166951"/>
                <a:gd name="connsiteX145" fmla="*/ 39189 w 268431"/>
                <a:gd name="connsiteY145" fmla="*/ 55534 h 166951"/>
                <a:gd name="connsiteX146" fmla="*/ 40441 w 268431"/>
                <a:gd name="connsiteY146" fmla="*/ 55665 h 166951"/>
                <a:gd name="connsiteX147" fmla="*/ 53148 w 268431"/>
                <a:gd name="connsiteY147" fmla="*/ 65587 h 166951"/>
                <a:gd name="connsiteX148" fmla="*/ 61450 w 268431"/>
                <a:gd name="connsiteY148" fmla="*/ 65587 h 166951"/>
                <a:gd name="connsiteX149" fmla="*/ 62609 w 268431"/>
                <a:gd name="connsiteY149" fmla="*/ 66684 h 166951"/>
                <a:gd name="connsiteX150" fmla="*/ 62609 w 268431"/>
                <a:gd name="connsiteY150" fmla="*/ 72084 h 166951"/>
                <a:gd name="connsiteX151" fmla="*/ 67618 w 268431"/>
                <a:gd name="connsiteY151" fmla="*/ 78362 h 166951"/>
                <a:gd name="connsiteX152" fmla="*/ 67711 w 268431"/>
                <a:gd name="connsiteY152" fmla="*/ 79503 h 166951"/>
                <a:gd name="connsiteX153" fmla="*/ 66691 w 268431"/>
                <a:gd name="connsiteY153" fmla="*/ 80118 h 166951"/>
                <a:gd name="connsiteX154" fmla="*/ 65253 w 268431"/>
                <a:gd name="connsiteY154" fmla="*/ 80118 h 166951"/>
                <a:gd name="connsiteX155" fmla="*/ 65253 w 268431"/>
                <a:gd name="connsiteY155" fmla="*/ 84464 h 166951"/>
                <a:gd name="connsiteX156" fmla="*/ 70030 w 268431"/>
                <a:gd name="connsiteY156" fmla="*/ 87537 h 166951"/>
                <a:gd name="connsiteX157" fmla="*/ 71978 w 268431"/>
                <a:gd name="connsiteY157" fmla="*/ 86527 h 166951"/>
                <a:gd name="connsiteX158" fmla="*/ 72534 w 268431"/>
                <a:gd name="connsiteY158" fmla="*/ 86395 h 166951"/>
                <a:gd name="connsiteX159" fmla="*/ 88488 w 268431"/>
                <a:gd name="connsiteY159" fmla="*/ 86395 h 166951"/>
                <a:gd name="connsiteX160" fmla="*/ 89323 w 268431"/>
                <a:gd name="connsiteY160" fmla="*/ 86746 h 166951"/>
                <a:gd name="connsiteX161" fmla="*/ 94146 w 268431"/>
                <a:gd name="connsiteY161" fmla="*/ 91400 h 166951"/>
                <a:gd name="connsiteX162" fmla="*/ 94424 w 268431"/>
                <a:gd name="connsiteY162" fmla="*/ 91839 h 166951"/>
                <a:gd name="connsiteX163" fmla="*/ 96558 w 268431"/>
                <a:gd name="connsiteY163" fmla="*/ 98556 h 166951"/>
                <a:gd name="connsiteX164" fmla="*/ 99108 w 268431"/>
                <a:gd name="connsiteY164" fmla="*/ 102551 h 166951"/>
                <a:gd name="connsiteX165" fmla="*/ 102030 w 268431"/>
                <a:gd name="connsiteY165" fmla="*/ 110760 h 166951"/>
                <a:gd name="connsiteX166" fmla="*/ 109079 w 268431"/>
                <a:gd name="connsiteY166" fmla="*/ 117696 h 166951"/>
                <a:gd name="connsiteX167" fmla="*/ 147062 w 268431"/>
                <a:gd name="connsiteY167" fmla="*/ 143114 h 166951"/>
                <a:gd name="connsiteX168" fmla="*/ 161996 w 268431"/>
                <a:gd name="connsiteY168" fmla="*/ 148426 h 166951"/>
                <a:gd name="connsiteX169" fmla="*/ 168767 w 268431"/>
                <a:gd name="connsiteY169" fmla="*/ 149743 h 166951"/>
                <a:gd name="connsiteX170" fmla="*/ 169602 w 268431"/>
                <a:gd name="connsiteY170" fmla="*/ 150358 h 166951"/>
                <a:gd name="connsiteX171" fmla="*/ 169602 w 268431"/>
                <a:gd name="connsiteY171" fmla="*/ 151367 h 166951"/>
                <a:gd name="connsiteX172" fmla="*/ 167144 w 268431"/>
                <a:gd name="connsiteY172" fmla="*/ 155494 h 166951"/>
                <a:gd name="connsiteX173" fmla="*/ 167144 w 268431"/>
                <a:gd name="connsiteY173" fmla="*/ 161508 h 166951"/>
                <a:gd name="connsiteX174" fmla="*/ 172292 w 268431"/>
                <a:gd name="connsiteY174" fmla="*/ 161508 h 166951"/>
                <a:gd name="connsiteX175" fmla="*/ 173126 w 268431"/>
                <a:gd name="connsiteY175" fmla="*/ 161860 h 166951"/>
                <a:gd name="connsiteX176" fmla="*/ 41137 w 268431"/>
                <a:gd name="connsiteY176" fmla="*/ 43856 h 166951"/>
                <a:gd name="connsiteX177" fmla="*/ 38539 w 268431"/>
                <a:gd name="connsiteY177" fmla="*/ 46051 h 166951"/>
                <a:gd name="connsiteX178" fmla="*/ 36824 w 268431"/>
                <a:gd name="connsiteY178" fmla="*/ 40564 h 166951"/>
                <a:gd name="connsiteX179" fmla="*/ 41183 w 268431"/>
                <a:gd name="connsiteY179" fmla="*/ 40564 h 166951"/>
                <a:gd name="connsiteX180" fmla="*/ 41183 w 268431"/>
                <a:gd name="connsiteY180" fmla="*/ 43856 h 16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268431" h="166951">
                  <a:moveTo>
                    <a:pt x="172941" y="161903"/>
                  </a:moveTo>
                  <a:lnTo>
                    <a:pt x="177022" y="165942"/>
                  </a:lnTo>
                  <a:lnTo>
                    <a:pt x="179387" y="163308"/>
                  </a:lnTo>
                  <a:cubicBezTo>
                    <a:pt x="179573" y="163089"/>
                    <a:pt x="179897" y="162913"/>
                    <a:pt x="180222" y="162913"/>
                  </a:cubicBezTo>
                  <a:cubicBezTo>
                    <a:pt x="180547" y="162913"/>
                    <a:pt x="180871" y="163001"/>
                    <a:pt x="181103" y="163220"/>
                  </a:cubicBezTo>
                  <a:lnTo>
                    <a:pt x="185231" y="166952"/>
                  </a:lnTo>
                  <a:lnTo>
                    <a:pt x="185231" y="160191"/>
                  </a:lnTo>
                  <a:cubicBezTo>
                    <a:pt x="185231" y="159972"/>
                    <a:pt x="185324" y="159708"/>
                    <a:pt x="185463" y="159533"/>
                  </a:cubicBezTo>
                  <a:lnTo>
                    <a:pt x="194321" y="148558"/>
                  </a:lnTo>
                  <a:lnTo>
                    <a:pt x="188524" y="144036"/>
                  </a:lnTo>
                  <a:cubicBezTo>
                    <a:pt x="188199" y="143773"/>
                    <a:pt x="188060" y="143378"/>
                    <a:pt x="188106" y="143026"/>
                  </a:cubicBezTo>
                  <a:lnTo>
                    <a:pt x="189683" y="134027"/>
                  </a:lnTo>
                  <a:lnTo>
                    <a:pt x="179248" y="130251"/>
                  </a:lnTo>
                  <a:cubicBezTo>
                    <a:pt x="178831" y="130120"/>
                    <a:pt x="178552" y="129769"/>
                    <a:pt x="178506" y="129330"/>
                  </a:cubicBezTo>
                  <a:lnTo>
                    <a:pt x="177950" y="124413"/>
                  </a:lnTo>
                  <a:cubicBezTo>
                    <a:pt x="177950" y="124062"/>
                    <a:pt x="178042" y="123710"/>
                    <a:pt x="178321" y="123447"/>
                  </a:cubicBezTo>
                  <a:lnTo>
                    <a:pt x="184674" y="118223"/>
                  </a:lnTo>
                  <a:cubicBezTo>
                    <a:pt x="184953" y="118003"/>
                    <a:pt x="185370" y="117916"/>
                    <a:pt x="185741" y="118003"/>
                  </a:cubicBezTo>
                  <a:lnTo>
                    <a:pt x="196732" y="120901"/>
                  </a:lnTo>
                  <a:lnTo>
                    <a:pt x="196732" y="116862"/>
                  </a:lnTo>
                  <a:cubicBezTo>
                    <a:pt x="196732" y="116423"/>
                    <a:pt x="197011" y="115984"/>
                    <a:pt x="197474" y="115852"/>
                  </a:cubicBezTo>
                  <a:lnTo>
                    <a:pt x="201277" y="114448"/>
                  </a:lnTo>
                  <a:lnTo>
                    <a:pt x="198726" y="111199"/>
                  </a:lnTo>
                  <a:cubicBezTo>
                    <a:pt x="198495" y="110935"/>
                    <a:pt x="198448" y="110540"/>
                    <a:pt x="198541" y="110233"/>
                  </a:cubicBezTo>
                  <a:cubicBezTo>
                    <a:pt x="198634" y="109882"/>
                    <a:pt x="198912" y="109618"/>
                    <a:pt x="199283" y="109531"/>
                  </a:cubicBezTo>
                  <a:lnTo>
                    <a:pt x="207770" y="106853"/>
                  </a:lnTo>
                  <a:lnTo>
                    <a:pt x="206379" y="102946"/>
                  </a:lnTo>
                  <a:cubicBezTo>
                    <a:pt x="206286" y="102638"/>
                    <a:pt x="206332" y="102287"/>
                    <a:pt x="206472" y="102024"/>
                  </a:cubicBezTo>
                  <a:lnTo>
                    <a:pt x="210831" y="95219"/>
                  </a:lnTo>
                  <a:cubicBezTo>
                    <a:pt x="211017" y="94912"/>
                    <a:pt x="211388" y="94736"/>
                    <a:pt x="211758" y="94692"/>
                  </a:cubicBezTo>
                  <a:cubicBezTo>
                    <a:pt x="212083" y="94692"/>
                    <a:pt x="212501" y="94824"/>
                    <a:pt x="212732" y="95088"/>
                  </a:cubicBezTo>
                  <a:lnTo>
                    <a:pt x="216674" y="99697"/>
                  </a:lnTo>
                  <a:lnTo>
                    <a:pt x="228547" y="91532"/>
                  </a:lnTo>
                  <a:cubicBezTo>
                    <a:pt x="228825" y="91356"/>
                    <a:pt x="229196" y="91268"/>
                    <a:pt x="229521" y="91356"/>
                  </a:cubicBezTo>
                  <a:cubicBezTo>
                    <a:pt x="229846" y="91444"/>
                    <a:pt x="230124" y="91663"/>
                    <a:pt x="230263" y="91927"/>
                  </a:cubicBezTo>
                  <a:lnTo>
                    <a:pt x="233463" y="98248"/>
                  </a:lnTo>
                  <a:cubicBezTo>
                    <a:pt x="233742" y="98775"/>
                    <a:pt x="233509" y="99390"/>
                    <a:pt x="232999" y="99697"/>
                  </a:cubicBezTo>
                  <a:lnTo>
                    <a:pt x="227295" y="102726"/>
                  </a:lnTo>
                  <a:lnTo>
                    <a:pt x="229939" y="107511"/>
                  </a:lnTo>
                  <a:lnTo>
                    <a:pt x="236153" y="107731"/>
                  </a:lnTo>
                  <a:lnTo>
                    <a:pt x="241069" y="104614"/>
                  </a:lnTo>
                  <a:cubicBezTo>
                    <a:pt x="241394" y="104394"/>
                    <a:pt x="241858" y="104350"/>
                    <a:pt x="242228" y="104570"/>
                  </a:cubicBezTo>
                  <a:lnTo>
                    <a:pt x="249324" y="108038"/>
                  </a:lnTo>
                  <a:lnTo>
                    <a:pt x="252524" y="102507"/>
                  </a:lnTo>
                  <a:cubicBezTo>
                    <a:pt x="252710" y="102155"/>
                    <a:pt x="253127" y="101936"/>
                    <a:pt x="253544" y="101936"/>
                  </a:cubicBezTo>
                  <a:lnTo>
                    <a:pt x="257394" y="101936"/>
                  </a:lnTo>
                  <a:lnTo>
                    <a:pt x="257301" y="101848"/>
                  </a:lnTo>
                  <a:cubicBezTo>
                    <a:pt x="257023" y="101541"/>
                    <a:pt x="256930" y="101058"/>
                    <a:pt x="257116" y="100663"/>
                  </a:cubicBezTo>
                  <a:cubicBezTo>
                    <a:pt x="257301" y="100268"/>
                    <a:pt x="257718" y="100004"/>
                    <a:pt x="258182" y="100004"/>
                  </a:cubicBezTo>
                  <a:lnTo>
                    <a:pt x="263747" y="100004"/>
                  </a:lnTo>
                  <a:lnTo>
                    <a:pt x="268432" y="94736"/>
                  </a:lnTo>
                  <a:lnTo>
                    <a:pt x="262727" y="92805"/>
                  </a:lnTo>
                  <a:lnTo>
                    <a:pt x="253034" y="90917"/>
                  </a:lnTo>
                  <a:cubicBezTo>
                    <a:pt x="252756" y="90873"/>
                    <a:pt x="252524" y="90741"/>
                    <a:pt x="252339" y="90522"/>
                  </a:cubicBezTo>
                  <a:lnTo>
                    <a:pt x="247284" y="84464"/>
                  </a:lnTo>
                  <a:lnTo>
                    <a:pt x="246541" y="86659"/>
                  </a:lnTo>
                  <a:cubicBezTo>
                    <a:pt x="246402" y="87098"/>
                    <a:pt x="245985" y="87361"/>
                    <a:pt x="245521" y="87405"/>
                  </a:cubicBezTo>
                  <a:lnTo>
                    <a:pt x="242831" y="87581"/>
                  </a:lnTo>
                  <a:lnTo>
                    <a:pt x="242831" y="89863"/>
                  </a:lnTo>
                  <a:cubicBezTo>
                    <a:pt x="242831" y="90478"/>
                    <a:pt x="242321" y="90961"/>
                    <a:pt x="241672" y="90961"/>
                  </a:cubicBezTo>
                  <a:lnTo>
                    <a:pt x="232675" y="90961"/>
                  </a:lnTo>
                  <a:cubicBezTo>
                    <a:pt x="232025" y="90961"/>
                    <a:pt x="231515" y="90478"/>
                    <a:pt x="231515" y="89863"/>
                  </a:cubicBezTo>
                  <a:lnTo>
                    <a:pt x="231515" y="84947"/>
                  </a:lnTo>
                  <a:lnTo>
                    <a:pt x="223677" y="84947"/>
                  </a:lnTo>
                  <a:cubicBezTo>
                    <a:pt x="223028" y="84947"/>
                    <a:pt x="222518" y="84464"/>
                    <a:pt x="222518" y="83849"/>
                  </a:cubicBezTo>
                  <a:lnTo>
                    <a:pt x="222518" y="81127"/>
                  </a:lnTo>
                  <a:cubicBezTo>
                    <a:pt x="222518" y="80732"/>
                    <a:pt x="222704" y="80381"/>
                    <a:pt x="223075" y="80205"/>
                  </a:cubicBezTo>
                  <a:lnTo>
                    <a:pt x="233231" y="74147"/>
                  </a:lnTo>
                  <a:lnTo>
                    <a:pt x="239539" y="69055"/>
                  </a:lnTo>
                  <a:lnTo>
                    <a:pt x="236802" y="67913"/>
                  </a:lnTo>
                  <a:lnTo>
                    <a:pt x="232165" y="73313"/>
                  </a:lnTo>
                  <a:cubicBezTo>
                    <a:pt x="231793" y="73708"/>
                    <a:pt x="231191" y="73840"/>
                    <a:pt x="230727" y="73576"/>
                  </a:cubicBezTo>
                  <a:lnTo>
                    <a:pt x="228315" y="72347"/>
                  </a:lnTo>
                  <a:lnTo>
                    <a:pt x="219643" y="80820"/>
                  </a:lnTo>
                  <a:cubicBezTo>
                    <a:pt x="219643" y="80820"/>
                    <a:pt x="219133" y="81171"/>
                    <a:pt x="218808" y="81171"/>
                  </a:cubicBezTo>
                  <a:lnTo>
                    <a:pt x="214170" y="81171"/>
                  </a:lnTo>
                  <a:lnTo>
                    <a:pt x="214170" y="84464"/>
                  </a:lnTo>
                  <a:cubicBezTo>
                    <a:pt x="214170" y="85034"/>
                    <a:pt x="213707" y="85517"/>
                    <a:pt x="213104" y="85561"/>
                  </a:cubicBezTo>
                  <a:lnTo>
                    <a:pt x="205961" y="86044"/>
                  </a:lnTo>
                  <a:lnTo>
                    <a:pt x="202483" y="93156"/>
                  </a:lnTo>
                  <a:cubicBezTo>
                    <a:pt x="202298" y="93507"/>
                    <a:pt x="201927" y="93770"/>
                    <a:pt x="201509" y="93770"/>
                  </a:cubicBezTo>
                  <a:lnTo>
                    <a:pt x="198912" y="93946"/>
                  </a:lnTo>
                  <a:lnTo>
                    <a:pt x="200814" y="99741"/>
                  </a:lnTo>
                  <a:cubicBezTo>
                    <a:pt x="200906" y="100092"/>
                    <a:pt x="200814" y="100443"/>
                    <a:pt x="200628" y="100707"/>
                  </a:cubicBezTo>
                  <a:lnTo>
                    <a:pt x="198309" y="103736"/>
                  </a:lnTo>
                  <a:cubicBezTo>
                    <a:pt x="198077" y="104043"/>
                    <a:pt x="197753" y="104175"/>
                    <a:pt x="197382" y="104175"/>
                  </a:cubicBezTo>
                  <a:cubicBezTo>
                    <a:pt x="197150" y="104175"/>
                    <a:pt x="196964" y="104131"/>
                    <a:pt x="196779" y="103999"/>
                  </a:cubicBezTo>
                  <a:lnTo>
                    <a:pt x="187503" y="98512"/>
                  </a:lnTo>
                  <a:cubicBezTo>
                    <a:pt x="187040" y="98248"/>
                    <a:pt x="186854" y="97721"/>
                    <a:pt x="186993" y="97239"/>
                  </a:cubicBezTo>
                  <a:lnTo>
                    <a:pt x="188245" y="93463"/>
                  </a:lnTo>
                  <a:lnTo>
                    <a:pt x="183747" y="98117"/>
                  </a:lnTo>
                  <a:lnTo>
                    <a:pt x="181150" y="102507"/>
                  </a:lnTo>
                  <a:cubicBezTo>
                    <a:pt x="172477" y="93463"/>
                    <a:pt x="159723" y="94561"/>
                    <a:pt x="159723" y="94561"/>
                  </a:cubicBezTo>
                  <a:lnTo>
                    <a:pt x="156523" y="92234"/>
                  </a:lnTo>
                  <a:cubicBezTo>
                    <a:pt x="166077" y="87449"/>
                    <a:pt x="182587" y="95746"/>
                    <a:pt x="182587" y="95746"/>
                  </a:cubicBezTo>
                  <a:lnTo>
                    <a:pt x="186668" y="92366"/>
                  </a:lnTo>
                  <a:lnTo>
                    <a:pt x="186668" y="90741"/>
                  </a:lnTo>
                  <a:lnTo>
                    <a:pt x="172106" y="90346"/>
                  </a:lnTo>
                  <a:cubicBezTo>
                    <a:pt x="171689" y="90346"/>
                    <a:pt x="171318" y="90127"/>
                    <a:pt x="171132" y="89776"/>
                  </a:cubicBezTo>
                  <a:lnTo>
                    <a:pt x="166262" y="81698"/>
                  </a:lnTo>
                  <a:cubicBezTo>
                    <a:pt x="166262" y="81698"/>
                    <a:pt x="166123" y="81347"/>
                    <a:pt x="166123" y="81171"/>
                  </a:cubicBezTo>
                  <a:lnTo>
                    <a:pt x="166123" y="76430"/>
                  </a:lnTo>
                  <a:lnTo>
                    <a:pt x="157497" y="74806"/>
                  </a:lnTo>
                  <a:cubicBezTo>
                    <a:pt x="156894" y="74718"/>
                    <a:pt x="156523" y="74191"/>
                    <a:pt x="156570" y="73620"/>
                  </a:cubicBezTo>
                  <a:lnTo>
                    <a:pt x="158471" y="55138"/>
                  </a:lnTo>
                  <a:lnTo>
                    <a:pt x="154900" y="55358"/>
                  </a:lnTo>
                  <a:cubicBezTo>
                    <a:pt x="154343" y="55446"/>
                    <a:pt x="153833" y="55007"/>
                    <a:pt x="153694" y="54480"/>
                  </a:cubicBezTo>
                  <a:cubicBezTo>
                    <a:pt x="152860" y="50661"/>
                    <a:pt x="144836" y="42320"/>
                    <a:pt x="141219" y="38808"/>
                  </a:cubicBezTo>
                  <a:lnTo>
                    <a:pt x="134679" y="41266"/>
                  </a:lnTo>
                  <a:cubicBezTo>
                    <a:pt x="134679" y="41266"/>
                    <a:pt x="134309" y="41354"/>
                    <a:pt x="134077" y="41354"/>
                  </a:cubicBezTo>
                  <a:cubicBezTo>
                    <a:pt x="114784" y="38939"/>
                    <a:pt x="94656" y="42407"/>
                    <a:pt x="94424" y="42451"/>
                  </a:cubicBezTo>
                  <a:cubicBezTo>
                    <a:pt x="94007" y="42539"/>
                    <a:pt x="93589" y="42407"/>
                    <a:pt x="93311" y="42100"/>
                  </a:cubicBezTo>
                  <a:lnTo>
                    <a:pt x="73137" y="20018"/>
                  </a:lnTo>
                  <a:lnTo>
                    <a:pt x="61172" y="12907"/>
                  </a:lnTo>
                  <a:cubicBezTo>
                    <a:pt x="60522" y="14092"/>
                    <a:pt x="59873" y="16243"/>
                    <a:pt x="60569" y="20018"/>
                  </a:cubicBezTo>
                  <a:cubicBezTo>
                    <a:pt x="61728" y="26340"/>
                    <a:pt x="56534" y="24408"/>
                    <a:pt x="51247" y="20018"/>
                  </a:cubicBezTo>
                  <a:cubicBezTo>
                    <a:pt x="45960" y="15628"/>
                    <a:pt x="54772" y="9570"/>
                    <a:pt x="54772" y="9570"/>
                  </a:cubicBezTo>
                  <a:cubicBezTo>
                    <a:pt x="54632" y="9351"/>
                    <a:pt x="54586" y="9131"/>
                    <a:pt x="54447" y="8868"/>
                  </a:cubicBezTo>
                  <a:lnTo>
                    <a:pt x="41183" y="966"/>
                  </a:lnTo>
                  <a:lnTo>
                    <a:pt x="41183" y="1054"/>
                  </a:lnTo>
                  <a:cubicBezTo>
                    <a:pt x="41183" y="1054"/>
                    <a:pt x="43177" y="15321"/>
                    <a:pt x="41137" y="17779"/>
                  </a:cubicBezTo>
                  <a:cubicBezTo>
                    <a:pt x="39096" y="20238"/>
                    <a:pt x="34737" y="23530"/>
                    <a:pt x="34737" y="23530"/>
                  </a:cubicBezTo>
                  <a:lnTo>
                    <a:pt x="34737" y="12555"/>
                  </a:lnTo>
                  <a:lnTo>
                    <a:pt x="38957" y="1580"/>
                  </a:lnTo>
                  <a:lnTo>
                    <a:pt x="39374" y="0"/>
                  </a:lnTo>
                  <a:lnTo>
                    <a:pt x="0" y="11458"/>
                  </a:lnTo>
                  <a:lnTo>
                    <a:pt x="0" y="87229"/>
                  </a:lnTo>
                  <a:lnTo>
                    <a:pt x="16139" y="86483"/>
                  </a:lnTo>
                  <a:lnTo>
                    <a:pt x="13681" y="83015"/>
                  </a:lnTo>
                  <a:cubicBezTo>
                    <a:pt x="13681" y="83015"/>
                    <a:pt x="13496" y="82620"/>
                    <a:pt x="13496" y="82400"/>
                  </a:cubicBezTo>
                  <a:lnTo>
                    <a:pt x="13496" y="75552"/>
                  </a:lnTo>
                  <a:cubicBezTo>
                    <a:pt x="13496" y="75333"/>
                    <a:pt x="13589" y="75113"/>
                    <a:pt x="13728" y="74894"/>
                  </a:cubicBezTo>
                  <a:lnTo>
                    <a:pt x="17763" y="69669"/>
                  </a:lnTo>
                  <a:cubicBezTo>
                    <a:pt x="17438" y="68265"/>
                    <a:pt x="17623" y="66289"/>
                    <a:pt x="21148" y="66114"/>
                  </a:cubicBezTo>
                  <a:cubicBezTo>
                    <a:pt x="23235" y="66026"/>
                    <a:pt x="24255" y="66860"/>
                    <a:pt x="24673" y="67957"/>
                  </a:cubicBezTo>
                  <a:lnTo>
                    <a:pt x="27316" y="67782"/>
                  </a:lnTo>
                  <a:lnTo>
                    <a:pt x="29635" y="62645"/>
                  </a:lnTo>
                  <a:cubicBezTo>
                    <a:pt x="29774" y="62382"/>
                    <a:pt x="30006" y="62163"/>
                    <a:pt x="30331" y="62031"/>
                  </a:cubicBezTo>
                  <a:cubicBezTo>
                    <a:pt x="30655" y="61943"/>
                    <a:pt x="30980" y="61943"/>
                    <a:pt x="31258" y="62119"/>
                  </a:cubicBezTo>
                  <a:lnTo>
                    <a:pt x="35293" y="64226"/>
                  </a:lnTo>
                  <a:lnTo>
                    <a:pt x="32093" y="59880"/>
                  </a:lnTo>
                  <a:cubicBezTo>
                    <a:pt x="31861" y="59528"/>
                    <a:pt x="31815" y="59133"/>
                    <a:pt x="32000" y="58782"/>
                  </a:cubicBezTo>
                  <a:cubicBezTo>
                    <a:pt x="32186" y="58431"/>
                    <a:pt x="32557" y="58211"/>
                    <a:pt x="32974" y="58168"/>
                  </a:cubicBezTo>
                  <a:lnTo>
                    <a:pt x="38539" y="57948"/>
                  </a:lnTo>
                  <a:lnTo>
                    <a:pt x="38539" y="56543"/>
                  </a:lnTo>
                  <a:cubicBezTo>
                    <a:pt x="38539" y="56104"/>
                    <a:pt x="38818" y="55753"/>
                    <a:pt x="39189" y="55534"/>
                  </a:cubicBezTo>
                  <a:cubicBezTo>
                    <a:pt x="39606" y="55358"/>
                    <a:pt x="40070" y="55402"/>
                    <a:pt x="40441" y="55665"/>
                  </a:cubicBezTo>
                  <a:lnTo>
                    <a:pt x="53148" y="65587"/>
                  </a:lnTo>
                  <a:lnTo>
                    <a:pt x="61450" y="65587"/>
                  </a:lnTo>
                  <a:cubicBezTo>
                    <a:pt x="62099" y="65587"/>
                    <a:pt x="62609" y="66070"/>
                    <a:pt x="62609" y="66684"/>
                  </a:cubicBezTo>
                  <a:lnTo>
                    <a:pt x="62609" y="72084"/>
                  </a:lnTo>
                  <a:lnTo>
                    <a:pt x="67618" y="78362"/>
                  </a:lnTo>
                  <a:cubicBezTo>
                    <a:pt x="67896" y="78713"/>
                    <a:pt x="67943" y="79152"/>
                    <a:pt x="67711" y="79503"/>
                  </a:cubicBezTo>
                  <a:cubicBezTo>
                    <a:pt x="67479" y="79854"/>
                    <a:pt x="67108" y="80118"/>
                    <a:pt x="66691" y="80118"/>
                  </a:cubicBezTo>
                  <a:lnTo>
                    <a:pt x="65253" y="80118"/>
                  </a:lnTo>
                  <a:lnTo>
                    <a:pt x="65253" y="84464"/>
                  </a:lnTo>
                  <a:lnTo>
                    <a:pt x="70030" y="87537"/>
                  </a:lnTo>
                  <a:lnTo>
                    <a:pt x="71978" y="86527"/>
                  </a:lnTo>
                  <a:cubicBezTo>
                    <a:pt x="71978" y="86527"/>
                    <a:pt x="72348" y="86395"/>
                    <a:pt x="72534" y="86395"/>
                  </a:cubicBezTo>
                  <a:lnTo>
                    <a:pt x="88488" y="86395"/>
                  </a:lnTo>
                  <a:cubicBezTo>
                    <a:pt x="88813" y="86395"/>
                    <a:pt x="89091" y="86527"/>
                    <a:pt x="89323" y="86746"/>
                  </a:cubicBezTo>
                  <a:lnTo>
                    <a:pt x="94146" y="91400"/>
                  </a:lnTo>
                  <a:cubicBezTo>
                    <a:pt x="94146" y="91400"/>
                    <a:pt x="94378" y="91663"/>
                    <a:pt x="94424" y="91839"/>
                  </a:cubicBezTo>
                  <a:lnTo>
                    <a:pt x="96558" y="98556"/>
                  </a:lnTo>
                  <a:lnTo>
                    <a:pt x="99108" y="102551"/>
                  </a:lnTo>
                  <a:lnTo>
                    <a:pt x="102030" y="110760"/>
                  </a:lnTo>
                  <a:lnTo>
                    <a:pt x="109079" y="117696"/>
                  </a:lnTo>
                  <a:lnTo>
                    <a:pt x="147062" y="143114"/>
                  </a:lnTo>
                  <a:lnTo>
                    <a:pt x="161996" y="148426"/>
                  </a:lnTo>
                  <a:lnTo>
                    <a:pt x="168767" y="149743"/>
                  </a:lnTo>
                  <a:cubicBezTo>
                    <a:pt x="169138" y="149831"/>
                    <a:pt x="169416" y="150050"/>
                    <a:pt x="169602" y="150358"/>
                  </a:cubicBezTo>
                  <a:cubicBezTo>
                    <a:pt x="169741" y="150665"/>
                    <a:pt x="169741" y="151060"/>
                    <a:pt x="169602" y="151367"/>
                  </a:cubicBezTo>
                  <a:lnTo>
                    <a:pt x="167144" y="155494"/>
                  </a:lnTo>
                  <a:lnTo>
                    <a:pt x="167144" y="161508"/>
                  </a:lnTo>
                  <a:lnTo>
                    <a:pt x="172292" y="161508"/>
                  </a:lnTo>
                  <a:cubicBezTo>
                    <a:pt x="172616" y="161508"/>
                    <a:pt x="172894" y="161640"/>
                    <a:pt x="173126" y="161860"/>
                  </a:cubicBezTo>
                  <a:close/>
                  <a:moveTo>
                    <a:pt x="41137" y="43856"/>
                  </a:moveTo>
                  <a:lnTo>
                    <a:pt x="38539" y="46051"/>
                  </a:lnTo>
                  <a:lnTo>
                    <a:pt x="36824" y="40564"/>
                  </a:lnTo>
                  <a:lnTo>
                    <a:pt x="41183" y="40564"/>
                  </a:lnTo>
                  <a:lnTo>
                    <a:pt x="41183" y="438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9" name="Freeform: Shape 2138">
              <a:extLst>
                <a:ext uri="{FF2B5EF4-FFF2-40B4-BE49-F238E27FC236}">
                  <a16:creationId xmlns:a16="http://schemas.microsoft.com/office/drawing/2014/main" id="{030F55D2-B18D-CC8F-5EC3-32E412903530}"/>
                </a:ext>
              </a:extLst>
            </p:cNvPr>
            <p:cNvSpPr>
              <a:spLocks/>
            </p:cNvSpPr>
            <p:nvPr/>
          </p:nvSpPr>
          <p:spPr>
            <a:xfrm>
              <a:off x="6746832" y="3107729"/>
              <a:ext cx="26720" cy="22738"/>
            </a:xfrm>
            <a:custGeom>
              <a:avLst/>
              <a:gdLst>
                <a:gd name="connsiteX0" fmla="*/ 17902 w 17901"/>
                <a:gd name="connsiteY0" fmla="*/ 15233 h 15233"/>
                <a:gd name="connsiteX1" fmla="*/ 13913 w 17901"/>
                <a:gd name="connsiteY1" fmla="*/ 5663 h 15233"/>
                <a:gd name="connsiteX2" fmla="*/ 7374 w 17901"/>
                <a:gd name="connsiteY2" fmla="*/ 5663 h 15233"/>
                <a:gd name="connsiteX3" fmla="*/ 6447 w 17901"/>
                <a:gd name="connsiteY3" fmla="*/ 5224 h 15233"/>
                <a:gd name="connsiteX4" fmla="*/ 2458 w 17901"/>
                <a:gd name="connsiteY4" fmla="*/ 0 h 15233"/>
                <a:gd name="connsiteX5" fmla="*/ 0 w 17901"/>
                <a:gd name="connsiteY5" fmla="*/ 1537 h 15233"/>
                <a:gd name="connsiteX6" fmla="*/ 8070 w 17901"/>
                <a:gd name="connsiteY6" fmla="*/ 13653 h 15233"/>
                <a:gd name="connsiteX7" fmla="*/ 17902 w 17901"/>
                <a:gd name="connsiteY7" fmla="*/ 15233 h 15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01" h="15233">
                  <a:moveTo>
                    <a:pt x="17902" y="15233"/>
                  </a:moveTo>
                  <a:lnTo>
                    <a:pt x="13913" y="5663"/>
                  </a:lnTo>
                  <a:lnTo>
                    <a:pt x="7374" y="5663"/>
                  </a:lnTo>
                  <a:cubicBezTo>
                    <a:pt x="7003" y="5663"/>
                    <a:pt x="6632" y="5488"/>
                    <a:pt x="6447" y="5224"/>
                  </a:cubicBezTo>
                  <a:lnTo>
                    <a:pt x="2458" y="0"/>
                  </a:lnTo>
                  <a:lnTo>
                    <a:pt x="0" y="1537"/>
                  </a:lnTo>
                  <a:lnTo>
                    <a:pt x="8070" y="13653"/>
                  </a:lnTo>
                  <a:lnTo>
                    <a:pt x="17902" y="1523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0" name="Freeform: Shape 2139">
              <a:extLst>
                <a:ext uri="{FF2B5EF4-FFF2-40B4-BE49-F238E27FC236}">
                  <a16:creationId xmlns:a16="http://schemas.microsoft.com/office/drawing/2014/main" id="{7FC5BE26-4C00-01AA-8EDB-60A43532D33C}"/>
                </a:ext>
              </a:extLst>
            </p:cNvPr>
            <p:cNvSpPr>
              <a:spLocks/>
            </p:cNvSpPr>
            <p:nvPr/>
          </p:nvSpPr>
          <p:spPr>
            <a:xfrm>
              <a:off x="6515436" y="3309361"/>
              <a:ext cx="9946" cy="17694"/>
            </a:xfrm>
            <a:custGeom>
              <a:avLst/>
              <a:gdLst>
                <a:gd name="connsiteX0" fmla="*/ 774 w 6663"/>
                <a:gd name="connsiteY0" fmla="*/ 1269 h 11854"/>
                <a:gd name="connsiteX1" fmla="*/ 681 w 6663"/>
                <a:gd name="connsiteY1" fmla="*/ 10971 h 11854"/>
                <a:gd name="connsiteX2" fmla="*/ 6664 w 6663"/>
                <a:gd name="connsiteY2" fmla="*/ 11717 h 11854"/>
                <a:gd name="connsiteX3" fmla="*/ 6664 w 6663"/>
                <a:gd name="connsiteY3" fmla="*/ 1445 h 11854"/>
                <a:gd name="connsiteX4" fmla="*/ 2026 w 6663"/>
                <a:gd name="connsiteY4" fmla="*/ 84 h 11854"/>
                <a:gd name="connsiteX5" fmla="*/ 774 w 6663"/>
                <a:gd name="connsiteY5" fmla="*/ 1269 h 11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63" h="11854">
                  <a:moveTo>
                    <a:pt x="774" y="1269"/>
                  </a:moveTo>
                  <a:cubicBezTo>
                    <a:pt x="-664" y="4562"/>
                    <a:pt x="264" y="9347"/>
                    <a:pt x="681" y="10971"/>
                  </a:cubicBezTo>
                  <a:cubicBezTo>
                    <a:pt x="3325" y="11717"/>
                    <a:pt x="6061" y="12068"/>
                    <a:pt x="6664" y="11717"/>
                  </a:cubicBezTo>
                  <a:lnTo>
                    <a:pt x="6664" y="1445"/>
                  </a:lnTo>
                  <a:cubicBezTo>
                    <a:pt x="5597" y="786"/>
                    <a:pt x="3510" y="-311"/>
                    <a:pt x="2026" y="84"/>
                  </a:cubicBezTo>
                  <a:cubicBezTo>
                    <a:pt x="1655" y="171"/>
                    <a:pt x="1145" y="391"/>
                    <a:pt x="774" y="126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1" name="Freeform: Shape 2140">
              <a:extLst>
                <a:ext uri="{FF2B5EF4-FFF2-40B4-BE49-F238E27FC236}">
                  <a16:creationId xmlns:a16="http://schemas.microsoft.com/office/drawing/2014/main" id="{85C67204-694A-584B-9B9F-52E7B301922C}"/>
                </a:ext>
              </a:extLst>
            </p:cNvPr>
            <p:cNvSpPr>
              <a:spLocks/>
            </p:cNvSpPr>
            <p:nvPr/>
          </p:nvSpPr>
          <p:spPr>
            <a:xfrm>
              <a:off x="7401347" y="3185968"/>
              <a:ext cx="114219" cy="64608"/>
            </a:xfrm>
            <a:custGeom>
              <a:avLst/>
              <a:gdLst>
                <a:gd name="connsiteX0" fmla="*/ 21936 w 76522"/>
                <a:gd name="connsiteY0" fmla="*/ 7112 h 43285"/>
                <a:gd name="connsiteX1" fmla="*/ 20870 w 76522"/>
                <a:gd name="connsiteY1" fmla="*/ 7770 h 43285"/>
                <a:gd name="connsiteX2" fmla="*/ 8116 w 76522"/>
                <a:gd name="connsiteY2" fmla="*/ 7770 h 43285"/>
                <a:gd name="connsiteX3" fmla="*/ 8116 w 76522"/>
                <a:gd name="connsiteY3" fmla="*/ 11063 h 43285"/>
                <a:gd name="connsiteX4" fmla="*/ 7281 w 76522"/>
                <a:gd name="connsiteY4" fmla="*/ 12116 h 43285"/>
                <a:gd name="connsiteX5" fmla="*/ 0 w 76522"/>
                <a:gd name="connsiteY5" fmla="*/ 14180 h 43285"/>
                <a:gd name="connsiteX6" fmla="*/ 2551 w 76522"/>
                <a:gd name="connsiteY6" fmla="*/ 18438 h 43285"/>
                <a:gd name="connsiteX7" fmla="*/ 7420 w 76522"/>
                <a:gd name="connsiteY7" fmla="*/ 20501 h 43285"/>
                <a:gd name="connsiteX8" fmla="*/ 7745 w 76522"/>
                <a:gd name="connsiteY8" fmla="*/ 20721 h 43285"/>
                <a:gd name="connsiteX9" fmla="*/ 10899 w 76522"/>
                <a:gd name="connsiteY9" fmla="*/ 23530 h 43285"/>
                <a:gd name="connsiteX10" fmla="*/ 18551 w 76522"/>
                <a:gd name="connsiteY10" fmla="*/ 23530 h 43285"/>
                <a:gd name="connsiteX11" fmla="*/ 19710 w 76522"/>
                <a:gd name="connsiteY11" fmla="*/ 24496 h 43285"/>
                <a:gd name="connsiteX12" fmla="*/ 20452 w 76522"/>
                <a:gd name="connsiteY12" fmla="*/ 30818 h 43285"/>
                <a:gd name="connsiteX13" fmla="*/ 23189 w 76522"/>
                <a:gd name="connsiteY13" fmla="*/ 30818 h 43285"/>
                <a:gd name="connsiteX14" fmla="*/ 24348 w 76522"/>
                <a:gd name="connsiteY14" fmla="*/ 31784 h 43285"/>
                <a:gd name="connsiteX15" fmla="*/ 25229 w 76522"/>
                <a:gd name="connsiteY15" fmla="*/ 38369 h 43285"/>
                <a:gd name="connsiteX16" fmla="*/ 24951 w 76522"/>
                <a:gd name="connsiteY16" fmla="*/ 39247 h 43285"/>
                <a:gd name="connsiteX17" fmla="*/ 24070 w 76522"/>
                <a:gd name="connsiteY17" fmla="*/ 39598 h 43285"/>
                <a:gd name="connsiteX18" fmla="*/ 22354 w 76522"/>
                <a:gd name="connsiteY18" fmla="*/ 39598 h 43285"/>
                <a:gd name="connsiteX19" fmla="*/ 21890 w 76522"/>
                <a:gd name="connsiteY19" fmla="*/ 41178 h 43285"/>
                <a:gd name="connsiteX20" fmla="*/ 24163 w 76522"/>
                <a:gd name="connsiteY20" fmla="*/ 41178 h 43285"/>
                <a:gd name="connsiteX21" fmla="*/ 28615 w 76522"/>
                <a:gd name="connsiteY21" fmla="*/ 39642 h 43285"/>
                <a:gd name="connsiteX22" fmla="*/ 29125 w 76522"/>
                <a:gd name="connsiteY22" fmla="*/ 39598 h 43285"/>
                <a:gd name="connsiteX23" fmla="*/ 38679 w 76522"/>
                <a:gd name="connsiteY23" fmla="*/ 40388 h 43285"/>
                <a:gd name="connsiteX24" fmla="*/ 39050 w 76522"/>
                <a:gd name="connsiteY24" fmla="*/ 40476 h 43285"/>
                <a:gd name="connsiteX25" fmla="*/ 46099 w 76522"/>
                <a:gd name="connsiteY25" fmla="*/ 43285 h 43285"/>
                <a:gd name="connsiteX26" fmla="*/ 51386 w 76522"/>
                <a:gd name="connsiteY26" fmla="*/ 43285 h 43285"/>
                <a:gd name="connsiteX27" fmla="*/ 52499 w 76522"/>
                <a:gd name="connsiteY27" fmla="*/ 41881 h 43285"/>
                <a:gd name="connsiteX28" fmla="*/ 53241 w 76522"/>
                <a:gd name="connsiteY28" fmla="*/ 41442 h 43285"/>
                <a:gd name="connsiteX29" fmla="*/ 63629 w 76522"/>
                <a:gd name="connsiteY29" fmla="*/ 39642 h 43285"/>
                <a:gd name="connsiteX30" fmla="*/ 70911 w 76522"/>
                <a:gd name="connsiteY30" fmla="*/ 33276 h 43285"/>
                <a:gd name="connsiteX31" fmla="*/ 76522 w 76522"/>
                <a:gd name="connsiteY31" fmla="*/ 26691 h 43285"/>
                <a:gd name="connsiteX32" fmla="*/ 75781 w 76522"/>
                <a:gd name="connsiteY32" fmla="*/ 23750 h 43285"/>
                <a:gd name="connsiteX33" fmla="*/ 70632 w 76522"/>
                <a:gd name="connsiteY33" fmla="*/ 25594 h 43285"/>
                <a:gd name="connsiteX34" fmla="*/ 69566 w 76522"/>
                <a:gd name="connsiteY34" fmla="*/ 25462 h 43285"/>
                <a:gd name="connsiteX35" fmla="*/ 69056 w 76522"/>
                <a:gd name="connsiteY35" fmla="*/ 24540 h 43285"/>
                <a:gd name="connsiteX36" fmla="*/ 69056 w 76522"/>
                <a:gd name="connsiteY36" fmla="*/ 21379 h 43285"/>
                <a:gd name="connsiteX37" fmla="*/ 66134 w 76522"/>
                <a:gd name="connsiteY37" fmla="*/ 21248 h 43285"/>
                <a:gd name="connsiteX38" fmla="*/ 63769 w 76522"/>
                <a:gd name="connsiteY38" fmla="*/ 21160 h 43285"/>
                <a:gd name="connsiteX39" fmla="*/ 59966 w 76522"/>
                <a:gd name="connsiteY39" fmla="*/ 22696 h 43285"/>
                <a:gd name="connsiteX40" fmla="*/ 59502 w 76522"/>
                <a:gd name="connsiteY40" fmla="*/ 22784 h 43285"/>
                <a:gd name="connsiteX41" fmla="*/ 59085 w 76522"/>
                <a:gd name="connsiteY41" fmla="*/ 22696 h 43285"/>
                <a:gd name="connsiteX42" fmla="*/ 53890 w 76522"/>
                <a:gd name="connsiteY42" fmla="*/ 20765 h 43285"/>
                <a:gd name="connsiteX43" fmla="*/ 53148 w 76522"/>
                <a:gd name="connsiteY43" fmla="*/ 19755 h 43285"/>
                <a:gd name="connsiteX44" fmla="*/ 53148 w 76522"/>
                <a:gd name="connsiteY44" fmla="*/ 8253 h 43285"/>
                <a:gd name="connsiteX45" fmla="*/ 42018 w 76522"/>
                <a:gd name="connsiteY45" fmla="*/ 1098 h 43285"/>
                <a:gd name="connsiteX46" fmla="*/ 30516 w 76522"/>
                <a:gd name="connsiteY46" fmla="*/ 0 h 43285"/>
                <a:gd name="connsiteX47" fmla="*/ 23606 w 76522"/>
                <a:gd name="connsiteY47" fmla="*/ 3775 h 43285"/>
                <a:gd name="connsiteX48" fmla="*/ 22029 w 76522"/>
                <a:gd name="connsiteY48" fmla="*/ 7024 h 4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6522" h="43285">
                  <a:moveTo>
                    <a:pt x="21936" y="7112"/>
                  </a:moveTo>
                  <a:cubicBezTo>
                    <a:pt x="21751" y="7507"/>
                    <a:pt x="21333" y="7770"/>
                    <a:pt x="20870" y="7770"/>
                  </a:cubicBezTo>
                  <a:lnTo>
                    <a:pt x="8116" y="7770"/>
                  </a:lnTo>
                  <a:lnTo>
                    <a:pt x="8116" y="11063"/>
                  </a:lnTo>
                  <a:cubicBezTo>
                    <a:pt x="8116" y="11546"/>
                    <a:pt x="7791" y="11985"/>
                    <a:pt x="7281" y="12116"/>
                  </a:cubicBezTo>
                  <a:lnTo>
                    <a:pt x="0" y="14180"/>
                  </a:lnTo>
                  <a:lnTo>
                    <a:pt x="2551" y="18438"/>
                  </a:lnTo>
                  <a:lnTo>
                    <a:pt x="7420" y="20501"/>
                  </a:lnTo>
                  <a:cubicBezTo>
                    <a:pt x="7420" y="20501"/>
                    <a:pt x="7652" y="20633"/>
                    <a:pt x="7745" y="20721"/>
                  </a:cubicBezTo>
                  <a:lnTo>
                    <a:pt x="10899" y="23530"/>
                  </a:lnTo>
                  <a:lnTo>
                    <a:pt x="18551" y="23530"/>
                  </a:lnTo>
                  <a:cubicBezTo>
                    <a:pt x="19154" y="23530"/>
                    <a:pt x="19617" y="23969"/>
                    <a:pt x="19710" y="24496"/>
                  </a:cubicBezTo>
                  <a:lnTo>
                    <a:pt x="20452" y="30818"/>
                  </a:lnTo>
                  <a:lnTo>
                    <a:pt x="23189" y="30818"/>
                  </a:lnTo>
                  <a:cubicBezTo>
                    <a:pt x="23792" y="30818"/>
                    <a:pt x="24255" y="31213"/>
                    <a:pt x="24348" y="31784"/>
                  </a:cubicBezTo>
                  <a:lnTo>
                    <a:pt x="25229" y="38369"/>
                  </a:lnTo>
                  <a:cubicBezTo>
                    <a:pt x="25229" y="38676"/>
                    <a:pt x="25183" y="38983"/>
                    <a:pt x="24951" y="39247"/>
                  </a:cubicBezTo>
                  <a:cubicBezTo>
                    <a:pt x="24719" y="39466"/>
                    <a:pt x="24394" y="39598"/>
                    <a:pt x="24070" y="39598"/>
                  </a:cubicBezTo>
                  <a:lnTo>
                    <a:pt x="22354" y="39598"/>
                  </a:lnTo>
                  <a:lnTo>
                    <a:pt x="21890" y="41178"/>
                  </a:lnTo>
                  <a:lnTo>
                    <a:pt x="24163" y="41178"/>
                  </a:lnTo>
                  <a:lnTo>
                    <a:pt x="28615" y="39642"/>
                  </a:lnTo>
                  <a:cubicBezTo>
                    <a:pt x="28615" y="39642"/>
                    <a:pt x="28939" y="39554"/>
                    <a:pt x="29125" y="39598"/>
                  </a:cubicBezTo>
                  <a:lnTo>
                    <a:pt x="38679" y="40388"/>
                  </a:lnTo>
                  <a:cubicBezTo>
                    <a:pt x="38679" y="40388"/>
                    <a:pt x="38911" y="40388"/>
                    <a:pt x="39050" y="40476"/>
                  </a:cubicBezTo>
                  <a:lnTo>
                    <a:pt x="46099" y="43285"/>
                  </a:lnTo>
                  <a:lnTo>
                    <a:pt x="51386" y="43285"/>
                  </a:lnTo>
                  <a:lnTo>
                    <a:pt x="52499" y="41881"/>
                  </a:lnTo>
                  <a:cubicBezTo>
                    <a:pt x="52685" y="41661"/>
                    <a:pt x="52916" y="41485"/>
                    <a:pt x="53241" y="41442"/>
                  </a:cubicBezTo>
                  <a:lnTo>
                    <a:pt x="63629" y="39642"/>
                  </a:lnTo>
                  <a:lnTo>
                    <a:pt x="70911" y="33276"/>
                  </a:lnTo>
                  <a:lnTo>
                    <a:pt x="76522" y="26691"/>
                  </a:lnTo>
                  <a:lnTo>
                    <a:pt x="75781" y="23750"/>
                  </a:lnTo>
                  <a:lnTo>
                    <a:pt x="70632" y="25594"/>
                  </a:lnTo>
                  <a:cubicBezTo>
                    <a:pt x="70262" y="25725"/>
                    <a:pt x="69891" y="25681"/>
                    <a:pt x="69566" y="25462"/>
                  </a:cubicBezTo>
                  <a:cubicBezTo>
                    <a:pt x="69241" y="25243"/>
                    <a:pt x="69056" y="24935"/>
                    <a:pt x="69056" y="24540"/>
                  </a:cubicBezTo>
                  <a:lnTo>
                    <a:pt x="69056" y="21379"/>
                  </a:lnTo>
                  <a:lnTo>
                    <a:pt x="66134" y="21248"/>
                  </a:lnTo>
                  <a:lnTo>
                    <a:pt x="63769" y="21160"/>
                  </a:lnTo>
                  <a:lnTo>
                    <a:pt x="59966" y="22696"/>
                  </a:lnTo>
                  <a:cubicBezTo>
                    <a:pt x="59966" y="22696"/>
                    <a:pt x="59641" y="22784"/>
                    <a:pt x="59502" y="22784"/>
                  </a:cubicBezTo>
                  <a:cubicBezTo>
                    <a:pt x="59363" y="22784"/>
                    <a:pt x="59224" y="22784"/>
                    <a:pt x="59085" y="22696"/>
                  </a:cubicBezTo>
                  <a:lnTo>
                    <a:pt x="53890" y="20765"/>
                  </a:lnTo>
                  <a:cubicBezTo>
                    <a:pt x="53427" y="20589"/>
                    <a:pt x="53148" y="20194"/>
                    <a:pt x="53148" y="19755"/>
                  </a:cubicBezTo>
                  <a:lnTo>
                    <a:pt x="53148" y="8253"/>
                  </a:lnTo>
                  <a:lnTo>
                    <a:pt x="42018" y="1098"/>
                  </a:lnTo>
                  <a:lnTo>
                    <a:pt x="30516" y="0"/>
                  </a:lnTo>
                  <a:lnTo>
                    <a:pt x="23606" y="3775"/>
                  </a:lnTo>
                  <a:lnTo>
                    <a:pt x="22029" y="70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2" name="Freeform: Shape 2141">
              <a:extLst>
                <a:ext uri="{FF2B5EF4-FFF2-40B4-BE49-F238E27FC236}">
                  <a16:creationId xmlns:a16="http://schemas.microsoft.com/office/drawing/2014/main" id="{32849CEE-D414-89B7-C2F0-FFD1312B4EB3}"/>
                </a:ext>
              </a:extLst>
            </p:cNvPr>
            <p:cNvSpPr>
              <a:spLocks/>
            </p:cNvSpPr>
            <p:nvPr/>
          </p:nvSpPr>
          <p:spPr>
            <a:xfrm>
              <a:off x="7484000" y="3200319"/>
              <a:ext cx="13913" cy="16445"/>
            </a:xfrm>
            <a:custGeom>
              <a:avLst/>
              <a:gdLst>
                <a:gd name="connsiteX0" fmla="*/ 4035 w 9321"/>
                <a:gd name="connsiteY0" fmla="*/ 10975 h 11018"/>
                <a:gd name="connsiteX1" fmla="*/ 7652 w 9321"/>
                <a:gd name="connsiteY1" fmla="*/ 9526 h 11018"/>
                <a:gd name="connsiteX2" fmla="*/ 8162 w 9321"/>
                <a:gd name="connsiteY2" fmla="*/ 9438 h 11018"/>
                <a:gd name="connsiteX3" fmla="*/ 9322 w 9321"/>
                <a:gd name="connsiteY3" fmla="*/ 9438 h 11018"/>
                <a:gd name="connsiteX4" fmla="*/ 8255 w 9321"/>
                <a:gd name="connsiteY4" fmla="*/ 4126 h 11018"/>
                <a:gd name="connsiteX5" fmla="*/ 0 w 9321"/>
                <a:gd name="connsiteY5" fmla="*/ 0 h 11018"/>
                <a:gd name="connsiteX6" fmla="*/ 0 w 9321"/>
                <a:gd name="connsiteY6" fmla="*/ 9526 h 11018"/>
                <a:gd name="connsiteX7" fmla="*/ 4035 w 9321"/>
                <a:gd name="connsiteY7" fmla="*/ 11019 h 11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21" h="11018">
                  <a:moveTo>
                    <a:pt x="4035" y="10975"/>
                  </a:moveTo>
                  <a:lnTo>
                    <a:pt x="7652" y="9526"/>
                  </a:lnTo>
                  <a:cubicBezTo>
                    <a:pt x="7652" y="9526"/>
                    <a:pt x="7977" y="9438"/>
                    <a:pt x="8162" y="9438"/>
                  </a:cubicBezTo>
                  <a:lnTo>
                    <a:pt x="9322" y="9438"/>
                  </a:lnTo>
                  <a:cubicBezTo>
                    <a:pt x="9322" y="9438"/>
                    <a:pt x="8255" y="4126"/>
                    <a:pt x="8255" y="4126"/>
                  </a:cubicBezTo>
                  <a:lnTo>
                    <a:pt x="0" y="0"/>
                  </a:lnTo>
                  <a:lnTo>
                    <a:pt x="0" y="9526"/>
                  </a:lnTo>
                  <a:lnTo>
                    <a:pt x="4035" y="110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3" name="Freeform: Shape 2142">
              <a:extLst>
                <a:ext uri="{FF2B5EF4-FFF2-40B4-BE49-F238E27FC236}">
                  <a16:creationId xmlns:a16="http://schemas.microsoft.com/office/drawing/2014/main" id="{841B6A49-2CCB-5ED2-7E0A-C4C288E4B338}"/>
                </a:ext>
              </a:extLst>
            </p:cNvPr>
            <p:cNvSpPr>
              <a:spLocks/>
            </p:cNvSpPr>
            <p:nvPr/>
          </p:nvSpPr>
          <p:spPr>
            <a:xfrm>
              <a:off x="7424675" y="3253853"/>
              <a:ext cx="18205" cy="40298"/>
            </a:xfrm>
            <a:custGeom>
              <a:avLst/>
              <a:gdLst>
                <a:gd name="connsiteX0" fmla="*/ 7652 w 12197"/>
                <a:gd name="connsiteY0" fmla="*/ 20633 h 26998"/>
                <a:gd name="connsiteX1" fmla="*/ 8858 w 12197"/>
                <a:gd name="connsiteY1" fmla="*/ 17648 h 26998"/>
                <a:gd name="connsiteX2" fmla="*/ 6400 w 12197"/>
                <a:gd name="connsiteY2" fmla="*/ 14838 h 26998"/>
                <a:gd name="connsiteX3" fmla="*/ 6168 w 12197"/>
                <a:gd name="connsiteY3" fmla="*/ 13828 h 26998"/>
                <a:gd name="connsiteX4" fmla="*/ 6910 w 12197"/>
                <a:gd name="connsiteY4" fmla="*/ 13082 h 26998"/>
                <a:gd name="connsiteX5" fmla="*/ 12197 w 12197"/>
                <a:gd name="connsiteY5" fmla="*/ 11414 h 26998"/>
                <a:gd name="connsiteX6" fmla="*/ 12197 w 12197"/>
                <a:gd name="connsiteY6" fmla="*/ 10009 h 26998"/>
                <a:gd name="connsiteX7" fmla="*/ 5519 w 12197"/>
                <a:gd name="connsiteY7" fmla="*/ 10009 h 26998"/>
                <a:gd name="connsiteX8" fmla="*/ 4545 w 12197"/>
                <a:gd name="connsiteY8" fmla="*/ 9526 h 26998"/>
                <a:gd name="connsiteX9" fmla="*/ 4452 w 12197"/>
                <a:gd name="connsiteY9" fmla="*/ 8517 h 26998"/>
                <a:gd name="connsiteX10" fmla="*/ 5704 w 12197"/>
                <a:gd name="connsiteY10" fmla="*/ 5619 h 26998"/>
                <a:gd name="connsiteX11" fmla="*/ 3293 w 12197"/>
                <a:gd name="connsiteY11" fmla="*/ 0 h 26998"/>
                <a:gd name="connsiteX12" fmla="*/ 0 w 12197"/>
                <a:gd name="connsiteY12" fmla="*/ 0 h 26998"/>
                <a:gd name="connsiteX13" fmla="*/ 0 w 12197"/>
                <a:gd name="connsiteY13" fmla="*/ 8078 h 26998"/>
                <a:gd name="connsiteX14" fmla="*/ 1948 w 12197"/>
                <a:gd name="connsiteY14" fmla="*/ 24804 h 26998"/>
                <a:gd name="connsiteX15" fmla="*/ 7328 w 12197"/>
                <a:gd name="connsiteY15" fmla="*/ 26516 h 26998"/>
                <a:gd name="connsiteX16" fmla="*/ 9415 w 12197"/>
                <a:gd name="connsiteY16" fmla="*/ 26999 h 26998"/>
                <a:gd name="connsiteX17" fmla="*/ 7560 w 12197"/>
                <a:gd name="connsiteY17" fmla="*/ 21292 h 26998"/>
                <a:gd name="connsiteX18" fmla="*/ 7560 w 12197"/>
                <a:gd name="connsiteY18" fmla="*/ 20589 h 2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7" h="26998">
                  <a:moveTo>
                    <a:pt x="7652" y="20633"/>
                  </a:moveTo>
                  <a:lnTo>
                    <a:pt x="8858" y="17648"/>
                  </a:lnTo>
                  <a:lnTo>
                    <a:pt x="6400" y="14838"/>
                  </a:lnTo>
                  <a:cubicBezTo>
                    <a:pt x="6168" y="14575"/>
                    <a:pt x="6075" y="14180"/>
                    <a:pt x="6168" y="13828"/>
                  </a:cubicBezTo>
                  <a:cubicBezTo>
                    <a:pt x="6261" y="13477"/>
                    <a:pt x="6539" y="13214"/>
                    <a:pt x="6910" y="13082"/>
                  </a:cubicBezTo>
                  <a:lnTo>
                    <a:pt x="12197" y="11414"/>
                  </a:lnTo>
                  <a:lnTo>
                    <a:pt x="12197" y="10009"/>
                  </a:lnTo>
                  <a:lnTo>
                    <a:pt x="5519" y="10009"/>
                  </a:lnTo>
                  <a:cubicBezTo>
                    <a:pt x="5148" y="10009"/>
                    <a:pt x="4777" y="9834"/>
                    <a:pt x="4545" y="9526"/>
                  </a:cubicBezTo>
                  <a:cubicBezTo>
                    <a:pt x="4313" y="9219"/>
                    <a:pt x="4313" y="8824"/>
                    <a:pt x="4452" y="8517"/>
                  </a:cubicBezTo>
                  <a:lnTo>
                    <a:pt x="5704" y="5619"/>
                  </a:lnTo>
                  <a:lnTo>
                    <a:pt x="3293" y="0"/>
                  </a:lnTo>
                  <a:lnTo>
                    <a:pt x="0" y="0"/>
                  </a:lnTo>
                  <a:lnTo>
                    <a:pt x="0" y="8078"/>
                  </a:lnTo>
                  <a:lnTo>
                    <a:pt x="1948" y="24804"/>
                  </a:lnTo>
                  <a:lnTo>
                    <a:pt x="7328" y="26516"/>
                  </a:lnTo>
                  <a:lnTo>
                    <a:pt x="9415" y="26999"/>
                  </a:lnTo>
                  <a:lnTo>
                    <a:pt x="7560" y="21292"/>
                  </a:lnTo>
                  <a:cubicBezTo>
                    <a:pt x="7467" y="21072"/>
                    <a:pt x="7513" y="20809"/>
                    <a:pt x="7560" y="2058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4" name="Freeform: Shape 2143">
              <a:extLst>
                <a:ext uri="{FF2B5EF4-FFF2-40B4-BE49-F238E27FC236}">
                  <a16:creationId xmlns:a16="http://schemas.microsoft.com/office/drawing/2014/main" id="{E0A20B02-A3CC-3FBC-5A54-0E1E5ADE7DF7}"/>
                </a:ext>
              </a:extLst>
            </p:cNvPr>
            <p:cNvSpPr>
              <a:spLocks/>
            </p:cNvSpPr>
            <p:nvPr/>
          </p:nvSpPr>
          <p:spPr>
            <a:xfrm>
              <a:off x="6370321" y="4102620"/>
              <a:ext cx="45617" cy="35580"/>
            </a:xfrm>
            <a:custGeom>
              <a:avLst/>
              <a:gdLst>
                <a:gd name="connsiteX0" fmla="*/ 16835 w 30562"/>
                <a:gd name="connsiteY0" fmla="*/ 4961 h 23837"/>
                <a:gd name="connsiteX1" fmla="*/ 16557 w 30562"/>
                <a:gd name="connsiteY1" fmla="*/ 4961 h 23837"/>
                <a:gd name="connsiteX2" fmla="*/ 11270 w 30562"/>
                <a:gd name="connsiteY2" fmla="*/ 3688 h 23837"/>
                <a:gd name="connsiteX3" fmla="*/ 4638 w 30562"/>
                <a:gd name="connsiteY3" fmla="*/ 7946 h 23837"/>
                <a:gd name="connsiteX4" fmla="*/ 0 w 30562"/>
                <a:gd name="connsiteY4" fmla="*/ 15146 h 23837"/>
                <a:gd name="connsiteX5" fmla="*/ 0 w 30562"/>
                <a:gd name="connsiteY5" fmla="*/ 22565 h 23837"/>
                <a:gd name="connsiteX6" fmla="*/ 835 w 30562"/>
                <a:gd name="connsiteY6" fmla="*/ 23311 h 23837"/>
                <a:gd name="connsiteX7" fmla="*/ 2551 w 30562"/>
                <a:gd name="connsiteY7" fmla="*/ 21291 h 23837"/>
                <a:gd name="connsiteX8" fmla="*/ 3432 w 30562"/>
                <a:gd name="connsiteY8" fmla="*/ 20896 h 23837"/>
                <a:gd name="connsiteX9" fmla="*/ 6632 w 30562"/>
                <a:gd name="connsiteY9" fmla="*/ 20896 h 23837"/>
                <a:gd name="connsiteX10" fmla="*/ 7791 w 30562"/>
                <a:gd name="connsiteY10" fmla="*/ 21994 h 23837"/>
                <a:gd name="connsiteX11" fmla="*/ 7791 w 30562"/>
                <a:gd name="connsiteY11" fmla="*/ 23838 h 23837"/>
                <a:gd name="connsiteX12" fmla="*/ 12986 w 30562"/>
                <a:gd name="connsiteY12" fmla="*/ 23838 h 23837"/>
                <a:gd name="connsiteX13" fmla="*/ 12986 w 30562"/>
                <a:gd name="connsiteY13" fmla="*/ 18965 h 23837"/>
                <a:gd name="connsiteX14" fmla="*/ 14145 w 30562"/>
                <a:gd name="connsiteY14" fmla="*/ 17867 h 23837"/>
                <a:gd name="connsiteX15" fmla="*/ 27595 w 30562"/>
                <a:gd name="connsiteY15" fmla="*/ 17867 h 23837"/>
                <a:gd name="connsiteX16" fmla="*/ 30563 w 30562"/>
                <a:gd name="connsiteY16" fmla="*/ 11063 h 23837"/>
                <a:gd name="connsiteX17" fmla="*/ 24209 w 30562"/>
                <a:gd name="connsiteY17" fmla="*/ 0 h 23837"/>
                <a:gd name="connsiteX18" fmla="*/ 17438 w 30562"/>
                <a:gd name="connsiteY18" fmla="*/ 4741 h 23837"/>
                <a:gd name="connsiteX19" fmla="*/ 16742 w 30562"/>
                <a:gd name="connsiteY19" fmla="*/ 4961 h 2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0562" h="23837">
                  <a:moveTo>
                    <a:pt x="16835" y="4961"/>
                  </a:moveTo>
                  <a:cubicBezTo>
                    <a:pt x="16835" y="4961"/>
                    <a:pt x="16650" y="4961"/>
                    <a:pt x="16557" y="4961"/>
                  </a:cubicBezTo>
                  <a:lnTo>
                    <a:pt x="11270" y="3688"/>
                  </a:lnTo>
                  <a:lnTo>
                    <a:pt x="4638" y="7946"/>
                  </a:lnTo>
                  <a:lnTo>
                    <a:pt x="0" y="15146"/>
                  </a:lnTo>
                  <a:lnTo>
                    <a:pt x="0" y="22565"/>
                  </a:lnTo>
                  <a:lnTo>
                    <a:pt x="835" y="23311"/>
                  </a:lnTo>
                  <a:lnTo>
                    <a:pt x="2551" y="21291"/>
                  </a:lnTo>
                  <a:cubicBezTo>
                    <a:pt x="2783" y="21028"/>
                    <a:pt x="3107" y="20896"/>
                    <a:pt x="3432" y="20896"/>
                  </a:cubicBezTo>
                  <a:lnTo>
                    <a:pt x="6632" y="20896"/>
                  </a:lnTo>
                  <a:cubicBezTo>
                    <a:pt x="7281" y="20896"/>
                    <a:pt x="7791" y="21379"/>
                    <a:pt x="7791" y="21994"/>
                  </a:cubicBezTo>
                  <a:lnTo>
                    <a:pt x="7791" y="23838"/>
                  </a:lnTo>
                  <a:lnTo>
                    <a:pt x="12986" y="23838"/>
                  </a:lnTo>
                  <a:lnTo>
                    <a:pt x="12986" y="18965"/>
                  </a:lnTo>
                  <a:cubicBezTo>
                    <a:pt x="12986" y="18350"/>
                    <a:pt x="13496" y="17867"/>
                    <a:pt x="14145" y="17867"/>
                  </a:cubicBezTo>
                  <a:lnTo>
                    <a:pt x="27595" y="17867"/>
                  </a:lnTo>
                  <a:lnTo>
                    <a:pt x="30563" y="11063"/>
                  </a:lnTo>
                  <a:lnTo>
                    <a:pt x="24209" y="0"/>
                  </a:lnTo>
                  <a:lnTo>
                    <a:pt x="17438" y="4741"/>
                  </a:lnTo>
                  <a:cubicBezTo>
                    <a:pt x="17438" y="4741"/>
                    <a:pt x="16974" y="4961"/>
                    <a:pt x="16742" y="496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5" name="Freeform: Shape 2144">
              <a:extLst>
                <a:ext uri="{FF2B5EF4-FFF2-40B4-BE49-F238E27FC236}">
                  <a16:creationId xmlns:a16="http://schemas.microsoft.com/office/drawing/2014/main" id="{5AAC16A4-12F7-A9EE-56B0-3A30A0848DFA}"/>
                </a:ext>
              </a:extLst>
            </p:cNvPr>
            <p:cNvSpPr>
              <a:spLocks/>
            </p:cNvSpPr>
            <p:nvPr/>
          </p:nvSpPr>
          <p:spPr>
            <a:xfrm>
              <a:off x="7432635" y="3227577"/>
              <a:ext cx="131041" cy="80793"/>
            </a:xfrm>
            <a:custGeom>
              <a:avLst/>
              <a:gdLst>
                <a:gd name="connsiteX0" fmla="*/ 43873 w 87792"/>
                <a:gd name="connsiteY0" fmla="*/ 13609 h 54128"/>
                <a:gd name="connsiteX1" fmla="*/ 43316 w 87792"/>
                <a:gd name="connsiteY1" fmla="*/ 13872 h 54128"/>
                <a:gd name="connsiteX2" fmla="*/ 33021 w 87792"/>
                <a:gd name="connsiteY2" fmla="*/ 15629 h 54128"/>
                <a:gd name="connsiteX3" fmla="*/ 31861 w 87792"/>
                <a:gd name="connsiteY3" fmla="*/ 17121 h 54128"/>
                <a:gd name="connsiteX4" fmla="*/ 30934 w 87792"/>
                <a:gd name="connsiteY4" fmla="*/ 17560 h 54128"/>
                <a:gd name="connsiteX5" fmla="*/ 24858 w 87792"/>
                <a:gd name="connsiteY5" fmla="*/ 17560 h 54128"/>
                <a:gd name="connsiteX6" fmla="*/ 24394 w 87792"/>
                <a:gd name="connsiteY6" fmla="*/ 17472 h 54128"/>
                <a:gd name="connsiteX7" fmla="*/ 17299 w 87792"/>
                <a:gd name="connsiteY7" fmla="*/ 14619 h 54128"/>
                <a:gd name="connsiteX8" fmla="*/ 8162 w 87792"/>
                <a:gd name="connsiteY8" fmla="*/ 13872 h 54128"/>
                <a:gd name="connsiteX9" fmla="*/ 3757 w 87792"/>
                <a:gd name="connsiteY9" fmla="*/ 15365 h 54128"/>
                <a:gd name="connsiteX10" fmla="*/ 3385 w 87792"/>
                <a:gd name="connsiteY10" fmla="*/ 15409 h 54128"/>
                <a:gd name="connsiteX11" fmla="*/ 278 w 87792"/>
                <a:gd name="connsiteY11" fmla="*/ 15409 h 54128"/>
                <a:gd name="connsiteX12" fmla="*/ 0 w 87792"/>
                <a:gd name="connsiteY12" fmla="*/ 16375 h 54128"/>
                <a:gd name="connsiteX13" fmla="*/ 2736 w 87792"/>
                <a:gd name="connsiteY13" fmla="*/ 22740 h 54128"/>
                <a:gd name="connsiteX14" fmla="*/ 2736 w 87792"/>
                <a:gd name="connsiteY14" fmla="*/ 23574 h 54128"/>
                <a:gd name="connsiteX15" fmla="*/ 1948 w 87792"/>
                <a:gd name="connsiteY15" fmla="*/ 25330 h 54128"/>
                <a:gd name="connsiteX16" fmla="*/ 8023 w 87792"/>
                <a:gd name="connsiteY16" fmla="*/ 25330 h 54128"/>
                <a:gd name="connsiteX17" fmla="*/ 9183 w 87792"/>
                <a:gd name="connsiteY17" fmla="*/ 26428 h 54128"/>
                <a:gd name="connsiteX18" fmla="*/ 9183 w 87792"/>
                <a:gd name="connsiteY18" fmla="*/ 29720 h 54128"/>
                <a:gd name="connsiteX19" fmla="*/ 8394 w 87792"/>
                <a:gd name="connsiteY19" fmla="*/ 30774 h 54128"/>
                <a:gd name="connsiteX20" fmla="*/ 3942 w 87792"/>
                <a:gd name="connsiteY20" fmla="*/ 32179 h 54128"/>
                <a:gd name="connsiteX21" fmla="*/ 5751 w 87792"/>
                <a:gd name="connsiteY21" fmla="*/ 34242 h 54128"/>
                <a:gd name="connsiteX22" fmla="*/ 5936 w 87792"/>
                <a:gd name="connsiteY22" fmla="*/ 35340 h 54128"/>
                <a:gd name="connsiteX23" fmla="*/ 4638 w 87792"/>
                <a:gd name="connsiteY23" fmla="*/ 38544 h 54128"/>
                <a:gd name="connsiteX24" fmla="*/ 6771 w 87792"/>
                <a:gd name="connsiteY24" fmla="*/ 45085 h 54128"/>
                <a:gd name="connsiteX25" fmla="*/ 11826 w 87792"/>
                <a:gd name="connsiteY25" fmla="*/ 46227 h 54128"/>
                <a:gd name="connsiteX26" fmla="*/ 12707 w 87792"/>
                <a:gd name="connsiteY26" fmla="*/ 47280 h 54128"/>
                <a:gd name="connsiteX27" fmla="*/ 12707 w 87792"/>
                <a:gd name="connsiteY27" fmla="*/ 54129 h 54128"/>
                <a:gd name="connsiteX28" fmla="*/ 26249 w 87792"/>
                <a:gd name="connsiteY28" fmla="*/ 54129 h 54128"/>
                <a:gd name="connsiteX29" fmla="*/ 29867 w 87792"/>
                <a:gd name="connsiteY29" fmla="*/ 51846 h 54128"/>
                <a:gd name="connsiteX30" fmla="*/ 30655 w 87792"/>
                <a:gd name="connsiteY30" fmla="*/ 45876 h 54128"/>
                <a:gd name="connsiteX31" fmla="*/ 31165 w 87792"/>
                <a:gd name="connsiteY31" fmla="*/ 45085 h 54128"/>
                <a:gd name="connsiteX32" fmla="*/ 39838 w 87792"/>
                <a:gd name="connsiteY32" fmla="*/ 39510 h 54128"/>
                <a:gd name="connsiteX33" fmla="*/ 40951 w 87792"/>
                <a:gd name="connsiteY33" fmla="*/ 39422 h 54128"/>
                <a:gd name="connsiteX34" fmla="*/ 53751 w 87792"/>
                <a:gd name="connsiteY34" fmla="*/ 44910 h 54128"/>
                <a:gd name="connsiteX35" fmla="*/ 60151 w 87792"/>
                <a:gd name="connsiteY35" fmla="*/ 44910 h 54128"/>
                <a:gd name="connsiteX36" fmla="*/ 61125 w 87792"/>
                <a:gd name="connsiteY36" fmla="*/ 45437 h 54128"/>
                <a:gd name="connsiteX37" fmla="*/ 64047 w 87792"/>
                <a:gd name="connsiteY37" fmla="*/ 49914 h 54128"/>
                <a:gd name="connsiteX38" fmla="*/ 71189 w 87792"/>
                <a:gd name="connsiteY38" fmla="*/ 51583 h 54128"/>
                <a:gd name="connsiteX39" fmla="*/ 76847 w 87792"/>
                <a:gd name="connsiteY39" fmla="*/ 47500 h 54128"/>
                <a:gd name="connsiteX40" fmla="*/ 77821 w 87792"/>
                <a:gd name="connsiteY40" fmla="*/ 47324 h 54128"/>
                <a:gd name="connsiteX41" fmla="*/ 78609 w 87792"/>
                <a:gd name="connsiteY41" fmla="*/ 47895 h 54128"/>
                <a:gd name="connsiteX42" fmla="*/ 81670 w 87792"/>
                <a:gd name="connsiteY42" fmla="*/ 53909 h 54128"/>
                <a:gd name="connsiteX43" fmla="*/ 84870 w 87792"/>
                <a:gd name="connsiteY43" fmla="*/ 50880 h 54128"/>
                <a:gd name="connsiteX44" fmla="*/ 85241 w 87792"/>
                <a:gd name="connsiteY44" fmla="*/ 50661 h 54128"/>
                <a:gd name="connsiteX45" fmla="*/ 87792 w 87792"/>
                <a:gd name="connsiteY45" fmla="*/ 49651 h 54128"/>
                <a:gd name="connsiteX46" fmla="*/ 86123 w 87792"/>
                <a:gd name="connsiteY46" fmla="*/ 43768 h 54128"/>
                <a:gd name="connsiteX47" fmla="*/ 75641 w 87792"/>
                <a:gd name="connsiteY47" fmla="*/ 34945 h 54128"/>
                <a:gd name="connsiteX48" fmla="*/ 75317 w 87792"/>
                <a:gd name="connsiteY48" fmla="*/ 33715 h 54128"/>
                <a:gd name="connsiteX49" fmla="*/ 76383 w 87792"/>
                <a:gd name="connsiteY49" fmla="*/ 33013 h 54128"/>
                <a:gd name="connsiteX50" fmla="*/ 82366 w 87792"/>
                <a:gd name="connsiteY50" fmla="*/ 33013 h 54128"/>
                <a:gd name="connsiteX51" fmla="*/ 82598 w 87792"/>
                <a:gd name="connsiteY51" fmla="*/ 31915 h 54128"/>
                <a:gd name="connsiteX52" fmla="*/ 76012 w 87792"/>
                <a:gd name="connsiteY52" fmla="*/ 29633 h 54128"/>
                <a:gd name="connsiteX53" fmla="*/ 75224 w 87792"/>
                <a:gd name="connsiteY53" fmla="*/ 28579 h 54128"/>
                <a:gd name="connsiteX54" fmla="*/ 75224 w 87792"/>
                <a:gd name="connsiteY54" fmla="*/ 26121 h 54128"/>
                <a:gd name="connsiteX55" fmla="*/ 76383 w 87792"/>
                <a:gd name="connsiteY55" fmla="*/ 25023 h 54128"/>
                <a:gd name="connsiteX56" fmla="*/ 79769 w 87792"/>
                <a:gd name="connsiteY56" fmla="*/ 25023 h 54128"/>
                <a:gd name="connsiteX57" fmla="*/ 80836 w 87792"/>
                <a:gd name="connsiteY57" fmla="*/ 20150 h 54128"/>
                <a:gd name="connsiteX58" fmla="*/ 71514 w 87792"/>
                <a:gd name="connsiteY58" fmla="*/ 16111 h 54128"/>
                <a:gd name="connsiteX59" fmla="*/ 71050 w 87792"/>
                <a:gd name="connsiteY59" fmla="*/ 15716 h 54128"/>
                <a:gd name="connsiteX60" fmla="*/ 64696 w 87792"/>
                <a:gd name="connsiteY60" fmla="*/ 6673 h 54128"/>
                <a:gd name="connsiteX61" fmla="*/ 64511 w 87792"/>
                <a:gd name="connsiteY61" fmla="*/ 6058 h 54128"/>
                <a:gd name="connsiteX62" fmla="*/ 64511 w 87792"/>
                <a:gd name="connsiteY62" fmla="*/ 0 h 54128"/>
                <a:gd name="connsiteX63" fmla="*/ 57229 w 87792"/>
                <a:gd name="connsiteY63" fmla="*/ 0 h 54128"/>
                <a:gd name="connsiteX64" fmla="*/ 51479 w 87792"/>
                <a:gd name="connsiteY64" fmla="*/ 6717 h 54128"/>
                <a:gd name="connsiteX65" fmla="*/ 43826 w 87792"/>
                <a:gd name="connsiteY65" fmla="*/ 13434 h 5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87792" h="54128">
                  <a:moveTo>
                    <a:pt x="43873" y="13609"/>
                  </a:moveTo>
                  <a:cubicBezTo>
                    <a:pt x="43873" y="13609"/>
                    <a:pt x="43502" y="13829"/>
                    <a:pt x="43316" y="13872"/>
                  </a:cubicBezTo>
                  <a:lnTo>
                    <a:pt x="33021" y="15629"/>
                  </a:lnTo>
                  <a:lnTo>
                    <a:pt x="31861" y="17121"/>
                  </a:lnTo>
                  <a:cubicBezTo>
                    <a:pt x="31629" y="17385"/>
                    <a:pt x="31305" y="17560"/>
                    <a:pt x="30934" y="17560"/>
                  </a:cubicBezTo>
                  <a:lnTo>
                    <a:pt x="24858" y="17560"/>
                  </a:lnTo>
                  <a:cubicBezTo>
                    <a:pt x="24858" y="17560"/>
                    <a:pt x="24533" y="17560"/>
                    <a:pt x="24394" y="17472"/>
                  </a:cubicBezTo>
                  <a:lnTo>
                    <a:pt x="17299" y="14619"/>
                  </a:lnTo>
                  <a:lnTo>
                    <a:pt x="8162" y="13872"/>
                  </a:lnTo>
                  <a:lnTo>
                    <a:pt x="3757" y="15365"/>
                  </a:lnTo>
                  <a:cubicBezTo>
                    <a:pt x="3757" y="15365"/>
                    <a:pt x="3478" y="15409"/>
                    <a:pt x="3385" y="15409"/>
                  </a:cubicBezTo>
                  <a:lnTo>
                    <a:pt x="278" y="15409"/>
                  </a:lnTo>
                  <a:lnTo>
                    <a:pt x="0" y="16375"/>
                  </a:lnTo>
                  <a:lnTo>
                    <a:pt x="2736" y="22740"/>
                  </a:lnTo>
                  <a:cubicBezTo>
                    <a:pt x="2875" y="23004"/>
                    <a:pt x="2829" y="23311"/>
                    <a:pt x="2736" y="23574"/>
                  </a:cubicBezTo>
                  <a:lnTo>
                    <a:pt x="1948" y="25330"/>
                  </a:lnTo>
                  <a:lnTo>
                    <a:pt x="8023" y="25330"/>
                  </a:lnTo>
                  <a:cubicBezTo>
                    <a:pt x="8673" y="25330"/>
                    <a:pt x="9183" y="25813"/>
                    <a:pt x="9183" y="26428"/>
                  </a:cubicBezTo>
                  <a:lnTo>
                    <a:pt x="9183" y="29720"/>
                  </a:lnTo>
                  <a:cubicBezTo>
                    <a:pt x="9183" y="30203"/>
                    <a:pt x="8858" y="30598"/>
                    <a:pt x="8394" y="30774"/>
                  </a:cubicBezTo>
                  <a:lnTo>
                    <a:pt x="3942" y="32179"/>
                  </a:lnTo>
                  <a:lnTo>
                    <a:pt x="5751" y="34242"/>
                  </a:lnTo>
                  <a:cubicBezTo>
                    <a:pt x="6029" y="34549"/>
                    <a:pt x="6075" y="34988"/>
                    <a:pt x="5936" y="35340"/>
                  </a:cubicBezTo>
                  <a:lnTo>
                    <a:pt x="4638" y="38544"/>
                  </a:lnTo>
                  <a:lnTo>
                    <a:pt x="6771" y="45085"/>
                  </a:lnTo>
                  <a:lnTo>
                    <a:pt x="11826" y="46227"/>
                  </a:lnTo>
                  <a:cubicBezTo>
                    <a:pt x="12336" y="46359"/>
                    <a:pt x="12707" y="46797"/>
                    <a:pt x="12707" y="47280"/>
                  </a:cubicBezTo>
                  <a:lnTo>
                    <a:pt x="12707" y="54129"/>
                  </a:lnTo>
                  <a:lnTo>
                    <a:pt x="26249" y="54129"/>
                  </a:lnTo>
                  <a:lnTo>
                    <a:pt x="29867" y="51846"/>
                  </a:lnTo>
                  <a:lnTo>
                    <a:pt x="30655" y="45876"/>
                  </a:lnTo>
                  <a:cubicBezTo>
                    <a:pt x="30655" y="45568"/>
                    <a:pt x="30887" y="45305"/>
                    <a:pt x="31165" y="45085"/>
                  </a:cubicBezTo>
                  <a:lnTo>
                    <a:pt x="39838" y="39510"/>
                  </a:lnTo>
                  <a:cubicBezTo>
                    <a:pt x="40163" y="39291"/>
                    <a:pt x="40580" y="39247"/>
                    <a:pt x="40951" y="39422"/>
                  </a:cubicBezTo>
                  <a:lnTo>
                    <a:pt x="53751" y="44910"/>
                  </a:lnTo>
                  <a:lnTo>
                    <a:pt x="60151" y="44910"/>
                  </a:lnTo>
                  <a:cubicBezTo>
                    <a:pt x="60569" y="44910"/>
                    <a:pt x="60940" y="45085"/>
                    <a:pt x="61125" y="45437"/>
                  </a:cubicBezTo>
                  <a:lnTo>
                    <a:pt x="64047" y="49914"/>
                  </a:lnTo>
                  <a:lnTo>
                    <a:pt x="71189" y="51583"/>
                  </a:lnTo>
                  <a:lnTo>
                    <a:pt x="76847" y="47500"/>
                  </a:lnTo>
                  <a:cubicBezTo>
                    <a:pt x="77125" y="47280"/>
                    <a:pt x="77496" y="47237"/>
                    <a:pt x="77821" y="47324"/>
                  </a:cubicBezTo>
                  <a:cubicBezTo>
                    <a:pt x="78146" y="47412"/>
                    <a:pt x="78424" y="47632"/>
                    <a:pt x="78609" y="47895"/>
                  </a:cubicBezTo>
                  <a:lnTo>
                    <a:pt x="81670" y="53909"/>
                  </a:lnTo>
                  <a:lnTo>
                    <a:pt x="84870" y="50880"/>
                  </a:lnTo>
                  <a:cubicBezTo>
                    <a:pt x="84870" y="50880"/>
                    <a:pt x="85102" y="50705"/>
                    <a:pt x="85241" y="50661"/>
                  </a:cubicBezTo>
                  <a:lnTo>
                    <a:pt x="87792" y="49651"/>
                  </a:lnTo>
                  <a:lnTo>
                    <a:pt x="86123" y="43768"/>
                  </a:lnTo>
                  <a:lnTo>
                    <a:pt x="75641" y="34945"/>
                  </a:lnTo>
                  <a:cubicBezTo>
                    <a:pt x="75270" y="34637"/>
                    <a:pt x="75177" y="34154"/>
                    <a:pt x="75317" y="33715"/>
                  </a:cubicBezTo>
                  <a:cubicBezTo>
                    <a:pt x="75502" y="33276"/>
                    <a:pt x="75920" y="33013"/>
                    <a:pt x="76383" y="33013"/>
                  </a:cubicBezTo>
                  <a:lnTo>
                    <a:pt x="82366" y="33013"/>
                  </a:lnTo>
                  <a:lnTo>
                    <a:pt x="82598" y="31915"/>
                  </a:lnTo>
                  <a:lnTo>
                    <a:pt x="76012" y="29633"/>
                  </a:lnTo>
                  <a:cubicBezTo>
                    <a:pt x="75548" y="29457"/>
                    <a:pt x="75224" y="29062"/>
                    <a:pt x="75224" y="28579"/>
                  </a:cubicBezTo>
                  <a:lnTo>
                    <a:pt x="75224" y="26121"/>
                  </a:lnTo>
                  <a:cubicBezTo>
                    <a:pt x="75224" y="25506"/>
                    <a:pt x="75734" y="25023"/>
                    <a:pt x="76383" y="25023"/>
                  </a:cubicBezTo>
                  <a:lnTo>
                    <a:pt x="79769" y="25023"/>
                  </a:lnTo>
                  <a:lnTo>
                    <a:pt x="80836" y="20150"/>
                  </a:lnTo>
                  <a:lnTo>
                    <a:pt x="71514" y="16111"/>
                  </a:lnTo>
                  <a:cubicBezTo>
                    <a:pt x="71514" y="16111"/>
                    <a:pt x="71143" y="15892"/>
                    <a:pt x="71050" y="15716"/>
                  </a:cubicBezTo>
                  <a:lnTo>
                    <a:pt x="64696" y="6673"/>
                  </a:lnTo>
                  <a:cubicBezTo>
                    <a:pt x="64696" y="6673"/>
                    <a:pt x="64511" y="6278"/>
                    <a:pt x="64511" y="6058"/>
                  </a:cubicBezTo>
                  <a:lnTo>
                    <a:pt x="64511" y="0"/>
                  </a:lnTo>
                  <a:lnTo>
                    <a:pt x="57229" y="0"/>
                  </a:lnTo>
                  <a:lnTo>
                    <a:pt x="51479" y="6717"/>
                  </a:lnTo>
                  <a:lnTo>
                    <a:pt x="43826" y="134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6" name="Freeform: Shape 2145">
              <a:extLst>
                <a:ext uri="{FF2B5EF4-FFF2-40B4-BE49-F238E27FC236}">
                  <a16:creationId xmlns:a16="http://schemas.microsoft.com/office/drawing/2014/main" id="{3B2A4F06-5B75-C5A0-B910-10058881F047}"/>
                </a:ext>
              </a:extLst>
            </p:cNvPr>
            <p:cNvSpPr>
              <a:spLocks/>
            </p:cNvSpPr>
            <p:nvPr/>
          </p:nvSpPr>
          <p:spPr>
            <a:xfrm>
              <a:off x="6469520" y="3748449"/>
              <a:ext cx="349028" cy="250639"/>
            </a:xfrm>
            <a:custGeom>
              <a:avLst/>
              <a:gdLst>
                <a:gd name="connsiteX0" fmla="*/ 16186 w 233834"/>
                <a:gd name="connsiteY0" fmla="*/ 91707 h 167917"/>
                <a:gd name="connsiteX1" fmla="*/ 10991 w 233834"/>
                <a:gd name="connsiteY1" fmla="*/ 94736 h 167917"/>
                <a:gd name="connsiteX2" fmla="*/ 10388 w 233834"/>
                <a:gd name="connsiteY2" fmla="*/ 94912 h 167917"/>
                <a:gd name="connsiteX3" fmla="*/ 2551 w 233834"/>
                <a:gd name="connsiteY3" fmla="*/ 94912 h 167917"/>
                <a:gd name="connsiteX4" fmla="*/ 0 w 233834"/>
                <a:gd name="connsiteY4" fmla="*/ 102156 h 167917"/>
                <a:gd name="connsiteX5" fmla="*/ 11084 w 233834"/>
                <a:gd name="connsiteY5" fmla="*/ 105668 h 167917"/>
                <a:gd name="connsiteX6" fmla="*/ 11733 w 233834"/>
                <a:gd name="connsiteY6" fmla="*/ 106150 h 167917"/>
                <a:gd name="connsiteX7" fmla="*/ 16510 w 233834"/>
                <a:gd name="connsiteY7" fmla="*/ 114096 h 167917"/>
                <a:gd name="connsiteX8" fmla="*/ 29542 w 233834"/>
                <a:gd name="connsiteY8" fmla="*/ 120813 h 167917"/>
                <a:gd name="connsiteX9" fmla="*/ 30145 w 233834"/>
                <a:gd name="connsiteY9" fmla="*/ 121603 h 167917"/>
                <a:gd name="connsiteX10" fmla="*/ 32696 w 233834"/>
                <a:gd name="connsiteY10" fmla="*/ 135783 h 167917"/>
                <a:gd name="connsiteX11" fmla="*/ 36452 w 233834"/>
                <a:gd name="connsiteY11" fmla="*/ 139339 h 167917"/>
                <a:gd name="connsiteX12" fmla="*/ 43502 w 233834"/>
                <a:gd name="connsiteY12" fmla="*/ 139339 h 167917"/>
                <a:gd name="connsiteX13" fmla="*/ 44661 w 233834"/>
                <a:gd name="connsiteY13" fmla="*/ 140305 h 167917"/>
                <a:gd name="connsiteX14" fmla="*/ 46053 w 233834"/>
                <a:gd name="connsiteY14" fmla="*/ 149743 h 167917"/>
                <a:gd name="connsiteX15" fmla="*/ 49021 w 233834"/>
                <a:gd name="connsiteY15" fmla="*/ 152070 h 167917"/>
                <a:gd name="connsiteX16" fmla="*/ 56256 w 233834"/>
                <a:gd name="connsiteY16" fmla="*/ 152860 h 167917"/>
                <a:gd name="connsiteX17" fmla="*/ 56256 w 233834"/>
                <a:gd name="connsiteY17" fmla="*/ 145968 h 167917"/>
                <a:gd name="connsiteX18" fmla="*/ 60012 w 233834"/>
                <a:gd name="connsiteY18" fmla="*/ 140744 h 167917"/>
                <a:gd name="connsiteX19" fmla="*/ 63769 w 233834"/>
                <a:gd name="connsiteY19" fmla="*/ 140744 h 167917"/>
                <a:gd name="connsiteX20" fmla="*/ 60569 w 233834"/>
                <a:gd name="connsiteY20" fmla="*/ 145397 h 167917"/>
                <a:gd name="connsiteX21" fmla="*/ 60569 w 233834"/>
                <a:gd name="connsiteY21" fmla="*/ 151148 h 167917"/>
                <a:gd name="connsiteX22" fmla="*/ 57879 w 233834"/>
                <a:gd name="connsiteY22" fmla="*/ 152992 h 167917"/>
                <a:gd name="connsiteX23" fmla="*/ 63583 w 233834"/>
                <a:gd name="connsiteY23" fmla="*/ 153606 h 167917"/>
                <a:gd name="connsiteX24" fmla="*/ 64186 w 233834"/>
                <a:gd name="connsiteY24" fmla="*/ 153826 h 167917"/>
                <a:gd name="connsiteX25" fmla="*/ 78610 w 233834"/>
                <a:gd name="connsiteY25" fmla="*/ 164537 h 167917"/>
                <a:gd name="connsiteX26" fmla="*/ 88627 w 233834"/>
                <a:gd name="connsiteY26" fmla="*/ 164011 h 167917"/>
                <a:gd name="connsiteX27" fmla="*/ 89044 w 233834"/>
                <a:gd name="connsiteY27" fmla="*/ 164055 h 167917"/>
                <a:gd name="connsiteX28" fmla="*/ 100963 w 233834"/>
                <a:gd name="connsiteY28" fmla="*/ 167918 h 167917"/>
                <a:gd name="connsiteX29" fmla="*/ 106250 w 233834"/>
                <a:gd name="connsiteY29" fmla="*/ 160630 h 167917"/>
                <a:gd name="connsiteX30" fmla="*/ 106760 w 233834"/>
                <a:gd name="connsiteY30" fmla="*/ 160235 h 167917"/>
                <a:gd name="connsiteX31" fmla="*/ 111676 w 233834"/>
                <a:gd name="connsiteY31" fmla="*/ 158304 h 167917"/>
                <a:gd name="connsiteX32" fmla="*/ 120024 w 233834"/>
                <a:gd name="connsiteY32" fmla="*/ 154484 h 167917"/>
                <a:gd name="connsiteX33" fmla="*/ 121323 w 233834"/>
                <a:gd name="connsiteY33" fmla="*/ 154660 h 167917"/>
                <a:gd name="connsiteX34" fmla="*/ 127352 w 233834"/>
                <a:gd name="connsiteY34" fmla="*/ 159840 h 167917"/>
                <a:gd name="connsiteX35" fmla="*/ 138482 w 233834"/>
                <a:gd name="connsiteY35" fmla="*/ 159840 h 167917"/>
                <a:gd name="connsiteX36" fmla="*/ 142193 w 233834"/>
                <a:gd name="connsiteY36" fmla="*/ 155055 h 167917"/>
                <a:gd name="connsiteX37" fmla="*/ 143120 w 233834"/>
                <a:gd name="connsiteY37" fmla="*/ 154616 h 167917"/>
                <a:gd name="connsiteX38" fmla="*/ 153230 w 233834"/>
                <a:gd name="connsiteY38" fmla="*/ 154616 h 167917"/>
                <a:gd name="connsiteX39" fmla="*/ 186807 w 233834"/>
                <a:gd name="connsiteY39" fmla="*/ 145178 h 167917"/>
                <a:gd name="connsiteX40" fmla="*/ 233834 w 233834"/>
                <a:gd name="connsiteY40" fmla="*/ 100926 h 167917"/>
                <a:gd name="connsiteX41" fmla="*/ 214912 w 233834"/>
                <a:gd name="connsiteY41" fmla="*/ 99477 h 167917"/>
                <a:gd name="connsiteX42" fmla="*/ 214634 w 233834"/>
                <a:gd name="connsiteY42" fmla="*/ 99434 h 167917"/>
                <a:gd name="connsiteX43" fmla="*/ 172013 w 233834"/>
                <a:gd name="connsiteY43" fmla="*/ 84903 h 167917"/>
                <a:gd name="connsiteX44" fmla="*/ 163944 w 233834"/>
                <a:gd name="connsiteY44" fmla="*/ 80118 h 167917"/>
                <a:gd name="connsiteX45" fmla="*/ 163619 w 233834"/>
                <a:gd name="connsiteY45" fmla="*/ 79854 h 167917"/>
                <a:gd name="connsiteX46" fmla="*/ 149706 w 233834"/>
                <a:gd name="connsiteY46" fmla="*/ 61767 h 167917"/>
                <a:gd name="connsiteX47" fmla="*/ 149659 w 233834"/>
                <a:gd name="connsiteY47" fmla="*/ 60538 h 167917"/>
                <a:gd name="connsiteX48" fmla="*/ 154112 w 233834"/>
                <a:gd name="connsiteY48" fmla="*/ 53558 h 167917"/>
                <a:gd name="connsiteX49" fmla="*/ 147062 w 233834"/>
                <a:gd name="connsiteY49" fmla="*/ 54787 h 167917"/>
                <a:gd name="connsiteX50" fmla="*/ 136117 w 233834"/>
                <a:gd name="connsiteY50" fmla="*/ 57246 h 167917"/>
                <a:gd name="connsiteX51" fmla="*/ 135839 w 233834"/>
                <a:gd name="connsiteY51" fmla="*/ 57246 h 167917"/>
                <a:gd name="connsiteX52" fmla="*/ 134865 w 233834"/>
                <a:gd name="connsiteY52" fmla="*/ 56719 h 167917"/>
                <a:gd name="connsiteX53" fmla="*/ 130830 w 233834"/>
                <a:gd name="connsiteY53" fmla="*/ 50705 h 167917"/>
                <a:gd name="connsiteX54" fmla="*/ 130830 w 233834"/>
                <a:gd name="connsiteY54" fmla="*/ 49607 h 167917"/>
                <a:gd name="connsiteX55" fmla="*/ 136349 w 233834"/>
                <a:gd name="connsiteY55" fmla="*/ 39993 h 167917"/>
                <a:gd name="connsiteX56" fmla="*/ 136767 w 233834"/>
                <a:gd name="connsiteY56" fmla="*/ 39598 h 167917"/>
                <a:gd name="connsiteX57" fmla="*/ 146738 w 233834"/>
                <a:gd name="connsiteY57" fmla="*/ 33891 h 167917"/>
                <a:gd name="connsiteX58" fmla="*/ 138251 w 233834"/>
                <a:gd name="connsiteY58" fmla="*/ 21862 h 167917"/>
                <a:gd name="connsiteX59" fmla="*/ 127723 w 233834"/>
                <a:gd name="connsiteY59" fmla="*/ 15409 h 167917"/>
                <a:gd name="connsiteX60" fmla="*/ 127259 w 233834"/>
                <a:gd name="connsiteY60" fmla="*/ 14882 h 167917"/>
                <a:gd name="connsiteX61" fmla="*/ 124523 w 233834"/>
                <a:gd name="connsiteY61" fmla="*/ 8121 h 167917"/>
                <a:gd name="connsiteX62" fmla="*/ 110471 w 233834"/>
                <a:gd name="connsiteY62" fmla="*/ 176 h 167917"/>
                <a:gd name="connsiteX63" fmla="*/ 107595 w 233834"/>
                <a:gd name="connsiteY63" fmla="*/ 2327 h 167917"/>
                <a:gd name="connsiteX64" fmla="*/ 106528 w 233834"/>
                <a:gd name="connsiteY64" fmla="*/ 2502 h 167917"/>
                <a:gd name="connsiteX65" fmla="*/ 97578 w 233834"/>
                <a:gd name="connsiteY65" fmla="*/ 0 h 167917"/>
                <a:gd name="connsiteX66" fmla="*/ 92105 w 233834"/>
                <a:gd name="connsiteY66" fmla="*/ 1317 h 167917"/>
                <a:gd name="connsiteX67" fmla="*/ 91642 w 233834"/>
                <a:gd name="connsiteY67" fmla="*/ 1317 h 167917"/>
                <a:gd name="connsiteX68" fmla="*/ 82412 w 233834"/>
                <a:gd name="connsiteY68" fmla="*/ 0 h 167917"/>
                <a:gd name="connsiteX69" fmla="*/ 71143 w 233834"/>
                <a:gd name="connsiteY69" fmla="*/ 5048 h 167917"/>
                <a:gd name="connsiteX70" fmla="*/ 70632 w 233834"/>
                <a:gd name="connsiteY70" fmla="*/ 5136 h 167917"/>
                <a:gd name="connsiteX71" fmla="*/ 54772 w 233834"/>
                <a:gd name="connsiteY71" fmla="*/ 5136 h 167917"/>
                <a:gd name="connsiteX72" fmla="*/ 49160 w 233834"/>
                <a:gd name="connsiteY72" fmla="*/ 28711 h 167917"/>
                <a:gd name="connsiteX73" fmla="*/ 48047 w 233834"/>
                <a:gd name="connsiteY73" fmla="*/ 29589 h 167917"/>
                <a:gd name="connsiteX74" fmla="*/ 40534 w 233834"/>
                <a:gd name="connsiteY74" fmla="*/ 29589 h 167917"/>
                <a:gd name="connsiteX75" fmla="*/ 31536 w 233834"/>
                <a:gd name="connsiteY75" fmla="*/ 42012 h 167917"/>
                <a:gd name="connsiteX76" fmla="*/ 31536 w 233834"/>
                <a:gd name="connsiteY76" fmla="*/ 56192 h 167917"/>
                <a:gd name="connsiteX77" fmla="*/ 31073 w 233834"/>
                <a:gd name="connsiteY77" fmla="*/ 57070 h 167917"/>
                <a:gd name="connsiteX78" fmla="*/ 27595 w 233834"/>
                <a:gd name="connsiteY78" fmla="*/ 59528 h 167917"/>
                <a:gd name="connsiteX79" fmla="*/ 26342 w 233834"/>
                <a:gd name="connsiteY79" fmla="*/ 59616 h 167917"/>
                <a:gd name="connsiteX80" fmla="*/ 22307 w 233834"/>
                <a:gd name="connsiteY80" fmla="*/ 57465 h 167917"/>
                <a:gd name="connsiteX81" fmla="*/ 17160 w 233834"/>
                <a:gd name="connsiteY81" fmla="*/ 60407 h 167917"/>
                <a:gd name="connsiteX82" fmla="*/ 21565 w 233834"/>
                <a:gd name="connsiteY82" fmla="*/ 68001 h 167917"/>
                <a:gd name="connsiteX83" fmla="*/ 21612 w 233834"/>
                <a:gd name="connsiteY83" fmla="*/ 68967 h 167917"/>
                <a:gd name="connsiteX84" fmla="*/ 16789 w 233834"/>
                <a:gd name="connsiteY84" fmla="*/ 79459 h 167917"/>
                <a:gd name="connsiteX85" fmla="*/ 16789 w 233834"/>
                <a:gd name="connsiteY85" fmla="*/ 90741 h 167917"/>
                <a:gd name="connsiteX86" fmla="*/ 16232 w 233834"/>
                <a:gd name="connsiteY86" fmla="*/ 91663 h 167917"/>
                <a:gd name="connsiteX87" fmla="*/ 75595 w 233834"/>
                <a:gd name="connsiteY87" fmla="*/ 120989 h 167917"/>
                <a:gd name="connsiteX88" fmla="*/ 78192 w 233834"/>
                <a:gd name="connsiteY88" fmla="*/ 122657 h 167917"/>
                <a:gd name="connsiteX89" fmla="*/ 69473 w 233834"/>
                <a:gd name="connsiteY89" fmla="*/ 133368 h 167917"/>
                <a:gd name="connsiteX90" fmla="*/ 73833 w 233834"/>
                <a:gd name="connsiteY90" fmla="*/ 122920 h 167917"/>
                <a:gd name="connsiteX91" fmla="*/ 75548 w 233834"/>
                <a:gd name="connsiteY91" fmla="*/ 120989 h 167917"/>
                <a:gd name="connsiteX92" fmla="*/ 61682 w 233834"/>
                <a:gd name="connsiteY92" fmla="*/ 36744 h 167917"/>
                <a:gd name="connsiteX93" fmla="*/ 69195 w 233834"/>
                <a:gd name="connsiteY93" fmla="*/ 34286 h 167917"/>
                <a:gd name="connsiteX94" fmla="*/ 69195 w 233834"/>
                <a:gd name="connsiteY94" fmla="*/ 44163 h 167917"/>
                <a:gd name="connsiteX95" fmla="*/ 61682 w 233834"/>
                <a:gd name="connsiteY95" fmla="*/ 36744 h 167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233834" h="167917">
                  <a:moveTo>
                    <a:pt x="16186" y="91707"/>
                  </a:moveTo>
                  <a:lnTo>
                    <a:pt x="10991" y="94736"/>
                  </a:lnTo>
                  <a:cubicBezTo>
                    <a:pt x="10991" y="94736"/>
                    <a:pt x="10620" y="94912"/>
                    <a:pt x="10388" y="94912"/>
                  </a:cubicBezTo>
                  <a:lnTo>
                    <a:pt x="2551" y="94912"/>
                  </a:lnTo>
                  <a:lnTo>
                    <a:pt x="0" y="102156"/>
                  </a:lnTo>
                  <a:lnTo>
                    <a:pt x="11084" y="105668"/>
                  </a:lnTo>
                  <a:cubicBezTo>
                    <a:pt x="11362" y="105755"/>
                    <a:pt x="11594" y="105931"/>
                    <a:pt x="11733" y="106150"/>
                  </a:cubicBezTo>
                  <a:lnTo>
                    <a:pt x="16510" y="114096"/>
                  </a:lnTo>
                  <a:lnTo>
                    <a:pt x="29542" y="120813"/>
                  </a:lnTo>
                  <a:cubicBezTo>
                    <a:pt x="29867" y="120989"/>
                    <a:pt x="30052" y="121252"/>
                    <a:pt x="30145" y="121603"/>
                  </a:cubicBezTo>
                  <a:lnTo>
                    <a:pt x="32696" y="135783"/>
                  </a:lnTo>
                  <a:lnTo>
                    <a:pt x="36452" y="139339"/>
                  </a:lnTo>
                  <a:lnTo>
                    <a:pt x="43502" y="139339"/>
                  </a:lnTo>
                  <a:cubicBezTo>
                    <a:pt x="44058" y="139339"/>
                    <a:pt x="44568" y="139734"/>
                    <a:pt x="44661" y="140305"/>
                  </a:cubicBezTo>
                  <a:lnTo>
                    <a:pt x="46053" y="149743"/>
                  </a:lnTo>
                  <a:lnTo>
                    <a:pt x="49021" y="152070"/>
                  </a:lnTo>
                  <a:lnTo>
                    <a:pt x="56256" y="152860"/>
                  </a:lnTo>
                  <a:lnTo>
                    <a:pt x="56256" y="145968"/>
                  </a:lnTo>
                  <a:lnTo>
                    <a:pt x="60012" y="140744"/>
                  </a:lnTo>
                  <a:lnTo>
                    <a:pt x="63769" y="140744"/>
                  </a:lnTo>
                  <a:lnTo>
                    <a:pt x="60569" y="145397"/>
                  </a:lnTo>
                  <a:lnTo>
                    <a:pt x="60569" y="151148"/>
                  </a:lnTo>
                  <a:lnTo>
                    <a:pt x="57879" y="152992"/>
                  </a:lnTo>
                  <a:lnTo>
                    <a:pt x="63583" y="153606"/>
                  </a:lnTo>
                  <a:cubicBezTo>
                    <a:pt x="63583" y="153606"/>
                    <a:pt x="64001" y="153694"/>
                    <a:pt x="64186" y="153826"/>
                  </a:cubicBezTo>
                  <a:lnTo>
                    <a:pt x="78610" y="164537"/>
                  </a:lnTo>
                  <a:lnTo>
                    <a:pt x="88627" y="164011"/>
                  </a:lnTo>
                  <a:cubicBezTo>
                    <a:pt x="88627" y="164011"/>
                    <a:pt x="88905" y="164011"/>
                    <a:pt x="89044" y="164055"/>
                  </a:cubicBezTo>
                  <a:lnTo>
                    <a:pt x="100963" y="167918"/>
                  </a:lnTo>
                  <a:lnTo>
                    <a:pt x="106250" y="160630"/>
                  </a:lnTo>
                  <a:cubicBezTo>
                    <a:pt x="106250" y="160630"/>
                    <a:pt x="106575" y="160323"/>
                    <a:pt x="106760" y="160235"/>
                  </a:cubicBezTo>
                  <a:lnTo>
                    <a:pt x="111676" y="158304"/>
                  </a:lnTo>
                  <a:lnTo>
                    <a:pt x="120024" y="154484"/>
                  </a:lnTo>
                  <a:cubicBezTo>
                    <a:pt x="120442" y="154309"/>
                    <a:pt x="120952" y="154353"/>
                    <a:pt x="121323" y="154660"/>
                  </a:cubicBezTo>
                  <a:lnTo>
                    <a:pt x="127352" y="159840"/>
                  </a:lnTo>
                  <a:lnTo>
                    <a:pt x="138482" y="159840"/>
                  </a:lnTo>
                  <a:lnTo>
                    <a:pt x="142193" y="155055"/>
                  </a:lnTo>
                  <a:cubicBezTo>
                    <a:pt x="142424" y="154792"/>
                    <a:pt x="142749" y="154616"/>
                    <a:pt x="143120" y="154616"/>
                  </a:cubicBezTo>
                  <a:lnTo>
                    <a:pt x="153230" y="154616"/>
                  </a:lnTo>
                  <a:cubicBezTo>
                    <a:pt x="162738" y="141095"/>
                    <a:pt x="182866" y="144387"/>
                    <a:pt x="186807" y="145178"/>
                  </a:cubicBezTo>
                  <a:lnTo>
                    <a:pt x="233834" y="100926"/>
                  </a:lnTo>
                  <a:lnTo>
                    <a:pt x="214912" y="99477"/>
                  </a:lnTo>
                  <a:cubicBezTo>
                    <a:pt x="214912" y="99477"/>
                    <a:pt x="214727" y="99477"/>
                    <a:pt x="214634" y="99434"/>
                  </a:cubicBezTo>
                  <a:lnTo>
                    <a:pt x="172013" y="84903"/>
                  </a:lnTo>
                  <a:lnTo>
                    <a:pt x="163944" y="80118"/>
                  </a:lnTo>
                  <a:cubicBezTo>
                    <a:pt x="163944" y="80118"/>
                    <a:pt x="163712" y="79942"/>
                    <a:pt x="163619" y="79854"/>
                  </a:cubicBezTo>
                  <a:lnTo>
                    <a:pt x="149706" y="61767"/>
                  </a:lnTo>
                  <a:cubicBezTo>
                    <a:pt x="149427" y="61416"/>
                    <a:pt x="149427" y="60933"/>
                    <a:pt x="149659" y="60538"/>
                  </a:cubicBezTo>
                  <a:lnTo>
                    <a:pt x="154112" y="53558"/>
                  </a:lnTo>
                  <a:lnTo>
                    <a:pt x="147062" y="54787"/>
                  </a:lnTo>
                  <a:lnTo>
                    <a:pt x="136117" y="57246"/>
                  </a:lnTo>
                  <a:cubicBezTo>
                    <a:pt x="136117" y="57246"/>
                    <a:pt x="135932" y="57246"/>
                    <a:pt x="135839" y="57246"/>
                  </a:cubicBezTo>
                  <a:cubicBezTo>
                    <a:pt x="135468" y="57246"/>
                    <a:pt x="135097" y="57070"/>
                    <a:pt x="134865" y="56719"/>
                  </a:cubicBezTo>
                  <a:lnTo>
                    <a:pt x="130830" y="50705"/>
                  </a:lnTo>
                  <a:cubicBezTo>
                    <a:pt x="130598" y="50353"/>
                    <a:pt x="130598" y="49958"/>
                    <a:pt x="130830" y="49607"/>
                  </a:cubicBezTo>
                  <a:lnTo>
                    <a:pt x="136349" y="39993"/>
                  </a:lnTo>
                  <a:cubicBezTo>
                    <a:pt x="136349" y="39993"/>
                    <a:pt x="136581" y="39686"/>
                    <a:pt x="136767" y="39598"/>
                  </a:cubicBezTo>
                  <a:lnTo>
                    <a:pt x="146738" y="33891"/>
                  </a:lnTo>
                  <a:lnTo>
                    <a:pt x="138251" y="21862"/>
                  </a:lnTo>
                  <a:lnTo>
                    <a:pt x="127723" y="15409"/>
                  </a:lnTo>
                  <a:cubicBezTo>
                    <a:pt x="127723" y="15409"/>
                    <a:pt x="127352" y="15102"/>
                    <a:pt x="127259" y="14882"/>
                  </a:cubicBezTo>
                  <a:lnTo>
                    <a:pt x="124523" y="8121"/>
                  </a:lnTo>
                  <a:lnTo>
                    <a:pt x="110471" y="176"/>
                  </a:lnTo>
                  <a:lnTo>
                    <a:pt x="107595" y="2327"/>
                  </a:lnTo>
                  <a:cubicBezTo>
                    <a:pt x="107317" y="2546"/>
                    <a:pt x="106900" y="2634"/>
                    <a:pt x="106528" y="2502"/>
                  </a:cubicBezTo>
                  <a:lnTo>
                    <a:pt x="97578" y="0"/>
                  </a:lnTo>
                  <a:lnTo>
                    <a:pt x="92105" y="1317"/>
                  </a:lnTo>
                  <a:cubicBezTo>
                    <a:pt x="92105" y="1317"/>
                    <a:pt x="91781" y="1317"/>
                    <a:pt x="91642" y="1317"/>
                  </a:cubicBezTo>
                  <a:lnTo>
                    <a:pt x="82412" y="0"/>
                  </a:lnTo>
                  <a:lnTo>
                    <a:pt x="71143" y="5048"/>
                  </a:lnTo>
                  <a:cubicBezTo>
                    <a:pt x="71143" y="5048"/>
                    <a:pt x="70818" y="5136"/>
                    <a:pt x="70632" y="5136"/>
                  </a:cubicBezTo>
                  <a:lnTo>
                    <a:pt x="54772" y="5136"/>
                  </a:lnTo>
                  <a:lnTo>
                    <a:pt x="49160" y="28711"/>
                  </a:lnTo>
                  <a:cubicBezTo>
                    <a:pt x="49021" y="29193"/>
                    <a:pt x="48557" y="29589"/>
                    <a:pt x="48047" y="29589"/>
                  </a:cubicBezTo>
                  <a:lnTo>
                    <a:pt x="40534" y="29589"/>
                  </a:lnTo>
                  <a:lnTo>
                    <a:pt x="31536" y="42012"/>
                  </a:lnTo>
                  <a:lnTo>
                    <a:pt x="31536" y="56192"/>
                  </a:lnTo>
                  <a:cubicBezTo>
                    <a:pt x="31536" y="56543"/>
                    <a:pt x="31351" y="56851"/>
                    <a:pt x="31073" y="57070"/>
                  </a:cubicBezTo>
                  <a:lnTo>
                    <a:pt x="27595" y="59528"/>
                  </a:lnTo>
                  <a:cubicBezTo>
                    <a:pt x="27223" y="59792"/>
                    <a:pt x="26713" y="59836"/>
                    <a:pt x="26342" y="59616"/>
                  </a:cubicBezTo>
                  <a:lnTo>
                    <a:pt x="22307" y="57465"/>
                  </a:lnTo>
                  <a:lnTo>
                    <a:pt x="17160" y="60407"/>
                  </a:lnTo>
                  <a:lnTo>
                    <a:pt x="21565" y="68001"/>
                  </a:lnTo>
                  <a:cubicBezTo>
                    <a:pt x="21751" y="68309"/>
                    <a:pt x="21751" y="68660"/>
                    <a:pt x="21612" y="68967"/>
                  </a:cubicBezTo>
                  <a:lnTo>
                    <a:pt x="16789" y="79459"/>
                  </a:lnTo>
                  <a:lnTo>
                    <a:pt x="16789" y="90741"/>
                  </a:lnTo>
                  <a:cubicBezTo>
                    <a:pt x="16789" y="91137"/>
                    <a:pt x="16603" y="91488"/>
                    <a:pt x="16232" y="91663"/>
                  </a:cubicBezTo>
                  <a:close/>
                  <a:moveTo>
                    <a:pt x="75595" y="120989"/>
                  </a:moveTo>
                  <a:lnTo>
                    <a:pt x="78192" y="122657"/>
                  </a:lnTo>
                  <a:cubicBezTo>
                    <a:pt x="78192" y="122657"/>
                    <a:pt x="70076" y="132534"/>
                    <a:pt x="69473" y="133368"/>
                  </a:cubicBezTo>
                  <a:cubicBezTo>
                    <a:pt x="68870" y="134203"/>
                    <a:pt x="73833" y="122920"/>
                    <a:pt x="73833" y="122920"/>
                  </a:cubicBezTo>
                  <a:lnTo>
                    <a:pt x="75548" y="120989"/>
                  </a:lnTo>
                  <a:close/>
                  <a:moveTo>
                    <a:pt x="61682" y="36744"/>
                  </a:moveTo>
                  <a:cubicBezTo>
                    <a:pt x="61682" y="36744"/>
                    <a:pt x="66598" y="32881"/>
                    <a:pt x="69195" y="34286"/>
                  </a:cubicBezTo>
                  <a:cubicBezTo>
                    <a:pt x="71792" y="35647"/>
                    <a:pt x="72395" y="43593"/>
                    <a:pt x="69195" y="44163"/>
                  </a:cubicBezTo>
                  <a:cubicBezTo>
                    <a:pt x="65995" y="44690"/>
                    <a:pt x="58203" y="47193"/>
                    <a:pt x="61682" y="367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7" name="Freeform: Shape 2146">
              <a:extLst>
                <a:ext uri="{FF2B5EF4-FFF2-40B4-BE49-F238E27FC236}">
                  <a16:creationId xmlns:a16="http://schemas.microsoft.com/office/drawing/2014/main" id="{2A9EFCD8-1AC1-66F6-DFC9-F229C0FD64C5}"/>
                </a:ext>
              </a:extLst>
            </p:cNvPr>
            <p:cNvSpPr>
              <a:spLocks/>
            </p:cNvSpPr>
            <p:nvPr/>
          </p:nvSpPr>
          <p:spPr>
            <a:xfrm>
              <a:off x="6244817" y="3802115"/>
              <a:ext cx="289703" cy="194220"/>
            </a:xfrm>
            <a:custGeom>
              <a:avLst/>
              <a:gdLst>
                <a:gd name="connsiteX0" fmla="*/ 9322 w 194089"/>
                <a:gd name="connsiteY0" fmla="*/ 52373 h 130119"/>
                <a:gd name="connsiteX1" fmla="*/ 10481 w 194089"/>
                <a:gd name="connsiteY1" fmla="*/ 53470 h 130119"/>
                <a:gd name="connsiteX2" fmla="*/ 10481 w 194089"/>
                <a:gd name="connsiteY2" fmla="*/ 58694 h 130119"/>
                <a:gd name="connsiteX3" fmla="*/ 20638 w 194089"/>
                <a:gd name="connsiteY3" fmla="*/ 58694 h 130119"/>
                <a:gd name="connsiteX4" fmla="*/ 21566 w 194089"/>
                <a:gd name="connsiteY4" fmla="*/ 59089 h 130119"/>
                <a:gd name="connsiteX5" fmla="*/ 27084 w 194089"/>
                <a:gd name="connsiteY5" fmla="*/ 65674 h 130119"/>
                <a:gd name="connsiteX6" fmla="*/ 27270 w 194089"/>
                <a:gd name="connsiteY6" fmla="*/ 66640 h 130119"/>
                <a:gd name="connsiteX7" fmla="*/ 25786 w 194089"/>
                <a:gd name="connsiteY7" fmla="*/ 71645 h 130119"/>
                <a:gd name="connsiteX8" fmla="*/ 43038 w 194089"/>
                <a:gd name="connsiteY8" fmla="*/ 82444 h 130119"/>
                <a:gd name="connsiteX9" fmla="*/ 43548 w 194089"/>
                <a:gd name="connsiteY9" fmla="*/ 83366 h 130119"/>
                <a:gd name="connsiteX10" fmla="*/ 43548 w 194089"/>
                <a:gd name="connsiteY10" fmla="*/ 86834 h 130119"/>
                <a:gd name="connsiteX11" fmla="*/ 46470 w 194089"/>
                <a:gd name="connsiteY11" fmla="*/ 90390 h 130119"/>
                <a:gd name="connsiteX12" fmla="*/ 46702 w 194089"/>
                <a:gd name="connsiteY12" fmla="*/ 91049 h 130119"/>
                <a:gd name="connsiteX13" fmla="*/ 46702 w 194089"/>
                <a:gd name="connsiteY13" fmla="*/ 92585 h 130119"/>
                <a:gd name="connsiteX14" fmla="*/ 57090 w 194089"/>
                <a:gd name="connsiteY14" fmla="*/ 97502 h 130119"/>
                <a:gd name="connsiteX15" fmla="*/ 57693 w 194089"/>
                <a:gd name="connsiteY15" fmla="*/ 98161 h 130119"/>
                <a:gd name="connsiteX16" fmla="*/ 60801 w 194089"/>
                <a:gd name="connsiteY16" fmla="*/ 107467 h 130119"/>
                <a:gd name="connsiteX17" fmla="*/ 66922 w 194089"/>
                <a:gd name="connsiteY17" fmla="*/ 112209 h 130119"/>
                <a:gd name="connsiteX18" fmla="*/ 67340 w 194089"/>
                <a:gd name="connsiteY18" fmla="*/ 113043 h 130119"/>
                <a:gd name="connsiteX19" fmla="*/ 67340 w 194089"/>
                <a:gd name="connsiteY19" fmla="*/ 115106 h 130119"/>
                <a:gd name="connsiteX20" fmla="*/ 75131 w 194089"/>
                <a:gd name="connsiteY20" fmla="*/ 118662 h 130119"/>
                <a:gd name="connsiteX21" fmla="*/ 82412 w 194089"/>
                <a:gd name="connsiteY21" fmla="*/ 114799 h 130119"/>
                <a:gd name="connsiteX22" fmla="*/ 83526 w 194089"/>
                <a:gd name="connsiteY22" fmla="*/ 114799 h 130119"/>
                <a:gd name="connsiteX23" fmla="*/ 87421 w 194089"/>
                <a:gd name="connsiteY23" fmla="*/ 116862 h 130119"/>
                <a:gd name="connsiteX24" fmla="*/ 92013 w 194089"/>
                <a:gd name="connsiteY24" fmla="*/ 112735 h 130119"/>
                <a:gd name="connsiteX25" fmla="*/ 93265 w 194089"/>
                <a:gd name="connsiteY25" fmla="*/ 112516 h 130119"/>
                <a:gd name="connsiteX26" fmla="*/ 98784 w 194089"/>
                <a:gd name="connsiteY26" fmla="*/ 114711 h 130119"/>
                <a:gd name="connsiteX27" fmla="*/ 99479 w 194089"/>
                <a:gd name="connsiteY27" fmla="*/ 115721 h 130119"/>
                <a:gd name="connsiteX28" fmla="*/ 99479 w 194089"/>
                <a:gd name="connsiteY28" fmla="*/ 117564 h 130119"/>
                <a:gd name="connsiteX29" fmla="*/ 103839 w 194089"/>
                <a:gd name="connsiteY29" fmla="*/ 119979 h 130119"/>
                <a:gd name="connsiteX30" fmla="*/ 104395 w 194089"/>
                <a:gd name="connsiteY30" fmla="*/ 120945 h 130119"/>
                <a:gd name="connsiteX31" fmla="*/ 104395 w 194089"/>
                <a:gd name="connsiteY31" fmla="*/ 123754 h 130119"/>
                <a:gd name="connsiteX32" fmla="*/ 110564 w 194089"/>
                <a:gd name="connsiteY32" fmla="*/ 124237 h 130119"/>
                <a:gd name="connsiteX33" fmla="*/ 111445 w 194089"/>
                <a:gd name="connsiteY33" fmla="*/ 124764 h 130119"/>
                <a:gd name="connsiteX34" fmla="*/ 111537 w 194089"/>
                <a:gd name="connsiteY34" fmla="*/ 125730 h 130119"/>
                <a:gd name="connsiteX35" fmla="*/ 110239 w 194089"/>
                <a:gd name="connsiteY35" fmla="*/ 128978 h 130119"/>
                <a:gd name="connsiteX36" fmla="*/ 114691 w 194089"/>
                <a:gd name="connsiteY36" fmla="*/ 130120 h 130119"/>
                <a:gd name="connsiteX37" fmla="*/ 117706 w 194089"/>
                <a:gd name="connsiteY37" fmla="*/ 126871 h 130119"/>
                <a:gd name="connsiteX38" fmla="*/ 118587 w 194089"/>
                <a:gd name="connsiteY38" fmla="*/ 126520 h 130119"/>
                <a:gd name="connsiteX39" fmla="*/ 123224 w 194089"/>
                <a:gd name="connsiteY39" fmla="*/ 126520 h 130119"/>
                <a:gd name="connsiteX40" fmla="*/ 124013 w 194089"/>
                <a:gd name="connsiteY40" fmla="*/ 126827 h 130119"/>
                <a:gd name="connsiteX41" fmla="*/ 125543 w 194089"/>
                <a:gd name="connsiteY41" fmla="*/ 128232 h 130119"/>
                <a:gd name="connsiteX42" fmla="*/ 128790 w 194089"/>
                <a:gd name="connsiteY42" fmla="*/ 125379 h 130119"/>
                <a:gd name="connsiteX43" fmla="*/ 129671 w 194089"/>
                <a:gd name="connsiteY43" fmla="*/ 125071 h 130119"/>
                <a:gd name="connsiteX44" fmla="*/ 130506 w 194089"/>
                <a:gd name="connsiteY44" fmla="*/ 125510 h 130119"/>
                <a:gd name="connsiteX45" fmla="*/ 133706 w 194089"/>
                <a:gd name="connsiteY45" fmla="*/ 129549 h 130119"/>
                <a:gd name="connsiteX46" fmla="*/ 136813 w 194089"/>
                <a:gd name="connsiteY46" fmla="*/ 129944 h 130119"/>
                <a:gd name="connsiteX47" fmla="*/ 139317 w 194089"/>
                <a:gd name="connsiteY47" fmla="*/ 125642 h 130119"/>
                <a:gd name="connsiteX48" fmla="*/ 140338 w 194089"/>
                <a:gd name="connsiteY48" fmla="*/ 125071 h 130119"/>
                <a:gd name="connsiteX49" fmla="*/ 150494 w 194089"/>
                <a:gd name="connsiteY49" fmla="*/ 125071 h 130119"/>
                <a:gd name="connsiteX50" fmla="*/ 150773 w 194089"/>
                <a:gd name="connsiteY50" fmla="*/ 125071 h 130119"/>
                <a:gd name="connsiteX51" fmla="*/ 155920 w 194089"/>
                <a:gd name="connsiteY51" fmla="*/ 126344 h 130119"/>
                <a:gd name="connsiteX52" fmla="*/ 165010 w 194089"/>
                <a:gd name="connsiteY52" fmla="*/ 117389 h 130119"/>
                <a:gd name="connsiteX53" fmla="*/ 165010 w 194089"/>
                <a:gd name="connsiteY53" fmla="*/ 117389 h 130119"/>
                <a:gd name="connsiteX54" fmla="*/ 165149 w 194089"/>
                <a:gd name="connsiteY54" fmla="*/ 117345 h 130119"/>
                <a:gd name="connsiteX55" fmla="*/ 165242 w 194089"/>
                <a:gd name="connsiteY55" fmla="*/ 117257 h 130119"/>
                <a:gd name="connsiteX56" fmla="*/ 173080 w 194089"/>
                <a:gd name="connsiteY56" fmla="*/ 112604 h 130119"/>
                <a:gd name="connsiteX57" fmla="*/ 180454 w 194089"/>
                <a:gd name="connsiteY57" fmla="*/ 109531 h 130119"/>
                <a:gd name="connsiteX58" fmla="*/ 180918 w 194089"/>
                <a:gd name="connsiteY58" fmla="*/ 109443 h 130119"/>
                <a:gd name="connsiteX59" fmla="*/ 188153 w 194089"/>
                <a:gd name="connsiteY59" fmla="*/ 109443 h 130119"/>
                <a:gd name="connsiteX60" fmla="*/ 189312 w 194089"/>
                <a:gd name="connsiteY60" fmla="*/ 110540 h 130119"/>
                <a:gd name="connsiteX61" fmla="*/ 189312 w 194089"/>
                <a:gd name="connsiteY61" fmla="*/ 114404 h 130119"/>
                <a:gd name="connsiteX62" fmla="*/ 194089 w 194089"/>
                <a:gd name="connsiteY62" fmla="*/ 113482 h 130119"/>
                <a:gd name="connsiteX63" fmla="*/ 192930 w 194089"/>
                <a:gd name="connsiteY63" fmla="*/ 105580 h 130119"/>
                <a:gd name="connsiteX64" fmla="*/ 186390 w 194089"/>
                <a:gd name="connsiteY64" fmla="*/ 105580 h 130119"/>
                <a:gd name="connsiteX65" fmla="*/ 185555 w 194089"/>
                <a:gd name="connsiteY65" fmla="*/ 105272 h 130119"/>
                <a:gd name="connsiteX66" fmla="*/ 181196 w 194089"/>
                <a:gd name="connsiteY66" fmla="*/ 101146 h 130119"/>
                <a:gd name="connsiteX67" fmla="*/ 180871 w 194089"/>
                <a:gd name="connsiteY67" fmla="*/ 100575 h 130119"/>
                <a:gd name="connsiteX68" fmla="*/ 178367 w 194089"/>
                <a:gd name="connsiteY68" fmla="*/ 86571 h 130119"/>
                <a:gd name="connsiteX69" fmla="*/ 165520 w 194089"/>
                <a:gd name="connsiteY69" fmla="*/ 79986 h 130119"/>
                <a:gd name="connsiteX70" fmla="*/ 165057 w 194089"/>
                <a:gd name="connsiteY70" fmla="*/ 79547 h 130119"/>
                <a:gd name="connsiteX71" fmla="*/ 160373 w 194089"/>
                <a:gd name="connsiteY71" fmla="*/ 71689 h 130119"/>
                <a:gd name="connsiteX72" fmla="*/ 148639 w 194089"/>
                <a:gd name="connsiteY72" fmla="*/ 68001 h 130119"/>
                <a:gd name="connsiteX73" fmla="*/ 147897 w 194089"/>
                <a:gd name="connsiteY73" fmla="*/ 66596 h 130119"/>
                <a:gd name="connsiteX74" fmla="*/ 151097 w 194089"/>
                <a:gd name="connsiteY74" fmla="*/ 57553 h 130119"/>
                <a:gd name="connsiteX75" fmla="*/ 152210 w 194089"/>
                <a:gd name="connsiteY75" fmla="*/ 56807 h 130119"/>
                <a:gd name="connsiteX76" fmla="*/ 160558 w 194089"/>
                <a:gd name="connsiteY76" fmla="*/ 56807 h 130119"/>
                <a:gd name="connsiteX77" fmla="*/ 164964 w 194089"/>
                <a:gd name="connsiteY77" fmla="*/ 54260 h 130119"/>
                <a:gd name="connsiteX78" fmla="*/ 164964 w 194089"/>
                <a:gd name="connsiteY78" fmla="*/ 44076 h 130119"/>
                <a:gd name="connsiteX79" fmla="*/ 162181 w 194089"/>
                <a:gd name="connsiteY79" fmla="*/ 42978 h 130119"/>
                <a:gd name="connsiteX80" fmla="*/ 161486 w 194089"/>
                <a:gd name="connsiteY80" fmla="*/ 41968 h 130119"/>
                <a:gd name="connsiteX81" fmla="*/ 161486 w 194089"/>
                <a:gd name="connsiteY81" fmla="*/ 31213 h 130119"/>
                <a:gd name="connsiteX82" fmla="*/ 152303 w 194089"/>
                <a:gd name="connsiteY82" fmla="*/ 23048 h 130119"/>
                <a:gd name="connsiteX83" fmla="*/ 151932 w 194089"/>
                <a:gd name="connsiteY83" fmla="*/ 22433 h 130119"/>
                <a:gd name="connsiteX84" fmla="*/ 149335 w 194089"/>
                <a:gd name="connsiteY84" fmla="*/ 9263 h 130119"/>
                <a:gd name="connsiteX85" fmla="*/ 149428 w 194089"/>
                <a:gd name="connsiteY85" fmla="*/ 8648 h 130119"/>
                <a:gd name="connsiteX86" fmla="*/ 151932 w 194089"/>
                <a:gd name="connsiteY86" fmla="*/ 3073 h 130119"/>
                <a:gd name="connsiteX87" fmla="*/ 151932 w 194089"/>
                <a:gd name="connsiteY87" fmla="*/ 0 h 130119"/>
                <a:gd name="connsiteX88" fmla="*/ 144975 w 194089"/>
                <a:gd name="connsiteY88" fmla="*/ 0 h 130119"/>
                <a:gd name="connsiteX89" fmla="*/ 144975 w 194089"/>
                <a:gd name="connsiteY89" fmla="*/ 3293 h 130119"/>
                <a:gd name="connsiteX90" fmla="*/ 143816 w 194089"/>
                <a:gd name="connsiteY90" fmla="*/ 4390 h 130119"/>
                <a:gd name="connsiteX91" fmla="*/ 136535 w 194089"/>
                <a:gd name="connsiteY91" fmla="*/ 4390 h 130119"/>
                <a:gd name="connsiteX92" fmla="*/ 139596 w 194089"/>
                <a:gd name="connsiteY92" fmla="*/ 6848 h 130119"/>
                <a:gd name="connsiteX93" fmla="*/ 140013 w 194089"/>
                <a:gd name="connsiteY93" fmla="*/ 7683 h 130119"/>
                <a:gd name="connsiteX94" fmla="*/ 140013 w 194089"/>
                <a:gd name="connsiteY94" fmla="*/ 18394 h 130119"/>
                <a:gd name="connsiteX95" fmla="*/ 139735 w 194089"/>
                <a:gd name="connsiteY95" fmla="*/ 19096 h 130119"/>
                <a:gd name="connsiteX96" fmla="*/ 122622 w 194089"/>
                <a:gd name="connsiteY96" fmla="*/ 37754 h 130119"/>
                <a:gd name="connsiteX97" fmla="*/ 121880 w 194089"/>
                <a:gd name="connsiteY97" fmla="*/ 38105 h 130119"/>
                <a:gd name="connsiteX98" fmla="*/ 112882 w 194089"/>
                <a:gd name="connsiteY98" fmla="*/ 38939 h 130119"/>
                <a:gd name="connsiteX99" fmla="*/ 112048 w 194089"/>
                <a:gd name="connsiteY99" fmla="*/ 38720 h 130119"/>
                <a:gd name="connsiteX100" fmla="*/ 99665 w 194089"/>
                <a:gd name="connsiteY100" fmla="*/ 29720 h 130119"/>
                <a:gd name="connsiteX101" fmla="*/ 94517 w 194089"/>
                <a:gd name="connsiteY101" fmla="*/ 32925 h 130119"/>
                <a:gd name="connsiteX102" fmla="*/ 94517 w 194089"/>
                <a:gd name="connsiteY102" fmla="*/ 37842 h 130119"/>
                <a:gd name="connsiteX103" fmla="*/ 93404 w 194089"/>
                <a:gd name="connsiteY103" fmla="*/ 38939 h 130119"/>
                <a:gd name="connsiteX104" fmla="*/ 86354 w 194089"/>
                <a:gd name="connsiteY104" fmla="*/ 39203 h 130119"/>
                <a:gd name="connsiteX105" fmla="*/ 81485 w 194089"/>
                <a:gd name="connsiteY105" fmla="*/ 44076 h 130119"/>
                <a:gd name="connsiteX106" fmla="*/ 80650 w 194089"/>
                <a:gd name="connsiteY106" fmla="*/ 44427 h 130119"/>
                <a:gd name="connsiteX107" fmla="*/ 71978 w 194089"/>
                <a:gd name="connsiteY107" fmla="*/ 44427 h 130119"/>
                <a:gd name="connsiteX108" fmla="*/ 71282 w 194089"/>
                <a:gd name="connsiteY108" fmla="*/ 44207 h 130119"/>
                <a:gd name="connsiteX109" fmla="*/ 66969 w 194089"/>
                <a:gd name="connsiteY109" fmla="*/ 41134 h 130119"/>
                <a:gd name="connsiteX110" fmla="*/ 43873 w 194089"/>
                <a:gd name="connsiteY110" fmla="*/ 41134 h 130119"/>
                <a:gd name="connsiteX111" fmla="*/ 42992 w 194089"/>
                <a:gd name="connsiteY111" fmla="*/ 40739 h 130119"/>
                <a:gd name="connsiteX112" fmla="*/ 36035 w 194089"/>
                <a:gd name="connsiteY112" fmla="*/ 33013 h 130119"/>
                <a:gd name="connsiteX113" fmla="*/ 35803 w 194089"/>
                <a:gd name="connsiteY113" fmla="*/ 32574 h 130119"/>
                <a:gd name="connsiteX114" fmla="*/ 34598 w 194089"/>
                <a:gd name="connsiteY114" fmla="*/ 27832 h 130119"/>
                <a:gd name="connsiteX115" fmla="*/ 24673 w 194089"/>
                <a:gd name="connsiteY115" fmla="*/ 29325 h 130119"/>
                <a:gd name="connsiteX116" fmla="*/ 18876 w 194089"/>
                <a:gd name="connsiteY116" fmla="*/ 37008 h 130119"/>
                <a:gd name="connsiteX117" fmla="*/ 2226 w 194089"/>
                <a:gd name="connsiteY117" fmla="*/ 38369 h 130119"/>
                <a:gd name="connsiteX118" fmla="*/ 0 w 194089"/>
                <a:gd name="connsiteY118" fmla="*/ 52373 h 130119"/>
                <a:gd name="connsiteX119" fmla="*/ 9368 w 194089"/>
                <a:gd name="connsiteY119" fmla="*/ 52373 h 13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194089" h="130119">
                  <a:moveTo>
                    <a:pt x="9322" y="52373"/>
                  </a:moveTo>
                  <a:cubicBezTo>
                    <a:pt x="9971" y="52373"/>
                    <a:pt x="10481" y="52856"/>
                    <a:pt x="10481" y="53470"/>
                  </a:cubicBezTo>
                  <a:lnTo>
                    <a:pt x="10481" y="58694"/>
                  </a:lnTo>
                  <a:lnTo>
                    <a:pt x="20638" y="58694"/>
                  </a:lnTo>
                  <a:cubicBezTo>
                    <a:pt x="21009" y="58694"/>
                    <a:pt x="21334" y="58870"/>
                    <a:pt x="21566" y="59089"/>
                  </a:cubicBezTo>
                  <a:lnTo>
                    <a:pt x="27084" y="65674"/>
                  </a:lnTo>
                  <a:cubicBezTo>
                    <a:pt x="27316" y="65938"/>
                    <a:pt x="27409" y="66333"/>
                    <a:pt x="27270" y="66640"/>
                  </a:cubicBezTo>
                  <a:lnTo>
                    <a:pt x="25786" y="71645"/>
                  </a:lnTo>
                  <a:lnTo>
                    <a:pt x="43038" y="82444"/>
                  </a:lnTo>
                  <a:cubicBezTo>
                    <a:pt x="43363" y="82664"/>
                    <a:pt x="43548" y="82971"/>
                    <a:pt x="43548" y="83366"/>
                  </a:cubicBezTo>
                  <a:lnTo>
                    <a:pt x="43548" y="86834"/>
                  </a:lnTo>
                  <a:lnTo>
                    <a:pt x="46470" y="90390"/>
                  </a:lnTo>
                  <a:cubicBezTo>
                    <a:pt x="46470" y="90390"/>
                    <a:pt x="46702" y="90829"/>
                    <a:pt x="46702" y="91049"/>
                  </a:cubicBezTo>
                  <a:lnTo>
                    <a:pt x="46702" y="92585"/>
                  </a:lnTo>
                  <a:lnTo>
                    <a:pt x="57090" y="97502"/>
                  </a:lnTo>
                  <a:cubicBezTo>
                    <a:pt x="57369" y="97634"/>
                    <a:pt x="57600" y="97853"/>
                    <a:pt x="57693" y="98161"/>
                  </a:cubicBezTo>
                  <a:lnTo>
                    <a:pt x="60801" y="107467"/>
                  </a:lnTo>
                  <a:lnTo>
                    <a:pt x="66922" y="112209"/>
                  </a:lnTo>
                  <a:cubicBezTo>
                    <a:pt x="67201" y="112428"/>
                    <a:pt x="67340" y="112735"/>
                    <a:pt x="67340" y="113043"/>
                  </a:cubicBezTo>
                  <a:lnTo>
                    <a:pt x="67340" y="115106"/>
                  </a:lnTo>
                  <a:lnTo>
                    <a:pt x="75131" y="118662"/>
                  </a:lnTo>
                  <a:lnTo>
                    <a:pt x="82412" y="114799"/>
                  </a:lnTo>
                  <a:cubicBezTo>
                    <a:pt x="82737" y="114623"/>
                    <a:pt x="83201" y="114623"/>
                    <a:pt x="83526" y="114799"/>
                  </a:cubicBezTo>
                  <a:lnTo>
                    <a:pt x="87421" y="116862"/>
                  </a:lnTo>
                  <a:lnTo>
                    <a:pt x="92013" y="112735"/>
                  </a:lnTo>
                  <a:cubicBezTo>
                    <a:pt x="92337" y="112428"/>
                    <a:pt x="92847" y="112384"/>
                    <a:pt x="93265" y="112516"/>
                  </a:cubicBezTo>
                  <a:lnTo>
                    <a:pt x="98784" y="114711"/>
                  </a:lnTo>
                  <a:cubicBezTo>
                    <a:pt x="99201" y="114886"/>
                    <a:pt x="99479" y="115282"/>
                    <a:pt x="99479" y="115721"/>
                  </a:cubicBezTo>
                  <a:lnTo>
                    <a:pt x="99479" y="117564"/>
                  </a:lnTo>
                  <a:lnTo>
                    <a:pt x="103839" y="119979"/>
                  </a:lnTo>
                  <a:cubicBezTo>
                    <a:pt x="104210" y="120154"/>
                    <a:pt x="104395" y="120549"/>
                    <a:pt x="104395" y="120945"/>
                  </a:cubicBezTo>
                  <a:lnTo>
                    <a:pt x="104395" y="123754"/>
                  </a:lnTo>
                  <a:lnTo>
                    <a:pt x="110564" y="124237"/>
                  </a:lnTo>
                  <a:cubicBezTo>
                    <a:pt x="110934" y="124237"/>
                    <a:pt x="111259" y="124457"/>
                    <a:pt x="111445" y="124764"/>
                  </a:cubicBezTo>
                  <a:cubicBezTo>
                    <a:pt x="111630" y="125071"/>
                    <a:pt x="111677" y="125423"/>
                    <a:pt x="111537" y="125730"/>
                  </a:cubicBezTo>
                  <a:lnTo>
                    <a:pt x="110239" y="128978"/>
                  </a:lnTo>
                  <a:lnTo>
                    <a:pt x="114691" y="130120"/>
                  </a:lnTo>
                  <a:lnTo>
                    <a:pt x="117706" y="126871"/>
                  </a:lnTo>
                  <a:cubicBezTo>
                    <a:pt x="117937" y="126652"/>
                    <a:pt x="118262" y="126520"/>
                    <a:pt x="118587" y="126520"/>
                  </a:cubicBezTo>
                  <a:lnTo>
                    <a:pt x="123224" y="126520"/>
                  </a:lnTo>
                  <a:cubicBezTo>
                    <a:pt x="123503" y="126520"/>
                    <a:pt x="123827" y="126652"/>
                    <a:pt x="124013" y="126827"/>
                  </a:cubicBezTo>
                  <a:lnTo>
                    <a:pt x="125543" y="128232"/>
                  </a:lnTo>
                  <a:lnTo>
                    <a:pt x="128790" y="125379"/>
                  </a:lnTo>
                  <a:cubicBezTo>
                    <a:pt x="129022" y="125159"/>
                    <a:pt x="129346" y="125071"/>
                    <a:pt x="129671" y="125071"/>
                  </a:cubicBezTo>
                  <a:cubicBezTo>
                    <a:pt x="129996" y="125071"/>
                    <a:pt x="130274" y="125247"/>
                    <a:pt x="130506" y="125510"/>
                  </a:cubicBezTo>
                  <a:lnTo>
                    <a:pt x="133706" y="129549"/>
                  </a:lnTo>
                  <a:lnTo>
                    <a:pt x="136813" y="129944"/>
                  </a:lnTo>
                  <a:lnTo>
                    <a:pt x="139317" y="125642"/>
                  </a:lnTo>
                  <a:cubicBezTo>
                    <a:pt x="139503" y="125291"/>
                    <a:pt x="139920" y="125071"/>
                    <a:pt x="140338" y="125071"/>
                  </a:cubicBezTo>
                  <a:lnTo>
                    <a:pt x="150494" y="125071"/>
                  </a:lnTo>
                  <a:cubicBezTo>
                    <a:pt x="150494" y="125071"/>
                    <a:pt x="150680" y="125071"/>
                    <a:pt x="150773" y="125071"/>
                  </a:cubicBezTo>
                  <a:lnTo>
                    <a:pt x="155920" y="126344"/>
                  </a:lnTo>
                  <a:lnTo>
                    <a:pt x="165010" y="117389"/>
                  </a:lnTo>
                  <a:cubicBezTo>
                    <a:pt x="165010" y="117389"/>
                    <a:pt x="165010" y="117389"/>
                    <a:pt x="165010" y="117389"/>
                  </a:cubicBezTo>
                  <a:cubicBezTo>
                    <a:pt x="165010" y="117389"/>
                    <a:pt x="165103" y="117389"/>
                    <a:pt x="165149" y="117345"/>
                  </a:cubicBezTo>
                  <a:cubicBezTo>
                    <a:pt x="165149" y="117345"/>
                    <a:pt x="165149" y="117257"/>
                    <a:pt x="165242" y="117257"/>
                  </a:cubicBezTo>
                  <a:lnTo>
                    <a:pt x="173080" y="112604"/>
                  </a:lnTo>
                  <a:lnTo>
                    <a:pt x="180454" y="109531"/>
                  </a:lnTo>
                  <a:cubicBezTo>
                    <a:pt x="180454" y="109531"/>
                    <a:pt x="180778" y="109443"/>
                    <a:pt x="180918" y="109443"/>
                  </a:cubicBezTo>
                  <a:lnTo>
                    <a:pt x="188153" y="109443"/>
                  </a:lnTo>
                  <a:cubicBezTo>
                    <a:pt x="188802" y="109443"/>
                    <a:pt x="189312" y="109926"/>
                    <a:pt x="189312" y="110540"/>
                  </a:cubicBezTo>
                  <a:lnTo>
                    <a:pt x="189312" y="114404"/>
                  </a:lnTo>
                  <a:lnTo>
                    <a:pt x="194089" y="113482"/>
                  </a:lnTo>
                  <a:lnTo>
                    <a:pt x="192930" y="105580"/>
                  </a:lnTo>
                  <a:lnTo>
                    <a:pt x="186390" y="105580"/>
                  </a:lnTo>
                  <a:cubicBezTo>
                    <a:pt x="186066" y="105580"/>
                    <a:pt x="185787" y="105448"/>
                    <a:pt x="185555" y="105272"/>
                  </a:cubicBezTo>
                  <a:lnTo>
                    <a:pt x="181196" y="101146"/>
                  </a:lnTo>
                  <a:cubicBezTo>
                    <a:pt x="181196" y="101146"/>
                    <a:pt x="180918" y="100794"/>
                    <a:pt x="180871" y="100575"/>
                  </a:cubicBezTo>
                  <a:lnTo>
                    <a:pt x="178367" y="86571"/>
                  </a:lnTo>
                  <a:lnTo>
                    <a:pt x="165520" y="79986"/>
                  </a:lnTo>
                  <a:cubicBezTo>
                    <a:pt x="165520" y="79986"/>
                    <a:pt x="165149" y="79722"/>
                    <a:pt x="165057" y="79547"/>
                  </a:cubicBezTo>
                  <a:lnTo>
                    <a:pt x="160373" y="71689"/>
                  </a:lnTo>
                  <a:lnTo>
                    <a:pt x="148639" y="68001"/>
                  </a:lnTo>
                  <a:cubicBezTo>
                    <a:pt x="148036" y="67826"/>
                    <a:pt x="147712" y="67167"/>
                    <a:pt x="147897" y="66596"/>
                  </a:cubicBezTo>
                  <a:lnTo>
                    <a:pt x="151097" y="57553"/>
                  </a:lnTo>
                  <a:cubicBezTo>
                    <a:pt x="151236" y="57114"/>
                    <a:pt x="151700" y="56807"/>
                    <a:pt x="152210" y="56807"/>
                  </a:cubicBezTo>
                  <a:lnTo>
                    <a:pt x="160558" y="56807"/>
                  </a:lnTo>
                  <a:lnTo>
                    <a:pt x="164964" y="54260"/>
                  </a:lnTo>
                  <a:lnTo>
                    <a:pt x="164964" y="44076"/>
                  </a:lnTo>
                  <a:lnTo>
                    <a:pt x="162181" y="42978"/>
                  </a:lnTo>
                  <a:cubicBezTo>
                    <a:pt x="161764" y="42803"/>
                    <a:pt x="161486" y="42407"/>
                    <a:pt x="161486" y="41968"/>
                  </a:cubicBezTo>
                  <a:lnTo>
                    <a:pt x="161486" y="31213"/>
                  </a:lnTo>
                  <a:lnTo>
                    <a:pt x="152303" y="23048"/>
                  </a:lnTo>
                  <a:cubicBezTo>
                    <a:pt x="152303" y="23048"/>
                    <a:pt x="151978" y="22696"/>
                    <a:pt x="151932" y="22433"/>
                  </a:cubicBezTo>
                  <a:lnTo>
                    <a:pt x="149335" y="9263"/>
                  </a:lnTo>
                  <a:cubicBezTo>
                    <a:pt x="149335" y="9263"/>
                    <a:pt x="149335" y="8824"/>
                    <a:pt x="149428" y="8648"/>
                  </a:cubicBezTo>
                  <a:lnTo>
                    <a:pt x="151932" y="3073"/>
                  </a:lnTo>
                  <a:lnTo>
                    <a:pt x="151932" y="0"/>
                  </a:lnTo>
                  <a:lnTo>
                    <a:pt x="144975" y="0"/>
                  </a:lnTo>
                  <a:lnTo>
                    <a:pt x="144975" y="3293"/>
                  </a:lnTo>
                  <a:cubicBezTo>
                    <a:pt x="144975" y="3907"/>
                    <a:pt x="144465" y="4390"/>
                    <a:pt x="143816" y="4390"/>
                  </a:cubicBezTo>
                  <a:lnTo>
                    <a:pt x="136535" y="4390"/>
                  </a:lnTo>
                  <a:lnTo>
                    <a:pt x="139596" y="6848"/>
                  </a:lnTo>
                  <a:cubicBezTo>
                    <a:pt x="139874" y="7068"/>
                    <a:pt x="140013" y="7375"/>
                    <a:pt x="140013" y="7683"/>
                  </a:cubicBezTo>
                  <a:lnTo>
                    <a:pt x="140013" y="18394"/>
                  </a:lnTo>
                  <a:cubicBezTo>
                    <a:pt x="140013" y="18658"/>
                    <a:pt x="139920" y="18921"/>
                    <a:pt x="139735" y="19096"/>
                  </a:cubicBezTo>
                  <a:lnTo>
                    <a:pt x="122622" y="37754"/>
                  </a:lnTo>
                  <a:cubicBezTo>
                    <a:pt x="122622" y="37754"/>
                    <a:pt x="122158" y="38105"/>
                    <a:pt x="121880" y="38105"/>
                  </a:cubicBezTo>
                  <a:lnTo>
                    <a:pt x="112882" y="38939"/>
                  </a:lnTo>
                  <a:cubicBezTo>
                    <a:pt x="112558" y="38939"/>
                    <a:pt x="112279" y="38895"/>
                    <a:pt x="112048" y="38720"/>
                  </a:cubicBezTo>
                  <a:lnTo>
                    <a:pt x="99665" y="29720"/>
                  </a:lnTo>
                  <a:lnTo>
                    <a:pt x="94517" y="32925"/>
                  </a:lnTo>
                  <a:lnTo>
                    <a:pt x="94517" y="37842"/>
                  </a:lnTo>
                  <a:cubicBezTo>
                    <a:pt x="94517" y="38413"/>
                    <a:pt x="94007" y="38939"/>
                    <a:pt x="93404" y="38939"/>
                  </a:cubicBezTo>
                  <a:lnTo>
                    <a:pt x="86354" y="39203"/>
                  </a:lnTo>
                  <a:lnTo>
                    <a:pt x="81485" y="44076"/>
                  </a:lnTo>
                  <a:cubicBezTo>
                    <a:pt x="81485" y="44076"/>
                    <a:pt x="80975" y="44427"/>
                    <a:pt x="80650" y="44427"/>
                  </a:cubicBezTo>
                  <a:lnTo>
                    <a:pt x="71978" y="44427"/>
                  </a:lnTo>
                  <a:cubicBezTo>
                    <a:pt x="71746" y="44427"/>
                    <a:pt x="71468" y="44339"/>
                    <a:pt x="71282" y="44207"/>
                  </a:cubicBezTo>
                  <a:lnTo>
                    <a:pt x="66969" y="41134"/>
                  </a:lnTo>
                  <a:lnTo>
                    <a:pt x="43873" y="41134"/>
                  </a:lnTo>
                  <a:cubicBezTo>
                    <a:pt x="43548" y="41134"/>
                    <a:pt x="43224" y="41003"/>
                    <a:pt x="42992" y="40739"/>
                  </a:cubicBezTo>
                  <a:lnTo>
                    <a:pt x="36035" y="33013"/>
                  </a:lnTo>
                  <a:cubicBezTo>
                    <a:pt x="36035" y="33013"/>
                    <a:pt x="35850" y="32706"/>
                    <a:pt x="35803" y="32574"/>
                  </a:cubicBezTo>
                  <a:lnTo>
                    <a:pt x="34598" y="27832"/>
                  </a:lnTo>
                  <a:lnTo>
                    <a:pt x="24673" y="29325"/>
                  </a:lnTo>
                  <a:cubicBezTo>
                    <a:pt x="23745" y="32749"/>
                    <a:pt x="21797" y="35340"/>
                    <a:pt x="18876" y="37008"/>
                  </a:cubicBezTo>
                  <a:cubicBezTo>
                    <a:pt x="13078" y="40300"/>
                    <a:pt x="5194" y="39027"/>
                    <a:pt x="2226" y="38369"/>
                  </a:cubicBezTo>
                  <a:lnTo>
                    <a:pt x="0" y="52373"/>
                  </a:lnTo>
                  <a:lnTo>
                    <a:pt x="9368" y="523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8" name="Freeform: Shape 2147">
              <a:extLst>
                <a:ext uri="{FF2B5EF4-FFF2-40B4-BE49-F238E27FC236}">
                  <a16:creationId xmlns:a16="http://schemas.microsoft.com/office/drawing/2014/main" id="{378280A5-689E-ECD5-BEBC-EF1E80319E68}"/>
                </a:ext>
              </a:extLst>
            </p:cNvPr>
            <p:cNvSpPr>
              <a:spLocks/>
            </p:cNvSpPr>
            <p:nvPr/>
          </p:nvSpPr>
          <p:spPr>
            <a:xfrm>
              <a:off x="6388527" y="3982968"/>
              <a:ext cx="122250" cy="123845"/>
            </a:xfrm>
            <a:custGeom>
              <a:avLst/>
              <a:gdLst>
                <a:gd name="connsiteX0" fmla="*/ 59688 w 81902"/>
                <a:gd name="connsiteY0" fmla="*/ 7507 h 82971"/>
                <a:gd name="connsiteX1" fmla="*/ 54030 w 81902"/>
                <a:gd name="connsiteY1" fmla="*/ 6102 h 82971"/>
                <a:gd name="connsiteX2" fmla="*/ 44708 w 81902"/>
                <a:gd name="connsiteY2" fmla="*/ 6102 h 82971"/>
                <a:gd name="connsiteX3" fmla="*/ 42157 w 81902"/>
                <a:gd name="connsiteY3" fmla="*/ 10492 h 82971"/>
                <a:gd name="connsiteX4" fmla="*/ 40998 w 81902"/>
                <a:gd name="connsiteY4" fmla="*/ 11063 h 82971"/>
                <a:gd name="connsiteX5" fmla="*/ 36638 w 81902"/>
                <a:gd name="connsiteY5" fmla="*/ 10536 h 82971"/>
                <a:gd name="connsiteX6" fmla="*/ 35850 w 81902"/>
                <a:gd name="connsiteY6" fmla="*/ 10097 h 82971"/>
                <a:gd name="connsiteX7" fmla="*/ 33160 w 81902"/>
                <a:gd name="connsiteY7" fmla="*/ 6673 h 82971"/>
                <a:gd name="connsiteX8" fmla="*/ 30052 w 81902"/>
                <a:gd name="connsiteY8" fmla="*/ 9395 h 82971"/>
                <a:gd name="connsiteX9" fmla="*/ 28476 w 81902"/>
                <a:gd name="connsiteY9" fmla="*/ 9395 h 82971"/>
                <a:gd name="connsiteX10" fmla="*/ 26482 w 81902"/>
                <a:gd name="connsiteY10" fmla="*/ 7595 h 82971"/>
                <a:gd name="connsiteX11" fmla="*/ 22818 w 81902"/>
                <a:gd name="connsiteY11" fmla="*/ 7595 h 82971"/>
                <a:gd name="connsiteX12" fmla="*/ 19803 w 81902"/>
                <a:gd name="connsiteY12" fmla="*/ 10843 h 82971"/>
                <a:gd name="connsiteX13" fmla="*/ 17484 w 81902"/>
                <a:gd name="connsiteY13" fmla="*/ 16419 h 82971"/>
                <a:gd name="connsiteX14" fmla="*/ 19710 w 81902"/>
                <a:gd name="connsiteY14" fmla="*/ 19228 h 82971"/>
                <a:gd name="connsiteX15" fmla="*/ 19803 w 81902"/>
                <a:gd name="connsiteY15" fmla="*/ 20414 h 82971"/>
                <a:gd name="connsiteX16" fmla="*/ 16650 w 81902"/>
                <a:gd name="connsiteY16" fmla="*/ 25945 h 82971"/>
                <a:gd name="connsiteX17" fmla="*/ 21102 w 81902"/>
                <a:gd name="connsiteY17" fmla="*/ 25945 h 82971"/>
                <a:gd name="connsiteX18" fmla="*/ 22122 w 81902"/>
                <a:gd name="connsiteY18" fmla="*/ 26516 h 82971"/>
                <a:gd name="connsiteX19" fmla="*/ 24348 w 81902"/>
                <a:gd name="connsiteY19" fmla="*/ 30379 h 82971"/>
                <a:gd name="connsiteX20" fmla="*/ 26621 w 81902"/>
                <a:gd name="connsiteY20" fmla="*/ 27833 h 82971"/>
                <a:gd name="connsiteX21" fmla="*/ 26621 w 81902"/>
                <a:gd name="connsiteY21" fmla="*/ 34154 h 82971"/>
                <a:gd name="connsiteX22" fmla="*/ 17345 w 81902"/>
                <a:gd name="connsiteY22" fmla="*/ 40739 h 82971"/>
                <a:gd name="connsiteX23" fmla="*/ 14377 w 81902"/>
                <a:gd name="connsiteY23" fmla="*/ 42056 h 82971"/>
                <a:gd name="connsiteX24" fmla="*/ 10528 w 81902"/>
                <a:gd name="connsiteY24" fmla="*/ 44910 h 82971"/>
                <a:gd name="connsiteX25" fmla="*/ 5890 w 81902"/>
                <a:gd name="connsiteY25" fmla="*/ 49870 h 82971"/>
                <a:gd name="connsiteX26" fmla="*/ 696 w 81902"/>
                <a:gd name="connsiteY26" fmla="*/ 61592 h 82971"/>
                <a:gd name="connsiteX27" fmla="*/ 696 w 81902"/>
                <a:gd name="connsiteY27" fmla="*/ 62777 h 82971"/>
                <a:gd name="connsiteX28" fmla="*/ 1994 w 81902"/>
                <a:gd name="connsiteY28" fmla="*/ 62777 h 82971"/>
                <a:gd name="connsiteX29" fmla="*/ 1994 w 81902"/>
                <a:gd name="connsiteY29" fmla="*/ 67430 h 82971"/>
                <a:gd name="connsiteX30" fmla="*/ 418 w 81902"/>
                <a:gd name="connsiteY30" fmla="*/ 69362 h 82971"/>
                <a:gd name="connsiteX31" fmla="*/ 0 w 81902"/>
                <a:gd name="connsiteY31" fmla="*/ 81962 h 82971"/>
                <a:gd name="connsiteX32" fmla="*/ 4359 w 81902"/>
                <a:gd name="connsiteY32" fmla="*/ 82971 h 82971"/>
                <a:gd name="connsiteX33" fmla="*/ 11733 w 81902"/>
                <a:gd name="connsiteY33" fmla="*/ 77791 h 82971"/>
                <a:gd name="connsiteX34" fmla="*/ 11826 w 81902"/>
                <a:gd name="connsiteY34" fmla="*/ 77791 h 82971"/>
                <a:gd name="connsiteX35" fmla="*/ 11873 w 81902"/>
                <a:gd name="connsiteY35" fmla="*/ 77747 h 82971"/>
                <a:gd name="connsiteX36" fmla="*/ 12151 w 81902"/>
                <a:gd name="connsiteY36" fmla="*/ 77747 h 82971"/>
                <a:gd name="connsiteX37" fmla="*/ 12429 w 81902"/>
                <a:gd name="connsiteY37" fmla="*/ 77659 h 82971"/>
                <a:gd name="connsiteX38" fmla="*/ 33299 w 81902"/>
                <a:gd name="connsiteY38" fmla="*/ 77659 h 82971"/>
                <a:gd name="connsiteX39" fmla="*/ 32139 w 81902"/>
                <a:gd name="connsiteY39" fmla="*/ 75464 h 82971"/>
                <a:gd name="connsiteX40" fmla="*/ 35015 w 81902"/>
                <a:gd name="connsiteY40" fmla="*/ 67782 h 82971"/>
                <a:gd name="connsiteX41" fmla="*/ 32418 w 81902"/>
                <a:gd name="connsiteY41" fmla="*/ 60363 h 82971"/>
                <a:gd name="connsiteX42" fmla="*/ 39931 w 81902"/>
                <a:gd name="connsiteY42" fmla="*/ 63392 h 82971"/>
                <a:gd name="connsiteX43" fmla="*/ 46887 w 81902"/>
                <a:gd name="connsiteY43" fmla="*/ 60363 h 82971"/>
                <a:gd name="connsiteX44" fmla="*/ 50922 w 81902"/>
                <a:gd name="connsiteY44" fmla="*/ 60363 h 82971"/>
                <a:gd name="connsiteX45" fmla="*/ 56719 w 81902"/>
                <a:gd name="connsiteY45" fmla="*/ 57333 h 82971"/>
                <a:gd name="connsiteX46" fmla="*/ 65578 w 81902"/>
                <a:gd name="connsiteY46" fmla="*/ 61285 h 82971"/>
                <a:gd name="connsiteX47" fmla="*/ 65624 w 81902"/>
                <a:gd name="connsiteY47" fmla="*/ 61109 h 82971"/>
                <a:gd name="connsiteX48" fmla="*/ 78656 w 81902"/>
                <a:gd name="connsiteY48" fmla="*/ 44076 h 82971"/>
                <a:gd name="connsiteX49" fmla="*/ 81902 w 81902"/>
                <a:gd name="connsiteY49" fmla="*/ 38457 h 82971"/>
                <a:gd name="connsiteX50" fmla="*/ 81902 w 81902"/>
                <a:gd name="connsiteY50" fmla="*/ 26735 h 82971"/>
                <a:gd name="connsiteX51" fmla="*/ 74575 w 81902"/>
                <a:gd name="connsiteY51" fmla="*/ 17428 h 82971"/>
                <a:gd name="connsiteX52" fmla="*/ 74343 w 81902"/>
                <a:gd name="connsiteY52" fmla="*/ 16770 h 82971"/>
                <a:gd name="connsiteX53" fmla="*/ 74343 w 81902"/>
                <a:gd name="connsiteY53" fmla="*/ 7507 h 82971"/>
                <a:gd name="connsiteX54" fmla="*/ 69102 w 81902"/>
                <a:gd name="connsiteY54" fmla="*/ 6014 h 82971"/>
                <a:gd name="connsiteX55" fmla="*/ 68267 w 81902"/>
                <a:gd name="connsiteY55" fmla="*/ 4961 h 82971"/>
                <a:gd name="connsiteX56" fmla="*/ 68267 w 81902"/>
                <a:gd name="connsiteY56" fmla="*/ 0 h 82971"/>
                <a:gd name="connsiteX57" fmla="*/ 60708 w 81902"/>
                <a:gd name="connsiteY57" fmla="*/ 7463 h 82971"/>
                <a:gd name="connsiteX58" fmla="*/ 59549 w 81902"/>
                <a:gd name="connsiteY58" fmla="*/ 7770 h 82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81902" h="82971">
                  <a:moveTo>
                    <a:pt x="59688" y="7507"/>
                  </a:moveTo>
                  <a:lnTo>
                    <a:pt x="54030" y="6102"/>
                  </a:lnTo>
                  <a:lnTo>
                    <a:pt x="44708" y="6102"/>
                  </a:lnTo>
                  <a:lnTo>
                    <a:pt x="42157" y="10492"/>
                  </a:lnTo>
                  <a:cubicBezTo>
                    <a:pt x="41925" y="10887"/>
                    <a:pt x="41508" y="11107"/>
                    <a:pt x="40998" y="11063"/>
                  </a:cubicBezTo>
                  <a:lnTo>
                    <a:pt x="36638" y="10536"/>
                  </a:lnTo>
                  <a:cubicBezTo>
                    <a:pt x="36313" y="10536"/>
                    <a:pt x="36035" y="10360"/>
                    <a:pt x="35850" y="10097"/>
                  </a:cubicBezTo>
                  <a:lnTo>
                    <a:pt x="33160" y="6673"/>
                  </a:lnTo>
                  <a:lnTo>
                    <a:pt x="30052" y="9395"/>
                  </a:lnTo>
                  <a:cubicBezTo>
                    <a:pt x="29589" y="9790"/>
                    <a:pt x="28893" y="9790"/>
                    <a:pt x="28476" y="9395"/>
                  </a:cubicBezTo>
                  <a:lnTo>
                    <a:pt x="26482" y="7595"/>
                  </a:lnTo>
                  <a:lnTo>
                    <a:pt x="22818" y="7595"/>
                  </a:lnTo>
                  <a:lnTo>
                    <a:pt x="19803" y="10843"/>
                  </a:lnTo>
                  <a:lnTo>
                    <a:pt x="17484" y="16419"/>
                  </a:lnTo>
                  <a:lnTo>
                    <a:pt x="19710" y="19228"/>
                  </a:lnTo>
                  <a:cubicBezTo>
                    <a:pt x="19989" y="19580"/>
                    <a:pt x="20035" y="20018"/>
                    <a:pt x="19803" y="20414"/>
                  </a:cubicBezTo>
                  <a:lnTo>
                    <a:pt x="16650" y="25945"/>
                  </a:lnTo>
                  <a:lnTo>
                    <a:pt x="21102" y="25945"/>
                  </a:lnTo>
                  <a:cubicBezTo>
                    <a:pt x="21519" y="25945"/>
                    <a:pt x="21936" y="26165"/>
                    <a:pt x="22122" y="26516"/>
                  </a:cubicBezTo>
                  <a:lnTo>
                    <a:pt x="24348" y="30379"/>
                  </a:lnTo>
                  <a:lnTo>
                    <a:pt x="26621" y="27833"/>
                  </a:lnTo>
                  <a:lnTo>
                    <a:pt x="26621" y="34154"/>
                  </a:lnTo>
                  <a:lnTo>
                    <a:pt x="17345" y="40739"/>
                  </a:lnTo>
                  <a:lnTo>
                    <a:pt x="14377" y="42056"/>
                  </a:lnTo>
                  <a:lnTo>
                    <a:pt x="10528" y="44910"/>
                  </a:lnTo>
                  <a:lnTo>
                    <a:pt x="5890" y="49870"/>
                  </a:lnTo>
                  <a:lnTo>
                    <a:pt x="696" y="61592"/>
                  </a:lnTo>
                  <a:lnTo>
                    <a:pt x="696" y="62777"/>
                  </a:lnTo>
                  <a:cubicBezTo>
                    <a:pt x="1113" y="62777"/>
                    <a:pt x="1577" y="62689"/>
                    <a:pt x="1994" y="62777"/>
                  </a:cubicBezTo>
                  <a:cubicBezTo>
                    <a:pt x="1994" y="62777"/>
                    <a:pt x="3432" y="65499"/>
                    <a:pt x="1994" y="67430"/>
                  </a:cubicBezTo>
                  <a:cubicBezTo>
                    <a:pt x="1623" y="67914"/>
                    <a:pt x="1067" y="68660"/>
                    <a:pt x="418" y="69362"/>
                  </a:cubicBezTo>
                  <a:lnTo>
                    <a:pt x="0" y="81962"/>
                  </a:lnTo>
                  <a:lnTo>
                    <a:pt x="4359" y="82971"/>
                  </a:lnTo>
                  <a:lnTo>
                    <a:pt x="11733" y="77791"/>
                  </a:lnTo>
                  <a:cubicBezTo>
                    <a:pt x="11733" y="77791"/>
                    <a:pt x="11780" y="77791"/>
                    <a:pt x="11826" y="77791"/>
                  </a:cubicBezTo>
                  <a:cubicBezTo>
                    <a:pt x="11826" y="77791"/>
                    <a:pt x="11826" y="77747"/>
                    <a:pt x="11873" y="77747"/>
                  </a:cubicBezTo>
                  <a:cubicBezTo>
                    <a:pt x="11965" y="77703"/>
                    <a:pt x="12058" y="77747"/>
                    <a:pt x="12151" y="77747"/>
                  </a:cubicBezTo>
                  <a:cubicBezTo>
                    <a:pt x="12244" y="77747"/>
                    <a:pt x="12290" y="77659"/>
                    <a:pt x="12429" y="77659"/>
                  </a:cubicBezTo>
                  <a:lnTo>
                    <a:pt x="33299" y="77659"/>
                  </a:lnTo>
                  <a:lnTo>
                    <a:pt x="32139" y="75464"/>
                  </a:lnTo>
                  <a:lnTo>
                    <a:pt x="35015" y="67782"/>
                  </a:lnTo>
                  <a:lnTo>
                    <a:pt x="32418" y="60363"/>
                  </a:lnTo>
                  <a:lnTo>
                    <a:pt x="39931" y="63392"/>
                  </a:lnTo>
                  <a:lnTo>
                    <a:pt x="46887" y="60363"/>
                  </a:lnTo>
                  <a:lnTo>
                    <a:pt x="50922" y="60363"/>
                  </a:lnTo>
                  <a:lnTo>
                    <a:pt x="56719" y="57333"/>
                  </a:lnTo>
                  <a:lnTo>
                    <a:pt x="65578" y="61285"/>
                  </a:lnTo>
                  <a:cubicBezTo>
                    <a:pt x="65578" y="61285"/>
                    <a:pt x="65578" y="61153"/>
                    <a:pt x="65624" y="61109"/>
                  </a:cubicBezTo>
                  <a:lnTo>
                    <a:pt x="78656" y="44076"/>
                  </a:lnTo>
                  <a:lnTo>
                    <a:pt x="81902" y="38457"/>
                  </a:lnTo>
                  <a:lnTo>
                    <a:pt x="81902" y="26735"/>
                  </a:lnTo>
                  <a:lnTo>
                    <a:pt x="74575" y="17428"/>
                  </a:lnTo>
                  <a:cubicBezTo>
                    <a:pt x="74575" y="17428"/>
                    <a:pt x="74343" y="16989"/>
                    <a:pt x="74343" y="16770"/>
                  </a:cubicBezTo>
                  <a:lnTo>
                    <a:pt x="74343" y="7507"/>
                  </a:lnTo>
                  <a:lnTo>
                    <a:pt x="69102" y="6014"/>
                  </a:lnTo>
                  <a:cubicBezTo>
                    <a:pt x="68592" y="5883"/>
                    <a:pt x="68267" y="5444"/>
                    <a:pt x="68267" y="4961"/>
                  </a:cubicBezTo>
                  <a:lnTo>
                    <a:pt x="68267" y="0"/>
                  </a:lnTo>
                  <a:lnTo>
                    <a:pt x="60708" y="7463"/>
                  </a:lnTo>
                  <a:cubicBezTo>
                    <a:pt x="60429" y="7770"/>
                    <a:pt x="59966" y="7858"/>
                    <a:pt x="59549" y="777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9" name="Freeform: Shape 2148">
              <a:extLst>
                <a:ext uri="{FF2B5EF4-FFF2-40B4-BE49-F238E27FC236}">
                  <a16:creationId xmlns:a16="http://schemas.microsoft.com/office/drawing/2014/main" id="{73D4AC8A-842B-E59E-75F2-C0319EE0451B}"/>
                </a:ext>
              </a:extLst>
            </p:cNvPr>
            <p:cNvSpPr>
              <a:spLocks/>
            </p:cNvSpPr>
            <p:nvPr/>
          </p:nvSpPr>
          <p:spPr>
            <a:xfrm>
              <a:off x="6032534" y="3830815"/>
              <a:ext cx="298674" cy="190943"/>
            </a:xfrm>
            <a:custGeom>
              <a:avLst/>
              <a:gdLst>
                <a:gd name="connsiteX0" fmla="*/ 129467 w 200099"/>
                <a:gd name="connsiteY0" fmla="*/ 2063 h 127924"/>
                <a:gd name="connsiteX1" fmla="*/ 129467 w 200099"/>
                <a:gd name="connsiteY1" fmla="*/ 2063 h 127924"/>
                <a:gd name="connsiteX2" fmla="*/ 122604 w 200099"/>
                <a:gd name="connsiteY2" fmla="*/ 0 h 127924"/>
                <a:gd name="connsiteX3" fmla="*/ 113792 w 200099"/>
                <a:gd name="connsiteY3" fmla="*/ 3205 h 127924"/>
                <a:gd name="connsiteX4" fmla="*/ 112725 w 200099"/>
                <a:gd name="connsiteY4" fmla="*/ 11063 h 127924"/>
                <a:gd name="connsiteX5" fmla="*/ 112076 w 200099"/>
                <a:gd name="connsiteY5" fmla="*/ 11897 h 127924"/>
                <a:gd name="connsiteX6" fmla="*/ 102059 w 200099"/>
                <a:gd name="connsiteY6" fmla="*/ 16638 h 127924"/>
                <a:gd name="connsiteX7" fmla="*/ 98766 w 200099"/>
                <a:gd name="connsiteY7" fmla="*/ 24496 h 127924"/>
                <a:gd name="connsiteX8" fmla="*/ 98209 w 200099"/>
                <a:gd name="connsiteY8" fmla="*/ 25067 h 127924"/>
                <a:gd name="connsiteX9" fmla="*/ 90093 w 200099"/>
                <a:gd name="connsiteY9" fmla="*/ 28930 h 127924"/>
                <a:gd name="connsiteX10" fmla="*/ 89583 w 200099"/>
                <a:gd name="connsiteY10" fmla="*/ 29062 h 127924"/>
                <a:gd name="connsiteX11" fmla="*/ 78035 w 200099"/>
                <a:gd name="connsiteY11" fmla="*/ 29062 h 127924"/>
                <a:gd name="connsiteX12" fmla="*/ 70383 w 200099"/>
                <a:gd name="connsiteY12" fmla="*/ 36174 h 127924"/>
                <a:gd name="connsiteX13" fmla="*/ 62360 w 200099"/>
                <a:gd name="connsiteY13" fmla="*/ 45173 h 127924"/>
                <a:gd name="connsiteX14" fmla="*/ 61479 w 200099"/>
                <a:gd name="connsiteY14" fmla="*/ 45568 h 127924"/>
                <a:gd name="connsiteX15" fmla="*/ 39078 w 200099"/>
                <a:gd name="connsiteY15" fmla="*/ 45568 h 127924"/>
                <a:gd name="connsiteX16" fmla="*/ 29153 w 200099"/>
                <a:gd name="connsiteY16" fmla="*/ 49344 h 127924"/>
                <a:gd name="connsiteX17" fmla="*/ 20898 w 200099"/>
                <a:gd name="connsiteY17" fmla="*/ 53953 h 127924"/>
                <a:gd name="connsiteX18" fmla="*/ 20295 w 200099"/>
                <a:gd name="connsiteY18" fmla="*/ 54085 h 127924"/>
                <a:gd name="connsiteX19" fmla="*/ 20064 w 200099"/>
                <a:gd name="connsiteY19" fmla="*/ 54085 h 127924"/>
                <a:gd name="connsiteX20" fmla="*/ 13385 w 200099"/>
                <a:gd name="connsiteY20" fmla="*/ 52812 h 127924"/>
                <a:gd name="connsiteX21" fmla="*/ 5733 w 200099"/>
                <a:gd name="connsiteY21" fmla="*/ 66245 h 127924"/>
                <a:gd name="connsiteX22" fmla="*/ 4156 w 200099"/>
                <a:gd name="connsiteY22" fmla="*/ 70240 h 127924"/>
                <a:gd name="connsiteX23" fmla="*/ 5408 w 200099"/>
                <a:gd name="connsiteY23" fmla="*/ 99082 h 127924"/>
                <a:gd name="connsiteX24" fmla="*/ 8748 w 200099"/>
                <a:gd name="connsiteY24" fmla="*/ 101190 h 127924"/>
                <a:gd name="connsiteX25" fmla="*/ 9165 w 200099"/>
                <a:gd name="connsiteY25" fmla="*/ 101672 h 127924"/>
                <a:gd name="connsiteX26" fmla="*/ 11994 w 200099"/>
                <a:gd name="connsiteY26" fmla="*/ 107906 h 127924"/>
                <a:gd name="connsiteX27" fmla="*/ 24609 w 200099"/>
                <a:gd name="connsiteY27" fmla="*/ 120857 h 127924"/>
                <a:gd name="connsiteX28" fmla="*/ 24933 w 200099"/>
                <a:gd name="connsiteY28" fmla="*/ 121603 h 127924"/>
                <a:gd name="connsiteX29" fmla="*/ 24933 w 200099"/>
                <a:gd name="connsiteY29" fmla="*/ 127925 h 127924"/>
                <a:gd name="connsiteX30" fmla="*/ 27206 w 200099"/>
                <a:gd name="connsiteY30" fmla="*/ 125071 h 127924"/>
                <a:gd name="connsiteX31" fmla="*/ 30174 w 200099"/>
                <a:gd name="connsiteY31" fmla="*/ 118662 h 127924"/>
                <a:gd name="connsiteX32" fmla="*/ 30174 w 200099"/>
                <a:gd name="connsiteY32" fmla="*/ 111769 h 127924"/>
                <a:gd name="connsiteX33" fmla="*/ 31333 w 200099"/>
                <a:gd name="connsiteY33" fmla="*/ 110672 h 127924"/>
                <a:gd name="connsiteX34" fmla="*/ 36481 w 200099"/>
                <a:gd name="connsiteY34" fmla="*/ 110672 h 127924"/>
                <a:gd name="connsiteX35" fmla="*/ 41397 w 200099"/>
                <a:gd name="connsiteY35" fmla="*/ 107643 h 127924"/>
                <a:gd name="connsiteX36" fmla="*/ 42510 w 200099"/>
                <a:gd name="connsiteY36" fmla="*/ 107555 h 127924"/>
                <a:gd name="connsiteX37" fmla="*/ 52667 w 200099"/>
                <a:gd name="connsiteY37" fmla="*/ 111901 h 127924"/>
                <a:gd name="connsiteX38" fmla="*/ 62128 w 200099"/>
                <a:gd name="connsiteY38" fmla="*/ 110804 h 127924"/>
                <a:gd name="connsiteX39" fmla="*/ 60041 w 200099"/>
                <a:gd name="connsiteY39" fmla="*/ 99302 h 127924"/>
                <a:gd name="connsiteX40" fmla="*/ 60644 w 200099"/>
                <a:gd name="connsiteY40" fmla="*/ 98117 h 127924"/>
                <a:gd name="connsiteX41" fmla="*/ 65513 w 200099"/>
                <a:gd name="connsiteY41" fmla="*/ 95790 h 127924"/>
                <a:gd name="connsiteX42" fmla="*/ 69687 w 200099"/>
                <a:gd name="connsiteY42" fmla="*/ 88415 h 127924"/>
                <a:gd name="connsiteX43" fmla="*/ 70708 w 200099"/>
                <a:gd name="connsiteY43" fmla="*/ 87844 h 127924"/>
                <a:gd name="connsiteX44" fmla="*/ 83740 w 200099"/>
                <a:gd name="connsiteY44" fmla="*/ 87844 h 127924"/>
                <a:gd name="connsiteX45" fmla="*/ 84574 w 200099"/>
                <a:gd name="connsiteY45" fmla="*/ 88195 h 127924"/>
                <a:gd name="connsiteX46" fmla="*/ 94128 w 200099"/>
                <a:gd name="connsiteY46" fmla="*/ 98029 h 127924"/>
                <a:gd name="connsiteX47" fmla="*/ 110499 w 200099"/>
                <a:gd name="connsiteY47" fmla="*/ 99214 h 127924"/>
                <a:gd name="connsiteX48" fmla="*/ 121537 w 200099"/>
                <a:gd name="connsiteY48" fmla="*/ 101936 h 127924"/>
                <a:gd name="connsiteX49" fmla="*/ 129189 w 200099"/>
                <a:gd name="connsiteY49" fmla="*/ 92366 h 127924"/>
                <a:gd name="connsiteX50" fmla="*/ 130627 w 200099"/>
                <a:gd name="connsiteY50" fmla="*/ 92058 h 127924"/>
                <a:gd name="connsiteX51" fmla="*/ 137537 w 200099"/>
                <a:gd name="connsiteY51" fmla="*/ 95351 h 127924"/>
                <a:gd name="connsiteX52" fmla="*/ 142778 w 200099"/>
                <a:gd name="connsiteY52" fmla="*/ 91883 h 127924"/>
                <a:gd name="connsiteX53" fmla="*/ 143242 w 200099"/>
                <a:gd name="connsiteY53" fmla="*/ 91707 h 127924"/>
                <a:gd name="connsiteX54" fmla="*/ 151961 w 200099"/>
                <a:gd name="connsiteY54" fmla="*/ 90434 h 127924"/>
                <a:gd name="connsiteX55" fmla="*/ 153120 w 200099"/>
                <a:gd name="connsiteY55" fmla="*/ 88415 h 127924"/>
                <a:gd name="connsiteX56" fmla="*/ 154650 w 200099"/>
                <a:gd name="connsiteY56" fmla="*/ 87976 h 127924"/>
                <a:gd name="connsiteX57" fmla="*/ 159474 w 200099"/>
                <a:gd name="connsiteY57" fmla="*/ 90259 h 127924"/>
                <a:gd name="connsiteX58" fmla="*/ 168332 w 200099"/>
                <a:gd name="connsiteY58" fmla="*/ 88107 h 127924"/>
                <a:gd name="connsiteX59" fmla="*/ 168332 w 200099"/>
                <a:gd name="connsiteY59" fmla="*/ 85386 h 127924"/>
                <a:gd name="connsiteX60" fmla="*/ 169491 w 200099"/>
                <a:gd name="connsiteY60" fmla="*/ 84288 h 127924"/>
                <a:gd name="connsiteX61" fmla="*/ 172691 w 200099"/>
                <a:gd name="connsiteY61" fmla="*/ 84288 h 127924"/>
                <a:gd name="connsiteX62" fmla="*/ 173016 w 200099"/>
                <a:gd name="connsiteY62" fmla="*/ 84332 h 127924"/>
                <a:gd name="connsiteX63" fmla="*/ 177282 w 200099"/>
                <a:gd name="connsiteY63" fmla="*/ 85605 h 127924"/>
                <a:gd name="connsiteX64" fmla="*/ 181271 w 200099"/>
                <a:gd name="connsiteY64" fmla="*/ 84332 h 127924"/>
                <a:gd name="connsiteX65" fmla="*/ 182384 w 200099"/>
                <a:gd name="connsiteY65" fmla="*/ 84552 h 127924"/>
                <a:gd name="connsiteX66" fmla="*/ 186465 w 200099"/>
                <a:gd name="connsiteY66" fmla="*/ 87932 h 127924"/>
                <a:gd name="connsiteX67" fmla="*/ 192819 w 200099"/>
                <a:gd name="connsiteY67" fmla="*/ 88898 h 127924"/>
                <a:gd name="connsiteX68" fmla="*/ 195601 w 200099"/>
                <a:gd name="connsiteY68" fmla="*/ 86263 h 127924"/>
                <a:gd name="connsiteX69" fmla="*/ 196807 w 200099"/>
                <a:gd name="connsiteY69" fmla="*/ 86000 h 127924"/>
                <a:gd name="connsiteX70" fmla="*/ 200100 w 200099"/>
                <a:gd name="connsiteY70" fmla="*/ 87142 h 127924"/>
                <a:gd name="connsiteX71" fmla="*/ 197781 w 200099"/>
                <a:gd name="connsiteY71" fmla="*/ 80118 h 127924"/>
                <a:gd name="connsiteX72" fmla="*/ 187207 w 200099"/>
                <a:gd name="connsiteY72" fmla="*/ 75113 h 127924"/>
                <a:gd name="connsiteX73" fmla="*/ 186558 w 200099"/>
                <a:gd name="connsiteY73" fmla="*/ 74147 h 127924"/>
                <a:gd name="connsiteX74" fmla="*/ 186558 w 200099"/>
                <a:gd name="connsiteY74" fmla="*/ 72347 h 127924"/>
                <a:gd name="connsiteX75" fmla="*/ 183636 w 200099"/>
                <a:gd name="connsiteY75" fmla="*/ 68791 h 127924"/>
                <a:gd name="connsiteX76" fmla="*/ 183404 w 200099"/>
                <a:gd name="connsiteY76" fmla="*/ 68133 h 127924"/>
                <a:gd name="connsiteX77" fmla="*/ 183404 w 200099"/>
                <a:gd name="connsiteY77" fmla="*/ 64884 h 127924"/>
                <a:gd name="connsiteX78" fmla="*/ 165966 w 200099"/>
                <a:gd name="connsiteY78" fmla="*/ 53953 h 127924"/>
                <a:gd name="connsiteX79" fmla="*/ 165503 w 200099"/>
                <a:gd name="connsiteY79" fmla="*/ 52724 h 127924"/>
                <a:gd name="connsiteX80" fmla="*/ 167079 w 200099"/>
                <a:gd name="connsiteY80" fmla="*/ 47500 h 127924"/>
                <a:gd name="connsiteX81" fmla="*/ 162303 w 200099"/>
                <a:gd name="connsiteY81" fmla="*/ 41793 h 127924"/>
                <a:gd name="connsiteX82" fmla="*/ 151543 w 200099"/>
                <a:gd name="connsiteY82" fmla="*/ 41793 h 127924"/>
                <a:gd name="connsiteX83" fmla="*/ 150384 w 200099"/>
                <a:gd name="connsiteY83" fmla="*/ 40695 h 127924"/>
                <a:gd name="connsiteX84" fmla="*/ 150384 w 200099"/>
                <a:gd name="connsiteY84" fmla="*/ 35471 h 127924"/>
                <a:gd name="connsiteX85" fmla="*/ 140830 w 200099"/>
                <a:gd name="connsiteY85" fmla="*/ 35471 h 127924"/>
                <a:gd name="connsiteX86" fmla="*/ 139949 w 200099"/>
                <a:gd name="connsiteY86" fmla="*/ 35076 h 127924"/>
                <a:gd name="connsiteX87" fmla="*/ 139671 w 200099"/>
                <a:gd name="connsiteY87" fmla="*/ 34198 h 127924"/>
                <a:gd name="connsiteX88" fmla="*/ 142221 w 200099"/>
                <a:gd name="connsiteY88" fmla="*/ 18043 h 127924"/>
                <a:gd name="connsiteX89" fmla="*/ 129931 w 200099"/>
                <a:gd name="connsiteY89" fmla="*/ 2239 h 127924"/>
                <a:gd name="connsiteX90" fmla="*/ 129792 w 200099"/>
                <a:gd name="connsiteY90" fmla="*/ 2239 h 127924"/>
                <a:gd name="connsiteX91" fmla="*/ 129467 w 200099"/>
                <a:gd name="connsiteY91" fmla="*/ 2239 h 127924"/>
                <a:gd name="connsiteX92" fmla="*/ 129467 w 200099"/>
                <a:gd name="connsiteY92" fmla="*/ 2239 h 127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00099" h="127924">
                  <a:moveTo>
                    <a:pt x="129467" y="2063"/>
                  </a:moveTo>
                  <a:cubicBezTo>
                    <a:pt x="129467" y="2063"/>
                    <a:pt x="129467" y="2063"/>
                    <a:pt x="129467" y="2063"/>
                  </a:cubicBezTo>
                  <a:lnTo>
                    <a:pt x="122604" y="0"/>
                  </a:lnTo>
                  <a:lnTo>
                    <a:pt x="113792" y="3205"/>
                  </a:lnTo>
                  <a:lnTo>
                    <a:pt x="112725" y="11063"/>
                  </a:lnTo>
                  <a:cubicBezTo>
                    <a:pt x="112679" y="11414"/>
                    <a:pt x="112447" y="11721"/>
                    <a:pt x="112076" y="11897"/>
                  </a:cubicBezTo>
                  <a:lnTo>
                    <a:pt x="102059" y="16638"/>
                  </a:lnTo>
                  <a:lnTo>
                    <a:pt x="98766" y="24496"/>
                  </a:lnTo>
                  <a:cubicBezTo>
                    <a:pt x="98673" y="24760"/>
                    <a:pt x="98441" y="24935"/>
                    <a:pt x="98209" y="25067"/>
                  </a:cubicBezTo>
                  <a:lnTo>
                    <a:pt x="90093" y="28930"/>
                  </a:lnTo>
                  <a:cubicBezTo>
                    <a:pt x="90093" y="28930"/>
                    <a:pt x="89769" y="29062"/>
                    <a:pt x="89583" y="29062"/>
                  </a:cubicBezTo>
                  <a:lnTo>
                    <a:pt x="78035" y="29062"/>
                  </a:lnTo>
                  <a:lnTo>
                    <a:pt x="70383" y="36174"/>
                  </a:lnTo>
                  <a:lnTo>
                    <a:pt x="62360" y="45173"/>
                  </a:lnTo>
                  <a:cubicBezTo>
                    <a:pt x="62128" y="45436"/>
                    <a:pt x="61803" y="45568"/>
                    <a:pt x="61479" y="45568"/>
                  </a:cubicBezTo>
                  <a:lnTo>
                    <a:pt x="39078" y="45568"/>
                  </a:lnTo>
                  <a:lnTo>
                    <a:pt x="29153" y="49344"/>
                  </a:lnTo>
                  <a:lnTo>
                    <a:pt x="20898" y="53953"/>
                  </a:lnTo>
                  <a:cubicBezTo>
                    <a:pt x="20898" y="53953"/>
                    <a:pt x="20527" y="54085"/>
                    <a:pt x="20295" y="54085"/>
                  </a:cubicBezTo>
                  <a:cubicBezTo>
                    <a:pt x="20203" y="54085"/>
                    <a:pt x="20156" y="54085"/>
                    <a:pt x="20064" y="54085"/>
                  </a:cubicBezTo>
                  <a:lnTo>
                    <a:pt x="13385" y="52812"/>
                  </a:lnTo>
                  <a:cubicBezTo>
                    <a:pt x="12411" y="53734"/>
                    <a:pt x="9165" y="57114"/>
                    <a:pt x="5733" y="66245"/>
                  </a:cubicBezTo>
                  <a:cubicBezTo>
                    <a:pt x="5223" y="67606"/>
                    <a:pt x="4713" y="68923"/>
                    <a:pt x="4156" y="70240"/>
                  </a:cubicBezTo>
                  <a:cubicBezTo>
                    <a:pt x="168" y="80162"/>
                    <a:pt x="-3264" y="88722"/>
                    <a:pt x="5408" y="99082"/>
                  </a:cubicBezTo>
                  <a:lnTo>
                    <a:pt x="8748" y="101190"/>
                  </a:lnTo>
                  <a:cubicBezTo>
                    <a:pt x="8748" y="101190"/>
                    <a:pt x="9072" y="101453"/>
                    <a:pt x="9165" y="101672"/>
                  </a:cubicBezTo>
                  <a:lnTo>
                    <a:pt x="11994" y="107906"/>
                  </a:lnTo>
                  <a:lnTo>
                    <a:pt x="24609" y="120857"/>
                  </a:lnTo>
                  <a:cubicBezTo>
                    <a:pt x="24609" y="120857"/>
                    <a:pt x="24933" y="121340"/>
                    <a:pt x="24933" y="121603"/>
                  </a:cubicBezTo>
                  <a:lnTo>
                    <a:pt x="24933" y="127925"/>
                  </a:lnTo>
                  <a:lnTo>
                    <a:pt x="27206" y="125071"/>
                  </a:lnTo>
                  <a:lnTo>
                    <a:pt x="30174" y="118662"/>
                  </a:lnTo>
                  <a:lnTo>
                    <a:pt x="30174" y="111769"/>
                  </a:lnTo>
                  <a:cubicBezTo>
                    <a:pt x="30174" y="111155"/>
                    <a:pt x="30684" y="110672"/>
                    <a:pt x="31333" y="110672"/>
                  </a:cubicBezTo>
                  <a:lnTo>
                    <a:pt x="36481" y="110672"/>
                  </a:lnTo>
                  <a:lnTo>
                    <a:pt x="41397" y="107643"/>
                  </a:lnTo>
                  <a:cubicBezTo>
                    <a:pt x="41722" y="107423"/>
                    <a:pt x="42139" y="107423"/>
                    <a:pt x="42510" y="107555"/>
                  </a:cubicBezTo>
                  <a:lnTo>
                    <a:pt x="52667" y="111901"/>
                  </a:lnTo>
                  <a:lnTo>
                    <a:pt x="62128" y="110804"/>
                  </a:lnTo>
                  <a:lnTo>
                    <a:pt x="60041" y="99302"/>
                  </a:lnTo>
                  <a:cubicBezTo>
                    <a:pt x="59948" y="98819"/>
                    <a:pt x="60226" y="98336"/>
                    <a:pt x="60644" y="98117"/>
                  </a:cubicBezTo>
                  <a:lnTo>
                    <a:pt x="65513" y="95790"/>
                  </a:lnTo>
                  <a:lnTo>
                    <a:pt x="69687" y="88415"/>
                  </a:lnTo>
                  <a:cubicBezTo>
                    <a:pt x="69873" y="88064"/>
                    <a:pt x="70290" y="87844"/>
                    <a:pt x="70708" y="87844"/>
                  </a:cubicBezTo>
                  <a:lnTo>
                    <a:pt x="83740" y="87844"/>
                  </a:lnTo>
                  <a:cubicBezTo>
                    <a:pt x="84064" y="87844"/>
                    <a:pt x="84389" y="87976"/>
                    <a:pt x="84574" y="88195"/>
                  </a:cubicBezTo>
                  <a:lnTo>
                    <a:pt x="94128" y="98029"/>
                  </a:lnTo>
                  <a:lnTo>
                    <a:pt x="110499" y="99214"/>
                  </a:lnTo>
                  <a:lnTo>
                    <a:pt x="121537" y="101936"/>
                  </a:lnTo>
                  <a:lnTo>
                    <a:pt x="129189" y="92366"/>
                  </a:lnTo>
                  <a:cubicBezTo>
                    <a:pt x="129514" y="91927"/>
                    <a:pt x="130117" y="91795"/>
                    <a:pt x="130627" y="92058"/>
                  </a:cubicBezTo>
                  <a:lnTo>
                    <a:pt x="137537" y="95351"/>
                  </a:lnTo>
                  <a:lnTo>
                    <a:pt x="142778" y="91883"/>
                  </a:lnTo>
                  <a:cubicBezTo>
                    <a:pt x="142778" y="91883"/>
                    <a:pt x="143102" y="91707"/>
                    <a:pt x="143242" y="91707"/>
                  </a:cubicBezTo>
                  <a:lnTo>
                    <a:pt x="151961" y="90434"/>
                  </a:lnTo>
                  <a:lnTo>
                    <a:pt x="153120" y="88415"/>
                  </a:lnTo>
                  <a:cubicBezTo>
                    <a:pt x="153444" y="87888"/>
                    <a:pt x="154094" y="87712"/>
                    <a:pt x="154650" y="87976"/>
                  </a:cubicBezTo>
                  <a:lnTo>
                    <a:pt x="159474" y="90259"/>
                  </a:lnTo>
                  <a:lnTo>
                    <a:pt x="168332" y="88107"/>
                  </a:lnTo>
                  <a:lnTo>
                    <a:pt x="168332" y="85386"/>
                  </a:lnTo>
                  <a:cubicBezTo>
                    <a:pt x="168332" y="84771"/>
                    <a:pt x="168842" y="84288"/>
                    <a:pt x="169491" y="84288"/>
                  </a:cubicBezTo>
                  <a:lnTo>
                    <a:pt x="172691" y="84288"/>
                  </a:lnTo>
                  <a:cubicBezTo>
                    <a:pt x="172691" y="84288"/>
                    <a:pt x="172923" y="84288"/>
                    <a:pt x="173016" y="84332"/>
                  </a:cubicBezTo>
                  <a:lnTo>
                    <a:pt x="177282" y="85605"/>
                  </a:lnTo>
                  <a:lnTo>
                    <a:pt x="181271" y="84332"/>
                  </a:lnTo>
                  <a:cubicBezTo>
                    <a:pt x="181688" y="84200"/>
                    <a:pt x="182059" y="84332"/>
                    <a:pt x="182384" y="84552"/>
                  </a:cubicBezTo>
                  <a:lnTo>
                    <a:pt x="186465" y="87932"/>
                  </a:lnTo>
                  <a:lnTo>
                    <a:pt x="192819" y="88898"/>
                  </a:lnTo>
                  <a:lnTo>
                    <a:pt x="195601" y="86263"/>
                  </a:lnTo>
                  <a:cubicBezTo>
                    <a:pt x="195926" y="85956"/>
                    <a:pt x="196390" y="85869"/>
                    <a:pt x="196807" y="86000"/>
                  </a:cubicBezTo>
                  <a:lnTo>
                    <a:pt x="200100" y="87142"/>
                  </a:lnTo>
                  <a:lnTo>
                    <a:pt x="197781" y="80118"/>
                  </a:lnTo>
                  <a:lnTo>
                    <a:pt x="187207" y="75113"/>
                  </a:lnTo>
                  <a:cubicBezTo>
                    <a:pt x="186836" y="74937"/>
                    <a:pt x="186558" y="74542"/>
                    <a:pt x="186558" y="74147"/>
                  </a:cubicBezTo>
                  <a:lnTo>
                    <a:pt x="186558" y="72347"/>
                  </a:lnTo>
                  <a:lnTo>
                    <a:pt x="183636" y="68791"/>
                  </a:lnTo>
                  <a:cubicBezTo>
                    <a:pt x="183636" y="68791"/>
                    <a:pt x="183404" y="68352"/>
                    <a:pt x="183404" y="68133"/>
                  </a:cubicBezTo>
                  <a:lnTo>
                    <a:pt x="183404" y="64884"/>
                  </a:lnTo>
                  <a:lnTo>
                    <a:pt x="165966" y="53953"/>
                  </a:lnTo>
                  <a:cubicBezTo>
                    <a:pt x="165549" y="53690"/>
                    <a:pt x="165363" y="53207"/>
                    <a:pt x="165503" y="52724"/>
                  </a:cubicBezTo>
                  <a:lnTo>
                    <a:pt x="167079" y="47500"/>
                  </a:lnTo>
                  <a:lnTo>
                    <a:pt x="162303" y="41793"/>
                  </a:lnTo>
                  <a:lnTo>
                    <a:pt x="151543" y="41793"/>
                  </a:lnTo>
                  <a:cubicBezTo>
                    <a:pt x="150894" y="41793"/>
                    <a:pt x="150384" y="41310"/>
                    <a:pt x="150384" y="40695"/>
                  </a:cubicBezTo>
                  <a:lnTo>
                    <a:pt x="150384" y="35471"/>
                  </a:lnTo>
                  <a:lnTo>
                    <a:pt x="140830" y="35471"/>
                  </a:lnTo>
                  <a:cubicBezTo>
                    <a:pt x="140505" y="35471"/>
                    <a:pt x="140181" y="35340"/>
                    <a:pt x="139949" y="35076"/>
                  </a:cubicBezTo>
                  <a:cubicBezTo>
                    <a:pt x="139717" y="34857"/>
                    <a:pt x="139624" y="34505"/>
                    <a:pt x="139671" y="34198"/>
                  </a:cubicBezTo>
                  <a:lnTo>
                    <a:pt x="142221" y="18043"/>
                  </a:lnTo>
                  <a:cubicBezTo>
                    <a:pt x="139114" y="11370"/>
                    <a:pt x="133363" y="2239"/>
                    <a:pt x="129931" y="2239"/>
                  </a:cubicBezTo>
                  <a:cubicBezTo>
                    <a:pt x="129885" y="2239"/>
                    <a:pt x="129839" y="2239"/>
                    <a:pt x="129792" y="2239"/>
                  </a:cubicBezTo>
                  <a:cubicBezTo>
                    <a:pt x="129699" y="2239"/>
                    <a:pt x="129560" y="2239"/>
                    <a:pt x="129467" y="2239"/>
                  </a:cubicBezTo>
                  <a:cubicBezTo>
                    <a:pt x="129467" y="2239"/>
                    <a:pt x="129467" y="2239"/>
                    <a:pt x="129467" y="22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0" name="Freeform: Shape 2149">
              <a:extLst>
                <a:ext uri="{FF2B5EF4-FFF2-40B4-BE49-F238E27FC236}">
                  <a16:creationId xmlns:a16="http://schemas.microsoft.com/office/drawing/2014/main" id="{7BAFC9EB-7DCF-C347-A034-8DC7C4339D24}"/>
                </a:ext>
              </a:extLst>
            </p:cNvPr>
            <p:cNvSpPr>
              <a:spLocks/>
            </p:cNvSpPr>
            <p:nvPr/>
          </p:nvSpPr>
          <p:spPr>
            <a:xfrm>
              <a:off x="5948676" y="1916126"/>
              <a:ext cx="305971" cy="667847"/>
            </a:xfrm>
            <a:custGeom>
              <a:avLst/>
              <a:gdLst>
                <a:gd name="connsiteX0" fmla="*/ 196500 w 204987"/>
                <a:gd name="connsiteY0" fmla="*/ 106765 h 447429"/>
                <a:gd name="connsiteX1" fmla="*/ 203040 w 204987"/>
                <a:gd name="connsiteY1" fmla="*/ 95746 h 447429"/>
                <a:gd name="connsiteX2" fmla="*/ 203040 w 204987"/>
                <a:gd name="connsiteY2" fmla="*/ 84903 h 447429"/>
                <a:gd name="connsiteX3" fmla="*/ 195805 w 204987"/>
                <a:gd name="connsiteY3" fmla="*/ 76123 h 447429"/>
                <a:gd name="connsiteX4" fmla="*/ 195805 w 204987"/>
                <a:gd name="connsiteY4" fmla="*/ 70021 h 447429"/>
                <a:gd name="connsiteX5" fmla="*/ 199005 w 204987"/>
                <a:gd name="connsiteY5" fmla="*/ 67562 h 447429"/>
                <a:gd name="connsiteX6" fmla="*/ 199005 w 204987"/>
                <a:gd name="connsiteY6" fmla="*/ 64445 h 447429"/>
                <a:gd name="connsiteX7" fmla="*/ 192883 w 204987"/>
                <a:gd name="connsiteY7" fmla="*/ 62294 h 447429"/>
                <a:gd name="connsiteX8" fmla="*/ 197289 w 204987"/>
                <a:gd name="connsiteY8" fmla="*/ 56016 h 447429"/>
                <a:gd name="connsiteX9" fmla="*/ 195434 w 204987"/>
                <a:gd name="connsiteY9" fmla="*/ 46885 h 447429"/>
                <a:gd name="connsiteX10" fmla="*/ 198680 w 204987"/>
                <a:gd name="connsiteY10" fmla="*/ 43285 h 447429"/>
                <a:gd name="connsiteX11" fmla="*/ 193996 w 204987"/>
                <a:gd name="connsiteY11" fmla="*/ 36788 h 447429"/>
                <a:gd name="connsiteX12" fmla="*/ 189405 w 204987"/>
                <a:gd name="connsiteY12" fmla="*/ 36788 h 447429"/>
                <a:gd name="connsiteX13" fmla="*/ 189405 w 204987"/>
                <a:gd name="connsiteY13" fmla="*/ 30203 h 447429"/>
                <a:gd name="connsiteX14" fmla="*/ 179990 w 204987"/>
                <a:gd name="connsiteY14" fmla="*/ 23838 h 447429"/>
                <a:gd name="connsiteX15" fmla="*/ 173265 w 204987"/>
                <a:gd name="connsiteY15" fmla="*/ 23267 h 447429"/>
                <a:gd name="connsiteX16" fmla="*/ 163341 w 204987"/>
                <a:gd name="connsiteY16" fmla="*/ 14750 h 447429"/>
                <a:gd name="connsiteX17" fmla="*/ 163341 w 204987"/>
                <a:gd name="connsiteY17" fmla="*/ 11019 h 447429"/>
                <a:gd name="connsiteX18" fmla="*/ 154622 w 204987"/>
                <a:gd name="connsiteY18" fmla="*/ 7287 h 447429"/>
                <a:gd name="connsiteX19" fmla="*/ 154622 w 204987"/>
                <a:gd name="connsiteY19" fmla="*/ 3249 h 447429"/>
                <a:gd name="connsiteX20" fmla="*/ 151514 w 204987"/>
                <a:gd name="connsiteY20" fmla="*/ 0 h 447429"/>
                <a:gd name="connsiteX21" fmla="*/ 144372 w 204987"/>
                <a:gd name="connsiteY21" fmla="*/ 0 h 447429"/>
                <a:gd name="connsiteX22" fmla="*/ 147109 w 204987"/>
                <a:gd name="connsiteY22" fmla="*/ 3468 h 447429"/>
                <a:gd name="connsiteX23" fmla="*/ 147109 w 204987"/>
                <a:gd name="connsiteY23" fmla="*/ 10712 h 447429"/>
                <a:gd name="connsiteX24" fmla="*/ 140477 w 204987"/>
                <a:gd name="connsiteY24" fmla="*/ 18262 h 447429"/>
                <a:gd name="connsiteX25" fmla="*/ 148129 w 204987"/>
                <a:gd name="connsiteY25" fmla="*/ 21687 h 447429"/>
                <a:gd name="connsiteX26" fmla="*/ 138854 w 204987"/>
                <a:gd name="connsiteY26" fmla="*/ 28974 h 447429"/>
                <a:gd name="connsiteX27" fmla="*/ 117103 w 204987"/>
                <a:gd name="connsiteY27" fmla="*/ 19799 h 447429"/>
                <a:gd name="connsiteX28" fmla="*/ 113253 w 204987"/>
                <a:gd name="connsiteY28" fmla="*/ 20633 h 447429"/>
                <a:gd name="connsiteX29" fmla="*/ 113253 w 204987"/>
                <a:gd name="connsiteY29" fmla="*/ 35515 h 447429"/>
                <a:gd name="connsiteX30" fmla="*/ 109497 w 204987"/>
                <a:gd name="connsiteY30" fmla="*/ 45041 h 447429"/>
                <a:gd name="connsiteX31" fmla="*/ 98644 w 204987"/>
                <a:gd name="connsiteY31" fmla="*/ 38193 h 447429"/>
                <a:gd name="connsiteX32" fmla="*/ 89972 w 204987"/>
                <a:gd name="connsiteY32" fmla="*/ 46929 h 447429"/>
                <a:gd name="connsiteX33" fmla="*/ 87282 w 204987"/>
                <a:gd name="connsiteY33" fmla="*/ 57333 h 447429"/>
                <a:gd name="connsiteX34" fmla="*/ 80511 w 204987"/>
                <a:gd name="connsiteY34" fmla="*/ 60011 h 447429"/>
                <a:gd name="connsiteX35" fmla="*/ 80511 w 204987"/>
                <a:gd name="connsiteY35" fmla="*/ 65982 h 447429"/>
                <a:gd name="connsiteX36" fmla="*/ 84870 w 204987"/>
                <a:gd name="connsiteY36" fmla="*/ 70635 h 447429"/>
                <a:gd name="connsiteX37" fmla="*/ 84870 w 204987"/>
                <a:gd name="connsiteY37" fmla="*/ 80469 h 447429"/>
                <a:gd name="connsiteX38" fmla="*/ 69566 w 204987"/>
                <a:gd name="connsiteY38" fmla="*/ 99346 h 447429"/>
                <a:gd name="connsiteX39" fmla="*/ 71050 w 204987"/>
                <a:gd name="connsiteY39" fmla="*/ 108609 h 447429"/>
                <a:gd name="connsiteX40" fmla="*/ 63305 w 204987"/>
                <a:gd name="connsiteY40" fmla="*/ 113569 h 447429"/>
                <a:gd name="connsiteX41" fmla="*/ 55050 w 204987"/>
                <a:gd name="connsiteY41" fmla="*/ 114623 h 447429"/>
                <a:gd name="connsiteX42" fmla="*/ 54957 w 204987"/>
                <a:gd name="connsiteY42" fmla="*/ 142587 h 447429"/>
                <a:gd name="connsiteX43" fmla="*/ 41600 w 204987"/>
                <a:gd name="connsiteY43" fmla="*/ 168928 h 447429"/>
                <a:gd name="connsiteX44" fmla="*/ 49392 w 204987"/>
                <a:gd name="connsiteY44" fmla="*/ 171474 h 447429"/>
                <a:gd name="connsiteX45" fmla="*/ 49531 w 204987"/>
                <a:gd name="connsiteY45" fmla="*/ 172044 h 447429"/>
                <a:gd name="connsiteX46" fmla="*/ 46238 w 204987"/>
                <a:gd name="connsiteY46" fmla="*/ 190087 h 447429"/>
                <a:gd name="connsiteX47" fmla="*/ 45635 w 204987"/>
                <a:gd name="connsiteY47" fmla="*/ 191185 h 447429"/>
                <a:gd name="connsiteX48" fmla="*/ 44568 w 204987"/>
                <a:gd name="connsiteY48" fmla="*/ 190526 h 447429"/>
                <a:gd name="connsiteX49" fmla="*/ 29310 w 204987"/>
                <a:gd name="connsiteY49" fmla="*/ 188375 h 447429"/>
                <a:gd name="connsiteX50" fmla="*/ 17391 w 204987"/>
                <a:gd name="connsiteY50" fmla="*/ 201106 h 447429"/>
                <a:gd name="connsiteX51" fmla="*/ 17948 w 204987"/>
                <a:gd name="connsiteY51" fmla="*/ 208789 h 447429"/>
                <a:gd name="connsiteX52" fmla="*/ 13867 w 204987"/>
                <a:gd name="connsiteY52" fmla="*/ 212915 h 447429"/>
                <a:gd name="connsiteX53" fmla="*/ 19942 w 204987"/>
                <a:gd name="connsiteY53" fmla="*/ 222090 h 447429"/>
                <a:gd name="connsiteX54" fmla="*/ 17067 w 204987"/>
                <a:gd name="connsiteY54" fmla="*/ 225120 h 447429"/>
                <a:gd name="connsiteX55" fmla="*/ 17345 w 204987"/>
                <a:gd name="connsiteY55" fmla="*/ 237412 h 447429"/>
                <a:gd name="connsiteX56" fmla="*/ 19989 w 204987"/>
                <a:gd name="connsiteY56" fmla="*/ 245709 h 447429"/>
                <a:gd name="connsiteX57" fmla="*/ 19989 w 204987"/>
                <a:gd name="connsiteY57" fmla="*/ 245928 h 447429"/>
                <a:gd name="connsiteX58" fmla="*/ 18551 w 204987"/>
                <a:gd name="connsiteY58" fmla="*/ 264893 h 447429"/>
                <a:gd name="connsiteX59" fmla="*/ 19617 w 204987"/>
                <a:gd name="connsiteY59" fmla="*/ 267527 h 447429"/>
                <a:gd name="connsiteX60" fmla="*/ 24070 w 204987"/>
                <a:gd name="connsiteY60" fmla="*/ 267527 h 447429"/>
                <a:gd name="connsiteX61" fmla="*/ 30006 w 204987"/>
                <a:gd name="connsiteY61" fmla="*/ 275912 h 447429"/>
                <a:gd name="connsiteX62" fmla="*/ 24812 w 204987"/>
                <a:gd name="connsiteY62" fmla="*/ 286711 h 447429"/>
                <a:gd name="connsiteX63" fmla="*/ 19525 w 204987"/>
                <a:gd name="connsiteY63" fmla="*/ 286711 h 447429"/>
                <a:gd name="connsiteX64" fmla="*/ 25275 w 204987"/>
                <a:gd name="connsiteY64" fmla="*/ 305237 h 447429"/>
                <a:gd name="connsiteX65" fmla="*/ 20081 w 204987"/>
                <a:gd name="connsiteY65" fmla="*/ 319066 h 447429"/>
                <a:gd name="connsiteX66" fmla="*/ 13635 w 204987"/>
                <a:gd name="connsiteY66" fmla="*/ 322095 h 447429"/>
                <a:gd name="connsiteX67" fmla="*/ 15351 w 204987"/>
                <a:gd name="connsiteY67" fmla="*/ 326441 h 447429"/>
                <a:gd name="connsiteX68" fmla="*/ 11362 w 204987"/>
                <a:gd name="connsiteY68" fmla="*/ 328460 h 447429"/>
                <a:gd name="connsiteX69" fmla="*/ 12754 w 204987"/>
                <a:gd name="connsiteY69" fmla="*/ 339962 h 447429"/>
                <a:gd name="connsiteX70" fmla="*/ 12754 w 204987"/>
                <a:gd name="connsiteY70" fmla="*/ 340138 h 447429"/>
                <a:gd name="connsiteX71" fmla="*/ 10203 w 204987"/>
                <a:gd name="connsiteY71" fmla="*/ 350630 h 447429"/>
                <a:gd name="connsiteX72" fmla="*/ 4962 w 204987"/>
                <a:gd name="connsiteY72" fmla="*/ 350630 h 447429"/>
                <a:gd name="connsiteX73" fmla="*/ 3107 w 204987"/>
                <a:gd name="connsiteY73" fmla="*/ 345537 h 447429"/>
                <a:gd name="connsiteX74" fmla="*/ 0 w 204987"/>
                <a:gd name="connsiteY74" fmla="*/ 346986 h 447429"/>
                <a:gd name="connsiteX75" fmla="*/ 2922 w 204987"/>
                <a:gd name="connsiteY75" fmla="*/ 365688 h 447429"/>
                <a:gd name="connsiteX76" fmla="*/ 6678 w 204987"/>
                <a:gd name="connsiteY76" fmla="*/ 373985 h 447429"/>
                <a:gd name="connsiteX77" fmla="*/ 10157 w 204987"/>
                <a:gd name="connsiteY77" fmla="*/ 377453 h 447429"/>
                <a:gd name="connsiteX78" fmla="*/ 29264 w 204987"/>
                <a:gd name="connsiteY78" fmla="*/ 414241 h 447429"/>
                <a:gd name="connsiteX79" fmla="*/ 27826 w 204987"/>
                <a:gd name="connsiteY79" fmla="*/ 417270 h 447429"/>
                <a:gd name="connsiteX80" fmla="*/ 24626 w 204987"/>
                <a:gd name="connsiteY80" fmla="*/ 417270 h 447429"/>
                <a:gd name="connsiteX81" fmla="*/ 26064 w 204987"/>
                <a:gd name="connsiteY81" fmla="*/ 422758 h 447429"/>
                <a:gd name="connsiteX82" fmla="*/ 22586 w 204987"/>
                <a:gd name="connsiteY82" fmla="*/ 422758 h 447429"/>
                <a:gd name="connsiteX83" fmla="*/ 25461 w 204987"/>
                <a:gd name="connsiteY83" fmla="*/ 427982 h 447429"/>
                <a:gd name="connsiteX84" fmla="*/ 30377 w 204987"/>
                <a:gd name="connsiteY84" fmla="*/ 438123 h 447429"/>
                <a:gd name="connsiteX85" fmla="*/ 28661 w 204987"/>
                <a:gd name="connsiteY85" fmla="*/ 441679 h 447429"/>
                <a:gd name="connsiteX86" fmla="*/ 30377 w 204987"/>
                <a:gd name="connsiteY86" fmla="*/ 447429 h 447429"/>
                <a:gd name="connsiteX87" fmla="*/ 48650 w 204987"/>
                <a:gd name="connsiteY87" fmla="*/ 447429 h 447429"/>
                <a:gd name="connsiteX88" fmla="*/ 51247 w 204987"/>
                <a:gd name="connsiteY88" fmla="*/ 444708 h 447429"/>
                <a:gd name="connsiteX89" fmla="*/ 51803 w 204987"/>
                <a:gd name="connsiteY89" fmla="*/ 441415 h 447429"/>
                <a:gd name="connsiteX90" fmla="*/ 49484 w 204987"/>
                <a:gd name="connsiteY90" fmla="*/ 436762 h 447429"/>
                <a:gd name="connsiteX91" fmla="*/ 50922 w 204987"/>
                <a:gd name="connsiteY91" fmla="*/ 431538 h 447429"/>
                <a:gd name="connsiteX92" fmla="*/ 54679 w 204987"/>
                <a:gd name="connsiteY92" fmla="*/ 428816 h 447429"/>
                <a:gd name="connsiteX93" fmla="*/ 57276 w 204987"/>
                <a:gd name="connsiteY93" fmla="*/ 430177 h 447429"/>
                <a:gd name="connsiteX94" fmla="*/ 58435 w 204987"/>
                <a:gd name="connsiteY94" fmla="*/ 426884 h 447429"/>
                <a:gd name="connsiteX95" fmla="*/ 74389 w 204987"/>
                <a:gd name="connsiteY95" fmla="*/ 426050 h 447429"/>
                <a:gd name="connsiteX96" fmla="*/ 78424 w 204987"/>
                <a:gd name="connsiteY96" fmla="*/ 423855 h 447429"/>
                <a:gd name="connsiteX97" fmla="*/ 81021 w 204987"/>
                <a:gd name="connsiteY97" fmla="*/ 416173 h 447429"/>
                <a:gd name="connsiteX98" fmla="*/ 83618 w 204987"/>
                <a:gd name="connsiteY98" fmla="*/ 411783 h 447429"/>
                <a:gd name="connsiteX99" fmla="*/ 83618 w 204987"/>
                <a:gd name="connsiteY99" fmla="*/ 423855 h 447429"/>
                <a:gd name="connsiteX100" fmla="*/ 86215 w 204987"/>
                <a:gd name="connsiteY100" fmla="*/ 425523 h 447429"/>
                <a:gd name="connsiteX101" fmla="*/ 88256 w 204987"/>
                <a:gd name="connsiteY101" fmla="*/ 415075 h 447429"/>
                <a:gd name="connsiteX102" fmla="*/ 95491 w 204987"/>
                <a:gd name="connsiteY102" fmla="*/ 394793 h 447429"/>
                <a:gd name="connsiteX103" fmla="*/ 92894 w 204987"/>
                <a:gd name="connsiteY103" fmla="*/ 393696 h 447429"/>
                <a:gd name="connsiteX104" fmla="*/ 85380 w 204987"/>
                <a:gd name="connsiteY104" fmla="*/ 410422 h 447429"/>
                <a:gd name="connsiteX105" fmla="*/ 84499 w 204987"/>
                <a:gd name="connsiteY105" fmla="*/ 402739 h 447429"/>
                <a:gd name="connsiteX106" fmla="*/ 85937 w 204987"/>
                <a:gd name="connsiteY106" fmla="*/ 400281 h 447429"/>
                <a:gd name="connsiteX107" fmla="*/ 85659 w 204987"/>
                <a:gd name="connsiteY107" fmla="*/ 395364 h 447429"/>
                <a:gd name="connsiteX108" fmla="*/ 89415 w 204987"/>
                <a:gd name="connsiteY108" fmla="*/ 391808 h 447429"/>
                <a:gd name="connsiteX109" fmla="*/ 87978 w 204987"/>
                <a:gd name="connsiteY109" fmla="*/ 384389 h 447429"/>
                <a:gd name="connsiteX110" fmla="*/ 85659 w 204987"/>
                <a:gd name="connsiteY110" fmla="*/ 379165 h 447429"/>
                <a:gd name="connsiteX111" fmla="*/ 89740 w 204987"/>
                <a:gd name="connsiteY111" fmla="*/ 379165 h 447429"/>
                <a:gd name="connsiteX112" fmla="*/ 90621 w 204987"/>
                <a:gd name="connsiteY112" fmla="*/ 370648 h 447429"/>
                <a:gd name="connsiteX113" fmla="*/ 90343 w 204987"/>
                <a:gd name="connsiteY113" fmla="*/ 365732 h 447429"/>
                <a:gd name="connsiteX114" fmla="*/ 92383 w 204987"/>
                <a:gd name="connsiteY114" fmla="*/ 361078 h 447429"/>
                <a:gd name="connsiteX115" fmla="*/ 84546 w 204987"/>
                <a:gd name="connsiteY115" fmla="*/ 358620 h 447429"/>
                <a:gd name="connsiteX116" fmla="*/ 92383 w 204987"/>
                <a:gd name="connsiteY116" fmla="*/ 356951 h 447429"/>
                <a:gd name="connsiteX117" fmla="*/ 94099 w 204987"/>
                <a:gd name="connsiteY117" fmla="*/ 354493 h 447429"/>
                <a:gd name="connsiteX118" fmla="*/ 101056 w 204987"/>
                <a:gd name="connsiteY118" fmla="*/ 354230 h 447429"/>
                <a:gd name="connsiteX119" fmla="*/ 102494 w 204987"/>
                <a:gd name="connsiteY119" fmla="*/ 349006 h 447429"/>
                <a:gd name="connsiteX120" fmla="*/ 106853 w 204987"/>
                <a:gd name="connsiteY120" fmla="*/ 350366 h 447429"/>
                <a:gd name="connsiteX121" fmla="*/ 110888 w 204987"/>
                <a:gd name="connsiteY121" fmla="*/ 346240 h 447429"/>
                <a:gd name="connsiteX122" fmla="*/ 114923 w 204987"/>
                <a:gd name="connsiteY122" fmla="*/ 342684 h 447429"/>
                <a:gd name="connsiteX123" fmla="*/ 120442 w 204987"/>
                <a:gd name="connsiteY123" fmla="*/ 339040 h 447429"/>
                <a:gd name="connsiteX124" fmla="*/ 118679 w 204987"/>
                <a:gd name="connsiteY124" fmla="*/ 333904 h 447429"/>
                <a:gd name="connsiteX125" fmla="*/ 121555 w 204987"/>
                <a:gd name="connsiteY125" fmla="*/ 328153 h 447429"/>
                <a:gd name="connsiteX126" fmla="*/ 125636 w 204987"/>
                <a:gd name="connsiteY126" fmla="*/ 318276 h 447429"/>
                <a:gd name="connsiteX127" fmla="*/ 116360 w 204987"/>
                <a:gd name="connsiteY127" fmla="*/ 311954 h 447429"/>
                <a:gd name="connsiteX128" fmla="*/ 119560 w 204987"/>
                <a:gd name="connsiteY128" fmla="*/ 308398 h 447429"/>
                <a:gd name="connsiteX129" fmla="*/ 116082 w 204987"/>
                <a:gd name="connsiteY129" fmla="*/ 305940 h 447429"/>
                <a:gd name="connsiteX130" fmla="*/ 112326 w 204987"/>
                <a:gd name="connsiteY130" fmla="*/ 305413 h 447429"/>
                <a:gd name="connsiteX131" fmla="*/ 104210 w 204987"/>
                <a:gd name="connsiteY131" fmla="*/ 300496 h 447429"/>
                <a:gd name="connsiteX132" fmla="*/ 98691 w 204987"/>
                <a:gd name="connsiteY132" fmla="*/ 297467 h 447429"/>
                <a:gd name="connsiteX133" fmla="*/ 95815 w 204987"/>
                <a:gd name="connsiteY133" fmla="*/ 269766 h 447429"/>
                <a:gd name="connsiteX134" fmla="*/ 96372 w 204987"/>
                <a:gd name="connsiteY134" fmla="*/ 264542 h 447429"/>
                <a:gd name="connsiteX135" fmla="*/ 100731 w 204987"/>
                <a:gd name="connsiteY135" fmla="*/ 265903 h 447429"/>
                <a:gd name="connsiteX136" fmla="*/ 98134 w 204987"/>
                <a:gd name="connsiteY136" fmla="*/ 260152 h 447429"/>
                <a:gd name="connsiteX137" fmla="*/ 102169 w 204987"/>
                <a:gd name="connsiteY137" fmla="*/ 247816 h 447429"/>
                <a:gd name="connsiteX138" fmla="*/ 99294 w 204987"/>
                <a:gd name="connsiteY138" fmla="*/ 244260 h 447429"/>
                <a:gd name="connsiteX139" fmla="*/ 100453 w 204987"/>
                <a:gd name="connsiteY139" fmla="*/ 239870 h 447429"/>
                <a:gd name="connsiteX140" fmla="*/ 102494 w 204987"/>
                <a:gd name="connsiteY140" fmla="*/ 241538 h 447429"/>
                <a:gd name="connsiteX141" fmla="*/ 106250 w 204987"/>
                <a:gd name="connsiteY141" fmla="*/ 239343 h 447429"/>
                <a:gd name="connsiteX142" fmla="*/ 108569 w 204987"/>
                <a:gd name="connsiteY142" fmla="*/ 236051 h 447429"/>
                <a:gd name="connsiteX143" fmla="*/ 108569 w 204987"/>
                <a:gd name="connsiteY143" fmla="*/ 231924 h 447429"/>
                <a:gd name="connsiteX144" fmla="*/ 109126 w 204987"/>
                <a:gd name="connsiteY144" fmla="*/ 229466 h 447429"/>
                <a:gd name="connsiteX145" fmla="*/ 110841 w 204987"/>
                <a:gd name="connsiteY145" fmla="*/ 231134 h 447429"/>
                <a:gd name="connsiteX146" fmla="*/ 112557 w 204987"/>
                <a:gd name="connsiteY146" fmla="*/ 228412 h 447429"/>
                <a:gd name="connsiteX147" fmla="*/ 116592 w 204987"/>
                <a:gd name="connsiteY147" fmla="*/ 228412 h 447429"/>
                <a:gd name="connsiteX148" fmla="*/ 117473 w 204987"/>
                <a:gd name="connsiteY148" fmla="*/ 225120 h 447429"/>
                <a:gd name="connsiteX149" fmla="*/ 116917 w 204987"/>
                <a:gd name="connsiteY149" fmla="*/ 220993 h 447429"/>
                <a:gd name="connsiteX150" fmla="*/ 119792 w 204987"/>
                <a:gd name="connsiteY150" fmla="*/ 217964 h 447429"/>
                <a:gd name="connsiteX151" fmla="*/ 124152 w 204987"/>
                <a:gd name="connsiteY151" fmla="*/ 214935 h 447429"/>
                <a:gd name="connsiteX152" fmla="*/ 124708 w 204987"/>
                <a:gd name="connsiteY152" fmla="*/ 217130 h 447429"/>
                <a:gd name="connsiteX153" fmla="*/ 129624 w 204987"/>
                <a:gd name="connsiteY153" fmla="*/ 212740 h 447429"/>
                <a:gd name="connsiteX154" fmla="*/ 128187 w 204987"/>
                <a:gd name="connsiteY154" fmla="*/ 209447 h 447429"/>
                <a:gd name="connsiteX155" fmla="*/ 131387 w 204987"/>
                <a:gd name="connsiteY155" fmla="*/ 206418 h 447429"/>
                <a:gd name="connsiteX156" fmla="*/ 134587 w 204987"/>
                <a:gd name="connsiteY156" fmla="*/ 207252 h 447429"/>
                <a:gd name="connsiteX157" fmla="*/ 138946 w 204987"/>
                <a:gd name="connsiteY157" fmla="*/ 205891 h 447429"/>
                <a:gd name="connsiteX158" fmla="*/ 139827 w 204987"/>
                <a:gd name="connsiteY158" fmla="*/ 201238 h 447429"/>
                <a:gd name="connsiteX159" fmla="*/ 146506 w 204987"/>
                <a:gd name="connsiteY159" fmla="*/ 199877 h 447429"/>
                <a:gd name="connsiteX160" fmla="*/ 155503 w 204987"/>
                <a:gd name="connsiteY160" fmla="*/ 189165 h 447429"/>
                <a:gd name="connsiteX161" fmla="*/ 156941 w 204987"/>
                <a:gd name="connsiteY161" fmla="*/ 183415 h 447429"/>
                <a:gd name="connsiteX162" fmla="*/ 163016 w 204987"/>
                <a:gd name="connsiteY162" fmla="*/ 177927 h 447429"/>
                <a:gd name="connsiteX163" fmla="*/ 164732 w 204987"/>
                <a:gd name="connsiteY163" fmla="*/ 173537 h 447429"/>
                <a:gd name="connsiteX164" fmla="*/ 163572 w 204987"/>
                <a:gd name="connsiteY164" fmla="*/ 168620 h 447429"/>
                <a:gd name="connsiteX165" fmla="*/ 160094 w 204987"/>
                <a:gd name="connsiteY165" fmla="*/ 165328 h 447429"/>
                <a:gd name="connsiteX166" fmla="*/ 157497 w 204987"/>
                <a:gd name="connsiteY166" fmla="*/ 161201 h 447429"/>
                <a:gd name="connsiteX167" fmla="*/ 160975 w 204987"/>
                <a:gd name="connsiteY167" fmla="*/ 156811 h 447429"/>
                <a:gd name="connsiteX168" fmla="*/ 165891 w 204987"/>
                <a:gd name="connsiteY168" fmla="*/ 149963 h 447429"/>
                <a:gd name="connsiteX169" fmla="*/ 163851 w 204987"/>
                <a:gd name="connsiteY169" fmla="*/ 147504 h 447429"/>
                <a:gd name="connsiteX170" fmla="*/ 167051 w 204987"/>
                <a:gd name="connsiteY170" fmla="*/ 144782 h 447429"/>
                <a:gd name="connsiteX171" fmla="*/ 165891 w 204987"/>
                <a:gd name="connsiteY171" fmla="*/ 140129 h 447429"/>
                <a:gd name="connsiteX172" fmla="*/ 169926 w 204987"/>
                <a:gd name="connsiteY172" fmla="*/ 140129 h 447429"/>
                <a:gd name="connsiteX173" fmla="*/ 177764 w 204987"/>
                <a:gd name="connsiteY173" fmla="*/ 134071 h 447429"/>
                <a:gd name="connsiteX174" fmla="*/ 177764 w 204987"/>
                <a:gd name="connsiteY174" fmla="*/ 125027 h 447429"/>
                <a:gd name="connsiteX175" fmla="*/ 178645 w 204987"/>
                <a:gd name="connsiteY175" fmla="*/ 123666 h 447429"/>
                <a:gd name="connsiteX176" fmla="*/ 180083 w 204987"/>
                <a:gd name="connsiteY176" fmla="*/ 125335 h 447429"/>
                <a:gd name="connsiteX177" fmla="*/ 184999 w 204987"/>
                <a:gd name="connsiteY177" fmla="*/ 126169 h 447429"/>
                <a:gd name="connsiteX178" fmla="*/ 188199 w 204987"/>
                <a:gd name="connsiteY178" fmla="*/ 127003 h 447429"/>
                <a:gd name="connsiteX179" fmla="*/ 193115 w 204987"/>
                <a:gd name="connsiteY179" fmla="*/ 125905 h 447429"/>
                <a:gd name="connsiteX180" fmla="*/ 198309 w 204987"/>
                <a:gd name="connsiteY180" fmla="*/ 126169 h 447429"/>
                <a:gd name="connsiteX181" fmla="*/ 204987 w 204987"/>
                <a:gd name="connsiteY181" fmla="*/ 126169 h 447429"/>
                <a:gd name="connsiteX182" fmla="*/ 204987 w 204987"/>
                <a:gd name="connsiteY182" fmla="*/ 120154 h 447429"/>
                <a:gd name="connsiteX183" fmla="*/ 196408 w 204987"/>
                <a:gd name="connsiteY183" fmla="*/ 106984 h 447429"/>
                <a:gd name="connsiteX184" fmla="*/ 49438 w 204987"/>
                <a:gd name="connsiteY184" fmla="*/ 212784 h 447429"/>
                <a:gd name="connsiteX185" fmla="*/ 56951 w 204987"/>
                <a:gd name="connsiteY185" fmla="*/ 217042 h 447429"/>
                <a:gd name="connsiteX186" fmla="*/ 54911 w 204987"/>
                <a:gd name="connsiteY186" fmla="*/ 220334 h 447429"/>
                <a:gd name="connsiteX187" fmla="*/ 56951 w 204987"/>
                <a:gd name="connsiteY187" fmla="*/ 226393 h 447429"/>
                <a:gd name="connsiteX188" fmla="*/ 56951 w 204987"/>
                <a:gd name="connsiteY188" fmla="*/ 230783 h 447429"/>
                <a:gd name="connsiteX189" fmla="*/ 52313 w 204987"/>
                <a:gd name="connsiteY189" fmla="*/ 227490 h 447429"/>
                <a:gd name="connsiteX190" fmla="*/ 50876 w 204987"/>
                <a:gd name="connsiteY190" fmla="*/ 219544 h 447429"/>
                <a:gd name="connsiteX191" fmla="*/ 44800 w 204987"/>
                <a:gd name="connsiteY191" fmla="*/ 215154 h 447429"/>
                <a:gd name="connsiteX192" fmla="*/ 49438 w 204987"/>
                <a:gd name="connsiteY192" fmla="*/ 212828 h 447429"/>
                <a:gd name="connsiteX193" fmla="*/ 42481 w 204987"/>
                <a:gd name="connsiteY193" fmla="*/ 353659 h 447429"/>
                <a:gd name="connsiteX194" fmla="*/ 33484 w 204987"/>
                <a:gd name="connsiteY194" fmla="*/ 360771 h 447429"/>
                <a:gd name="connsiteX195" fmla="*/ 31165 w 204987"/>
                <a:gd name="connsiteY195" fmla="*/ 355108 h 447429"/>
                <a:gd name="connsiteX196" fmla="*/ 20731 w 204987"/>
                <a:gd name="connsiteY196" fmla="*/ 364327 h 447429"/>
                <a:gd name="connsiteX197" fmla="*/ 24209 w 204987"/>
                <a:gd name="connsiteY197" fmla="*/ 356381 h 447429"/>
                <a:gd name="connsiteX198" fmla="*/ 22446 w 204987"/>
                <a:gd name="connsiteY198" fmla="*/ 355108 h 447429"/>
                <a:gd name="connsiteX199" fmla="*/ 27362 w 204987"/>
                <a:gd name="connsiteY199" fmla="*/ 345142 h 447429"/>
                <a:gd name="connsiteX200" fmla="*/ 33438 w 204987"/>
                <a:gd name="connsiteY200" fmla="*/ 347601 h 447429"/>
                <a:gd name="connsiteX201" fmla="*/ 33438 w 204987"/>
                <a:gd name="connsiteY201" fmla="*/ 336889 h 447429"/>
                <a:gd name="connsiteX202" fmla="*/ 46192 w 204987"/>
                <a:gd name="connsiteY202" fmla="*/ 336889 h 447429"/>
                <a:gd name="connsiteX203" fmla="*/ 46192 w 204987"/>
                <a:gd name="connsiteY203" fmla="*/ 342245 h 447429"/>
                <a:gd name="connsiteX204" fmla="*/ 44754 w 204987"/>
                <a:gd name="connsiteY204" fmla="*/ 344045 h 447429"/>
                <a:gd name="connsiteX205" fmla="*/ 46192 w 204987"/>
                <a:gd name="connsiteY205" fmla="*/ 347601 h 447429"/>
                <a:gd name="connsiteX206" fmla="*/ 44754 w 204987"/>
                <a:gd name="connsiteY206" fmla="*/ 349576 h 447429"/>
                <a:gd name="connsiteX207" fmla="*/ 41554 w 204987"/>
                <a:gd name="connsiteY207" fmla="*/ 351157 h 447429"/>
                <a:gd name="connsiteX208" fmla="*/ 42435 w 204987"/>
                <a:gd name="connsiteY208" fmla="*/ 353615 h 447429"/>
                <a:gd name="connsiteX209" fmla="*/ 56998 w 204987"/>
                <a:gd name="connsiteY209" fmla="*/ 364371 h 447429"/>
                <a:gd name="connsiteX210" fmla="*/ 53798 w 204987"/>
                <a:gd name="connsiteY210" fmla="*/ 371482 h 447429"/>
                <a:gd name="connsiteX211" fmla="*/ 53798 w 204987"/>
                <a:gd name="connsiteY211" fmla="*/ 376531 h 447429"/>
                <a:gd name="connsiteX212" fmla="*/ 46284 w 204987"/>
                <a:gd name="connsiteY212" fmla="*/ 382194 h 447429"/>
                <a:gd name="connsiteX213" fmla="*/ 49484 w 204987"/>
                <a:gd name="connsiteY213" fmla="*/ 370385 h 447429"/>
                <a:gd name="connsiteX214" fmla="*/ 60754 w 204987"/>
                <a:gd name="connsiteY214" fmla="*/ 350630 h 447429"/>
                <a:gd name="connsiteX215" fmla="*/ 60754 w 204987"/>
                <a:gd name="connsiteY215" fmla="*/ 358883 h 447429"/>
                <a:gd name="connsiteX216" fmla="*/ 62795 w 204987"/>
                <a:gd name="connsiteY216" fmla="*/ 359981 h 447429"/>
                <a:gd name="connsiteX217" fmla="*/ 56998 w 204987"/>
                <a:gd name="connsiteY217" fmla="*/ 364371 h 447429"/>
                <a:gd name="connsiteX218" fmla="*/ 62795 w 204987"/>
                <a:gd name="connsiteY218" fmla="*/ 294965 h 447429"/>
                <a:gd name="connsiteX219" fmla="*/ 53798 w 204987"/>
                <a:gd name="connsiteY219" fmla="*/ 289214 h 447429"/>
                <a:gd name="connsiteX220" fmla="*/ 55560 w 204987"/>
                <a:gd name="connsiteY220" fmla="*/ 286755 h 447429"/>
                <a:gd name="connsiteX221" fmla="*/ 62795 w 204987"/>
                <a:gd name="connsiteY221" fmla="*/ 289214 h 447429"/>
                <a:gd name="connsiteX222" fmla="*/ 62795 w 204987"/>
                <a:gd name="connsiteY222" fmla="*/ 294965 h 447429"/>
                <a:gd name="connsiteX223" fmla="*/ 71467 w 204987"/>
                <a:gd name="connsiteY223" fmla="*/ 342684 h 447429"/>
                <a:gd name="connsiteX224" fmla="*/ 67711 w 204987"/>
                <a:gd name="connsiteY224" fmla="*/ 336933 h 447429"/>
                <a:gd name="connsiteX225" fmla="*/ 74667 w 204987"/>
                <a:gd name="connsiteY225" fmla="*/ 336933 h 447429"/>
                <a:gd name="connsiteX226" fmla="*/ 81624 w 204987"/>
                <a:gd name="connsiteY226" fmla="*/ 339128 h 447429"/>
                <a:gd name="connsiteX227" fmla="*/ 71467 w 204987"/>
                <a:gd name="connsiteY227" fmla="*/ 342684 h 447429"/>
                <a:gd name="connsiteX228" fmla="*/ 83062 w 204987"/>
                <a:gd name="connsiteY228" fmla="*/ 64182 h 447429"/>
                <a:gd name="connsiteX229" fmla="*/ 92059 w 204987"/>
                <a:gd name="connsiteY229" fmla="*/ 57333 h 447429"/>
                <a:gd name="connsiteX230" fmla="*/ 92059 w 204987"/>
                <a:gd name="connsiteY230" fmla="*/ 59002 h 447429"/>
                <a:gd name="connsiteX231" fmla="*/ 86262 w 204987"/>
                <a:gd name="connsiteY231" fmla="*/ 64226 h 447429"/>
                <a:gd name="connsiteX232" fmla="*/ 89137 w 204987"/>
                <a:gd name="connsiteY232" fmla="*/ 65894 h 447429"/>
                <a:gd name="connsiteX233" fmla="*/ 89137 w 204987"/>
                <a:gd name="connsiteY233" fmla="*/ 68352 h 447429"/>
                <a:gd name="connsiteX234" fmla="*/ 83062 w 204987"/>
                <a:gd name="connsiteY234" fmla="*/ 64226 h 447429"/>
                <a:gd name="connsiteX235" fmla="*/ 95537 w 204987"/>
                <a:gd name="connsiteY235" fmla="*/ 330348 h 447429"/>
                <a:gd name="connsiteX236" fmla="*/ 99618 w 204987"/>
                <a:gd name="connsiteY236" fmla="*/ 332543 h 447429"/>
                <a:gd name="connsiteX237" fmla="*/ 104534 w 204987"/>
                <a:gd name="connsiteY237" fmla="*/ 332543 h 447429"/>
                <a:gd name="connsiteX238" fmla="*/ 106575 w 204987"/>
                <a:gd name="connsiteY238" fmla="*/ 334738 h 447429"/>
                <a:gd name="connsiteX239" fmla="*/ 103468 w 204987"/>
                <a:gd name="connsiteY239" fmla="*/ 335397 h 447429"/>
                <a:gd name="connsiteX240" fmla="*/ 104024 w 204987"/>
                <a:gd name="connsiteY240" fmla="*/ 338382 h 447429"/>
                <a:gd name="connsiteX241" fmla="*/ 103699 w 204987"/>
                <a:gd name="connsiteY241" fmla="*/ 338294 h 447429"/>
                <a:gd name="connsiteX242" fmla="*/ 96186 w 204987"/>
                <a:gd name="connsiteY242" fmla="*/ 334431 h 447429"/>
                <a:gd name="connsiteX243" fmla="*/ 93868 w 204987"/>
                <a:gd name="connsiteY243" fmla="*/ 334431 h 447429"/>
                <a:gd name="connsiteX244" fmla="*/ 86030 w 204987"/>
                <a:gd name="connsiteY244" fmla="*/ 331709 h 447429"/>
                <a:gd name="connsiteX245" fmla="*/ 86308 w 204987"/>
                <a:gd name="connsiteY245" fmla="*/ 330348 h 447429"/>
                <a:gd name="connsiteX246" fmla="*/ 89183 w 204987"/>
                <a:gd name="connsiteY246" fmla="*/ 330348 h 447429"/>
                <a:gd name="connsiteX247" fmla="*/ 93265 w 204987"/>
                <a:gd name="connsiteY247" fmla="*/ 331446 h 447429"/>
                <a:gd name="connsiteX248" fmla="*/ 95583 w 204987"/>
                <a:gd name="connsiteY248" fmla="*/ 330348 h 447429"/>
                <a:gd name="connsiteX249" fmla="*/ 108894 w 204987"/>
                <a:gd name="connsiteY249" fmla="*/ 119364 h 447429"/>
                <a:gd name="connsiteX250" fmla="*/ 106250 w 204987"/>
                <a:gd name="connsiteY250" fmla="*/ 124281 h 447429"/>
                <a:gd name="connsiteX251" fmla="*/ 104210 w 204987"/>
                <a:gd name="connsiteY251" fmla="*/ 115764 h 447429"/>
                <a:gd name="connsiteX252" fmla="*/ 102586 w 204987"/>
                <a:gd name="connsiteY252" fmla="*/ 112209 h 447429"/>
                <a:gd name="connsiteX253" fmla="*/ 94934 w 204987"/>
                <a:gd name="connsiteY253" fmla="*/ 102902 h 447429"/>
                <a:gd name="connsiteX254" fmla="*/ 94934 w 204987"/>
                <a:gd name="connsiteY254" fmla="*/ 100180 h 447429"/>
                <a:gd name="connsiteX255" fmla="*/ 110192 w 204987"/>
                <a:gd name="connsiteY255" fmla="*/ 115282 h 447429"/>
                <a:gd name="connsiteX256" fmla="*/ 108847 w 204987"/>
                <a:gd name="connsiteY256" fmla="*/ 119408 h 447429"/>
                <a:gd name="connsiteX257" fmla="*/ 116129 w 204987"/>
                <a:gd name="connsiteY257" fmla="*/ 131042 h 447429"/>
                <a:gd name="connsiteX258" fmla="*/ 110239 w 204987"/>
                <a:gd name="connsiteY258" fmla="*/ 129769 h 447429"/>
                <a:gd name="connsiteX259" fmla="*/ 110239 w 204987"/>
                <a:gd name="connsiteY259" fmla="*/ 125379 h 447429"/>
                <a:gd name="connsiteX260" fmla="*/ 116129 w 204987"/>
                <a:gd name="connsiteY260" fmla="*/ 127310 h 447429"/>
                <a:gd name="connsiteX261" fmla="*/ 116129 w 204987"/>
                <a:gd name="connsiteY261" fmla="*/ 131042 h 447429"/>
                <a:gd name="connsiteX262" fmla="*/ 121137 w 204987"/>
                <a:gd name="connsiteY262" fmla="*/ 64182 h 447429"/>
                <a:gd name="connsiteX263" fmla="*/ 96325 w 204987"/>
                <a:gd name="connsiteY263" fmla="*/ 54304 h 447429"/>
                <a:gd name="connsiteX264" fmla="*/ 97578 w 204987"/>
                <a:gd name="connsiteY264" fmla="*/ 50441 h 447429"/>
                <a:gd name="connsiteX265" fmla="*/ 124152 w 204987"/>
                <a:gd name="connsiteY265" fmla="*/ 62777 h 447429"/>
                <a:gd name="connsiteX266" fmla="*/ 121137 w 204987"/>
                <a:gd name="connsiteY266" fmla="*/ 64138 h 447429"/>
                <a:gd name="connsiteX267" fmla="*/ 135236 w 204987"/>
                <a:gd name="connsiteY267" fmla="*/ 141841 h 447429"/>
                <a:gd name="connsiteX268" fmla="*/ 129439 w 204987"/>
                <a:gd name="connsiteY268" fmla="*/ 137715 h 447429"/>
                <a:gd name="connsiteX269" fmla="*/ 132036 w 204987"/>
                <a:gd name="connsiteY269" fmla="*/ 133588 h 447429"/>
                <a:gd name="connsiteX270" fmla="*/ 135236 w 204987"/>
                <a:gd name="connsiteY270" fmla="*/ 136046 h 447429"/>
                <a:gd name="connsiteX271" fmla="*/ 135236 w 204987"/>
                <a:gd name="connsiteY271" fmla="*/ 141797 h 447429"/>
                <a:gd name="connsiteX272" fmla="*/ 137740 w 204987"/>
                <a:gd name="connsiteY272" fmla="*/ 80381 h 447429"/>
                <a:gd name="connsiteX273" fmla="*/ 125450 w 204987"/>
                <a:gd name="connsiteY273" fmla="*/ 70240 h 447429"/>
                <a:gd name="connsiteX274" fmla="*/ 126424 w 204987"/>
                <a:gd name="connsiteY274" fmla="*/ 68309 h 447429"/>
                <a:gd name="connsiteX275" fmla="*/ 138575 w 204987"/>
                <a:gd name="connsiteY275" fmla="*/ 78449 h 447429"/>
                <a:gd name="connsiteX276" fmla="*/ 137694 w 204987"/>
                <a:gd name="connsiteY276" fmla="*/ 80381 h 447429"/>
                <a:gd name="connsiteX277" fmla="*/ 138621 w 204987"/>
                <a:gd name="connsiteY277" fmla="*/ 34549 h 447429"/>
                <a:gd name="connsiteX278" fmla="*/ 118123 w 204987"/>
                <a:gd name="connsiteY278" fmla="*/ 24935 h 447429"/>
                <a:gd name="connsiteX279" fmla="*/ 118123 w 204987"/>
                <a:gd name="connsiteY279" fmla="*/ 21906 h 447429"/>
                <a:gd name="connsiteX280" fmla="*/ 144001 w 204987"/>
                <a:gd name="connsiteY280" fmla="*/ 34549 h 447429"/>
                <a:gd name="connsiteX281" fmla="*/ 138575 w 204987"/>
                <a:gd name="connsiteY281" fmla="*/ 34549 h 44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</a:cxnLst>
              <a:rect l="l" t="t" r="r" b="b"/>
              <a:pathLst>
                <a:path w="204987" h="447429">
                  <a:moveTo>
                    <a:pt x="196500" y="106765"/>
                  </a:moveTo>
                  <a:lnTo>
                    <a:pt x="203040" y="95746"/>
                  </a:lnTo>
                  <a:lnTo>
                    <a:pt x="203040" y="84903"/>
                  </a:lnTo>
                  <a:lnTo>
                    <a:pt x="195805" y="76123"/>
                  </a:lnTo>
                  <a:lnTo>
                    <a:pt x="195805" y="70021"/>
                  </a:lnTo>
                  <a:lnTo>
                    <a:pt x="199005" y="67562"/>
                  </a:lnTo>
                  <a:lnTo>
                    <a:pt x="199005" y="64445"/>
                  </a:lnTo>
                  <a:lnTo>
                    <a:pt x="192883" y="62294"/>
                  </a:lnTo>
                  <a:lnTo>
                    <a:pt x="197289" y="56016"/>
                  </a:lnTo>
                  <a:lnTo>
                    <a:pt x="195434" y="46885"/>
                  </a:lnTo>
                  <a:lnTo>
                    <a:pt x="198680" y="43285"/>
                  </a:lnTo>
                  <a:lnTo>
                    <a:pt x="193996" y="36788"/>
                  </a:lnTo>
                  <a:lnTo>
                    <a:pt x="189405" y="36788"/>
                  </a:lnTo>
                  <a:lnTo>
                    <a:pt x="189405" y="30203"/>
                  </a:lnTo>
                  <a:lnTo>
                    <a:pt x="179990" y="23838"/>
                  </a:lnTo>
                  <a:lnTo>
                    <a:pt x="173265" y="23267"/>
                  </a:lnTo>
                  <a:lnTo>
                    <a:pt x="163341" y="14750"/>
                  </a:lnTo>
                  <a:lnTo>
                    <a:pt x="163341" y="11019"/>
                  </a:lnTo>
                  <a:lnTo>
                    <a:pt x="154622" y="7287"/>
                  </a:lnTo>
                  <a:lnTo>
                    <a:pt x="154622" y="3249"/>
                  </a:lnTo>
                  <a:lnTo>
                    <a:pt x="151514" y="0"/>
                  </a:lnTo>
                  <a:lnTo>
                    <a:pt x="144372" y="0"/>
                  </a:lnTo>
                  <a:lnTo>
                    <a:pt x="147109" y="3468"/>
                  </a:lnTo>
                  <a:lnTo>
                    <a:pt x="147109" y="10712"/>
                  </a:lnTo>
                  <a:lnTo>
                    <a:pt x="140477" y="18262"/>
                  </a:lnTo>
                  <a:lnTo>
                    <a:pt x="148129" y="21687"/>
                  </a:lnTo>
                  <a:lnTo>
                    <a:pt x="138854" y="28974"/>
                  </a:lnTo>
                  <a:lnTo>
                    <a:pt x="117103" y="19799"/>
                  </a:lnTo>
                  <a:lnTo>
                    <a:pt x="113253" y="20633"/>
                  </a:lnTo>
                  <a:lnTo>
                    <a:pt x="113253" y="35515"/>
                  </a:lnTo>
                  <a:cubicBezTo>
                    <a:pt x="113253" y="35515"/>
                    <a:pt x="109497" y="45041"/>
                    <a:pt x="109497" y="45041"/>
                  </a:cubicBezTo>
                  <a:lnTo>
                    <a:pt x="98644" y="38193"/>
                  </a:lnTo>
                  <a:lnTo>
                    <a:pt x="89972" y="46929"/>
                  </a:lnTo>
                  <a:lnTo>
                    <a:pt x="87282" y="57333"/>
                  </a:lnTo>
                  <a:lnTo>
                    <a:pt x="80511" y="60011"/>
                  </a:lnTo>
                  <a:lnTo>
                    <a:pt x="80511" y="65982"/>
                  </a:lnTo>
                  <a:lnTo>
                    <a:pt x="84870" y="70635"/>
                  </a:lnTo>
                  <a:lnTo>
                    <a:pt x="84870" y="80469"/>
                  </a:lnTo>
                  <a:lnTo>
                    <a:pt x="69566" y="99346"/>
                  </a:lnTo>
                  <a:lnTo>
                    <a:pt x="71050" y="108609"/>
                  </a:lnTo>
                  <a:lnTo>
                    <a:pt x="63305" y="113569"/>
                  </a:lnTo>
                  <a:lnTo>
                    <a:pt x="55050" y="114623"/>
                  </a:lnTo>
                  <a:lnTo>
                    <a:pt x="54957" y="142587"/>
                  </a:lnTo>
                  <a:lnTo>
                    <a:pt x="41600" y="168928"/>
                  </a:lnTo>
                  <a:lnTo>
                    <a:pt x="49392" y="171474"/>
                  </a:lnTo>
                  <a:lnTo>
                    <a:pt x="49531" y="172044"/>
                  </a:lnTo>
                  <a:cubicBezTo>
                    <a:pt x="51664" y="180034"/>
                    <a:pt x="46470" y="189692"/>
                    <a:pt x="46238" y="190087"/>
                  </a:cubicBezTo>
                  <a:lnTo>
                    <a:pt x="45635" y="191185"/>
                  </a:lnTo>
                  <a:lnTo>
                    <a:pt x="44568" y="190526"/>
                  </a:lnTo>
                  <a:cubicBezTo>
                    <a:pt x="38307" y="186663"/>
                    <a:pt x="30887" y="188024"/>
                    <a:pt x="29310" y="188375"/>
                  </a:cubicBezTo>
                  <a:lnTo>
                    <a:pt x="17391" y="201106"/>
                  </a:lnTo>
                  <a:lnTo>
                    <a:pt x="17948" y="208789"/>
                  </a:lnTo>
                  <a:lnTo>
                    <a:pt x="13867" y="212915"/>
                  </a:lnTo>
                  <a:lnTo>
                    <a:pt x="19942" y="222090"/>
                  </a:lnTo>
                  <a:lnTo>
                    <a:pt x="17067" y="225120"/>
                  </a:lnTo>
                  <a:lnTo>
                    <a:pt x="17345" y="237412"/>
                  </a:lnTo>
                  <a:lnTo>
                    <a:pt x="19989" y="245709"/>
                  </a:lnTo>
                  <a:lnTo>
                    <a:pt x="19989" y="245928"/>
                  </a:lnTo>
                  <a:cubicBezTo>
                    <a:pt x="19989" y="245928"/>
                    <a:pt x="18551" y="264893"/>
                    <a:pt x="18551" y="264893"/>
                  </a:cubicBezTo>
                  <a:lnTo>
                    <a:pt x="19617" y="267527"/>
                  </a:lnTo>
                  <a:lnTo>
                    <a:pt x="24070" y="267527"/>
                  </a:lnTo>
                  <a:lnTo>
                    <a:pt x="30006" y="275912"/>
                  </a:lnTo>
                  <a:lnTo>
                    <a:pt x="24812" y="286711"/>
                  </a:lnTo>
                  <a:lnTo>
                    <a:pt x="19525" y="286711"/>
                  </a:lnTo>
                  <a:lnTo>
                    <a:pt x="25275" y="305237"/>
                  </a:lnTo>
                  <a:lnTo>
                    <a:pt x="20081" y="319066"/>
                  </a:lnTo>
                  <a:lnTo>
                    <a:pt x="13635" y="322095"/>
                  </a:lnTo>
                  <a:lnTo>
                    <a:pt x="15351" y="326441"/>
                  </a:lnTo>
                  <a:lnTo>
                    <a:pt x="11362" y="328460"/>
                  </a:lnTo>
                  <a:lnTo>
                    <a:pt x="12754" y="339962"/>
                  </a:lnTo>
                  <a:lnTo>
                    <a:pt x="12754" y="340138"/>
                  </a:lnTo>
                  <a:cubicBezTo>
                    <a:pt x="12754" y="340138"/>
                    <a:pt x="10203" y="350630"/>
                    <a:pt x="10203" y="350630"/>
                  </a:cubicBezTo>
                  <a:lnTo>
                    <a:pt x="4962" y="350630"/>
                  </a:lnTo>
                  <a:lnTo>
                    <a:pt x="3107" y="345537"/>
                  </a:lnTo>
                  <a:lnTo>
                    <a:pt x="0" y="346986"/>
                  </a:lnTo>
                  <a:cubicBezTo>
                    <a:pt x="0" y="352913"/>
                    <a:pt x="2922" y="365688"/>
                    <a:pt x="2922" y="365688"/>
                  </a:cubicBezTo>
                  <a:cubicBezTo>
                    <a:pt x="2922" y="365688"/>
                    <a:pt x="5241" y="372448"/>
                    <a:pt x="6678" y="373985"/>
                  </a:cubicBezTo>
                  <a:cubicBezTo>
                    <a:pt x="8116" y="375565"/>
                    <a:pt x="10157" y="377453"/>
                    <a:pt x="10157" y="377453"/>
                  </a:cubicBezTo>
                  <a:cubicBezTo>
                    <a:pt x="10157" y="377453"/>
                    <a:pt x="14191" y="407919"/>
                    <a:pt x="29264" y="414241"/>
                  </a:cubicBezTo>
                  <a:lnTo>
                    <a:pt x="27826" y="417270"/>
                  </a:lnTo>
                  <a:cubicBezTo>
                    <a:pt x="27826" y="417270"/>
                    <a:pt x="23745" y="415909"/>
                    <a:pt x="24626" y="417270"/>
                  </a:cubicBezTo>
                  <a:cubicBezTo>
                    <a:pt x="25507" y="418631"/>
                    <a:pt x="26064" y="422758"/>
                    <a:pt x="26064" y="422758"/>
                  </a:cubicBezTo>
                  <a:lnTo>
                    <a:pt x="22586" y="422758"/>
                  </a:lnTo>
                  <a:lnTo>
                    <a:pt x="25461" y="427982"/>
                  </a:lnTo>
                  <a:lnTo>
                    <a:pt x="30377" y="438123"/>
                  </a:lnTo>
                  <a:lnTo>
                    <a:pt x="28661" y="441679"/>
                  </a:lnTo>
                  <a:lnTo>
                    <a:pt x="30377" y="447429"/>
                  </a:lnTo>
                  <a:lnTo>
                    <a:pt x="48650" y="447429"/>
                  </a:lnTo>
                  <a:lnTo>
                    <a:pt x="51247" y="444708"/>
                  </a:lnTo>
                  <a:lnTo>
                    <a:pt x="51803" y="441415"/>
                  </a:lnTo>
                  <a:lnTo>
                    <a:pt x="49484" y="436762"/>
                  </a:lnTo>
                  <a:lnTo>
                    <a:pt x="50922" y="431538"/>
                  </a:lnTo>
                  <a:lnTo>
                    <a:pt x="54679" y="428816"/>
                  </a:lnTo>
                  <a:lnTo>
                    <a:pt x="57276" y="430177"/>
                  </a:lnTo>
                  <a:lnTo>
                    <a:pt x="58435" y="426884"/>
                  </a:lnTo>
                  <a:lnTo>
                    <a:pt x="74389" y="426050"/>
                  </a:lnTo>
                  <a:lnTo>
                    <a:pt x="78424" y="423855"/>
                  </a:lnTo>
                  <a:lnTo>
                    <a:pt x="81021" y="416173"/>
                  </a:lnTo>
                  <a:lnTo>
                    <a:pt x="83618" y="411783"/>
                  </a:lnTo>
                  <a:lnTo>
                    <a:pt x="83618" y="423855"/>
                  </a:lnTo>
                  <a:lnTo>
                    <a:pt x="86215" y="425523"/>
                  </a:lnTo>
                  <a:lnTo>
                    <a:pt x="88256" y="415075"/>
                  </a:lnTo>
                  <a:lnTo>
                    <a:pt x="95491" y="394793"/>
                  </a:lnTo>
                  <a:lnTo>
                    <a:pt x="92894" y="393696"/>
                  </a:lnTo>
                  <a:cubicBezTo>
                    <a:pt x="92894" y="393696"/>
                    <a:pt x="85659" y="411256"/>
                    <a:pt x="85380" y="410422"/>
                  </a:cubicBezTo>
                  <a:cubicBezTo>
                    <a:pt x="85102" y="409588"/>
                    <a:pt x="84499" y="402739"/>
                    <a:pt x="84499" y="402739"/>
                  </a:cubicBezTo>
                  <a:lnTo>
                    <a:pt x="85937" y="400281"/>
                  </a:lnTo>
                  <a:lnTo>
                    <a:pt x="85659" y="395364"/>
                  </a:lnTo>
                  <a:lnTo>
                    <a:pt x="89415" y="391808"/>
                  </a:lnTo>
                  <a:lnTo>
                    <a:pt x="87978" y="384389"/>
                  </a:lnTo>
                  <a:lnTo>
                    <a:pt x="85659" y="379165"/>
                  </a:lnTo>
                  <a:lnTo>
                    <a:pt x="89740" y="379165"/>
                  </a:lnTo>
                  <a:lnTo>
                    <a:pt x="90621" y="370648"/>
                  </a:lnTo>
                  <a:lnTo>
                    <a:pt x="90343" y="365732"/>
                  </a:lnTo>
                  <a:lnTo>
                    <a:pt x="92383" y="361078"/>
                  </a:lnTo>
                  <a:lnTo>
                    <a:pt x="84546" y="358620"/>
                  </a:lnTo>
                  <a:lnTo>
                    <a:pt x="92383" y="356951"/>
                  </a:lnTo>
                  <a:lnTo>
                    <a:pt x="94099" y="354493"/>
                  </a:lnTo>
                  <a:lnTo>
                    <a:pt x="101056" y="354230"/>
                  </a:lnTo>
                  <a:lnTo>
                    <a:pt x="102494" y="349006"/>
                  </a:lnTo>
                  <a:lnTo>
                    <a:pt x="106853" y="350366"/>
                  </a:lnTo>
                  <a:lnTo>
                    <a:pt x="110888" y="346240"/>
                  </a:lnTo>
                  <a:lnTo>
                    <a:pt x="114923" y="342684"/>
                  </a:lnTo>
                  <a:cubicBezTo>
                    <a:pt x="114923" y="342684"/>
                    <a:pt x="118123" y="341016"/>
                    <a:pt x="120442" y="339040"/>
                  </a:cubicBezTo>
                  <a:cubicBezTo>
                    <a:pt x="122760" y="337021"/>
                    <a:pt x="118679" y="333904"/>
                    <a:pt x="118679" y="333904"/>
                  </a:cubicBezTo>
                  <a:lnTo>
                    <a:pt x="121555" y="328153"/>
                  </a:lnTo>
                  <a:cubicBezTo>
                    <a:pt x="121555" y="328153"/>
                    <a:pt x="129392" y="320734"/>
                    <a:pt x="125636" y="318276"/>
                  </a:cubicBezTo>
                  <a:cubicBezTo>
                    <a:pt x="125636" y="318276"/>
                    <a:pt x="122760" y="311954"/>
                    <a:pt x="116360" y="311954"/>
                  </a:cubicBezTo>
                  <a:lnTo>
                    <a:pt x="119560" y="308398"/>
                  </a:lnTo>
                  <a:lnTo>
                    <a:pt x="116082" y="305940"/>
                  </a:lnTo>
                  <a:lnTo>
                    <a:pt x="112326" y="305413"/>
                  </a:lnTo>
                  <a:cubicBezTo>
                    <a:pt x="112326" y="305413"/>
                    <a:pt x="107410" y="294965"/>
                    <a:pt x="104210" y="300496"/>
                  </a:cubicBezTo>
                  <a:cubicBezTo>
                    <a:pt x="104210" y="300496"/>
                    <a:pt x="101612" y="293648"/>
                    <a:pt x="98691" y="297467"/>
                  </a:cubicBezTo>
                  <a:cubicBezTo>
                    <a:pt x="98691" y="297467"/>
                    <a:pt x="93496" y="273849"/>
                    <a:pt x="95815" y="269766"/>
                  </a:cubicBezTo>
                  <a:lnTo>
                    <a:pt x="96372" y="264542"/>
                  </a:lnTo>
                  <a:lnTo>
                    <a:pt x="100731" y="265903"/>
                  </a:lnTo>
                  <a:lnTo>
                    <a:pt x="98134" y="260152"/>
                  </a:lnTo>
                  <a:lnTo>
                    <a:pt x="102169" y="247816"/>
                  </a:lnTo>
                  <a:lnTo>
                    <a:pt x="99294" y="244260"/>
                  </a:lnTo>
                  <a:lnTo>
                    <a:pt x="100453" y="239870"/>
                  </a:lnTo>
                  <a:lnTo>
                    <a:pt x="102494" y="241538"/>
                  </a:lnTo>
                  <a:lnTo>
                    <a:pt x="106250" y="239343"/>
                  </a:lnTo>
                  <a:lnTo>
                    <a:pt x="108569" y="236051"/>
                  </a:lnTo>
                  <a:lnTo>
                    <a:pt x="108569" y="231924"/>
                  </a:lnTo>
                  <a:lnTo>
                    <a:pt x="109126" y="229466"/>
                  </a:lnTo>
                  <a:lnTo>
                    <a:pt x="110841" y="231134"/>
                  </a:lnTo>
                  <a:lnTo>
                    <a:pt x="112557" y="228412"/>
                  </a:lnTo>
                  <a:lnTo>
                    <a:pt x="116592" y="228412"/>
                  </a:lnTo>
                  <a:lnTo>
                    <a:pt x="117473" y="225120"/>
                  </a:lnTo>
                  <a:lnTo>
                    <a:pt x="116917" y="220993"/>
                  </a:lnTo>
                  <a:lnTo>
                    <a:pt x="119792" y="217964"/>
                  </a:lnTo>
                  <a:lnTo>
                    <a:pt x="124152" y="214935"/>
                  </a:lnTo>
                  <a:lnTo>
                    <a:pt x="124708" y="217130"/>
                  </a:lnTo>
                  <a:lnTo>
                    <a:pt x="129624" y="212740"/>
                  </a:lnTo>
                  <a:lnTo>
                    <a:pt x="128187" y="209447"/>
                  </a:lnTo>
                  <a:lnTo>
                    <a:pt x="131387" y="206418"/>
                  </a:lnTo>
                  <a:lnTo>
                    <a:pt x="134587" y="207252"/>
                  </a:lnTo>
                  <a:lnTo>
                    <a:pt x="138946" y="205891"/>
                  </a:lnTo>
                  <a:lnTo>
                    <a:pt x="139827" y="201238"/>
                  </a:lnTo>
                  <a:cubicBezTo>
                    <a:pt x="139827" y="201238"/>
                    <a:pt x="142424" y="203696"/>
                    <a:pt x="146506" y="199877"/>
                  </a:cubicBezTo>
                  <a:cubicBezTo>
                    <a:pt x="150587" y="196058"/>
                    <a:pt x="155503" y="189165"/>
                    <a:pt x="155503" y="189165"/>
                  </a:cubicBezTo>
                  <a:lnTo>
                    <a:pt x="156941" y="183415"/>
                  </a:lnTo>
                  <a:lnTo>
                    <a:pt x="163016" y="177927"/>
                  </a:lnTo>
                  <a:lnTo>
                    <a:pt x="164732" y="173537"/>
                  </a:lnTo>
                  <a:lnTo>
                    <a:pt x="163572" y="168620"/>
                  </a:lnTo>
                  <a:lnTo>
                    <a:pt x="160094" y="165328"/>
                  </a:lnTo>
                  <a:lnTo>
                    <a:pt x="157497" y="161201"/>
                  </a:lnTo>
                  <a:lnTo>
                    <a:pt x="160975" y="156811"/>
                  </a:lnTo>
                  <a:lnTo>
                    <a:pt x="165891" y="149963"/>
                  </a:lnTo>
                  <a:lnTo>
                    <a:pt x="163851" y="147504"/>
                  </a:lnTo>
                  <a:lnTo>
                    <a:pt x="167051" y="144782"/>
                  </a:lnTo>
                  <a:lnTo>
                    <a:pt x="165891" y="140129"/>
                  </a:lnTo>
                  <a:lnTo>
                    <a:pt x="169926" y="140129"/>
                  </a:lnTo>
                  <a:lnTo>
                    <a:pt x="177764" y="134071"/>
                  </a:lnTo>
                  <a:lnTo>
                    <a:pt x="177764" y="125027"/>
                  </a:lnTo>
                  <a:lnTo>
                    <a:pt x="178645" y="123666"/>
                  </a:lnTo>
                  <a:lnTo>
                    <a:pt x="180083" y="125335"/>
                  </a:lnTo>
                  <a:lnTo>
                    <a:pt x="184999" y="126169"/>
                  </a:lnTo>
                  <a:lnTo>
                    <a:pt x="188199" y="127003"/>
                  </a:lnTo>
                  <a:lnTo>
                    <a:pt x="193115" y="125905"/>
                  </a:lnTo>
                  <a:lnTo>
                    <a:pt x="198309" y="126169"/>
                  </a:lnTo>
                  <a:lnTo>
                    <a:pt x="204987" y="126169"/>
                  </a:lnTo>
                  <a:lnTo>
                    <a:pt x="204987" y="120154"/>
                  </a:lnTo>
                  <a:lnTo>
                    <a:pt x="196408" y="106984"/>
                  </a:lnTo>
                  <a:close/>
                  <a:moveTo>
                    <a:pt x="49438" y="212784"/>
                  </a:moveTo>
                  <a:lnTo>
                    <a:pt x="56951" y="217042"/>
                  </a:lnTo>
                  <a:lnTo>
                    <a:pt x="54911" y="220334"/>
                  </a:lnTo>
                  <a:lnTo>
                    <a:pt x="56951" y="226393"/>
                  </a:lnTo>
                  <a:lnTo>
                    <a:pt x="56951" y="230783"/>
                  </a:lnTo>
                  <a:lnTo>
                    <a:pt x="52313" y="227490"/>
                  </a:lnTo>
                  <a:lnTo>
                    <a:pt x="50876" y="219544"/>
                  </a:lnTo>
                  <a:lnTo>
                    <a:pt x="44800" y="215154"/>
                  </a:lnTo>
                  <a:lnTo>
                    <a:pt x="49438" y="212828"/>
                  </a:lnTo>
                  <a:close/>
                  <a:moveTo>
                    <a:pt x="42481" y="353659"/>
                  </a:moveTo>
                  <a:cubicBezTo>
                    <a:pt x="42481" y="353659"/>
                    <a:pt x="32928" y="358576"/>
                    <a:pt x="33484" y="360771"/>
                  </a:cubicBezTo>
                  <a:lnTo>
                    <a:pt x="31165" y="355108"/>
                  </a:lnTo>
                  <a:cubicBezTo>
                    <a:pt x="31165" y="355108"/>
                    <a:pt x="28290" y="363493"/>
                    <a:pt x="20731" y="364327"/>
                  </a:cubicBezTo>
                  <a:lnTo>
                    <a:pt x="24209" y="356381"/>
                  </a:lnTo>
                  <a:lnTo>
                    <a:pt x="22446" y="355108"/>
                  </a:lnTo>
                  <a:lnTo>
                    <a:pt x="27362" y="345142"/>
                  </a:lnTo>
                  <a:lnTo>
                    <a:pt x="33438" y="347601"/>
                  </a:lnTo>
                  <a:lnTo>
                    <a:pt x="33438" y="336889"/>
                  </a:lnTo>
                  <a:lnTo>
                    <a:pt x="46192" y="336889"/>
                  </a:lnTo>
                  <a:lnTo>
                    <a:pt x="46192" y="342245"/>
                  </a:lnTo>
                  <a:lnTo>
                    <a:pt x="44754" y="344045"/>
                  </a:lnTo>
                  <a:lnTo>
                    <a:pt x="46192" y="347601"/>
                  </a:lnTo>
                  <a:lnTo>
                    <a:pt x="44754" y="349576"/>
                  </a:lnTo>
                  <a:lnTo>
                    <a:pt x="41554" y="351157"/>
                  </a:lnTo>
                  <a:lnTo>
                    <a:pt x="42435" y="353615"/>
                  </a:lnTo>
                  <a:close/>
                  <a:moveTo>
                    <a:pt x="56998" y="364371"/>
                  </a:moveTo>
                  <a:lnTo>
                    <a:pt x="53798" y="371482"/>
                  </a:lnTo>
                  <a:lnTo>
                    <a:pt x="53798" y="376531"/>
                  </a:lnTo>
                  <a:lnTo>
                    <a:pt x="46284" y="382194"/>
                  </a:lnTo>
                  <a:lnTo>
                    <a:pt x="49484" y="370385"/>
                  </a:lnTo>
                  <a:cubicBezTo>
                    <a:pt x="49484" y="370385"/>
                    <a:pt x="54632" y="356381"/>
                    <a:pt x="60754" y="350630"/>
                  </a:cubicBezTo>
                  <a:cubicBezTo>
                    <a:pt x="62053" y="349401"/>
                    <a:pt x="60754" y="358883"/>
                    <a:pt x="60754" y="358883"/>
                  </a:cubicBezTo>
                  <a:lnTo>
                    <a:pt x="62795" y="359981"/>
                  </a:lnTo>
                  <a:lnTo>
                    <a:pt x="56998" y="364371"/>
                  </a:lnTo>
                  <a:close/>
                  <a:moveTo>
                    <a:pt x="62795" y="294965"/>
                  </a:moveTo>
                  <a:lnTo>
                    <a:pt x="53798" y="289214"/>
                  </a:lnTo>
                  <a:lnTo>
                    <a:pt x="55560" y="286755"/>
                  </a:lnTo>
                  <a:lnTo>
                    <a:pt x="62795" y="289214"/>
                  </a:lnTo>
                  <a:lnTo>
                    <a:pt x="62795" y="294965"/>
                  </a:lnTo>
                  <a:close/>
                  <a:moveTo>
                    <a:pt x="71467" y="342684"/>
                  </a:moveTo>
                  <a:lnTo>
                    <a:pt x="67711" y="336933"/>
                  </a:lnTo>
                  <a:lnTo>
                    <a:pt x="74667" y="336933"/>
                  </a:lnTo>
                  <a:lnTo>
                    <a:pt x="81624" y="339128"/>
                  </a:lnTo>
                  <a:lnTo>
                    <a:pt x="71467" y="342684"/>
                  </a:lnTo>
                  <a:close/>
                  <a:moveTo>
                    <a:pt x="83062" y="64182"/>
                  </a:moveTo>
                  <a:lnTo>
                    <a:pt x="92059" y="57333"/>
                  </a:lnTo>
                  <a:lnTo>
                    <a:pt x="92059" y="59002"/>
                  </a:lnTo>
                  <a:lnTo>
                    <a:pt x="86262" y="64226"/>
                  </a:lnTo>
                  <a:lnTo>
                    <a:pt x="89137" y="65894"/>
                  </a:lnTo>
                  <a:lnTo>
                    <a:pt x="89137" y="68352"/>
                  </a:lnTo>
                  <a:lnTo>
                    <a:pt x="83062" y="64226"/>
                  </a:lnTo>
                  <a:close/>
                  <a:moveTo>
                    <a:pt x="95537" y="330348"/>
                  </a:moveTo>
                  <a:lnTo>
                    <a:pt x="99618" y="332543"/>
                  </a:lnTo>
                  <a:lnTo>
                    <a:pt x="104534" y="332543"/>
                  </a:lnTo>
                  <a:lnTo>
                    <a:pt x="106575" y="334738"/>
                  </a:lnTo>
                  <a:lnTo>
                    <a:pt x="103468" y="335397"/>
                  </a:lnTo>
                  <a:lnTo>
                    <a:pt x="104024" y="338382"/>
                  </a:lnTo>
                  <a:lnTo>
                    <a:pt x="103699" y="338294"/>
                  </a:lnTo>
                  <a:lnTo>
                    <a:pt x="96186" y="334431"/>
                  </a:lnTo>
                  <a:lnTo>
                    <a:pt x="93868" y="334431"/>
                  </a:lnTo>
                  <a:lnTo>
                    <a:pt x="86030" y="331709"/>
                  </a:lnTo>
                  <a:lnTo>
                    <a:pt x="86308" y="330348"/>
                  </a:lnTo>
                  <a:lnTo>
                    <a:pt x="89183" y="330348"/>
                  </a:lnTo>
                  <a:lnTo>
                    <a:pt x="93265" y="331446"/>
                  </a:lnTo>
                  <a:lnTo>
                    <a:pt x="95583" y="330348"/>
                  </a:lnTo>
                  <a:close/>
                  <a:moveTo>
                    <a:pt x="108894" y="119364"/>
                  </a:moveTo>
                  <a:lnTo>
                    <a:pt x="106250" y="124281"/>
                  </a:lnTo>
                  <a:lnTo>
                    <a:pt x="104210" y="115764"/>
                  </a:lnTo>
                  <a:lnTo>
                    <a:pt x="102586" y="112209"/>
                  </a:lnTo>
                  <a:lnTo>
                    <a:pt x="94934" y="102902"/>
                  </a:lnTo>
                  <a:lnTo>
                    <a:pt x="94934" y="100180"/>
                  </a:lnTo>
                  <a:lnTo>
                    <a:pt x="110192" y="115282"/>
                  </a:lnTo>
                  <a:lnTo>
                    <a:pt x="108847" y="119408"/>
                  </a:lnTo>
                  <a:close/>
                  <a:moveTo>
                    <a:pt x="116129" y="131042"/>
                  </a:moveTo>
                  <a:lnTo>
                    <a:pt x="110239" y="129769"/>
                  </a:lnTo>
                  <a:lnTo>
                    <a:pt x="110239" y="125379"/>
                  </a:lnTo>
                  <a:lnTo>
                    <a:pt x="116129" y="127310"/>
                  </a:lnTo>
                  <a:lnTo>
                    <a:pt x="116129" y="131042"/>
                  </a:lnTo>
                  <a:close/>
                  <a:moveTo>
                    <a:pt x="121137" y="64182"/>
                  </a:moveTo>
                  <a:lnTo>
                    <a:pt x="96325" y="54304"/>
                  </a:lnTo>
                  <a:lnTo>
                    <a:pt x="97578" y="50441"/>
                  </a:lnTo>
                  <a:lnTo>
                    <a:pt x="124152" y="62777"/>
                  </a:lnTo>
                  <a:lnTo>
                    <a:pt x="121137" y="64138"/>
                  </a:lnTo>
                  <a:close/>
                  <a:moveTo>
                    <a:pt x="135236" y="141841"/>
                  </a:moveTo>
                  <a:lnTo>
                    <a:pt x="129439" y="137715"/>
                  </a:lnTo>
                  <a:lnTo>
                    <a:pt x="132036" y="133588"/>
                  </a:lnTo>
                  <a:lnTo>
                    <a:pt x="135236" y="136046"/>
                  </a:lnTo>
                  <a:lnTo>
                    <a:pt x="135236" y="141797"/>
                  </a:lnTo>
                  <a:close/>
                  <a:moveTo>
                    <a:pt x="137740" y="80381"/>
                  </a:moveTo>
                  <a:lnTo>
                    <a:pt x="125450" y="70240"/>
                  </a:lnTo>
                  <a:lnTo>
                    <a:pt x="126424" y="68309"/>
                  </a:lnTo>
                  <a:lnTo>
                    <a:pt x="138575" y="78449"/>
                  </a:lnTo>
                  <a:lnTo>
                    <a:pt x="137694" y="80381"/>
                  </a:lnTo>
                  <a:close/>
                  <a:moveTo>
                    <a:pt x="138621" y="34549"/>
                  </a:moveTo>
                  <a:lnTo>
                    <a:pt x="118123" y="24935"/>
                  </a:lnTo>
                  <a:lnTo>
                    <a:pt x="118123" y="21906"/>
                  </a:lnTo>
                  <a:lnTo>
                    <a:pt x="144001" y="34549"/>
                  </a:lnTo>
                  <a:lnTo>
                    <a:pt x="138575" y="3454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1" name="Freeform: Shape 2150">
              <a:extLst>
                <a:ext uri="{FF2B5EF4-FFF2-40B4-BE49-F238E27FC236}">
                  <a16:creationId xmlns:a16="http://schemas.microsoft.com/office/drawing/2014/main" id="{495EABC2-5D90-2C82-81C9-86C259EAE1E6}"/>
                </a:ext>
              </a:extLst>
            </p:cNvPr>
            <p:cNvSpPr>
              <a:spLocks/>
            </p:cNvSpPr>
            <p:nvPr/>
          </p:nvSpPr>
          <p:spPr>
            <a:xfrm>
              <a:off x="6008763" y="3537912"/>
              <a:ext cx="243530" cy="370094"/>
            </a:xfrm>
            <a:custGeom>
              <a:avLst/>
              <a:gdLst>
                <a:gd name="connsiteX0" fmla="*/ 23745 w 163155"/>
                <a:gd name="connsiteY0" fmla="*/ 6673 h 247947"/>
                <a:gd name="connsiteX1" fmla="*/ 25136 w 163155"/>
                <a:gd name="connsiteY1" fmla="*/ 29545 h 247947"/>
                <a:gd name="connsiteX2" fmla="*/ 29635 w 163155"/>
                <a:gd name="connsiteY2" fmla="*/ 36437 h 247947"/>
                <a:gd name="connsiteX3" fmla="*/ 29774 w 163155"/>
                <a:gd name="connsiteY3" fmla="*/ 37183 h 247947"/>
                <a:gd name="connsiteX4" fmla="*/ 28754 w 163155"/>
                <a:gd name="connsiteY4" fmla="*/ 43154 h 247947"/>
                <a:gd name="connsiteX5" fmla="*/ 38447 w 163155"/>
                <a:gd name="connsiteY5" fmla="*/ 47807 h 247947"/>
                <a:gd name="connsiteX6" fmla="*/ 39050 w 163155"/>
                <a:gd name="connsiteY6" fmla="*/ 48466 h 247947"/>
                <a:gd name="connsiteX7" fmla="*/ 38957 w 163155"/>
                <a:gd name="connsiteY7" fmla="*/ 49300 h 247947"/>
                <a:gd name="connsiteX8" fmla="*/ 34922 w 163155"/>
                <a:gd name="connsiteY8" fmla="*/ 56324 h 247947"/>
                <a:gd name="connsiteX9" fmla="*/ 31583 w 163155"/>
                <a:gd name="connsiteY9" fmla="*/ 64884 h 247947"/>
                <a:gd name="connsiteX10" fmla="*/ 31583 w 163155"/>
                <a:gd name="connsiteY10" fmla="*/ 105316 h 247947"/>
                <a:gd name="connsiteX11" fmla="*/ 31258 w 163155"/>
                <a:gd name="connsiteY11" fmla="*/ 106063 h 247947"/>
                <a:gd name="connsiteX12" fmla="*/ 5380 w 163155"/>
                <a:gd name="connsiteY12" fmla="*/ 131393 h 247947"/>
                <a:gd name="connsiteX13" fmla="*/ 3154 w 163155"/>
                <a:gd name="connsiteY13" fmla="*/ 138549 h 247947"/>
                <a:gd name="connsiteX14" fmla="*/ 3014 w 163155"/>
                <a:gd name="connsiteY14" fmla="*/ 138856 h 247947"/>
                <a:gd name="connsiteX15" fmla="*/ 0 w 163155"/>
                <a:gd name="connsiteY15" fmla="*/ 143027 h 247947"/>
                <a:gd name="connsiteX16" fmla="*/ 9275 w 163155"/>
                <a:gd name="connsiteY16" fmla="*/ 148909 h 247947"/>
                <a:gd name="connsiteX17" fmla="*/ 15073 w 163155"/>
                <a:gd name="connsiteY17" fmla="*/ 156328 h 247947"/>
                <a:gd name="connsiteX18" fmla="*/ 26667 w 163155"/>
                <a:gd name="connsiteY18" fmla="*/ 160191 h 247947"/>
                <a:gd name="connsiteX19" fmla="*/ 22307 w 163155"/>
                <a:gd name="connsiteY19" fmla="*/ 162386 h 247947"/>
                <a:gd name="connsiteX20" fmla="*/ 22307 w 163155"/>
                <a:gd name="connsiteY20" fmla="*/ 164318 h 247947"/>
                <a:gd name="connsiteX21" fmla="*/ 15861 w 163155"/>
                <a:gd name="connsiteY21" fmla="*/ 166162 h 247947"/>
                <a:gd name="connsiteX22" fmla="*/ 20081 w 163155"/>
                <a:gd name="connsiteY22" fmla="*/ 168883 h 247947"/>
                <a:gd name="connsiteX23" fmla="*/ 20592 w 163155"/>
                <a:gd name="connsiteY23" fmla="*/ 169805 h 247947"/>
                <a:gd name="connsiteX24" fmla="*/ 20592 w 163155"/>
                <a:gd name="connsiteY24" fmla="*/ 175776 h 247947"/>
                <a:gd name="connsiteX25" fmla="*/ 25229 w 163155"/>
                <a:gd name="connsiteY25" fmla="*/ 178498 h 247947"/>
                <a:gd name="connsiteX26" fmla="*/ 25786 w 163155"/>
                <a:gd name="connsiteY26" fmla="*/ 179464 h 247947"/>
                <a:gd name="connsiteX27" fmla="*/ 25229 w 163155"/>
                <a:gd name="connsiteY27" fmla="*/ 202028 h 247947"/>
                <a:gd name="connsiteX28" fmla="*/ 33577 w 163155"/>
                <a:gd name="connsiteY28" fmla="*/ 209930 h 247947"/>
                <a:gd name="connsiteX29" fmla="*/ 33809 w 163155"/>
                <a:gd name="connsiteY29" fmla="*/ 211159 h 247947"/>
                <a:gd name="connsiteX30" fmla="*/ 32696 w 163155"/>
                <a:gd name="connsiteY30" fmla="*/ 211818 h 247947"/>
                <a:gd name="connsiteX31" fmla="*/ 11548 w 163155"/>
                <a:gd name="connsiteY31" fmla="*/ 211291 h 247947"/>
                <a:gd name="connsiteX32" fmla="*/ 7467 w 163155"/>
                <a:gd name="connsiteY32" fmla="*/ 216164 h 247947"/>
                <a:gd name="connsiteX33" fmla="*/ 14191 w 163155"/>
                <a:gd name="connsiteY33" fmla="*/ 223144 h 247947"/>
                <a:gd name="connsiteX34" fmla="*/ 23328 w 163155"/>
                <a:gd name="connsiteY34" fmla="*/ 229729 h 247947"/>
                <a:gd name="connsiteX35" fmla="*/ 23606 w 163155"/>
                <a:gd name="connsiteY35" fmla="*/ 229993 h 247947"/>
                <a:gd name="connsiteX36" fmla="*/ 31444 w 163155"/>
                <a:gd name="connsiteY36" fmla="*/ 241670 h 247947"/>
                <a:gd name="connsiteX37" fmla="*/ 31583 w 163155"/>
                <a:gd name="connsiteY37" fmla="*/ 242504 h 247947"/>
                <a:gd name="connsiteX38" fmla="*/ 30423 w 163155"/>
                <a:gd name="connsiteY38" fmla="*/ 246894 h 247947"/>
                <a:gd name="connsiteX39" fmla="*/ 36035 w 163155"/>
                <a:gd name="connsiteY39" fmla="*/ 247948 h 247947"/>
                <a:gd name="connsiteX40" fmla="*/ 44058 w 163155"/>
                <a:gd name="connsiteY40" fmla="*/ 243514 h 247947"/>
                <a:gd name="connsiteX41" fmla="*/ 54354 w 163155"/>
                <a:gd name="connsiteY41" fmla="*/ 239607 h 247947"/>
                <a:gd name="connsiteX42" fmla="*/ 54772 w 163155"/>
                <a:gd name="connsiteY42" fmla="*/ 239519 h 247947"/>
                <a:gd name="connsiteX43" fmla="*/ 76847 w 163155"/>
                <a:gd name="connsiteY43" fmla="*/ 239519 h 247947"/>
                <a:gd name="connsiteX44" fmla="*/ 84639 w 163155"/>
                <a:gd name="connsiteY44" fmla="*/ 230871 h 247947"/>
                <a:gd name="connsiteX45" fmla="*/ 92662 w 163155"/>
                <a:gd name="connsiteY45" fmla="*/ 223408 h 247947"/>
                <a:gd name="connsiteX46" fmla="*/ 93450 w 163155"/>
                <a:gd name="connsiteY46" fmla="*/ 223100 h 247947"/>
                <a:gd name="connsiteX47" fmla="*/ 105230 w 163155"/>
                <a:gd name="connsiteY47" fmla="*/ 223100 h 247947"/>
                <a:gd name="connsiteX48" fmla="*/ 112697 w 163155"/>
                <a:gd name="connsiteY48" fmla="*/ 219544 h 247947"/>
                <a:gd name="connsiteX49" fmla="*/ 115990 w 163155"/>
                <a:gd name="connsiteY49" fmla="*/ 211686 h 247947"/>
                <a:gd name="connsiteX50" fmla="*/ 116546 w 163155"/>
                <a:gd name="connsiteY50" fmla="*/ 211116 h 247947"/>
                <a:gd name="connsiteX51" fmla="*/ 126424 w 163155"/>
                <a:gd name="connsiteY51" fmla="*/ 206418 h 247947"/>
                <a:gd name="connsiteX52" fmla="*/ 127491 w 163155"/>
                <a:gd name="connsiteY52" fmla="*/ 198472 h 247947"/>
                <a:gd name="connsiteX53" fmla="*/ 128233 w 163155"/>
                <a:gd name="connsiteY53" fmla="*/ 197594 h 247947"/>
                <a:gd name="connsiteX54" fmla="*/ 138065 w 163155"/>
                <a:gd name="connsiteY54" fmla="*/ 194038 h 247947"/>
                <a:gd name="connsiteX55" fmla="*/ 138854 w 163155"/>
                <a:gd name="connsiteY55" fmla="*/ 194038 h 247947"/>
                <a:gd name="connsiteX56" fmla="*/ 144975 w 163155"/>
                <a:gd name="connsiteY56" fmla="*/ 195882 h 247947"/>
                <a:gd name="connsiteX57" fmla="*/ 146459 w 163155"/>
                <a:gd name="connsiteY57" fmla="*/ 191097 h 247947"/>
                <a:gd name="connsiteX58" fmla="*/ 140106 w 163155"/>
                <a:gd name="connsiteY58" fmla="*/ 186356 h 247947"/>
                <a:gd name="connsiteX59" fmla="*/ 139688 w 163155"/>
                <a:gd name="connsiteY59" fmla="*/ 185258 h 247947"/>
                <a:gd name="connsiteX60" fmla="*/ 140708 w 163155"/>
                <a:gd name="connsiteY60" fmla="*/ 180386 h 247947"/>
                <a:gd name="connsiteX61" fmla="*/ 138297 w 163155"/>
                <a:gd name="connsiteY61" fmla="*/ 178322 h 247947"/>
                <a:gd name="connsiteX62" fmla="*/ 137926 w 163155"/>
                <a:gd name="connsiteY62" fmla="*/ 177488 h 247947"/>
                <a:gd name="connsiteX63" fmla="*/ 137926 w 163155"/>
                <a:gd name="connsiteY63" fmla="*/ 175030 h 247947"/>
                <a:gd name="connsiteX64" fmla="*/ 138436 w 163155"/>
                <a:gd name="connsiteY64" fmla="*/ 171693 h 247947"/>
                <a:gd name="connsiteX65" fmla="*/ 135839 w 163155"/>
                <a:gd name="connsiteY65" fmla="*/ 169981 h 247947"/>
                <a:gd name="connsiteX66" fmla="*/ 131526 w 163155"/>
                <a:gd name="connsiteY66" fmla="*/ 172132 h 247947"/>
                <a:gd name="connsiteX67" fmla="*/ 130645 w 163155"/>
                <a:gd name="connsiteY67" fmla="*/ 172220 h 247947"/>
                <a:gd name="connsiteX68" fmla="*/ 129949 w 163155"/>
                <a:gd name="connsiteY68" fmla="*/ 171649 h 247947"/>
                <a:gd name="connsiteX69" fmla="*/ 127908 w 163155"/>
                <a:gd name="connsiteY69" fmla="*/ 167786 h 247947"/>
                <a:gd name="connsiteX70" fmla="*/ 128140 w 163155"/>
                <a:gd name="connsiteY70" fmla="*/ 166513 h 247947"/>
                <a:gd name="connsiteX71" fmla="*/ 135329 w 163155"/>
                <a:gd name="connsiteY71" fmla="*/ 159972 h 247947"/>
                <a:gd name="connsiteX72" fmla="*/ 132268 w 163155"/>
                <a:gd name="connsiteY72" fmla="*/ 154660 h 247947"/>
                <a:gd name="connsiteX73" fmla="*/ 132500 w 163155"/>
                <a:gd name="connsiteY73" fmla="*/ 153299 h 247947"/>
                <a:gd name="connsiteX74" fmla="*/ 140616 w 163155"/>
                <a:gd name="connsiteY74" fmla="*/ 146363 h 247947"/>
                <a:gd name="connsiteX75" fmla="*/ 137926 w 163155"/>
                <a:gd name="connsiteY75" fmla="*/ 143597 h 247947"/>
                <a:gd name="connsiteX76" fmla="*/ 137648 w 163155"/>
                <a:gd name="connsiteY76" fmla="*/ 142587 h 247947"/>
                <a:gd name="connsiteX77" fmla="*/ 138529 w 163155"/>
                <a:gd name="connsiteY77" fmla="*/ 139031 h 247947"/>
                <a:gd name="connsiteX78" fmla="*/ 139642 w 163155"/>
                <a:gd name="connsiteY78" fmla="*/ 138197 h 247947"/>
                <a:gd name="connsiteX79" fmla="*/ 142981 w 163155"/>
                <a:gd name="connsiteY79" fmla="*/ 138197 h 247947"/>
                <a:gd name="connsiteX80" fmla="*/ 143723 w 163155"/>
                <a:gd name="connsiteY80" fmla="*/ 133500 h 247947"/>
                <a:gd name="connsiteX81" fmla="*/ 144233 w 163155"/>
                <a:gd name="connsiteY81" fmla="*/ 132754 h 247947"/>
                <a:gd name="connsiteX82" fmla="*/ 146784 w 163155"/>
                <a:gd name="connsiteY82" fmla="*/ 131086 h 247947"/>
                <a:gd name="connsiteX83" fmla="*/ 145764 w 163155"/>
                <a:gd name="connsiteY83" fmla="*/ 125466 h 247947"/>
                <a:gd name="connsiteX84" fmla="*/ 146135 w 163155"/>
                <a:gd name="connsiteY84" fmla="*/ 124457 h 247947"/>
                <a:gd name="connsiteX85" fmla="*/ 149613 w 163155"/>
                <a:gd name="connsiteY85" fmla="*/ 121428 h 247947"/>
                <a:gd name="connsiteX86" fmla="*/ 150401 w 163155"/>
                <a:gd name="connsiteY86" fmla="*/ 121120 h 247947"/>
                <a:gd name="connsiteX87" fmla="*/ 163155 w 163155"/>
                <a:gd name="connsiteY87" fmla="*/ 121120 h 247947"/>
                <a:gd name="connsiteX88" fmla="*/ 163155 w 163155"/>
                <a:gd name="connsiteY88" fmla="*/ 63875 h 247947"/>
                <a:gd name="connsiteX89" fmla="*/ 37890 w 163155"/>
                <a:gd name="connsiteY89" fmla="*/ 0 h 247947"/>
                <a:gd name="connsiteX90" fmla="*/ 23745 w 163155"/>
                <a:gd name="connsiteY90" fmla="*/ 6585 h 247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163155" h="247947">
                  <a:moveTo>
                    <a:pt x="23745" y="6673"/>
                  </a:moveTo>
                  <a:lnTo>
                    <a:pt x="25136" y="29545"/>
                  </a:lnTo>
                  <a:lnTo>
                    <a:pt x="29635" y="36437"/>
                  </a:lnTo>
                  <a:cubicBezTo>
                    <a:pt x="29774" y="36657"/>
                    <a:pt x="29821" y="36920"/>
                    <a:pt x="29774" y="37183"/>
                  </a:cubicBezTo>
                  <a:lnTo>
                    <a:pt x="28754" y="43154"/>
                  </a:lnTo>
                  <a:lnTo>
                    <a:pt x="38447" y="47807"/>
                  </a:lnTo>
                  <a:cubicBezTo>
                    <a:pt x="38725" y="47939"/>
                    <a:pt x="38957" y="48158"/>
                    <a:pt x="39050" y="48466"/>
                  </a:cubicBezTo>
                  <a:cubicBezTo>
                    <a:pt x="39142" y="48729"/>
                    <a:pt x="39096" y="49036"/>
                    <a:pt x="38957" y="49300"/>
                  </a:cubicBezTo>
                  <a:lnTo>
                    <a:pt x="34922" y="56324"/>
                  </a:lnTo>
                  <a:lnTo>
                    <a:pt x="31583" y="64884"/>
                  </a:lnTo>
                  <a:lnTo>
                    <a:pt x="31583" y="105316"/>
                  </a:lnTo>
                  <a:cubicBezTo>
                    <a:pt x="31583" y="105580"/>
                    <a:pt x="31444" y="105887"/>
                    <a:pt x="31258" y="106063"/>
                  </a:cubicBezTo>
                  <a:lnTo>
                    <a:pt x="5380" y="131393"/>
                  </a:lnTo>
                  <a:lnTo>
                    <a:pt x="3154" y="138549"/>
                  </a:lnTo>
                  <a:cubicBezTo>
                    <a:pt x="3154" y="138549"/>
                    <a:pt x="3061" y="138768"/>
                    <a:pt x="3014" y="138856"/>
                  </a:cubicBezTo>
                  <a:lnTo>
                    <a:pt x="0" y="143027"/>
                  </a:lnTo>
                  <a:cubicBezTo>
                    <a:pt x="4452" y="143290"/>
                    <a:pt x="8580" y="145441"/>
                    <a:pt x="9275" y="148909"/>
                  </a:cubicBezTo>
                  <a:cubicBezTo>
                    <a:pt x="9275" y="148909"/>
                    <a:pt x="7235" y="156021"/>
                    <a:pt x="15073" y="156328"/>
                  </a:cubicBezTo>
                  <a:cubicBezTo>
                    <a:pt x="22910" y="156591"/>
                    <a:pt x="26667" y="160191"/>
                    <a:pt x="26667" y="160191"/>
                  </a:cubicBezTo>
                  <a:lnTo>
                    <a:pt x="22307" y="162386"/>
                  </a:lnTo>
                  <a:lnTo>
                    <a:pt x="22307" y="164318"/>
                  </a:lnTo>
                  <a:lnTo>
                    <a:pt x="15861" y="166162"/>
                  </a:lnTo>
                  <a:lnTo>
                    <a:pt x="20081" y="168883"/>
                  </a:lnTo>
                  <a:cubicBezTo>
                    <a:pt x="20406" y="169103"/>
                    <a:pt x="20592" y="169411"/>
                    <a:pt x="20592" y="169805"/>
                  </a:cubicBezTo>
                  <a:lnTo>
                    <a:pt x="20592" y="175776"/>
                  </a:lnTo>
                  <a:lnTo>
                    <a:pt x="25229" y="178498"/>
                  </a:lnTo>
                  <a:cubicBezTo>
                    <a:pt x="25600" y="178717"/>
                    <a:pt x="25786" y="179068"/>
                    <a:pt x="25786" y="179464"/>
                  </a:cubicBezTo>
                  <a:lnTo>
                    <a:pt x="25229" y="202028"/>
                  </a:lnTo>
                  <a:lnTo>
                    <a:pt x="33577" y="209930"/>
                  </a:lnTo>
                  <a:cubicBezTo>
                    <a:pt x="33902" y="210238"/>
                    <a:pt x="33994" y="210720"/>
                    <a:pt x="33809" y="211159"/>
                  </a:cubicBezTo>
                  <a:cubicBezTo>
                    <a:pt x="33624" y="211554"/>
                    <a:pt x="33252" y="211906"/>
                    <a:pt x="32696" y="211818"/>
                  </a:cubicBezTo>
                  <a:lnTo>
                    <a:pt x="11548" y="211291"/>
                  </a:lnTo>
                  <a:lnTo>
                    <a:pt x="7467" y="216164"/>
                  </a:lnTo>
                  <a:lnTo>
                    <a:pt x="14191" y="223144"/>
                  </a:lnTo>
                  <a:lnTo>
                    <a:pt x="23328" y="229729"/>
                  </a:lnTo>
                  <a:cubicBezTo>
                    <a:pt x="23328" y="229729"/>
                    <a:pt x="23513" y="229905"/>
                    <a:pt x="23606" y="229993"/>
                  </a:cubicBezTo>
                  <a:lnTo>
                    <a:pt x="31444" y="241670"/>
                  </a:lnTo>
                  <a:cubicBezTo>
                    <a:pt x="31629" y="241933"/>
                    <a:pt x="31675" y="242241"/>
                    <a:pt x="31583" y="242504"/>
                  </a:cubicBezTo>
                  <a:lnTo>
                    <a:pt x="30423" y="246894"/>
                  </a:lnTo>
                  <a:lnTo>
                    <a:pt x="36035" y="247948"/>
                  </a:lnTo>
                  <a:lnTo>
                    <a:pt x="44058" y="243514"/>
                  </a:lnTo>
                  <a:lnTo>
                    <a:pt x="54354" y="239607"/>
                  </a:lnTo>
                  <a:cubicBezTo>
                    <a:pt x="54354" y="239607"/>
                    <a:pt x="54632" y="239519"/>
                    <a:pt x="54772" y="239519"/>
                  </a:cubicBezTo>
                  <a:lnTo>
                    <a:pt x="76847" y="239519"/>
                  </a:lnTo>
                  <a:lnTo>
                    <a:pt x="84639" y="230871"/>
                  </a:lnTo>
                  <a:lnTo>
                    <a:pt x="92662" y="223408"/>
                  </a:lnTo>
                  <a:cubicBezTo>
                    <a:pt x="92662" y="223408"/>
                    <a:pt x="93172" y="223100"/>
                    <a:pt x="93450" y="223100"/>
                  </a:cubicBezTo>
                  <a:lnTo>
                    <a:pt x="105230" y="223100"/>
                  </a:lnTo>
                  <a:lnTo>
                    <a:pt x="112697" y="219544"/>
                  </a:lnTo>
                  <a:lnTo>
                    <a:pt x="115990" y="211686"/>
                  </a:lnTo>
                  <a:cubicBezTo>
                    <a:pt x="116082" y="211423"/>
                    <a:pt x="116314" y="211247"/>
                    <a:pt x="116546" y="211116"/>
                  </a:cubicBezTo>
                  <a:lnTo>
                    <a:pt x="126424" y="206418"/>
                  </a:lnTo>
                  <a:lnTo>
                    <a:pt x="127491" y="198472"/>
                  </a:lnTo>
                  <a:cubicBezTo>
                    <a:pt x="127537" y="198077"/>
                    <a:pt x="127816" y="197726"/>
                    <a:pt x="128233" y="197594"/>
                  </a:cubicBezTo>
                  <a:lnTo>
                    <a:pt x="138065" y="194038"/>
                  </a:lnTo>
                  <a:cubicBezTo>
                    <a:pt x="138297" y="193950"/>
                    <a:pt x="138575" y="193950"/>
                    <a:pt x="138854" y="194038"/>
                  </a:cubicBezTo>
                  <a:lnTo>
                    <a:pt x="144975" y="195882"/>
                  </a:lnTo>
                  <a:lnTo>
                    <a:pt x="146459" y="191097"/>
                  </a:lnTo>
                  <a:lnTo>
                    <a:pt x="140106" y="186356"/>
                  </a:lnTo>
                  <a:cubicBezTo>
                    <a:pt x="139781" y="186092"/>
                    <a:pt x="139595" y="185697"/>
                    <a:pt x="139688" y="185258"/>
                  </a:cubicBezTo>
                  <a:lnTo>
                    <a:pt x="140708" y="180386"/>
                  </a:lnTo>
                  <a:lnTo>
                    <a:pt x="138297" y="178322"/>
                  </a:lnTo>
                  <a:cubicBezTo>
                    <a:pt x="138065" y="178103"/>
                    <a:pt x="137926" y="177839"/>
                    <a:pt x="137926" y="177488"/>
                  </a:cubicBezTo>
                  <a:lnTo>
                    <a:pt x="137926" y="175030"/>
                  </a:lnTo>
                  <a:lnTo>
                    <a:pt x="138436" y="171693"/>
                  </a:lnTo>
                  <a:lnTo>
                    <a:pt x="135839" y="169981"/>
                  </a:lnTo>
                  <a:lnTo>
                    <a:pt x="131526" y="172132"/>
                  </a:lnTo>
                  <a:cubicBezTo>
                    <a:pt x="131248" y="172264"/>
                    <a:pt x="130923" y="172308"/>
                    <a:pt x="130645" y="172220"/>
                  </a:cubicBezTo>
                  <a:cubicBezTo>
                    <a:pt x="130366" y="172132"/>
                    <a:pt x="130088" y="171913"/>
                    <a:pt x="129949" y="171649"/>
                  </a:cubicBezTo>
                  <a:lnTo>
                    <a:pt x="127908" y="167786"/>
                  </a:lnTo>
                  <a:cubicBezTo>
                    <a:pt x="127676" y="167347"/>
                    <a:pt x="127769" y="166820"/>
                    <a:pt x="128140" y="166513"/>
                  </a:cubicBezTo>
                  <a:lnTo>
                    <a:pt x="135329" y="159972"/>
                  </a:lnTo>
                  <a:lnTo>
                    <a:pt x="132268" y="154660"/>
                  </a:lnTo>
                  <a:cubicBezTo>
                    <a:pt x="132036" y="154221"/>
                    <a:pt x="132129" y="153650"/>
                    <a:pt x="132500" y="153299"/>
                  </a:cubicBezTo>
                  <a:lnTo>
                    <a:pt x="140616" y="146363"/>
                  </a:lnTo>
                  <a:lnTo>
                    <a:pt x="137926" y="143597"/>
                  </a:lnTo>
                  <a:cubicBezTo>
                    <a:pt x="137648" y="143334"/>
                    <a:pt x="137555" y="142939"/>
                    <a:pt x="137648" y="142587"/>
                  </a:cubicBezTo>
                  <a:lnTo>
                    <a:pt x="138529" y="139031"/>
                  </a:lnTo>
                  <a:cubicBezTo>
                    <a:pt x="138668" y="138549"/>
                    <a:pt x="139132" y="138197"/>
                    <a:pt x="139642" y="138197"/>
                  </a:cubicBezTo>
                  <a:lnTo>
                    <a:pt x="142981" y="138197"/>
                  </a:lnTo>
                  <a:lnTo>
                    <a:pt x="143723" y="133500"/>
                  </a:lnTo>
                  <a:cubicBezTo>
                    <a:pt x="143723" y="133193"/>
                    <a:pt x="143955" y="132929"/>
                    <a:pt x="144233" y="132754"/>
                  </a:cubicBezTo>
                  <a:lnTo>
                    <a:pt x="146784" y="131086"/>
                  </a:lnTo>
                  <a:lnTo>
                    <a:pt x="145764" y="125466"/>
                  </a:lnTo>
                  <a:cubicBezTo>
                    <a:pt x="145717" y="125115"/>
                    <a:pt x="145810" y="124720"/>
                    <a:pt x="146135" y="124457"/>
                  </a:cubicBezTo>
                  <a:lnTo>
                    <a:pt x="149613" y="121428"/>
                  </a:lnTo>
                  <a:cubicBezTo>
                    <a:pt x="149613" y="121428"/>
                    <a:pt x="150123" y="121120"/>
                    <a:pt x="150401" y="121120"/>
                  </a:cubicBezTo>
                  <a:lnTo>
                    <a:pt x="163155" y="121120"/>
                  </a:lnTo>
                  <a:lnTo>
                    <a:pt x="163155" y="63875"/>
                  </a:lnTo>
                  <a:lnTo>
                    <a:pt x="37890" y="0"/>
                  </a:lnTo>
                  <a:lnTo>
                    <a:pt x="23745" y="65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2" name="Freeform: Shape 2151">
              <a:extLst>
                <a:ext uri="{FF2B5EF4-FFF2-40B4-BE49-F238E27FC236}">
                  <a16:creationId xmlns:a16="http://schemas.microsoft.com/office/drawing/2014/main" id="{0CD5032D-03C9-5951-28BE-7656A7A83CF3}"/>
                </a:ext>
              </a:extLst>
            </p:cNvPr>
            <p:cNvSpPr>
              <a:spLocks/>
            </p:cNvSpPr>
            <p:nvPr/>
          </p:nvSpPr>
          <p:spPr>
            <a:xfrm>
              <a:off x="6715058" y="3061663"/>
              <a:ext cx="69362" cy="68932"/>
            </a:xfrm>
            <a:custGeom>
              <a:avLst/>
              <a:gdLst>
                <a:gd name="connsiteX0" fmla="*/ 43363 w 46470"/>
                <a:gd name="connsiteY0" fmla="*/ 41573 h 46182"/>
                <a:gd name="connsiteX1" fmla="*/ 43780 w 46470"/>
                <a:gd name="connsiteY1" fmla="*/ 40827 h 46182"/>
                <a:gd name="connsiteX2" fmla="*/ 46470 w 46470"/>
                <a:gd name="connsiteY2" fmla="*/ 38808 h 46182"/>
                <a:gd name="connsiteX3" fmla="*/ 42157 w 46470"/>
                <a:gd name="connsiteY3" fmla="*/ 37227 h 46182"/>
                <a:gd name="connsiteX4" fmla="*/ 41415 w 46470"/>
                <a:gd name="connsiteY4" fmla="*/ 36261 h 46182"/>
                <a:gd name="connsiteX5" fmla="*/ 42018 w 46470"/>
                <a:gd name="connsiteY5" fmla="*/ 35208 h 46182"/>
                <a:gd name="connsiteX6" fmla="*/ 46424 w 46470"/>
                <a:gd name="connsiteY6" fmla="*/ 32837 h 46182"/>
                <a:gd name="connsiteX7" fmla="*/ 44893 w 46470"/>
                <a:gd name="connsiteY7" fmla="*/ 32003 h 46182"/>
                <a:gd name="connsiteX8" fmla="*/ 41601 w 46470"/>
                <a:gd name="connsiteY8" fmla="*/ 33803 h 46182"/>
                <a:gd name="connsiteX9" fmla="*/ 40302 w 46470"/>
                <a:gd name="connsiteY9" fmla="*/ 33715 h 46182"/>
                <a:gd name="connsiteX10" fmla="*/ 31815 w 46470"/>
                <a:gd name="connsiteY10" fmla="*/ 27569 h 46182"/>
                <a:gd name="connsiteX11" fmla="*/ 31351 w 46470"/>
                <a:gd name="connsiteY11" fmla="*/ 26603 h 46182"/>
                <a:gd name="connsiteX12" fmla="*/ 31954 w 46470"/>
                <a:gd name="connsiteY12" fmla="*/ 25725 h 46182"/>
                <a:gd name="connsiteX13" fmla="*/ 36406 w 46470"/>
                <a:gd name="connsiteY13" fmla="*/ 23399 h 46182"/>
                <a:gd name="connsiteX14" fmla="*/ 36406 w 46470"/>
                <a:gd name="connsiteY14" fmla="*/ 21116 h 46182"/>
                <a:gd name="connsiteX15" fmla="*/ 29450 w 46470"/>
                <a:gd name="connsiteY15" fmla="*/ 12380 h 46182"/>
                <a:gd name="connsiteX16" fmla="*/ 29635 w 46470"/>
                <a:gd name="connsiteY16" fmla="*/ 10887 h 46182"/>
                <a:gd name="connsiteX17" fmla="*/ 32418 w 46470"/>
                <a:gd name="connsiteY17" fmla="*/ 8692 h 46182"/>
                <a:gd name="connsiteX18" fmla="*/ 22354 w 46470"/>
                <a:gd name="connsiteY18" fmla="*/ 5926 h 46182"/>
                <a:gd name="connsiteX19" fmla="*/ 21519 w 46470"/>
                <a:gd name="connsiteY19" fmla="*/ 4873 h 46182"/>
                <a:gd name="connsiteX20" fmla="*/ 22354 w 46470"/>
                <a:gd name="connsiteY20" fmla="*/ 3819 h 46182"/>
                <a:gd name="connsiteX21" fmla="*/ 25971 w 46470"/>
                <a:gd name="connsiteY21" fmla="*/ 2766 h 46182"/>
                <a:gd name="connsiteX22" fmla="*/ 22632 w 46470"/>
                <a:gd name="connsiteY22" fmla="*/ 0 h 46182"/>
                <a:gd name="connsiteX23" fmla="*/ 20823 w 46470"/>
                <a:gd name="connsiteY23" fmla="*/ 1141 h 46182"/>
                <a:gd name="connsiteX24" fmla="*/ 20267 w 46470"/>
                <a:gd name="connsiteY24" fmla="*/ 1317 h 46182"/>
                <a:gd name="connsiteX25" fmla="*/ 7699 w 46470"/>
                <a:gd name="connsiteY25" fmla="*/ 2327 h 46182"/>
                <a:gd name="connsiteX26" fmla="*/ 0 w 46470"/>
                <a:gd name="connsiteY26" fmla="*/ 5356 h 46182"/>
                <a:gd name="connsiteX27" fmla="*/ 4823 w 46470"/>
                <a:gd name="connsiteY27" fmla="*/ 11063 h 46182"/>
                <a:gd name="connsiteX28" fmla="*/ 4823 w 46470"/>
                <a:gd name="connsiteY28" fmla="*/ 12380 h 46182"/>
                <a:gd name="connsiteX29" fmla="*/ 2226 w 46470"/>
                <a:gd name="connsiteY29" fmla="*/ 15936 h 46182"/>
                <a:gd name="connsiteX30" fmla="*/ 3339 w 46470"/>
                <a:gd name="connsiteY30" fmla="*/ 20984 h 46182"/>
                <a:gd name="connsiteX31" fmla="*/ 14563 w 46470"/>
                <a:gd name="connsiteY31" fmla="*/ 23004 h 46182"/>
                <a:gd name="connsiteX32" fmla="*/ 15304 w 46470"/>
                <a:gd name="connsiteY32" fmla="*/ 23486 h 46182"/>
                <a:gd name="connsiteX33" fmla="*/ 19989 w 46470"/>
                <a:gd name="connsiteY33" fmla="*/ 30554 h 46182"/>
                <a:gd name="connsiteX34" fmla="*/ 23328 w 46470"/>
                <a:gd name="connsiteY34" fmla="*/ 28447 h 46182"/>
                <a:gd name="connsiteX35" fmla="*/ 24905 w 46470"/>
                <a:gd name="connsiteY35" fmla="*/ 28711 h 46182"/>
                <a:gd name="connsiteX36" fmla="*/ 29218 w 46470"/>
                <a:gd name="connsiteY36" fmla="*/ 34330 h 46182"/>
                <a:gd name="connsiteX37" fmla="*/ 35989 w 46470"/>
                <a:gd name="connsiteY37" fmla="*/ 34330 h 46182"/>
                <a:gd name="connsiteX38" fmla="*/ 37055 w 46470"/>
                <a:gd name="connsiteY38" fmla="*/ 35032 h 46182"/>
                <a:gd name="connsiteX39" fmla="*/ 41693 w 46470"/>
                <a:gd name="connsiteY39" fmla="*/ 46183 h 46182"/>
                <a:gd name="connsiteX40" fmla="*/ 45914 w 46470"/>
                <a:gd name="connsiteY40" fmla="*/ 44954 h 46182"/>
                <a:gd name="connsiteX41" fmla="*/ 43595 w 46470"/>
                <a:gd name="connsiteY41" fmla="*/ 42364 h 46182"/>
                <a:gd name="connsiteX42" fmla="*/ 43316 w 46470"/>
                <a:gd name="connsiteY42" fmla="*/ 41529 h 46182"/>
                <a:gd name="connsiteX43" fmla="*/ 27038 w 46470"/>
                <a:gd name="connsiteY43" fmla="*/ 22169 h 46182"/>
                <a:gd name="connsiteX44" fmla="*/ 26482 w 46470"/>
                <a:gd name="connsiteY44" fmla="*/ 17560 h 46182"/>
                <a:gd name="connsiteX45" fmla="*/ 21844 w 46470"/>
                <a:gd name="connsiteY45" fmla="*/ 14224 h 46182"/>
                <a:gd name="connsiteX46" fmla="*/ 24905 w 46470"/>
                <a:gd name="connsiteY46" fmla="*/ 12863 h 46182"/>
                <a:gd name="connsiteX47" fmla="*/ 34041 w 46470"/>
                <a:gd name="connsiteY47" fmla="*/ 20809 h 46182"/>
                <a:gd name="connsiteX48" fmla="*/ 27084 w 46470"/>
                <a:gd name="connsiteY48" fmla="*/ 22169 h 4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6470" h="46182">
                  <a:moveTo>
                    <a:pt x="43363" y="41573"/>
                  </a:moveTo>
                  <a:cubicBezTo>
                    <a:pt x="43363" y="41266"/>
                    <a:pt x="43548" y="41003"/>
                    <a:pt x="43780" y="40827"/>
                  </a:cubicBezTo>
                  <a:lnTo>
                    <a:pt x="46470" y="38808"/>
                  </a:lnTo>
                  <a:lnTo>
                    <a:pt x="42157" y="37227"/>
                  </a:lnTo>
                  <a:cubicBezTo>
                    <a:pt x="41740" y="37052"/>
                    <a:pt x="41461" y="36700"/>
                    <a:pt x="41415" y="36261"/>
                  </a:cubicBezTo>
                  <a:cubicBezTo>
                    <a:pt x="41415" y="35822"/>
                    <a:pt x="41601" y="35427"/>
                    <a:pt x="42018" y="35208"/>
                  </a:cubicBezTo>
                  <a:lnTo>
                    <a:pt x="46424" y="32837"/>
                  </a:lnTo>
                  <a:lnTo>
                    <a:pt x="44893" y="32003"/>
                  </a:lnTo>
                  <a:lnTo>
                    <a:pt x="41601" y="33803"/>
                  </a:lnTo>
                  <a:cubicBezTo>
                    <a:pt x="41183" y="34023"/>
                    <a:pt x="40673" y="33979"/>
                    <a:pt x="40302" y="33715"/>
                  </a:cubicBezTo>
                  <a:lnTo>
                    <a:pt x="31815" y="27569"/>
                  </a:lnTo>
                  <a:cubicBezTo>
                    <a:pt x="31490" y="27350"/>
                    <a:pt x="31351" y="26999"/>
                    <a:pt x="31351" y="26603"/>
                  </a:cubicBezTo>
                  <a:cubicBezTo>
                    <a:pt x="31351" y="26252"/>
                    <a:pt x="31583" y="25901"/>
                    <a:pt x="31954" y="25725"/>
                  </a:cubicBezTo>
                  <a:lnTo>
                    <a:pt x="36406" y="23399"/>
                  </a:lnTo>
                  <a:lnTo>
                    <a:pt x="36406" y="21116"/>
                  </a:lnTo>
                  <a:lnTo>
                    <a:pt x="29450" y="12380"/>
                  </a:lnTo>
                  <a:cubicBezTo>
                    <a:pt x="29079" y="11897"/>
                    <a:pt x="29171" y="11238"/>
                    <a:pt x="29635" y="10887"/>
                  </a:cubicBezTo>
                  <a:lnTo>
                    <a:pt x="32418" y="8692"/>
                  </a:lnTo>
                  <a:lnTo>
                    <a:pt x="22354" y="5926"/>
                  </a:lnTo>
                  <a:cubicBezTo>
                    <a:pt x="21844" y="5795"/>
                    <a:pt x="21519" y="5356"/>
                    <a:pt x="21519" y="4873"/>
                  </a:cubicBezTo>
                  <a:cubicBezTo>
                    <a:pt x="21519" y="4390"/>
                    <a:pt x="21844" y="3951"/>
                    <a:pt x="22354" y="3819"/>
                  </a:cubicBezTo>
                  <a:lnTo>
                    <a:pt x="25971" y="2766"/>
                  </a:lnTo>
                  <a:lnTo>
                    <a:pt x="22632" y="0"/>
                  </a:lnTo>
                  <a:lnTo>
                    <a:pt x="20823" y="1141"/>
                  </a:lnTo>
                  <a:cubicBezTo>
                    <a:pt x="20823" y="1141"/>
                    <a:pt x="20453" y="1317"/>
                    <a:pt x="20267" y="1317"/>
                  </a:cubicBezTo>
                  <a:lnTo>
                    <a:pt x="7699" y="2327"/>
                  </a:lnTo>
                  <a:lnTo>
                    <a:pt x="0" y="5356"/>
                  </a:lnTo>
                  <a:lnTo>
                    <a:pt x="4823" y="11063"/>
                  </a:lnTo>
                  <a:cubicBezTo>
                    <a:pt x="5148" y="11458"/>
                    <a:pt x="5148" y="11985"/>
                    <a:pt x="4823" y="12380"/>
                  </a:cubicBezTo>
                  <a:lnTo>
                    <a:pt x="2226" y="15936"/>
                  </a:lnTo>
                  <a:lnTo>
                    <a:pt x="3339" y="20984"/>
                  </a:lnTo>
                  <a:lnTo>
                    <a:pt x="14563" y="23004"/>
                  </a:lnTo>
                  <a:cubicBezTo>
                    <a:pt x="14887" y="23048"/>
                    <a:pt x="15165" y="23223"/>
                    <a:pt x="15304" y="23486"/>
                  </a:cubicBezTo>
                  <a:lnTo>
                    <a:pt x="19989" y="30554"/>
                  </a:lnTo>
                  <a:lnTo>
                    <a:pt x="23328" y="28447"/>
                  </a:lnTo>
                  <a:cubicBezTo>
                    <a:pt x="23838" y="28140"/>
                    <a:pt x="24534" y="28228"/>
                    <a:pt x="24905" y="28711"/>
                  </a:cubicBezTo>
                  <a:lnTo>
                    <a:pt x="29218" y="34330"/>
                  </a:lnTo>
                  <a:lnTo>
                    <a:pt x="35989" y="34330"/>
                  </a:lnTo>
                  <a:cubicBezTo>
                    <a:pt x="36452" y="34330"/>
                    <a:pt x="36916" y="34593"/>
                    <a:pt x="37055" y="35032"/>
                  </a:cubicBezTo>
                  <a:lnTo>
                    <a:pt x="41693" y="46183"/>
                  </a:lnTo>
                  <a:lnTo>
                    <a:pt x="45914" y="44954"/>
                  </a:lnTo>
                  <a:lnTo>
                    <a:pt x="43595" y="42364"/>
                  </a:lnTo>
                  <a:cubicBezTo>
                    <a:pt x="43409" y="42144"/>
                    <a:pt x="43316" y="41837"/>
                    <a:pt x="43316" y="41529"/>
                  </a:cubicBezTo>
                  <a:close/>
                  <a:moveTo>
                    <a:pt x="27038" y="22169"/>
                  </a:moveTo>
                  <a:lnTo>
                    <a:pt x="26482" y="17560"/>
                  </a:lnTo>
                  <a:lnTo>
                    <a:pt x="21844" y="14224"/>
                  </a:lnTo>
                  <a:lnTo>
                    <a:pt x="24905" y="12863"/>
                  </a:lnTo>
                  <a:cubicBezTo>
                    <a:pt x="24905" y="12863"/>
                    <a:pt x="36035" y="18877"/>
                    <a:pt x="34041" y="20809"/>
                  </a:cubicBezTo>
                  <a:cubicBezTo>
                    <a:pt x="32000" y="22740"/>
                    <a:pt x="27084" y="22169"/>
                    <a:pt x="27084" y="2216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3" name="Freeform: Shape 2152">
              <a:extLst>
                <a:ext uri="{FF2B5EF4-FFF2-40B4-BE49-F238E27FC236}">
                  <a16:creationId xmlns:a16="http://schemas.microsoft.com/office/drawing/2014/main" id="{0B50EFAC-5C4A-AF56-BA08-F28483361715}"/>
                </a:ext>
              </a:extLst>
            </p:cNvPr>
            <p:cNvSpPr>
              <a:spLocks/>
            </p:cNvSpPr>
            <p:nvPr/>
          </p:nvSpPr>
          <p:spPr>
            <a:xfrm>
              <a:off x="5801920" y="1775376"/>
              <a:ext cx="619240" cy="698912"/>
            </a:xfrm>
            <a:custGeom>
              <a:avLst/>
              <a:gdLst>
                <a:gd name="connsiteX0" fmla="*/ 104813 w 414865"/>
                <a:gd name="connsiteY0" fmla="*/ 442776 h 468241"/>
                <a:gd name="connsiteX1" fmla="*/ 106528 w 414865"/>
                <a:gd name="connsiteY1" fmla="*/ 442776 h 468241"/>
                <a:gd name="connsiteX2" fmla="*/ 108615 w 414865"/>
                <a:gd name="connsiteY2" fmla="*/ 434172 h 468241"/>
                <a:gd name="connsiteX3" fmla="*/ 107085 w 414865"/>
                <a:gd name="connsiteY3" fmla="*/ 421529 h 468241"/>
                <a:gd name="connsiteX4" fmla="*/ 110656 w 414865"/>
                <a:gd name="connsiteY4" fmla="*/ 419729 h 468241"/>
                <a:gd name="connsiteX5" fmla="*/ 108894 w 414865"/>
                <a:gd name="connsiteY5" fmla="*/ 415295 h 468241"/>
                <a:gd name="connsiteX6" fmla="*/ 116360 w 414865"/>
                <a:gd name="connsiteY6" fmla="*/ 411739 h 468241"/>
                <a:gd name="connsiteX7" fmla="*/ 120998 w 414865"/>
                <a:gd name="connsiteY7" fmla="*/ 399403 h 468241"/>
                <a:gd name="connsiteX8" fmla="*/ 114598 w 414865"/>
                <a:gd name="connsiteY8" fmla="*/ 378770 h 468241"/>
                <a:gd name="connsiteX9" fmla="*/ 121508 w 414865"/>
                <a:gd name="connsiteY9" fmla="*/ 378770 h 468241"/>
                <a:gd name="connsiteX10" fmla="*/ 125543 w 414865"/>
                <a:gd name="connsiteY10" fmla="*/ 370385 h 468241"/>
                <a:gd name="connsiteX11" fmla="*/ 121045 w 414865"/>
                <a:gd name="connsiteY11" fmla="*/ 363975 h 468241"/>
                <a:gd name="connsiteX12" fmla="*/ 116221 w 414865"/>
                <a:gd name="connsiteY12" fmla="*/ 363975 h 468241"/>
                <a:gd name="connsiteX13" fmla="*/ 114413 w 414865"/>
                <a:gd name="connsiteY13" fmla="*/ 359498 h 468241"/>
                <a:gd name="connsiteX14" fmla="*/ 115850 w 414865"/>
                <a:gd name="connsiteY14" fmla="*/ 340269 h 468241"/>
                <a:gd name="connsiteX15" fmla="*/ 113253 w 414865"/>
                <a:gd name="connsiteY15" fmla="*/ 331928 h 468241"/>
                <a:gd name="connsiteX16" fmla="*/ 112975 w 414865"/>
                <a:gd name="connsiteY16" fmla="*/ 318583 h 468241"/>
                <a:gd name="connsiteX17" fmla="*/ 115294 w 414865"/>
                <a:gd name="connsiteY17" fmla="*/ 316124 h 468241"/>
                <a:gd name="connsiteX18" fmla="*/ 109218 w 414865"/>
                <a:gd name="connsiteY18" fmla="*/ 306905 h 468241"/>
                <a:gd name="connsiteX19" fmla="*/ 113856 w 414865"/>
                <a:gd name="connsiteY19" fmla="*/ 302252 h 468241"/>
                <a:gd name="connsiteX20" fmla="*/ 113300 w 414865"/>
                <a:gd name="connsiteY20" fmla="*/ 294613 h 468241"/>
                <a:gd name="connsiteX21" fmla="*/ 126285 w 414865"/>
                <a:gd name="connsiteY21" fmla="*/ 280697 h 468241"/>
                <a:gd name="connsiteX22" fmla="*/ 126610 w 414865"/>
                <a:gd name="connsiteY22" fmla="*/ 280609 h 468241"/>
                <a:gd name="connsiteX23" fmla="*/ 142935 w 414865"/>
                <a:gd name="connsiteY23" fmla="*/ 282277 h 468241"/>
                <a:gd name="connsiteX24" fmla="*/ 145624 w 414865"/>
                <a:gd name="connsiteY24" fmla="*/ 267395 h 468241"/>
                <a:gd name="connsiteX25" fmla="*/ 136581 w 414865"/>
                <a:gd name="connsiteY25" fmla="*/ 264454 h 468241"/>
                <a:gd name="connsiteX26" fmla="*/ 150958 w 414865"/>
                <a:gd name="connsiteY26" fmla="*/ 236138 h 468241"/>
                <a:gd name="connsiteX27" fmla="*/ 150958 w 414865"/>
                <a:gd name="connsiteY27" fmla="*/ 206989 h 468241"/>
                <a:gd name="connsiteX28" fmla="*/ 160975 w 414865"/>
                <a:gd name="connsiteY28" fmla="*/ 205716 h 468241"/>
                <a:gd name="connsiteX29" fmla="*/ 166819 w 414865"/>
                <a:gd name="connsiteY29" fmla="*/ 201853 h 468241"/>
                <a:gd name="connsiteX30" fmla="*/ 165428 w 414865"/>
                <a:gd name="connsiteY30" fmla="*/ 193029 h 468241"/>
                <a:gd name="connsiteX31" fmla="*/ 180871 w 414865"/>
                <a:gd name="connsiteY31" fmla="*/ 174020 h 468241"/>
                <a:gd name="connsiteX32" fmla="*/ 180871 w 414865"/>
                <a:gd name="connsiteY32" fmla="*/ 165767 h 468241"/>
                <a:gd name="connsiteX33" fmla="*/ 176512 w 414865"/>
                <a:gd name="connsiteY33" fmla="*/ 161113 h 468241"/>
                <a:gd name="connsiteX34" fmla="*/ 176512 w 414865"/>
                <a:gd name="connsiteY34" fmla="*/ 152816 h 468241"/>
                <a:gd name="connsiteX35" fmla="*/ 183654 w 414865"/>
                <a:gd name="connsiteY35" fmla="*/ 150007 h 468241"/>
                <a:gd name="connsiteX36" fmla="*/ 186205 w 414865"/>
                <a:gd name="connsiteY36" fmla="*/ 140129 h 468241"/>
                <a:gd name="connsiteX37" fmla="*/ 196639 w 414865"/>
                <a:gd name="connsiteY37" fmla="*/ 129637 h 468241"/>
                <a:gd name="connsiteX38" fmla="*/ 206704 w 414865"/>
                <a:gd name="connsiteY38" fmla="*/ 135958 h 468241"/>
                <a:gd name="connsiteX39" fmla="*/ 209301 w 414865"/>
                <a:gd name="connsiteY39" fmla="*/ 129242 h 468241"/>
                <a:gd name="connsiteX40" fmla="*/ 209301 w 414865"/>
                <a:gd name="connsiteY40" fmla="*/ 113174 h 468241"/>
                <a:gd name="connsiteX41" fmla="*/ 215701 w 414865"/>
                <a:gd name="connsiteY41" fmla="*/ 111813 h 468241"/>
                <a:gd name="connsiteX42" fmla="*/ 236849 w 414865"/>
                <a:gd name="connsiteY42" fmla="*/ 120725 h 468241"/>
                <a:gd name="connsiteX43" fmla="*/ 242228 w 414865"/>
                <a:gd name="connsiteY43" fmla="*/ 116511 h 468241"/>
                <a:gd name="connsiteX44" fmla="*/ 235179 w 414865"/>
                <a:gd name="connsiteY44" fmla="*/ 113350 h 468241"/>
                <a:gd name="connsiteX45" fmla="*/ 243202 w 414865"/>
                <a:gd name="connsiteY45" fmla="*/ 104263 h 468241"/>
                <a:gd name="connsiteX46" fmla="*/ 243202 w 414865"/>
                <a:gd name="connsiteY46" fmla="*/ 98512 h 468241"/>
                <a:gd name="connsiteX47" fmla="*/ 238194 w 414865"/>
                <a:gd name="connsiteY47" fmla="*/ 92102 h 468241"/>
                <a:gd name="connsiteX48" fmla="*/ 247098 w 414865"/>
                <a:gd name="connsiteY48" fmla="*/ 92102 h 468241"/>
                <a:gd name="connsiteX49" fmla="*/ 249046 w 414865"/>
                <a:gd name="connsiteY49" fmla="*/ 88064 h 468241"/>
                <a:gd name="connsiteX50" fmla="*/ 254797 w 414865"/>
                <a:gd name="connsiteY50" fmla="*/ 91268 h 468241"/>
                <a:gd name="connsiteX51" fmla="*/ 254797 w 414865"/>
                <a:gd name="connsiteY51" fmla="*/ 84112 h 468241"/>
                <a:gd name="connsiteX52" fmla="*/ 259805 w 414865"/>
                <a:gd name="connsiteY52" fmla="*/ 80732 h 468241"/>
                <a:gd name="connsiteX53" fmla="*/ 267504 w 414865"/>
                <a:gd name="connsiteY53" fmla="*/ 82620 h 468241"/>
                <a:gd name="connsiteX54" fmla="*/ 267736 w 414865"/>
                <a:gd name="connsiteY54" fmla="*/ 83059 h 468241"/>
                <a:gd name="connsiteX55" fmla="*/ 278449 w 414865"/>
                <a:gd name="connsiteY55" fmla="*/ 105624 h 468241"/>
                <a:gd name="connsiteX56" fmla="*/ 288791 w 414865"/>
                <a:gd name="connsiteY56" fmla="*/ 106941 h 468241"/>
                <a:gd name="connsiteX57" fmla="*/ 290832 w 414865"/>
                <a:gd name="connsiteY57" fmla="*/ 109355 h 468241"/>
                <a:gd name="connsiteX58" fmla="*/ 295980 w 414865"/>
                <a:gd name="connsiteY58" fmla="*/ 106941 h 468241"/>
                <a:gd name="connsiteX59" fmla="*/ 298113 w 414865"/>
                <a:gd name="connsiteY59" fmla="*/ 99390 h 468241"/>
                <a:gd name="connsiteX60" fmla="*/ 303354 w 414865"/>
                <a:gd name="connsiteY60" fmla="*/ 101365 h 468241"/>
                <a:gd name="connsiteX61" fmla="*/ 317452 w 414865"/>
                <a:gd name="connsiteY61" fmla="*/ 111594 h 468241"/>
                <a:gd name="connsiteX62" fmla="*/ 320328 w 414865"/>
                <a:gd name="connsiteY62" fmla="*/ 109662 h 468241"/>
                <a:gd name="connsiteX63" fmla="*/ 320328 w 414865"/>
                <a:gd name="connsiteY63" fmla="*/ 102858 h 468241"/>
                <a:gd name="connsiteX64" fmla="*/ 324270 w 414865"/>
                <a:gd name="connsiteY64" fmla="*/ 99829 h 468241"/>
                <a:gd name="connsiteX65" fmla="*/ 328629 w 414865"/>
                <a:gd name="connsiteY65" fmla="*/ 99829 h 468241"/>
                <a:gd name="connsiteX66" fmla="*/ 329882 w 414865"/>
                <a:gd name="connsiteY66" fmla="*/ 93200 h 468241"/>
                <a:gd name="connsiteX67" fmla="*/ 328444 w 414865"/>
                <a:gd name="connsiteY67" fmla="*/ 81961 h 468241"/>
                <a:gd name="connsiteX68" fmla="*/ 328444 w 414865"/>
                <a:gd name="connsiteY68" fmla="*/ 81786 h 468241"/>
                <a:gd name="connsiteX69" fmla="*/ 331597 w 414865"/>
                <a:gd name="connsiteY69" fmla="*/ 64928 h 468241"/>
                <a:gd name="connsiteX70" fmla="*/ 339992 w 414865"/>
                <a:gd name="connsiteY70" fmla="*/ 54919 h 468241"/>
                <a:gd name="connsiteX71" fmla="*/ 348247 w 414865"/>
                <a:gd name="connsiteY71" fmla="*/ 53470 h 468241"/>
                <a:gd name="connsiteX72" fmla="*/ 352931 w 414865"/>
                <a:gd name="connsiteY72" fmla="*/ 53470 h 468241"/>
                <a:gd name="connsiteX73" fmla="*/ 359609 w 414865"/>
                <a:gd name="connsiteY73" fmla="*/ 47236 h 468241"/>
                <a:gd name="connsiteX74" fmla="*/ 367447 w 414865"/>
                <a:gd name="connsiteY74" fmla="*/ 47236 h 468241"/>
                <a:gd name="connsiteX75" fmla="*/ 374589 w 414865"/>
                <a:gd name="connsiteY75" fmla="*/ 59967 h 468241"/>
                <a:gd name="connsiteX76" fmla="*/ 387064 w 414865"/>
                <a:gd name="connsiteY76" fmla="*/ 67079 h 468241"/>
                <a:gd name="connsiteX77" fmla="*/ 386925 w 414865"/>
                <a:gd name="connsiteY77" fmla="*/ 75069 h 468241"/>
                <a:gd name="connsiteX78" fmla="*/ 380989 w 414865"/>
                <a:gd name="connsiteY78" fmla="*/ 86044 h 468241"/>
                <a:gd name="connsiteX79" fmla="*/ 381499 w 414865"/>
                <a:gd name="connsiteY79" fmla="*/ 91137 h 468241"/>
                <a:gd name="connsiteX80" fmla="*/ 382520 w 414865"/>
                <a:gd name="connsiteY80" fmla="*/ 91619 h 468241"/>
                <a:gd name="connsiteX81" fmla="*/ 384885 w 414865"/>
                <a:gd name="connsiteY81" fmla="*/ 82883 h 468241"/>
                <a:gd name="connsiteX82" fmla="*/ 397778 w 414865"/>
                <a:gd name="connsiteY82" fmla="*/ 75859 h 468241"/>
                <a:gd name="connsiteX83" fmla="*/ 397778 w 414865"/>
                <a:gd name="connsiteY83" fmla="*/ 61855 h 468241"/>
                <a:gd name="connsiteX84" fmla="*/ 391702 w 414865"/>
                <a:gd name="connsiteY84" fmla="*/ 65543 h 468241"/>
                <a:gd name="connsiteX85" fmla="*/ 391702 w 414865"/>
                <a:gd name="connsiteY85" fmla="*/ 62821 h 468241"/>
                <a:gd name="connsiteX86" fmla="*/ 393140 w 414865"/>
                <a:gd name="connsiteY86" fmla="*/ 61460 h 468241"/>
                <a:gd name="connsiteX87" fmla="*/ 397499 w 414865"/>
                <a:gd name="connsiteY87" fmla="*/ 60099 h 468241"/>
                <a:gd name="connsiteX88" fmla="*/ 396062 w 414865"/>
                <a:gd name="connsiteY88" fmla="*/ 56543 h 468241"/>
                <a:gd name="connsiteX89" fmla="*/ 393743 w 414865"/>
                <a:gd name="connsiteY89" fmla="*/ 57641 h 468241"/>
                <a:gd name="connsiteX90" fmla="*/ 390543 w 414865"/>
                <a:gd name="connsiteY90" fmla="*/ 55182 h 468241"/>
                <a:gd name="connsiteX91" fmla="*/ 393140 w 414865"/>
                <a:gd name="connsiteY91" fmla="*/ 53821 h 468241"/>
                <a:gd name="connsiteX92" fmla="*/ 376351 w 414865"/>
                <a:gd name="connsiteY92" fmla="*/ 47236 h 468241"/>
                <a:gd name="connsiteX93" fmla="*/ 378948 w 414865"/>
                <a:gd name="connsiteY93" fmla="*/ 45876 h 468241"/>
                <a:gd name="connsiteX94" fmla="*/ 390543 w 414865"/>
                <a:gd name="connsiteY94" fmla="*/ 48597 h 468241"/>
                <a:gd name="connsiteX95" fmla="*/ 399540 w 414865"/>
                <a:gd name="connsiteY95" fmla="*/ 48861 h 468241"/>
                <a:gd name="connsiteX96" fmla="*/ 412572 w 414865"/>
                <a:gd name="connsiteY96" fmla="*/ 39247 h 468241"/>
                <a:gd name="connsiteX97" fmla="*/ 414613 w 414865"/>
                <a:gd name="connsiteY97" fmla="*/ 33188 h 468241"/>
                <a:gd name="connsiteX98" fmla="*/ 408815 w 414865"/>
                <a:gd name="connsiteY98" fmla="*/ 33188 h 468241"/>
                <a:gd name="connsiteX99" fmla="*/ 399540 w 414865"/>
                <a:gd name="connsiteY99" fmla="*/ 29062 h 468241"/>
                <a:gd name="connsiteX100" fmla="*/ 402415 w 414865"/>
                <a:gd name="connsiteY100" fmla="*/ 25769 h 468241"/>
                <a:gd name="connsiteX101" fmla="*/ 395737 w 414865"/>
                <a:gd name="connsiteY101" fmla="*/ 21643 h 468241"/>
                <a:gd name="connsiteX102" fmla="*/ 389337 w 414865"/>
                <a:gd name="connsiteY102" fmla="*/ 20677 h 468241"/>
                <a:gd name="connsiteX103" fmla="*/ 386462 w 414865"/>
                <a:gd name="connsiteY103" fmla="*/ 19272 h 468241"/>
                <a:gd name="connsiteX104" fmla="*/ 380386 w 414865"/>
                <a:gd name="connsiteY104" fmla="*/ 12599 h 468241"/>
                <a:gd name="connsiteX105" fmla="*/ 374868 w 414865"/>
                <a:gd name="connsiteY105" fmla="*/ 30159 h 468241"/>
                <a:gd name="connsiteX106" fmla="*/ 373847 w 414865"/>
                <a:gd name="connsiteY106" fmla="*/ 31520 h 468241"/>
                <a:gd name="connsiteX107" fmla="*/ 370554 w 414865"/>
                <a:gd name="connsiteY107" fmla="*/ 29325 h 468241"/>
                <a:gd name="connsiteX108" fmla="*/ 364201 w 414865"/>
                <a:gd name="connsiteY108" fmla="*/ 30993 h 468241"/>
                <a:gd name="connsiteX109" fmla="*/ 367401 w 414865"/>
                <a:gd name="connsiteY109" fmla="*/ 27701 h 468241"/>
                <a:gd name="connsiteX110" fmla="*/ 370601 w 414865"/>
                <a:gd name="connsiteY110" fmla="*/ 24145 h 468241"/>
                <a:gd name="connsiteX111" fmla="*/ 370601 w 414865"/>
                <a:gd name="connsiteY111" fmla="*/ 21116 h 468241"/>
                <a:gd name="connsiteX112" fmla="*/ 364247 w 414865"/>
                <a:gd name="connsiteY112" fmla="*/ 24145 h 468241"/>
                <a:gd name="connsiteX113" fmla="*/ 368282 w 414865"/>
                <a:gd name="connsiteY113" fmla="*/ 19228 h 468241"/>
                <a:gd name="connsiteX114" fmla="*/ 364247 w 414865"/>
                <a:gd name="connsiteY114" fmla="*/ 17867 h 468241"/>
                <a:gd name="connsiteX115" fmla="*/ 370925 w 414865"/>
                <a:gd name="connsiteY115" fmla="*/ 16770 h 468241"/>
                <a:gd name="connsiteX116" fmla="*/ 373244 w 414865"/>
                <a:gd name="connsiteY116" fmla="*/ 13741 h 468241"/>
                <a:gd name="connsiteX117" fmla="*/ 375007 w 414865"/>
                <a:gd name="connsiteY117" fmla="*/ 7990 h 468241"/>
                <a:gd name="connsiteX118" fmla="*/ 372966 w 414865"/>
                <a:gd name="connsiteY118" fmla="*/ 6322 h 468241"/>
                <a:gd name="connsiteX119" fmla="*/ 369766 w 414865"/>
                <a:gd name="connsiteY119" fmla="*/ 8517 h 468241"/>
                <a:gd name="connsiteX120" fmla="*/ 369766 w 414865"/>
                <a:gd name="connsiteY120" fmla="*/ 3293 h 468241"/>
                <a:gd name="connsiteX121" fmla="*/ 366009 w 414865"/>
                <a:gd name="connsiteY121" fmla="*/ 3293 h 468241"/>
                <a:gd name="connsiteX122" fmla="*/ 364293 w 414865"/>
                <a:gd name="connsiteY122" fmla="*/ 5488 h 468241"/>
                <a:gd name="connsiteX123" fmla="*/ 364293 w 414865"/>
                <a:gd name="connsiteY123" fmla="*/ 1932 h 468241"/>
                <a:gd name="connsiteX124" fmla="*/ 358774 w 414865"/>
                <a:gd name="connsiteY124" fmla="*/ 1932 h 468241"/>
                <a:gd name="connsiteX125" fmla="*/ 358774 w 414865"/>
                <a:gd name="connsiteY125" fmla="*/ 6848 h 468241"/>
                <a:gd name="connsiteX126" fmla="*/ 354693 w 414865"/>
                <a:gd name="connsiteY126" fmla="*/ 5488 h 468241"/>
                <a:gd name="connsiteX127" fmla="*/ 354693 w 414865"/>
                <a:gd name="connsiteY127" fmla="*/ 7683 h 468241"/>
                <a:gd name="connsiteX128" fmla="*/ 350612 w 414865"/>
                <a:gd name="connsiteY128" fmla="*/ 10712 h 468241"/>
                <a:gd name="connsiteX129" fmla="*/ 352374 w 414865"/>
                <a:gd name="connsiteY129" fmla="*/ 11546 h 468241"/>
                <a:gd name="connsiteX130" fmla="*/ 358172 w 414865"/>
                <a:gd name="connsiteY130" fmla="*/ 11809 h 468241"/>
                <a:gd name="connsiteX131" fmla="*/ 358172 w 414865"/>
                <a:gd name="connsiteY131" fmla="*/ 14268 h 468241"/>
                <a:gd name="connsiteX132" fmla="*/ 355296 w 414865"/>
                <a:gd name="connsiteY132" fmla="*/ 15102 h 468241"/>
                <a:gd name="connsiteX133" fmla="*/ 355574 w 414865"/>
                <a:gd name="connsiteY133" fmla="*/ 19492 h 468241"/>
                <a:gd name="connsiteX134" fmla="*/ 352096 w 414865"/>
                <a:gd name="connsiteY134" fmla="*/ 18394 h 468241"/>
                <a:gd name="connsiteX135" fmla="*/ 352374 w 414865"/>
                <a:gd name="connsiteY135" fmla="*/ 25243 h 468241"/>
                <a:gd name="connsiteX136" fmla="*/ 350612 w 414865"/>
                <a:gd name="connsiteY136" fmla="*/ 26077 h 468241"/>
                <a:gd name="connsiteX137" fmla="*/ 350612 w 414865"/>
                <a:gd name="connsiteY137" fmla="*/ 28798 h 468241"/>
                <a:gd name="connsiteX138" fmla="*/ 352374 w 414865"/>
                <a:gd name="connsiteY138" fmla="*/ 32354 h 468241"/>
                <a:gd name="connsiteX139" fmla="*/ 342821 w 414865"/>
                <a:gd name="connsiteY139" fmla="*/ 35910 h 468241"/>
                <a:gd name="connsiteX140" fmla="*/ 342821 w 414865"/>
                <a:gd name="connsiteY140" fmla="*/ 28798 h 468241"/>
                <a:gd name="connsiteX141" fmla="*/ 344861 w 414865"/>
                <a:gd name="connsiteY141" fmla="*/ 23311 h 468241"/>
                <a:gd name="connsiteX142" fmla="*/ 340224 w 414865"/>
                <a:gd name="connsiteY142" fmla="*/ 23048 h 468241"/>
                <a:gd name="connsiteX143" fmla="*/ 345140 w 414865"/>
                <a:gd name="connsiteY143" fmla="*/ 18658 h 468241"/>
                <a:gd name="connsiteX144" fmla="*/ 346021 w 414865"/>
                <a:gd name="connsiteY144" fmla="*/ 8517 h 468241"/>
                <a:gd name="connsiteX145" fmla="*/ 333870 w 414865"/>
                <a:gd name="connsiteY145" fmla="*/ 24716 h 468241"/>
                <a:gd name="connsiteX146" fmla="*/ 326357 w 414865"/>
                <a:gd name="connsiteY146" fmla="*/ 35954 h 468241"/>
                <a:gd name="connsiteX147" fmla="*/ 326357 w 414865"/>
                <a:gd name="connsiteY147" fmla="*/ 38676 h 468241"/>
                <a:gd name="connsiteX148" fmla="*/ 321441 w 414865"/>
                <a:gd name="connsiteY148" fmla="*/ 47983 h 468241"/>
                <a:gd name="connsiteX149" fmla="*/ 318241 w 414865"/>
                <a:gd name="connsiteY149" fmla="*/ 48817 h 468241"/>
                <a:gd name="connsiteX150" fmla="*/ 318241 w 414865"/>
                <a:gd name="connsiteY150" fmla="*/ 42232 h 468241"/>
                <a:gd name="connsiteX151" fmla="*/ 321116 w 414865"/>
                <a:gd name="connsiteY151" fmla="*/ 39510 h 468241"/>
                <a:gd name="connsiteX152" fmla="*/ 320838 w 414865"/>
                <a:gd name="connsiteY152" fmla="*/ 35383 h 468241"/>
                <a:gd name="connsiteX153" fmla="*/ 322554 w 414865"/>
                <a:gd name="connsiteY153" fmla="*/ 32925 h 468241"/>
                <a:gd name="connsiteX154" fmla="*/ 322276 w 414865"/>
                <a:gd name="connsiteY154" fmla="*/ 28798 h 468241"/>
                <a:gd name="connsiteX155" fmla="*/ 321997 w 414865"/>
                <a:gd name="connsiteY155" fmla="*/ 26340 h 468241"/>
                <a:gd name="connsiteX156" fmla="*/ 332710 w 414865"/>
                <a:gd name="connsiteY156" fmla="*/ 12336 h 468241"/>
                <a:gd name="connsiteX157" fmla="*/ 328954 w 414865"/>
                <a:gd name="connsiteY157" fmla="*/ 11809 h 468241"/>
                <a:gd name="connsiteX158" fmla="*/ 330113 w 414865"/>
                <a:gd name="connsiteY158" fmla="*/ 9351 h 468241"/>
                <a:gd name="connsiteX159" fmla="*/ 332989 w 414865"/>
                <a:gd name="connsiteY159" fmla="*/ 8824 h 468241"/>
                <a:gd name="connsiteX160" fmla="*/ 337348 w 414865"/>
                <a:gd name="connsiteY160" fmla="*/ 6892 h 468241"/>
                <a:gd name="connsiteX161" fmla="*/ 338229 w 414865"/>
                <a:gd name="connsiteY161" fmla="*/ 3863 h 468241"/>
                <a:gd name="connsiteX162" fmla="*/ 333592 w 414865"/>
                <a:gd name="connsiteY162" fmla="*/ 6322 h 468241"/>
                <a:gd name="connsiteX163" fmla="*/ 333592 w 414865"/>
                <a:gd name="connsiteY163" fmla="*/ 4390 h 468241"/>
                <a:gd name="connsiteX164" fmla="*/ 335911 w 414865"/>
                <a:gd name="connsiteY164" fmla="*/ 1932 h 468241"/>
                <a:gd name="connsiteX165" fmla="*/ 334751 w 414865"/>
                <a:gd name="connsiteY165" fmla="*/ 0 h 468241"/>
                <a:gd name="connsiteX166" fmla="*/ 328397 w 414865"/>
                <a:gd name="connsiteY166" fmla="*/ 0 h 468241"/>
                <a:gd name="connsiteX167" fmla="*/ 328397 w 414865"/>
                <a:gd name="connsiteY167" fmla="*/ 2195 h 468241"/>
                <a:gd name="connsiteX168" fmla="*/ 323481 w 414865"/>
                <a:gd name="connsiteY168" fmla="*/ 2722 h 468241"/>
                <a:gd name="connsiteX169" fmla="*/ 322044 w 414865"/>
                <a:gd name="connsiteY169" fmla="*/ 5444 h 468241"/>
                <a:gd name="connsiteX170" fmla="*/ 325522 w 414865"/>
                <a:gd name="connsiteY170" fmla="*/ 7112 h 468241"/>
                <a:gd name="connsiteX171" fmla="*/ 325800 w 414865"/>
                <a:gd name="connsiteY171" fmla="*/ 9834 h 468241"/>
                <a:gd name="connsiteX172" fmla="*/ 324641 w 414865"/>
                <a:gd name="connsiteY172" fmla="*/ 13697 h 468241"/>
                <a:gd name="connsiteX173" fmla="*/ 322322 w 414865"/>
                <a:gd name="connsiteY173" fmla="*/ 14794 h 468241"/>
                <a:gd name="connsiteX174" fmla="*/ 322322 w 414865"/>
                <a:gd name="connsiteY174" fmla="*/ 10668 h 468241"/>
                <a:gd name="connsiteX175" fmla="*/ 318241 w 414865"/>
                <a:gd name="connsiteY175" fmla="*/ 12599 h 468241"/>
                <a:gd name="connsiteX176" fmla="*/ 313881 w 414865"/>
                <a:gd name="connsiteY176" fmla="*/ 7683 h 468241"/>
                <a:gd name="connsiteX177" fmla="*/ 316757 w 414865"/>
                <a:gd name="connsiteY177" fmla="*/ 3293 h 468241"/>
                <a:gd name="connsiteX178" fmla="*/ 313881 w 414865"/>
                <a:gd name="connsiteY178" fmla="*/ 2766 h 468241"/>
                <a:gd name="connsiteX179" fmla="*/ 311562 w 414865"/>
                <a:gd name="connsiteY179" fmla="*/ 7683 h 468241"/>
                <a:gd name="connsiteX180" fmla="*/ 311562 w 414865"/>
                <a:gd name="connsiteY180" fmla="*/ 14794 h 468241"/>
                <a:gd name="connsiteX181" fmla="*/ 308362 w 414865"/>
                <a:gd name="connsiteY181" fmla="*/ 12863 h 468241"/>
                <a:gd name="connsiteX182" fmla="*/ 306600 w 414865"/>
                <a:gd name="connsiteY182" fmla="*/ 15892 h 468241"/>
                <a:gd name="connsiteX183" fmla="*/ 308919 w 414865"/>
                <a:gd name="connsiteY183" fmla="*/ 18350 h 468241"/>
                <a:gd name="connsiteX184" fmla="*/ 312119 w 414865"/>
                <a:gd name="connsiteY184" fmla="*/ 19184 h 468241"/>
                <a:gd name="connsiteX185" fmla="*/ 312119 w 414865"/>
                <a:gd name="connsiteY185" fmla="*/ 23048 h 468241"/>
                <a:gd name="connsiteX186" fmla="*/ 308362 w 414865"/>
                <a:gd name="connsiteY186" fmla="*/ 21687 h 468241"/>
                <a:gd name="connsiteX187" fmla="*/ 306600 w 414865"/>
                <a:gd name="connsiteY187" fmla="*/ 27438 h 468241"/>
                <a:gd name="connsiteX188" fmla="*/ 306600 w 414865"/>
                <a:gd name="connsiteY188" fmla="*/ 31828 h 468241"/>
                <a:gd name="connsiteX189" fmla="*/ 302843 w 414865"/>
                <a:gd name="connsiteY189" fmla="*/ 29896 h 468241"/>
                <a:gd name="connsiteX190" fmla="*/ 302843 w 414865"/>
                <a:gd name="connsiteY190" fmla="*/ 24408 h 468241"/>
                <a:gd name="connsiteX191" fmla="*/ 297928 w 414865"/>
                <a:gd name="connsiteY191" fmla="*/ 18658 h 468241"/>
                <a:gd name="connsiteX192" fmla="*/ 300246 w 414865"/>
                <a:gd name="connsiteY192" fmla="*/ 30467 h 468241"/>
                <a:gd name="connsiteX193" fmla="*/ 295609 w 414865"/>
                <a:gd name="connsiteY193" fmla="*/ 36218 h 468241"/>
                <a:gd name="connsiteX194" fmla="*/ 293568 w 414865"/>
                <a:gd name="connsiteY194" fmla="*/ 41442 h 468241"/>
                <a:gd name="connsiteX195" fmla="*/ 293568 w 414865"/>
                <a:gd name="connsiteY195" fmla="*/ 47193 h 468241"/>
                <a:gd name="connsiteX196" fmla="*/ 290368 w 414865"/>
                <a:gd name="connsiteY196" fmla="*/ 48290 h 468241"/>
                <a:gd name="connsiteX197" fmla="*/ 294727 w 414865"/>
                <a:gd name="connsiteY197" fmla="*/ 52680 h 468241"/>
                <a:gd name="connsiteX198" fmla="*/ 288049 w 414865"/>
                <a:gd name="connsiteY198" fmla="*/ 54348 h 468241"/>
                <a:gd name="connsiteX199" fmla="*/ 286287 w 414865"/>
                <a:gd name="connsiteY199" fmla="*/ 47236 h 468241"/>
                <a:gd name="connsiteX200" fmla="*/ 286287 w 414865"/>
                <a:gd name="connsiteY200" fmla="*/ 42583 h 468241"/>
                <a:gd name="connsiteX201" fmla="*/ 280211 w 414865"/>
                <a:gd name="connsiteY201" fmla="*/ 42583 h 468241"/>
                <a:gd name="connsiteX202" fmla="*/ 277893 w 414865"/>
                <a:gd name="connsiteY202" fmla="*/ 41749 h 468241"/>
                <a:gd name="connsiteX203" fmla="*/ 277893 w 414865"/>
                <a:gd name="connsiteY203" fmla="*/ 45041 h 468241"/>
                <a:gd name="connsiteX204" fmla="*/ 275574 w 414865"/>
                <a:gd name="connsiteY204" fmla="*/ 46139 h 468241"/>
                <a:gd name="connsiteX205" fmla="*/ 275574 w 414865"/>
                <a:gd name="connsiteY205" fmla="*/ 40651 h 468241"/>
                <a:gd name="connsiteX206" fmla="*/ 272374 w 414865"/>
                <a:gd name="connsiteY206" fmla="*/ 38456 h 468241"/>
                <a:gd name="connsiteX207" fmla="*/ 269498 w 414865"/>
                <a:gd name="connsiteY207" fmla="*/ 39554 h 468241"/>
                <a:gd name="connsiteX208" fmla="*/ 269498 w 414865"/>
                <a:gd name="connsiteY208" fmla="*/ 35427 h 468241"/>
                <a:gd name="connsiteX209" fmla="*/ 266020 w 414865"/>
                <a:gd name="connsiteY209" fmla="*/ 35954 h 468241"/>
                <a:gd name="connsiteX210" fmla="*/ 266020 w 414865"/>
                <a:gd name="connsiteY210" fmla="*/ 40608 h 468241"/>
                <a:gd name="connsiteX211" fmla="*/ 262820 w 414865"/>
                <a:gd name="connsiteY211" fmla="*/ 40344 h 468241"/>
                <a:gd name="connsiteX212" fmla="*/ 259063 w 414865"/>
                <a:gd name="connsiteY212" fmla="*/ 42012 h 468241"/>
                <a:gd name="connsiteX213" fmla="*/ 259063 w 414865"/>
                <a:gd name="connsiteY213" fmla="*/ 45568 h 468241"/>
                <a:gd name="connsiteX214" fmla="*/ 263145 w 414865"/>
                <a:gd name="connsiteY214" fmla="*/ 47236 h 468241"/>
                <a:gd name="connsiteX215" fmla="*/ 263701 w 414865"/>
                <a:gd name="connsiteY215" fmla="*/ 49168 h 468241"/>
                <a:gd name="connsiteX216" fmla="*/ 270101 w 414865"/>
                <a:gd name="connsiteY216" fmla="*/ 48334 h 468241"/>
                <a:gd name="connsiteX217" fmla="*/ 268061 w 414865"/>
                <a:gd name="connsiteY217" fmla="*/ 51363 h 468241"/>
                <a:gd name="connsiteX218" fmla="*/ 272977 w 414865"/>
                <a:gd name="connsiteY218" fmla="*/ 50529 h 468241"/>
                <a:gd name="connsiteX219" fmla="*/ 271214 w 414865"/>
                <a:gd name="connsiteY219" fmla="*/ 53821 h 468241"/>
                <a:gd name="connsiteX220" fmla="*/ 269452 w 414865"/>
                <a:gd name="connsiteY220" fmla="*/ 55182 h 468241"/>
                <a:gd name="connsiteX221" fmla="*/ 270333 w 414865"/>
                <a:gd name="connsiteY221" fmla="*/ 58738 h 468241"/>
                <a:gd name="connsiteX222" fmla="*/ 272652 w 414865"/>
                <a:gd name="connsiteY222" fmla="*/ 62601 h 468241"/>
                <a:gd name="connsiteX223" fmla="*/ 266298 w 414865"/>
                <a:gd name="connsiteY223" fmla="*/ 56016 h 468241"/>
                <a:gd name="connsiteX224" fmla="*/ 261939 w 414865"/>
                <a:gd name="connsiteY224" fmla="*/ 51890 h 468241"/>
                <a:gd name="connsiteX225" fmla="*/ 259063 w 414865"/>
                <a:gd name="connsiteY225" fmla="*/ 53251 h 468241"/>
                <a:gd name="connsiteX226" fmla="*/ 257301 w 414865"/>
                <a:gd name="connsiteY226" fmla="*/ 57377 h 468241"/>
                <a:gd name="connsiteX227" fmla="*/ 254982 w 414865"/>
                <a:gd name="connsiteY227" fmla="*/ 59836 h 468241"/>
                <a:gd name="connsiteX228" fmla="*/ 254982 w 414865"/>
                <a:gd name="connsiteY228" fmla="*/ 52417 h 468241"/>
                <a:gd name="connsiteX229" fmla="*/ 252942 w 414865"/>
                <a:gd name="connsiteY229" fmla="*/ 49958 h 468241"/>
                <a:gd name="connsiteX230" fmla="*/ 252942 w 414865"/>
                <a:gd name="connsiteY230" fmla="*/ 46095 h 468241"/>
                <a:gd name="connsiteX231" fmla="*/ 249741 w 414865"/>
                <a:gd name="connsiteY231" fmla="*/ 45261 h 468241"/>
                <a:gd name="connsiteX232" fmla="*/ 253823 w 414865"/>
                <a:gd name="connsiteY232" fmla="*/ 41968 h 468241"/>
                <a:gd name="connsiteX233" fmla="*/ 249741 w 414865"/>
                <a:gd name="connsiteY233" fmla="*/ 41134 h 468241"/>
                <a:gd name="connsiteX234" fmla="*/ 245104 w 414865"/>
                <a:gd name="connsiteY234" fmla="*/ 44690 h 468241"/>
                <a:gd name="connsiteX235" fmla="*/ 246866 w 414865"/>
                <a:gd name="connsiteY235" fmla="*/ 49914 h 468241"/>
                <a:gd name="connsiteX236" fmla="*/ 250623 w 414865"/>
                <a:gd name="connsiteY236" fmla="*/ 50748 h 468241"/>
                <a:gd name="connsiteX237" fmla="*/ 252339 w 414865"/>
                <a:gd name="connsiteY237" fmla="*/ 59265 h 468241"/>
                <a:gd name="connsiteX238" fmla="*/ 249463 w 414865"/>
                <a:gd name="connsiteY238" fmla="*/ 54612 h 468241"/>
                <a:gd name="connsiteX239" fmla="*/ 247747 w 414865"/>
                <a:gd name="connsiteY239" fmla="*/ 58475 h 468241"/>
                <a:gd name="connsiteX240" fmla="*/ 248304 w 414865"/>
                <a:gd name="connsiteY240" fmla="*/ 61504 h 468241"/>
                <a:gd name="connsiteX241" fmla="*/ 247423 w 414865"/>
                <a:gd name="connsiteY241" fmla="*/ 68616 h 468241"/>
                <a:gd name="connsiteX242" fmla="*/ 249741 w 414865"/>
                <a:gd name="connsiteY242" fmla="*/ 72742 h 468241"/>
                <a:gd name="connsiteX243" fmla="*/ 246541 w 414865"/>
                <a:gd name="connsiteY243" fmla="*/ 71381 h 468241"/>
                <a:gd name="connsiteX244" fmla="*/ 241347 w 414865"/>
                <a:gd name="connsiteY244" fmla="*/ 80162 h 468241"/>
                <a:gd name="connsiteX245" fmla="*/ 243666 w 414865"/>
                <a:gd name="connsiteY245" fmla="*/ 71645 h 468241"/>
                <a:gd name="connsiteX246" fmla="*/ 244223 w 414865"/>
                <a:gd name="connsiteY246" fmla="*/ 64226 h 468241"/>
                <a:gd name="connsiteX247" fmla="*/ 244501 w 414865"/>
                <a:gd name="connsiteY247" fmla="*/ 52987 h 468241"/>
                <a:gd name="connsiteX248" fmla="*/ 241301 w 414865"/>
                <a:gd name="connsiteY248" fmla="*/ 55182 h 468241"/>
                <a:gd name="connsiteX249" fmla="*/ 239863 w 414865"/>
                <a:gd name="connsiteY249" fmla="*/ 60670 h 468241"/>
                <a:gd name="connsiteX250" fmla="*/ 237822 w 414865"/>
                <a:gd name="connsiteY250" fmla="*/ 63128 h 468241"/>
                <a:gd name="connsiteX251" fmla="*/ 237822 w 414865"/>
                <a:gd name="connsiteY251" fmla="*/ 67782 h 468241"/>
                <a:gd name="connsiteX252" fmla="*/ 234622 w 414865"/>
                <a:gd name="connsiteY252" fmla="*/ 76562 h 468241"/>
                <a:gd name="connsiteX253" fmla="*/ 234622 w 414865"/>
                <a:gd name="connsiteY253" fmla="*/ 60670 h 468241"/>
                <a:gd name="connsiteX254" fmla="*/ 231422 w 414865"/>
                <a:gd name="connsiteY254" fmla="*/ 61767 h 468241"/>
                <a:gd name="connsiteX255" fmla="*/ 223585 w 414865"/>
                <a:gd name="connsiteY255" fmla="*/ 71074 h 468241"/>
                <a:gd name="connsiteX256" fmla="*/ 229985 w 414865"/>
                <a:gd name="connsiteY256" fmla="*/ 80381 h 468241"/>
                <a:gd name="connsiteX257" fmla="*/ 229706 w 414865"/>
                <a:gd name="connsiteY257" fmla="*/ 83937 h 468241"/>
                <a:gd name="connsiteX258" fmla="*/ 223353 w 414865"/>
                <a:gd name="connsiteY258" fmla="*/ 79284 h 468241"/>
                <a:gd name="connsiteX259" fmla="*/ 221034 w 414865"/>
                <a:gd name="connsiteY259" fmla="*/ 71601 h 468241"/>
                <a:gd name="connsiteX260" fmla="*/ 217834 w 414865"/>
                <a:gd name="connsiteY260" fmla="*/ 73269 h 468241"/>
                <a:gd name="connsiteX261" fmla="*/ 214959 w 414865"/>
                <a:gd name="connsiteY261" fmla="*/ 73533 h 468241"/>
                <a:gd name="connsiteX262" fmla="*/ 220756 w 414865"/>
                <a:gd name="connsiteY262" fmla="*/ 81479 h 468241"/>
                <a:gd name="connsiteX263" fmla="*/ 212361 w 414865"/>
                <a:gd name="connsiteY263" fmla="*/ 75991 h 468241"/>
                <a:gd name="connsiteX264" fmla="*/ 208605 w 414865"/>
                <a:gd name="connsiteY264" fmla="*/ 78713 h 468241"/>
                <a:gd name="connsiteX265" fmla="*/ 207167 w 414865"/>
                <a:gd name="connsiteY265" fmla="*/ 74059 h 468241"/>
                <a:gd name="connsiteX266" fmla="*/ 203967 w 414865"/>
                <a:gd name="connsiteY266" fmla="*/ 71864 h 468241"/>
                <a:gd name="connsiteX267" fmla="*/ 195573 w 414865"/>
                <a:gd name="connsiteY267" fmla="*/ 74059 h 468241"/>
                <a:gd name="connsiteX268" fmla="*/ 193532 w 414865"/>
                <a:gd name="connsiteY268" fmla="*/ 78713 h 468241"/>
                <a:gd name="connsiteX269" fmla="*/ 192095 w 414865"/>
                <a:gd name="connsiteY269" fmla="*/ 83366 h 468241"/>
                <a:gd name="connsiteX270" fmla="*/ 192095 w 414865"/>
                <a:gd name="connsiteY270" fmla="*/ 86088 h 468241"/>
                <a:gd name="connsiteX271" fmla="*/ 190054 w 414865"/>
                <a:gd name="connsiteY271" fmla="*/ 89951 h 468241"/>
                <a:gd name="connsiteX272" fmla="*/ 187179 w 414865"/>
                <a:gd name="connsiteY272" fmla="*/ 91619 h 468241"/>
                <a:gd name="connsiteX273" fmla="*/ 189497 w 414865"/>
                <a:gd name="connsiteY273" fmla="*/ 93288 h 468241"/>
                <a:gd name="connsiteX274" fmla="*/ 195016 w 414865"/>
                <a:gd name="connsiteY274" fmla="*/ 93024 h 468241"/>
                <a:gd name="connsiteX275" fmla="*/ 197335 w 414865"/>
                <a:gd name="connsiteY275" fmla="*/ 88107 h 468241"/>
                <a:gd name="connsiteX276" fmla="*/ 199654 w 414865"/>
                <a:gd name="connsiteY276" fmla="*/ 88107 h 468241"/>
                <a:gd name="connsiteX277" fmla="*/ 205173 w 414865"/>
                <a:gd name="connsiteY277" fmla="*/ 86439 h 468241"/>
                <a:gd name="connsiteX278" fmla="*/ 207492 w 414865"/>
                <a:gd name="connsiteY278" fmla="*/ 81215 h 468241"/>
                <a:gd name="connsiteX279" fmla="*/ 208373 w 414865"/>
                <a:gd name="connsiteY279" fmla="*/ 86132 h 468241"/>
                <a:gd name="connsiteX280" fmla="*/ 206657 w 414865"/>
                <a:gd name="connsiteY280" fmla="*/ 88854 h 468241"/>
                <a:gd name="connsiteX281" fmla="*/ 202901 w 414865"/>
                <a:gd name="connsiteY281" fmla="*/ 92410 h 468241"/>
                <a:gd name="connsiteX282" fmla="*/ 200303 w 414865"/>
                <a:gd name="connsiteY282" fmla="*/ 93771 h 468241"/>
                <a:gd name="connsiteX283" fmla="*/ 200303 w 414865"/>
                <a:gd name="connsiteY283" fmla="*/ 97326 h 468241"/>
                <a:gd name="connsiteX284" fmla="*/ 201741 w 414865"/>
                <a:gd name="connsiteY284" fmla="*/ 99258 h 468241"/>
                <a:gd name="connsiteX285" fmla="*/ 199144 w 414865"/>
                <a:gd name="connsiteY285" fmla="*/ 101716 h 468241"/>
                <a:gd name="connsiteX286" fmla="*/ 203503 w 414865"/>
                <a:gd name="connsiteY286" fmla="*/ 103077 h 468241"/>
                <a:gd name="connsiteX287" fmla="*/ 198587 w 414865"/>
                <a:gd name="connsiteY287" fmla="*/ 105053 h 468241"/>
                <a:gd name="connsiteX288" fmla="*/ 198587 w 414865"/>
                <a:gd name="connsiteY288" fmla="*/ 106370 h 468241"/>
                <a:gd name="connsiteX289" fmla="*/ 191074 w 414865"/>
                <a:gd name="connsiteY289" fmla="*/ 108301 h 468241"/>
                <a:gd name="connsiteX290" fmla="*/ 185880 w 414865"/>
                <a:gd name="connsiteY290" fmla="*/ 107204 h 468241"/>
                <a:gd name="connsiteX291" fmla="*/ 185880 w 414865"/>
                <a:gd name="connsiteY291" fmla="*/ 97326 h 468241"/>
                <a:gd name="connsiteX292" fmla="*/ 182680 w 414865"/>
                <a:gd name="connsiteY292" fmla="*/ 95395 h 468241"/>
                <a:gd name="connsiteX293" fmla="*/ 179804 w 414865"/>
                <a:gd name="connsiteY293" fmla="*/ 95922 h 468241"/>
                <a:gd name="connsiteX294" fmla="*/ 182123 w 414865"/>
                <a:gd name="connsiteY294" fmla="*/ 99214 h 468241"/>
                <a:gd name="connsiteX295" fmla="*/ 179804 w 414865"/>
                <a:gd name="connsiteY295" fmla="*/ 101146 h 468241"/>
                <a:gd name="connsiteX296" fmla="*/ 180964 w 414865"/>
                <a:gd name="connsiteY296" fmla="*/ 105053 h 468241"/>
                <a:gd name="connsiteX297" fmla="*/ 174007 w 414865"/>
                <a:gd name="connsiteY297" fmla="*/ 109926 h 468241"/>
                <a:gd name="connsiteX298" fmla="*/ 176048 w 414865"/>
                <a:gd name="connsiteY298" fmla="*/ 105053 h 468241"/>
                <a:gd name="connsiteX299" fmla="*/ 174007 w 414865"/>
                <a:gd name="connsiteY299" fmla="*/ 102507 h 468241"/>
                <a:gd name="connsiteX300" fmla="*/ 176605 w 414865"/>
                <a:gd name="connsiteY300" fmla="*/ 98951 h 468241"/>
                <a:gd name="connsiteX301" fmla="*/ 174007 w 414865"/>
                <a:gd name="connsiteY301" fmla="*/ 96492 h 468241"/>
                <a:gd name="connsiteX302" fmla="*/ 170529 w 414865"/>
                <a:gd name="connsiteY302" fmla="*/ 99785 h 468241"/>
                <a:gd name="connsiteX303" fmla="*/ 170529 w 414865"/>
                <a:gd name="connsiteY303" fmla="*/ 94297 h 468241"/>
                <a:gd name="connsiteX304" fmla="*/ 174286 w 414865"/>
                <a:gd name="connsiteY304" fmla="*/ 92102 h 468241"/>
                <a:gd name="connsiteX305" fmla="*/ 178645 w 414865"/>
                <a:gd name="connsiteY305" fmla="*/ 87186 h 468241"/>
                <a:gd name="connsiteX306" fmla="*/ 178924 w 414865"/>
                <a:gd name="connsiteY306" fmla="*/ 81961 h 468241"/>
                <a:gd name="connsiteX307" fmla="*/ 176048 w 414865"/>
                <a:gd name="connsiteY307" fmla="*/ 83059 h 468241"/>
                <a:gd name="connsiteX308" fmla="*/ 172570 w 414865"/>
                <a:gd name="connsiteY308" fmla="*/ 89117 h 468241"/>
                <a:gd name="connsiteX309" fmla="*/ 168535 w 414865"/>
                <a:gd name="connsiteY309" fmla="*/ 92410 h 468241"/>
                <a:gd name="connsiteX310" fmla="*/ 168535 w 414865"/>
                <a:gd name="connsiteY310" fmla="*/ 98731 h 468241"/>
                <a:gd name="connsiteX311" fmla="*/ 163897 w 414865"/>
                <a:gd name="connsiteY311" fmla="*/ 97063 h 468241"/>
                <a:gd name="connsiteX312" fmla="*/ 163897 w 414865"/>
                <a:gd name="connsiteY312" fmla="*/ 94341 h 468241"/>
                <a:gd name="connsiteX313" fmla="*/ 160697 w 414865"/>
                <a:gd name="connsiteY313" fmla="*/ 96009 h 468241"/>
                <a:gd name="connsiteX314" fmla="*/ 160697 w 414865"/>
                <a:gd name="connsiteY314" fmla="*/ 100399 h 468241"/>
                <a:gd name="connsiteX315" fmla="*/ 157219 w 414865"/>
                <a:gd name="connsiteY315" fmla="*/ 102858 h 468241"/>
                <a:gd name="connsiteX316" fmla="*/ 153462 w 414865"/>
                <a:gd name="connsiteY316" fmla="*/ 102858 h 468241"/>
                <a:gd name="connsiteX317" fmla="*/ 151143 w 414865"/>
                <a:gd name="connsiteY317" fmla="*/ 107511 h 468241"/>
                <a:gd name="connsiteX318" fmla="*/ 151143 w 414865"/>
                <a:gd name="connsiteY318" fmla="*/ 111638 h 468241"/>
                <a:gd name="connsiteX319" fmla="*/ 154343 w 414865"/>
                <a:gd name="connsiteY319" fmla="*/ 110804 h 468241"/>
                <a:gd name="connsiteX320" fmla="*/ 155225 w 414865"/>
                <a:gd name="connsiteY320" fmla="*/ 108872 h 468241"/>
                <a:gd name="connsiteX321" fmla="*/ 159259 w 414865"/>
                <a:gd name="connsiteY321" fmla="*/ 107511 h 468241"/>
                <a:gd name="connsiteX322" fmla="*/ 161856 w 414865"/>
                <a:gd name="connsiteY322" fmla="*/ 105097 h 468241"/>
                <a:gd name="connsiteX323" fmla="*/ 160094 w 414865"/>
                <a:gd name="connsiteY323" fmla="*/ 109443 h 468241"/>
                <a:gd name="connsiteX324" fmla="*/ 158054 w 414865"/>
                <a:gd name="connsiteY324" fmla="*/ 112472 h 468241"/>
                <a:gd name="connsiteX325" fmla="*/ 155735 w 414865"/>
                <a:gd name="connsiteY325" fmla="*/ 113569 h 468241"/>
                <a:gd name="connsiteX326" fmla="*/ 157173 w 414865"/>
                <a:gd name="connsiteY326" fmla="*/ 115764 h 468241"/>
                <a:gd name="connsiteX327" fmla="*/ 160651 w 414865"/>
                <a:gd name="connsiteY327" fmla="*/ 113833 h 468241"/>
                <a:gd name="connsiteX328" fmla="*/ 162970 w 414865"/>
                <a:gd name="connsiteY328" fmla="*/ 110277 h 468241"/>
                <a:gd name="connsiteX329" fmla="*/ 166170 w 414865"/>
                <a:gd name="connsiteY329" fmla="*/ 105141 h 468241"/>
                <a:gd name="connsiteX330" fmla="*/ 168767 w 414865"/>
                <a:gd name="connsiteY330" fmla="*/ 108916 h 468241"/>
                <a:gd name="connsiteX331" fmla="*/ 164407 w 414865"/>
                <a:gd name="connsiteY331" fmla="*/ 113043 h 468241"/>
                <a:gd name="connsiteX332" fmla="*/ 165289 w 414865"/>
                <a:gd name="connsiteY332" fmla="*/ 116599 h 468241"/>
                <a:gd name="connsiteX333" fmla="*/ 160094 w 414865"/>
                <a:gd name="connsiteY333" fmla="*/ 117433 h 468241"/>
                <a:gd name="connsiteX334" fmla="*/ 154297 w 414865"/>
                <a:gd name="connsiteY334" fmla="*/ 120154 h 468241"/>
                <a:gd name="connsiteX335" fmla="*/ 147897 w 414865"/>
                <a:gd name="connsiteY335" fmla="*/ 122613 h 468241"/>
                <a:gd name="connsiteX336" fmla="*/ 141822 w 414865"/>
                <a:gd name="connsiteY336" fmla="*/ 122613 h 468241"/>
                <a:gd name="connsiteX337" fmla="*/ 136627 w 414865"/>
                <a:gd name="connsiteY337" fmla="*/ 126476 h 468241"/>
                <a:gd name="connsiteX338" fmla="*/ 134911 w 414865"/>
                <a:gd name="connsiteY338" fmla="*/ 129198 h 468241"/>
                <a:gd name="connsiteX339" fmla="*/ 129114 w 414865"/>
                <a:gd name="connsiteY339" fmla="*/ 131393 h 468241"/>
                <a:gd name="connsiteX340" fmla="*/ 125358 w 414865"/>
                <a:gd name="connsiteY340" fmla="*/ 142895 h 468241"/>
                <a:gd name="connsiteX341" fmla="*/ 129114 w 414865"/>
                <a:gd name="connsiteY341" fmla="*/ 142061 h 468241"/>
                <a:gd name="connsiteX342" fmla="*/ 131155 w 414865"/>
                <a:gd name="connsiteY342" fmla="*/ 137407 h 468241"/>
                <a:gd name="connsiteX343" fmla="*/ 135792 w 414865"/>
                <a:gd name="connsiteY343" fmla="*/ 134115 h 468241"/>
                <a:gd name="connsiteX344" fmla="*/ 138668 w 414865"/>
                <a:gd name="connsiteY344" fmla="*/ 131656 h 468241"/>
                <a:gd name="connsiteX345" fmla="*/ 143027 w 414865"/>
                <a:gd name="connsiteY345" fmla="*/ 131920 h 468241"/>
                <a:gd name="connsiteX346" fmla="*/ 145346 w 414865"/>
                <a:gd name="connsiteY346" fmla="*/ 128057 h 468241"/>
                <a:gd name="connsiteX347" fmla="*/ 150540 w 414865"/>
                <a:gd name="connsiteY347" fmla="*/ 127793 h 468241"/>
                <a:gd name="connsiteX348" fmla="*/ 156338 w 414865"/>
                <a:gd name="connsiteY348" fmla="*/ 123140 h 468241"/>
                <a:gd name="connsiteX349" fmla="*/ 158054 w 414865"/>
                <a:gd name="connsiteY349" fmla="*/ 125071 h 468241"/>
                <a:gd name="connsiteX350" fmla="*/ 165289 w 414865"/>
                <a:gd name="connsiteY350" fmla="*/ 120945 h 468241"/>
                <a:gd name="connsiteX351" fmla="*/ 167608 w 414865"/>
                <a:gd name="connsiteY351" fmla="*/ 122876 h 468241"/>
                <a:gd name="connsiteX352" fmla="*/ 170808 w 414865"/>
                <a:gd name="connsiteY352" fmla="*/ 121515 h 468241"/>
                <a:gd name="connsiteX353" fmla="*/ 171688 w 414865"/>
                <a:gd name="connsiteY353" fmla="*/ 120154 h 468241"/>
                <a:gd name="connsiteX354" fmla="*/ 176883 w 414865"/>
                <a:gd name="connsiteY354" fmla="*/ 120154 h 468241"/>
                <a:gd name="connsiteX355" fmla="*/ 177161 w 414865"/>
                <a:gd name="connsiteY355" fmla="*/ 115764 h 468241"/>
                <a:gd name="connsiteX356" fmla="*/ 179480 w 414865"/>
                <a:gd name="connsiteY356" fmla="*/ 112472 h 468241"/>
                <a:gd name="connsiteX357" fmla="*/ 183515 w 414865"/>
                <a:gd name="connsiteY357" fmla="*/ 112209 h 468241"/>
                <a:gd name="connsiteX358" fmla="*/ 181474 w 414865"/>
                <a:gd name="connsiteY358" fmla="*/ 114404 h 468241"/>
                <a:gd name="connsiteX359" fmla="*/ 179434 w 414865"/>
                <a:gd name="connsiteY359" fmla="*/ 116335 h 468241"/>
                <a:gd name="connsiteX360" fmla="*/ 179434 w 414865"/>
                <a:gd name="connsiteY360" fmla="*/ 119364 h 468241"/>
                <a:gd name="connsiteX361" fmla="*/ 183190 w 414865"/>
                <a:gd name="connsiteY361" fmla="*/ 118267 h 468241"/>
                <a:gd name="connsiteX362" fmla="*/ 186390 w 414865"/>
                <a:gd name="connsiteY362" fmla="*/ 116335 h 468241"/>
                <a:gd name="connsiteX363" fmla="*/ 190147 w 414865"/>
                <a:gd name="connsiteY363" fmla="*/ 116335 h 468241"/>
                <a:gd name="connsiteX364" fmla="*/ 192466 w 414865"/>
                <a:gd name="connsiteY364" fmla="*/ 114404 h 468241"/>
                <a:gd name="connsiteX365" fmla="*/ 194785 w 414865"/>
                <a:gd name="connsiteY365" fmla="*/ 116599 h 468241"/>
                <a:gd name="connsiteX366" fmla="*/ 198866 w 414865"/>
                <a:gd name="connsiteY366" fmla="*/ 114930 h 468241"/>
                <a:gd name="connsiteX367" fmla="*/ 201463 w 414865"/>
                <a:gd name="connsiteY367" fmla="*/ 115764 h 468241"/>
                <a:gd name="connsiteX368" fmla="*/ 196825 w 414865"/>
                <a:gd name="connsiteY368" fmla="*/ 119320 h 468241"/>
                <a:gd name="connsiteX369" fmla="*/ 195387 w 414865"/>
                <a:gd name="connsiteY369" fmla="*/ 120681 h 468241"/>
                <a:gd name="connsiteX370" fmla="*/ 189312 w 414865"/>
                <a:gd name="connsiteY370" fmla="*/ 119584 h 468241"/>
                <a:gd name="connsiteX371" fmla="*/ 184118 w 414865"/>
                <a:gd name="connsiteY371" fmla="*/ 119847 h 468241"/>
                <a:gd name="connsiteX372" fmla="*/ 181242 w 414865"/>
                <a:gd name="connsiteY372" fmla="*/ 122876 h 468241"/>
                <a:gd name="connsiteX373" fmla="*/ 183840 w 414865"/>
                <a:gd name="connsiteY373" fmla="*/ 126169 h 468241"/>
                <a:gd name="connsiteX374" fmla="*/ 182958 w 414865"/>
                <a:gd name="connsiteY374" fmla="*/ 129461 h 468241"/>
                <a:gd name="connsiteX375" fmla="*/ 181242 w 414865"/>
                <a:gd name="connsiteY375" fmla="*/ 133017 h 468241"/>
                <a:gd name="connsiteX376" fmla="*/ 180361 w 414865"/>
                <a:gd name="connsiteY376" fmla="*/ 136310 h 468241"/>
                <a:gd name="connsiteX377" fmla="*/ 178321 w 414865"/>
                <a:gd name="connsiteY377" fmla="*/ 134378 h 468241"/>
                <a:gd name="connsiteX378" fmla="*/ 176883 w 414865"/>
                <a:gd name="connsiteY378" fmla="*/ 126125 h 468241"/>
                <a:gd name="connsiteX379" fmla="*/ 174007 w 414865"/>
                <a:gd name="connsiteY379" fmla="*/ 126125 h 468241"/>
                <a:gd name="connsiteX380" fmla="*/ 172848 w 414865"/>
                <a:gd name="connsiteY380" fmla="*/ 129988 h 468241"/>
                <a:gd name="connsiteX381" fmla="*/ 170251 w 414865"/>
                <a:gd name="connsiteY381" fmla="*/ 128057 h 468241"/>
                <a:gd name="connsiteX382" fmla="*/ 164732 w 414865"/>
                <a:gd name="connsiteY382" fmla="*/ 132447 h 468241"/>
                <a:gd name="connsiteX383" fmla="*/ 166772 w 414865"/>
                <a:gd name="connsiteY383" fmla="*/ 134905 h 468241"/>
                <a:gd name="connsiteX384" fmla="*/ 169648 w 414865"/>
                <a:gd name="connsiteY384" fmla="*/ 133544 h 468241"/>
                <a:gd name="connsiteX385" fmla="*/ 171364 w 414865"/>
                <a:gd name="connsiteY385" fmla="*/ 134642 h 468241"/>
                <a:gd name="connsiteX386" fmla="*/ 173961 w 414865"/>
                <a:gd name="connsiteY386" fmla="*/ 137671 h 468241"/>
                <a:gd name="connsiteX387" fmla="*/ 164964 w 414865"/>
                <a:gd name="connsiteY387" fmla="*/ 139866 h 468241"/>
                <a:gd name="connsiteX388" fmla="*/ 160929 w 414865"/>
                <a:gd name="connsiteY388" fmla="*/ 136310 h 468241"/>
                <a:gd name="connsiteX389" fmla="*/ 158610 w 414865"/>
                <a:gd name="connsiteY389" fmla="*/ 137671 h 468241"/>
                <a:gd name="connsiteX390" fmla="*/ 160048 w 414865"/>
                <a:gd name="connsiteY390" fmla="*/ 140392 h 468241"/>
                <a:gd name="connsiteX391" fmla="*/ 157729 w 414865"/>
                <a:gd name="connsiteY391" fmla="*/ 142587 h 468241"/>
                <a:gd name="connsiteX392" fmla="*/ 157729 w 414865"/>
                <a:gd name="connsiteY392" fmla="*/ 144519 h 468241"/>
                <a:gd name="connsiteX393" fmla="*/ 159770 w 414865"/>
                <a:gd name="connsiteY393" fmla="*/ 144519 h 468241"/>
                <a:gd name="connsiteX394" fmla="*/ 158332 w 414865"/>
                <a:gd name="connsiteY394" fmla="*/ 148646 h 468241"/>
                <a:gd name="connsiteX395" fmla="*/ 161207 w 414865"/>
                <a:gd name="connsiteY395" fmla="*/ 148382 h 468241"/>
                <a:gd name="connsiteX396" fmla="*/ 164686 w 414865"/>
                <a:gd name="connsiteY396" fmla="*/ 143992 h 468241"/>
                <a:gd name="connsiteX397" fmla="*/ 169602 w 414865"/>
                <a:gd name="connsiteY397" fmla="*/ 143992 h 468241"/>
                <a:gd name="connsiteX398" fmla="*/ 169323 w 414865"/>
                <a:gd name="connsiteY398" fmla="*/ 146714 h 468241"/>
                <a:gd name="connsiteX399" fmla="*/ 164129 w 414865"/>
                <a:gd name="connsiteY399" fmla="*/ 148382 h 468241"/>
                <a:gd name="connsiteX400" fmla="*/ 163851 w 414865"/>
                <a:gd name="connsiteY400" fmla="*/ 153870 h 468241"/>
                <a:gd name="connsiteX401" fmla="*/ 171364 w 414865"/>
                <a:gd name="connsiteY401" fmla="*/ 153343 h 468241"/>
                <a:gd name="connsiteX402" fmla="*/ 170205 w 414865"/>
                <a:gd name="connsiteY402" fmla="*/ 155011 h 468241"/>
                <a:gd name="connsiteX403" fmla="*/ 162089 w 414865"/>
                <a:gd name="connsiteY403" fmla="*/ 156109 h 468241"/>
                <a:gd name="connsiteX404" fmla="*/ 160929 w 414865"/>
                <a:gd name="connsiteY404" fmla="*/ 152553 h 468241"/>
                <a:gd name="connsiteX405" fmla="*/ 155735 w 414865"/>
                <a:gd name="connsiteY405" fmla="*/ 156109 h 468241"/>
                <a:gd name="connsiteX406" fmla="*/ 153138 w 414865"/>
                <a:gd name="connsiteY406" fmla="*/ 161025 h 468241"/>
                <a:gd name="connsiteX407" fmla="*/ 151978 w 414865"/>
                <a:gd name="connsiteY407" fmla="*/ 164581 h 468241"/>
                <a:gd name="connsiteX408" fmla="*/ 158656 w 414865"/>
                <a:gd name="connsiteY408" fmla="*/ 164318 h 468241"/>
                <a:gd name="connsiteX409" fmla="*/ 165010 w 414865"/>
                <a:gd name="connsiteY409" fmla="*/ 159928 h 468241"/>
                <a:gd name="connsiteX410" fmla="*/ 167608 w 414865"/>
                <a:gd name="connsiteY410" fmla="*/ 164318 h 468241"/>
                <a:gd name="connsiteX411" fmla="*/ 166726 w 414865"/>
                <a:gd name="connsiteY411" fmla="*/ 168181 h 468241"/>
                <a:gd name="connsiteX412" fmla="*/ 157729 w 414865"/>
                <a:gd name="connsiteY412" fmla="*/ 166820 h 468241"/>
                <a:gd name="connsiteX413" fmla="*/ 149335 w 414865"/>
                <a:gd name="connsiteY413" fmla="*/ 166820 h 468241"/>
                <a:gd name="connsiteX414" fmla="*/ 149891 w 414865"/>
                <a:gd name="connsiteY414" fmla="*/ 171210 h 468241"/>
                <a:gd name="connsiteX415" fmla="*/ 145857 w 414865"/>
                <a:gd name="connsiteY415" fmla="*/ 169279 h 468241"/>
                <a:gd name="connsiteX416" fmla="*/ 145300 w 414865"/>
                <a:gd name="connsiteY416" fmla="*/ 171474 h 468241"/>
                <a:gd name="connsiteX417" fmla="*/ 145022 w 414865"/>
                <a:gd name="connsiteY417" fmla="*/ 174195 h 468241"/>
                <a:gd name="connsiteX418" fmla="*/ 142146 w 414865"/>
                <a:gd name="connsiteY418" fmla="*/ 174195 h 468241"/>
                <a:gd name="connsiteX419" fmla="*/ 137787 w 414865"/>
                <a:gd name="connsiteY419" fmla="*/ 176654 h 468241"/>
                <a:gd name="connsiteX420" fmla="*/ 140662 w 414865"/>
                <a:gd name="connsiteY420" fmla="*/ 182712 h 468241"/>
                <a:gd name="connsiteX421" fmla="*/ 136025 w 414865"/>
                <a:gd name="connsiteY421" fmla="*/ 185170 h 468241"/>
                <a:gd name="connsiteX422" fmla="*/ 136025 w 414865"/>
                <a:gd name="connsiteY422" fmla="*/ 188463 h 468241"/>
                <a:gd name="connsiteX423" fmla="*/ 134308 w 414865"/>
                <a:gd name="connsiteY423" fmla="*/ 190658 h 468241"/>
                <a:gd name="connsiteX424" fmla="*/ 132592 w 414865"/>
                <a:gd name="connsiteY424" fmla="*/ 194521 h 468241"/>
                <a:gd name="connsiteX425" fmla="*/ 129995 w 414865"/>
                <a:gd name="connsiteY425" fmla="*/ 199175 h 468241"/>
                <a:gd name="connsiteX426" fmla="*/ 131758 w 414865"/>
                <a:gd name="connsiteY426" fmla="*/ 201106 h 468241"/>
                <a:gd name="connsiteX427" fmla="*/ 135839 w 414865"/>
                <a:gd name="connsiteY427" fmla="*/ 201106 h 468241"/>
                <a:gd name="connsiteX428" fmla="*/ 139039 w 414865"/>
                <a:gd name="connsiteY428" fmla="*/ 201940 h 468241"/>
                <a:gd name="connsiteX429" fmla="*/ 145393 w 414865"/>
                <a:gd name="connsiteY429" fmla="*/ 199482 h 468241"/>
                <a:gd name="connsiteX430" fmla="*/ 144233 w 414865"/>
                <a:gd name="connsiteY430" fmla="*/ 202511 h 468241"/>
                <a:gd name="connsiteX431" fmla="*/ 138714 w 414865"/>
                <a:gd name="connsiteY431" fmla="*/ 206901 h 468241"/>
                <a:gd name="connsiteX432" fmla="*/ 136674 w 414865"/>
                <a:gd name="connsiteY432" fmla="*/ 204706 h 468241"/>
                <a:gd name="connsiteX433" fmla="*/ 130598 w 414865"/>
                <a:gd name="connsiteY433" fmla="*/ 203872 h 468241"/>
                <a:gd name="connsiteX434" fmla="*/ 127120 w 414865"/>
                <a:gd name="connsiteY434" fmla="*/ 207999 h 468241"/>
                <a:gd name="connsiteX435" fmla="*/ 123363 w 414865"/>
                <a:gd name="connsiteY435" fmla="*/ 210325 h 468241"/>
                <a:gd name="connsiteX436" fmla="*/ 119885 w 414865"/>
                <a:gd name="connsiteY436" fmla="*/ 214320 h 468241"/>
                <a:gd name="connsiteX437" fmla="*/ 121926 w 414865"/>
                <a:gd name="connsiteY437" fmla="*/ 216515 h 468241"/>
                <a:gd name="connsiteX438" fmla="*/ 119885 w 414865"/>
                <a:gd name="connsiteY438" fmla="*/ 221432 h 468241"/>
                <a:gd name="connsiteX439" fmla="*/ 119885 w 414865"/>
                <a:gd name="connsiteY439" fmla="*/ 230475 h 468241"/>
                <a:gd name="connsiteX440" fmla="*/ 115850 w 414865"/>
                <a:gd name="connsiteY440" fmla="*/ 230475 h 468241"/>
                <a:gd name="connsiteX441" fmla="*/ 115850 w 414865"/>
                <a:gd name="connsiteY441" fmla="*/ 240616 h 468241"/>
                <a:gd name="connsiteX442" fmla="*/ 120766 w 414865"/>
                <a:gd name="connsiteY442" fmla="*/ 240616 h 468241"/>
                <a:gd name="connsiteX443" fmla="*/ 118726 w 414865"/>
                <a:gd name="connsiteY443" fmla="*/ 244479 h 468241"/>
                <a:gd name="connsiteX444" fmla="*/ 113531 w 414865"/>
                <a:gd name="connsiteY444" fmla="*/ 243119 h 468241"/>
                <a:gd name="connsiteX445" fmla="*/ 110053 w 414865"/>
                <a:gd name="connsiteY445" fmla="*/ 244479 h 468241"/>
                <a:gd name="connsiteX446" fmla="*/ 108013 w 414865"/>
                <a:gd name="connsiteY446" fmla="*/ 249133 h 468241"/>
                <a:gd name="connsiteX447" fmla="*/ 105415 w 414865"/>
                <a:gd name="connsiteY447" fmla="*/ 252425 h 468241"/>
                <a:gd name="connsiteX448" fmla="*/ 100499 w 414865"/>
                <a:gd name="connsiteY448" fmla="*/ 249967 h 468241"/>
                <a:gd name="connsiteX449" fmla="*/ 93543 w 414865"/>
                <a:gd name="connsiteY449" fmla="*/ 249440 h 468241"/>
                <a:gd name="connsiteX450" fmla="*/ 94702 w 414865"/>
                <a:gd name="connsiteY450" fmla="*/ 252469 h 468241"/>
                <a:gd name="connsiteX451" fmla="*/ 101381 w 414865"/>
                <a:gd name="connsiteY451" fmla="*/ 254138 h 468241"/>
                <a:gd name="connsiteX452" fmla="*/ 102818 w 414865"/>
                <a:gd name="connsiteY452" fmla="*/ 255498 h 468241"/>
                <a:gd name="connsiteX453" fmla="*/ 108013 w 414865"/>
                <a:gd name="connsiteY453" fmla="*/ 255498 h 468241"/>
                <a:gd name="connsiteX454" fmla="*/ 103375 w 414865"/>
                <a:gd name="connsiteY454" fmla="*/ 260152 h 468241"/>
                <a:gd name="connsiteX455" fmla="*/ 100778 w 414865"/>
                <a:gd name="connsiteY455" fmla="*/ 262874 h 468241"/>
                <a:gd name="connsiteX456" fmla="*/ 103978 w 414865"/>
                <a:gd name="connsiteY456" fmla="*/ 267527 h 468241"/>
                <a:gd name="connsiteX457" fmla="*/ 103699 w 414865"/>
                <a:gd name="connsiteY457" fmla="*/ 268888 h 468241"/>
                <a:gd name="connsiteX458" fmla="*/ 97902 w 414865"/>
                <a:gd name="connsiteY458" fmla="*/ 263400 h 468241"/>
                <a:gd name="connsiteX459" fmla="*/ 91549 w 414865"/>
                <a:gd name="connsiteY459" fmla="*/ 268888 h 468241"/>
                <a:gd name="connsiteX460" fmla="*/ 88952 w 414865"/>
                <a:gd name="connsiteY460" fmla="*/ 271346 h 468241"/>
                <a:gd name="connsiteX461" fmla="*/ 86354 w 414865"/>
                <a:gd name="connsiteY461" fmla="*/ 274639 h 468241"/>
                <a:gd name="connsiteX462" fmla="*/ 84639 w 414865"/>
                <a:gd name="connsiteY462" fmla="*/ 279029 h 468241"/>
                <a:gd name="connsiteX463" fmla="*/ 79723 w 414865"/>
                <a:gd name="connsiteY463" fmla="*/ 281751 h 468241"/>
                <a:gd name="connsiteX464" fmla="*/ 79723 w 414865"/>
                <a:gd name="connsiteY464" fmla="*/ 288336 h 468241"/>
                <a:gd name="connsiteX465" fmla="*/ 75641 w 414865"/>
                <a:gd name="connsiteY465" fmla="*/ 290531 h 468241"/>
                <a:gd name="connsiteX466" fmla="*/ 75641 w 414865"/>
                <a:gd name="connsiteY466" fmla="*/ 293253 h 468241"/>
                <a:gd name="connsiteX467" fmla="*/ 79120 w 414865"/>
                <a:gd name="connsiteY467" fmla="*/ 293253 h 468241"/>
                <a:gd name="connsiteX468" fmla="*/ 80001 w 414865"/>
                <a:gd name="connsiteY468" fmla="*/ 297379 h 468241"/>
                <a:gd name="connsiteX469" fmla="*/ 81717 w 414865"/>
                <a:gd name="connsiteY469" fmla="*/ 299838 h 468241"/>
                <a:gd name="connsiteX470" fmla="*/ 86911 w 414865"/>
                <a:gd name="connsiteY470" fmla="*/ 296808 h 468241"/>
                <a:gd name="connsiteX471" fmla="*/ 93868 w 414865"/>
                <a:gd name="connsiteY471" fmla="*/ 292682 h 468241"/>
                <a:gd name="connsiteX472" fmla="*/ 99062 w 414865"/>
                <a:gd name="connsiteY472" fmla="*/ 288292 h 468241"/>
                <a:gd name="connsiteX473" fmla="*/ 99340 w 414865"/>
                <a:gd name="connsiteY473" fmla="*/ 284429 h 468241"/>
                <a:gd name="connsiteX474" fmla="*/ 103097 w 414865"/>
                <a:gd name="connsiteY474" fmla="*/ 280565 h 468241"/>
                <a:gd name="connsiteX475" fmla="*/ 103653 w 414865"/>
                <a:gd name="connsiteY475" fmla="*/ 283287 h 468241"/>
                <a:gd name="connsiteX476" fmla="*/ 101612 w 414865"/>
                <a:gd name="connsiteY476" fmla="*/ 287677 h 468241"/>
                <a:gd name="connsiteX477" fmla="*/ 104210 w 414865"/>
                <a:gd name="connsiteY477" fmla="*/ 289038 h 468241"/>
                <a:gd name="connsiteX478" fmla="*/ 103931 w 414865"/>
                <a:gd name="connsiteY478" fmla="*/ 291760 h 468241"/>
                <a:gd name="connsiteX479" fmla="*/ 95815 w 414865"/>
                <a:gd name="connsiteY479" fmla="*/ 295052 h 468241"/>
                <a:gd name="connsiteX480" fmla="*/ 93496 w 414865"/>
                <a:gd name="connsiteY480" fmla="*/ 298081 h 468241"/>
                <a:gd name="connsiteX481" fmla="*/ 95815 w 414865"/>
                <a:gd name="connsiteY481" fmla="*/ 302471 h 468241"/>
                <a:gd name="connsiteX482" fmla="*/ 88302 w 414865"/>
                <a:gd name="connsiteY482" fmla="*/ 302471 h 468241"/>
                <a:gd name="connsiteX483" fmla="*/ 84546 w 414865"/>
                <a:gd name="connsiteY483" fmla="*/ 304403 h 468241"/>
                <a:gd name="connsiteX484" fmla="*/ 79908 w 414865"/>
                <a:gd name="connsiteY484" fmla="*/ 306335 h 468241"/>
                <a:gd name="connsiteX485" fmla="*/ 80186 w 414865"/>
                <a:gd name="connsiteY485" fmla="*/ 301418 h 468241"/>
                <a:gd name="connsiteX486" fmla="*/ 75548 w 414865"/>
                <a:gd name="connsiteY486" fmla="*/ 296501 h 468241"/>
                <a:gd name="connsiteX487" fmla="*/ 71467 w 414865"/>
                <a:gd name="connsiteY487" fmla="*/ 297862 h 468241"/>
                <a:gd name="connsiteX488" fmla="*/ 68870 w 414865"/>
                <a:gd name="connsiteY488" fmla="*/ 300584 h 468241"/>
                <a:gd name="connsiteX489" fmla="*/ 70586 w 414865"/>
                <a:gd name="connsiteY489" fmla="*/ 303876 h 468241"/>
                <a:gd name="connsiteX490" fmla="*/ 68870 w 414865"/>
                <a:gd name="connsiteY490" fmla="*/ 306335 h 468241"/>
                <a:gd name="connsiteX491" fmla="*/ 66551 w 414865"/>
                <a:gd name="connsiteY491" fmla="*/ 301945 h 468241"/>
                <a:gd name="connsiteX492" fmla="*/ 59595 w 414865"/>
                <a:gd name="connsiteY492" fmla="*/ 304666 h 468241"/>
                <a:gd name="connsiteX493" fmla="*/ 56998 w 414865"/>
                <a:gd name="connsiteY493" fmla="*/ 308530 h 468241"/>
                <a:gd name="connsiteX494" fmla="*/ 50041 w 414865"/>
                <a:gd name="connsiteY494" fmla="*/ 310988 h 468241"/>
                <a:gd name="connsiteX495" fmla="*/ 55560 w 414865"/>
                <a:gd name="connsiteY495" fmla="*/ 312656 h 468241"/>
                <a:gd name="connsiteX496" fmla="*/ 55003 w 414865"/>
                <a:gd name="connsiteY496" fmla="*/ 316783 h 468241"/>
                <a:gd name="connsiteX497" fmla="*/ 59363 w 414865"/>
                <a:gd name="connsiteY497" fmla="*/ 320339 h 468241"/>
                <a:gd name="connsiteX498" fmla="*/ 57044 w 414865"/>
                <a:gd name="connsiteY498" fmla="*/ 322270 h 468241"/>
                <a:gd name="connsiteX499" fmla="*/ 50087 w 414865"/>
                <a:gd name="connsiteY499" fmla="*/ 314017 h 468241"/>
                <a:gd name="connsiteX500" fmla="*/ 50087 w 414865"/>
                <a:gd name="connsiteY500" fmla="*/ 317310 h 468241"/>
                <a:gd name="connsiteX501" fmla="*/ 55606 w 414865"/>
                <a:gd name="connsiteY501" fmla="*/ 323631 h 468241"/>
                <a:gd name="connsiteX502" fmla="*/ 50087 w 414865"/>
                <a:gd name="connsiteY502" fmla="*/ 321963 h 468241"/>
                <a:gd name="connsiteX503" fmla="*/ 45450 w 414865"/>
                <a:gd name="connsiteY503" fmla="*/ 318407 h 468241"/>
                <a:gd name="connsiteX504" fmla="*/ 43687 w 414865"/>
                <a:gd name="connsiteY504" fmla="*/ 312920 h 468241"/>
                <a:gd name="connsiteX505" fmla="*/ 39328 w 414865"/>
                <a:gd name="connsiteY505" fmla="*/ 317046 h 468241"/>
                <a:gd name="connsiteX506" fmla="*/ 34968 w 414865"/>
                <a:gd name="connsiteY506" fmla="*/ 317046 h 468241"/>
                <a:gd name="connsiteX507" fmla="*/ 33531 w 414865"/>
                <a:gd name="connsiteY507" fmla="*/ 320075 h 468241"/>
                <a:gd name="connsiteX508" fmla="*/ 35571 w 414865"/>
                <a:gd name="connsiteY508" fmla="*/ 326134 h 468241"/>
                <a:gd name="connsiteX509" fmla="*/ 39328 w 414865"/>
                <a:gd name="connsiteY509" fmla="*/ 326134 h 468241"/>
                <a:gd name="connsiteX510" fmla="*/ 43687 w 414865"/>
                <a:gd name="connsiteY510" fmla="*/ 327802 h 468241"/>
                <a:gd name="connsiteX511" fmla="*/ 44847 w 414865"/>
                <a:gd name="connsiteY511" fmla="*/ 333026 h 468241"/>
                <a:gd name="connsiteX512" fmla="*/ 38447 w 414865"/>
                <a:gd name="connsiteY512" fmla="*/ 329163 h 468241"/>
                <a:gd name="connsiteX513" fmla="*/ 33531 w 414865"/>
                <a:gd name="connsiteY513" fmla="*/ 328899 h 468241"/>
                <a:gd name="connsiteX514" fmla="*/ 30655 w 414865"/>
                <a:gd name="connsiteY514" fmla="*/ 325343 h 468241"/>
                <a:gd name="connsiteX515" fmla="*/ 27780 w 414865"/>
                <a:gd name="connsiteY515" fmla="*/ 329207 h 468241"/>
                <a:gd name="connsiteX516" fmla="*/ 22586 w 414865"/>
                <a:gd name="connsiteY516" fmla="*/ 330568 h 468241"/>
                <a:gd name="connsiteX517" fmla="*/ 22586 w 414865"/>
                <a:gd name="connsiteY517" fmla="*/ 337153 h 468241"/>
                <a:gd name="connsiteX518" fmla="*/ 28939 w 414865"/>
                <a:gd name="connsiteY518" fmla="*/ 335484 h 468241"/>
                <a:gd name="connsiteX519" fmla="*/ 33577 w 414865"/>
                <a:gd name="connsiteY519" fmla="*/ 337153 h 468241"/>
                <a:gd name="connsiteX520" fmla="*/ 38771 w 414865"/>
                <a:gd name="connsiteY520" fmla="*/ 339874 h 468241"/>
                <a:gd name="connsiteX521" fmla="*/ 35015 w 414865"/>
                <a:gd name="connsiteY521" fmla="*/ 341104 h 468241"/>
                <a:gd name="connsiteX522" fmla="*/ 34134 w 414865"/>
                <a:gd name="connsiteY522" fmla="*/ 346020 h 468241"/>
                <a:gd name="connsiteX523" fmla="*/ 31536 w 414865"/>
                <a:gd name="connsiteY523" fmla="*/ 339830 h 468241"/>
                <a:gd name="connsiteX524" fmla="*/ 26899 w 414865"/>
                <a:gd name="connsiteY524" fmla="*/ 337109 h 468241"/>
                <a:gd name="connsiteX525" fmla="*/ 21380 w 414865"/>
                <a:gd name="connsiteY525" fmla="*/ 339830 h 468241"/>
                <a:gd name="connsiteX526" fmla="*/ 17902 w 414865"/>
                <a:gd name="connsiteY526" fmla="*/ 335440 h 468241"/>
                <a:gd name="connsiteX527" fmla="*/ 15583 w 414865"/>
                <a:gd name="connsiteY527" fmla="*/ 339830 h 468241"/>
                <a:gd name="connsiteX528" fmla="*/ 12104 w 414865"/>
                <a:gd name="connsiteY528" fmla="*/ 341060 h 468241"/>
                <a:gd name="connsiteX529" fmla="*/ 17623 w 414865"/>
                <a:gd name="connsiteY529" fmla="*/ 342289 h 468241"/>
                <a:gd name="connsiteX530" fmla="*/ 21983 w 414865"/>
                <a:gd name="connsiteY530" fmla="*/ 345976 h 468241"/>
                <a:gd name="connsiteX531" fmla="*/ 14748 w 414865"/>
                <a:gd name="connsiteY531" fmla="*/ 345011 h 468241"/>
                <a:gd name="connsiteX532" fmla="*/ 10991 w 414865"/>
                <a:gd name="connsiteY532" fmla="*/ 345011 h 468241"/>
                <a:gd name="connsiteX533" fmla="*/ 10991 w 414865"/>
                <a:gd name="connsiteY533" fmla="*/ 347733 h 468241"/>
                <a:gd name="connsiteX534" fmla="*/ 4035 w 414865"/>
                <a:gd name="connsiteY534" fmla="*/ 341016 h 468241"/>
                <a:gd name="connsiteX535" fmla="*/ 4035 w 414865"/>
                <a:gd name="connsiteY535" fmla="*/ 345933 h 468241"/>
                <a:gd name="connsiteX536" fmla="*/ 7513 w 414865"/>
                <a:gd name="connsiteY536" fmla="*/ 347733 h 468241"/>
                <a:gd name="connsiteX537" fmla="*/ 1994 w 414865"/>
                <a:gd name="connsiteY537" fmla="*/ 349928 h 468241"/>
                <a:gd name="connsiteX538" fmla="*/ 3757 w 414865"/>
                <a:gd name="connsiteY538" fmla="*/ 352123 h 468241"/>
                <a:gd name="connsiteX539" fmla="*/ 14470 w 414865"/>
                <a:gd name="connsiteY539" fmla="*/ 352123 h 468241"/>
                <a:gd name="connsiteX540" fmla="*/ 26621 w 414865"/>
                <a:gd name="connsiteY540" fmla="*/ 353791 h 468241"/>
                <a:gd name="connsiteX541" fmla="*/ 21426 w 414865"/>
                <a:gd name="connsiteY541" fmla="*/ 355986 h 468241"/>
                <a:gd name="connsiteX542" fmla="*/ 13310 w 414865"/>
                <a:gd name="connsiteY542" fmla="*/ 353527 h 468241"/>
                <a:gd name="connsiteX543" fmla="*/ 3757 w 414865"/>
                <a:gd name="connsiteY543" fmla="*/ 353791 h 468241"/>
                <a:gd name="connsiteX544" fmla="*/ 0 w 414865"/>
                <a:gd name="connsiteY544" fmla="*/ 354625 h 468241"/>
                <a:gd name="connsiteX545" fmla="*/ 2319 w 414865"/>
                <a:gd name="connsiteY545" fmla="*/ 355986 h 468241"/>
                <a:gd name="connsiteX546" fmla="*/ 5519 w 414865"/>
                <a:gd name="connsiteY546" fmla="*/ 355986 h 468241"/>
                <a:gd name="connsiteX547" fmla="*/ 4962 w 414865"/>
                <a:gd name="connsiteY547" fmla="*/ 359849 h 468241"/>
                <a:gd name="connsiteX548" fmla="*/ 1762 w 414865"/>
                <a:gd name="connsiteY548" fmla="*/ 361780 h 468241"/>
                <a:gd name="connsiteX549" fmla="*/ 4638 w 414865"/>
                <a:gd name="connsiteY549" fmla="*/ 365073 h 468241"/>
                <a:gd name="connsiteX550" fmla="*/ 1762 w 414865"/>
                <a:gd name="connsiteY550" fmla="*/ 368365 h 468241"/>
                <a:gd name="connsiteX551" fmla="*/ 1762 w 414865"/>
                <a:gd name="connsiteY551" fmla="*/ 370824 h 468241"/>
                <a:gd name="connsiteX552" fmla="*/ 4638 w 414865"/>
                <a:gd name="connsiteY552" fmla="*/ 370824 h 468241"/>
                <a:gd name="connsiteX553" fmla="*/ 3478 w 414865"/>
                <a:gd name="connsiteY553" fmla="*/ 374380 h 468241"/>
                <a:gd name="connsiteX554" fmla="*/ 5797 w 414865"/>
                <a:gd name="connsiteY554" fmla="*/ 377936 h 468241"/>
                <a:gd name="connsiteX555" fmla="*/ 10435 w 414865"/>
                <a:gd name="connsiteY555" fmla="*/ 377936 h 468241"/>
                <a:gd name="connsiteX556" fmla="*/ 13310 w 414865"/>
                <a:gd name="connsiteY556" fmla="*/ 374073 h 468241"/>
                <a:gd name="connsiteX557" fmla="*/ 21705 w 414865"/>
                <a:gd name="connsiteY557" fmla="*/ 375170 h 468241"/>
                <a:gd name="connsiteX558" fmla="*/ 24905 w 414865"/>
                <a:gd name="connsiteY558" fmla="*/ 377892 h 468241"/>
                <a:gd name="connsiteX559" fmla="*/ 26621 w 414865"/>
                <a:gd name="connsiteY559" fmla="*/ 373502 h 468241"/>
                <a:gd name="connsiteX560" fmla="*/ 32696 w 414865"/>
                <a:gd name="connsiteY560" fmla="*/ 375433 h 468241"/>
                <a:gd name="connsiteX561" fmla="*/ 38215 w 414865"/>
                <a:gd name="connsiteY561" fmla="*/ 374336 h 468241"/>
                <a:gd name="connsiteX562" fmla="*/ 38771 w 414865"/>
                <a:gd name="connsiteY562" fmla="*/ 371307 h 468241"/>
                <a:gd name="connsiteX563" fmla="*/ 42250 w 414865"/>
                <a:gd name="connsiteY563" fmla="*/ 371834 h 468241"/>
                <a:gd name="connsiteX564" fmla="*/ 43131 w 414865"/>
                <a:gd name="connsiteY564" fmla="*/ 375390 h 468241"/>
                <a:gd name="connsiteX565" fmla="*/ 38493 w 414865"/>
                <a:gd name="connsiteY565" fmla="*/ 377848 h 468241"/>
                <a:gd name="connsiteX566" fmla="*/ 29218 w 414865"/>
                <a:gd name="connsiteY566" fmla="*/ 377848 h 468241"/>
                <a:gd name="connsiteX567" fmla="*/ 26621 w 414865"/>
                <a:gd name="connsiteY567" fmla="*/ 379516 h 468241"/>
                <a:gd name="connsiteX568" fmla="*/ 21426 w 414865"/>
                <a:gd name="connsiteY568" fmla="*/ 379516 h 468241"/>
                <a:gd name="connsiteX569" fmla="*/ 17948 w 414865"/>
                <a:gd name="connsiteY569" fmla="*/ 377585 h 468241"/>
                <a:gd name="connsiteX570" fmla="*/ 14191 w 414865"/>
                <a:gd name="connsiteY570" fmla="*/ 379516 h 468241"/>
                <a:gd name="connsiteX571" fmla="*/ 4359 w 414865"/>
                <a:gd name="connsiteY571" fmla="*/ 379516 h 468241"/>
                <a:gd name="connsiteX572" fmla="*/ 0 w 414865"/>
                <a:gd name="connsiteY572" fmla="*/ 375390 h 468241"/>
                <a:gd name="connsiteX573" fmla="*/ 0 w 414865"/>
                <a:gd name="connsiteY573" fmla="*/ 379516 h 468241"/>
                <a:gd name="connsiteX574" fmla="*/ 2041 w 414865"/>
                <a:gd name="connsiteY574" fmla="*/ 381184 h 468241"/>
                <a:gd name="connsiteX575" fmla="*/ 0 w 414865"/>
                <a:gd name="connsiteY575" fmla="*/ 384477 h 468241"/>
                <a:gd name="connsiteX576" fmla="*/ 4638 w 414865"/>
                <a:gd name="connsiteY576" fmla="*/ 385838 h 468241"/>
                <a:gd name="connsiteX577" fmla="*/ 4081 w 414865"/>
                <a:gd name="connsiteY577" fmla="*/ 387506 h 468241"/>
                <a:gd name="connsiteX578" fmla="*/ 46 w 414865"/>
                <a:gd name="connsiteY578" fmla="*/ 387506 h 468241"/>
                <a:gd name="connsiteX579" fmla="*/ 4081 w 414865"/>
                <a:gd name="connsiteY579" fmla="*/ 392159 h 468241"/>
                <a:gd name="connsiteX580" fmla="*/ 2644 w 414865"/>
                <a:gd name="connsiteY580" fmla="*/ 396023 h 468241"/>
                <a:gd name="connsiteX581" fmla="*/ 3200 w 414865"/>
                <a:gd name="connsiteY581" fmla="*/ 398218 h 468241"/>
                <a:gd name="connsiteX582" fmla="*/ 0 w 414865"/>
                <a:gd name="connsiteY582" fmla="*/ 402344 h 468241"/>
                <a:gd name="connsiteX583" fmla="*/ 2319 w 414865"/>
                <a:gd name="connsiteY583" fmla="*/ 405066 h 468241"/>
                <a:gd name="connsiteX584" fmla="*/ 13913 w 414865"/>
                <a:gd name="connsiteY584" fmla="*/ 405066 h 468241"/>
                <a:gd name="connsiteX585" fmla="*/ 13032 w 414865"/>
                <a:gd name="connsiteY585" fmla="*/ 408095 h 468241"/>
                <a:gd name="connsiteX586" fmla="*/ 6957 w 414865"/>
                <a:gd name="connsiteY586" fmla="*/ 412485 h 468241"/>
                <a:gd name="connsiteX587" fmla="*/ 4359 w 414865"/>
                <a:gd name="connsiteY587" fmla="*/ 414680 h 468241"/>
                <a:gd name="connsiteX588" fmla="*/ 6957 w 414865"/>
                <a:gd name="connsiteY588" fmla="*/ 418236 h 468241"/>
                <a:gd name="connsiteX589" fmla="*/ 10991 w 414865"/>
                <a:gd name="connsiteY589" fmla="*/ 416875 h 468241"/>
                <a:gd name="connsiteX590" fmla="*/ 13310 w 414865"/>
                <a:gd name="connsiteY590" fmla="*/ 413846 h 468241"/>
                <a:gd name="connsiteX591" fmla="*/ 15907 w 414865"/>
                <a:gd name="connsiteY591" fmla="*/ 410817 h 468241"/>
                <a:gd name="connsiteX592" fmla="*/ 17670 w 414865"/>
                <a:gd name="connsiteY592" fmla="*/ 406427 h 468241"/>
                <a:gd name="connsiteX593" fmla="*/ 20267 w 414865"/>
                <a:gd name="connsiteY593" fmla="*/ 402300 h 468241"/>
                <a:gd name="connsiteX594" fmla="*/ 22586 w 414865"/>
                <a:gd name="connsiteY594" fmla="*/ 397910 h 468241"/>
                <a:gd name="connsiteX595" fmla="*/ 30423 w 414865"/>
                <a:gd name="connsiteY595" fmla="*/ 397383 h 468241"/>
                <a:gd name="connsiteX596" fmla="*/ 35618 w 414865"/>
                <a:gd name="connsiteY596" fmla="*/ 396023 h 468241"/>
                <a:gd name="connsiteX597" fmla="*/ 26064 w 414865"/>
                <a:gd name="connsiteY597" fmla="*/ 400939 h 468241"/>
                <a:gd name="connsiteX598" fmla="*/ 22307 w 414865"/>
                <a:gd name="connsiteY598" fmla="*/ 405066 h 468241"/>
                <a:gd name="connsiteX599" fmla="*/ 17948 w 414865"/>
                <a:gd name="connsiteY599" fmla="*/ 412485 h 468241"/>
                <a:gd name="connsiteX600" fmla="*/ 17948 w 414865"/>
                <a:gd name="connsiteY600" fmla="*/ 418236 h 468241"/>
                <a:gd name="connsiteX601" fmla="*/ 10713 w 414865"/>
                <a:gd name="connsiteY601" fmla="*/ 421792 h 468241"/>
                <a:gd name="connsiteX602" fmla="*/ 6354 w 414865"/>
                <a:gd name="connsiteY602" fmla="*/ 425919 h 468241"/>
                <a:gd name="connsiteX603" fmla="*/ 6354 w 414865"/>
                <a:gd name="connsiteY603" fmla="*/ 436894 h 468241"/>
                <a:gd name="connsiteX604" fmla="*/ 9554 w 414865"/>
                <a:gd name="connsiteY604" fmla="*/ 432767 h 468241"/>
                <a:gd name="connsiteX605" fmla="*/ 13913 w 414865"/>
                <a:gd name="connsiteY605" fmla="*/ 431669 h 468241"/>
                <a:gd name="connsiteX606" fmla="*/ 15629 w 414865"/>
                <a:gd name="connsiteY606" fmla="*/ 427279 h 468241"/>
                <a:gd name="connsiteX607" fmla="*/ 18829 w 414865"/>
                <a:gd name="connsiteY607" fmla="*/ 429738 h 468241"/>
                <a:gd name="connsiteX608" fmla="*/ 19386 w 414865"/>
                <a:gd name="connsiteY608" fmla="*/ 434655 h 468241"/>
                <a:gd name="connsiteX609" fmla="*/ 16510 w 414865"/>
                <a:gd name="connsiteY609" fmla="*/ 436850 h 468241"/>
                <a:gd name="connsiteX610" fmla="*/ 18551 w 414865"/>
                <a:gd name="connsiteY610" fmla="*/ 440406 h 468241"/>
                <a:gd name="connsiteX611" fmla="*/ 14516 w 414865"/>
                <a:gd name="connsiteY611" fmla="*/ 443961 h 468241"/>
                <a:gd name="connsiteX612" fmla="*/ 11316 w 414865"/>
                <a:gd name="connsiteY612" fmla="*/ 440406 h 468241"/>
                <a:gd name="connsiteX613" fmla="*/ 11038 w 414865"/>
                <a:gd name="connsiteY613" fmla="*/ 446991 h 468241"/>
                <a:gd name="connsiteX614" fmla="*/ 30748 w 414865"/>
                <a:gd name="connsiteY614" fmla="*/ 464024 h 468241"/>
                <a:gd name="connsiteX615" fmla="*/ 47861 w 414865"/>
                <a:gd name="connsiteY615" fmla="*/ 465692 h 468241"/>
                <a:gd name="connsiteX616" fmla="*/ 64650 w 414865"/>
                <a:gd name="connsiteY616" fmla="*/ 454980 h 468241"/>
                <a:gd name="connsiteX617" fmla="*/ 77404 w 414865"/>
                <a:gd name="connsiteY617" fmla="*/ 440449 h 468241"/>
                <a:gd name="connsiteX618" fmla="*/ 86123 w 414865"/>
                <a:gd name="connsiteY618" fmla="*/ 436894 h 468241"/>
                <a:gd name="connsiteX619" fmla="*/ 86679 w 414865"/>
                <a:gd name="connsiteY619" fmla="*/ 424558 h 468241"/>
                <a:gd name="connsiteX620" fmla="*/ 90760 w 414865"/>
                <a:gd name="connsiteY620" fmla="*/ 425084 h 468241"/>
                <a:gd name="connsiteX621" fmla="*/ 94239 w 414865"/>
                <a:gd name="connsiteY621" fmla="*/ 436894 h 468241"/>
                <a:gd name="connsiteX622" fmla="*/ 98876 w 414865"/>
                <a:gd name="connsiteY622" fmla="*/ 438781 h 468241"/>
                <a:gd name="connsiteX623" fmla="*/ 103328 w 414865"/>
                <a:gd name="connsiteY623" fmla="*/ 436718 h 468241"/>
                <a:gd name="connsiteX624" fmla="*/ 105508 w 414865"/>
                <a:gd name="connsiteY624" fmla="*/ 442688 h 468241"/>
                <a:gd name="connsiteX625" fmla="*/ 101102 w 414865"/>
                <a:gd name="connsiteY625" fmla="*/ 401027 h 468241"/>
                <a:gd name="connsiteX626" fmla="*/ 97624 w 414865"/>
                <a:gd name="connsiteY626" fmla="*/ 392247 h 468241"/>
                <a:gd name="connsiteX627" fmla="*/ 92105 w 414865"/>
                <a:gd name="connsiteY627" fmla="*/ 388823 h 468241"/>
                <a:gd name="connsiteX628" fmla="*/ 86586 w 414865"/>
                <a:gd name="connsiteY628" fmla="*/ 379911 h 468241"/>
                <a:gd name="connsiteX629" fmla="*/ 86586 w 414865"/>
                <a:gd name="connsiteY629" fmla="*/ 376619 h 468241"/>
                <a:gd name="connsiteX630" fmla="*/ 94981 w 414865"/>
                <a:gd name="connsiteY630" fmla="*/ 387330 h 468241"/>
                <a:gd name="connsiteX631" fmla="*/ 98459 w 414865"/>
                <a:gd name="connsiteY631" fmla="*/ 389262 h 468241"/>
                <a:gd name="connsiteX632" fmla="*/ 101056 w 414865"/>
                <a:gd name="connsiteY632" fmla="*/ 391062 h 468241"/>
                <a:gd name="connsiteX633" fmla="*/ 101056 w 414865"/>
                <a:gd name="connsiteY633" fmla="*/ 401071 h 468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</a:cxnLst>
              <a:rect l="l" t="t" r="r" b="b"/>
              <a:pathLst>
                <a:path w="414865" h="468241">
                  <a:moveTo>
                    <a:pt x="104813" y="442776"/>
                  </a:moveTo>
                  <a:lnTo>
                    <a:pt x="106528" y="442776"/>
                  </a:lnTo>
                  <a:lnTo>
                    <a:pt x="108615" y="434172"/>
                  </a:lnTo>
                  <a:lnTo>
                    <a:pt x="107085" y="421529"/>
                  </a:lnTo>
                  <a:lnTo>
                    <a:pt x="110656" y="419729"/>
                  </a:lnTo>
                  <a:lnTo>
                    <a:pt x="108894" y="415295"/>
                  </a:lnTo>
                  <a:lnTo>
                    <a:pt x="116360" y="411739"/>
                  </a:lnTo>
                  <a:lnTo>
                    <a:pt x="120998" y="399403"/>
                  </a:lnTo>
                  <a:lnTo>
                    <a:pt x="114598" y="378770"/>
                  </a:lnTo>
                  <a:lnTo>
                    <a:pt x="121508" y="378770"/>
                  </a:lnTo>
                  <a:lnTo>
                    <a:pt x="125543" y="370385"/>
                  </a:lnTo>
                  <a:lnTo>
                    <a:pt x="121045" y="363975"/>
                  </a:lnTo>
                  <a:lnTo>
                    <a:pt x="116221" y="363975"/>
                  </a:lnTo>
                  <a:lnTo>
                    <a:pt x="114413" y="359498"/>
                  </a:lnTo>
                  <a:lnTo>
                    <a:pt x="115850" y="340269"/>
                  </a:lnTo>
                  <a:lnTo>
                    <a:pt x="113253" y="331928"/>
                  </a:lnTo>
                  <a:lnTo>
                    <a:pt x="112975" y="318583"/>
                  </a:lnTo>
                  <a:lnTo>
                    <a:pt x="115294" y="316124"/>
                  </a:lnTo>
                  <a:lnTo>
                    <a:pt x="109218" y="306905"/>
                  </a:lnTo>
                  <a:lnTo>
                    <a:pt x="113856" y="302252"/>
                  </a:lnTo>
                  <a:lnTo>
                    <a:pt x="113300" y="294613"/>
                  </a:lnTo>
                  <a:lnTo>
                    <a:pt x="126285" y="280697"/>
                  </a:lnTo>
                  <a:lnTo>
                    <a:pt x="126610" y="280609"/>
                  </a:lnTo>
                  <a:cubicBezTo>
                    <a:pt x="126981" y="280521"/>
                    <a:pt x="135329" y="278283"/>
                    <a:pt x="142935" y="282277"/>
                  </a:cubicBezTo>
                  <a:cubicBezTo>
                    <a:pt x="144141" y="279731"/>
                    <a:pt x="146830" y="273015"/>
                    <a:pt x="145624" y="267395"/>
                  </a:cubicBezTo>
                  <a:lnTo>
                    <a:pt x="136581" y="264454"/>
                  </a:lnTo>
                  <a:lnTo>
                    <a:pt x="150958" y="236138"/>
                  </a:lnTo>
                  <a:lnTo>
                    <a:pt x="150958" y="206989"/>
                  </a:lnTo>
                  <a:lnTo>
                    <a:pt x="160975" y="205716"/>
                  </a:lnTo>
                  <a:lnTo>
                    <a:pt x="166819" y="201853"/>
                  </a:lnTo>
                  <a:lnTo>
                    <a:pt x="165428" y="193029"/>
                  </a:lnTo>
                  <a:lnTo>
                    <a:pt x="180871" y="174020"/>
                  </a:lnTo>
                  <a:lnTo>
                    <a:pt x="180871" y="165767"/>
                  </a:lnTo>
                  <a:lnTo>
                    <a:pt x="176512" y="161113"/>
                  </a:lnTo>
                  <a:lnTo>
                    <a:pt x="176512" y="152816"/>
                  </a:lnTo>
                  <a:lnTo>
                    <a:pt x="183654" y="150007"/>
                  </a:lnTo>
                  <a:lnTo>
                    <a:pt x="186205" y="140129"/>
                  </a:lnTo>
                  <a:lnTo>
                    <a:pt x="196639" y="129637"/>
                  </a:lnTo>
                  <a:lnTo>
                    <a:pt x="206704" y="135958"/>
                  </a:lnTo>
                  <a:lnTo>
                    <a:pt x="209301" y="129242"/>
                  </a:lnTo>
                  <a:lnTo>
                    <a:pt x="209301" y="113174"/>
                  </a:lnTo>
                  <a:lnTo>
                    <a:pt x="215701" y="111813"/>
                  </a:lnTo>
                  <a:lnTo>
                    <a:pt x="236849" y="120725"/>
                  </a:lnTo>
                  <a:lnTo>
                    <a:pt x="242228" y="116511"/>
                  </a:lnTo>
                  <a:lnTo>
                    <a:pt x="235179" y="113350"/>
                  </a:lnTo>
                  <a:lnTo>
                    <a:pt x="243202" y="104263"/>
                  </a:lnTo>
                  <a:lnTo>
                    <a:pt x="243202" y="98512"/>
                  </a:lnTo>
                  <a:lnTo>
                    <a:pt x="238194" y="92102"/>
                  </a:lnTo>
                  <a:lnTo>
                    <a:pt x="247098" y="92102"/>
                  </a:lnTo>
                  <a:lnTo>
                    <a:pt x="249046" y="88064"/>
                  </a:lnTo>
                  <a:lnTo>
                    <a:pt x="254797" y="91268"/>
                  </a:lnTo>
                  <a:lnTo>
                    <a:pt x="254797" y="84112"/>
                  </a:lnTo>
                  <a:lnTo>
                    <a:pt x="259805" y="80732"/>
                  </a:lnTo>
                  <a:lnTo>
                    <a:pt x="267504" y="82620"/>
                  </a:lnTo>
                  <a:lnTo>
                    <a:pt x="267736" y="83059"/>
                  </a:lnTo>
                  <a:cubicBezTo>
                    <a:pt x="269405" y="86132"/>
                    <a:pt x="277290" y="100795"/>
                    <a:pt x="278449" y="105624"/>
                  </a:cubicBezTo>
                  <a:lnTo>
                    <a:pt x="288791" y="106941"/>
                  </a:lnTo>
                  <a:lnTo>
                    <a:pt x="290832" y="109355"/>
                  </a:lnTo>
                  <a:lnTo>
                    <a:pt x="295980" y="106941"/>
                  </a:lnTo>
                  <a:lnTo>
                    <a:pt x="298113" y="99390"/>
                  </a:lnTo>
                  <a:lnTo>
                    <a:pt x="303354" y="101365"/>
                  </a:lnTo>
                  <a:lnTo>
                    <a:pt x="317452" y="111594"/>
                  </a:lnTo>
                  <a:lnTo>
                    <a:pt x="320328" y="109662"/>
                  </a:lnTo>
                  <a:lnTo>
                    <a:pt x="320328" y="102858"/>
                  </a:lnTo>
                  <a:lnTo>
                    <a:pt x="324270" y="99829"/>
                  </a:lnTo>
                  <a:lnTo>
                    <a:pt x="328629" y="99829"/>
                  </a:lnTo>
                  <a:lnTo>
                    <a:pt x="329882" y="93200"/>
                  </a:lnTo>
                  <a:lnTo>
                    <a:pt x="328444" y="81961"/>
                  </a:lnTo>
                  <a:lnTo>
                    <a:pt x="328444" y="81786"/>
                  </a:lnTo>
                  <a:cubicBezTo>
                    <a:pt x="328444" y="81786"/>
                    <a:pt x="331597" y="64928"/>
                    <a:pt x="331597" y="64928"/>
                  </a:cubicBezTo>
                  <a:lnTo>
                    <a:pt x="339992" y="54919"/>
                  </a:lnTo>
                  <a:lnTo>
                    <a:pt x="348247" y="53470"/>
                  </a:lnTo>
                  <a:lnTo>
                    <a:pt x="352931" y="53470"/>
                  </a:lnTo>
                  <a:cubicBezTo>
                    <a:pt x="352931" y="53470"/>
                    <a:pt x="359609" y="47236"/>
                    <a:pt x="359609" y="47236"/>
                  </a:cubicBezTo>
                  <a:lnTo>
                    <a:pt x="367447" y="47236"/>
                  </a:lnTo>
                  <a:lnTo>
                    <a:pt x="374589" y="59967"/>
                  </a:lnTo>
                  <a:lnTo>
                    <a:pt x="387064" y="67079"/>
                  </a:lnTo>
                  <a:lnTo>
                    <a:pt x="386925" y="75069"/>
                  </a:lnTo>
                  <a:lnTo>
                    <a:pt x="380989" y="86044"/>
                  </a:lnTo>
                  <a:lnTo>
                    <a:pt x="381499" y="91137"/>
                  </a:lnTo>
                  <a:lnTo>
                    <a:pt x="382520" y="91619"/>
                  </a:lnTo>
                  <a:lnTo>
                    <a:pt x="384885" y="82883"/>
                  </a:lnTo>
                  <a:lnTo>
                    <a:pt x="397778" y="75859"/>
                  </a:lnTo>
                  <a:lnTo>
                    <a:pt x="397778" y="61855"/>
                  </a:lnTo>
                  <a:lnTo>
                    <a:pt x="391702" y="65543"/>
                  </a:lnTo>
                  <a:lnTo>
                    <a:pt x="391702" y="62821"/>
                  </a:lnTo>
                  <a:lnTo>
                    <a:pt x="393140" y="61460"/>
                  </a:lnTo>
                  <a:lnTo>
                    <a:pt x="397499" y="60099"/>
                  </a:lnTo>
                  <a:lnTo>
                    <a:pt x="396062" y="56543"/>
                  </a:lnTo>
                  <a:lnTo>
                    <a:pt x="393743" y="57641"/>
                  </a:lnTo>
                  <a:lnTo>
                    <a:pt x="390543" y="55182"/>
                  </a:lnTo>
                  <a:lnTo>
                    <a:pt x="393140" y="53821"/>
                  </a:lnTo>
                  <a:lnTo>
                    <a:pt x="376351" y="47236"/>
                  </a:lnTo>
                  <a:lnTo>
                    <a:pt x="378948" y="45876"/>
                  </a:lnTo>
                  <a:lnTo>
                    <a:pt x="390543" y="48597"/>
                  </a:lnTo>
                  <a:lnTo>
                    <a:pt x="399540" y="48861"/>
                  </a:lnTo>
                  <a:cubicBezTo>
                    <a:pt x="399540" y="48861"/>
                    <a:pt x="404456" y="40915"/>
                    <a:pt x="412572" y="39247"/>
                  </a:cubicBezTo>
                  <a:cubicBezTo>
                    <a:pt x="412572" y="39247"/>
                    <a:pt x="415772" y="37315"/>
                    <a:pt x="414613" y="33188"/>
                  </a:cubicBezTo>
                  <a:cubicBezTo>
                    <a:pt x="413453" y="29062"/>
                    <a:pt x="408815" y="33188"/>
                    <a:pt x="408815" y="33188"/>
                  </a:cubicBezTo>
                  <a:cubicBezTo>
                    <a:pt x="408815" y="33188"/>
                    <a:pt x="412572" y="24672"/>
                    <a:pt x="399540" y="29062"/>
                  </a:cubicBezTo>
                  <a:lnTo>
                    <a:pt x="402415" y="25769"/>
                  </a:lnTo>
                  <a:cubicBezTo>
                    <a:pt x="402415" y="25769"/>
                    <a:pt x="400699" y="18087"/>
                    <a:pt x="395737" y="21643"/>
                  </a:cubicBezTo>
                  <a:cubicBezTo>
                    <a:pt x="395737" y="21643"/>
                    <a:pt x="392537" y="16989"/>
                    <a:pt x="389337" y="20677"/>
                  </a:cubicBezTo>
                  <a:lnTo>
                    <a:pt x="386462" y="19272"/>
                  </a:lnTo>
                  <a:cubicBezTo>
                    <a:pt x="386462" y="19272"/>
                    <a:pt x="386740" y="12029"/>
                    <a:pt x="380386" y="12599"/>
                  </a:cubicBezTo>
                  <a:cubicBezTo>
                    <a:pt x="374032" y="13170"/>
                    <a:pt x="372549" y="26603"/>
                    <a:pt x="374868" y="30159"/>
                  </a:cubicBezTo>
                  <a:lnTo>
                    <a:pt x="373847" y="31520"/>
                  </a:lnTo>
                  <a:lnTo>
                    <a:pt x="370554" y="29325"/>
                  </a:lnTo>
                  <a:lnTo>
                    <a:pt x="364201" y="30993"/>
                  </a:lnTo>
                  <a:lnTo>
                    <a:pt x="367401" y="27701"/>
                  </a:lnTo>
                  <a:lnTo>
                    <a:pt x="370601" y="24145"/>
                  </a:lnTo>
                  <a:lnTo>
                    <a:pt x="370601" y="21116"/>
                  </a:lnTo>
                  <a:lnTo>
                    <a:pt x="364247" y="24145"/>
                  </a:lnTo>
                  <a:lnTo>
                    <a:pt x="368282" y="19228"/>
                  </a:lnTo>
                  <a:lnTo>
                    <a:pt x="364247" y="17867"/>
                  </a:lnTo>
                  <a:lnTo>
                    <a:pt x="370925" y="16770"/>
                  </a:lnTo>
                  <a:lnTo>
                    <a:pt x="373244" y="13741"/>
                  </a:lnTo>
                  <a:lnTo>
                    <a:pt x="375007" y="7990"/>
                  </a:lnTo>
                  <a:lnTo>
                    <a:pt x="372966" y="6322"/>
                  </a:lnTo>
                  <a:lnTo>
                    <a:pt x="369766" y="8517"/>
                  </a:lnTo>
                  <a:lnTo>
                    <a:pt x="369766" y="3293"/>
                  </a:lnTo>
                  <a:lnTo>
                    <a:pt x="366009" y="3293"/>
                  </a:lnTo>
                  <a:lnTo>
                    <a:pt x="364293" y="5488"/>
                  </a:lnTo>
                  <a:lnTo>
                    <a:pt x="364293" y="1932"/>
                  </a:lnTo>
                  <a:lnTo>
                    <a:pt x="358774" y="1932"/>
                  </a:lnTo>
                  <a:lnTo>
                    <a:pt x="358774" y="6848"/>
                  </a:lnTo>
                  <a:lnTo>
                    <a:pt x="354693" y="5488"/>
                  </a:lnTo>
                  <a:lnTo>
                    <a:pt x="354693" y="7683"/>
                  </a:lnTo>
                  <a:lnTo>
                    <a:pt x="350612" y="10712"/>
                  </a:lnTo>
                  <a:lnTo>
                    <a:pt x="352374" y="11546"/>
                  </a:lnTo>
                  <a:cubicBezTo>
                    <a:pt x="352374" y="11546"/>
                    <a:pt x="358172" y="11019"/>
                    <a:pt x="358172" y="11809"/>
                  </a:cubicBezTo>
                  <a:lnTo>
                    <a:pt x="358172" y="14268"/>
                  </a:lnTo>
                  <a:lnTo>
                    <a:pt x="355296" y="15102"/>
                  </a:lnTo>
                  <a:lnTo>
                    <a:pt x="355574" y="19492"/>
                  </a:lnTo>
                  <a:lnTo>
                    <a:pt x="352096" y="18394"/>
                  </a:lnTo>
                  <a:lnTo>
                    <a:pt x="352374" y="25243"/>
                  </a:lnTo>
                  <a:lnTo>
                    <a:pt x="350612" y="26077"/>
                  </a:lnTo>
                  <a:lnTo>
                    <a:pt x="350612" y="28798"/>
                  </a:lnTo>
                  <a:lnTo>
                    <a:pt x="352374" y="32354"/>
                  </a:lnTo>
                  <a:cubicBezTo>
                    <a:pt x="352374" y="32354"/>
                    <a:pt x="345696" y="30423"/>
                    <a:pt x="342821" y="35910"/>
                  </a:cubicBezTo>
                  <a:lnTo>
                    <a:pt x="342821" y="28798"/>
                  </a:lnTo>
                  <a:cubicBezTo>
                    <a:pt x="342821" y="28798"/>
                    <a:pt x="345418" y="25506"/>
                    <a:pt x="344861" y="23311"/>
                  </a:cubicBezTo>
                  <a:cubicBezTo>
                    <a:pt x="344305" y="21116"/>
                    <a:pt x="340224" y="23048"/>
                    <a:pt x="340224" y="23048"/>
                  </a:cubicBezTo>
                  <a:lnTo>
                    <a:pt x="345140" y="18658"/>
                  </a:lnTo>
                  <a:lnTo>
                    <a:pt x="346021" y="8517"/>
                  </a:lnTo>
                  <a:cubicBezTo>
                    <a:pt x="346021" y="8517"/>
                    <a:pt x="337302" y="12643"/>
                    <a:pt x="333870" y="24716"/>
                  </a:cubicBezTo>
                  <a:lnTo>
                    <a:pt x="326357" y="35954"/>
                  </a:lnTo>
                  <a:lnTo>
                    <a:pt x="326357" y="38676"/>
                  </a:lnTo>
                  <a:lnTo>
                    <a:pt x="321441" y="47983"/>
                  </a:lnTo>
                  <a:lnTo>
                    <a:pt x="318241" y="48817"/>
                  </a:lnTo>
                  <a:lnTo>
                    <a:pt x="318241" y="42232"/>
                  </a:lnTo>
                  <a:lnTo>
                    <a:pt x="321116" y="39510"/>
                  </a:lnTo>
                  <a:lnTo>
                    <a:pt x="320838" y="35383"/>
                  </a:lnTo>
                  <a:lnTo>
                    <a:pt x="322554" y="32925"/>
                  </a:lnTo>
                  <a:lnTo>
                    <a:pt x="322276" y="28798"/>
                  </a:lnTo>
                  <a:lnTo>
                    <a:pt x="321997" y="26340"/>
                  </a:lnTo>
                  <a:lnTo>
                    <a:pt x="332710" y="12336"/>
                  </a:lnTo>
                  <a:lnTo>
                    <a:pt x="328954" y="11809"/>
                  </a:lnTo>
                  <a:lnTo>
                    <a:pt x="330113" y="9351"/>
                  </a:lnTo>
                  <a:lnTo>
                    <a:pt x="332989" y="8824"/>
                  </a:lnTo>
                  <a:lnTo>
                    <a:pt x="337348" y="6892"/>
                  </a:lnTo>
                  <a:lnTo>
                    <a:pt x="338229" y="3863"/>
                  </a:lnTo>
                  <a:lnTo>
                    <a:pt x="333592" y="6322"/>
                  </a:lnTo>
                  <a:lnTo>
                    <a:pt x="333592" y="4390"/>
                  </a:lnTo>
                  <a:lnTo>
                    <a:pt x="335911" y="1932"/>
                  </a:lnTo>
                  <a:cubicBezTo>
                    <a:pt x="335911" y="1932"/>
                    <a:pt x="335632" y="0"/>
                    <a:pt x="334751" y="0"/>
                  </a:cubicBezTo>
                  <a:lnTo>
                    <a:pt x="328397" y="0"/>
                  </a:lnTo>
                  <a:lnTo>
                    <a:pt x="328397" y="2195"/>
                  </a:lnTo>
                  <a:lnTo>
                    <a:pt x="323481" y="2722"/>
                  </a:lnTo>
                  <a:lnTo>
                    <a:pt x="322044" y="5444"/>
                  </a:lnTo>
                  <a:lnTo>
                    <a:pt x="325522" y="7112"/>
                  </a:lnTo>
                  <a:lnTo>
                    <a:pt x="325800" y="9834"/>
                  </a:lnTo>
                  <a:lnTo>
                    <a:pt x="324641" y="13697"/>
                  </a:lnTo>
                  <a:lnTo>
                    <a:pt x="322322" y="14794"/>
                  </a:lnTo>
                  <a:lnTo>
                    <a:pt x="322322" y="10668"/>
                  </a:lnTo>
                  <a:lnTo>
                    <a:pt x="318241" y="12599"/>
                  </a:lnTo>
                  <a:lnTo>
                    <a:pt x="313881" y="7683"/>
                  </a:lnTo>
                  <a:lnTo>
                    <a:pt x="316757" y="3293"/>
                  </a:lnTo>
                  <a:lnTo>
                    <a:pt x="313881" y="2766"/>
                  </a:lnTo>
                  <a:lnTo>
                    <a:pt x="311562" y="7683"/>
                  </a:lnTo>
                  <a:lnTo>
                    <a:pt x="311562" y="14794"/>
                  </a:lnTo>
                  <a:lnTo>
                    <a:pt x="308362" y="12863"/>
                  </a:lnTo>
                  <a:lnTo>
                    <a:pt x="306600" y="15892"/>
                  </a:lnTo>
                  <a:lnTo>
                    <a:pt x="308919" y="18350"/>
                  </a:lnTo>
                  <a:lnTo>
                    <a:pt x="312119" y="19184"/>
                  </a:lnTo>
                  <a:lnTo>
                    <a:pt x="312119" y="23048"/>
                  </a:lnTo>
                  <a:lnTo>
                    <a:pt x="308362" y="21687"/>
                  </a:lnTo>
                  <a:lnTo>
                    <a:pt x="306600" y="27438"/>
                  </a:lnTo>
                  <a:lnTo>
                    <a:pt x="306600" y="31828"/>
                  </a:lnTo>
                  <a:lnTo>
                    <a:pt x="302843" y="29896"/>
                  </a:lnTo>
                  <a:lnTo>
                    <a:pt x="302843" y="24408"/>
                  </a:lnTo>
                  <a:cubicBezTo>
                    <a:pt x="302843" y="24408"/>
                    <a:pt x="303725" y="17560"/>
                    <a:pt x="297928" y="18658"/>
                  </a:cubicBezTo>
                  <a:cubicBezTo>
                    <a:pt x="297928" y="18658"/>
                    <a:pt x="294449" y="26340"/>
                    <a:pt x="300246" y="30467"/>
                  </a:cubicBezTo>
                  <a:lnTo>
                    <a:pt x="295609" y="36218"/>
                  </a:lnTo>
                  <a:lnTo>
                    <a:pt x="293568" y="41442"/>
                  </a:lnTo>
                  <a:lnTo>
                    <a:pt x="293568" y="47193"/>
                  </a:lnTo>
                  <a:lnTo>
                    <a:pt x="290368" y="48290"/>
                  </a:lnTo>
                  <a:lnTo>
                    <a:pt x="294727" y="52680"/>
                  </a:lnTo>
                  <a:lnTo>
                    <a:pt x="288049" y="54348"/>
                  </a:lnTo>
                  <a:lnTo>
                    <a:pt x="286287" y="47236"/>
                  </a:lnTo>
                  <a:lnTo>
                    <a:pt x="286287" y="42583"/>
                  </a:lnTo>
                  <a:lnTo>
                    <a:pt x="280211" y="42583"/>
                  </a:lnTo>
                  <a:lnTo>
                    <a:pt x="277893" y="41749"/>
                  </a:lnTo>
                  <a:lnTo>
                    <a:pt x="277893" y="45041"/>
                  </a:lnTo>
                  <a:lnTo>
                    <a:pt x="275574" y="46139"/>
                  </a:lnTo>
                  <a:lnTo>
                    <a:pt x="275574" y="40651"/>
                  </a:lnTo>
                  <a:lnTo>
                    <a:pt x="272374" y="38456"/>
                  </a:lnTo>
                  <a:lnTo>
                    <a:pt x="269498" y="39554"/>
                  </a:lnTo>
                  <a:lnTo>
                    <a:pt x="269498" y="35427"/>
                  </a:lnTo>
                  <a:lnTo>
                    <a:pt x="266020" y="35954"/>
                  </a:lnTo>
                  <a:lnTo>
                    <a:pt x="266020" y="40608"/>
                  </a:lnTo>
                  <a:lnTo>
                    <a:pt x="262820" y="40344"/>
                  </a:lnTo>
                  <a:lnTo>
                    <a:pt x="259063" y="42012"/>
                  </a:lnTo>
                  <a:lnTo>
                    <a:pt x="259063" y="45568"/>
                  </a:lnTo>
                  <a:lnTo>
                    <a:pt x="263145" y="47236"/>
                  </a:lnTo>
                  <a:lnTo>
                    <a:pt x="263701" y="49168"/>
                  </a:lnTo>
                  <a:lnTo>
                    <a:pt x="270101" y="48334"/>
                  </a:lnTo>
                  <a:cubicBezTo>
                    <a:pt x="270101" y="48334"/>
                    <a:pt x="266901" y="51363"/>
                    <a:pt x="268061" y="51363"/>
                  </a:cubicBezTo>
                  <a:cubicBezTo>
                    <a:pt x="269220" y="51363"/>
                    <a:pt x="272977" y="50529"/>
                    <a:pt x="272977" y="50529"/>
                  </a:cubicBezTo>
                  <a:lnTo>
                    <a:pt x="271214" y="53821"/>
                  </a:lnTo>
                  <a:lnTo>
                    <a:pt x="269452" y="55182"/>
                  </a:lnTo>
                  <a:lnTo>
                    <a:pt x="270333" y="58738"/>
                  </a:lnTo>
                  <a:lnTo>
                    <a:pt x="272652" y="62601"/>
                  </a:lnTo>
                  <a:lnTo>
                    <a:pt x="266298" y="56016"/>
                  </a:lnTo>
                  <a:lnTo>
                    <a:pt x="261939" y="51890"/>
                  </a:lnTo>
                  <a:lnTo>
                    <a:pt x="259063" y="53251"/>
                  </a:lnTo>
                  <a:lnTo>
                    <a:pt x="257301" y="57377"/>
                  </a:lnTo>
                  <a:lnTo>
                    <a:pt x="254982" y="59836"/>
                  </a:lnTo>
                  <a:lnTo>
                    <a:pt x="254982" y="52417"/>
                  </a:lnTo>
                  <a:lnTo>
                    <a:pt x="252942" y="49958"/>
                  </a:lnTo>
                  <a:lnTo>
                    <a:pt x="252942" y="46095"/>
                  </a:lnTo>
                  <a:lnTo>
                    <a:pt x="249741" y="45261"/>
                  </a:lnTo>
                  <a:lnTo>
                    <a:pt x="253823" y="41968"/>
                  </a:lnTo>
                  <a:lnTo>
                    <a:pt x="249741" y="41134"/>
                  </a:lnTo>
                  <a:lnTo>
                    <a:pt x="245104" y="44690"/>
                  </a:lnTo>
                  <a:lnTo>
                    <a:pt x="246866" y="49914"/>
                  </a:lnTo>
                  <a:lnTo>
                    <a:pt x="250623" y="50748"/>
                  </a:lnTo>
                  <a:lnTo>
                    <a:pt x="252339" y="59265"/>
                  </a:lnTo>
                  <a:lnTo>
                    <a:pt x="249463" y="54612"/>
                  </a:lnTo>
                  <a:lnTo>
                    <a:pt x="247747" y="58475"/>
                  </a:lnTo>
                  <a:lnTo>
                    <a:pt x="248304" y="61504"/>
                  </a:lnTo>
                  <a:lnTo>
                    <a:pt x="247423" y="68616"/>
                  </a:lnTo>
                  <a:lnTo>
                    <a:pt x="249741" y="72742"/>
                  </a:lnTo>
                  <a:lnTo>
                    <a:pt x="246541" y="71381"/>
                  </a:lnTo>
                  <a:lnTo>
                    <a:pt x="241347" y="80162"/>
                  </a:lnTo>
                  <a:lnTo>
                    <a:pt x="243666" y="71645"/>
                  </a:lnTo>
                  <a:lnTo>
                    <a:pt x="244223" y="64226"/>
                  </a:lnTo>
                  <a:lnTo>
                    <a:pt x="244501" y="52987"/>
                  </a:lnTo>
                  <a:lnTo>
                    <a:pt x="241301" y="55182"/>
                  </a:lnTo>
                  <a:lnTo>
                    <a:pt x="239863" y="60670"/>
                  </a:lnTo>
                  <a:lnTo>
                    <a:pt x="237822" y="63128"/>
                  </a:lnTo>
                  <a:lnTo>
                    <a:pt x="237822" y="67782"/>
                  </a:lnTo>
                  <a:lnTo>
                    <a:pt x="234622" y="76562"/>
                  </a:lnTo>
                  <a:lnTo>
                    <a:pt x="234622" y="60670"/>
                  </a:lnTo>
                  <a:lnTo>
                    <a:pt x="231422" y="61767"/>
                  </a:lnTo>
                  <a:cubicBezTo>
                    <a:pt x="231422" y="61767"/>
                    <a:pt x="221590" y="62294"/>
                    <a:pt x="223585" y="71074"/>
                  </a:cubicBezTo>
                  <a:cubicBezTo>
                    <a:pt x="225625" y="79854"/>
                    <a:pt x="229985" y="80381"/>
                    <a:pt x="229985" y="80381"/>
                  </a:cubicBezTo>
                  <a:lnTo>
                    <a:pt x="229706" y="83937"/>
                  </a:lnTo>
                  <a:lnTo>
                    <a:pt x="223353" y="79284"/>
                  </a:lnTo>
                  <a:lnTo>
                    <a:pt x="221034" y="71601"/>
                  </a:lnTo>
                  <a:lnTo>
                    <a:pt x="217834" y="73269"/>
                  </a:lnTo>
                  <a:lnTo>
                    <a:pt x="214959" y="73533"/>
                  </a:lnTo>
                  <a:cubicBezTo>
                    <a:pt x="214959" y="73533"/>
                    <a:pt x="214959" y="81347"/>
                    <a:pt x="220756" y="81479"/>
                  </a:cubicBezTo>
                  <a:cubicBezTo>
                    <a:pt x="220756" y="81479"/>
                    <a:pt x="213243" y="82576"/>
                    <a:pt x="212361" y="75991"/>
                  </a:cubicBezTo>
                  <a:lnTo>
                    <a:pt x="208605" y="78713"/>
                  </a:lnTo>
                  <a:lnTo>
                    <a:pt x="207167" y="74059"/>
                  </a:lnTo>
                  <a:lnTo>
                    <a:pt x="203967" y="71864"/>
                  </a:lnTo>
                  <a:lnTo>
                    <a:pt x="195573" y="74059"/>
                  </a:lnTo>
                  <a:lnTo>
                    <a:pt x="193532" y="78713"/>
                  </a:lnTo>
                  <a:lnTo>
                    <a:pt x="192095" y="83366"/>
                  </a:lnTo>
                  <a:lnTo>
                    <a:pt x="192095" y="86088"/>
                  </a:lnTo>
                  <a:lnTo>
                    <a:pt x="190054" y="89951"/>
                  </a:lnTo>
                  <a:lnTo>
                    <a:pt x="187179" y="91619"/>
                  </a:lnTo>
                  <a:lnTo>
                    <a:pt x="189497" y="93288"/>
                  </a:lnTo>
                  <a:lnTo>
                    <a:pt x="195016" y="93024"/>
                  </a:lnTo>
                  <a:lnTo>
                    <a:pt x="197335" y="88107"/>
                  </a:lnTo>
                  <a:lnTo>
                    <a:pt x="199654" y="88107"/>
                  </a:lnTo>
                  <a:lnTo>
                    <a:pt x="205173" y="86439"/>
                  </a:lnTo>
                  <a:lnTo>
                    <a:pt x="207492" y="81215"/>
                  </a:lnTo>
                  <a:lnTo>
                    <a:pt x="208373" y="86132"/>
                  </a:lnTo>
                  <a:lnTo>
                    <a:pt x="206657" y="88854"/>
                  </a:lnTo>
                  <a:lnTo>
                    <a:pt x="202901" y="92410"/>
                  </a:lnTo>
                  <a:lnTo>
                    <a:pt x="200303" y="93771"/>
                  </a:lnTo>
                  <a:lnTo>
                    <a:pt x="200303" y="97326"/>
                  </a:lnTo>
                  <a:lnTo>
                    <a:pt x="201741" y="99258"/>
                  </a:lnTo>
                  <a:lnTo>
                    <a:pt x="199144" y="101716"/>
                  </a:lnTo>
                  <a:lnTo>
                    <a:pt x="203503" y="103077"/>
                  </a:lnTo>
                  <a:lnTo>
                    <a:pt x="198587" y="105053"/>
                  </a:lnTo>
                  <a:lnTo>
                    <a:pt x="198587" y="106370"/>
                  </a:lnTo>
                  <a:lnTo>
                    <a:pt x="191074" y="108301"/>
                  </a:lnTo>
                  <a:lnTo>
                    <a:pt x="185880" y="107204"/>
                  </a:lnTo>
                  <a:lnTo>
                    <a:pt x="185880" y="97326"/>
                  </a:lnTo>
                  <a:lnTo>
                    <a:pt x="182680" y="95395"/>
                  </a:lnTo>
                  <a:lnTo>
                    <a:pt x="179804" y="95922"/>
                  </a:lnTo>
                  <a:lnTo>
                    <a:pt x="182123" y="99214"/>
                  </a:lnTo>
                  <a:lnTo>
                    <a:pt x="179804" y="101146"/>
                  </a:lnTo>
                  <a:lnTo>
                    <a:pt x="180964" y="105053"/>
                  </a:lnTo>
                  <a:lnTo>
                    <a:pt x="174007" y="109926"/>
                  </a:lnTo>
                  <a:lnTo>
                    <a:pt x="176048" y="105053"/>
                  </a:lnTo>
                  <a:lnTo>
                    <a:pt x="174007" y="102507"/>
                  </a:lnTo>
                  <a:lnTo>
                    <a:pt x="176605" y="98951"/>
                  </a:lnTo>
                  <a:lnTo>
                    <a:pt x="174007" y="96492"/>
                  </a:lnTo>
                  <a:lnTo>
                    <a:pt x="170529" y="99785"/>
                  </a:lnTo>
                  <a:lnTo>
                    <a:pt x="170529" y="94297"/>
                  </a:lnTo>
                  <a:lnTo>
                    <a:pt x="174286" y="92102"/>
                  </a:lnTo>
                  <a:lnTo>
                    <a:pt x="178645" y="87186"/>
                  </a:lnTo>
                  <a:lnTo>
                    <a:pt x="178924" y="81961"/>
                  </a:lnTo>
                  <a:lnTo>
                    <a:pt x="176048" y="83059"/>
                  </a:lnTo>
                  <a:lnTo>
                    <a:pt x="172570" y="89117"/>
                  </a:lnTo>
                  <a:lnTo>
                    <a:pt x="168535" y="92410"/>
                  </a:lnTo>
                  <a:lnTo>
                    <a:pt x="168535" y="98731"/>
                  </a:lnTo>
                  <a:lnTo>
                    <a:pt x="163897" y="97063"/>
                  </a:lnTo>
                  <a:lnTo>
                    <a:pt x="163897" y="94341"/>
                  </a:lnTo>
                  <a:lnTo>
                    <a:pt x="160697" y="96009"/>
                  </a:lnTo>
                  <a:lnTo>
                    <a:pt x="160697" y="100399"/>
                  </a:lnTo>
                  <a:lnTo>
                    <a:pt x="157219" y="102858"/>
                  </a:lnTo>
                  <a:lnTo>
                    <a:pt x="153462" y="102858"/>
                  </a:lnTo>
                  <a:lnTo>
                    <a:pt x="151143" y="107511"/>
                  </a:lnTo>
                  <a:lnTo>
                    <a:pt x="151143" y="111638"/>
                  </a:lnTo>
                  <a:lnTo>
                    <a:pt x="154343" y="110804"/>
                  </a:lnTo>
                  <a:lnTo>
                    <a:pt x="155225" y="108872"/>
                  </a:lnTo>
                  <a:lnTo>
                    <a:pt x="159259" y="107511"/>
                  </a:lnTo>
                  <a:lnTo>
                    <a:pt x="161856" y="105097"/>
                  </a:lnTo>
                  <a:lnTo>
                    <a:pt x="160094" y="109443"/>
                  </a:lnTo>
                  <a:lnTo>
                    <a:pt x="158054" y="112472"/>
                  </a:lnTo>
                  <a:lnTo>
                    <a:pt x="155735" y="113569"/>
                  </a:lnTo>
                  <a:lnTo>
                    <a:pt x="157173" y="115764"/>
                  </a:lnTo>
                  <a:lnTo>
                    <a:pt x="160651" y="113833"/>
                  </a:lnTo>
                  <a:cubicBezTo>
                    <a:pt x="160651" y="113833"/>
                    <a:pt x="162089" y="110277"/>
                    <a:pt x="162970" y="110277"/>
                  </a:cubicBezTo>
                  <a:cubicBezTo>
                    <a:pt x="163851" y="110277"/>
                    <a:pt x="166170" y="105141"/>
                    <a:pt x="166170" y="105141"/>
                  </a:cubicBezTo>
                  <a:lnTo>
                    <a:pt x="168767" y="108916"/>
                  </a:lnTo>
                  <a:lnTo>
                    <a:pt x="164407" y="113043"/>
                  </a:lnTo>
                  <a:lnTo>
                    <a:pt x="165289" y="116599"/>
                  </a:lnTo>
                  <a:lnTo>
                    <a:pt x="160094" y="117433"/>
                  </a:lnTo>
                  <a:lnTo>
                    <a:pt x="154297" y="120154"/>
                  </a:lnTo>
                  <a:lnTo>
                    <a:pt x="147897" y="122613"/>
                  </a:lnTo>
                  <a:lnTo>
                    <a:pt x="141822" y="122613"/>
                  </a:lnTo>
                  <a:lnTo>
                    <a:pt x="136627" y="126476"/>
                  </a:lnTo>
                  <a:lnTo>
                    <a:pt x="134911" y="129198"/>
                  </a:lnTo>
                  <a:lnTo>
                    <a:pt x="129114" y="131393"/>
                  </a:lnTo>
                  <a:lnTo>
                    <a:pt x="125358" y="142895"/>
                  </a:lnTo>
                  <a:lnTo>
                    <a:pt x="129114" y="142061"/>
                  </a:lnTo>
                  <a:lnTo>
                    <a:pt x="131155" y="137407"/>
                  </a:lnTo>
                  <a:lnTo>
                    <a:pt x="135792" y="134115"/>
                  </a:lnTo>
                  <a:lnTo>
                    <a:pt x="138668" y="131656"/>
                  </a:lnTo>
                  <a:lnTo>
                    <a:pt x="143027" y="131920"/>
                  </a:lnTo>
                  <a:lnTo>
                    <a:pt x="145346" y="128057"/>
                  </a:lnTo>
                  <a:lnTo>
                    <a:pt x="150540" y="127793"/>
                  </a:lnTo>
                  <a:lnTo>
                    <a:pt x="156338" y="123140"/>
                  </a:lnTo>
                  <a:lnTo>
                    <a:pt x="158054" y="125071"/>
                  </a:lnTo>
                  <a:lnTo>
                    <a:pt x="165289" y="120945"/>
                  </a:lnTo>
                  <a:lnTo>
                    <a:pt x="167608" y="122876"/>
                  </a:lnTo>
                  <a:lnTo>
                    <a:pt x="170808" y="121515"/>
                  </a:lnTo>
                  <a:lnTo>
                    <a:pt x="171688" y="120154"/>
                  </a:lnTo>
                  <a:lnTo>
                    <a:pt x="176883" y="120154"/>
                  </a:lnTo>
                  <a:lnTo>
                    <a:pt x="177161" y="115764"/>
                  </a:lnTo>
                  <a:lnTo>
                    <a:pt x="179480" y="112472"/>
                  </a:lnTo>
                  <a:lnTo>
                    <a:pt x="183515" y="112209"/>
                  </a:lnTo>
                  <a:lnTo>
                    <a:pt x="181474" y="114404"/>
                  </a:lnTo>
                  <a:lnTo>
                    <a:pt x="179434" y="116335"/>
                  </a:lnTo>
                  <a:lnTo>
                    <a:pt x="179434" y="119364"/>
                  </a:lnTo>
                  <a:lnTo>
                    <a:pt x="183190" y="118267"/>
                  </a:lnTo>
                  <a:lnTo>
                    <a:pt x="186390" y="116335"/>
                  </a:lnTo>
                  <a:lnTo>
                    <a:pt x="190147" y="116335"/>
                  </a:lnTo>
                  <a:lnTo>
                    <a:pt x="192466" y="114404"/>
                  </a:lnTo>
                  <a:lnTo>
                    <a:pt x="194785" y="116599"/>
                  </a:lnTo>
                  <a:lnTo>
                    <a:pt x="198866" y="114930"/>
                  </a:lnTo>
                  <a:lnTo>
                    <a:pt x="201463" y="115764"/>
                  </a:lnTo>
                  <a:lnTo>
                    <a:pt x="196825" y="119320"/>
                  </a:lnTo>
                  <a:lnTo>
                    <a:pt x="195387" y="120681"/>
                  </a:lnTo>
                  <a:lnTo>
                    <a:pt x="189312" y="119584"/>
                  </a:lnTo>
                  <a:lnTo>
                    <a:pt x="184118" y="119847"/>
                  </a:lnTo>
                  <a:lnTo>
                    <a:pt x="181242" y="122876"/>
                  </a:lnTo>
                  <a:lnTo>
                    <a:pt x="183840" y="126169"/>
                  </a:lnTo>
                  <a:lnTo>
                    <a:pt x="182958" y="129461"/>
                  </a:lnTo>
                  <a:lnTo>
                    <a:pt x="181242" y="133017"/>
                  </a:lnTo>
                  <a:lnTo>
                    <a:pt x="180361" y="136310"/>
                  </a:lnTo>
                  <a:lnTo>
                    <a:pt x="178321" y="134378"/>
                  </a:lnTo>
                  <a:lnTo>
                    <a:pt x="176883" y="126125"/>
                  </a:lnTo>
                  <a:lnTo>
                    <a:pt x="174007" y="126125"/>
                  </a:lnTo>
                  <a:lnTo>
                    <a:pt x="172848" y="129988"/>
                  </a:lnTo>
                  <a:lnTo>
                    <a:pt x="170251" y="128057"/>
                  </a:lnTo>
                  <a:lnTo>
                    <a:pt x="164732" y="132447"/>
                  </a:lnTo>
                  <a:lnTo>
                    <a:pt x="166772" y="134905"/>
                  </a:lnTo>
                  <a:lnTo>
                    <a:pt x="169648" y="133544"/>
                  </a:lnTo>
                  <a:lnTo>
                    <a:pt x="171364" y="134642"/>
                  </a:lnTo>
                  <a:lnTo>
                    <a:pt x="173961" y="137671"/>
                  </a:lnTo>
                  <a:lnTo>
                    <a:pt x="164964" y="139866"/>
                  </a:lnTo>
                  <a:lnTo>
                    <a:pt x="160929" y="136310"/>
                  </a:lnTo>
                  <a:lnTo>
                    <a:pt x="158610" y="137671"/>
                  </a:lnTo>
                  <a:lnTo>
                    <a:pt x="160048" y="140392"/>
                  </a:lnTo>
                  <a:lnTo>
                    <a:pt x="157729" y="142587"/>
                  </a:lnTo>
                  <a:lnTo>
                    <a:pt x="157729" y="144519"/>
                  </a:lnTo>
                  <a:lnTo>
                    <a:pt x="159770" y="144519"/>
                  </a:lnTo>
                  <a:lnTo>
                    <a:pt x="158332" y="148646"/>
                  </a:lnTo>
                  <a:lnTo>
                    <a:pt x="161207" y="148382"/>
                  </a:lnTo>
                  <a:lnTo>
                    <a:pt x="164686" y="143992"/>
                  </a:lnTo>
                  <a:lnTo>
                    <a:pt x="169602" y="143992"/>
                  </a:lnTo>
                  <a:lnTo>
                    <a:pt x="169323" y="146714"/>
                  </a:lnTo>
                  <a:lnTo>
                    <a:pt x="164129" y="148382"/>
                  </a:lnTo>
                  <a:lnTo>
                    <a:pt x="163851" y="153870"/>
                  </a:lnTo>
                  <a:lnTo>
                    <a:pt x="171364" y="153343"/>
                  </a:lnTo>
                  <a:lnTo>
                    <a:pt x="170205" y="155011"/>
                  </a:lnTo>
                  <a:lnTo>
                    <a:pt x="162089" y="156109"/>
                  </a:lnTo>
                  <a:lnTo>
                    <a:pt x="160929" y="152553"/>
                  </a:lnTo>
                  <a:lnTo>
                    <a:pt x="155735" y="156109"/>
                  </a:lnTo>
                  <a:lnTo>
                    <a:pt x="153138" y="161025"/>
                  </a:lnTo>
                  <a:lnTo>
                    <a:pt x="151978" y="164581"/>
                  </a:lnTo>
                  <a:lnTo>
                    <a:pt x="158656" y="164318"/>
                  </a:lnTo>
                  <a:lnTo>
                    <a:pt x="165010" y="159928"/>
                  </a:lnTo>
                  <a:lnTo>
                    <a:pt x="167608" y="164318"/>
                  </a:lnTo>
                  <a:lnTo>
                    <a:pt x="166726" y="168181"/>
                  </a:lnTo>
                  <a:lnTo>
                    <a:pt x="157729" y="166820"/>
                  </a:lnTo>
                  <a:lnTo>
                    <a:pt x="149335" y="166820"/>
                  </a:lnTo>
                  <a:lnTo>
                    <a:pt x="149891" y="171210"/>
                  </a:lnTo>
                  <a:lnTo>
                    <a:pt x="145857" y="169279"/>
                  </a:lnTo>
                  <a:lnTo>
                    <a:pt x="145300" y="171474"/>
                  </a:lnTo>
                  <a:lnTo>
                    <a:pt x="145022" y="174195"/>
                  </a:lnTo>
                  <a:lnTo>
                    <a:pt x="142146" y="174195"/>
                  </a:lnTo>
                  <a:lnTo>
                    <a:pt x="137787" y="176654"/>
                  </a:lnTo>
                  <a:lnTo>
                    <a:pt x="140662" y="182712"/>
                  </a:lnTo>
                  <a:lnTo>
                    <a:pt x="136025" y="185170"/>
                  </a:lnTo>
                  <a:lnTo>
                    <a:pt x="136025" y="188463"/>
                  </a:lnTo>
                  <a:lnTo>
                    <a:pt x="134308" y="190658"/>
                  </a:lnTo>
                  <a:lnTo>
                    <a:pt x="132592" y="194521"/>
                  </a:lnTo>
                  <a:lnTo>
                    <a:pt x="129995" y="199175"/>
                  </a:lnTo>
                  <a:cubicBezTo>
                    <a:pt x="129995" y="199175"/>
                    <a:pt x="130877" y="201106"/>
                    <a:pt x="131758" y="201106"/>
                  </a:cubicBezTo>
                  <a:lnTo>
                    <a:pt x="135839" y="201106"/>
                  </a:lnTo>
                  <a:lnTo>
                    <a:pt x="139039" y="201940"/>
                  </a:lnTo>
                  <a:lnTo>
                    <a:pt x="145393" y="199482"/>
                  </a:lnTo>
                  <a:lnTo>
                    <a:pt x="144233" y="202511"/>
                  </a:lnTo>
                  <a:lnTo>
                    <a:pt x="138714" y="206901"/>
                  </a:lnTo>
                  <a:lnTo>
                    <a:pt x="136674" y="204706"/>
                  </a:lnTo>
                  <a:lnTo>
                    <a:pt x="130598" y="203872"/>
                  </a:lnTo>
                  <a:lnTo>
                    <a:pt x="127120" y="207999"/>
                  </a:lnTo>
                  <a:lnTo>
                    <a:pt x="123363" y="210325"/>
                  </a:lnTo>
                  <a:lnTo>
                    <a:pt x="119885" y="214320"/>
                  </a:lnTo>
                  <a:lnTo>
                    <a:pt x="121926" y="216515"/>
                  </a:lnTo>
                  <a:lnTo>
                    <a:pt x="119885" y="221432"/>
                  </a:lnTo>
                  <a:lnTo>
                    <a:pt x="119885" y="230475"/>
                  </a:lnTo>
                  <a:lnTo>
                    <a:pt x="115850" y="230475"/>
                  </a:lnTo>
                  <a:lnTo>
                    <a:pt x="115850" y="240616"/>
                  </a:lnTo>
                  <a:lnTo>
                    <a:pt x="120766" y="240616"/>
                  </a:lnTo>
                  <a:lnTo>
                    <a:pt x="118726" y="244479"/>
                  </a:lnTo>
                  <a:lnTo>
                    <a:pt x="113531" y="243119"/>
                  </a:lnTo>
                  <a:lnTo>
                    <a:pt x="110053" y="244479"/>
                  </a:lnTo>
                  <a:lnTo>
                    <a:pt x="108013" y="249133"/>
                  </a:lnTo>
                  <a:lnTo>
                    <a:pt x="105415" y="252425"/>
                  </a:lnTo>
                  <a:lnTo>
                    <a:pt x="100499" y="249967"/>
                  </a:lnTo>
                  <a:lnTo>
                    <a:pt x="93543" y="249440"/>
                  </a:lnTo>
                  <a:lnTo>
                    <a:pt x="94702" y="252469"/>
                  </a:lnTo>
                  <a:lnTo>
                    <a:pt x="101381" y="254138"/>
                  </a:lnTo>
                  <a:lnTo>
                    <a:pt x="102818" y="255498"/>
                  </a:lnTo>
                  <a:lnTo>
                    <a:pt x="108013" y="255498"/>
                  </a:lnTo>
                  <a:lnTo>
                    <a:pt x="103375" y="260152"/>
                  </a:lnTo>
                  <a:lnTo>
                    <a:pt x="100778" y="262874"/>
                  </a:lnTo>
                  <a:lnTo>
                    <a:pt x="103978" y="267527"/>
                  </a:lnTo>
                  <a:lnTo>
                    <a:pt x="103699" y="268888"/>
                  </a:lnTo>
                  <a:lnTo>
                    <a:pt x="97902" y="263400"/>
                  </a:lnTo>
                  <a:lnTo>
                    <a:pt x="91549" y="268888"/>
                  </a:lnTo>
                  <a:lnTo>
                    <a:pt x="88952" y="271346"/>
                  </a:lnTo>
                  <a:lnTo>
                    <a:pt x="86354" y="274639"/>
                  </a:lnTo>
                  <a:lnTo>
                    <a:pt x="84639" y="279029"/>
                  </a:lnTo>
                  <a:lnTo>
                    <a:pt x="79723" y="281751"/>
                  </a:lnTo>
                  <a:lnTo>
                    <a:pt x="79723" y="288336"/>
                  </a:lnTo>
                  <a:lnTo>
                    <a:pt x="75641" y="290531"/>
                  </a:lnTo>
                  <a:lnTo>
                    <a:pt x="75641" y="293253"/>
                  </a:lnTo>
                  <a:lnTo>
                    <a:pt x="79120" y="293253"/>
                  </a:lnTo>
                  <a:lnTo>
                    <a:pt x="80001" y="297379"/>
                  </a:lnTo>
                  <a:lnTo>
                    <a:pt x="81717" y="299838"/>
                  </a:lnTo>
                  <a:lnTo>
                    <a:pt x="86911" y="296808"/>
                  </a:lnTo>
                  <a:lnTo>
                    <a:pt x="93868" y="292682"/>
                  </a:lnTo>
                  <a:lnTo>
                    <a:pt x="99062" y="288292"/>
                  </a:lnTo>
                  <a:lnTo>
                    <a:pt x="99340" y="284429"/>
                  </a:lnTo>
                  <a:lnTo>
                    <a:pt x="103097" y="280565"/>
                  </a:lnTo>
                  <a:lnTo>
                    <a:pt x="103653" y="283287"/>
                  </a:lnTo>
                  <a:lnTo>
                    <a:pt x="101612" y="287677"/>
                  </a:lnTo>
                  <a:lnTo>
                    <a:pt x="104210" y="289038"/>
                  </a:lnTo>
                  <a:lnTo>
                    <a:pt x="103931" y="291760"/>
                  </a:lnTo>
                  <a:lnTo>
                    <a:pt x="95815" y="295052"/>
                  </a:lnTo>
                  <a:lnTo>
                    <a:pt x="93496" y="298081"/>
                  </a:lnTo>
                  <a:lnTo>
                    <a:pt x="95815" y="302471"/>
                  </a:lnTo>
                  <a:lnTo>
                    <a:pt x="88302" y="302471"/>
                  </a:lnTo>
                  <a:lnTo>
                    <a:pt x="84546" y="304403"/>
                  </a:lnTo>
                  <a:lnTo>
                    <a:pt x="79908" y="306335"/>
                  </a:lnTo>
                  <a:lnTo>
                    <a:pt x="80186" y="301418"/>
                  </a:lnTo>
                  <a:lnTo>
                    <a:pt x="75548" y="296501"/>
                  </a:lnTo>
                  <a:lnTo>
                    <a:pt x="71467" y="297862"/>
                  </a:lnTo>
                  <a:lnTo>
                    <a:pt x="68870" y="300584"/>
                  </a:lnTo>
                  <a:lnTo>
                    <a:pt x="70586" y="303876"/>
                  </a:lnTo>
                  <a:lnTo>
                    <a:pt x="68870" y="306335"/>
                  </a:lnTo>
                  <a:lnTo>
                    <a:pt x="66551" y="301945"/>
                  </a:lnTo>
                  <a:lnTo>
                    <a:pt x="59595" y="304666"/>
                  </a:lnTo>
                  <a:lnTo>
                    <a:pt x="56998" y="308530"/>
                  </a:lnTo>
                  <a:lnTo>
                    <a:pt x="50041" y="310988"/>
                  </a:lnTo>
                  <a:lnTo>
                    <a:pt x="55560" y="312656"/>
                  </a:lnTo>
                  <a:lnTo>
                    <a:pt x="55003" y="316783"/>
                  </a:lnTo>
                  <a:lnTo>
                    <a:pt x="59363" y="320339"/>
                  </a:lnTo>
                  <a:lnTo>
                    <a:pt x="57044" y="322270"/>
                  </a:lnTo>
                  <a:lnTo>
                    <a:pt x="50087" y="314017"/>
                  </a:lnTo>
                  <a:lnTo>
                    <a:pt x="50087" y="317310"/>
                  </a:lnTo>
                  <a:lnTo>
                    <a:pt x="55606" y="323631"/>
                  </a:lnTo>
                  <a:lnTo>
                    <a:pt x="50087" y="321963"/>
                  </a:lnTo>
                  <a:lnTo>
                    <a:pt x="45450" y="318407"/>
                  </a:lnTo>
                  <a:lnTo>
                    <a:pt x="43687" y="312920"/>
                  </a:lnTo>
                  <a:lnTo>
                    <a:pt x="39328" y="317046"/>
                  </a:lnTo>
                  <a:lnTo>
                    <a:pt x="34968" y="317046"/>
                  </a:lnTo>
                  <a:lnTo>
                    <a:pt x="33531" y="320075"/>
                  </a:lnTo>
                  <a:lnTo>
                    <a:pt x="35571" y="326134"/>
                  </a:lnTo>
                  <a:cubicBezTo>
                    <a:pt x="35571" y="326134"/>
                    <a:pt x="38447" y="327231"/>
                    <a:pt x="39328" y="326134"/>
                  </a:cubicBezTo>
                  <a:cubicBezTo>
                    <a:pt x="40209" y="325036"/>
                    <a:pt x="43687" y="327802"/>
                    <a:pt x="43687" y="327802"/>
                  </a:cubicBezTo>
                  <a:lnTo>
                    <a:pt x="44847" y="333026"/>
                  </a:lnTo>
                  <a:lnTo>
                    <a:pt x="38447" y="329163"/>
                  </a:lnTo>
                  <a:lnTo>
                    <a:pt x="33531" y="328899"/>
                  </a:lnTo>
                  <a:lnTo>
                    <a:pt x="30655" y="325343"/>
                  </a:lnTo>
                  <a:lnTo>
                    <a:pt x="27780" y="329207"/>
                  </a:lnTo>
                  <a:lnTo>
                    <a:pt x="22586" y="330568"/>
                  </a:lnTo>
                  <a:lnTo>
                    <a:pt x="22586" y="337153"/>
                  </a:lnTo>
                  <a:lnTo>
                    <a:pt x="28939" y="335484"/>
                  </a:lnTo>
                  <a:lnTo>
                    <a:pt x="33577" y="337153"/>
                  </a:lnTo>
                  <a:lnTo>
                    <a:pt x="38771" y="339874"/>
                  </a:lnTo>
                  <a:lnTo>
                    <a:pt x="35015" y="341104"/>
                  </a:lnTo>
                  <a:lnTo>
                    <a:pt x="34134" y="346020"/>
                  </a:lnTo>
                  <a:lnTo>
                    <a:pt x="31536" y="339830"/>
                  </a:lnTo>
                  <a:lnTo>
                    <a:pt x="26899" y="337109"/>
                  </a:lnTo>
                  <a:lnTo>
                    <a:pt x="21380" y="339830"/>
                  </a:lnTo>
                  <a:lnTo>
                    <a:pt x="17902" y="335440"/>
                  </a:lnTo>
                  <a:lnTo>
                    <a:pt x="15583" y="339830"/>
                  </a:lnTo>
                  <a:lnTo>
                    <a:pt x="12104" y="341060"/>
                  </a:lnTo>
                  <a:lnTo>
                    <a:pt x="17623" y="342289"/>
                  </a:lnTo>
                  <a:lnTo>
                    <a:pt x="21983" y="345976"/>
                  </a:lnTo>
                  <a:lnTo>
                    <a:pt x="14748" y="345011"/>
                  </a:lnTo>
                  <a:lnTo>
                    <a:pt x="10991" y="345011"/>
                  </a:lnTo>
                  <a:lnTo>
                    <a:pt x="10991" y="347733"/>
                  </a:lnTo>
                  <a:lnTo>
                    <a:pt x="4035" y="341016"/>
                  </a:lnTo>
                  <a:lnTo>
                    <a:pt x="4035" y="345933"/>
                  </a:lnTo>
                  <a:lnTo>
                    <a:pt x="7513" y="347733"/>
                  </a:lnTo>
                  <a:lnTo>
                    <a:pt x="1994" y="349928"/>
                  </a:lnTo>
                  <a:lnTo>
                    <a:pt x="3757" y="352123"/>
                  </a:lnTo>
                  <a:lnTo>
                    <a:pt x="14470" y="352123"/>
                  </a:lnTo>
                  <a:lnTo>
                    <a:pt x="26621" y="353791"/>
                  </a:lnTo>
                  <a:lnTo>
                    <a:pt x="21426" y="355986"/>
                  </a:lnTo>
                  <a:lnTo>
                    <a:pt x="13310" y="353527"/>
                  </a:lnTo>
                  <a:lnTo>
                    <a:pt x="3757" y="353791"/>
                  </a:lnTo>
                  <a:lnTo>
                    <a:pt x="0" y="354625"/>
                  </a:lnTo>
                  <a:lnTo>
                    <a:pt x="2319" y="355986"/>
                  </a:lnTo>
                  <a:lnTo>
                    <a:pt x="5519" y="355986"/>
                  </a:lnTo>
                  <a:lnTo>
                    <a:pt x="4962" y="359849"/>
                  </a:lnTo>
                  <a:lnTo>
                    <a:pt x="1762" y="361780"/>
                  </a:lnTo>
                  <a:lnTo>
                    <a:pt x="4638" y="365073"/>
                  </a:lnTo>
                  <a:lnTo>
                    <a:pt x="1762" y="368365"/>
                  </a:lnTo>
                  <a:lnTo>
                    <a:pt x="1762" y="370824"/>
                  </a:lnTo>
                  <a:lnTo>
                    <a:pt x="4638" y="370824"/>
                  </a:lnTo>
                  <a:lnTo>
                    <a:pt x="3478" y="374380"/>
                  </a:lnTo>
                  <a:lnTo>
                    <a:pt x="5797" y="377936"/>
                  </a:lnTo>
                  <a:lnTo>
                    <a:pt x="10435" y="377936"/>
                  </a:lnTo>
                  <a:lnTo>
                    <a:pt x="13310" y="374073"/>
                  </a:lnTo>
                  <a:lnTo>
                    <a:pt x="21705" y="375170"/>
                  </a:lnTo>
                  <a:lnTo>
                    <a:pt x="24905" y="377892"/>
                  </a:lnTo>
                  <a:lnTo>
                    <a:pt x="26621" y="373502"/>
                  </a:lnTo>
                  <a:lnTo>
                    <a:pt x="32696" y="375433"/>
                  </a:lnTo>
                  <a:lnTo>
                    <a:pt x="38215" y="374336"/>
                  </a:lnTo>
                  <a:lnTo>
                    <a:pt x="38771" y="371307"/>
                  </a:lnTo>
                  <a:lnTo>
                    <a:pt x="42250" y="371834"/>
                  </a:lnTo>
                  <a:lnTo>
                    <a:pt x="43131" y="375390"/>
                  </a:lnTo>
                  <a:lnTo>
                    <a:pt x="38493" y="377848"/>
                  </a:lnTo>
                  <a:lnTo>
                    <a:pt x="29218" y="377848"/>
                  </a:lnTo>
                  <a:lnTo>
                    <a:pt x="26621" y="379516"/>
                  </a:lnTo>
                  <a:lnTo>
                    <a:pt x="21426" y="379516"/>
                  </a:lnTo>
                  <a:lnTo>
                    <a:pt x="17948" y="377585"/>
                  </a:lnTo>
                  <a:lnTo>
                    <a:pt x="14191" y="379516"/>
                  </a:lnTo>
                  <a:lnTo>
                    <a:pt x="4359" y="379516"/>
                  </a:lnTo>
                  <a:lnTo>
                    <a:pt x="0" y="375390"/>
                  </a:lnTo>
                  <a:lnTo>
                    <a:pt x="0" y="379516"/>
                  </a:lnTo>
                  <a:lnTo>
                    <a:pt x="2041" y="381184"/>
                  </a:lnTo>
                  <a:lnTo>
                    <a:pt x="0" y="384477"/>
                  </a:lnTo>
                  <a:lnTo>
                    <a:pt x="4638" y="385838"/>
                  </a:lnTo>
                  <a:lnTo>
                    <a:pt x="4081" y="387506"/>
                  </a:lnTo>
                  <a:lnTo>
                    <a:pt x="46" y="387506"/>
                  </a:lnTo>
                  <a:lnTo>
                    <a:pt x="4081" y="392159"/>
                  </a:lnTo>
                  <a:lnTo>
                    <a:pt x="2644" y="396023"/>
                  </a:lnTo>
                  <a:lnTo>
                    <a:pt x="3200" y="398218"/>
                  </a:lnTo>
                  <a:lnTo>
                    <a:pt x="0" y="402344"/>
                  </a:lnTo>
                  <a:lnTo>
                    <a:pt x="2319" y="405066"/>
                  </a:lnTo>
                  <a:lnTo>
                    <a:pt x="13913" y="405066"/>
                  </a:lnTo>
                  <a:lnTo>
                    <a:pt x="13032" y="408095"/>
                  </a:lnTo>
                  <a:lnTo>
                    <a:pt x="6957" y="412485"/>
                  </a:lnTo>
                  <a:lnTo>
                    <a:pt x="4359" y="414680"/>
                  </a:lnTo>
                  <a:cubicBezTo>
                    <a:pt x="4359" y="414680"/>
                    <a:pt x="6122" y="418236"/>
                    <a:pt x="6957" y="418236"/>
                  </a:cubicBezTo>
                  <a:cubicBezTo>
                    <a:pt x="7791" y="418236"/>
                    <a:pt x="10991" y="416875"/>
                    <a:pt x="10991" y="416875"/>
                  </a:cubicBezTo>
                  <a:lnTo>
                    <a:pt x="13310" y="413846"/>
                  </a:lnTo>
                  <a:lnTo>
                    <a:pt x="15907" y="410817"/>
                  </a:lnTo>
                  <a:lnTo>
                    <a:pt x="17670" y="406427"/>
                  </a:lnTo>
                  <a:lnTo>
                    <a:pt x="20267" y="402300"/>
                  </a:lnTo>
                  <a:lnTo>
                    <a:pt x="22586" y="397910"/>
                  </a:lnTo>
                  <a:lnTo>
                    <a:pt x="30423" y="397383"/>
                  </a:lnTo>
                  <a:lnTo>
                    <a:pt x="35618" y="396023"/>
                  </a:lnTo>
                  <a:lnTo>
                    <a:pt x="26064" y="400939"/>
                  </a:lnTo>
                  <a:lnTo>
                    <a:pt x="22307" y="405066"/>
                  </a:lnTo>
                  <a:lnTo>
                    <a:pt x="17948" y="412485"/>
                  </a:lnTo>
                  <a:lnTo>
                    <a:pt x="17948" y="418236"/>
                  </a:lnTo>
                  <a:cubicBezTo>
                    <a:pt x="17948" y="418236"/>
                    <a:pt x="13032" y="420694"/>
                    <a:pt x="10713" y="421792"/>
                  </a:cubicBezTo>
                  <a:cubicBezTo>
                    <a:pt x="8394" y="422889"/>
                    <a:pt x="6354" y="425919"/>
                    <a:pt x="6354" y="425919"/>
                  </a:cubicBezTo>
                  <a:lnTo>
                    <a:pt x="6354" y="436894"/>
                  </a:lnTo>
                  <a:lnTo>
                    <a:pt x="9554" y="432767"/>
                  </a:lnTo>
                  <a:lnTo>
                    <a:pt x="13913" y="431669"/>
                  </a:lnTo>
                  <a:lnTo>
                    <a:pt x="15629" y="427279"/>
                  </a:lnTo>
                  <a:lnTo>
                    <a:pt x="18829" y="429738"/>
                  </a:lnTo>
                  <a:lnTo>
                    <a:pt x="19386" y="434655"/>
                  </a:lnTo>
                  <a:lnTo>
                    <a:pt x="16510" y="436850"/>
                  </a:lnTo>
                  <a:lnTo>
                    <a:pt x="18551" y="440406"/>
                  </a:lnTo>
                  <a:lnTo>
                    <a:pt x="14516" y="443961"/>
                  </a:lnTo>
                  <a:lnTo>
                    <a:pt x="11316" y="440406"/>
                  </a:lnTo>
                  <a:lnTo>
                    <a:pt x="11038" y="446991"/>
                  </a:lnTo>
                  <a:cubicBezTo>
                    <a:pt x="11038" y="446991"/>
                    <a:pt x="5844" y="456868"/>
                    <a:pt x="30748" y="464024"/>
                  </a:cubicBezTo>
                  <a:cubicBezTo>
                    <a:pt x="30748" y="464024"/>
                    <a:pt x="41740" y="472277"/>
                    <a:pt x="47861" y="465692"/>
                  </a:cubicBezTo>
                  <a:cubicBezTo>
                    <a:pt x="47861" y="465692"/>
                    <a:pt x="53380" y="468150"/>
                    <a:pt x="64650" y="454980"/>
                  </a:cubicBezTo>
                  <a:cubicBezTo>
                    <a:pt x="75966" y="441810"/>
                    <a:pt x="77404" y="440449"/>
                    <a:pt x="77404" y="440449"/>
                  </a:cubicBezTo>
                  <a:cubicBezTo>
                    <a:pt x="77404" y="440449"/>
                    <a:pt x="80604" y="445937"/>
                    <a:pt x="86123" y="436894"/>
                  </a:cubicBezTo>
                  <a:cubicBezTo>
                    <a:pt x="86123" y="436894"/>
                    <a:pt x="92801" y="433030"/>
                    <a:pt x="86679" y="424558"/>
                  </a:cubicBezTo>
                  <a:lnTo>
                    <a:pt x="90760" y="425084"/>
                  </a:lnTo>
                  <a:cubicBezTo>
                    <a:pt x="90760" y="425084"/>
                    <a:pt x="91317" y="436323"/>
                    <a:pt x="94239" y="436894"/>
                  </a:cubicBezTo>
                  <a:cubicBezTo>
                    <a:pt x="96789" y="437376"/>
                    <a:pt x="98644" y="435533"/>
                    <a:pt x="98876" y="438781"/>
                  </a:cubicBezTo>
                  <a:lnTo>
                    <a:pt x="103328" y="436718"/>
                  </a:lnTo>
                  <a:lnTo>
                    <a:pt x="105508" y="442688"/>
                  </a:lnTo>
                  <a:close/>
                  <a:moveTo>
                    <a:pt x="101102" y="401027"/>
                  </a:moveTo>
                  <a:lnTo>
                    <a:pt x="97624" y="392247"/>
                  </a:lnTo>
                  <a:lnTo>
                    <a:pt x="92105" y="388823"/>
                  </a:lnTo>
                  <a:lnTo>
                    <a:pt x="86586" y="379911"/>
                  </a:lnTo>
                  <a:lnTo>
                    <a:pt x="86586" y="376619"/>
                  </a:lnTo>
                  <a:lnTo>
                    <a:pt x="94981" y="387330"/>
                  </a:lnTo>
                  <a:lnTo>
                    <a:pt x="98459" y="389262"/>
                  </a:lnTo>
                  <a:lnTo>
                    <a:pt x="101056" y="391062"/>
                  </a:lnTo>
                  <a:lnTo>
                    <a:pt x="101056" y="40107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4" name="Freeform: Shape 2153">
              <a:extLst>
                <a:ext uri="{FF2B5EF4-FFF2-40B4-BE49-F238E27FC236}">
                  <a16:creationId xmlns:a16="http://schemas.microsoft.com/office/drawing/2014/main" id="{CB487858-981F-847D-2228-EF1BA2E0093B}"/>
                </a:ext>
              </a:extLst>
            </p:cNvPr>
            <p:cNvSpPr>
              <a:spLocks/>
            </p:cNvSpPr>
            <p:nvPr/>
          </p:nvSpPr>
          <p:spPr>
            <a:xfrm>
              <a:off x="6174486" y="1849158"/>
              <a:ext cx="257028" cy="547933"/>
            </a:xfrm>
            <a:custGeom>
              <a:avLst/>
              <a:gdLst>
                <a:gd name="connsiteX0" fmla="*/ 129532 w 172198"/>
                <a:gd name="connsiteY0" fmla="*/ 327538 h 367092"/>
                <a:gd name="connsiteX1" fmla="*/ 139039 w 172198"/>
                <a:gd name="connsiteY1" fmla="*/ 317178 h 367092"/>
                <a:gd name="connsiteX2" fmla="*/ 154622 w 172198"/>
                <a:gd name="connsiteY2" fmla="*/ 296413 h 367092"/>
                <a:gd name="connsiteX3" fmla="*/ 161625 w 172198"/>
                <a:gd name="connsiteY3" fmla="*/ 288380 h 367092"/>
                <a:gd name="connsiteX4" fmla="*/ 172199 w 172198"/>
                <a:gd name="connsiteY4" fmla="*/ 270995 h 367092"/>
                <a:gd name="connsiteX5" fmla="*/ 164593 w 172198"/>
                <a:gd name="connsiteY5" fmla="*/ 258879 h 367092"/>
                <a:gd name="connsiteX6" fmla="*/ 155503 w 172198"/>
                <a:gd name="connsiteY6" fmla="*/ 253523 h 367092"/>
                <a:gd name="connsiteX7" fmla="*/ 146367 w 172198"/>
                <a:gd name="connsiteY7" fmla="*/ 241582 h 367092"/>
                <a:gd name="connsiteX8" fmla="*/ 150077 w 172198"/>
                <a:gd name="connsiteY8" fmla="*/ 239475 h 367092"/>
                <a:gd name="connsiteX9" fmla="*/ 155271 w 172198"/>
                <a:gd name="connsiteY9" fmla="*/ 230914 h 367092"/>
                <a:gd name="connsiteX10" fmla="*/ 155271 w 172198"/>
                <a:gd name="connsiteY10" fmla="*/ 226700 h 367092"/>
                <a:gd name="connsiteX11" fmla="*/ 149752 w 172198"/>
                <a:gd name="connsiteY11" fmla="*/ 221212 h 367092"/>
                <a:gd name="connsiteX12" fmla="*/ 149752 w 172198"/>
                <a:gd name="connsiteY12" fmla="*/ 208701 h 367092"/>
                <a:gd name="connsiteX13" fmla="*/ 142100 w 172198"/>
                <a:gd name="connsiteY13" fmla="*/ 208701 h 367092"/>
                <a:gd name="connsiteX14" fmla="*/ 139735 w 172198"/>
                <a:gd name="connsiteY14" fmla="*/ 196233 h 367092"/>
                <a:gd name="connsiteX15" fmla="*/ 145393 w 172198"/>
                <a:gd name="connsiteY15" fmla="*/ 193994 h 367092"/>
                <a:gd name="connsiteX16" fmla="*/ 145393 w 172198"/>
                <a:gd name="connsiteY16" fmla="*/ 192897 h 367092"/>
                <a:gd name="connsiteX17" fmla="*/ 140848 w 172198"/>
                <a:gd name="connsiteY17" fmla="*/ 190307 h 367092"/>
                <a:gd name="connsiteX18" fmla="*/ 143723 w 172198"/>
                <a:gd name="connsiteY18" fmla="*/ 179639 h 367092"/>
                <a:gd name="connsiteX19" fmla="*/ 139920 w 172198"/>
                <a:gd name="connsiteY19" fmla="*/ 177664 h 367092"/>
                <a:gd name="connsiteX20" fmla="*/ 145207 w 172198"/>
                <a:gd name="connsiteY20" fmla="*/ 173054 h 367092"/>
                <a:gd name="connsiteX21" fmla="*/ 149613 w 172198"/>
                <a:gd name="connsiteY21" fmla="*/ 173054 h 367092"/>
                <a:gd name="connsiteX22" fmla="*/ 131572 w 172198"/>
                <a:gd name="connsiteY22" fmla="*/ 127705 h 367092"/>
                <a:gd name="connsiteX23" fmla="*/ 131294 w 172198"/>
                <a:gd name="connsiteY23" fmla="*/ 127179 h 367092"/>
                <a:gd name="connsiteX24" fmla="*/ 145949 w 172198"/>
                <a:gd name="connsiteY24" fmla="*/ 104175 h 367092"/>
                <a:gd name="connsiteX25" fmla="*/ 145949 w 172198"/>
                <a:gd name="connsiteY25" fmla="*/ 99302 h 367092"/>
                <a:gd name="connsiteX26" fmla="*/ 135607 w 172198"/>
                <a:gd name="connsiteY26" fmla="*/ 83937 h 367092"/>
                <a:gd name="connsiteX27" fmla="*/ 125868 w 172198"/>
                <a:gd name="connsiteY27" fmla="*/ 80030 h 367092"/>
                <a:gd name="connsiteX28" fmla="*/ 121833 w 172198"/>
                <a:gd name="connsiteY28" fmla="*/ 65982 h 367092"/>
                <a:gd name="connsiteX29" fmla="*/ 128001 w 172198"/>
                <a:gd name="connsiteY29" fmla="*/ 51934 h 367092"/>
                <a:gd name="connsiteX30" fmla="*/ 120998 w 172198"/>
                <a:gd name="connsiteY30" fmla="*/ 47807 h 367092"/>
                <a:gd name="connsiteX31" fmla="*/ 129392 w 172198"/>
                <a:gd name="connsiteY31" fmla="*/ 41925 h 367092"/>
                <a:gd name="connsiteX32" fmla="*/ 128836 w 172198"/>
                <a:gd name="connsiteY32" fmla="*/ 36174 h 367092"/>
                <a:gd name="connsiteX33" fmla="*/ 134958 w 172198"/>
                <a:gd name="connsiteY33" fmla="*/ 24891 h 367092"/>
                <a:gd name="connsiteX34" fmla="*/ 134958 w 172198"/>
                <a:gd name="connsiteY34" fmla="*/ 18921 h 367092"/>
                <a:gd name="connsiteX35" fmla="*/ 123085 w 172198"/>
                <a:gd name="connsiteY35" fmla="*/ 12116 h 367092"/>
                <a:gd name="connsiteX36" fmla="*/ 116314 w 172198"/>
                <a:gd name="connsiteY36" fmla="*/ 0 h 367092"/>
                <a:gd name="connsiteX37" fmla="*/ 110841 w 172198"/>
                <a:gd name="connsiteY37" fmla="*/ 0 h 367092"/>
                <a:gd name="connsiteX38" fmla="*/ 104163 w 172198"/>
                <a:gd name="connsiteY38" fmla="*/ 6234 h 367092"/>
                <a:gd name="connsiteX39" fmla="*/ 98784 w 172198"/>
                <a:gd name="connsiteY39" fmla="*/ 6234 h 367092"/>
                <a:gd name="connsiteX40" fmla="*/ 91595 w 172198"/>
                <a:gd name="connsiteY40" fmla="*/ 7507 h 367092"/>
                <a:gd name="connsiteX41" fmla="*/ 83943 w 172198"/>
                <a:gd name="connsiteY41" fmla="*/ 16682 h 367092"/>
                <a:gd name="connsiteX42" fmla="*/ 81114 w 172198"/>
                <a:gd name="connsiteY42" fmla="*/ 32618 h 367092"/>
                <a:gd name="connsiteX43" fmla="*/ 82551 w 172198"/>
                <a:gd name="connsiteY43" fmla="*/ 43856 h 367092"/>
                <a:gd name="connsiteX44" fmla="*/ 80882 w 172198"/>
                <a:gd name="connsiteY44" fmla="*/ 52592 h 367092"/>
                <a:gd name="connsiteX45" fmla="*/ 75409 w 172198"/>
                <a:gd name="connsiteY45" fmla="*/ 52592 h 367092"/>
                <a:gd name="connsiteX46" fmla="*/ 72951 w 172198"/>
                <a:gd name="connsiteY46" fmla="*/ 54480 h 367092"/>
                <a:gd name="connsiteX47" fmla="*/ 72951 w 172198"/>
                <a:gd name="connsiteY47" fmla="*/ 61372 h 367092"/>
                <a:gd name="connsiteX48" fmla="*/ 67711 w 172198"/>
                <a:gd name="connsiteY48" fmla="*/ 64928 h 367092"/>
                <a:gd name="connsiteX49" fmla="*/ 52360 w 172198"/>
                <a:gd name="connsiteY49" fmla="*/ 53821 h 367092"/>
                <a:gd name="connsiteX50" fmla="*/ 49948 w 172198"/>
                <a:gd name="connsiteY50" fmla="*/ 52943 h 367092"/>
                <a:gd name="connsiteX51" fmla="*/ 48232 w 172198"/>
                <a:gd name="connsiteY51" fmla="*/ 59089 h 367092"/>
                <a:gd name="connsiteX52" fmla="*/ 40441 w 172198"/>
                <a:gd name="connsiteY52" fmla="*/ 62733 h 367092"/>
                <a:gd name="connsiteX53" fmla="*/ 37844 w 172198"/>
                <a:gd name="connsiteY53" fmla="*/ 59660 h 367092"/>
                <a:gd name="connsiteX54" fmla="*/ 26574 w 172198"/>
                <a:gd name="connsiteY54" fmla="*/ 58211 h 367092"/>
                <a:gd name="connsiteX55" fmla="*/ 26574 w 172198"/>
                <a:gd name="connsiteY55" fmla="*/ 57246 h 367092"/>
                <a:gd name="connsiteX56" fmla="*/ 16232 w 172198"/>
                <a:gd name="connsiteY56" fmla="*/ 35120 h 367092"/>
                <a:gd name="connsiteX57" fmla="*/ 10574 w 172198"/>
                <a:gd name="connsiteY57" fmla="*/ 33715 h 367092"/>
                <a:gd name="connsiteX58" fmla="*/ 7467 w 172198"/>
                <a:gd name="connsiteY58" fmla="*/ 35822 h 367092"/>
                <a:gd name="connsiteX59" fmla="*/ 7467 w 172198"/>
                <a:gd name="connsiteY59" fmla="*/ 45700 h 367092"/>
                <a:gd name="connsiteX60" fmla="*/ 464 w 172198"/>
                <a:gd name="connsiteY60" fmla="*/ 41793 h 367092"/>
                <a:gd name="connsiteX61" fmla="*/ 0 w 172198"/>
                <a:gd name="connsiteY61" fmla="*/ 42715 h 367092"/>
                <a:gd name="connsiteX62" fmla="*/ 1298 w 172198"/>
                <a:gd name="connsiteY62" fmla="*/ 42715 h 367092"/>
                <a:gd name="connsiteX63" fmla="*/ 5704 w 172198"/>
                <a:gd name="connsiteY63" fmla="*/ 47324 h 367092"/>
                <a:gd name="connsiteX64" fmla="*/ 5704 w 172198"/>
                <a:gd name="connsiteY64" fmla="*/ 50792 h 367092"/>
                <a:gd name="connsiteX65" fmla="*/ 14423 w 172198"/>
                <a:gd name="connsiteY65" fmla="*/ 54524 h 367092"/>
                <a:gd name="connsiteX66" fmla="*/ 14423 w 172198"/>
                <a:gd name="connsiteY66" fmla="*/ 58694 h 367092"/>
                <a:gd name="connsiteX67" fmla="*/ 23049 w 172198"/>
                <a:gd name="connsiteY67" fmla="*/ 66070 h 367092"/>
                <a:gd name="connsiteX68" fmla="*/ 29635 w 172198"/>
                <a:gd name="connsiteY68" fmla="*/ 66596 h 367092"/>
                <a:gd name="connsiteX69" fmla="*/ 40534 w 172198"/>
                <a:gd name="connsiteY69" fmla="*/ 73972 h 367092"/>
                <a:gd name="connsiteX70" fmla="*/ 40534 w 172198"/>
                <a:gd name="connsiteY70" fmla="*/ 79459 h 367092"/>
                <a:gd name="connsiteX71" fmla="*/ 44058 w 172198"/>
                <a:gd name="connsiteY71" fmla="*/ 79459 h 367092"/>
                <a:gd name="connsiteX72" fmla="*/ 50412 w 172198"/>
                <a:gd name="connsiteY72" fmla="*/ 88327 h 367092"/>
                <a:gd name="connsiteX73" fmla="*/ 46702 w 172198"/>
                <a:gd name="connsiteY73" fmla="*/ 92410 h 367092"/>
                <a:gd name="connsiteX74" fmla="*/ 48510 w 172198"/>
                <a:gd name="connsiteY74" fmla="*/ 101365 h 367092"/>
                <a:gd name="connsiteX75" fmla="*/ 45218 w 172198"/>
                <a:gd name="connsiteY75" fmla="*/ 106063 h 367092"/>
                <a:gd name="connsiteX76" fmla="*/ 50087 w 172198"/>
                <a:gd name="connsiteY76" fmla="*/ 107775 h 367092"/>
                <a:gd name="connsiteX77" fmla="*/ 50087 w 172198"/>
                <a:gd name="connsiteY77" fmla="*/ 113438 h 367092"/>
                <a:gd name="connsiteX78" fmla="*/ 46887 w 172198"/>
                <a:gd name="connsiteY78" fmla="*/ 115896 h 367092"/>
                <a:gd name="connsiteX79" fmla="*/ 46887 w 172198"/>
                <a:gd name="connsiteY79" fmla="*/ 120198 h 367092"/>
                <a:gd name="connsiteX80" fmla="*/ 54122 w 172198"/>
                <a:gd name="connsiteY80" fmla="*/ 128978 h 367092"/>
                <a:gd name="connsiteX81" fmla="*/ 54122 w 172198"/>
                <a:gd name="connsiteY81" fmla="*/ 141183 h 367092"/>
                <a:gd name="connsiteX82" fmla="*/ 47954 w 172198"/>
                <a:gd name="connsiteY82" fmla="*/ 151587 h 367092"/>
                <a:gd name="connsiteX83" fmla="*/ 56163 w 172198"/>
                <a:gd name="connsiteY83" fmla="*/ 164186 h 367092"/>
                <a:gd name="connsiteX84" fmla="*/ 56163 w 172198"/>
                <a:gd name="connsiteY84" fmla="*/ 170815 h 367092"/>
                <a:gd name="connsiteX85" fmla="*/ 59038 w 172198"/>
                <a:gd name="connsiteY85" fmla="*/ 170815 h 367092"/>
                <a:gd name="connsiteX86" fmla="*/ 62238 w 172198"/>
                <a:gd name="connsiteY86" fmla="*/ 175469 h 367092"/>
                <a:gd name="connsiteX87" fmla="*/ 67154 w 172198"/>
                <a:gd name="connsiteY87" fmla="*/ 175732 h 367092"/>
                <a:gd name="connsiteX88" fmla="*/ 72348 w 172198"/>
                <a:gd name="connsiteY88" fmla="*/ 180649 h 367092"/>
                <a:gd name="connsiteX89" fmla="*/ 73786 w 172198"/>
                <a:gd name="connsiteY89" fmla="*/ 195487 h 367092"/>
                <a:gd name="connsiteX90" fmla="*/ 76105 w 172198"/>
                <a:gd name="connsiteY90" fmla="*/ 199614 h 367092"/>
                <a:gd name="connsiteX91" fmla="*/ 75548 w 172198"/>
                <a:gd name="connsiteY91" fmla="*/ 202072 h 367092"/>
                <a:gd name="connsiteX92" fmla="*/ 72070 w 172198"/>
                <a:gd name="connsiteY92" fmla="*/ 199350 h 367092"/>
                <a:gd name="connsiteX93" fmla="*/ 72627 w 172198"/>
                <a:gd name="connsiteY93" fmla="*/ 204004 h 367092"/>
                <a:gd name="connsiteX94" fmla="*/ 65670 w 172198"/>
                <a:gd name="connsiteY94" fmla="*/ 202643 h 367092"/>
                <a:gd name="connsiteX95" fmla="*/ 61032 w 172198"/>
                <a:gd name="connsiteY95" fmla="*/ 207033 h 367092"/>
                <a:gd name="connsiteX96" fmla="*/ 58992 w 172198"/>
                <a:gd name="connsiteY96" fmla="*/ 213091 h 367092"/>
                <a:gd name="connsiteX97" fmla="*/ 45960 w 172198"/>
                <a:gd name="connsiteY97" fmla="*/ 231485 h 367092"/>
                <a:gd name="connsiteX98" fmla="*/ 41925 w 172198"/>
                <a:gd name="connsiteY98" fmla="*/ 231749 h 367092"/>
                <a:gd name="connsiteX99" fmla="*/ 42203 w 172198"/>
                <a:gd name="connsiteY99" fmla="*/ 234470 h 367092"/>
                <a:gd name="connsiteX100" fmla="*/ 36684 w 172198"/>
                <a:gd name="connsiteY100" fmla="*/ 239694 h 367092"/>
                <a:gd name="connsiteX101" fmla="*/ 35525 w 172198"/>
                <a:gd name="connsiteY101" fmla="*/ 237763 h 367092"/>
                <a:gd name="connsiteX102" fmla="*/ 32649 w 172198"/>
                <a:gd name="connsiteY102" fmla="*/ 239694 h 367092"/>
                <a:gd name="connsiteX103" fmla="*/ 30934 w 172198"/>
                <a:gd name="connsiteY103" fmla="*/ 244084 h 367092"/>
                <a:gd name="connsiteX104" fmla="*/ 29218 w 172198"/>
                <a:gd name="connsiteY104" fmla="*/ 247948 h 367092"/>
                <a:gd name="connsiteX105" fmla="*/ 24302 w 172198"/>
                <a:gd name="connsiteY105" fmla="*/ 252864 h 367092"/>
                <a:gd name="connsiteX106" fmla="*/ 27780 w 172198"/>
                <a:gd name="connsiteY106" fmla="*/ 255894 h 367092"/>
                <a:gd name="connsiteX107" fmla="*/ 24302 w 172198"/>
                <a:gd name="connsiteY107" fmla="*/ 256991 h 367092"/>
                <a:gd name="connsiteX108" fmla="*/ 21102 w 172198"/>
                <a:gd name="connsiteY108" fmla="*/ 259713 h 367092"/>
                <a:gd name="connsiteX109" fmla="*/ 16186 w 172198"/>
                <a:gd name="connsiteY109" fmla="*/ 258615 h 367092"/>
                <a:gd name="connsiteX110" fmla="*/ 12986 w 172198"/>
                <a:gd name="connsiteY110" fmla="*/ 258879 h 367092"/>
                <a:gd name="connsiteX111" fmla="*/ 10667 w 172198"/>
                <a:gd name="connsiteY111" fmla="*/ 255016 h 367092"/>
                <a:gd name="connsiteX112" fmla="*/ 7791 w 172198"/>
                <a:gd name="connsiteY112" fmla="*/ 258308 h 367092"/>
                <a:gd name="connsiteX113" fmla="*/ 9507 w 172198"/>
                <a:gd name="connsiteY113" fmla="*/ 262698 h 367092"/>
                <a:gd name="connsiteX114" fmla="*/ 12383 w 172198"/>
                <a:gd name="connsiteY114" fmla="*/ 261030 h 367092"/>
                <a:gd name="connsiteX115" fmla="*/ 14099 w 172198"/>
                <a:gd name="connsiteY115" fmla="*/ 263752 h 367092"/>
                <a:gd name="connsiteX116" fmla="*/ 6585 w 172198"/>
                <a:gd name="connsiteY116" fmla="*/ 275254 h 367092"/>
                <a:gd name="connsiteX117" fmla="*/ 10620 w 172198"/>
                <a:gd name="connsiteY117" fmla="*/ 288687 h 367092"/>
                <a:gd name="connsiteX118" fmla="*/ 10899 w 172198"/>
                <a:gd name="connsiteY118" fmla="*/ 292814 h 367092"/>
                <a:gd name="connsiteX119" fmla="*/ 14099 w 172198"/>
                <a:gd name="connsiteY119" fmla="*/ 307915 h 367092"/>
                <a:gd name="connsiteX120" fmla="*/ 13217 w 172198"/>
                <a:gd name="connsiteY120" fmla="*/ 323807 h 367092"/>
                <a:gd name="connsiteX121" fmla="*/ 9739 w 172198"/>
                <a:gd name="connsiteY121" fmla="*/ 331753 h 367092"/>
                <a:gd name="connsiteX122" fmla="*/ 8301 w 172198"/>
                <a:gd name="connsiteY122" fmla="*/ 334782 h 367092"/>
                <a:gd name="connsiteX123" fmla="*/ 12058 w 172198"/>
                <a:gd name="connsiteY123" fmla="*/ 335880 h 367092"/>
                <a:gd name="connsiteX124" fmla="*/ 12058 w 172198"/>
                <a:gd name="connsiteY124" fmla="*/ 342201 h 367092"/>
                <a:gd name="connsiteX125" fmla="*/ 8580 w 172198"/>
                <a:gd name="connsiteY125" fmla="*/ 342465 h 367092"/>
                <a:gd name="connsiteX126" fmla="*/ 9136 w 172198"/>
                <a:gd name="connsiteY126" fmla="*/ 345186 h 367092"/>
                <a:gd name="connsiteX127" fmla="*/ 14933 w 172198"/>
                <a:gd name="connsiteY127" fmla="*/ 347645 h 367092"/>
                <a:gd name="connsiteX128" fmla="*/ 17252 w 172198"/>
                <a:gd name="connsiteY128" fmla="*/ 344616 h 367092"/>
                <a:gd name="connsiteX129" fmla="*/ 18412 w 172198"/>
                <a:gd name="connsiteY129" fmla="*/ 349269 h 367092"/>
                <a:gd name="connsiteX130" fmla="*/ 19293 w 172198"/>
                <a:gd name="connsiteY130" fmla="*/ 352825 h 367092"/>
                <a:gd name="connsiteX131" fmla="*/ 21612 w 172198"/>
                <a:gd name="connsiteY131" fmla="*/ 347337 h 367092"/>
                <a:gd name="connsiteX132" fmla="*/ 23652 w 172198"/>
                <a:gd name="connsiteY132" fmla="*/ 348698 h 367092"/>
                <a:gd name="connsiteX133" fmla="*/ 20777 w 172198"/>
                <a:gd name="connsiteY133" fmla="*/ 353352 h 367092"/>
                <a:gd name="connsiteX134" fmla="*/ 15861 w 172198"/>
                <a:gd name="connsiteY134" fmla="*/ 355020 h 367092"/>
                <a:gd name="connsiteX135" fmla="*/ 10064 w 172198"/>
                <a:gd name="connsiteY135" fmla="*/ 355547 h 367092"/>
                <a:gd name="connsiteX136" fmla="*/ 15861 w 172198"/>
                <a:gd name="connsiteY136" fmla="*/ 358576 h 367092"/>
                <a:gd name="connsiteX137" fmla="*/ 22818 w 172198"/>
                <a:gd name="connsiteY137" fmla="*/ 356644 h 367092"/>
                <a:gd name="connsiteX138" fmla="*/ 25136 w 172198"/>
                <a:gd name="connsiteY138" fmla="*/ 355547 h 367092"/>
                <a:gd name="connsiteX139" fmla="*/ 29496 w 172198"/>
                <a:gd name="connsiteY139" fmla="*/ 354449 h 367092"/>
                <a:gd name="connsiteX140" fmla="*/ 27548 w 172198"/>
                <a:gd name="connsiteY140" fmla="*/ 360507 h 367092"/>
                <a:gd name="connsiteX141" fmla="*/ 31026 w 172198"/>
                <a:gd name="connsiteY141" fmla="*/ 362176 h 367092"/>
                <a:gd name="connsiteX142" fmla="*/ 34134 w 172198"/>
                <a:gd name="connsiteY142" fmla="*/ 360727 h 367092"/>
                <a:gd name="connsiteX143" fmla="*/ 35664 w 172198"/>
                <a:gd name="connsiteY143" fmla="*/ 362000 h 367092"/>
                <a:gd name="connsiteX144" fmla="*/ 34876 w 172198"/>
                <a:gd name="connsiteY144" fmla="*/ 364019 h 367092"/>
                <a:gd name="connsiteX145" fmla="*/ 39142 w 172198"/>
                <a:gd name="connsiteY145" fmla="*/ 364546 h 367092"/>
                <a:gd name="connsiteX146" fmla="*/ 37612 w 172198"/>
                <a:gd name="connsiteY146" fmla="*/ 366566 h 367092"/>
                <a:gd name="connsiteX147" fmla="*/ 39142 w 172198"/>
                <a:gd name="connsiteY147" fmla="*/ 367092 h 367092"/>
                <a:gd name="connsiteX148" fmla="*/ 42621 w 172198"/>
                <a:gd name="connsiteY148" fmla="*/ 365424 h 367092"/>
                <a:gd name="connsiteX149" fmla="*/ 45728 w 172198"/>
                <a:gd name="connsiteY149" fmla="*/ 365775 h 367092"/>
                <a:gd name="connsiteX150" fmla="*/ 47490 w 172198"/>
                <a:gd name="connsiteY150" fmla="*/ 363580 h 367092"/>
                <a:gd name="connsiteX151" fmla="*/ 50969 w 172198"/>
                <a:gd name="connsiteY151" fmla="*/ 363229 h 367092"/>
                <a:gd name="connsiteX152" fmla="*/ 53844 w 172198"/>
                <a:gd name="connsiteY152" fmla="*/ 361956 h 367092"/>
                <a:gd name="connsiteX153" fmla="*/ 57137 w 172198"/>
                <a:gd name="connsiteY153" fmla="*/ 359937 h 367092"/>
                <a:gd name="connsiteX154" fmla="*/ 59456 w 172198"/>
                <a:gd name="connsiteY154" fmla="*/ 361034 h 367092"/>
                <a:gd name="connsiteX155" fmla="*/ 62145 w 172198"/>
                <a:gd name="connsiteY155" fmla="*/ 361210 h 367092"/>
                <a:gd name="connsiteX156" fmla="*/ 62702 w 172198"/>
                <a:gd name="connsiteY156" fmla="*/ 358268 h 367092"/>
                <a:gd name="connsiteX157" fmla="*/ 65392 w 172198"/>
                <a:gd name="connsiteY157" fmla="*/ 357522 h 367092"/>
                <a:gd name="connsiteX158" fmla="*/ 68685 w 172198"/>
                <a:gd name="connsiteY158" fmla="*/ 357522 h 367092"/>
                <a:gd name="connsiteX159" fmla="*/ 70215 w 172198"/>
                <a:gd name="connsiteY159" fmla="*/ 356776 h 367092"/>
                <a:gd name="connsiteX160" fmla="*/ 71004 w 172198"/>
                <a:gd name="connsiteY160" fmla="*/ 354932 h 367092"/>
                <a:gd name="connsiteX161" fmla="*/ 74111 w 172198"/>
                <a:gd name="connsiteY161" fmla="*/ 354405 h 367092"/>
                <a:gd name="connsiteX162" fmla="*/ 78749 w 172198"/>
                <a:gd name="connsiteY162" fmla="*/ 352386 h 367092"/>
                <a:gd name="connsiteX163" fmla="*/ 80279 w 172198"/>
                <a:gd name="connsiteY163" fmla="*/ 354405 h 367092"/>
                <a:gd name="connsiteX164" fmla="*/ 86076 w 172198"/>
                <a:gd name="connsiteY164" fmla="*/ 353878 h 367092"/>
                <a:gd name="connsiteX165" fmla="*/ 85705 w 172198"/>
                <a:gd name="connsiteY165" fmla="*/ 350015 h 367092"/>
                <a:gd name="connsiteX166" fmla="*/ 87236 w 172198"/>
                <a:gd name="connsiteY166" fmla="*/ 349840 h 367092"/>
                <a:gd name="connsiteX167" fmla="*/ 91502 w 172198"/>
                <a:gd name="connsiteY167" fmla="*/ 349313 h 367092"/>
                <a:gd name="connsiteX168" fmla="*/ 98644 w 172198"/>
                <a:gd name="connsiteY168" fmla="*/ 347645 h 367092"/>
                <a:gd name="connsiteX169" fmla="*/ 103097 w 172198"/>
                <a:gd name="connsiteY169" fmla="*/ 346547 h 367092"/>
                <a:gd name="connsiteX170" fmla="*/ 108105 w 172198"/>
                <a:gd name="connsiteY170" fmla="*/ 346547 h 367092"/>
                <a:gd name="connsiteX171" fmla="*/ 111723 w 172198"/>
                <a:gd name="connsiteY171" fmla="*/ 347074 h 367092"/>
                <a:gd name="connsiteX172" fmla="*/ 115572 w 172198"/>
                <a:gd name="connsiteY172" fmla="*/ 340752 h 367092"/>
                <a:gd name="connsiteX173" fmla="*/ 129485 w 172198"/>
                <a:gd name="connsiteY173" fmla="*/ 327319 h 367092"/>
                <a:gd name="connsiteX174" fmla="*/ 159167 w 172198"/>
                <a:gd name="connsiteY174" fmla="*/ 265991 h 367092"/>
                <a:gd name="connsiteX175" fmla="*/ 162228 w 172198"/>
                <a:gd name="connsiteY175" fmla="*/ 264893 h 367092"/>
                <a:gd name="connsiteX176" fmla="*/ 162228 w 172198"/>
                <a:gd name="connsiteY176" fmla="*/ 271741 h 367092"/>
                <a:gd name="connsiteX177" fmla="*/ 156152 w 172198"/>
                <a:gd name="connsiteY177" fmla="*/ 269546 h 367092"/>
                <a:gd name="connsiteX178" fmla="*/ 159213 w 172198"/>
                <a:gd name="connsiteY178" fmla="*/ 265991 h 367092"/>
                <a:gd name="connsiteX179" fmla="*/ 82830 w 172198"/>
                <a:gd name="connsiteY179" fmla="*/ 299486 h 367092"/>
                <a:gd name="connsiteX180" fmla="*/ 78470 w 172198"/>
                <a:gd name="connsiteY180" fmla="*/ 306335 h 367092"/>
                <a:gd name="connsiteX181" fmla="*/ 78470 w 172198"/>
                <a:gd name="connsiteY181" fmla="*/ 323061 h 367092"/>
                <a:gd name="connsiteX182" fmla="*/ 76151 w 172198"/>
                <a:gd name="connsiteY182" fmla="*/ 323061 h 367092"/>
                <a:gd name="connsiteX183" fmla="*/ 74435 w 172198"/>
                <a:gd name="connsiteY183" fmla="*/ 318144 h 367092"/>
                <a:gd name="connsiteX184" fmla="*/ 75873 w 172198"/>
                <a:gd name="connsiteY184" fmla="*/ 306335 h 367092"/>
                <a:gd name="connsiteX185" fmla="*/ 82830 w 172198"/>
                <a:gd name="connsiteY185" fmla="*/ 295886 h 367092"/>
                <a:gd name="connsiteX186" fmla="*/ 82830 w 172198"/>
                <a:gd name="connsiteY186" fmla="*/ 299442 h 367092"/>
                <a:gd name="connsiteX187" fmla="*/ 86586 w 172198"/>
                <a:gd name="connsiteY187" fmla="*/ 271215 h 367092"/>
                <a:gd name="connsiteX188" fmla="*/ 81392 w 172198"/>
                <a:gd name="connsiteY188" fmla="*/ 281663 h 367092"/>
                <a:gd name="connsiteX189" fmla="*/ 79676 w 172198"/>
                <a:gd name="connsiteY189" fmla="*/ 281663 h 367092"/>
                <a:gd name="connsiteX190" fmla="*/ 84036 w 172198"/>
                <a:gd name="connsiteY190" fmla="*/ 272356 h 367092"/>
                <a:gd name="connsiteX191" fmla="*/ 82876 w 172198"/>
                <a:gd name="connsiteY191" fmla="*/ 268229 h 367092"/>
                <a:gd name="connsiteX192" fmla="*/ 78656 w 172198"/>
                <a:gd name="connsiteY192" fmla="*/ 265771 h 367092"/>
                <a:gd name="connsiteX193" fmla="*/ 78656 w 172198"/>
                <a:gd name="connsiteY193" fmla="*/ 263049 h 367092"/>
                <a:gd name="connsiteX194" fmla="*/ 86633 w 172198"/>
                <a:gd name="connsiteY194" fmla="*/ 266078 h 367092"/>
                <a:gd name="connsiteX195" fmla="*/ 86633 w 172198"/>
                <a:gd name="connsiteY195" fmla="*/ 271302 h 367092"/>
                <a:gd name="connsiteX196" fmla="*/ 142517 w 172198"/>
                <a:gd name="connsiteY196" fmla="*/ 306335 h 367092"/>
                <a:gd name="connsiteX197" fmla="*/ 136720 w 172198"/>
                <a:gd name="connsiteY197" fmla="*/ 306335 h 367092"/>
                <a:gd name="connsiteX198" fmla="*/ 136720 w 172198"/>
                <a:gd name="connsiteY198" fmla="*/ 302911 h 367092"/>
                <a:gd name="connsiteX199" fmla="*/ 142517 w 172198"/>
                <a:gd name="connsiteY199" fmla="*/ 299486 h 367092"/>
                <a:gd name="connsiteX200" fmla="*/ 142517 w 172198"/>
                <a:gd name="connsiteY200" fmla="*/ 306335 h 367092"/>
                <a:gd name="connsiteX201" fmla="*/ 144836 w 172198"/>
                <a:gd name="connsiteY201" fmla="*/ 286009 h 367092"/>
                <a:gd name="connsiteX202" fmla="*/ 142517 w 172198"/>
                <a:gd name="connsiteY202" fmla="*/ 290399 h 367092"/>
                <a:gd name="connsiteX203" fmla="*/ 140198 w 172198"/>
                <a:gd name="connsiteY203" fmla="*/ 281619 h 367092"/>
                <a:gd name="connsiteX204" fmla="*/ 144836 w 172198"/>
                <a:gd name="connsiteY204" fmla="*/ 281619 h 367092"/>
                <a:gd name="connsiteX205" fmla="*/ 144836 w 172198"/>
                <a:gd name="connsiteY205" fmla="*/ 286009 h 367092"/>
                <a:gd name="connsiteX206" fmla="*/ 142517 w 172198"/>
                <a:gd name="connsiteY206" fmla="*/ 277800 h 367092"/>
                <a:gd name="connsiteX207" fmla="*/ 140198 w 172198"/>
                <a:gd name="connsiteY207" fmla="*/ 273015 h 367092"/>
                <a:gd name="connsiteX208" fmla="*/ 142517 w 172198"/>
                <a:gd name="connsiteY208" fmla="*/ 268229 h 367092"/>
                <a:gd name="connsiteX209" fmla="*/ 144836 w 172198"/>
                <a:gd name="connsiteY209" fmla="*/ 272619 h 367092"/>
                <a:gd name="connsiteX210" fmla="*/ 142517 w 172198"/>
                <a:gd name="connsiteY210" fmla="*/ 277844 h 367092"/>
                <a:gd name="connsiteX211" fmla="*/ 134679 w 172198"/>
                <a:gd name="connsiteY211" fmla="*/ 250626 h 367092"/>
                <a:gd name="connsiteX212" fmla="*/ 142517 w 172198"/>
                <a:gd name="connsiteY212" fmla="*/ 256113 h 367092"/>
                <a:gd name="connsiteX213" fmla="*/ 147433 w 172198"/>
                <a:gd name="connsiteY213" fmla="*/ 259406 h 367092"/>
                <a:gd name="connsiteX214" fmla="*/ 150309 w 172198"/>
                <a:gd name="connsiteY214" fmla="*/ 268186 h 367092"/>
                <a:gd name="connsiteX215" fmla="*/ 145671 w 172198"/>
                <a:gd name="connsiteY215" fmla="*/ 263532 h 367092"/>
                <a:gd name="connsiteX216" fmla="*/ 141311 w 172198"/>
                <a:gd name="connsiteY216" fmla="*/ 260810 h 367092"/>
                <a:gd name="connsiteX217" fmla="*/ 138111 w 172198"/>
                <a:gd name="connsiteY217" fmla="*/ 260810 h 367092"/>
                <a:gd name="connsiteX218" fmla="*/ 134633 w 172198"/>
                <a:gd name="connsiteY218" fmla="*/ 253260 h 367092"/>
                <a:gd name="connsiteX219" fmla="*/ 134633 w 172198"/>
                <a:gd name="connsiteY219" fmla="*/ 250626 h 367092"/>
                <a:gd name="connsiteX220" fmla="*/ 126007 w 172198"/>
                <a:gd name="connsiteY220" fmla="*/ 274771 h 367092"/>
                <a:gd name="connsiteX221" fmla="*/ 133242 w 172198"/>
                <a:gd name="connsiteY221" fmla="*/ 281619 h 367092"/>
                <a:gd name="connsiteX222" fmla="*/ 129624 w 172198"/>
                <a:gd name="connsiteY222" fmla="*/ 281619 h 367092"/>
                <a:gd name="connsiteX223" fmla="*/ 123966 w 172198"/>
                <a:gd name="connsiteY223" fmla="*/ 274771 h 367092"/>
                <a:gd name="connsiteX224" fmla="*/ 126007 w 172198"/>
                <a:gd name="connsiteY224" fmla="*/ 274771 h 367092"/>
                <a:gd name="connsiteX225" fmla="*/ 125682 w 172198"/>
                <a:gd name="connsiteY225" fmla="*/ 295930 h 367092"/>
                <a:gd name="connsiteX226" fmla="*/ 131201 w 172198"/>
                <a:gd name="connsiteY226" fmla="*/ 302911 h 367092"/>
                <a:gd name="connsiteX227" fmla="*/ 125682 w 172198"/>
                <a:gd name="connsiteY227" fmla="*/ 304140 h 367092"/>
                <a:gd name="connsiteX228" fmla="*/ 123920 w 172198"/>
                <a:gd name="connsiteY228" fmla="*/ 298081 h 367092"/>
                <a:gd name="connsiteX229" fmla="*/ 125682 w 172198"/>
                <a:gd name="connsiteY229" fmla="*/ 295886 h 367092"/>
                <a:gd name="connsiteX230" fmla="*/ 123966 w 172198"/>
                <a:gd name="connsiteY230" fmla="*/ 306335 h 367092"/>
                <a:gd name="connsiteX231" fmla="*/ 133242 w 172198"/>
                <a:gd name="connsiteY231" fmla="*/ 308793 h 367092"/>
                <a:gd name="connsiteX232" fmla="*/ 133242 w 172198"/>
                <a:gd name="connsiteY232" fmla="*/ 311252 h 367092"/>
                <a:gd name="connsiteX233" fmla="*/ 123966 w 172198"/>
                <a:gd name="connsiteY233" fmla="*/ 310022 h 367092"/>
                <a:gd name="connsiteX234" fmla="*/ 123966 w 172198"/>
                <a:gd name="connsiteY234" fmla="*/ 306335 h 367092"/>
                <a:gd name="connsiteX235" fmla="*/ 108894 w 172198"/>
                <a:gd name="connsiteY235" fmla="*/ 45963 h 367092"/>
                <a:gd name="connsiteX236" fmla="*/ 111213 w 172198"/>
                <a:gd name="connsiteY236" fmla="*/ 41310 h 367092"/>
                <a:gd name="connsiteX237" fmla="*/ 116129 w 172198"/>
                <a:gd name="connsiteY237" fmla="*/ 37447 h 367092"/>
                <a:gd name="connsiteX238" fmla="*/ 119607 w 172198"/>
                <a:gd name="connsiteY238" fmla="*/ 37447 h 367092"/>
                <a:gd name="connsiteX239" fmla="*/ 124523 w 172198"/>
                <a:gd name="connsiteY239" fmla="*/ 31389 h 367092"/>
                <a:gd name="connsiteX240" fmla="*/ 124523 w 172198"/>
                <a:gd name="connsiteY240" fmla="*/ 38237 h 367092"/>
                <a:gd name="connsiteX241" fmla="*/ 117845 w 172198"/>
                <a:gd name="connsiteY241" fmla="*/ 44822 h 367092"/>
                <a:gd name="connsiteX242" fmla="*/ 121184 w 172198"/>
                <a:gd name="connsiteY242" fmla="*/ 50046 h 367092"/>
                <a:gd name="connsiteX243" fmla="*/ 116129 w 172198"/>
                <a:gd name="connsiteY243" fmla="*/ 51407 h 367092"/>
                <a:gd name="connsiteX244" fmla="*/ 113531 w 172198"/>
                <a:gd name="connsiteY244" fmla="*/ 47675 h 367092"/>
                <a:gd name="connsiteX245" fmla="*/ 113531 w 172198"/>
                <a:gd name="connsiteY245" fmla="*/ 51407 h 367092"/>
                <a:gd name="connsiteX246" fmla="*/ 107734 w 172198"/>
                <a:gd name="connsiteY246" fmla="*/ 55138 h 367092"/>
                <a:gd name="connsiteX247" fmla="*/ 107734 w 172198"/>
                <a:gd name="connsiteY247" fmla="*/ 50002 h 367092"/>
                <a:gd name="connsiteX248" fmla="*/ 101334 w 172198"/>
                <a:gd name="connsiteY248" fmla="*/ 49475 h 367092"/>
                <a:gd name="connsiteX249" fmla="*/ 108847 w 172198"/>
                <a:gd name="connsiteY249" fmla="*/ 45919 h 367092"/>
                <a:gd name="connsiteX250" fmla="*/ 121369 w 172198"/>
                <a:gd name="connsiteY250" fmla="*/ 277800 h 367092"/>
                <a:gd name="connsiteX251" fmla="*/ 120210 w 172198"/>
                <a:gd name="connsiteY251" fmla="*/ 281663 h 367092"/>
                <a:gd name="connsiteX252" fmla="*/ 116453 w 172198"/>
                <a:gd name="connsiteY252" fmla="*/ 283331 h 367092"/>
                <a:gd name="connsiteX253" fmla="*/ 116453 w 172198"/>
                <a:gd name="connsiteY253" fmla="*/ 277844 h 367092"/>
                <a:gd name="connsiteX254" fmla="*/ 121369 w 172198"/>
                <a:gd name="connsiteY254" fmla="*/ 277844 h 367092"/>
                <a:gd name="connsiteX255" fmla="*/ 116129 w 172198"/>
                <a:gd name="connsiteY255" fmla="*/ 87405 h 367092"/>
                <a:gd name="connsiteX256" fmla="*/ 110053 w 172198"/>
                <a:gd name="connsiteY256" fmla="*/ 93156 h 367092"/>
                <a:gd name="connsiteX257" fmla="*/ 106297 w 172198"/>
                <a:gd name="connsiteY257" fmla="*/ 90259 h 367092"/>
                <a:gd name="connsiteX258" fmla="*/ 106297 w 172198"/>
                <a:gd name="connsiteY258" fmla="*/ 84069 h 367092"/>
                <a:gd name="connsiteX259" fmla="*/ 111213 w 172198"/>
                <a:gd name="connsiteY259" fmla="*/ 85166 h 367092"/>
                <a:gd name="connsiteX260" fmla="*/ 116129 w 172198"/>
                <a:gd name="connsiteY260" fmla="*/ 87361 h 367092"/>
                <a:gd name="connsiteX261" fmla="*/ 92662 w 172198"/>
                <a:gd name="connsiteY261" fmla="*/ 79679 h 367092"/>
                <a:gd name="connsiteX262" fmla="*/ 99062 w 172198"/>
                <a:gd name="connsiteY262" fmla="*/ 84069 h 367092"/>
                <a:gd name="connsiteX263" fmla="*/ 95862 w 172198"/>
                <a:gd name="connsiteY263" fmla="*/ 88590 h 367092"/>
                <a:gd name="connsiteX264" fmla="*/ 87467 w 172198"/>
                <a:gd name="connsiteY264" fmla="*/ 79679 h 367092"/>
                <a:gd name="connsiteX265" fmla="*/ 92662 w 172198"/>
                <a:gd name="connsiteY265" fmla="*/ 79679 h 367092"/>
                <a:gd name="connsiteX266" fmla="*/ 91224 w 172198"/>
                <a:gd name="connsiteY266" fmla="*/ 263005 h 367092"/>
                <a:gd name="connsiteX267" fmla="*/ 92940 w 172198"/>
                <a:gd name="connsiteY267" fmla="*/ 259449 h 367092"/>
                <a:gd name="connsiteX268" fmla="*/ 95259 w 172198"/>
                <a:gd name="connsiteY268" fmla="*/ 269327 h 367092"/>
                <a:gd name="connsiteX269" fmla="*/ 91224 w 172198"/>
                <a:gd name="connsiteY269" fmla="*/ 263005 h 367092"/>
                <a:gd name="connsiteX270" fmla="*/ 102818 w 172198"/>
                <a:gd name="connsiteY270" fmla="*/ 228675 h 367092"/>
                <a:gd name="connsiteX271" fmla="*/ 98459 w 172198"/>
                <a:gd name="connsiteY271" fmla="*/ 224417 h 367092"/>
                <a:gd name="connsiteX272" fmla="*/ 95259 w 172198"/>
                <a:gd name="connsiteY272" fmla="*/ 218798 h 367092"/>
                <a:gd name="connsiteX273" fmla="*/ 98459 w 172198"/>
                <a:gd name="connsiteY273" fmla="*/ 215242 h 367092"/>
                <a:gd name="connsiteX274" fmla="*/ 102818 w 172198"/>
                <a:gd name="connsiteY274" fmla="*/ 215242 h 367092"/>
                <a:gd name="connsiteX275" fmla="*/ 100778 w 172198"/>
                <a:gd name="connsiteY275" fmla="*/ 221959 h 367092"/>
                <a:gd name="connsiteX276" fmla="*/ 109172 w 172198"/>
                <a:gd name="connsiteY276" fmla="*/ 221959 h 367092"/>
                <a:gd name="connsiteX277" fmla="*/ 116407 w 172198"/>
                <a:gd name="connsiteY277" fmla="*/ 220159 h 367092"/>
                <a:gd name="connsiteX278" fmla="*/ 102772 w 172198"/>
                <a:gd name="connsiteY278" fmla="*/ 228675 h 367092"/>
                <a:gd name="connsiteX279" fmla="*/ 114969 w 172198"/>
                <a:gd name="connsiteY279" fmla="*/ 318144 h 367092"/>
                <a:gd name="connsiteX280" fmla="*/ 120163 w 172198"/>
                <a:gd name="connsiteY280" fmla="*/ 318144 h 367092"/>
                <a:gd name="connsiteX281" fmla="*/ 123920 w 172198"/>
                <a:gd name="connsiteY281" fmla="*/ 321173 h 367092"/>
                <a:gd name="connsiteX282" fmla="*/ 128558 w 172198"/>
                <a:gd name="connsiteY282" fmla="*/ 322270 h 367092"/>
                <a:gd name="connsiteX283" fmla="*/ 123920 w 172198"/>
                <a:gd name="connsiteY283" fmla="*/ 328021 h 367092"/>
                <a:gd name="connsiteX284" fmla="*/ 111769 w 172198"/>
                <a:gd name="connsiteY284" fmla="*/ 320075 h 367092"/>
                <a:gd name="connsiteX285" fmla="*/ 114969 w 172198"/>
                <a:gd name="connsiteY285" fmla="*/ 318144 h 367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72198" h="367092">
                  <a:moveTo>
                    <a:pt x="129532" y="327538"/>
                  </a:moveTo>
                  <a:lnTo>
                    <a:pt x="139039" y="317178"/>
                  </a:lnTo>
                  <a:lnTo>
                    <a:pt x="154622" y="296413"/>
                  </a:lnTo>
                  <a:lnTo>
                    <a:pt x="161625" y="288380"/>
                  </a:lnTo>
                  <a:lnTo>
                    <a:pt x="172199" y="270995"/>
                  </a:lnTo>
                  <a:lnTo>
                    <a:pt x="164593" y="258879"/>
                  </a:lnTo>
                  <a:lnTo>
                    <a:pt x="155503" y="253523"/>
                  </a:lnTo>
                  <a:lnTo>
                    <a:pt x="146367" y="241582"/>
                  </a:lnTo>
                  <a:lnTo>
                    <a:pt x="150077" y="239475"/>
                  </a:lnTo>
                  <a:lnTo>
                    <a:pt x="155271" y="230914"/>
                  </a:lnTo>
                  <a:lnTo>
                    <a:pt x="155271" y="226700"/>
                  </a:lnTo>
                  <a:lnTo>
                    <a:pt x="149752" y="221212"/>
                  </a:lnTo>
                  <a:lnTo>
                    <a:pt x="149752" y="208701"/>
                  </a:lnTo>
                  <a:lnTo>
                    <a:pt x="142100" y="208701"/>
                  </a:lnTo>
                  <a:lnTo>
                    <a:pt x="139735" y="196233"/>
                  </a:lnTo>
                  <a:lnTo>
                    <a:pt x="145393" y="193994"/>
                  </a:lnTo>
                  <a:lnTo>
                    <a:pt x="145393" y="192897"/>
                  </a:lnTo>
                  <a:lnTo>
                    <a:pt x="140848" y="190307"/>
                  </a:lnTo>
                  <a:lnTo>
                    <a:pt x="143723" y="179639"/>
                  </a:lnTo>
                  <a:lnTo>
                    <a:pt x="139920" y="177664"/>
                  </a:lnTo>
                  <a:lnTo>
                    <a:pt x="145207" y="173054"/>
                  </a:lnTo>
                  <a:lnTo>
                    <a:pt x="149613" y="173054"/>
                  </a:lnTo>
                  <a:cubicBezTo>
                    <a:pt x="147897" y="159489"/>
                    <a:pt x="131758" y="128057"/>
                    <a:pt x="131572" y="127705"/>
                  </a:cubicBezTo>
                  <a:lnTo>
                    <a:pt x="131294" y="127179"/>
                  </a:lnTo>
                  <a:lnTo>
                    <a:pt x="145949" y="104175"/>
                  </a:lnTo>
                  <a:lnTo>
                    <a:pt x="145949" y="99302"/>
                  </a:lnTo>
                  <a:lnTo>
                    <a:pt x="135607" y="83937"/>
                  </a:lnTo>
                  <a:lnTo>
                    <a:pt x="125868" y="80030"/>
                  </a:lnTo>
                  <a:lnTo>
                    <a:pt x="121833" y="65982"/>
                  </a:lnTo>
                  <a:lnTo>
                    <a:pt x="128001" y="51934"/>
                  </a:lnTo>
                  <a:lnTo>
                    <a:pt x="120998" y="47807"/>
                  </a:lnTo>
                  <a:lnTo>
                    <a:pt x="129392" y="41925"/>
                  </a:lnTo>
                  <a:lnTo>
                    <a:pt x="128836" y="36174"/>
                  </a:lnTo>
                  <a:lnTo>
                    <a:pt x="134958" y="24891"/>
                  </a:lnTo>
                  <a:lnTo>
                    <a:pt x="134958" y="18921"/>
                  </a:lnTo>
                  <a:lnTo>
                    <a:pt x="123085" y="12116"/>
                  </a:lnTo>
                  <a:lnTo>
                    <a:pt x="116314" y="0"/>
                  </a:lnTo>
                  <a:lnTo>
                    <a:pt x="110841" y="0"/>
                  </a:lnTo>
                  <a:lnTo>
                    <a:pt x="104163" y="6234"/>
                  </a:lnTo>
                  <a:lnTo>
                    <a:pt x="98784" y="6234"/>
                  </a:lnTo>
                  <a:lnTo>
                    <a:pt x="91595" y="7507"/>
                  </a:lnTo>
                  <a:lnTo>
                    <a:pt x="83943" y="16682"/>
                  </a:lnTo>
                  <a:lnTo>
                    <a:pt x="81114" y="32618"/>
                  </a:lnTo>
                  <a:lnTo>
                    <a:pt x="82551" y="43856"/>
                  </a:lnTo>
                  <a:lnTo>
                    <a:pt x="80882" y="52592"/>
                  </a:lnTo>
                  <a:lnTo>
                    <a:pt x="75409" y="52592"/>
                  </a:lnTo>
                  <a:lnTo>
                    <a:pt x="72951" y="54480"/>
                  </a:lnTo>
                  <a:lnTo>
                    <a:pt x="72951" y="61372"/>
                  </a:lnTo>
                  <a:lnTo>
                    <a:pt x="67711" y="64928"/>
                  </a:lnTo>
                  <a:lnTo>
                    <a:pt x="52360" y="53821"/>
                  </a:lnTo>
                  <a:lnTo>
                    <a:pt x="49948" y="52943"/>
                  </a:lnTo>
                  <a:lnTo>
                    <a:pt x="48232" y="59089"/>
                  </a:lnTo>
                  <a:lnTo>
                    <a:pt x="40441" y="62733"/>
                  </a:lnTo>
                  <a:lnTo>
                    <a:pt x="37844" y="59660"/>
                  </a:lnTo>
                  <a:lnTo>
                    <a:pt x="26574" y="58211"/>
                  </a:lnTo>
                  <a:lnTo>
                    <a:pt x="26574" y="57246"/>
                  </a:lnTo>
                  <a:cubicBezTo>
                    <a:pt x="26574" y="55095"/>
                    <a:pt x="20313" y="42715"/>
                    <a:pt x="16232" y="35120"/>
                  </a:cubicBezTo>
                  <a:lnTo>
                    <a:pt x="10574" y="33715"/>
                  </a:lnTo>
                  <a:lnTo>
                    <a:pt x="7467" y="35822"/>
                  </a:lnTo>
                  <a:lnTo>
                    <a:pt x="7467" y="45700"/>
                  </a:lnTo>
                  <a:lnTo>
                    <a:pt x="464" y="41793"/>
                  </a:lnTo>
                  <a:lnTo>
                    <a:pt x="0" y="42715"/>
                  </a:lnTo>
                  <a:lnTo>
                    <a:pt x="1298" y="42715"/>
                  </a:lnTo>
                  <a:lnTo>
                    <a:pt x="5704" y="47324"/>
                  </a:lnTo>
                  <a:lnTo>
                    <a:pt x="5704" y="50792"/>
                  </a:lnTo>
                  <a:lnTo>
                    <a:pt x="14423" y="54524"/>
                  </a:lnTo>
                  <a:lnTo>
                    <a:pt x="14423" y="58694"/>
                  </a:lnTo>
                  <a:lnTo>
                    <a:pt x="23049" y="66070"/>
                  </a:lnTo>
                  <a:lnTo>
                    <a:pt x="29635" y="66596"/>
                  </a:lnTo>
                  <a:lnTo>
                    <a:pt x="40534" y="73972"/>
                  </a:lnTo>
                  <a:lnTo>
                    <a:pt x="40534" y="79459"/>
                  </a:lnTo>
                  <a:lnTo>
                    <a:pt x="44058" y="79459"/>
                  </a:lnTo>
                  <a:lnTo>
                    <a:pt x="50412" y="88327"/>
                  </a:lnTo>
                  <a:lnTo>
                    <a:pt x="46702" y="92410"/>
                  </a:lnTo>
                  <a:lnTo>
                    <a:pt x="48510" y="101365"/>
                  </a:lnTo>
                  <a:lnTo>
                    <a:pt x="45218" y="106063"/>
                  </a:lnTo>
                  <a:lnTo>
                    <a:pt x="50087" y="107775"/>
                  </a:lnTo>
                  <a:lnTo>
                    <a:pt x="50087" y="113438"/>
                  </a:lnTo>
                  <a:lnTo>
                    <a:pt x="46887" y="115896"/>
                  </a:lnTo>
                  <a:lnTo>
                    <a:pt x="46887" y="120198"/>
                  </a:lnTo>
                  <a:lnTo>
                    <a:pt x="54122" y="128978"/>
                  </a:lnTo>
                  <a:lnTo>
                    <a:pt x="54122" y="141183"/>
                  </a:lnTo>
                  <a:lnTo>
                    <a:pt x="47954" y="151587"/>
                  </a:lnTo>
                  <a:lnTo>
                    <a:pt x="56163" y="164186"/>
                  </a:lnTo>
                  <a:lnTo>
                    <a:pt x="56163" y="170815"/>
                  </a:lnTo>
                  <a:lnTo>
                    <a:pt x="59038" y="170815"/>
                  </a:lnTo>
                  <a:lnTo>
                    <a:pt x="62238" y="175469"/>
                  </a:lnTo>
                  <a:lnTo>
                    <a:pt x="67154" y="175732"/>
                  </a:lnTo>
                  <a:lnTo>
                    <a:pt x="72348" y="180649"/>
                  </a:lnTo>
                  <a:lnTo>
                    <a:pt x="73786" y="195487"/>
                  </a:lnTo>
                  <a:lnTo>
                    <a:pt x="76105" y="199614"/>
                  </a:lnTo>
                  <a:lnTo>
                    <a:pt x="75548" y="202072"/>
                  </a:lnTo>
                  <a:lnTo>
                    <a:pt x="72070" y="199350"/>
                  </a:lnTo>
                  <a:lnTo>
                    <a:pt x="72627" y="204004"/>
                  </a:lnTo>
                  <a:lnTo>
                    <a:pt x="65670" y="202643"/>
                  </a:lnTo>
                  <a:cubicBezTo>
                    <a:pt x="65670" y="202643"/>
                    <a:pt x="61032" y="206199"/>
                    <a:pt x="61032" y="207033"/>
                  </a:cubicBezTo>
                  <a:cubicBezTo>
                    <a:pt x="61032" y="207867"/>
                    <a:pt x="58992" y="213091"/>
                    <a:pt x="58992" y="213091"/>
                  </a:cubicBezTo>
                  <a:cubicBezTo>
                    <a:pt x="58992" y="213091"/>
                    <a:pt x="46238" y="224593"/>
                    <a:pt x="45960" y="231485"/>
                  </a:cubicBezTo>
                  <a:lnTo>
                    <a:pt x="41925" y="231749"/>
                  </a:lnTo>
                  <a:lnTo>
                    <a:pt x="42203" y="234470"/>
                  </a:lnTo>
                  <a:lnTo>
                    <a:pt x="36684" y="239694"/>
                  </a:lnTo>
                  <a:cubicBezTo>
                    <a:pt x="36684" y="239694"/>
                    <a:pt x="36406" y="237236"/>
                    <a:pt x="35525" y="237763"/>
                  </a:cubicBezTo>
                  <a:cubicBezTo>
                    <a:pt x="34644" y="238290"/>
                    <a:pt x="32649" y="239694"/>
                    <a:pt x="32649" y="239694"/>
                  </a:cubicBezTo>
                  <a:lnTo>
                    <a:pt x="30934" y="244084"/>
                  </a:lnTo>
                  <a:lnTo>
                    <a:pt x="29218" y="247948"/>
                  </a:lnTo>
                  <a:lnTo>
                    <a:pt x="24302" y="252864"/>
                  </a:lnTo>
                  <a:lnTo>
                    <a:pt x="27780" y="255894"/>
                  </a:lnTo>
                  <a:lnTo>
                    <a:pt x="24302" y="256991"/>
                  </a:lnTo>
                  <a:lnTo>
                    <a:pt x="21102" y="259713"/>
                  </a:lnTo>
                  <a:lnTo>
                    <a:pt x="16186" y="258615"/>
                  </a:lnTo>
                  <a:lnTo>
                    <a:pt x="12986" y="258879"/>
                  </a:lnTo>
                  <a:lnTo>
                    <a:pt x="10667" y="255016"/>
                  </a:lnTo>
                  <a:lnTo>
                    <a:pt x="7791" y="258308"/>
                  </a:lnTo>
                  <a:lnTo>
                    <a:pt x="9507" y="262698"/>
                  </a:lnTo>
                  <a:lnTo>
                    <a:pt x="12383" y="261030"/>
                  </a:lnTo>
                  <a:lnTo>
                    <a:pt x="14099" y="263752"/>
                  </a:lnTo>
                  <a:cubicBezTo>
                    <a:pt x="14099" y="263752"/>
                    <a:pt x="6864" y="270337"/>
                    <a:pt x="6585" y="275254"/>
                  </a:cubicBezTo>
                  <a:cubicBezTo>
                    <a:pt x="6307" y="280170"/>
                    <a:pt x="5148" y="286755"/>
                    <a:pt x="10620" y="288687"/>
                  </a:cubicBezTo>
                  <a:lnTo>
                    <a:pt x="10899" y="292814"/>
                  </a:lnTo>
                  <a:cubicBezTo>
                    <a:pt x="10899" y="292814"/>
                    <a:pt x="5983" y="301594"/>
                    <a:pt x="14099" y="307915"/>
                  </a:cubicBezTo>
                  <a:cubicBezTo>
                    <a:pt x="14099" y="307915"/>
                    <a:pt x="15258" y="319988"/>
                    <a:pt x="13217" y="323807"/>
                  </a:cubicBezTo>
                  <a:cubicBezTo>
                    <a:pt x="11177" y="327670"/>
                    <a:pt x="9739" y="331753"/>
                    <a:pt x="9739" y="331753"/>
                  </a:cubicBezTo>
                  <a:lnTo>
                    <a:pt x="8301" y="334782"/>
                  </a:lnTo>
                  <a:lnTo>
                    <a:pt x="12058" y="335880"/>
                  </a:lnTo>
                  <a:lnTo>
                    <a:pt x="12058" y="342201"/>
                  </a:lnTo>
                  <a:lnTo>
                    <a:pt x="8580" y="342465"/>
                  </a:lnTo>
                  <a:cubicBezTo>
                    <a:pt x="8580" y="342465"/>
                    <a:pt x="8301" y="344923"/>
                    <a:pt x="9136" y="345186"/>
                  </a:cubicBezTo>
                  <a:cubicBezTo>
                    <a:pt x="10017" y="345450"/>
                    <a:pt x="14933" y="347645"/>
                    <a:pt x="14933" y="347645"/>
                  </a:cubicBezTo>
                  <a:lnTo>
                    <a:pt x="17252" y="344616"/>
                  </a:lnTo>
                  <a:lnTo>
                    <a:pt x="18412" y="349269"/>
                  </a:lnTo>
                  <a:lnTo>
                    <a:pt x="19293" y="352825"/>
                  </a:lnTo>
                  <a:lnTo>
                    <a:pt x="21612" y="347337"/>
                  </a:lnTo>
                  <a:lnTo>
                    <a:pt x="23652" y="348698"/>
                  </a:lnTo>
                  <a:lnTo>
                    <a:pt x="20777" y="353352"/>
                  </a:lnTo>
                  <a:lnTo>
                    <a:pt x="15861" y="355020"/>
                  </a:lnTo>
                  <a:lnTo>
                    <a:pt x="10064" y="355547"/>
                  </a:lnTo>
                  <a:lnTo>
                    <a:pt x="15861" y="358576"/>
                  </a:lnTo>
                  <a:lnTo>
                    <a:pt x="22818" y="356644"/>
                  </a:lnTo>
                  <a:lnTo>
                    <a:pt x="25136" y="355547"/>
                  </a:lnTo>
                  <a:lnTo>
                    <a:pt x="29496" y="354449"/>
                  </a:lnTo>
                  <a:cubicBezTo>
                    <a:pt x="29496" y="354449"/>
                    <a:pt x="26018" y="359190"/>
                    <a:pt x="27548" y="360507"/>
                  </a:cubicBezTo>
                  <a:cubicBezTo>
                    <a:pt x="29078" y="361781"/>
                    <a:pt x="31026" y="362176"/>
                    <a:pt x="31026" y="362176"/>
                  </a:cubicBezTo>
                  <a:lnTo>
                    <a:pt x="34134" y="360727"/>
                  </a:lnTo>
                  <a:lnTo>
                    <a:pt x="35664" y="362000"/>
                  </a:lnTo>
                  <a:lnTo>
                    <a:pt x="34876" y="364019"/>
                  </a:lnTo>
                  <a:lnTo>
                    <a:pt x="39142" y="364546"/>
                  </a:lnTo>
                  <a:lnTo>
                    <a:pt x="37612" y="366566"/>
                  </a:lnTo>
                  <a:lnTo>
                    <a:pt x="39142" y="367092"/>
                  </a:lnTo>
                  <a:lnTo>
                    <a:pt x="42621" y="365424"/>
                  </a:lnTo>
                  <a:lnTo>
                    <a:pt x="45728" y="365775"/>
                  </a:lnTo>
                  <a:lnTo>
                    <a:pt x="47490" y="363580"/>
                  </a:lnTo>
                  <a:lnTo>
                    <a:pt x="50969" y="363229"/>
                  </a:lnTo>
                  <a:lnTo>
                    <a:pt x="53844" y="361956"/>
                  </a:lnTo>
                  <a:lnTo>
                    <a:pt x="57137" y="359937"/>
                  </a:lnTo>
                  <a:lnTo>
                    <a:pt x="59456" y="361034"/>
                  </a:lnTo>
                  <a:lnTo>
                    <a:pt x="62145" y="361210"/>
                  </a:lnTo>
                  <a:lnTo>
                    <a:pt x="62702" y="358268"/>
                  </a:lnTo>
                  <a:lnTo>
                    <a:pt x="65392" y="357522"/>
                  </a:lnTo>
                  <a:lnTo>
                    <a:pt x="68685" y="357522"/>
                  </a:lnTo>
                  <a:lnTo>
                    <a:pt x="70215" y="356776"/>
                  </a:lnTo>
                  <a:lnTo>
                    <a:pt x="71004" y="354932"/>
                  </a:lnTo>
                  <a:lnTo>
                    <a:pt x="74111" y="354405"/>
                  </a:lnTo>
                  <a:lnTo>
                    <a:pt x="78749" y="352386"/>
                  </a:lnTo>
                  <a:lnTo>
                    <a:pt x="80279" y="354405"/>
                  </a:lnTo>
                  <a:lnTo>
                    <a:pt x="86076" y="353878"/>
                  </a:lnTo>
                  <a:lnTo>
                    <a:pt x="85705" y="350015"/>
                  </a:lnTo>
                  <a:lnTo>
                    <a:pt x="87236" y="349840"/>
                  </a:lnTo>
                  <a:lnTo>
                    <a:pt x="91502" y="349313"/>
                  </a:lnTo>
                  <a:lnTo>
                    <a:pt x="98644" y="347645"/>
                  </a:lnTo>
                  <a:lnTo>
                    <a:pt x="103097" y="346547"/>
                  </a:lnTo>
                  <a:lnTo>
                    <a:pt x="108105" y="346547"/>
                  </a:lnTo>
                  <a:lnTo>
                    <a:pt x="111723" y="347074"/>
                  </a:lnTo>
                  <a:lnTo>
                    <a:pt x="115572" y="340752"/>
                  </a:lnTo>
                  <a:lnTo>
                    <a:pt x="129485" y="327319"/>
                  </a:lnTo>
                  <a:close/>
                  <a:moveTo>
                    <a:pt x="159167" y="265991"/>
                  </a:moveTo>
                  <a:lnTo>
                    <a:pt x="162228" y="264893"/>
                  </a:lnTo>
                  <a:lnTo>
                    <a:pt x="162228" y="271741"/>
                  </a:lnTo>
                  <a:lnTo>
                    <a:pt x="156152" y="269546"/>
                  </a:lnTo>
                  <a:lnTo>
                    <a:pt x="159213" y="265991"/>
                  </a:lnTo>
                  <a:close/>
                  <a:moveTo>
                    <a:pt x="82830" y="299486"/>
                  </a:moveTo>
                  <a:lnTo>
                    <a:pt x="78470" y="306335"/>
                  </a:lnTo>
                  <a:lnTo>
                    <a:pt x="78470" y="323061"/>
                  </a:lnTo>
                  <a:lnTo>
                    <a:pt x="76151" y="323061"/>
                  </a:lnTo>
                  <a:lnTo>
                    <a:pt x="74435" y="318144"/>
                  </a:lnTo>
                  <a:lnTo>
                    <a:pt x="75873" y="306335"/>
                  </a:lnTo>
                  <a:lnTo>
                    <a:pt x="82830" y="295886"/>
                  </a:lnTo>
                  <a:lnTo>
                    <a:pt x="82830" y="299442"/>
                  </a:lnTo>
                  <a:close/>
                  <a:moveTo>
                    <a:pt x="86586" y="271215"/>
                  </a:moveTo>
                  <a:lnTo>
                    <a:pt x="81392" y="281663"/>
                  </a:lnTo>
                  <a:lnTo>
                    <a:pt x="79676" y="281663"/>
                  </a:lnTo>
                  <a:lnTo>
                    <a:pt x="84036" y="272356"/>
                  </a:lnTo>
                  <a:lnTo>
                    <a:pt x="82876" y="268229"/>
                  </a:lnTo>
                  <a:lnTo>
                    <a:pt x="78656" y="265771"/>
                  </a:lnTo>
                  <a:lnTo>
                    <a:pt x="78656" y="263049"/>
                  </a:lnTo>
                  <a:lnTo>
                    <a:pt x="86633" y="266078"/>
                  </a:lnTo>
                  <a:lnTo>
                    <a:pt x="86633" y="271302"/>
                  </a:lnTo>
                  <a:close/>
                  <a:moveTo>
                    <a:pt x="142517" y="306335"/>
                  </a:moveTo>
                  <a:lnTo>
                    <a:pt x="136720" y="306335"/>
                  </a:lnTo>
                  <a:lnTo>
                    <a:pt x="136720" y="302911"/>
                  </a:lnTo>
                  <a:lnTo>
                    <a:pt x="142517" y="299486"/>
                  </a:lnTo>
                  <a:lnTo>
                    <a:pt x="142517" y="306335"/>
                  </a:lnTo>
                  <a:close/>
                  <a:moveTo>
                    <a:pt x="144836" y="286009"/>
                  </a:moveTo>
                  <a:lnTo>
                    <a:pt x="142517" y="290399"/>
                  </a:lnTo>
                  <a:lnTo>
                    <a:pt x="140198" y="281619"/>
                  </a:lnTo>
                  <a:lnTo>
                    <a:pt x="144836" y="281619"/>
                  </a:lnTo>
                  <a:lnTo>
                    <a:pt x="144836" y="286009"/>
                  </a:lnTo>
                  <a:close/>
                  <a:moveTo>
                    <a:pt x="142517" y="277800"/>
                  </a:moveTo>
                  <a:lnTo>
                    <a:pt x="140198" y="273015"/>
                  </a:lnTo>
                  <a:lnTo>
                    <a:pt x="142517" y="268229"/>
                  </a:lnTo>
                  <a:lnTo>
                    <a:pt x="144836" y="272619"/>
                  </a:lnTo>
                  <a:lnTo>
                    <a:pt x="142517" y="277844"/>
                  </a:lnTo>
                  <a:close/>
                  <a:moveTo>
                    <a:pt x="134679" y="250626"/>
                  </a:moveTo>
                  <a:lnTo>
                    <a:pt x="142517" y="256113"/>
                  </a:lnTo>
                  <a:lnTo>
                    <a:pt x="147433" y="259406"/>
                  </a:lnTo>
                  <a:lnTo>
                    <a:pt x="150309" y="268186"/>
                  </a:lnTo>
                  <a:lnTo>
                    <a:pt x="145671" y="263532"/>
                  </a:lnTo>
                  <a:lnTo>
                    <a:pt x="141311" y="260810"/>
                  </a:lnTo>
                  <a:lnTo>
                    <a:pt x="138111" y="260810"/>
                  </a:lnTo>
                  <a:lnTo>
                    <a:pt x="134633" y="253260"/>
                  </a:lnTo>
                  <a:lnTo>
                    <a:pt x="134633" y="250626"/>
                  </a:lnTo>
                  <a:close/>
                  <a:moveTo>
                    <a:pt x="126007" y="274771"/>
                  </a:moveTo>
                  <a:lnTo>
                    <a:pt x="133242" y="281619"/>
                  </a:lnTo>
                  <a:lnTo>
                    <a:pt x="129624" y="281619"/>
                  </a:lnTo>
                  <a:lnTo>
                    <a:pt x="123966" y="274771"/>
                  </a:lnTo>
                  <a:lnTo>
                    <a:pt x="126007" y="274771"/>
                  </a:lnTo>
                  <a:close/>
                  <a:moveTo>
                    <a:pt x="125682" y="295930"/>
                  </a:moveTo>
                  <a:cubicBezTo>
                    <a:pt x="126842" y="297862"/>
                    <a:pt x="131201" y="302911"/>
                    <a:pt x="131201" y="302911"/>
                  </a:cubicBezTo>
                  <a:lnTo>
                    <a:pt x="125682" y="304140"/>
                  </a:lnTo>
                  <a:lnTo>
                    <a:pt x="123920" y="298081"/>
                  </a:lnTo>
                  <a:lnTo>
                    <a:pt x="125682" y="295886"/>
                  </a:lnTo>
                  <a:close/>
                  <a:moveTo>
                    <a:pt x="123966" y="306335"/>
                  </a:moveTo>
                  <a:lnTo>
                    <a:pt x="133242" y="308793"/>
                  </a:lnTo>
                  <a:lnTo>
                    <a:pt x="133242" y="311252"/>
                  </a:lnTo>
                  <a:lnTo>
                    <a:pt x="123966" y="310022"/>
                  </a:lnTo>
                  <a:lnTo>
                    <a:pt x="123966" y="306335"/>
                  </a:lnTo>
                  <a:close/>
                  <a:moveTo>
                    <a:pt x="108894" y="45963"/>
                  </a:moveTo>
                  <a:lnTo>
                    <a:pt x="111213" y="41310"/>
                  </a:lnTo>
                  <a:lnTo>
                    <a:pt x="116129" y="37447"/>
                  </a:lnTo>
                  <a:lnTo>
                    <a:pt x="119607" y="37447"/>
                  </a:lnTo>
                  <a:lnTo>
                    <a:pt x="124523" y="31389"/>
                  </a:lnTo>
                  <a:lnTo>
                    <a:pt x="124523" y="38237"/>
                  </a:lnTo>
                  <a:lnTo>
                    <a:pt x="117845" y="44822"/>
                  </a:lnTo>
                  <a:lnTo>
                    <a:pt x="121184" y="50046"/>
                  </a:lnTo>
                  <a:lnTo>
                    <a:pt x="116129" y="51407"/>
                  </a:lnTo>
                  <a:lnTo>
                    <a:pt x="113531" y="47675"/>
                  </a:lnTo>
                  <a:lnTo>
                    <a:pt x="113531" y="51407"/>
                  </a:lnTo>
                  <a:lnTo>
                    <a:pt x="107734" y="55138"/>
                  </a:lnTo>
                  <a:lnTo>
                    <a:pt x="107734" y="50002"/>
                  </a:lnTo>
                  <a:lnTo>
                    <a:pt x="101334" y="49475"/>
                  </a:lnTo>
                  <a:lnTo>
                    <a:pt x="108847" y="45919"/>
                  </a:lnTo>
                  <a:close/>
                  <a:moveTo>
                    <a:pt x="121369" y="277800"/>
                  </a:moveTo>
                  <a:lnTo>
                    <a:pt x="120210" y="281663"/>
                  </a:lnTo>
                  <a:lnTo>
                    <a:pt x="116453" y="283331"/>
                  </a:lnTo>
                  <a:lnTo>
                    <a:pt x="116453" y="277844"/>
                  </a:lnTo>
                  <a:lnTo>
                    <a:pt x="121369" y="277844"/>
                  </a:lnTo>
                  <a:close/>
                  <a:moveTo>
                    <a:pt x="116129" y="87405"/>
                  </a:moveTo>
                  <a:lnTo>
                    <a:pt x="110053" y="93156"/>
                  </a:lnTo>
                  <a:lnTo>
                    <a:pt x="106297" y="90259"/>
                  </a:lnTo>
                  <a:lnTo>
                    <a:pt x="106297" y="84069"/>
                  </a:lnTo>
                  <a:lnTo>
                    <a:pt x="111213" y="85166"/>
                  </a:lnTo>
                  <a:lnTo>
                    <a:pt x="116129" y="87361"/>
                  </a:lnTo>
                  <a:close/>
                  <a:moveTo>
                    <a:pt x="92662" y="79679"/>
                  </a:moveTo>
                  <a:lnTo>
                    <a:pt x="99062" y="84069"/>
                  </a:lnTo>
                  <a:lnTo>
                    <a:pt x="95862" y="88590"/>
                  </a:lnTo>
                  <a:lnTo>
                    <a:pt x="87467" y="79679"/>
                  </a:lnTo>
                  <a:lnTo>
                    <a:pt x="92662" y="79679"/>
                  </a:lnTo>
                  <a:close/>
                  <a:moveTo>
                    <a:pt x="91224" y="263005"/>
                  </a:moveTo>
                  <a:lnTo>
                    <a:pt x="92940" y="259449"/>
                  </a:lnTo>
                  <a:lnTo>
                    <a:pt x="95259" y="269327"/>
                  </a:lnTo>
                  <a:lnTo>
                    <a:pt x="91224" y="263005"/>
                  </a:lnTo>
                  <a:close/>
                  <a:moveTo>
                    <a:pt x="102818" y="228675"/>
                  </a:moveTo>
                  <a:lnTo>
                    <a:pt x="98459" y="224417"/>
                  </a:lnTo>
                  <a:lnTo>
                    <a:pt x="95259" y="218798"/>
                  </a:lnTo>
                  <a:lnTo>
                    <a:pt x="98459" y="215242"/>
                  </a:lnTo>
                  <a:lnTo>
                    <a:pt x="102818" y="215242"/>
                  </a:lnTo>
                  <a:lnTo>
                    <a:pt x="100778" y="221959"/>
                  </a:lnTo>
                  <a:lnTo>
                    <a:pt x="109172" y="221959"/>
                  </a:lnTo>
                  <a:lnTo>
                    <a:pt x="116407" y="220159"/>
                  </a:lnTo>
                  <a:lnTo>
                    <a:pt x="102772" y="228675"/>
                  </a:lnTo>
                  <a:close/>
                  <a:moveTo>
                    <a:pt x="114969" y="318144"/>
                  </a:moveTo>
                  <a:lnTo>
                    <a:pt x="120163" y="318144"/>
                  </a:lnTo>
                  <a:lnTo>
                    <a:pt x="123920" y="321173"/>
                  </a:lnTo>
                  <a:lnTo>
                    <a:pt x="128558" y="322270"/>
                  </a:lnTo>
                  <a:cubicBezTo>
                    <a:pt x="128001" y="323105"/>
                    <a:pt x="123920" y="328021"/>
                    <a:pt x="123920" y="328021"/>
                  </a:cubicBezTo>
                  <a:lnTo>
                    <a:pt x="111769" y="320075"/>
                  </a:lnTo>
                  <a:lnTo>
                    <a:pt x="114969" y="3181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5" name="Freeform: Shape 2154">
              <a:extLst>
                <a:ext uri="{FF2B5EF4-FFF2-40B4-BE49-F238E27FC236}">
                  <a16:creationId xmlns:a16="http://schemas.microsoft.com/office/drawing/2014/main" id="{73BD6980-D50F-6C1B-0432-2F7A9CE485E5}"/>
                </a:ext>
              </a:extLst>
            </p:cNvPr>
            <p:cNvSpPr>
              <a:spLocks/>
            </p:cNvSpPr>
            <p:nvPr/>
          </p:nvSpPr>
          <p:spPr>
            <a:xfrm>
              <a:off x="5276933" y="3700418"/>
              <a:ext cx="141832" cy="96456"/>
            </a:xfrm>
            <a:custGeom>
              <a:avLst/>
              <a:gdLst>
                <a:gd name="connsiteX0" fmla="*/ 32041 w 95021"/>
                <a:gd name="connsiteY0" fmla="*/ 59572 h 64621"/>
                <a:gd name="connsiteX1" fmla="*/ 32829 w 95021"/>
                <a:gd name="connsiteY1" fmla="*/ 59309 h 64621"/>
                <a:gd name="connsiteX2" fmla="*/ 66175 w 95021"/>
                <a:gd name="connsiteY2" fmla="*/ 59836 h 64621"/>
                <a:gd name="connsiteX3" fmla="*/ 67102 w 95021"/>
                <a:gd name="connsiteY3" fmla="*/ 60319 h 64621"/>
                <a:gd name="connsiteX4" fmla="*/ 68772 w 95021"/>
                <a:gd name="connsiteY4" fmla="*/ 62689 h 64621"/>
                <a:gd name="connsiteX5" fmla="*/ 70395 w 95021"/>
                <a:gd name="connsiteY5" fmla="*/ 61636 h 64621"/>
                <a:gd name="connsiteX6" fmla="*/ 71601 w 95021"/>
                <a:gd name="connsiteY6" fmla="*/ 61592 h 64621"/>
                <a:gd name="connsiteX7" fmla="*/ 77398 w 95021"/>
                <a:gd name="connsiteY7" fmla="*/ 64577 h 64621"/>
                <a:gd name="connsiteX8" fmla="*/ 79160 w 95021"/>
                <a:gd name="connsiteY8" fmla="*/ 63524 h 64621"/>
                <a:gd name="connsiteX9" fmla="*/ 79763 w 95021"/>
                <a:gd name="connsiteY9" fmla="*/ 63348 h 64621"/>
                <a:gd name="connsiteX10" fmla="*/ 93862 w 95021"/>
                <a:gd name="connsiteY10" fmla="*/ 63348 h 64621"/>
                <a:gd name="connsiteX11" fmla="*/ 95021 w 95021"/>
                <a:gd name="connsiteY11" fmla="*/ 57158 h 64621"/>
                <a:gd name="connsiteX12" fmla="*/ 89688 w 95021"/>
                <a:gd name="connsiteY12" fmla="*/ 52109 h 64621"/>
                <a:gd name="connsiteX13" fmla="*/ 86117 w 95021"/>
                <a:gd name="connsiteY13" fmla="*/ 52109 h 64621"/>
                <a:gd name="connsiteX14" fmla="*/ 85004 w 95021"/>
                <a:gd name="connsiteY14" fmla="*/ 51363 h 64621"/>
                <a:gd name="connsiteX15" fmla="*/ 83566 w 95021"/>
                <a:gd name="connsiteY15" fmla="*/ 47500 h 64621"/>
                <a:gd name="connsiteX16" fmla="*/ 83520 w 95021"/>
                <a:gd name="connsiteY16" fmla="*/ 47149 h 64621"/>
                <a:gd name="connsiteX17" fmla="*/ 83520 w 95021"/>
                <a:gd name="connsiteY17" fmla="*/ 38149 h 64621"/>
                <a:gd name="connsiteX18" fmla="*/ 79114 w 95021"/>
                <a:gd name="connsiteY18" fmla="*/ 35471 h 64621"/>
                <a:gd name="connsiteX19" fmla="*/ 78604 w 95021"/>
                <a:gd name="connsiteY19" fmla="*/ 34549 h 64621"/>
                <a:gd name="connsiteX20" fmla="*/ 78604 w 95021"/>
                <a:gd name="connsiteY20" fmla="*/ 29852 h 64621"/>
                <a:gd name="connsiteX21" fmla="*/ 68865 w 95021"/>
                <a:gd name="connsiteY21" fmla="*/ 21687 h 64621"/>
                <a:gd name="connsiteX22" fmla="*/ 68679 w 95021"/>
                <a:gd name="connsiteY22" fmla="*/ 21467 h 64621"/>
                <a:gd name="connsiteX23" fmla="*/ 64922 w 95021"/>
                <a:gd name="connsiteY23" fmla="*/ 15980 h 64621"/>
                <a:gd name="connsiteX24" fmla="*/ 60609 w 95021"/>
                <a:gd name="connsiteY24" fmla="*/ 7770 h 64621"/>
                <a:gd name="connsiteX25" fmla="*/ 54766 w 95021"/>
                <a:gd name="connsiteY25" fmla="*/ 8473 h 64621"/>
                <a:gd name="connsiteX26" fmla="*/ 53746 w 95021"/>
                <a:gd name="connsiteY26" fmla="*/ 8078 h 64621"/>
                <a:gd name="connsiteX27" fmla="*/ 46603 w 95021"/>
                <a:gd name="connsiteY27" fmla="*/ 0 h 64621"/>
                <a:gd name="connsiteX28" fmla="*/ 18731 w 95021"/>
                <a:gd name="connsiteY28" fmla="*/ 1580 h 64621"/>
                <a:gd name="connsiteX29" fmla="*/ 11264 w 95021"/>
                <a:gd name="connsiteY29" fmla="*/ 10273 h 64621"/>
                <a:gd name="connsiteX30" fmla="*/ 11218 w 95021"/>
                <a:gd name="connsiteY30" fmla="*/ 10668 h 64621"/>
                <a:gd name="connsiteX31" fmla="*/ 504 w 95021"/>
                <a:gd name="connsiteY31" fmla="*/ 27130 h 64621"/>
                <a:gd name="connsiteX32" fmla="*/ 11078 w 95021"/>
                <a:gd name="connsiteY32" fmla="*/ 44866 h 64621"/>
                <a:gd name="connsiteX33" fmla="*/ 28285 w 95021"/>
                <a:gd name="connsiteY33" fmla="*/ 44427 h 64621"/>
                <a:gd name="connsiteX34" fmla="*/ 36447 w 95021"/>
                <a:gd name="connsiteY34" fmla="*/ 40169 h 64621"/>
                <a:gd name="connsiteX35" fmla="*/ 37653 w 95021"/>
                <a:gd name="connsiteY35" fmla="*/ 40169 h 64621"/>
                <a:gd name="connsiteX36" fmla="*/ 47670 w 95021"/>
                <a:gd name="connsiteY36" fmla="*/ 46358 h 64621"/>
                <a:gd name="connsiteX37" fmla="*/ 52679 w 95021"/>
                <a:gd name="connsiteY37" fmla="*/ 45217 h 64621"/>
                <a:gd name="connsiteX38" fmla="*/ 53606 w 95021"/>
                <a:gd name="connsiteY38" fmla="*/ 45393 h 64621"/>
                <a:gd name="connsiteX39" fmla="*/ 57966 w 95021"/>
                <a:gd name="connsiteY39" fmla="*/ 48115 h 64621"/>
                <a:gd name="connsiteX40" fmla="*/ 58476 w 95021"/>
                <a:gd name="connsiteY40" fmla="*/ 49212 h 64621"/>
                <a:gd name="connsiteX41" fmla="*/ 57641 w 95021"/>
                <a:gd name="connsiteY41" fmla="*/ 50090 h 64621"/>
                <a:gd name="connsiteX42" fmla="*/ 47809 w 95021"/>
                <a:gd name="connsiteY42" fmla="*/ 52680 h 64621"/>
                <a:gd name="connsiteX43" fmla="*/ 46928 w 95021"/>
                <a:gd name="connsiteY43" fmla="*/ 52592 h 64621"/>
                <a:gd name="connsiteX44" fmla="*/ 37560 w 95021"/>
                <a:gd name="connsiteY44" fmla="*/ 47632 h 64621"/>
                <a:gd name="connsiteX45" fmla="*/ 33247 w 95021"/>
                <a:gd name="connsiteY45" fmla="*/ 51714 h 64621"/>
                <a:gd name="connsiteX46" fmla="*/ 32412 w 95021"/>
                <a:gd name="connsiteY46" fmla="*/ 52022 h 64621"/>
                <a:gd name="connsiteX47" fmla="*/ 26893 w 95021"/>
                <a:gd name="connsiteY47" fmla="*/ 52022 h 64621"/>
                <a:gd name="connsiteX48" fmla="*/ 26893 w 95021"/>
                <a:gd name="connsiteY48" fmla="*/ 53119 h 64621"/>
                <a:gd name="connsiteX49" fmla="*/ 25734 w 95021"/>
                <a:gd name="connsiteY49" fmla="*/ 54217 h 64621"/>
                <a:gd name="connsiteX50" fmla="*/ 11960 w 95021"/>
                <a:gd name="connsiteY50" fmla="*/ 54217 h 64621"/>
                <a:gd name="connsiteX51" fmla="*/ 8389 w 95021"/>
                <a:gd name="connsiteY51" fmla="*/ 56982 h 64621"/>
                <a:gd name="connsiteX52" fmla="*/ 8620 w 95021"/>
                <a:gd name="connsiteY52" fmla="*/ 61329 h 64621"/>
                <a:gd name="connsiteX53" fmla="*/ 9548 w 95021"/>
                <a:gd name="connsiteY53" fmla="*/ 64621 h 64621"/>
                <a:gd name="connsiteX54" fmla="*/ 25873 w 95021"/>
                <a:gd name="connsiteY54" fmla="*/ 64621 h 64621"/>
                <a:gd name="connsiteX55" fmla="*/ 32226 w 95021"/>
                <a:gd name="connsiteY55" fmla="*/ 59397 h 64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95021" h="64621">
                  <a:moveTo>
                    <a:pt x="32041" y="59572"/>
                  </a:moveTo>
                  <a:cubicBezTo>
                    <a:pt x="32041" y="59572"/>
                    <a:pt x="32458" y="59265"/>
                    <a:pt x="32829" y="59309"/>
                  </a:cubicBezTo>
                  <a:lnTo>
                    <a:pt x="66175" y="59836"/>
                  </a:lnTo>
                  <a:cubicBezTo>
                    <a:pt x="66546" y="59836"/>
                    <a:pt x="66917" y="60011"/>
                    <a:pt x="67102" y="60319"/>
                  </a:cubicBezTo>
                  <a:lnTo>
                    <a:pt x="68772" y="62689"/>
                  </a:lnTo>
                  <a:lnTo>
                    <a:pt x="70395" y="61636"/>
                  </a:lnTo>
                  <a:cubicBezTo>
                    <a:pt x="70766" y="61416"/>
                    <a:pt x="71230" y="61372"/>
                    <a:pt x="71601" y="61592"/>
                  </a:cubicBezTo>
                  <a:lnTo>
                    <a:pt x="77398" y="64577"/>
                  </a:lnTo>
                  <a:lnTo>
                    <a:pt x="79160" y="63524"/>
                  </a:lnTo>
                  <a:cubicBezTo>
                    <a:pt x="79160" y="63524"/>
                    <a:pt x="79578" y="63348"/>
                    <a:pt x="79763" y="63348"/>
                  </a:cubicBezTo>
                  <a:lnTo>
                    <a:pt x="93862" y="63348"/>
                  </a:lnTo>
                  <a:lnTo>
                    <a:pt x="95021" y="57158"/>
                  </a:lnTo>
                  <a:lnTo>
                    <a:pt x="89688" y="52109"/>
                  </a:lnTo>
                  <a:lnTo>
                    <a:pt x="86117" y="52109"/>
                  </a:lnTo>
                  <a:cubicBezTo>
                    <a:pt x="85607" y="52109"/>
                    <a:pt x="85189" y="51802"/>
                    <a:pt x="85004" y="51363"/>
                  </a:cubicBezTo>
                  <a:lnTo>
                    <a:pt x="83566" y="47500"/>
                  </a:lnTo>
                  <a:cubicBezTo>
                    <a:pt x="83566" y="47500"/>
                    <a:pt x="83520" y="47237"/>
                    <a:pt x="83520" y="47149"/>
                  </a:cubicBezTo>
                  <a:lnTo>
                    <a:pt x="83520" y="38149"/>
                  </a:lnTo>
                  <a:lnTo>
                    <a:pt x="79114" y="35471"/>
                  </a:lnTo>
                  <a:cubicBezTo>
                    <a:pt x="78789" y="35252"/>
                    <a:pt x="78604" y="34945"/>
                    <a:pt x="78604" y="34549"/>
                  </a:cubicBezTo>
                  <a:lnTo>
                    <a:pt x="78604" y="29852"/>
                  </a:lnTo>
                  <a:lnTo>
                    <a:pt x="68865" y="21687"/>
                  </a:lnTo>
                  <a:cubicBezTo>
                    <a:pt x="68865" y="21687"/>
                    <a:pt x="68725" y="21555"/>
                    <a:pt x="68679" y="21467"/>
                  </a:cubicBezTo>
                  <a:lnTo>
                    <a:pt x="64922" y="15980"/>
                  </a:lnTo>
                  <a:lnTo>
                    <a:pt x="60609" y="7770"/>
                  </a:lnTo>
                  <a:lnTo>
                    <a:pt x="54766" y="8473"/>
                  </a:lnTo>
                  <a:cubicBezTo>
                    <a:pt x="54395" y="8473"/>
                    <a:pt x="53977" y="8385"/>
                    <a:pt x="53746" y="8078"/>
                  </a:cubicBezTo>
                  <a:lnTo>
                    <a:pt x="46603" y="0"/>
                  </a:lnTo>
                  <a:lnTo>
                    <a:pt x="18731" y="1580"/>
                  </a:lnTo>
                  <a:lnTo>
                    <a:pt x="11264" y="10273"/>
                  </a:lnTo>
                  <a:cubicBezTo>
                    <a:pt x="11264" y="10273"/>
                    <a:pt x="11218" y="10536"/>
                    <a:pt x="11218" y="10668"/>
                  </a:cubicBezTo>
                  <a:cubicBezTo>
                    <a:pt x="11218" y="15058"/>
                    <a:pt x="3983" y="26559"/>
                    <a:pt x="504" y="27130"/>
                  </a:cubicBezTo>
                  <a:cubicBezTo>
                    <a:pt x="-2278" y="27569"/>
                    <a:pt x="7183" y="39949"/>
                    <a:pt x="11078" y="44866"/>
                  </a:cubicBezTo>
                  <a:lnTo>
                    <a:pt x="28285" y="44427"/>
                  </a:lnTo>
                  <a:lnTo>
                    <a:pt x="36447" y="40169"/>
                  </a:lnTo>
                  <a:cubicBezTo>
                    <a:pt x="36818" y="39993"/>
                    <a:pt x="37282" y="39993"/>
                    <a:pt x="37653" y="40169"/>
                  </a:cubicBezTo>
                  <a:lnTo>
                    <a:pt x="47670" y="46358"/>
                  </a:lnTo>
                  <a:lnTo>
                    <a:pt x="52679" y="45217"/>
                  </a:lnTo>
                  <a:cubicBezTo>
                    <a:pt x="53003" y="45129"/>
                    <a:pt x="53328" y="45217"/>
                    <a:pt x="53606" y="45393"/>
                  </a:cubicBezTo>
                  <a:lnTo>
                    <a:pt x="57966" y="48115"/>
                  </a:lnTo>
                  <a:cubicBezTo>
                    <a:pt x="58337" y="48334"/>
                    <a:pt x="58522" y="48773"/>
                    <a:pt x="58476" y="49212"/>
                  </a:cubicBezTo>
                  <a:cubicBezTo>
                    <a:pt x="58383" y="49651"/>
                    <a:pt x="58059" y="50002"/>
                    <a:pt x="57641" y="50090"/>
                  </a:cubicBezTo>
                  <a:lnTo>
                    <a:pt x="47809" y="52680"/>
                  </a:lnTo>
                  <a:cubicBezTo>
                    <a:pt x="47531" y="52768"/>
                    <a:pt x="47206" y="52680"/>
                    <a:pt x="46928" y="52592"/>
                  </a:cubicBezTo>
                  <a:lnTo>
                    <a:pt x="37560" y="47632"/>
                  </a:lnTo>
                  <a:lnTo>
                    <a:pt x="33247" y="51714"/>
                  </a:lnTo>
                  <a:cubicBezTo>
                    <a:pt x="33247" y="51714"/>
                    <a:pt x="32737" y="52022"/>
                    <a:pt x="32412" y="52022"/>
                  </a:cubicBezTo>
                  <a:lnTo>
                    <a:pt x="26893" y="52022"/>
                  </a:lnTo>
                  <a:lnTo>
                    <a:pt x="26893" y="53119"/>
                  </a:lnTo>
                  <a:cubicBezTo>
                    <a:pt x="26893" y="53734"/>
                    <a:pt x="26383" y="54217"/>
                    <a:pt x="25734" y="54217"/>
                  </a:cubicBezTo>
                  <a:lnTo>
                    <a:pt x="11960" y="54217"/>
                  </a:lnTo>
                  <a:lnTo>
                    <a:pt x="8389" y="56982"/>
                  </a:lnTo>
                  <a:lnTo>
                    <a:pt x="8620" y="61329"/>
                  </a:lnTo>
                  <a:lnTo>
                    <a:pt x="9548" y="64621"/>
                  </a:lnTo>
                  <a:lnTo>
                    <a:pt x="25873" y="64621"/>
                  </a:lnTo>
                  <a:lnTo>
                    <a:pt x="32226" y="593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6" name="Freeform: Shape 2155">
              <a:extLst>
                <a:ext uri="{FF2B5EF4-FFF2-40B4-BE49-F238E27FC236}">
                  <a16:creationId xmlns:a16="http://schemas.microsoft.com/office/drawing/2014/main" id="{62108292-879C-02E1-3F7D-AD66E2118578}"/>
                </a:ext>
              </a:extLst>
            </p:cNvPr>
            <p:cNvSpPr>
              <a:spLocks/>
            </p:cNvSpPr>
            <p:nvPr/>
          </p:nvSpPr>
          <p:spPr>
            <a:xfrm>
              <a:off x="6548089" y="3670276"/>
              <a:ext cx="155824" cy="127056"/>
            </a:xfrm>
            <a:custGeom>
              <a:avLst/>
              <a:gdLst>
                <a:gd name="connsiteX0" fmla="*/ 28290 w 104395"/>
                <a:gd name="connsiteY0" fmla="*/ 5619 h 85122"/>
                <a:gd name="connsiteX1" fmla="*/ 18644 w 104395"/>
                <a:gd name="connsiteY1" fmla="*/ 8999 h 85122"/>
                <a:gd name="connsiteX2" fmla="*/ 17067 w 104395"/>
                <a:gd name="connsiteY2" fmla="*/ 13170 h 85122"/>
                <a:gd name="connsiteX3" fmla="*/ 15954 w 104395"/>
                <a:gd name="connsiteY3" fmla="*/ 13916 h 85122"/>
                <a:gd name="connsiteX4" fmla="*/ 9275 w 104395"/>
                <a:gd name="connsiteY4" fmla="*/ 13916 h 85122"/>
                <a:gd name="connsiteX5" fmla="*/ 9275 w 104395"/>
                <a:gd name="connsiteY5" fmla="*/ 17779 h 85122"/>
                <a:gd name="connsiteX6" fmla="*/ 8858 w 104395"/>
                <a:gd name="connsiteY6" fmla="*/ 18614 h 85122"/>
                <a:gd name="connsiteX7" fmla="*/ 5844 w 104395"/>
                <a:gd name="connsiteY7" fmla="*/ 21028 h 85122"/>
                <a:gd name="connsiteX8" fmla="*/ 9090 w 104395"/>
                <a:gd name="connsiteY8" fmla="*/ 25989 h 85122"/>
                <a:gd name="connsiteX9" fmla="*/ 9090 w 104395"/>
                <a:gd name="connsiteY9" fmla="*/ 27086 h 85122"/>
                <a:gd name="connsiteX10" fmla="*/ 0 w 104395"/>
                <a:gd name="connsiteY10" fmla="*/ 42934 h 85122"/>
                <a:gd name="connsiteX11" fmla="*/ 2087 w 104395"/>
                <a:gd name="connsiteY11" fmla="*/ 55358 h 85122"/>
                <a:gd name="connsiteX12" fmla="*/ 17670 w 104395"/>
                <a:gd name="connsiteY12" fmla="*/ 55358 h 85122"/>
                <a:gd name="connsiteX13" fmla="*/ 29032 w 104395"/>
                <a:gd name="connsiteY13" fmla="*/ 50266 h 85122"/>
                <a:gd name="connsiteX14" fmla="*/ 29682 w 104395"/>
                <a:gd name="connsiteY14" fmla="*/ 50178 h 85122"/>
                <a:gd name="connsiteX15" fmla="*/ 39003 w 104395"/>
                <a:gd name="connsiteY15" fmla="*/ 51495 h 85122"/>
                <a:gd name="connsiteX16" fmla="*/ 44568 w 104395"/>
                <a:gd name="connsiteY16" fmla="*/ 50178 h 85122"/>
                <a:gd name="connsiteX17" fmla="*/ 45171 w 104395"/>
                <a:gd name="connsiteY17" fmla="*/ 50178 h 85122"/>
                <a:gd name="connsiteX18" fmla="*/ 53844 w 104395"/>
                <a:gd name="connsiteY18" fmla="*/ 52636 h 85122"/>
                <a:gd name="connsiteX19" fmla="*/ 56859 w 104395"/>
                <a:gd name="connsiteY19" fmla="*/ 50397 h 85122"/>
                <a:gd name="connsiteX20" fmla="*/ 58157 w 104395"/>
                <a:gd name="connsiteY20" fmla="*/ 50309 h 85122"/>
                <a:gd name="connsiteX21" fmla="*/ 73230 w 104395"/>
                <a:gd name="connsiteY21" fmla="*/ 58826 h 85122"/>
                <a:gd name="connsiteX22" fmla="*/ 73740 w 104395"/>
                <a:gd name="connsiteY22" fmla="*/ 59353 h 85122"/>
                <a:gd name="connsiteX23" fmla="*/ 76522 w 104395"/>
                <a:gd name="connsiteY23" fmla="*/ 66157 h 85122"/>
                <a:gd name="connsiteX24" fmla="*/ 86911 w 104395"/>
                <a:gd name="connsiteY24" fmla="*/ 72567 h 85122"/>
                <a:gd name="connsiteX25" fmla="*/ 87236 w 104395"/>
                <a:gd name="connsiteY25" fmla="*/ 72874 h 85122"/>
                <a:gd name="connsiteX26" fmla="*/ 95862 w 104395"/>
                <a:gd name="connsiteY26" fmla="*/ 85122 h 85122"/>
                <a:gd name="connsiteX27" fmla="*/ 104395 w 104395"/>
                <a:gd name="connsiteY27" fmla="*/ 79678 h 85122"/>
                <a:gd name="connsiteX28" fmla="*/ 103329 w 104395"/>
                <a:gd name="connsiteY28" fmla="*/ 78669 h 85122"/>
                <a:gd name="connsiteX29" fmla="*/ 97253 w 104395"/>
                <a:gd name="connsiteY29" fmla="*/ 73752 h 85122"/>
                <a:gd name="connsiteX30" fmla="*/ 94378 w 104395"/>
                <a:gd name="connsiteY30" fmla="*/ 72655 h 85122"/>
                <a:gd name="connsiteX31" fmla="*/ 92616 w 104395"/>
                <a:gd name="connsiteY31" fmla="*/ 68001 h 85122"/>
                <a:gd name="connsiteX32" fmla="*/ 90018 w 104395"/>
                <a:gd name="connsiteY32" fmla="*/ 66070 h 85122"/>
                <a:gd name="connsiteX33" fmla="*/ 84500 w 104395"/>
                <a:gd name="connsiteY33" fmla="*/ 60582 h 85122"/>
                <a:gd name="connsiteX34" fmla="*/ 82459 w 104395"/>
                <a:gd name="connsiteY34" fmla="*/ 60582 h 85122"/>
                <a:gd name="connsiteX35" fmla="*/ 77821 w 104395"/>
                <a:gd name="connsiteY35" fmla="*/ 53470 h 85122"/>
                <a:gd name="connsiteX36" fmla="*/ 74343 w 104395"/>
                <a:gd name="connsiteY36" fmla="*/ 50748 h 85122"/>
                <a:gd name="connsiteX37" fmla="*/ 67386 w 104395"/>
                <a:gd name="connsiteY37" fmla="*/ 49914 h 85122"/>
                <a:gd name="connsiteX38" fmla="*/ 65346 w 104395"/>
                <a:gd name="connsiteY38" fmla="*/ 45788 h 85122"/>
                <a:gd name="connsiteX39" fmla="*/ 58111 w 104395"/>
                <a:gd name="connsiteY39" fmla="*/ 45261 h 85122"/>
                <a:gd name="connsiteX40" fmla="*/ 54911 w 104395"/>
                <a:gd name="connsiteY40" fmla="*/ 38676 h 85122"/>
                <a:gd name="connsiteX41" fmla="*/ 57230 w 104395"/>
                <a:gd name="connsiteY41" fmla="*/ 36744 h 85122"/>
                <a:gd name="connsiteX42" fmla="*/ 61867 w 104395"/>
                <a:gd name="connsiteY42" fmla="*/ 36481 h 85122"/>
                <a:gd name="connsiteX43" fmla="*/ 58667 w 104395"/>
                <a:gd name="connsiteY43" fmla="*/ 30730 h 85122"/>
                <a:gd name="connsiteX44" fmla="*/ 54030 w 104395"/>
                <a:gd name="connsiteY44" fmla="*/ 33188 h 85122"/>
                <a:gd name="connsiteX45" fmla="*/ 52314 w 104395"/>
                <a:gd name="connsiteY45" fmla="*/ 39247 h 85122"/>
                <a:gd name="connsiteX46" fmla="*/ 52314 w 104395"/>
                <a:gd name="connsiteY46" fmla="*/ 42539 h 85122"/>
                <a:gd name="connsiteX47" fmla="*/ 47676 w 104395"/>
                <a:gd name="connsiteY47" fmla="*/ 37886 h 85122"/>
                <a:gd name="connsiteX48" fmla="*/ 44801 w 104395"/>
                <a:gd name="connsiteY48" fmla="*/ 29633 h 85122"/>
                <a:gd name="connsiteX49" fmla="*/ 42760 w 104395"/>
                <a:gd name="connsiteY49" fmla="*/ 19184 h 85122"/>
                <a:gd name="connsiteX50" fmla="*/ 33670 w 104395"/>
                <a:gd name="connsiteY50" fmla="*/ 0 h 85122"/>
                <a:gd name="connsiteX51" fmla="*/ 28522 w 104395"/>
                <a:gd name="connsiteY51" fmla="*/ 5400 h 85122"/>
                <a:gd name="connsiteX52" fmla="*/ 28058 w 104395"/>
                <a:gd name="connsiteY52" fmla="*/ 5707 h 8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4395" h="85122">
                  <a:moveTo>
                    <a:pt x="28290" y="5619"/>
                  </a:moveTo>
                  <a:lnTo>
                    <a:pt x="18644" y="8999"/>
                  </a:lnTo>
                  <a:lnTo>
                    <a:pt x="17067" y="13170"/>
                  </a:lnTo>
                  <a:cubicBezTo>
                    <a:pt x="16881" y="13609"/>
                    <a:pt x="16464" y="13916"/>
                    <a:pt x="15954" y="13916"/>
                  </a:cubicBezTo>
                  <a:lnTo>
                    <a:pt x="9275" y="13916"/>
                  </a:lnTo>
                  <a:lnTo>
                    <a:pt x="9275" y="17779"/>
                  </a:lnTo>
                  <a:cubicBezTo>
                    <a:pt x="9275" y="18087"/>
                    <a:pt x="9136" y="18394"/>
                    <a:pt x="8858" y="18614"/>
                  </a:cubicBezTo>
                  <a:lnTo>
                    <a:pt x="5844" y="21028"/>
                  </a:lnTo>
                  <a:lnTo>
                    <a:pt x="9090" y="25989"/>
                  </a:lnTo>
                  <a:cubicBezTo>
                    <a:pt x="9322" y="26340"/>
                    <a:pt x="9322" y="26735"/>
                    <a:pt x="9090" y="27086"/>
                  </a:cubicBezTo>
                  <a:lnTo>
                    <a:pt x="0" y="42934"/>
                  </a:lnTo>
                  <a:lnTo>
                    <a:pt x="2087" y="55358"/>
                  </a:lnTo>
                  <a:lnTo>
                    <a:pt x="17670" y="55358"/>
                  </a:lnTo>
                  <a:lnTo>
                    <a:pt x="29032" y="50266"/>
                  </a:lnTo>
                  <a:cubicBezTo>
                    <a:pt x="29032" y="50266"/>
                    <a:pt x="29496" y="50134"/>
                    <a:pt x="29682" y="50178"/>
                  </a:cubicBezTo>
                  <a:lnTo>
                    <a:pt x="39003" y="51495"/>
                  </a:lnTo>
                  <a:lnTo>
                    <a:pt x="44568" y="50178"/>
                  </a:lnTo>
                  <a:cubicBezTo>
                    <a:pt x="44568" y="50178"/>
                    <a:pt x="44986" y="50178"/>
                    <a:pt x="45171" y="50178"/>
                  </a:cubicBezTo>
                  <a:lnTo>
                    <a:pt x="53844" y="52636"/>
                  </a:lnTo>
                  <a:lnTo>
                    <a:pt x="56859" y="50397"/>
                  </a:lnTo>
                  <a:cubicBezTo>
                    <a:pt x="57230" y="50134"/>
                    <a:pt x="57786" y="50090"/>
                    <a:pt x="58157" y="50309"/>
                  </a:cubicBezTo>
                  <a:lnTo>
                    <a:pt x="73230" y="58826"/>
                  </a:lnTo>
                  <a:cubicBezTo>
                    <a:pt x="73230" y="58826"/>
                    <a:pt x="73601" y="59133"/>
                    <a:pt x="73740" y="59353"/>
                  </a:cubicBezTo>
                  <a:lnTo>
                    <a:pt x="76522" y="66157"/>
                  </a:lnTo>
                  <a:lnTo>
                    <a:pt x="86911" y="72567"/>
                  </a:lnTo>
                  <a:cubicBezTo>
                    <a:pt x="86911" y="72567"/>
                    <a:pt x="87143" y="72742"/>
                    <a:pt x="87236" y="72874"/>
                  </a:cubicBezTo>
                  <a:lnTo>
                    <a:pt x="95862" y="85122"/>
                  </a:lnTo>
                  <a:lnTo>
                    <a:pt x="104395" y="79678"/>
                  </a:lnTo>
                  <a:lnTo>
                    <a:pt x="103329" y="78669"/>
                  </a:lnTo>
                  <a:lnTo>
                    <a:pt x="97253" y="73752"/>
                  </a:lnTo>
                  <a:lnTo>
                    <a:pt x="94378" y="72655"/>
                  </a:lnTo>
                  <a:lnTo>
                    <a:pt x="92616" y="68001"/>
                  </a:lnTo>
                  <a:lnTo>
                    <a:pt x="90018" y="66070"/>
                  </a:lnTo>
                  <a:lnTo>
                    <a:pt x="84500" y="60582"/>
                  </a:lnTo>
                  <a:lnTo>
                    <a:pt x="82459" y="60582"/>
                  </a:lnTo>
                  <a:lnTo>
                    <a:pt x="77821" y="53470"/>
                  </a:lnTo>
                  <a:lnTo>
                    <a:pt x="74343" y="50748"/>
                  </a:lnTo>
                  <a:lnTo>
                    <a:pt x="67386" y="49914"/>
                  </a:lnTo>
                  <a:lnTo>
                    <a:pt x="65346" y="45788"/>
                  </a:lnTo>
                  <a:lnTo>
                    <a:pt x="58111" y="45261"/>
                  </a:lnTo>
                  <a:lnTo>
                    <a:pt x="54911" y="38676"/>
                  </a:lnTo>
                  <a:lnTo>
                    <a:pt x="57230" y="36744"/>
                  </a:lnTo>
                  <a:lnTo>
                    <a:pt x="61867" y="36481"/>
                  </a:lnTo>
                  <a:lnTo>
                    <a:pt x="58667" y="30730"/>
                  </a:lnTo>
                  <a:cubicBezTo>
                    <a:pt x="58667" y="30730"/>
                    <a:pt x="54308" y="32398"/>
                    <a:pt x="54030" y="33188"/>
                  </a:cubicBezTo>
                  <a:cubicBezTo>
                    <a:pt x="53751" y="34023"/>
                    <a:pt x="52314" y="39247"/>
                    <a:pt x="52314" y="39247"/>
                  </a:cubicBezTo>
                  <a:lnTo>
                    <a:pt x="52314" y="42539"/>
                  </a:lnTo>
                  <a:lnTo>
                    <a:pt x="47676" y="37886"/>
                  </a:lnTo>
                  <a:lnTo>
                    <a:pt x="44801" y="29633"/>
                  </a:lnTo>
                  <a:lnTo>
                    <a:pt x="42760" y="19184"/>
                  </a:lnTo>
                  <a:cubicBezTo>
                    <a:pt x="42760" y="19184"/>
                    <a:pt x="39467" y="9175"/>
                    <a:pt x="33670" y="0"/>
                  </a:cubicBezTo>
                  <a:lnTo>
                    <a:pt x="28522" y="5400"/>
                  </a:lnTo>
                  <a:cubicBezTo>
                    <a:pt x="28522" y="5400"/>
                    <a:pt x="28244" y="5619"/>
                    <a:pt x="28058" y="57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7" name="Freeform: Shape 2156">
              <a:extLst>
                <a:ext uri="{FF2B5EF4-FFF2-40B4-BE49-F238E27FC236}">
                  <a16:creationId xmlns:a16="http://schemas.microsoft.com/office/drawing/2014/main" id="{0AC55092-86DC-78BB-0967-C299B83E9A88}"/>
                </a:ext>
              </a:extLst>
            </p:cNvPr>
            <p:cNvSpPr>
              <a:spLocks/>
            </p:cNvSpPr>
            <p:nvPr/>
          </p:nvSpPr>
          <p:spPr>
            <a:xfrm>
              <a:off x="6668331" y="3791369"/>
              <a:ext cx="48594" cy="39053"/>
            </a:xfrm>
            <a:custGeom>
              <a:avLst/>
              <a:gdLst>
                <a:gd name="connsiteX0" fmla="*/ 15768 w 32556"/>
                <a:gd name="connsiteY0" fmla="*/ 6410 h 26164"/>
                <a:gd name="connsiteX1" fmla="*/ 15768 w 32556"/>
                <a:gd name="connsiteY1" fmla="*/ 6410 h 26164"/>
                <a:gd name="connsiteX2" fmla="*/ 15768 w 32556"/>
                <a:gd name="connsiteY2" fmla="*/ 6410 h 26164"/>
                <a:gd name="connsiteX3" fmla="*/ 5009 w 32556"/>
                <a:gd name="connsiteY3" fmla="*/ 12555 h 26164"/>
                <a:gd name="connsiteX4" fmla="*/ 0 w 32556"/>
                <a:gd name="connsiteY4" fmla="*/ 21335 h 26164"/>
                <a:gd name="connsiteX5" fmla="*/ 3246 w 32556"/>
                <a:gd name="connsiteY5" fmla="*/ 26165 h 26164"/>
                <a:gd name="connsiteX6" fmla="*/ 13450 w 32556"/>
                <a:gd name="connsiteY6" fmla="*/ 23882 h 26164"/>
                <a:gd name="connsiteX7" fmla="*/ 22864 w 32556"/>
                <a:gd name="connsiteY7" fmla="*/ 22257 h 26164"/>
                <a:gd name="connsiteX8" fmla="*/ 30655 w 32556"/>
                <a:gd name="connsiteY8" fmla="*/ 17867 h 26164"/>
                <a:gd name="connsiteX9" fmla="*/ 16603 w 32556"/>
                <a:gd name="connsiteY9" fmla="*/ 18350 h 26164"/>
                <a:gd name="connsiteX10" fmla="*/ 17484 w 32556"/>
                <a:gd name="connsiteY10" fmla="*/ 15892 h 26164"/>
                <a:gd name="connsiteX11" fmla="*/ 23003 w 32556"/>
                <a:gd name="connsiteY11" fmla="*/ 13697 h 26164"/>
                <a:gd name="connsiteX12" fmla="*/ 28800 w 32556"/>
                <a:gd name="connsiteY12" fmla="*/ 12863 h 26164"/>
                <a:gd name="connsiteX13" fmla="*/ 32557 w 32556"/>
                <a:gd name="connsiteY13" fmla="*/ 6278 h 26164"/>
                <a:gd name="connsiteX14" fmla="*/ 27641 w 32556"/>
                <a:gd name="connsiteY14" fmla="*/ 1888 h 26164"/>
                <a:gd name="connsiteX15" fmla="*/ 25647 w 32556"/>
                <a:gd name="connsiteY15" fmla="*/ 0 h 26164"/>
                <a:gd name="connsiteX16" fmla="*/ 25507 w 32556"/>
                <a:gd name="connsiteY16" fmla="*/ 176 h 26164"/>
                <a:gd name="connsiteX17" fmla="*/ 15815 w 32556"/>
                <a:gd name="connsiteY17" fmla="*/ 6366 h 2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556" h="26164">
                  <a:moveTo>
                    <a:pt x="15768" y="6410"/>
                  </a:moveTo>
                  <a:cubicBezTo>
                    <a:pt x="15768" y="6410"/>
                    <a:pt x="15768" y="6410"/>
                    <a:pt x="15768" y="6410"/>
                  </a:cubicBezTo>
                  <a:cubicBezTo>
                    <a:pt x="15768" y="6410"/>
                    <a:pt x="15768" y="6410"/>
                    <a:pt x="15768" y="6410"/>
                  </a:cubicBezTo>
                  <a:lnTo>
                    <a:pt x="5009" y="12555"/>
                  </a:lnTo>
                  <a:lnTo>
                    <a:pt x="0" y="21335"/>
                  </a:lnTo>
                  <a:lnTo>
                    <a:pt x="3246" y="26165"/>
                  </a:lnTo>
                  <a:lnTo>
                    <a:pt x="13450" y="23882"/>
                  </a:lnTo>
                  <a:lnTo>
                    <a:pt x="22864" y="22257"/>
                  </a:lnTo>
                  <a:lnTo>
                    <a:pt x="30655" y="17867"/>
                  </a:lnTo>
                  <a:cubicBezTo>
                    <a:pt x="25971" y="16419"/>
                    <a:pt x="16603" y="18350"/>
                    <a:pt x="16603" y="18350"/>
                  </a:cubicBezTo>
                  <a:lnTo>
                    <a:pt x="17484" y="15892"/>
                  </a:lnTo>
                  <a:cubicBezTo>
                    <a:pt x="17484" y="15892"/>
                    <a:pt x="22122" y="13697"/>
                    <a:pt x="23003" y="13697"/>
                  </a:cubicBezTo>
                  <a:cubicBezTo>
                    <a:pt x="23884" y="13697"/>
                    <a:pt x="27363" y="13960"/>
                    <a:pt x="28800" y="12863"/>
                  </a:cubicBezTo>
                  <a:cubicBezTo>
                    <a:pt x="30238" y="11765"/>
                    <a:pt x="32557" y="6278"/>
                    <a:pt x="32557" y="6278"/>
                  </a:cubicBezTo>
                  <a:lnTo>
                    <a:pt x="27641" y="1888"/>
                  </a:lnTo>
                  <a:lnTo>
                    <a:pt x="25647" y="0"/>
                  </a:lnTo>
                  <a:cubicBezTo>
                    <a:pt x="25647" y="0"/>
                    <a:pt x="25600" y="132"/>
                    <a:pt x="25507" y="176"/>
                  </a:cubicBezTo>
                  <a:lnTo>
                    <a:pt x="15815" y="63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8" name="Freeform: Shape 2157">
              <a:extLst>
                <a:ext uri="{FF2B5EF4-FFF2-40B4-BE49-F238E27FC236}">
                  <a16:creationId xmlns:a16="http://schemas.microsoft.com/office/drawing/2014/main" id="{A1C44A4E-2FF1-14CA-4212-C435F9D891F3}"/>
                </a:ext>
              </a:extLst>
            </p:cNvPr>
            <p:cNvSpPr>
              <a:spLocks/>
            </p:cNvSpPr>
            <p:nvPr/>
          </p:nvSpPr>
          <p:spPr>
            <a:xfrm>
              <a:off x="6489802" y="3968815"/>
              <a:ext cx="183513" cy="212044"/>
            </a:xfrm>
            <a:custGeom>
              <a:avLst/>
              <a:gdLst>
                <a:gd name="connsiteX0" fmla="*/ 110331 w 122946"/>
                <a:gd name="connsiteY0" fmla="*/ 86044 h 142060"/>
                <a:gd name="connsiteX1" fmla="*/ 110100 w 122946"/>
                <a:gd name="connsiteY1" fmla="*/ 85429 h 142060"/>
                <a:gd name="connsiteX2" fmla="*/ 109821 w 122946"/>
                <a:gd name="connsiteY2" fmla="*/ 29325 h 142060"/>
                <a:gd name="connsiteX3" fmla="*/ 110100 w 122946"/>
                <a:gd name="connsiteY3" fmla="*/ 28623 h 142060"/>
                <a:gd name="connsiteX4" fmla="*/ 122946 w 122946"/>
                <a:gd name="connsiteY4" fmla="*/ 14531 h 142060"/>
                <a:gd name="connsiteX5" fmla="*/ 113300 w 122946"/>
                <a:gd name="connsiteY5" fmla="*/ 14531 h 142060"/>
                <a:gd name="connsiteX6" fmla="*/ 112511 w 122946"/>
                <a:gd name="connsiteY6" fmla="*/ 14224 h 142060"/>
                <a:gd name="connsiteX7" fmla="*/ 106714 w 122946"/>
                <a:gd name="connsiteY7" fmla="*/ 9219 h 142060"/>
                <a:gd name="connsiteX8" fmla="*/ 99015 w 122946"/>
                <a:gd name="connsiteY8" fmla="*/ 12731 h 142060"/>
                <a:gd name="connsiteX9" fmla="*/ 94331 w 122946"/>
                <a:gd name="connsiteY9" fmla="*/ 14575 h 142060"/>
                <a:gd name="connsiteX10" fmla="*/ 88720 w 122946"/>
                <a:gd name="connsiteY10" fmla="*/ 22257 h 142060"/>
                <a:gd name="connsiteX11" fmla="*/ 87746 w 122946"/>
                <a:gd name="connsiteY11" fmla="*/ 22740 h 142060"/>
                <a:gd name="connsiteX12" fmla="*/ 87375 w 122946"/>
                <a:gd name="connsiteY12" fmla="*/ 22696 h 142060"/>
                <a:gd name="connsiteX13" fmla="*/ 74853 w 122946"/>
                <a:gd name="connsiteY13" fmla="*/ 18658 h 142060"/>
                <a:gd name="connsiteX14" fmla="*/ 64650 w 122946"/>
                <a:gd name="connsiteY14" fmla="*/ 19184 h 142060"/>
                <a:gd name="connsiteX15" fmla="*/ 63862 w 122946"/>
                <a:gd name="connsiteY15" fmla="*/ 18965 h 142060"/>
                <a:gd name="connsiteX16" fmla="*/ 49345 w 122946"/>
                <a:gd name="connsiteY16" fmla="*/ 8165 h 142060"/>
                <a:gd name="connsiteX17" fmla="*/ 36128 w 122946"/>
                <a:gd name="connsiteY17" fmla="*/ 6761 h 142060"/>
                <a:gd name="connsiteX18" fmla="*/ 33716 w 122946"/>
                <a:gd name="connsiteY18" fmla="*/ 22213 h 142060"/>
                <a:gd name="connsiteX19" fmla="*/ 42574 w 122946"/>
                <a:gd name="connsiteY19" fmla="*/ 28798 h 142060"/>
                <a:gd name="connsiteX20" fmla="*/ 40812 w 122946"/>
                <a:gd name="connsiteY20" fmla="*/ 37315 h 142060"/>
                <a:gd name="connsiteX21" fmla="*/ 31258 w 122946"/>
                <a:gd name="connsiteY21" fmla="*/ 22213 h 142060"/>
                <a:gd name="connsiteX22" fmla="*/ 31258 w 122946"/>
                <a:gd name="connsiteY22" fmla="*/ 4171 h 142060"/>
                <a:gd name="connsiteX23" fmla="*/ 30934 w 122946"/>
                <a:gd name="connsiteY23" fmla="*/ 3907 h 142060"/>
                <a:gd name="connsiteX24" fmla="*/ 24209 w 122946"/>
                <a:gd name="connsiteY24" fmla="*/ 5180 h 142060"/>
                <a:gd name="connsiteX25" fmla="*/ 23235 w 122946"/>
                <a:gd name="connsiteY25" fmla="*/ 4961 h 142060"/>
                <a:gd name="connsiteX26" fmla="*/ 22818 w 122946"/>
                <a:gd name="connsiteY26" fmla="*/ 4127 h 142060"/>
                <a:gd name="connsiteX27" fmla="*/ 22818 w 122946"/>
                <a:gd name="connsiteY27" fmla="*/ 0 h 142060"/>
                <a:gd name="connsiteX28" fmla="*/ 16974 w 122946"/>
                <a:gd name="connsiteY28" fmla="*/ 0 h 142060"/>
                <a:gd name="connsiteX29" fmla="*/ 9971 w 122946"/>
                <a:gd name="connsiteY29" fmla="*/ 2941 h 142060"/>
                <a:gd name="connsiteX30" fmla="*/ 2829 w 122946"/>
                <a:gd name="connsiteY30" fmla="*/ 7200 h 142060"/>
                <a:gd name="connsiteX31" fmla="*/ 2829 w 122946"/>
                <a:gd name="connsiteY31" fmla="*/ 13477 h 142060"/>
                <a:gd name="connsiteX32" fmla="*/ 8070 w 122946"/>
                <a:gd name="connsiteY32" fmla="*/ 14970 h 142060"/>
                <a:gd name="connsiteX33" fmla="*/ 8904 w 122946"/>
                <a:gd name="connsiteY33" fmla="*/ 16023 h 142060"/>
                <a:gd name="connsiteX34" fmla="*/ 8904 w 122946"/>
                <a:gd name="connsiteY34" fmla="*/ 25725 h 142060"/>
                <a:gd name="connsiteX35" fmla="*/ 16232 w 122946"/>
                <a:gd name="connsiteY35" fmla="*/ 35032 h 142060"/>
                <a:gd name="connsiteX36" fmla="*/ 16464 w 122946"/>
                <a:gd name="connsiteY36" fmla="*/ 35691 h 142060"/>
                <a:gd name="connsiteX37" fmla="*/ 16464 w 122946"/>
                <a:gd name="connsiteY37" fmla="*/ 48071 h 142060"/>
                <a:gd name="connsiteX38" fmla="*/ 16325 w 122946"/>
                <a:gd name="connsiteY38" fmla="*/ 48597 h 142060"/>
                <a:gd name="connsiteX39" fmla="*/ 12847 w 122946"/>
                <a:gd name="connsiteY39" fmla="*/ 54612 h 142060"/>
                <a:gd name="connsiteX40" fmla="*/ 0 w 122946"/>
                <a:gd name="connsiteY40" fmla="*/ 71382 h 142060"/>
                <a:gd name="connsiteX41" fmla="*/ 10667 w 122946"/>
                <a:gd name="connsiteY41" fmla="*/ 73840 h 142060"/>
                <a:gd name="connsiteX42" fmla="*/ 10667 w 122946"/>
                <a:gd name="connsiteY42" fmla="*/ 76562 h 142060"/>
                <a:gd name="connsiteX43" fmla="*/ 6585 w 122946"/>
                <a:gd name="connsiteY43" fmla="*/ 79854 h 142060"/>
                <a:gd name="connsiteX44" fmla="*/ 1670 w 122946"/>
                <a:gd name="connsiteY44" fmla="*/ 79854 h 142060"/>
                <a:gd name="connsiteX45" fmla="*/ 1670 w 122946"/>
                <a:gd name="connsiteY45" fmla="*/ 88371 h 142060"/>
                <a:gd name="connsiteX46" fmla="*/ 15536 w 122946"/>
                <a:gd name="connsiteY46" fmla="*/ 95044 h 142060"/>
                <a:gd name="connsiteX47" fmla="*/ 35571 w 122946"/>
                <a:gd name="connsiteY47" fmla="*/ 105184 h 142060"/>
                <a:gd name="connsiteX48" fmla="*/ 58482 w 122946"/>
                <a:gd name="connsiteY48" fmla="*/ 117257 h 142060"/>
                <a:gd name="connsiteX49" fmla="*/ 59085 w 122946"/>
                <a:gd name="connsiteY49" fmla="*/ 118223 h 142060"/>
                <a:gd name="connsiteX50" fmla="*/ 59085 w 122946"/>
                <a:gd name="connsiteY50" fmla="*/ 124544 h 142060"/>
                <a:gd name="connsiteX51" fmla="*/ 84592 w 122946"/>
                <a:gd name="connsiteY51" fmla="*/ 142061 h 142060"/>
                <a:gd name="connsiteX52" fmla="*/ 97624 w 122946"/>
                <a:gd name="connsiteY52" fmla="*/ 114096 h 142060"/>
                <a:gd name="connsiteX53" fmla="*/ 103143 w 122946"/>
                <a:gd name="connsiteY53" fmla="*/ 110540 h 142060"/>
                <a:gd name="connsiteX54" fmla="*/ 106343 w 122946"/>
                <a:gd name="connsiteY54" fmla="*/ 109706 h 142060"/>
                <a:gd name="connsiteX55" fmla="*/ 107781 w 122946"/>
                <a:gd name="connsiteY55" fmla="*/ 107511 h 142060"/>
                <a:gd name="connsiteX56" fmla="*/ 109821 w 122946"/>
                <a:gd name="connsiteY56" fmla="*/ 106984 h 142060"/>
                <a:gd name="connsiteX57" fmla="*/ 110378 w 122946"/>
                <a:gd name="connsiteY57" fmla="*/ 103955 h 142060"/>
                <a:gd name="connsiteX58" fmla="*/ 119236 w 122946"/>
                <a:gd name="connsiteY58" fmla="*/ 97897 h 142060"/>
                <a:gd name="connsiteX59" fmla="*/ 119050 w 122946"/>
                <a:gd name="connsiteY59" fmla="*/ 97809 h 142060"/>
                <a:gd name="connsiteX60" fmla="*/ 110285 w 122946"/>
                <a:gd name="connsiteY60" fmla="*/ 86088 h 142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2946" h="142060">
                  <a:moveTo>
                    <a:pt x="110331" y="86044"/>
                  </a:moveTo>
                  <a:cubicBezTo>
                    <a:pt x="110331" y="86044"/>
                    <a:pt x="110100" y="85649"/>
                    <a:pt x="110100" y="85429"/>
                  </a:cubicBezTo>
                  <a:lnTo>
                    <a:pt x="109821" y="29325"/>
                  </a:lnTo>
                  <a:cubicBezTo>
                    <a:pt x="109821" y="29062"/>
                    <a:pt x="109914" y="28798"/>
                    <a:pt x="110100" y="28623"/>
                  </a:cubicBezTo>
                  <a:lnTo>
                    <a:pt x="122946" y="14531"/>
                  </a:lnTo>
                  <a:lnTo>
                    <a:pt x="113300" y="14531"/>
                  </a:lnTo>
                  <a:cubicBezTo>
                    <a:pt x="113021" y="14531"/>
                    <a:pt x="112743" y="14443"/>
                    <a:pt x="112511" y="14224"/>
                  </a:cubicBezTo>
                  <a:lnTo>
                    <a:pt x="106714" y="9219"/>
                  </a:lnTo>
                  <a:lnTo>
                    <a:pt x="99015" y="12731"/>
                  </a:lnTo>
                  <a:lnTo>
                    <a:pt x="94331" y="14575"/>
                  </a:lnTo>
                  <a:lnTo>
                    <a:pt x="88720" y="22257"/>
                  </a:lnTo>
                  <a:cubicBezTo>
                    <a:pt x="88488" y="22565"/>
                    <a:pt x="88117" y="22740"/>
                    <a:pt x="87746" y="22740"/>
                  </a:cubicBezTo>
                  <a:cubicBezTo>
                    <a:pt x="87607" y="22740"/>
                    <a:pt x="87514" y="22740"/>
                    <a:pt x="87375" y="22696"/>
                  </a:cubicBezTo>
                  <a:lnTo>
                    <a:pt x="74853" y="18658"/>
                  </a:lnTo>
                  <a:lnTo>
                    <a:pt x="64650" y="19184"/>
                  </a:lnTo>
                  <a:cubicBezTo>
                    <a:pt x="64372" y="19184"/>
                    <a:pt x="64093" y="19096"/>
                    <a:pt x="63862" y="18965"/>
                  </a:cubicBezTo>
                  <a:lnTo>
                    <a:pt x="49345" y="8165"/>
                  </a:lnTo>
                  <a:lnTo>
                    <a:pt x="36128" y="6761"/>
                  </a:lnTo>
                  <a:lnTo>
                    <a:pt x="33716" y="22213"/>
                  </a:lnTo>
                  <a:lnTo>
                    <a:pt x="42574" y="28798"/>
                  </a:lnTo>
                  <a:lnTo>
                    <a:pt x="40812" y="37315"/>
                  </a:lnTo>
                  <a:lnTo>
                    <a:pt x="31258" y="22213"/>
                  </a:lnTo>
                  <a:lnTo>
                    <a:pt x="31258" y="4171"/>
                  </a:lnTo>
                  <a:lnTo>
                    <a:pt x="30934" y="3907"/>
                  </a:lnTo>
                  <a:lnTo>
                    <a:pt x="24209" y="5180"/>
                  </a:lnTo>
                  <a:cubicBezTo>
                    <a:pt x="23884" y="5224"/>
                    <a:pt x="23513" y="5180"/>
                    <a:pt x="23235" y="4961"/>
                  </a:cubicBezTo>
                  <a:cubicBezTo>
                    <a:pt x="22957" y="4741"/>
                    <a:pt x="22818" y="4434"/>
                    <a:pt x="22818" y="4127"/>
                  </a:cubicBezTo>
                  <a:lnTo>
                    <a:pt x="22818" y="0"/>
                  </a:lnTo>
                  <a:lnTo>
                    <a:pt x="16974" y="0"/>
                  </a:lnTo>
                  <a:lnTo>
                    <a:pt x="9971" y="2941"/>
                  </a:lnTo>
                  <a:lnTo>
                    <a:pt x="2829" y="7200"/>
                  </a:lnTo>
                  <a:lnTo>
                    <a:pt x="2829" y="13477"/>
                  </a:lnTo>
                  <a:lnTo>
                    <a:pt x="8070" y="14970"/>
                  </a:lnTo>
                  <a:cubicBezTo>
                    <a:pt x="8580" y="15102"/>
                    <a:pt x="8904" y="15541"/>
                    <a:pt x="8904" y="16023"/>
                  </a:cubicBezTo>
                  <a:lnTo>
                    <a:pt x="8904" y="25725"/>
                  </a:lnTo>
                  <a:lnTo>
                    <a:pt x="16232" y="35032"/>
                  </a:lnTo>
                  <a:cubicBezTo>
                    <a:pt x="16232" y="35032"/>
                    <a:pt x="16464" y="35471"/>
                    <a:pt x="16464" y="35691"/>
                  </a:cubicBezTo>
                  <a:lnTo>
                    <a:pt x="16464" y="48071"/>
                  </a:lnTo>
                  <a:cubicBezTo>
                    <a:pt x="16464" y="48071"/>
                    <a:pt x="16417" y="48422"/>
                    <a:pt x="16325" y="48597"/>
                  </a:cubicBezTo>
                  <a:lnTo>
                    <a:pt x="12847" y="54612"/>
                  </a:lnTo>
                  <a:lnTo>
                    <a:pt x="0" y="71382"/>
                  </a:lnTo>
                  <a:lnTo>
                    <a:pt x="10667" y="73840"/>
                  </a:lnTo>
                  <a:lnTo>
                    <a:pt x="10667" y="76562"/>
                  </a:lnTo>
                  <a:lnTo>
                    <a:pt x="6585" y="79854"/>
                  </a:lnTo>
                  <a:lnTo>
                    <a:pt x="1670" y="79854"/>
                  </a:lnTo>
                  <a:lnTo>
                    <a:pt x="1670" y="88371"/>
                  </a:lnTo>
                  <a:lnTo>
                    <a:pt x="15536" y="95044"/>
                  </a:lnTo>
                  <a:lnTo>
                    <a:pt x="35571" y="105184"/>
                  </a:lnTo>
                  <a:lnTo>
                    <a:pt x="58482" y="117257"/>
                  </a:lnTo>
                  <a:cubicBezTo>
                    <a:pt x="58853" y="117433"/>
                    <a:pt x="59085" y="117828"/>
                    <a:pt x="59085" y="118223"/>
                  </a:cubicBezTo>
                  <a:lnTo>
                    <a:pt x="59085" y="124544"/>
                  </a:lnTo>
                  <a:lnTo>
                    <a:pt x="84592" y="142061"/>
                  </a:lnTo>
                  <a:cubicBezTo>
                    <a:pt x="88210" y="136749"/>
                    <a:pt x="96279" y="123886"/>
                    <a:pt x="97624" y="114096"/>
                  </a:cubicBezTo>
                  <a:lnTo>
                    <a:pt x="103143" y="110540"/>
                  </a:lnTo>
                  <a:lnTo>
                    <a:pt x="106343" y="109706"/>
                  </a:lnTo>
                  <a:lnTo>
                    <a:pt x="107781" y="107511"/>
                  </a:lnTo>
                  <a:lnTo>
                    <a:pt x="109821" y="106984"/>
                  </a:lnTo>
                  <a:lnTo>
                    <a:pt x="110378" y="103955"/>
                  </a:lnTo>
                  <a:cubicBezTo>
                    <a:pt x="110378" y="103955"/>
                    <a:pt x="114830" y="102024"/>
                    <a:pt x="119236" y="97897"/>
                  </a:cubicBezTo>
                  <a:cubicBezTo>
                    <a:pt x="119190" y="97853"/>
                    <a:pt x="119097" y="97897"/>
                    <a:pt x="119050" y="97809"/>
                  </a:cubicBezTo>
                  <a:lnTo>
                    <a:pt x="110285" y="860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9" name="Freeform: Shape 2158">
              <a:extLst>
                <a:ext uri="{FF2B5EF4-FFF2-40B4-BE49-F238E27FC236}">
                  <a16:creationId xmlns:a16="http://schemas.microsoft.com/office/drawing/2014/main" id="{B8420DE3-A4C8-1FC4-85EB-6CE9FAD6DEAC}"/>
                </a:ext>
              </a:extLst>
            </p:cNvPr>
            <p:cNvSpPr>
              <a:spLocks/>
            </p:cNvSpPr>
            <p:nvPr/>
          </p:nvSpPr>
          <p:spPr>
            <a:xfrm>
              <a:off x="6336401" y="1218825"/>
              <a:ext cx="3847758" cy="1844344"/>
            </a:xfrm>
            <a:custGeom>
              <a:avLst/>
              <a:gdLst>
                <a:gd name="connsiteX0" fmla="*/ 2529741 w 2577833"/>
                <a:gd name="connsiteY0" fmla="*/ 642192 h 1235632"/>
                <a:gd name="connsiteX1" fmla="*/ 2536697 w 2577833"/>
                <a:gd name="connsiteY1" fmla="*/ 641665 h 1235632"/>
                <a:gd name="connsiteX2" fmla="*/ 2530297 w 2577833"/>
                <a:gd name="connsiteY2" fmla="*/ 635914 h 1235632"/>
                <a:gd name="connsiteX3" fmla="*/ 2526819 w 2577833"/>
                <a:gd name="connsiteY3" fmla="*/ 634553 h 1235632"/>
                <a:gd name="connsiteX4" fmla="*/ 2527098 w 2577833"/>
                <a:gd name="connsiteY4" fmla="*/ 630997 h 1235632"/>
                <a:gd name="connsiteX5" fmla="*/ 2526541 w 2577833"/>
                <a:gd name="connsiteY5" fmla="*/ 627968 h 1235632"/>
                <a:gd name="connsiteX6" fmla="*/ 2522506 w 2577833"/>
                <a:gd name="connsiteY6" fmla="*/ 629636 h 1235632"/>
                <a:gd name="connsiteX7" fmla="*/ 2523944 w 2577833"/>
                <a:gd name="connsiteY7" fmla="*/ 626080 h 1235632"/>
                <a:gd name="connsiteX8" fmla="*/ 2529741 w 2577833"/>
                <a:gd name="connsiteY8" fmla="*/ 626344 h 1235632"/>
                <a:gd name="connsiteX9" fmla="*/ 2538738 w 2577833"/>
                <a:gd name="connsiteY9" fmla="*/ 619495 h 1235632"/>
                <a:gd name="connsiteX10" fmla="*/ 2538738 w 2577833"/>
                <a:gd name="connsiteY10" fmla="*/ 606589 h 1235632"/>
                <a:gd name="connsiteX11" fmla="*/ 2535538 w 2577833"/>
                <a:gd name="connsiteY11" fmla="*/ 606325 h 1235632"/>
                <a:gd name="connsiteX12" fmla="*/ 2533497 w 2577833"/>
                <a:gd name="connsiteY12" fmla="*/ 600267 h 1235632"/>
                <a:gd name="connsiteX13" fmla="*/ 2529741 w 2577833"/>
                <a:gd name="connsiteY13" fmla="*/ 598072 h 1235632"/>
                <a:gd name="connsiteX14" fmla="*/ 2530019 w 2577833"/>
                <a:gd name="connsiteY14" fmla="*/ 595350 h 1235632"/>
                <a:gd name="connsiteX15" fmla="*/ 2536975 w 2577833"/>
                <a:gd name="connsiteY15" fmla="*/ 598643 h 1235632"/>
                <a:gd name="connsiteX16" fmla="*/ 2545973 w 2577833"/>
                <a:gd name="connsiteY16" fmla="*/ 602769 h 1235632"/>
                <a:gd name="connsiteX17" fmla="*/ 2554367 w 2577833"/>
                <a:gd name="connsiteY17" fmla="*/ 604438 h 1235632"/>
                <a:gd name="connsiteX18" fmla="*/ 2557845 w 2577833"/>
                <a:gd name="connsiteY18" fmla="*/ 601979 h 1235632"/>
                <a:gd name="connsiteX19" fmla="*/ 2551770 w 2577833"/>
                <a:gd name="connsiteY19" fmla="*/ 597589 h 1235632"/>
                <a:gd name="connsiteX20" fmla="*/ 2549173 w 2577833"/>
                <a:gd name="connsiteY20" fmla="*/ 591004 h 1235632"/>
                <a:gd name="connsiteX21" fmla="*/ 2555248 w 2577833"/>
                <a:gd name="connsiteY21" fmla="*/ 596755 h 1235632"/>
                <a:gd name="connsiteX22" fmla="*/ 2560767 w 2577833"/>
                <a:gd name="connsiteY22" fmla="*/ 599477 h 1235632"/>
                <a:gd name="connsiteX23" fmla="*/ 2564524 w 2577833"/>
                <a:gd name="connsiteY23" fmla="*/ 598379 h 1235632"/>
                <a:gd name="connsiteX24" fmla="*/ 2564524 w 2577833"/>
                <a:gd name="connsiteY24" fmla="*/ 589336 h 1235632"/>
                <a:gd name="connsiteX25" fmla="*/ 2570599 w 2577833"/>
                <a:gd name="connsiteY25" fmla="*/ 584419 h 1235632"/>
                <a:gd name="connsiteX26" fmla="*/ 2572315 w 2577833"/>
                <a:gd name="connsiteY26" fmla="*/ 583585 h 1235632"/>
                <a:gd name="connsiteX27" fmla="*/ 2575515 w 2577833"/>
                <a:gd name="connsiteY27" fmla="*/ 585253 h 1235632"/>
                <a:gd name="connsiteX28" fmla="*/ 2577834 w 2577833"/>
                <a:gd name="connsiteY28" fmla="*/ 580029 h 1235632"/>
                <a:gd name="connsiteX29" fmla="*/ 2571156 w 2577833"/>
                <a:gd name="connsiteY29" fmla="*/ 577307 h 1235632"/>
                <a:gd name="connsiteX30" fmla="*/ 2564199 w 2577833"/>
                <a:gd name="connsiteY30" fmla="*/ 574849 h 1235632"/>
                <a:gd name="connsiteX31" fmla="*/ 2564477 w 2577833"/>
                <a:gd name="connsiteY31" fmla="*/ 571293 h 1235632"/>
                <a:gd name="connsiteX32" fmla="*/ 2551121 w 2577833"/>
                <a:gd name="connsiteY32" fmla="*/ 559484 h 1235632"/>
                <a:gd name="connsiteX33" fmla="*/ 2548524 w 2577833"/>
                <a:gd name="connsiteY33" fmla="*/ 554567 h 1235632"/>
                <a:gd name="connsiteX34" fmla="*/ 2545649 w 2577833"/>
                <a:gd name="connsiteY34" fmla="*/ 552109 h 1235632"/>
                <a:gd name="connsiteX35" fmla="*/ 2546529 w 2577833"/>
                <a:gd name="connsiteY35" fmla="*/ 549914 h 1235632"/>
                <a:gd name="connsiteX36" fmla="*/ 2531457 w 2577833"/>
                <a:gd name="connsiteY36" fmla="*/ 551011 h 1235632"/>
                <a:gd name="connsiteX37" fmla="*/ 2525057 w 2577833"/>
                <a:gd name="connsiteY37" fmla="*/ 551011 h 1235632"/>
                <a:gd name="connsiteX38" fmla="*/ 2523897 w 2577833"/>
                <a:gd name="connsiteY38" fmla="*/ 548289 h 1235632"/>
                <a:gd name="connsiteX39" fmla="*/ 2522738 w 2577833"/>
                <a:gd name="connsiteY39" fmla="*/ 549958 h 1235632"/>
                <a:gd name="connsiteX40" fmla="*/ 2523016 w 2577833"/>
                <a:gd name="connsiteY40" fmla="*/ 552679 h 1235632"/>
                <a:gd name="connsiteX41" fmla="*/ 2521300 w 2577833"/>
                <a:gd name="connsiteY41" fmla="*/ 553206 h 1235632"/>
                <a:gd name="connsiteX42" fmla="*/ 2518982 w 2577833"/>
                <a:gd name="connsiteY42" fmla="*/ 549080 h 1235632"/>
                <a:gd name="connsiteX43" fmla="*/ 2523341 w 2577833"/>
                <a:gd name="connsiteY43" fmla="*/ 546885 h 1235632"/>
                <a:gd name="connsiteX44" fmla="*/ 2523619 w 2577833"/>
                <a:gd name="connsiteY44" fmla="*/ 544426 h 1235632"/>
                <a:gd name="connsiteX45" fmla="*/ 2501868 w 2577833"/>
                <a:gd name="connsiteY45" fmla="*/ 544953 h 1235632"/>
                <a:gd name="connsiteX46" fmla="*/ 2505949 w 2577833"/>
                <a:gd name="connsiteY46" fmla="*/ 547411 h 1235632"/>
                <a:gd name="connsiteX47" fmla="*/ 2508547 w 2577833"/>
                <a:gd name="connsiteY47" fmla="*/ 550133 h 1235632"/>
                <a:gd name="connsiteX48" fmla="*/ 2510263 w 2577833"/>
                <a:gd name="connsiteY48" fmla="*/ 558650 h 1235632"/>
                <a:gd name="connsiteX49" fmla="*/ 2505903 w 2577833"/>
                <a:gd name="connsiteY49" fmla="*/ 564137 h 1235632"/>
                <a:gd name="connsiteX50" fmla="*/ 2510541 w 2577833"/>
                <a:gd name="connsiteY50" fmla="*/ 565498 h 1235632"/>
                <a:gd name="connsiteX51" fmla="*/ 2512303 w 2577833"/>
                <a:gd name="connsiteY51" fmla="*/ 567430 h 1235632"/>
                <a:gd name="connsiteX52" fmla="*/ 2512303 w 2577833"/>
                <a:gd name="connsiteY52" fmla="*/ 572654 h 1235632"/>
                <a:gd name="connsiteX53" fmla="*/ 2508547 w 2577833"/>
                <a:gd name="connsiteY53" fmla="*/ 574849 h 1235632"/>
                <a:gd name="connsiteX54" fmla="*/ 2509103 w 2577833"/>
                <a:gd name="connsiteY54" fmla="*/ 569098 h 1235632"/>
                <a:gd name="connsiteX55" fmla="*/ 2506506 w 2577833"/>
                <a:gd name="connsiteY55" fmla="*/ 568571 h 1235632"/>
                <a:gd name="connsiteX56" fmla="*/ 2505346 w 2577833"/>
                <a:gd name="connsiteY56" fmla="*/ 571293 h 1235632"/>
                <a:gd name="connsiteX57" fmla="*/ 2501868 w 2577833"/>
                <a:gd name="connsiteY57" fmla="*/ 571820 h 1235632"/>
                <a:gd name="connsiteX58" fmla="*/ 2500987 w 2577833"/>
                <a:gd name="connsiteY58" fmla="*/ 564708 h 1235632"/>
                <a:gd name="connsiteX59" fmla="*/ 2495190 w 2577833"/>
                <a:gd name="connsiteY59" fmla="*/ 561416 h 1235632"/>
                <a:gd name="connsiteX60" fmla="*/ 2495747 w 2577833"/>
                <a:gd name="connsiteY60" fmla="*/ 557289 h 1235632"/>
                <a:gd name="connsiteX61" fmla="*/ 2497184 w 2577833"/>
                <a:gd name="connsiteY61" fmla="*/ 554260 h 1235632"/>
                <a:gd name="connsiteX62" fmla="*/ 2495747 w 2577833"/>
                <a:gd name="connsiteY62" fmla="*/ 548202 h 1235632"/>
                <a:gd name="connsiteX63" fmla="*/ 2495468 w 2577833"/>
                <a:gd name="connsiteY63" fmla="*/ 535558 h 1235632"/>
                <a:gd name="connsiteX64" fmla="*/ 2496349 w 2577833"/>
                <a:gd name="connsiteY64" fmla="*/ 532529 h 1235632"/>
                <a:gd name="connsiteX65" fmla="*/ 2494309 w 2577833"/>
                <a:gd name="connsiteY65" fmla="*/ 530334 h 1235632"/>
                <a:gd name="connsiteX66" fmla="*/ 2490552 w 2577833"/>
                <a:gd name="connsiteY66" fmla="*/ 534724 h 1235632"/>
                <a:gd name="connsiteX67" fmla="*/ 2488836 w 2577833"/>
                <a:gd name="connsiteY67" fmla="*/ 533056 h 1235632"/>
                <a:gd name="connsiteX68" fmla="*/ 2488279 w 2577833"/>
                <a:gd name="connsiteY68" fmla="*/ 521818 h 1235632"/>
                <a:gd name="connsiteX69" fmla="*/ 2480163 w 2577833"/>
                <a:gd name="connsiteY69" fmla="*/ 516594 h 1235632"/>
                <a:gd name="connsiteX70" fmla="*/ 2478123 w 2577833"/>
                <a:gd name="connsiteY70" fmla="*/ 518789 h 1235632"/>
                <a:gd name="connsiteX71" fmla="*/ 2481323 w 2577833"/>
                <a:gd name="connsiteY71" fmla="*/ 522081 h 1235632"/>
                <a:gd name="connsiteX72" fmla="*/ 2481323 w 2577833"/>
                <a:gd name="connsiteY72" fmla="*/ 524539 h 1235632"/>
                <a:gd name="connsiteX73" fmla="*/ 2478447 w 2577833"/>
                <a:gd name="connsiteY73" fmla="*/ 524803 h 1235632"/>
                <a:gd name="connsiteX74" fmla="*/ 2477566 w 2577833"/>
                <a:gd name="connsiteY74" fmla="*/ 522344 h 1235632"/>
                <a:gd name="connsiteX75" fmla="*/ 2473207 w 2577833"/>
                <a:gd name="connsiteY75" fmla="*/ 519886 h 1235632"/>
                <a:gd name="connsiteX76" fmla="*/ 2475526 w 2577833"/>
                <a:gd name="connsiteY76" fmla="*/ 518789 h 1235632"/>
                <a:gd name="connsiteX77" fmla="*/ 2476407 w 2577833"/>
                <a:gd name="connsiteY77" fmla="*/ 512467 h 1235632"/>
                <a:gd name="connsiteX78" fmla="*/ 2469450 w 2577833"/>
                <a:gd name="connsiteY78" fmla="*/ 512467 h 1235632"/>
                <a:gd name="connsiteX79" fmla="*/ 2464813 w 2577833"/>
                <a:gd name="connsiteY79" fmla="*/ 509438 h 1235632"/>
                <a:gd name="connsiteX80" fmla="*/ 2465091 w 2577833"/>
                <a:gd name="connsiteY80" fmla="*/ 504214 h 1235632"/>
                <a:gd name="connsiteX81" fmla="*/ 2459572 w 2577833"/>
                <a:gd name="connsiteY81" fmla="*/ 501185 h 1235632"/>
                <a:gd name="connsiteX82" fmla="*/ 2459572 w 2577833"/>
                <a:gd name="connsiteY82" fmla="*/ 504741 h 1235632"/>
                <a:gd name="connsiteX83" fmla="*/ 2457810 w 2577833"/>
                <a:gd name="connsiteY83" fmla="*/ 504214 h 1235632"/>
                <a:gd name="connsiteX84" fmla="*/ 2457810 w 2577833"/>
                <a:gd name="connsiteY84" fmla="*/ 500351 h 1235632"/>
                <a:gd name="connsiteX85" fmla="*/ 2450575 w 2577833"/>
                <a:gd name="connsiteY85" fmla="*/ 494863 h 1235632"/>
                <a:gd name="connsiteX86" fmla="*/ 2445380 w 2577833"/>
                <a:gd name="connsiteY86" fmla="*/ 497321 h 1235632"/>
                <a:gd name="connsiteX87" fmla="*/ 2445380 w 2577833"/>
                <a:gd name="connsiteY87" fmla="*/ 492405 h 1235632"/>
                <a:gd name="connsiteX88" fmla="*/ 2434945 w 2577833"/>
                <a:gd name="connsiteY88" fmla="*/ 486654 h 1235632"/>
                <a:gd name="connsiteX89" fmla="*/ 2416997 w 2577833"/>
                <a:gd name="connsiteY89" fmla="*/ 471289 h 1235632"/>
                <a:gd name="connsiteX90" fmla="*/ 2402203 w 2577833"/>
                <a:gd name="connsiteY90" fmla="*/ 456187 h 1235632"/>
                <a:gd name="connsiteX91" fmla="*/ 2394365 w 2577833"/>
                <a:gd name="connsiteY91" fmla="*/ 455090 h 1235632"/>
                <a:gd name="connsiteX92" fmla="*/ 2396963 w 2577833"/>
                <a:gd name="connsiteY92" fmla="*/ 452895 h 1235632"/>
                <a:gd name="connsiteX93" fmla="*/ 2382771 w 2577833"/>
                <a:gd name="connsiteY93" fmla="*/ 447978 h 1235632"/>
                <a:gd name="connsiteX94" fmla="*/ 2379293 w 2577833"/>
                <a:gd name="connsiteY94" fmla="*/ 446310 h 1235632"/>
                <a:gd name="connsiteX95" fmla="*/ 2373496 w 2577833"/>
                <a:gd name="connsiteY95" fmla="*/ 441920 h 1235632"/>
                <a:gd name="connsiteX96" fmla="*/ 2367977 w 2577833"/>
                <a:gd name="connsiteY96" fmla="*/ 441393 h 1235632"/>
                <a:gd name="connsiteX97" fmla="*/ 2355502 w 2577833"/>
                <a:gd name="connsiteY97" fmla="*/ 433974 h 1235632"/>
                <a:gd name="connsiteX98" fmla="*/ 2354342 w 2577833"/>
                <a:gd name="connsiteY98" fmla="*/ 430681 h 1235632"/>
                <a:gd name="connsiteX99" fmla="*/ 2351466 w 2577833"/>
                <a:gd name="connsiteY99" fmla="*/ 433974 h 1235632"/>
                <a:gd name="connsiteX100" fmla="*/ 2347988 w 2577833"/>
                <a:gd name="connsiteY100" fmla="*/ 433974 h 1235632"/>
                <a:gd name="connsiteX101" fmla="*/ 2352348 w 2577833"/>
                <a:gd name="connsiteY101" fmla="*/ 429584 h 1235632"/>
                <a:gd name="connsiteX102" fmla="*/ 2343629 w 2577833"/>
                <a:gd name="connsiteY102" fmla="*/ 430418 h 1235632"/>
                <a:gd name="connsiteX103" fmla="*/ 2340429 w 2577833"/>
                <a:gd name="connsiteY103" fmla="*/ 432349 h 1235632"/>
                <a:gd name="connsiteX104" fmla="*/ 2325357 w 2577833"/>
                <a:gd name="connsiteY104" fmla="*/ 431252 h 1235632"/>
                <a:gd name="connsiteX105" fmla="*/ 2313205 w 2577833"/>
                <a:gd name="connsiteY105" fmla="*/ 429584 h 1235632"/>
                <a:gd name="connsiteX106" fmla="*/ 2308567 w 2577833"/>
                <a:gd name="connsiteY106" fmla="*/ 427915 h 1235632"/>
                <a:gd name="connsiteX107" fmla="*/ 2308289 w 2577833"/>
                <a:gd name="connsiteY107" fmla="*/ 430110 h 1235632"/>
                <a:gd name="connsiteX108" fmla="*/ 2310052 w 2577833"/>
                <a:gd name="connsiteY108" fmla="*/ 432305 h 1235632"/>
                <a:gd name="connsiteX109" fmla="*/ 2308614 w 2577833"/>
                <a:gd name="connsiteY109" fmla="*/ 434237 h 1235632"/>
                <a:gd name="connsiteX110" fmla="*/ 2305136 w 2577833"/>
                <a:gd name="connsiteY110" fmla="*/ 434500 h 1235632"/>
                <a:gd name="connsiteX111" fmla="*/ 2305136 w 2577833"/>
                <a:gd name="connsiteY111" fmla="*/ 432305 h 1235632"/>
                <a:gd name="connsiteX112" fmla="*/ 2298458 w 2577833"/>
                <a:gd name="connsiteY112" fmla="*/ 426818 h 1235632"/>
                <a:gd name="connsiteX113" fmla="*/ 2292660 w 2577833"/>
                <a:gd name="connsiteY113" fmla="*/ 425984 h 1235632"/>
                <a:gd name="connsiteX114" fmla="*/ 2266271 w 2577833"/>
                <a:gd name="connsiteY114" fmla="*/ 420233 h 1235632"/>
                <a:gd name="connsiteX115" fmla="*/ 2262515 w 2577833"/>
                <a:gd name="connsiteY115" fmla="*/ 419135 h 1235632"/>
                <a:gd name="connsiteX116" fmla="*/ 2264555 w 2577833"/>
                <a:gd name="connsiteY116" fmla="*/ 429584 h 1235632"/>
                <a:gd name="connsiteX117" fmla="*/ 2264555 w 2577833"/>
                <a:gd name="connsiteY117" fmla="*/ 434500 h 1235632"/>
                <a:gd name="connsiteX118" fmla="*/ 2258480 w 2577833"/>
                <a:gd name="connsiteY118" fmla="*/ 442183 h 1235632"/>
                <a:gd name="connsiteX119" fmla="*/ 2266318 w 2577833"/>
                <a:gd name="connsiteY119" fmla="*/ 442446 h 1235632"/>
                <a:gd name="connsiteX120" fmla="*/ 2270353 w 2577833"/>
                <a:gd name="connsiteY120" fmla="*/ 455090 h 1235632"/>
                <a:gd name="connsiteX121" fmla="*/ 2272671 w 2577833"/>
                <a:gd name="connsiteY121" fmla="*/ 463035 h 1235632"/>
                <a:gd name="connsiteX122" fmla="*/ 2272394 w 2577833"/>
                <a:gd name="connsiteY122" fmla="*/ 465494 h 1235632"/>
                <a:gd name="connsiteX123" fmla="*/ 2262840 w 2577833"/>
                <a:gd name="connsiteY123" fmla="*/ 475371 h 1235632"/>
                <a:gd name="connsiteX124" fmla="*/ 2247210 w 2577833"/>
                <a:gd name="connsiteY124" fmla="*/ 474010 h 1235632"/>
                <a:gd name="connsiteX125" fmla="*/ 2245773 w 2577833"/>
                <a:gd name="connsiteY125" fmla="*/ 464967 h 1235632"/>
                <a:gd name="connsiteX126" fmla="*/ 2240254 w 2577833"/>
                <a:gd name="connsiteY126" fmla="*/ 461675 h 1235632"/>
                <a:gd name="connsiteX127" fmla="*/ 2228938 w 2577833"/>
                <a:gd name="connsiteY127" fmla="*/ 458382 h 1235632"/>
                <a:gd name="connsiteX128" fmla="*/ 2227500 w 2577833"/>
                <a:gd name="connsiteY128" fmla="*/ 453729 h 1235632"/>
                <a:gd name="connsiteX129" fmla="*/ 2227222 w 2577833"/>
                <a:gd name="connsiteY129" fmla="*/ 443851 h 1235632"/>
                <a:gd name="connsiteX130" fmla="*/ 2223744 w 2577833"/>
                <a:gd name="connsiteY130" fmla="*/ 439988 h 1235632"/>
                <a:gd name="connsiteX131" fmla="*/ 2225506 w 2577833"/>
                <a:gd name="connsiteY131" fmla="*/ 436695 h 1235632"/>
                <a:gd name="connsiteX132" fmla="*/ 2235663 w 2577833"/>
                <a:gd name="connsiteY132" fmla="*/ 443017 h 1235632"/>
                <a:gd name="connsiteX133" fmla="*/ 2244057 w 2577833"/>
                <a:gd name="connsiteY133" fmla="*/ 443280 h 1235632"/>
                <a:gd name="connsiteX134" fmla="*/ 2243779 w 2577833"/>
                <a:gd name="connsiteY134" fmla="*/ 435861 h 1235632"/>
                <a:gd name="connsiteX135" fmla="*/ 2244335 w 2577833"/>
                <a:gd name="connsiteY135" fmla="*/ 427915 h 1235632"/>
                <a:gd name="connsiteX136" fmla="*/ 2232463 w 2577833"/>
                <a:gd name="connsiteY136" fmla="*/ 424052 h 1235632"/>
                <a:gd name="connsiteX137" fmla="*/ 2226944 w 2577833"/>
                <a:gd name="connsiteY137" fmla="*/ 424579 h 1235632"/>
                <a:gd name="connsiteX138" fmla="*/ 2216231 w 2577833"/>
                <a:gd name="connsiteY138" fmla="*/ 438012 h 1235632"/>
                <a:gd name="connsiteX139" fmla="*/ 2208996 w 2577833"/>
                <a:gd name="connsiteY139" fmla="*/ 445958 h 1235632"/>
                <a:gd name="connsiteX140" fmla="*/ 2197680 w 2577833"/>
                <a:gd name="connsiteY140" fmla="*/ 445958 h 1235632"/>
                <a:gd name="connsiteX141" fmla="*/ 2190723 w 2577833"/>
                <a:gd name="connsiteY141" fmla="*/ 443763 h 1235632"/>
                <a:gd name="connsiteX142" fmla="*/ 2170734 w 2577833"/>
                <a:gd name="connsiteY142" fmla="*/ 442929 h 1235632"/>
                <a:gd name="connsiteX143" fmla="*/ 2161459 w 2577833"/>
                <a:gd name="connsiteY143" fmla="*/ 435817 h 1235632"/>
                <a:gd name="connsiteX144" fmla="*/ 2156821 w 2577833"/>
                <a:gd name="connsiteY144" fmla="*/ 437749 h 1235632"/>
                <a:gd name="connsiteX145" fmla="*/ 2151303 w 2577833"/>
                <a:gd name="connsiteY145" fmla="*/ 438583 h 1235632"/>
                <a:gd name="connsiteX146" fmla="*/ 2142584 w 2577833"/>
                <a:gd name="connsiteY146" fmla="*/ 440251 h 1235632"/>
                <a:gd name="connsiteX147" fmla="*/ 2139708 w 2577833"/>
                <a:gd name="connsiteY147" fmla="*/ 439154 h 1235632"/>
                <a:gd name="connsiteX148" fmla="*/ 2134189 w 2577833"/>
                <a:gd name="connsiteY148" fmla="*/ 439417 h 1235632"/>
                <a:gd name="connsiteX149" fmla="*/ 2130989 w 2577833"/>
                <a:gd name="connsiteY149" fmla="*/ 442973 h 1235632"/>
                <a:gd name="connsiteX150" fmla="*/ 2127789 w 2577833"/>
                <a:gd name="connsiteY150" fmla="*/ 446529 h 1235632"/>
                <a:gd name="connsiteX151" fmla="*/ 2122270 w 2577833"/>
                <a:gd name="connsiteY151" fmla="*/ 450656 h 1235632"/>
                <a:gd name="connsiteX152" fmla="*/ 2121111 w 2577833"/>
                <a:gd name="connsiteY152" fmla="*/ 454212 h 1235632"/>
                <a:gd name="connsiteX153" fmla="*/ 2121389 w 2577833"/>
                <a:gd name="connsiteY153" fmla="*/ 460270 h 1235632"/>
                <a:gd name="connsiteX154" fmla="*/ 2120229 w 2577833"/>
                <a:gd name="connsiteY154" fmla="*/ 473967 h 1235632"/>
                <a:gd name="connsiteX155" fmla="*/ 2119951 w 2577833"/>
                <a:gd name="connsiteY155" fmla="*/ 479191 h 1235632"/>
                <a:gd name="connsiteX156" fmla="*/ 2116751 w 2577833"/>
                <a:gd name="connsiteY156" fmla="*/ 484678 h 1235632"/>
                <a:gd name="connsiteX157" fmla="*/ 2110676 w 2577833"/>
                <a:gd name="connsiteY157" fmla="*/ 489595 h 1235632"/>
                <a:gd name="connsiteX158" fmla="*/ 2099360 w 2577833"/>
                <a:gd name="connsiteY158" fmla="*/ 487400 h 1235632"/>
                <a:gd name="connsiteX159" fmla="*/ 2090966 w 2577833"/>
                <a:gd name="connsiteY159" fmla="*/ 486039 h 1235632"/>
                <a:gd name="connsiteX160" fmla="*/ 2084287 w 2577833"/>
                <a:gd name="connsiteY160" fmla="*/ 483317 h 1235632"/>
                <a:gd name="connsiteX161" fmla="*/ 2080531 w 2577833"/>
                <a:gd name="connsiteY161" fmla="*/ 481386 h 1235632"/>
                <a:gd name="connsiteX162" fmla="*/ 2081968 w 2577833"/>
                <a:gd name="connsiteY162" fmla="*/ 479454 h 1235632"/>
                <a:gd name="connsiteX163" fmla="*/ 2076449 w 2577833"/>
                <a:gd name="connsiteY163" fmla="*/ 478620 h 1235632"/>
                <a:gd name="connsiteX164" fmla="*/ 2073852 w 2577833"/>
                <a:gd name="connsiteY164" fmla="*/ 474493 h 1235632"/>
                <a:gd name="connsiteX165" fmla="*/ 2077609 w 2577833"/>
                <a:gd name="connsiteY165" fmla="*/ 476952 h 1235632"/>
                <a:gd name="connsiteX166" fmla="*/ 2084287 w 2577833"/>
                <a:gd name="connsiteY166" fmla="*/ 477479 h 1235632"/>
                <a:gd name="connsiteX167" fmla="*/ 2085725 w 2577833"/>
                <a:gd name="connsiteY167" fmla="*/ 478576 h 1235632"/>
                <a:gd name="connsiteX168" fmla="*/ 2084566 w 2577833"/>
                <a:gd name="connsiteY168" fmla="*/ 481035 h 1235632"/>
                <a:gd name="connsiteX169" fmla="*/ 2094119 w 2577833"/>
                <a:gd name="connsiteY169" fmla="*/ 483756 h 1235632"/>
                <a:gd name="connsiteX170" fmla="*/ 2103673 w 2577833"/>
                <a:gd name="connsiteY170" fmla="*/ 486478 h 1235632"/>
                <a:gd name="connsiteX171" fmla="*/ 2108589 w 2577833"/>
                <a:gd name="connsiteY171" fmla="*/ 487312 h 1235632"/>
                <a:gd name="connsiteX172" fmla="*/ 2112948 w 2577833"/>
                <a:gd name="connsiteY172" fmla="*/ 485117 h 1235632"/>
                <a:gd name="connsiteX173" fmla="*/ 2116148 w 2577833"/>
                <a:gd name="connsiteY173" fmla="*/ 480464 h 1235632"/>
                <a:gd name="connsiteX174" fmla="*/ 2116427 w 2577833"/>
                <a:gd name="connsiteY174" fmla="*/ 476074 h 1235632"/>
                <a:gd name="connsiteX175" fmla="*/ 2119302 w 2577833"/>
                <a:gd name="connsiteY175" fmla="*/ 468655 h 1235632"/>
                <a:gd name="connsiteX176" fmla="*/ 2112902 w 2577833"/>
                <a:gd name="connsiteY176" fmla="*/ 463431 h 1235632"/>
                <a:gd name="connsiteX177" fmla="*/ 2112623 w 2577833"/>
                <a:gd name="connsiteY177" fmla="*/ 440954 h 1235632"/>
                <a:gd name="connsiteX178" fmla="*/ 2101308 w 2577833"/>
                <a:gd name="connsiteY178" fmla="*/ 437661 h 1235632"/>
                <a:gd name="connsiteX179" fmla="*/ 2093470 w 2577833"/>
                <a:gd name="connsiteY179" fmla="*/ 425325 h 1235632"/>
                <a:gd name="connsiteX180" fmla="*/ 2083035 w 2577833"/>
                <a:gd name="connsiteY180" fmla="*/ 387747 h 1235632"/>
                <a:gd name="connsiteX181" fmla="*/ 2075522 w 2577833"/>
                <a:gd name="connsiteY181" fmla="*/ 382523 h 1235632"/>
                <a:gd name="connsiteX182" fmla="*/ 2070606 w 2577833"/>
                <a:gd name="connsiteY182" fmla="*/ 386649 h 1235632"/>
                <a:gd name="connsiteX183" fmla="*/ 2072925 w 2577833"/>
                <a:gd name="connsiteY183" fmla="*/ 380898 h 1235632"/>
                <a:gd name="connsiteX184" fmla="*/ 2044820 w 2577833"/>
                <a:gd name="connsiteY184" fmla="*/ 376245 h 1235632"/>
                <a:gd name="connsiteX185" fmla="*/ 2043382 w 2577833"/>
                <a:gd name="connsiteY185" fmla="*/ 379537 h 1235632"/>
                <a:gd name="connsiteX186" fmla="*/ 2042223 w 2577833"/>
                <a:gd name="connsiteY186" fmla="*/ 376245 h 1235632"/>
                <a:gd name="connsiteX187" fmla="*/ 2028031 w 2577833"/>
                <a:gd name="connsiteY187" fmla="*/ 377079 h 1235632"/>
                <a:gd name="connsiteX188" fmla="*/ 2026594 w 2577833"/>
                <a:gd name="connsiteY188" fmla="*/ 381996 h 1235632"/>
                <a:gd name="connsiteX189" fmla="*/ 2024832 w 2577833"/>
                <a:gd name="connsiteY189" fmla="*/ 377869 h 1235632"/>
                <a:gd name="connsiteX190" fmla="*/ 1997005 w 2577833"/>
                <a:gd name="connsiteY190" fmla="*/ 385552 h 1235632"/>
                <a:gd name="connsiteX191" fmla="*/ 1980217 w 2577833"/>
                <a:gd name="connsiteY191" fmla="*/ 387483 h 1235632"/>
                <a:gd name="connsiteX192" fmla="*/ 1979057 w 2577833"/>
                <a:gd name="connsiteY192" fmla="*/ 391873 h 1235632"/>
                <a:gd name="connsiteX193" fmla="*/ 1977898 w 2577833"/>
                <a:gd name="connsiteY193" fmla="*/ 387747 h 1235632"/>
                <a:gd name="connsiteX194" fmla="*/ 1965747 w 2577833"/>
                <a:gd name="connsiteY194" fmla="*/ 381689 h 1235632"/>
                <a:gd name="connsiteX195" fmla="*/ 1972982 w 2577833"/>
                <a:gd name="connsiteY195" fmla="*/ 380855 h 1235632"/>
                <a:gd name="connsiteX196" fmla="*/ 1967463 w 2577833"/>
                <a:gd name="connsiteY196" fmla="*/ 370714 h 1235632"/>
                <a:gd name="connsiteX197" fmla="*/ 1950071 w 2577833"/>
                <a:gd name="connsiteY197" fmla="*/ 365797 h 1235632"/>
                <a:gd name="connsiteX198" fmla="*/ 1947196 w 2577833"/>
                <a:gd name="connsiteY198" fmla="*/ 362065 h 1235632"/>
                <a:gd name="connsiteX199" fmla="*/ 1950071 w 2577833"/>
                <a:gd name="connsiteY199" fmla="*/ 356753 h 1235632"/>
                <a:gd name="connsiteX200" fmla="*/ 1942836 w 2577833"/>
                <a:gd name="connsiteY200" fmla="*/ 355392 h 1235632"/>
                <a:gd name="connsiteX201" fmla="*/ 1942836 w 2577833"/>
                <a:gd name="connsiteY201" fmla="*/ 352934 h 1235632"/>
                <a:gd name="connsiteX202" fmla="*/ 1935323 w 2577833"/>
                <a:gd name="connsiteY202" fmla="*/ 361714 h 1235632"/>
                <a:gd name="connsiteX203" fmla="*/ 1932123 w 2577833"/>
                <a:gd name="connsiteY203" fmla="*/ 355656 h 1235632"/>
                <a:gd name="connsiteX204" fmla="*/ 1935323 w 2577833"/>
                <a:gd name="connsiteY204" fmla="*/ 357587 h 1235632"/>
                <a:gd name="connsiteX205" fmla="*/ 1941399 w 2577833"/>
                <a:gd name="connsiteY205" fmla="*/ 351002 h 1235632"/>
                <a:gd name="connsiteX206" fmla="*/ 1930964 w 2577833"/>
                <a:gd name="connsiteY206" fmla="*/ 349642 h 1235632"/>
                <a:gd name="connsiteX207" fmla="*/ 1922848 w 2577833"/>
                <a:gd name="connsiteY207" fmla="*/ 348368 h 1235632"/>
                <a:gd name="connsiteX208" fmla="*/ 1925445 w 2577833"/>
                <a:gd name="connsiteY208" fmla="*/ 343364 h 1235632"/>
                <a:gd name="connsiteX209" fmla="*/ 1930361 w 2577833"/>
                <a:gd name="connsiteY209" fmla="*/ 337306 h 1235632"/>
                <a:gd name="connsiteX210" fmla="*/ 1933839 w 2577833"/>
                <a:gd name="connsiteY210" fmla="*/ 343891 h 1235632"/>
                <a:gd name="connsiteX211" fmla="*/ 1940517 w 2577833"/>
                <a:gd name="connsiteY211" fmla="*/ 340027 h 1235632"/>
                <a:gd name="connsiteX212" fmla="*/ 1934720 w 2577833"/>
                <a:gd name="connsiteY212" fmla="*/ 328218 h 1235632"/>
                <a:gd name="connsiteX213" fmla="*/ 1922848 w 2577833"/>
                <a:gd name="connsiteY213" fmla="*/ 321107 h 1235632"/>
                <a:gd name="connsiteX214" fmla="*/ 1903741 w 2577833"/>
                <a:gd name="connsiteY214" fmla="*/ 316980 h 1235632"/>
                <a:gd name="connsiteX215" fmla="*/ 1888389 w 2577833"/>
                <a:gd name="connsiteY215" fmla="*/ 324399 h 1235632"/>
                <a:gd name="connsiteX216" fmla="*/ 1877398 w 2577833"/>
                <a:gd name="connsiteY216" fmla="*/ 342486 h 1235632"/>
                <a:gd name="connsiteX217" fmla="*/ 1866082 w 2577833"/>
                <a:gd name="connsiteY217" fmla="*/ 348807 h 1235632"/>
                <a:gd name="connsiteX218" fmla="*/ 1859682 w 2577833"/>
                <a:gd name="connsiteY218" fmla="*/ 348281 h 1235632"/>
                <a:gd name="connsiteX219" fmla="*/ 1859960 w 2577833"/>
                <a:gd name="connsiteY219" fmla="*/ 344417 h 1235632"/>
                <a:gd name="connsiteX220" fmla="*/ 1862279 w 2577833"/>
                <a:gd name="connsiteY220" fmla="*/ 342749 h 1235632"/>
                <a:gd name="connsiteX221" fmla="*/ 1862558 w 2577833"/>
                <a:gd name="connsiteY221" fmla="*/ 340027 h 1235632"/>
                <a:gd name="connsiteX222" fmla="*/ 1860517 w 2577833"/>
                <a:gd name="connsiteY222" fmla="*/ 336998 h 1235632"/>
                <a:gd name="connsiteX223" fmla="*/ 1866870 w 2577833"/>
                <a:gd name="connsiteY223" fmla="*/ 338359 h 1235632"/>
                <a:gd name="connsiteX224" fmla="*/ 1872390 w 2577833"/>
                <a:gd name="connsiteY224" fmla="*/ 336691 h 1235632"/>
                <a:gd name="connsiteX225" fmla="*/ 1872390 w 2577833"/>
                <a:gd name="connsiteY225" fmla="*/ 331467 h 1235632"/>
                <a:gd name="connsiteX226" fmla="*/ 1870627 w 2577833"/>
                <a:gd name="connsiteY226" fmla="*/ 330106 h 1235632"/>
                <a:gd name="connsiteX227" fmla="*/ 1871184 w 2577833"/>
                <a:gd name="connsiteY227" fmla="*/ 324619 h 1235632"/>
                <a:gd name="connsiteX228" fmla="*/ 1872621 w 2577833"/>
                <a:gd name="connsiteY228" fmla="*/ 322160 h 1235632"/>
                <a:gd name="connsiteX229" fmla="*/ 1875497 w 2577833"/>
                <a:gd name="connsiteY229" fmla="*/ 324882 h 1235632"/>
                <a:gd name="connsiteX230" fmla="*/ 1875497 w 2577833"/>
                <a:gd name="connsiteY230" fmla="*/ 326814 h 1235632"/>
                <a:gd name="connsiteX231" fmla="*/ 1876934 w 2577833"/>
                <a:gd name="connsiteY231" fmla="*/ 326814 h 1235632"/>
                <a:gd name="connsiteX232" fmla="*/ 1878697 w 2577833"/>
                <a:gd name="connsiteY232" fmla="*/ 324092 h 1235632"/>
                <a:gd name="connsiteX233" fmla="*/ 1879856 w 2577833"/>
                <a:gd name="connsiteY233" fmla="*/ 326814 h 1235632"/>
                <a:gd name="connsiteX234" fmla="*/ 1877816 w 2577833"/>
                <a:gd name="connsiteY234" fmla="*/ 330106 h 1235632"/>
                <a:gd name="connsiteX235" fmla="*/ 1875497 w 2577833"/>
                <a:gd name="connsiteY235" fmla="*/ 334496 h 1235632"/>
                <a:gd name="connsiteX236" fmla="*/ 1875497 w 2577833"/>
                <a:gd name="connsiteY236" fmla="*/ 337218 h 1235632"/>
                <a:gd name="connsiteX237" fmla="*/ 1878697 w 2577833"/>
                <a:gd name="connsiteY237" fmla="*/ 333091 h 1235632"/>
                <a:gd name="connsiteX238" fmla="*/ 1883056 w 2577833"/>
                <a:gd name="connsiteY238" fmla="*/ 328438 h 1235632"/>
                <a:gd name="connsiteX239" fmla="*/ 1889735 w 2577833"/>
                <a:gd name="connsiteY239" fmla="*/ 317726 h 1235632"/>
                <a:gd name="connsiteX240" fmla="*/ 1875821 w 2577833"/>
                <a:gd name="connsiteY240" fmla="*/ 317990 h 1235632"/>
                <a:gd name="connsiteX241" fmla="*/ 1874059 w 2577833"/>
                <a:gd name="connsiteY241" fmla="*/ 320448 h 1235632"/>
                <a:gd name="connsiteX242" fmla="*/ 1871462 w 2577833"/>
                <a:gd name="connsiteY242" fmla="*/ 319087 h 1235632"/>
                <a:gd name="connsiteX243" fmla="*/ 1851473 w 2577833"/>
                <a:gd name="connsiteY243" fmla="*/ 324311 h 1235632"/>
                <a:gd name="connsiteX244" fmla="*/ 1847392 w 2577833"/>
                <a:gd name="connsiteY244" fmla="*/ 319087 h 1235632"/>
                <a:gd name="connsiteX245" fmla="*/ 1850870 w 2577833"/>
                <a:gd name="connsiteY245" fmla="*/ 320185 h 1235632"/>
                <a:gd name="connsiteX246" fmla="*/ 1853468 w 2577833"/>
                <a:gd name="connsiteY246" fmla="*/ 318516 h 1235632"/>
                <a:gd name="connsiteX247" fmla="*/ 1854905 w 2577833"/>
                <a:gd name="connsiteY247" fmla="*/ 313600 h 1235632"/>
                <a:gd name="connsiteX248" fmla="*/ 1865619 w 2577833"/>
                <a:gd name="connsiteY248" fmla="*/ 313600 h 1235632"/>
                <a:gd name="connsiteX249" fmla="*/ 1868215 w 2577833"/>
                <a:gd name="connsiteY249" fmla="*/ 315531 h 1235632"/>
                <a:gd name="connsiteX250" fmla="*/ 1888807 w 2577833"/>
                <a:gd name="connsiteY250" fmla="*/ 315004 h 1235632"/>
                <a:gd name="connsiteX251" fmla="*/ 1855462 w 2577833"/>
                <a:gd name="connsiteY251" fmla="*/ 303195 h 1235632"/>
                <a:gd name="connsiteX252" fmla="*/ 1809966 w 2577833"/>
                <a:gd name="connsiteY252" fmla="*/ 297137 h 1235632"/>
                <a:gd name="connsiteX253" fmla="*/ 1801850 w 2577833"/>
                <a:gd name="connsiteY253" fmla="*/ 290815 h 1235632"/>
                <a:gd name="connsiteX254" fmla="*/ 1791693 w 2577833"/>
                <a:gd name="connsiteY254" fmla="*/ 289147 h 1235632"/>
                <a:gd name="connsiteX255" fmla="*/ 1799531 w 2577833"/>
                <a:gd name="connsiteY255" fmla="*/ 302581 h 1235632"/>
                <a:gd name="connsiteX256" fmla="*/ 1788818 w 2577833"/>
                <a:gd name="connsiteY256" fmla="*/ 310000 h 1235632"/>
                <a:gd name="connsiteX257" fmla="*/ 1780702 w 2577833"/>
                <a:gd name="connsiteY257" fmla="*/ 308639 h 1235632"/>
                <a:gd name="connsiteX258" fmla="*/ 1770267 w 2577833"/>
                <a:gd name="connsiteY258" fmla="*/ 311668 h 1235632"/>
                <a:gd name="connsiteX259" fmla="*/ 1769107 w 2577833"/>
                <a:gd name="connsiteY259" fmla="*/ 325365 h 1235632"/>
                <a:gd name="connsiteX260" fmla="*/ 1774904 w 2577833"/>
                <a:gd name="connsiteY260" fmla="*/ 321502 h 1235632"/>
                <a:gd name="connsiteX261" fmla="*/ 1779542 w 2577833"/>
                <a:gd name="connsiteY261" fmla="*/ 320141 h 1235632"/>
                <a:gd name="connsiteX262" fmla="*/ 1785339 w 2577833"/>
                <a:gd name="connsiteY262" fmla="*/ 322336 h 1235632"/>
                <a:gd name="connsiteX263" fmla="*/ 1779542 w 2577833"/>
                <a:gd name="connsiteY263" fmla="*/ 325365 h 1235632"/>
                <a:gd name="connsiteX264" fmla="*/ 1776945 w 2577833"/>
                <a:gd name="connsiteY264" fmla="*/ 334672 h 1235632"/>
                <a:gd name="connsiteX265" fmla="*/ 1767948 w 2577833"/>
                <a:gd name="connsiteY265" fmla="*/ 334935 h 1235632"/>
                <a:gd name="connsiteX266" fmla="*/ 1777502 w 2577833"/>
                <a:gd name="connsiteY266" fmla="*/ 340423 h 1235632"/>
                <a:gd name="connsiteX267" fmla="*/ 1780377 w 2577833"/>
                <a:gd name="connsiteY267" fmla="*/ 355261 h 1235632"/>
                <a:gd name="connsiteX268" fmla="*/ 1778661 w 2577833"/>
                <a:gd name="connsiteY268" fmla="*/ 358553 h 1235632"/>
                <a:gd name="connsiteX269" fmla="*/ 1775461 w 2577833"/>
                <a:gd name="connsiteY269" fmla="*/ 356885 h 1235632"/>
                <a:gd name="connsiteX270" fmla="*/ 1770823 w 2577833"/>
                <a:gd name="connsiteY270" fmla="*/ 360441 h 1235632"/>
                <a:gd name="connsiteX271" fmla="*/ 1767948 w 2577833"/>
                <a:gd name="connsiteY271" fmla="*/ 359607 h 1235632"/>
                <a:gd name="connsiteX272" fmla="*/ 1758951 w 2577833"/>
                <a:gd name="connsiteY272" fmla="*/ 349993 h 1235632"/>
                <a:gd name="connsiteX273" fmla="*/ 1760667 w 2577833"/>
                <a:gd name="connsiteY273" fmla="*/ 360441 h 1235632"/>
                <a:gd name="connsiteX274" fmla="*/ 1756910 w 2577833"/>
                <a:gd name="connsiteY274" fmla="*/ 360704 h 1235632"/>
                <a:gd name="connsiteX275" fmla="*/ 1754313 w 2577833"/>
                <a:gd name="connsiteY275" fmla="*/ 357675 h 1235632"/>
                <a:gd name="connsiteX276" fmla="*/ 1757189 w 2577833"/>
                <a:gd name="connsiteY276" fmla="*/ 357675 h 1235632"/>
                <a:gd name="connsiteX277" fmla="*/ 1753154 w 2577833"/>
                <a:gd name="connsiteY277" fmla="*/ 351924 h 1235632"/>
                <a:gd name="connsiteX278" fmla="*/ 1749675 w 2577833"/>
                <a:gd name="connsiteY278" fmla="*/ 358246 h 1235632"/>
                <a:gd name="connsiteX279" fmla="*/ 1748238 w 2577833"/>
                <a:gd name="connsiteY279" fmla="*/ 361539 h 1235632"/>
                <a:gd name="connsiteX280" fmla="*/ 1749397 w 2577833"/>
                <a:gd name="connsiteY280" fmla="*/ 365094 h 1235632"/>
                <a:gd name="connsiteX281" fmla="*/ 1745316 w 2577833"/>
                <a:gd name="connsiteY281" fmla="*/ 367026 h 1235632"/>
                <a:gd name="connsiteX282" fmla="*/ 1749397 w 2577833"/>
                <a:gd name="connsiteY282" fmla="*/ 371153 h 1235632"/>
                <a:gd name="connsiteX283" fmla="*/ 1749953 w 2577833"/>
                <a:gd name="connsiteY283" fmla="*/ 374709 h 1235632"/>
                <a:gd name="connsiteX284" fmla="*/ 1746754 w 2577833"/>
                <a:gd name="connsiteY284" fmla="*/ 372514 h 1235632"/>
                <a:gd name="connsiteX285" fmla="*/ 1743553 w 2577833"/>
                <a:gd name="connsiteY285" fmla="*/ 367597 h 1235632"/>
                <a:gd name="connsiteX286" fmla="*/ 1741234 w 2577833"/>
                <a:gd name="connsiteY286" fmla="*/ 363734 h 1235632"/>
                <a:gd name="connsiteX287" fmla="*/ 1735716 w 2577833"/>
                <a:gd name="connsiteY287" fmla="*/ 360178 h 1235632"/>
                <a:gd name="connsiteX288" fmla="*/ 1731078 w 2577833"/>
                <a:gd name="connsiteY288" fmla="*/ 354953 h 1235632"/>
                <a:gd name="connsiteX289" fmla="*/ 1728481 w 2577833"/>
                <a:gd name="connsiteY289" fmla="*/ 354953 h 1235632"/>
                <a:gd name="connsiteX290" fmla="*/ 1727600 w 2577833"/>
                <a:gd name="connsiteY290" fmla="*/ 358246 h 1235632"/>
                <a:gd name="connsiteX291" fmla="*/ 1724400 w 2577833"/>
                <a:gd name="connsiteY291" fmla="*/ 352495 h 1235632"/>
                <a:gd name="connsiteX292" fmla="*/ 1704086 w 2577833"/>
                <a:gd name="connsiteY292" fmla="*/ 353022 h 1235632"/>
                <a:gd name="connsiteX293" fmla="*/ 1686417 w 2577833"/>
                <a:gd name="connsiteY293" fmla="*/ 361275 h 1235632"/>
                <a:gd name="connsiteX294" fmla="*/ 1666984 w 2577833"/>
                <a:gd name="connsiteY294" fmla="*/ 343978 h 1235632"/>
                <a:gd name="connsiteX295" fmla="*/ 1672782 w 2577833"/>
                <a:gd name="connsiteY295" fmla="*/ 336296 h 1235632"/>
                <a:gd name="connsiteX296" fmla="*/ 1675379 w 2577833"/>
                <a:gd name="connsiteY296" fmla="*/ 335462 h 1235632"/>
                <a:gd name="connsiteX297" fmla="*/ 1660306 w 2577833"/>
                <a:gd name="connsiteY297" fmla="*/ 342310 h 1235632"/>
                <a:gd name="connsiteX298" fmla="*/ 1653953 w 2577833"/>
                <a:gd name="connsiteY298" fmla="*/ 365929 h 1235632"/>
                <a:gd name="connsiteX299" fmla="*/ 1649036 w 2577833"/>
                <a:gd name="connsiteY299" fmla="*/ 381030 h 1235632"/>
                <a:gd name="connsiteX300" fmla="*/ 1641199 w 2577833"/>
                <a:gd name="connsiteY300" fmla="*/ 392532 h 1235632"/>
                <a:gd name="connsiteX301" fmla="*/ 1635402 w 2577833"/>
                <a:gd name="connsiteY301" fmla="*/ 383489 h 1235632"/>
                <a:gd name="connsiteX302" fmla="*/ 1631924 w 2577833"/>
                <a:gd name="connsiteY302" fmla="*/ 385947 h 1235632"/>
                <a:gd name="connsiteX303" fmla="*/ 1629048 w 2577833"/>
                <a:gd name="connsiteY303" fmla="*/ 383752 h 1235632"/>
                <a:gd name="connsiteX304" fmla="*/ 1626451 w 2577833"/>
                <a:gd name="connsiteY304" fmla="*/ 382391 h 1235632"/>
                <a:gd name="connsiteX305" fmla="*/ 1626451 w 2577833"/>
                <a:gd name="connsiteY305" fmla="*/ 378264 h 1235632"/>
                <a:gd name="connsiteX306" fmla="*/ 1620051 w 2577833"/>
                <a:gd name="connsiteY306" fmla="*/ 372777 h 1235632"/>
                <a:gd name="connsiteX307" fmla="*/ 1618010 w 2577833"/>
                <a:gd name="connsiteY307" fmla="*/ 368124 h 1235632"/>
                <a:gd name="connsiteX308" fmla="*/ 1614810 w 2577833"/>
                <a:gd name="connsiteY308" fmla="*/ 366455 h 1235632"/>
                <a:gd name="connsiteX309" fmla="*/ 1610729 w 2577833"/>
                <a:gd name="connsiteY309" fmla="*/ 357148 h 1235632"/>
                <a:gd name="connsiteX310" fmla="*/ 1610451 w 2577833"/>
                <a:gd name="connsiteY310" fmla="*/ 350563 h 1235632"/>
                <a:gd name="connsiteX311" fmla="*/ 1604654 w 2577833"/>
                <a:gd name="connsiteY311" fmla="*/ 351924 h 1235632"/>
                <a:gd name="connsiteX312" fmla="*/ 1604932 w 2577833"/>
                <a:gd name="connsiteY312" fmla="*/ 346437 h 1235632"/>
                <a:gd name="connsiteX313" fmla="*/ 1610729 w 2577833"/>
                <a:gd name="connsiteY313" fmla="*/ 345076 h 1235632"/>
                <a:gd name="connsiteX314" fmla="*/ 1616248 w 2577833"/>
                <a:gd name="connsiteY314" fmla="*/ 346173 h 1235632"/>
                <a:gd name="connsiteX315" fmla="*/ 1613373 w 2577833"/>
                <a:gd name="connsiteY315" fmla="*/ 342310 h 1235632"/>
                <a:gd name="connsiteX316" fmla="*/ 1608735 w 2577833"/>
                <a:gd name="connsiteY316" fmla="*/ 334364 h 1235632"/>
                <a:gd name="connsiteX317" fmla="*/ 1609013 w 2577833"/>
                <a:gd name="connsiteY317" fmla="*/ 342618 h 1235632"/>
                <a:gd name="connsiteX318" fmla="*/ 1603494 w 2577833"/>
                <a:gd name="connsiteY318" fmla="*/ 344286 h 1235632"/>
                <a:gd name="connsiteX319" fmla="*/ 1600294 w 2577833"/>
                <a:gd name="connsiteY319" fmla="*/ 336867 h 1235632"/>
                <a:gd name="connsiteX320" fmla="*/ 1602613 w 2577833"/>
                <a:gd name="connsiteY320" fmla="*/ 335506 h 1235632"/>
                <a:gd name="connsiteX321" fmla="*/ 1604932 w 2577833"/>
                <a:gd name="connsiteY321" fmla="*/ 330589 h 1235632"/>
                <a:gd name="connsiteX322" fmla="*/ 1600572 w 2577833"/>
                <a:gd name="connsiteY322" fmla="*/ 331116 h 1235632"/>
                <a:gd name="connsiteX323" fmla="*/ 1598532 w 2577833"/>
                <a:gd name="connsiteY323" fmla="*/ 334979 h 1235632"/>
                <a:gd name="connsiteX324" fmla="*/ 1590416 w 2577833"/>
                <a:gd name="connsiteY324" fmla="*/ 320975 h 1235632"/>
                <a:gd name="connsiteX325" fmla="*/ 1586937 w 2577833"/>
                <a:gd name="connsiteY325" fmla="*/ 316585 h 1235632"/>
                <a:gd name="connsiteX326" fmla="*/ 1582300 w 2577833"/>
                <a:gd name="connsiteY326" fmla="*/ 311361 h 1235632"/>
                <a:gd name="connsiteX327" fmla="*/ 1575899 w 2577833"/>
                <a:gd name="connsiteY327" fmla="*/ 312458 h 1235632"/>
                <a:gd name="connsiteX328" fmla="*/ 1571540 w 2577833"/>
                <a:gd name="connsiteY328" fmla="*/ 311931 h 1235632"/>
                <a:gd name="connsiteX329" fmla="*/ 1582253 w 2577833"/>
                <a:gd name="connsiteY329" fmla="*/ 339369 h 1235632"/>
                <a:gd name="connsiteX330" fmla="*/ 1579934 w 2577833"/>
                <a:gd name="connsiteY330" fmla="*/ 354997 h 1235632"/>
                <a:gd name="connsiteX331" fmla="*/ 1584572 w 2577833"/>
                <a:gd name="connsiteY331" fmla="*/ 378616 h 1235632"/>
                <a:gd name="connsiteX332" fmla="*/ 1584572 w 2577833"/>
                <a:gd name="connsiteY332" fmla="*/ 387659 h 1235632"/>
                <a:gd name="connsiteX333" fmla="*/ 1574740 w 2577833"/>
                <a:gd name="connsiteY333" fmla="*/ 401927 h 1235632"/>
                <a:gd name="connsiteX334" fmla="*/ 1557951 w 2577833"/>
                <a:gd name="connsiteY334" fmla="*/ 404122 h 1235632"/>
                <a:gd name="connsiteX335" fmla="*/ 1561708 w 2577833"/>
                <a:gd name="connsiteY335" fmla="*/ 411804 h 1235632"/>
                <a:gd name="connsiteX336" fmla="*/ 1559667 w 2577833"/>
                <a:gd name="connsiteY336" fmla="*/ 418652 h 1235632"/>
                <a:gd name="connsiteX337" fmla="*/ 1545754 w 2577833"/>
                <a:gd name="connsiteY337" fmla="*/ 430154 h 1235632"/>
                <a:gd name="connsiteX338" fmla="*/ 1540236 w 2577833"/>
                <a:gd name="connsiteY338" fmla="*/ 447451 h 1235632"/>
                <a:gd name="connsiteX339" fmla="*/ 1530404 w 2577833"/>
                <a:gd name="connsiteY339" fmla="*/ 462553 h 1235632"/>
                <a:gd name="connsiteX340" fmla="*/ 1526044 w 2577833"/>
                <a:gd name="connsiteY340" fmla="*/ 490253 h 1235632"/>
                <a:gd name="connsiteX341" fmla="*/ 1516212 w 2577833"/>
                <a:gd name="connsiteY341" fmla="*/ 505882 h 1235632"/>
                <a:gd name="connsiteX342" fmla="*/ 1516490 w 2577833"/>
                <a:gd name="connsiteY342" fmla="*/ 536085 h 1235632"/>
                <a:gd name="connsiteX343" fmla="*/ 1520247 w 2577833"/>
                <a:gd name="connsiteY343" fmla="*/ 553645 h 1235632"/>
                <a:gd name="connsiteX344" fmla="*/ 1532398 w 2577833"/>
                <a:gd name="connsiteY344" fmla="*/ 592892 h 1235632"/>
                <a:gd name="connsiteX345" fmla="*/ 1535876 w 2577833"/>
                <a:gd name="connsiteY345" fmla="*/ 613744 h 1235632"/>
                <a:gd name="connsiteX346" fmla="*/ 1550948 w 2577833"/>
                <a:gd name="connsiteY346" fmla="*/ 629109 h 1235632"/>
                <a:gd name="connsiteX347" fmla="*/ 1553546 w 2577833"/>
                <a:gd name="connsiteY347" fmla="*/ 634026 h 1235632"/>
                <a:gd name="connsiteX348" fmla="*/ 1566856 w 2577833"/>
                <a:gd name="connsiteY348" fmla="*/ 642543 h 1235632"/>
                <a:gd name="connsiteX349" fmla="*/ 1583366 w 2577833"/>
                <a:gd name="connsiteY349" fmla="*/ 658742 h 1235632"/>
                <a:gd name="connsiteX350" fmla="*/ 1597558 w 2577833"/>
                <a:gd name="connsiteY350" fmla="*/ 669717 h 1235632"/>
                <a:gd name="connsiteX351" fmla="*/ 1599598 w 2577833"/>
                <a:gd name="connsiteY351" fmla="*/ 671385 h 1235632"/>
                <a:gd name="connsiteX352" fmla="*/ 1616712 w 2577833"/>
                <a:gd name="connsiteY352" fmla="*/ 674414 h 1235632"/>
                <a:gd name="connsiteX353" fmla="*/ 1633500 w 2577833"/>
                <a:gd name="connsiteY353" fmla="*/ 678541 h 1235632"/>
                <a:gd name="connsiteX354" fmla="*/ 1638138 w 2577833"/>
                <a:gd name="connsiteY354" fmla="*/ 678541 h 1235632"/>
                <a:gd name="connsiteX355" fmla="*/ 1641894 w 2577833"/>
                <a:gd name="connsiteY355" fmla="*/ 674985 h 1235632"/>
                <a:gd name="connsiteX356" fmla="*/ 1647413 w 2577833"/>
                <a:gd name="connsiteY356" fmla="*/ 676083 h 1235632"/>
                <a:gd name="connsiteX357" fmla="*/ 1654370 w 2577833"/>
                <a:gd name="connsiteY357" fmla="*/ 678804 h 1235632"/>
                <a:gd name="connsiteX358" fmla="*/ 1650010 w 2577833"/>
                <a:gd name="connsiteY358" fmla="*/ 679331 h 1235632"/>
                <a:gd name="connsiteX359" fmla="*/ 1646810 w 2577833"/>
                <a:gd name="connsiteY359" fmla="*/ 677663 h 1235632"/>
                <a:gd name="connsiteX360" fmla="*/ 1642451 w 2577833"/>
                <a:gd name="connsiteY360" fmla="*/ 677399 h 1235632"/>
                <a:gd name="connsiteX361" fmla="*/ 1638973 w 2577833"/>
                <a:gd name="connsiteY361" fmla="*/ 680692 h 1235632"/>
                <a:gd name="connsiteX362" fmla="*/ 1631459 w 2577833"/>
                <a:gd name="connsiteY362" fmla="*/ 680165 h 1235632"/>
                <a:gd name="connsiteX363" fmla="*/ 1623343 w 2577833"/>
                <a:gd name="connsiteY363" fmla="*/ 677443 h 1235632"/>
                <a:gd name="connsiteX364" fmla="*/ 1614949 w 2577833"/>
                <a:gd name="connsiteY364" fmla="*/ 676346 h 1235632"/>
                <a:gd name="connsiteX365" fmla="*/ 1618149 w 2577833"/>
                <a:gd name="connsiteY365" fmla="*/ 684028 h 1235632"/>
                <a:gd name="connsiteX366" fmla="*/ 1619911 w 2577833"/>
                <a:gd name="connsiteY366" fmla="*/ 695530 h 1235632"/>
                <a:gd name="connsiteX367" fmla="*/ 1621674 w 2577833"/>
                <a:gd name="connsiteY367" fmla="*/ 714758 h 1235632"/>
                <a:gd name="connsiteX368" fmla="*/ 1617593 w 2577833"/>
                <a:gd name="connsiteY368" fmla="*/ 728455 h 1235632"/>
                <a:gd name="connsiteX369" fmla="*/ 1604236 w 2577833"/>
                <a:gd name="connsiteY369" fmla="*/ 743557 h 1235632"/>
                <a:gd name="connsiteX370" fmla="*/ 1593523 w 2577833"/>
                <a:gd name="connsiteY370" fmla="*/ 746849 h 1235632"/>
                <a:gd name="connsiteX371" fmla="*/ 1584851 w 2577833"/>
                <a:gd name="connsiteY371" fmla="*/ 747684 h 1235632"/>
                <a:gd name="connsiteX372" fmla="*/ 1576456 w 2577833"/>
                <a:gd name="connsiteY372" fmla="*/ 751547 h 1235632"/>
                <a:gd name="connsiteX373" fmla="*/ 1564584 w 2577833"/>
                <a:gd name="connsiteY373" fmla="*/ 751020 h 1235632"/>
                <a:gd name="connsiteX374" fmla="*/ 1556189 w 2577833"/>
                <a:gd name="connsiteY374" fmla="*/ 757078 h 1235632"/>
                <a:gd name="connsiteX375" fmla="*/ 1549789 w 2577833"/>
                <a:gd name="connsiteY375" fmla="*/ 760634 h 1235632"/>
                <a:gd name="connsiteX376" fmla="*/ 1545430 w 2577833"/>
                <a:gd name="connsiteY376" fmla="*/ 761161 h 1235632"/>
                <a:gd name="connsiteX377" fmla="*/ 1536154 w 2577833"/>
                <a:gd name="connsiteY377" fmla="*/ 764717 h 1235632"/>
                <a:gd name="connsiteX378" fmla="*/ 1530079 w 2577833"/>
                <a:gd name="connsiteY378" fmla="*/ 765814 h 1235632"/>
                <a:gd name="connsiteX379" fmla="*/ 1501696 w 2577833"/>
                <a:gd name="connsiteY379" fmla="*/ 768009 h 1235632"/>
                <a:gd name="connsiteX380" fmla="*/ 1503458 w 2577833"/>
                <a:gd name="connsiteY380" fmla="*/ 766078 h 1235632"/>
                <a:gd name="connsiteX381" fmla="*/ 1523169 w 2577833"/>
                <a:gd name="connsiteY381" fmla="*/ 764409 h 1235632"/>
                <a:gd name="connsiteX382" fmla="*/ 1535041 w 2577833"/>
                <a:gd name="connsiteY382" fmla="*/ 763312 h 1235632"/>
                <a:gd name="connsiteX383" fmla="*/ 1542276 w 2577833"/>
                <a:gd name="connsiteY383" fmla="*/ 760283 h 1235632"/>
                <a:gd name="connsiteX384" fmla="*/ 1549233 w 2577833"/>
                <a:gd name="connsiteY384" fmla="*/ 757824 h 1235632"/>
                <a:gd name="connsiteX385" fmla="*/ 1553314 w 2577833"/>
                <a:gd name="connsiteY385" fmla="*/ 755893 h 1235632"/>
                <a:gd name="connsiteX386" fmla="*/ 1563749 w 2577833"/>
                <a:gd name="connsiteY386" fmla="*/ 748781 h 1235632"/>
                <a:gd name="connsiteX387" fmla="*/ 1576224 w 2577833"/>
                <a:gd name="connsiteY387" fmla="*/ 749044 h 1235632"/>
                <a:gd name="connsiteX388" fmla="*/ 1589535 w 2577833"/>
                <a:gd name="connsiteY388" fmla="*/ 743820 h 1235632"/>
                <a:gd name="connsiteX389" fmla="*/ 1601407 w 2577833"/>
                <a:gd name="connsiteY389" fmla="*/ 742459 h 1235632"/>
                <a:gd name="connsiteX390" fmla="*/ 1614439 w 2577833"/>
                <a:gd name="connsiteY390" fmla="*/ 728455 h 1235632"/>
                <a:gd name="connsiteX391" fmla="*/ 1615877 w 2577833"/>
                <a:gd name="connsiteY391" fmla="*/ 721870 h 1235632"/>
                <a:gd name="connsiteX392" fmla="*/ 1618474 w 2577833"/>
                <a:gd name="connsiteY392" fmla="*/ 715812 h 1235632"/>
                <a:gd name="connsiteX393" fmla="*/ 1621071 w 2577833"/>
                <a:gd name="connsiteY393" fmla="*/ 709491 h 1235632"/>
                <a:gd name="connsiteX394" fmla="*/ 1617871 w 2577833"/>
                <a:gd name="connsiteY394" fmla="*/ 703169 h 1235632"/>
                <a:gd name="connsiteX395" fmla="*/ 1614996 w 2577833"/>
                <a:gd name="connsiteY395" fmla="*/ 693862 h 1235632"/>
                <a:gd name="connsiteX396" fmla="*/ 1614114 w 2577833"/>
                <a:gd name="connsiteY396" fmla="*/ 680429 h 1235632"/>
                <a:gd name="connsiteX397" fmla="*/ 1611239 w 2577833"/>
                <a:gd name="connsiteY397" fmla="*/ 674678 h 1235632"/>
                <a:gd name="connsiteX398" fmla="*/ 1597048 w 2577833"/>
                <a:gd name="connsiteY398" fmla="*/ 674678 h 1235632"/>
                <a:gd name="connsiteX399" fmla="*/ 1592688 w 2577833"/>
                <a:gd name="connsiteY399" fmla="*/ 669190 h 1235632"/>
                <a:gd name="connsiteX400" fmla="*/ 1584572 w 2577833"/>
                <a:gd name="connsiteY400" fmla="*/ 663132 h 1235632"/>
                <a:gd name="connsiteX401" fmla="*/ 1574740 w 2577833"/>
                <a:gd name="connsiteY401" fmla="*/ 654352 h 1235632"/>
                <a:gd name="connsiteX402" fmla="*/ 1565743 w 2577833"/>
                <a:gd name="connsiteY402" fmla="*/ 644738 h 1235632"/>
                <a:gd name="connsiteX403" fmla="*/ 1561708 w 2577833"/>
                <a:gd name="connsiteY403" fmla="*/ 641182 h 1235632"/>
                <a:gd name="connsiteX404" fmla="*/ 1559389 w 2577833"/>
                <a:gd name="connsiteY404" fmla="*/ 641182 h 1235632"/>
                <a:gd name="connsiteX405" fmla="*/ 1554752 w 2577833"/>
                <a:gd name="connsiteY405" fmla="*/ 636792 h 1235632"/>
                <a:gd name="connsiteX406" fmla="*/ 1547239 w 2577833"/>
                <a:gd name="connsiteY406" fmla="*/ 636529 h 1235632"/>
                <a:gd name="connsiteX407" fmla="*/ 1540003 w 2577833"/>
                <a:gd name="connsiteY407" fmla="*/ 625290 h 1235632"/>
                <a:gd name="connsiteX408" fmla="*/ 1528966 w 2577833"/>
                <a:gd name="connsiteY408" fmla="*/ 610452 h 1235632"/>
                <a:gd name="connsiteX409" fmla="*/ 1529847 w 2577833"/>
                <a:gd name="connsiteY409" fmla="*/ 594823 h 1235632"/>
                <a:gd name="connsiteX410" fmla="*/ 1528131 w 2577833"/>
                <a:gd name="connsiteY410" fmla="*/ 589336 h 1235632"/>
                <a:gd name="connsiteX411" fmla="*/ 1524374 w 2577833"/>
                <a:gd name="connsiteY411" fmla="*/ 584946 h 1235632"/>
                <a:gd name="connsiteX412" fmla="*/ 1519180 w 2577833"/>
                <a:gd name="connsiteY412" fmla="*/ 566552 h 1235632"/>
                <a:gd name="connsiteX413" fmla="*/ 1516305 w 2577833"/>
                <a:gd name="connsiteY413" fmla="*/ 551187 h 1235632"/>
                <a:gd name="connsiteX414" fmla="*/ 1514542 w 2577833"/>
                <a:gd name="connsiteY414" fmla="*/ 540739 h 1235632"/>
                <a:gd name="connsiteX415" fmla="*/ 1511343 w 2577833"/>
                <a:gd name="connsiteY415" fmla="*/ 532793 h 1235632"/>
                <a:gd name="connsiteX416" fmla="*/ 1512780 w 2577833"/>
                <a:gd name="connsiteY416" fmla="*/ 511106 h 1235632"/>
                <a:gd name="connsiteX417" fmla="*/ 1515655 w 2577833"/>
                <a:gd name="connsiteY417" fmla="*/ 502326 h 1235632"/>
                <a:gd name="connsiteX418" fmla="*/ 1524374 w 2577833"/>
                <a:gd name="connsiteY418" fmla="*/ 487224 h 1235632"/>
                <a:gd name="connsiteX419" fmla="*/ 1525534 w 2577833"/>
                <a:gd name="connsiteY419" fmla="*/ 472123 h 1235632"/>
                <a:gd name="connsiteX420" fmla="*/ 1527575 w 2577833"/>
                <a:gd name="connsiteY420" fmla="*/ 463870 h 1235632"/>
                <a:gd name="connsiteX421" fmla="*/ 1529894 w 2577833"/>
                <a:gd name="connsiteY421" fmla="*/ 458953 h 1235632"/>
                <a:gd name="connsiteX422" fmla="*/ 1537128 w 2577833"/>
                <a:gd name="connsiteY422" fmla="*/ 448812 h 1235632"/>
                <a:gd name="connsiteX423" fmla="*/ 1540003 w 2577833"/>
                <a:gd name="connsiteY423" fmla="*/ 441963 h 1235632"/>
                <a:gd name="connsiteX424" fmla="*/ 1542044 w 2577833"/>
                <a:gd name="connsiteY424" fmla="*/ 435115 h 1235632"/>
                <a:gd name="connsiteX425" fmla="*/ 1543760 w 2577833"/>
                <a:gd name="connsiteY425" fmla="*/ 427432 h 1235632"/>
                <a:gd name="connsiteX426" fmla="*/ 1548398 w 2577833"/>
                <a:gd name="connsiteY426" fmla="*/ 424711 h 1235632"/>
                <a:gd name="connsiteX427" fmla="*/ 1554473 w 2577833"/>
                <a:gd name="connsiteY427" fmla="*/ 419223 h 1235632"/>
                <a:gd name="connsiteX428" fmla="*/ 1557951 w 2577833"/>
                <a:gd name="connsiteY428" fmla="*/ 414570 h 1235632"/>
                <a:gd name="connsiteX429" fmla="*/ 1555355 w 2577833"/>
                <a:gd name="connsiteY429" fmla="*/ 410180 h 1235632"/>
                <a:gd name="connsiteX430" fmla="*/ 1560549 w 2577833"/>
                <a:gd name="connsiteY430" fmla="*/ 400039 h 1235632"/>
                <a:gd name="connsiteX431" fmla="*/ 1573024 w 2577833"/>
                <a:gd name="connsiteY431" fmla="*/ 400039 h 1235632"/>
                <a:gd name="connsiteX432" fmla="*/ 1579424 w 2577833"/>
                <a:gd name="connsiteY432" fmla="*/ 391786 h 1235632"/>
                <a:gd name="connsiteX433" fmla="*/ 1581465 w 2577833"/>
                <a:gd name="connsiteY433" fmla="*/ 387659 h 1235632"/>
                <a:gd name="connsiteX434" fmla="*/ 1581743 w 2577833"/>
                <a:gd name="connsiteY434" fmla="*/ 381908 h 1235632"/>
                <a:gd name="connsiteX435" fmla="*/ 1579703 w 2577833"/>
                <a:gd name="connsiteY435" fmla="*/ 376684 h 1235632"/>
                <a:gd name="connsiteX436" fmla="*/ 1577105 w 2577833"/>
                <a:gd name="connsiteY436" fmla="*/ 367070 h 1235632"/>
                <a:gd name="connsiteX437" fmla="*/ 1578265 w 2577833"/>
                <a:gd name="connsiteY437" fmla="*/ 359651 h 1235632"/>
                <a:gd name="connsiteX438" fmla="*/ 1577708 w 2577833"/>
                <a:gd name="connsiteY438" fmla="*/ 348939 h 1235632"/>
                <a:gd name="connsiteX439" fmla="*/ 1560317 w 2577833"/>
                <a:gd name="connsiteY439" fmla="*/ 321765 h 1235632"/>
                <a:gd name="connsiteX440" fmla="*/ 1560595 w 2577833"/>
                <a:gd name="connsiteY440" fmla="*/ 317638 h 1235632"/>
                <a:gd name="connsiteX441" fmla="*/ 1563795 w 2577833"/>
                <a:gd name="connsiteY441" fmla="*/ 308332 h 1235632"/>
                <a:gd name="connsiteX442" fmla="*/ 1549882 w 2577833"/>
                <a:gd name="connsiteY442" fmla="*/ 299025 h 1235632"/>
                <a:gd name="connsiteX443" fmla="*/ 1550763 w 2577833"/>
                <a:gd name="connsiteY443" fmla="*/ 296566 h 1235632"/>
                <a:gd name="connsiteX444" fmla="*/ 1563517 w 2577833"/>
                <a:gd name="connsiteY444" fmla="*/ 304820 h 1235632"/>
                <a:gd name="connsiteX445" fmla="*/ 1564954 w 2577833"/>
                <a:gd name="connsiteY445" fmla="*/ 297137 h 1235632"/>
                <a:gd name="connsiteX446" fmla="*/ 1563795 w 2577833"/>
                <a:gd name="connsiteY446" fmla="*/ 290815 h 1235632"/>
                <a:gd name="connsiteX447" fmla="*/ 1565557 w 2577833"/>
                <a:gd name="connsiteY447" fmla="*/ 283396 h 1235632"/>
                <a:gd name="connsiteX448" fmla="*/ 1570474 w 2577833"/>
                <a:gd name="connsiteY448" fmla="*/ 279533 h 1235632"/>
                <a:gd name="connsiteX449" fmla="*/ 1568758 w 2577833"/>
                <a:gd name="connsiteY449" fmla="*/ 270490 h 1235632"/>
                <a:gd name="connsiteX450" fmla="*/ 1567598 w 2577833"/>
                <a:gd name="connsiteY450" fmla="*/ 264168 h 1235632"/>
                <a:gd name="connsiteX451" fmla="*/ 1564398 w 2577833"/>
                <a:gd name="connsiteY451" fmla="*/ 268558 h 1235632"/>
                <a:gd name="connsiteX452" fmla="*/ 1564398 w 2577833"/>
                <a:gd name="connsiteY452" fmla="*/ 264168 h 1235632"/>
                <a:gd name="connsiteX453" fmla="*/ 1562961 w 2577833"/>
                <a:gd name="connsiteY453" fmla="*/ 253720 h 1235632"/>
                <a:gd name="connsiteX454" fmla="*/ 1560085 w 2577833"/>
                <a:gd name="connsiteY454" fmla="*/ 256749 h 1235632"/>
                <a:gd name="connsiteX455" fmla="*/ 1556328 w 2577833"/>
                <a:gd name="connsiteY455" fmla="*/ 257276 h 1235632"/>
                <a:gd name="connsiteX456" fmla="*/ 1555772 w 2577833"/>
                <a:gd name="connsiteY456" fmla="*/ 260305 h 1235632"/>
                <a:gd name="connsiteX457" fmla="*/ 1552294 w 2577833"/>
                <a:gd name="connsiteY457" fmla="*/ 260568 h 1235632"/>
                <a:gd name="connsiteX458" fmla="*/ 1553453 w 2577833"/>
                <a:gd name="connsiteY458" fmla="*/ 256705 h 1235632"/>
                <a:gd name="connsiteX459" fmla="*/ 1546775 w 2577833"/>
                <a:gd name="connsiteY459" fmla="*/ 253676 h 1235632"/>
                <a:gd name="connsiteX460" fmla="*/ 1546496 w 2577833"/>
                <a:gd name="connsiteY460" fmla="*/ 251481 h 1235632"/>
                <a:gd name="connsiteX461" fmla="*/ 1541859 w 2577833"/>
                <a:gd name="connsiteY461" fmla="*/ 248188 h 1235632"/>
                <a:gd name="connsiteX462" fmla="*/ 1540978 w 2577833"/>
                <a:gd name="connsiteY462" fmla="*/ 243798 h 1235632"/>
                <a:gd name="connsiteX463" fmla="*/ 1535181 w 2577833"/>
                <a:gd name="connsiteY463" fmla="*/ 243798 h 1235632"/>
                <a:gd name="connsiteX464" fmla="*/ 1534021 w 2577833"/>
                <a:gd name="connsiteY464" fmla="*/ 240769 h 1235632"/>
                <a:gd name="connsiteX465" fmla="*/ 1531146 w 2577833"/>
                <a:gd name="connsiteY465" fmla="*/ 243491 h 1235632"/>
                <a:gd name="connsiteX466" fmla="*/ 1528827 w 2577833"/>
                <a:gd name="connsiteY466" fmla="*/ 247047 h 1235632"/>
                <a:gd name="connsiteX467" fmla="*/ 1528827 w 2577833"/>
                <a:gd name="connsiteY467" fmla="*/ 240725 h 1235632"/>
                <a:gd name="connsiteX468" fmla="*/ 1524467 w 2577833"/>
                <a:gd name="connsiteY468" fmla="*/ 240725 h 1235632"/>
                <a:gd name="connsiteX469" fmla="*/ 1521592 w 2577833"/>
                <a:gd name="connsiteY469" fmla="*/ 244589 h 1235632"/>
                <a:gd name="connsiteX470" fmla="*/ 1525951 w 2577833"/>
                <a:gd name="connsiteY470" fmla="*/ 244589 h 1235632"/>
                <a:gd name="connsiteX471" fmla="*/ 1527110 w 2577833"/>
                <a:gd name="connsiteY471" fmla="*/ 249505 h 1235632"/>
                <a:gd name="connsiteX472" fmla="*/ 1523911 w 2577833"/>
                <a:gd name="connsiteY472" fmla="*/ 246784 h 1235632"/>
                <a:gd name="connsiteX473" fmla="*/ 1520154 w 2577833"/>
                <a:gd name="connsiteY473" fmla="*/ 246784 h 1235632"/>
                <a:gd name="connsiteX474" fmla="*/ 1518994 w 2577833"/>
                <a:gd name="connsiteY474" fmla="*/ 252008 h 1235632"/>
                <a:gd name="connsiteX475" fmla="*/ 1516398 w 2577833"/>
                <a:gd name="connsiteY475" fmla="*/ 256661 h 1235632"/>
                <a:gd name="connsiteX476" fmla="*/ 1521313 w 2577833"/>
                <a:gd name="connsiteY476" fmla="*/ 271499 h 1235632"/>
                <a:gd name="connsiteX477" fmla="*/ 1518716 w 2577833"/>
                <a:gd name="connsiteY477" fmla="*/ 273431 h 1235632"/>
                <a:gd name="connsiteX478" fmla="*/ 1521916 w 2577833"/>
                <a:gd name="connsiteY478" fmla="*/ 275099 h 1235632"/>
                <a:gd name="connsiteX479" fmla="*/ 1521916 w 2577833"/>
                <a:gd name="connsiteY479" fmla="*/ 278962 h 1235632"/>
                <a:gd name="connsiteX480" fmla="*/ 1519319 w 2577833"/>
                <a:gd name="connsiteY480" fmla="*/ 277031 h 1235632"/>
                <a:gd name="connsiteX481" fmla="*/ 1516722 w 2577833"/>
                <a:gd name="connsiteY481" fmla="*/ 284977 h 1235632"/>
                <a:gd name="connsiteX482" fmla="*/ 1512966 w 2577833"/>
                <a:gd name="connsiteY482" fmla="*/ 287435 h 1235632"/>
                <a:gd name="connsiteX483" fmla="*/ 1506009 w 2577833"/>
                <a:gd name="connsiteY483" fmla="*/ 280587 h 1235632"/>
                <a:gd name="connsiteX484" fmla="*/ 1506287 w 2577833"/>
                <a:gd name="connsiteY484" fmla="*/ 286338 h 1235632"/>
                <a:gd name="connsiteX485" fmla="*/ 1499933 w 2577833"/>
                <a:gd name="connsiteY485" fmla="*/ 283045 h 1235632"/>
                <a:gd name="connsiteX486" fmla="*/ 1497615 w 2577833"/>
                <a:gd name="connsiteY486" fmla="*/ 285504 h 1235632"/>
                <a:gd name="connsiteX487" fmla="*/ 1508049 w 2577833"/>
                <a:gd name="connsiteY487" fmla="*/ 290157 h 1235632"/>
                <a:gd name="connsiteX488" fmla="*/ 1509209 w 2577833"/>
                <a:gd name="connsiteY488" fmla="*/ 288225 h 1235632"/>
                <a:gd name="connsiteX489" fmla="*/ 1515006 w 2577833"/>
                <a:gd name="connsiteY489" fmla="*/ 289586 h 1235632"/>
                <a:gd name="connsiteX490" fmla="*/ 1515006 w 2577833"/>
                <a:gd name="connsiteY490" fmla="*/ 292615 h 1235632"/>
                <a:gd name="connsiteX491" fmla="*/ 1521685 w 2577833"/>
                <a:gd name="connsiteY491" fmla="*/ 293713 h 1235632"/>
                <a:gd name="connsiteX492" fmla="*/ 1528085 w 2577833"/>
                <a:gd name="connsiteY492" fmla="*/ 293713 h 1235632"/>
                <a:gd name="connsiteX493" fmla="*/ 1535041 w 2577833"/>
                <a:gd name="connsiteY493" fmla="*/ 298630 h 1235632"/>
                <a:gd name="connsiteX494" fmla="*/ 1539123 w 2577833"/>
                <a:gd name="connsiteY494" fmla="*/ 299464 h 1235632"/>
                <a:gd name="connsiteX495" fmla="*/ 1554195 w 2577833"/>
                <a:gd name="connsiteY495" fmla="*/ 313161 h 1235632"/>
                <a:gd name="connsiteX496" fmla="*/ 1537407 w 2577833"/>
                <a:gd name="connsiteY496" fmla="*/ 301659 h 1235632"/>
                <a:gd name="connsiteX497" fmla="*/ 1531331 w 2577833"/>
                <a:gd name="connsiteY497" fmla="*/ 298937 h 1235632"/>
                <a:gd name="connsiteX498" fmla="*/ 1525812 w 2577833"/>
                <a:gd name="connsiteY498" fmla="*/ 296215 h 1235632"/>
                <a:gd name="connsiteX499" fmla="*/ 1517696 w 2577833"/>
                <a:gd name="connsiteY499" fmla="*/ 296479 h 1235632"/>
                <a:gd name="connsiteX500" fmla="*/ 1503505 w 2577833"/>
                <a:gd name="connsiteY500" fmla="*/ 290728 h 1235632"/>
                <a:gd name="connsiteX501" fmla="*/ 1494508 w 2577833"/>
                <a:gd name="connsiteY501" fmla="*/ 286074 h 1235632"/>
                <a:gd name="connsiteX502" fmla="*/ 1483191 w 2577833"/>
                <a:gd name="connsiteY502" fmla="*/ 284713 h 1235632"/>
                <a:gd name="connsiteX503" fmla="*/ 1478554 w 2577833"/>
                <a:gd name="connsiteY503" fmla="*/ 284977 h 1235632"/>
                <a:gd name="connsiteX504" fmla="*/ 1469000 w 2577833"/>
                <a:gd name="connsiteY504" fmla="*/ 282518 h 1235632"/>
                <a:gd name="connsiteX505" fmla="*/ 1462043 w 2577833"/>
                <a:gd name="connsiteY505" fmla="*/ 281684 h 1235632"/>
                <a:gd name="connsiteX506" fmla="*/ 1464640 w 2577833"/>
                <a:gd name="connsiteY506" fmla="*/ 280323 h 1235632"/>
                <a:gd name="connsiteX507" fmla="*/ 1467840 w 2577833"/>
                <a:gd name="connsiteY507" fmla="*/ 280850 h 1235632"/>
                <a:gd name="connsiteX508" fmla="*/ 1471319 w 2577833"/>
                <a:gd name="connsiteY508" fmla="*/ 278392 h 1235632"/>
                <a:gd name="connsiteX509" fmla="*/ 1466403 w 2577833"/>
                <a:gd name="connsiteY509" fmla="*/ 274529 h 1235632"/>
                <a:gd name="connsiteX510" fmla="*/ 1455690 w 2577833"/>
                <a:gd name="connsiteY510" fmla="*/ 274792 h 1235632"/>
                <a:gd name="connsiteX511" fmla="*/ 1458287 w 2577833"/>
                <a:gd name="connsiteY511" fmla="*/ 278919 h 1235632"/>
                <a:gd name="connsiteX512" fmla="*/ 1454530 w 2577833"/>
                <a:gd name="connsiteY512" fmla="*/ 278392 h 1235632"/>
                <a:gd name="connsiteX513" fmla="*/ 1438298 w 2577833"/>
                <a:gd name="connsiteY513" fmla="*/ 270973 h 1235632"/>
                <a:gd name="connsiteX514" fmla="*/ 1439179 w 2577833"/>
                <a:gd name="connsiteY514" fmla="*/ 261666 h 1235632"/>
                <a:gd name="connsiteX515" fmla="*/ 1442055 w 2577833"/>
                <a:gd name="connsiteY515" fmla="*/ 257803 h 1235632"/>
                <a:gd name="connsiteX516" fmla="*/ 1444930 w 2577833"/>
                <a:gd name="connsiteY516" fmla="*/ 259471 h 1235632"/>
                <a:gd name="connsiteX517" fmla="*/ 1445811 w 2577833"/>
                <a:gd name="connsiteY517" fmla="*/ 256749 h 1235632"/>
                <a:gd name="connsiteX518" fmla="*/ 1444049 w 2577833"/>
                <a:gd name="connsiteY518" fmla="*/ 252886 h 1235632"/>
                <a:gd name="connsiteX519" fmla="*/ 1422298 w 2577833"/>
                <a:gd name="connsiteY519" fmla="*/ 251788 h 1235632"/>
                <a:gd name="connsiteX520" fmla="*/ 1404026 w 2577833"/>
                <a:gd name="connsiteY520" fmla="*/ 246871 h 1235632"/>
                <a:gd name="connsiteX521" fmla="*/ 1398831 w 2577833"/>
                <a:gd name="connsiteY521" fmla="*/ 244413 h 1235632"/>
                <a:gd name="connsiteX522" fmla="*/ 1389277 w 2577833"/>
                <a:gd name="connsiteY522" fmla="*/ 244940 h 1235632"/>
                <a:gd name="connsiteX523" fmla="*/ 1381764 w 2577833"/>
                <a:gd name="connsiteY523" fmla="*/ 251261 h 1235632"/>
                <a:gd name="connsiteX524" fmla="*/ 1373927 w 2577833"/>
                <a:gd name="connsiteY524" fmla="*/ 251525 h 1235632"/>
                <a:gd name="connsiteX525" fmla="*/ 1372489 w 2577833"/>
                <a:gd name="connsiteY525" fmla="*/ 250998 h 1235632"/>
                <a:gd name="connsiteX526" fmla="*/ 1363816 w 2577833"/>
                <a:gd name="connsiteY526" fmla="*/ 255388 h 1235632"/>
                <a:gd name="connsiteX527" fmla="*/ 1360941 w 2577833"/>
                <a:gd name="connsiteY527" fmla="*/ 257320 h 1235632"/>
                <a:gd name="connsiteX528" fmla="*/ 1364976 w 2577833"/>
                <a:gd name="connsiteY528" fmla="*/ 262807 h 1235632"/>
                <a:gd name="connsiteX529" fmla="*/ 1371051 w 2577833"/>
                <a:gd name="connsiteY529" fmla="*/ 264475 h 1235632"/>
                <a:gd name="connsiteX530" fmla="*/ 1377729 w 2577833"/>
                <a:gd name="connsiteY530" fmla="*/ 272992 h 1235632"/>
                <a:gd name="connsiteX531" fmla="*/ 1369057 w 2577833"/>
                <a:gd name="connsiteY531" fmla="*/ 266407 h 1235632"/>
                <a:gd name="connsiteX532" fmla="*/ 1364697 w 2577833"/>
                <a:gd name="connsiteY532" fmla="*/ 266934 h 1235632"/>
                <a:gd name="connsiteX533" fmla="*/ 1362657 w 2577833"/>
                <a:gd name="connsiteY533" fmla="*/ 271851 h 1235632"/>
                <a:gd name="connsiteX534" fmla="*/ 1362657 w 2577833"/>
                <a:gd name="connsiteY534" fmla="*/ 286118 h 1235632"/>
                <a:gd name="connsiteX535" fmla="*/ 1358297 w 2577833"/>
                <a:gd name="connsiteY535" fmla="*/ 291606 h 1235632"/>
                <a:gd name="connsiteX536" fmla="*/ 1358854 w 2577833"/>
                <a:gd name="connsiteY536" fmla="*/ 296523 h 1235632"/>
                <a:gd name="connsiteX537" fmla="*/ 1372489 w 2577833"/>
                <a:gd name="connsiteY537" fmla="*/ 304468 h 1235632"/>
                <a:gd name="connsiteX538" fmla="*/ 1373045 w 2577833"/>
                <a:gd name="connsiteY538" fmla="*/ 309956 h 1235632"/>
                <a:gd name="connsiteX539" fmla="*/ 1364373 w 2577833"/>
                <a:gd name="connsiteY539" fmla="*/ 314346 h 1235632"/>
                <a:gd name="connsiteX540" fmla="*/ 1361776 w 2577833"/>
                <a:gd name="connsiteY540" fmla="*/ 319570 h 1235632"/>
                <a:gd name="connsiteX541" fmla="*/ 1359457 w 2577833"/>
                <a:gd name="connsiteY541" fmla="*/ 318473 h 1235632"/>
                <a:gd name="connsiteX542" fmla="*/ 1360895 w 2577833"/>
                <a:gd name="connsiteY542" fmla="*/ 315180 h 1235632"/>
                <a:gd name="connsiteX543" fmla="*/ 1369567 w 2577833"/>
                <a:gd name="connsiteY543" fmla="*/ 309122 h 1235632"/>
                <a:gd name="connsiteX544" fmla="*/ 1370448 w 2577833"/>
                <a:gd name="connsiteY544" fmla="*/ 305829 h 1235632"/>
                <a:gd name="connsiteX545" fmla="*/ 1355979 w 2577833"/>
                <a:gd name="connsiteY545" fmla="*/ 297576 h 1235632"/>
                <a:gd name="connsiteX546" fmla="*/ 1359457 w 2577833"/>
                <a:gd name="connsiteY546" fmla="*/ 285767 h 1235632"/>
                <a:gd name="connsiteX547" fmla="*/ 1360338 w 2577833"/>
                <a:gd name="connsiteY547" fmla="*/ 272334 h 1235632"/>
                <a:gd name="connsiteX548" fmla="*/ 1353381 w 2577833"/>
                <a:gd name="connsiteY548" fmla="*/ 267417 h 1235632"/>
                <a:gd name="connsiteX549" fmla="*/ 1360060 w 2577833"/>
                <a:gd name="connsiteY549" fmla="*/ 268778 h 1235632"/>
                <a:gd name="connsiteX550" fmla="*/ 1362100 w 2577833"/>
                <a:gd name="connsiteY550" fmla="*/ 264124 h 1235632"/>
                <a:gd name="connsiteX551" fmla="*/ 1360384 w 2577833"/>
                <a:gd name="connsiteY551" fmla="*/ 250120 h 1235632"/>
                <a:gd name="connsiteX552" fmla="*/ 1358668 w 2577833"/>
                <a:gd name="connsiteY552" fmla="*/ 243272 h 1235632"/>
                <a:gd name="connsiteX553" fmla="*/ 1354309 w 2577833"/>
                <a:gd name="connsiteY553" fmla="*/ 233965 h 1235632"/>
                <a:gd name="connsiteX554" fmla="*/ 1349671 w 2577833"/>
                <a:gd name="connsiteY554" fmla="*/ 229838 h 1235632"/>
                <a:gd name="connsiteX555" fmla="*/ 1352268 w 2577833"/>
                <a:gd name="connsiteY555" fmla="*/ 238091 h 1235632"/>
                <a:gd name="connsiteX556" fmla="*/ 1349950 w 2577833"/>
                <a:gd name="connsiteY556" fmla="*/ 244676 h 1235632"/>
                <a:gd name="connsiteX557" fmla="*/ 1325323 w 2577833"/>
                <a:gd name="connsiteY557" fmla="*/ 232341 h 1235632"/>
                <a:gd name="connsiteX558" fmla="*/ 1329080 w 2577833"/>
                <a:gd name="connsiteY558" fmla="*/ 229882 h 1235632"/>
                <a:gd name="connsiteX559" fmla="*/ 1330239 w 2577833"/>
                <a:gd name="connsiteY559" fmla="*/ 226326 h 1235632"/>
                <a:gd name="connsiteX560" fmla="*/ 1321845 w 2577833"/>
                <a:gd name="connsiteY560" fmla="*/ 234009 h 1235632"/>
                <a:gd name="connsiteX561" fmla="*/ 1315770 w 2577833"/>
                <a:gd name="connsiteY561" fmla="*/ 229619 h 1235632"/>
                <a:gd name="connsiteX562" fmla="*/ 1303016 w 2577833"/>
                <a:gd name="connsiteY562" fmla="*/ 235677 h 1235632"/>
                <a:gd name="connsiteX563" fmla="*/ 1300419 w 2577833"/>
                <a:gd name="connsiteY563" fmla="*/ 245555 h 1235632"/>
                <a:gd name="connsiteX564" fmla="*/ 1311456 w 2577833"/>
                <a:gd name="connsiteY564" fmla="*/ 245818 h 1235632"/>
                <a:gd name="connsiteX565" fmla="*/ 1315213 w 2577833"/>
                <a:gd name="connsiteY565" fmla="*/ 241428 h 1235632"/>
                <a:gd name="connsiteX566" fmla="*/ 1319851 w 2577833"/>
                <a:gd name="connsiteY566" fmla="*/ 243096 h 1235632"/>
                <a:gd name="connsiteX567" fmla="*/ 1318135 w 2577833"/>
                <a:gd name="connsiteY567" fmla="*/ 248320 h 1235632"/>
                <a:gd name="connsiteX568" fmla="*/ 1314378 w 2577833"/>
                <a:gd name="connsiteY568" fmla="*/ 249418 h 1235632"/>
                <a:gd name="connsiteX569" fmla="*/ 1308303 w 2577833"/>
                <a:gd name="connsiteY569" fmla="*/ 254335 h 1235632"/>
                <a:gd name="connsiteX570" fmla="*/ 1303943 w 2577833"/>
                <a:gd name="connsiteY570" fmla="*/ 258725 h 1235632"/>
                <a:gd name="connsiteX571" fmla="*/ 1297868 w 2577833"/>
                <a:gd name="connsiteY571" fmla="*/ 258725 h 1235632"/>
                <a:gd name="connsiteX572" fmla="*/ 1292952 w 2577833"/>
                <a:gd name="connsiteY572" fmla="*/ 254071 h 1235632"/>
                <a:gd name="connsiteX573" fmla="*/ 1293833 w 2577833"/>
                <a:gd name="connsiteY573" fmla="*/ 262588 h 1235632"/>
                <a:gd name="connsiteX574" fmla="*/ 1283120 w 2577833"/>
                <a:gd name="connsiteY574" fmla="*/ 266714 h 1235632"/>
                <a:gd name="connsiteX575" fmla="*/ 1279039 w 2577833"/>
                <a:gd name="connsiteY575" fmla="*/ 266451 h 1235632"/>
                <a:gd name="connsiteX576" fmla="*/ 1281079 w 2577833"/>
                <a:gd name="connsiteY576" fmla="*/ 270007 h 1235632"/>
                <a:gd name="connsiteX577" fmla="*/ 1278204 w 2577833"/>
                <a:gd name="connsiteY577" fmla="*/ 271368 h 1235632"/>
                <a:gd name="connsiteX578" fmla="*/ 1275004 w 2577833"/>
                <a:gd name="connsiteY578" fmla="*/ 270534 h 1235632"/>
                <a:gd name="connsiteX579" fmla="*/ 1269810 w 2577833"/>
                <a:gd name="connsiteY579" fmla="*/ 273826 h 1235632"/>
                <a:gd name="connsiteX580" fmla="*/ 1264616 w 2577833"/>
                <a:gd name="connsiteY580" fmla="*/ 274660 h 1235632"/>
                <a:gd name="connsiteX581" fmla="*/ 1255618 w 2577833"/>
                <a:gd name="connsiteY581" fmla="*/ 276328 h 1235632"/>
                <a:gd name="connsiteX582" fmla="*/ 1248384 w 2577833"/>
                <a:gd name="connsiteY582" fmla="*/ 271938 h 1235632"/>
                <a:gd name="connsiteX583" fmla="*/ 1253902 w 2577833"/>
                <a:gd name="connsiteY583" fmla="*/ 287567 h 1235632"/>
                <a:gd name="connsiteX584" fmla="*/ 1254783 w 2577833"/>
                <a:gd name="connsiteY584" fmla="*/ 290025 h 1235632"/>
                <a:gd name="connsiteX585" fmla="*/ 1244951 w 2577833"/>
                <a:gd name="connsiteY585" fmla="*/ 284801 h 1235632"/>
                <a:gd name="connsiteX586" fmla="*/ 1238551 w 2577833"/>
                <a:gd name="connsiteY586" fmla="*/ 291123 h 1235632"/>
                <a:gd name="connsiteX587" fmla="*/ 1234192 w 2577833"/>
                <a:gd name="connsiteY587" fmla="*/ 295249 h 1235632"/>
                <a:gd name="connsiteX588" fmla="*/ 1223200 w 2577833"/>
                <a:gd name="connsiteY588" fmla="*/ 302932 h 1235632"/>
                <a:gd name="connsiteX589" fmla="*/ 1218563 w 2577833"/>
                <a:gd name="connsiteY589" fmla="*/ 304029 h 1235632"/>
                <a:gd name="connsiteX590" fmla="*/ 1218006 w 2577833"/>
                <a:gd name="connsiteY590" fmla="*/ 307585 h 1235632"/>
                <a:gd name="connsiteX591" fmla="*/ 1222366 w 2577833"/>
                <a:gd name="connsiteY591" fmla="*/ 305390 h 1235632"/>
                <a:gd name="connsiteX592" fmla="*/ 1222644 w 2577833"/>
                <a:gd name="connsiteY592" fmla="*/ 307059 h 1235632"/>
                <a:gd name="connsiteX593" fmla="*/ 1215409 w 2577833"/>
                <a:gd name="connsiteY593" fmla="*/ 309780 h 1235632"/>
                <a:gd name="connsiteX594" fmla="*/ 1208174 w 2577833"/>
                <a:gd name="connsiteY594" fmla="*/ 311712 h 1235632"/>
                <a:gd name="connsiteX595" fmla="*/ 1205855 w 2577833"/>
                <a:gd name="connsiteY595" fmla="*/ 311712 h 1235632"/>
                <a:gd name="connsiteX596" fmla="*/ 1215409 w 2577833"/>
                <a:gd name="connsiteY596" fmla="*/ 306795 h 1235632"/>
                <a:gd name="connsiteX597" fmla="*/ 1215409 w 2577833"/>
                <a:gd name="connsiteY597" fmla="*/ 303239 h 1235632"/>
                <a:gd name="connsiteX598" fmla="*/ 1200939 w 2577833"/>
                <a:gd name="connsiteY598" fmla="*/ 312546 h 1235632"/>
                <a:gd name="connsiteX599" fmla="*/ 1197461 w 2577833"/>
                <a:gd name="connsiteY599" fmla="*/ 318604 h 1235632"/>
                <a:gd name="connsiteX600" fmla="*/ 1191386 w 2577833"/>
                <a:gd name="connsiteY600" fmla="*/ 327911 h 1235632"/>
                <a:gd name="connsiteX601" fmla="*/ 1187907 w 2577833"/>
                <a:gd name="connsiteY601" fmla="*/ 332301 h 1235632"/>
                <a:gd name="connsiteX602" fmla="*/ 1181554 w 2577833"/>
                <a:gd name="connsiteY602" fmla="*/ 336954 h 1235632"/>
                <a:gd name="connsiteX603" fmla="*/ 1182991 w 2577833"/>
                <a:gd name="connsiteY603" fmla="*/ 339281 h 1235632"/>
                <a:gd name="connsiteX604" fmla="*/ 1188789 w 2577833"/>
                <a:gd name="connsiteY604" fmla="*/ 347403 h 1235632"/>
                <a:gd name="connsiteX605" fmla="*/ 1188510 w 2577833"/>
                <a:gd name="connsiteY605" fmla="*/ 350959 h 1235632"/>
                <a:gd name="connsiteX606" fmla="*/ 1186191 w 2577833"/>
                <a:gd name="connsiteY606" fmla="*/ 349861 h 1235632"/>
                <a:gd name="connsiteX607" fmla="*/ 1185032 w 2577833"/>
                <a:gd name="connsiteY607" fmla="*/ 346569 h 1235632"/>
                <a:gd name="connsiteX608" fmla="*/ 1181275 w 2577833"/>
                <a:gd name="connsiteY608" fmla="*/ 340510 h 1235632"/>
                <a:gd name="connsiteX609" fmla="*/ 1186470 w 2577833"/>
                <a:gd name="connsiteY609" fmla="*/ 330369 h 1235632"/>
                <a:gd name="connsiteX610" fmla="*/ 1194864 w 2577833"/>
                <a:gd name="connsiteY610" fmla="*/ 319131 h 1235632"/>
                <a:gd name="connsiteX611" fmla="*/ 1198899 w 2577833"/>
                <a:gd name="connsiteY611" fmla="*/ 311712 h 1235632"/>
                <a:gd name="connsiteX612" fmla="*/ 1209612 w 2577833"/>
                <a:gd name="connsiteY612" fmla="*/ 304863 h 1235632"/>
                <a:gd name="connsiteX613" fmla="*/ 1216568 w 2577833"/>
                <a:gd name="connsiteY613" fmla="*/ 300737 h 1235632"/>
                <a:gd name="connsiteX614" fmla="*/ 1221206 w 2577833"/>
                <a:gd name="connsiteY614" fmla="*/ 298015 h 1235632"/>
                <a:gd name="connsiteX615" fmla="*/ 1231038 w 2577833"/>
                <a:gd name="connsiteY615" fmla="*/ 293098 h 1235632"/>
                <a:gd name="connsiteX616" fmla="*/ 1238551 w 2577833"/>
                <a:gd name="connsiteY616" fmla="*/ 288445 h 1235632"/>
                <a:gd name="connsiteX617" fmla="*/ 1239711 w 2577833"/>
                <a:gd name="connsiteY617" fmla="*/ 283528 h 1235632"/>
                <a:gd name="connsiteX618" fmla="*/ 1241473 w 2577833"/>
                <a:gd name="connsiteY618" fmla="*/ 281333 h 1235632"/>
                <a:gd name="connsiteX619" fmla="*/ 1250470 w 2577833"/>
                <a:gd name="connsiteY619" fmla="*/ 267066 h 1235632"/>
                <a:gd name="connsiteX620" fmla="*/ 1257149 w 2577833"/>
                <a:gd name="connsiteY620" fmla="*/ 259120 h 1235632"/>
                <a:gd name="connsiteX621" fmla="*/ 1256267 w 2577833"/>
                <a:gd name="connsiteY621" fmla="*/ 251700 h 1235632"/>
                <a:gd name="connsiteX622" fmla="*/ 1255711 w 2577833"/>
                <a:gd name="connsiteY622" fmla="*/ 249505 h 1235632"/>
                <a:gd name="connsiteX623" fmla="*/ 1275699 w 2577833"/>
                <a:gd name="connsiteY623" fmla="*/ 248671 h 1235632"/>
                <a:gd name="connsiteX624" fmla="*/ 1290772 w 2577833"/>
                <a:gd name="connsiteY624" fmla="*/ 227819 h 1235632"/>
                <a:gd name="connsiteX625" fmla="*/ 1303248 w 2577833"/>
                <a:gd name="connsiteY625" fmla="*/ 221497 h 1235632"/>
                <a:gd name="connsiteX626" fmla="*/ 1304685 w 2577833"/>
                <a:gd name="connsiteY626" fmla="*/ 212190 h 1235632"/>
                <a:gd name="connsiteX627" fmla="*/ 1302088 w 2577833"/>
                <a:gd name="connsiteY627" fmla="*/ 214122 h 1235632"/>
                <a:gd name="connsiteX628" fmla="*/ 1298888 w 2577833"/>
                <a:gd name="connsiteY628" fmla="*/ 212190 h 1235632"/>
                <a:gd name="connsiteX629" fmla="*/ 1304082 w 2577833"/>
                <a:gd name="connsiteY629" fmla="*/ 210259 h 1235632"/>
                <a:gd name="connsiteX630" fmla="*/ 1308164 w 2577833"/>
                <a:gd name="connsiteY630" fmla="*/ 210259 h 1235632"/>
                <a:gd name="connsiteX631" fmla="*/ 1313682 w 2577833"/>
                <a:gd name="connsiteY631" fmla="*/ 205869 h 1235632"/>
                <a:gd name="connsiteX632" fmla="*/ 1312245 w 2577833"/>
                <a:gd name="connsiteY632" fmla="*/ 201742 h 1235632"/>
                <a:gd name="connsiteX633" fmla="*/ 1318042 w 2577833"/>
                <a:gd name="connsiteY633" fmla="*/ 201742 h 1235632"/>
                <a:gd name="connsiteX634" fmla="*/ 1325880 w 2577833"/>
                <a:gd name="connsiteY634" fmla="*/ 193226 h 1235632"/>
                <a:gd name="connsiteX635" fmla="*/ 1330517 w 2577833"/>
                <a:gd name="connsiteY635" fmla="*/ 191557 h 1235632"/>
                <a:gd name="connsiteX636" fmla="*/ 1333996 w 2577833"/>
                <a:gd name="connsiteY636" fmla="*/ 193489 h 1235632"/>
                <a:gd name="connsiteX637" fmla="*/ 1336593 w 2577833"/>
                <a:gd name="connsiteY637" fmla="*/ 191557 h 1235632"/>
                <a:gd name="connsiteX638" fmla="*/ 1342390 w 2577833"/>
                <a:gd name="connsiteY638" fmla="*/ 179748 h 1235632"/>
                <a:gd name="connsiteX639" fmla="*/ 1350506 w 2577833"/>
                <a:gd name="connsiteY639" fmla="*/ 175095 h 1235632"/>
                <a:gd name="connsiteX640" fmla="*/ 1358900 w 2577833"/>
                <a:gd name="connsiteY640" fmla="*/ 163593 h 1235632"/>
                <a:gd name="connsiteX641" fmla="*/ 1363538 w 2577833"/>
                <a:gd name="connsiteY641" fmla="*/ 150423 h 1235632"/>
                <a:gd name="connsiteX642" fmla="*/ 1364697 w 2577833"/>
                <a:gd name="connsiteY642" fmla="*/ 144672 h 1235632"/>
                <a:gd name="connsiteX643" fmla="*/ 1358900 w 2577833"/>
                <a:gd name="connsiteY643" fmla="*/ 142214 h 1235632"/>
                <a:gd name="connsiteX644" fmla="*/ 1357463 w 2577833"/>
                <a:gd name="connsiteY644" fmla="*/ 135102 h 1235632"/>
                <a:gd name="connsiteX645" fmla="*/ 1352547 w 2577833"/>
                <a:gd name="connsiteY645" fmla="*/ 141950 h 1235632"/>
                <a:gd name="connsiteX646" fmla="*/ 1349347 w 2577833"/>
                <a:gd name="connsiteY646" fmla="*/ 141424 h 1235632"/>
                <a:gd name="connsiteX647" fmla="*/ 1350228 w 2577833"/>
                <a:gd name="connsiteY647" fmla="*/ 136770 h 1235632"/>
                <a:gd name="connsiteX648" fmla="*/ 1350228 w 2577833"/>
                <a:gd name="connsiteY648" fmla="*/ 133214 h 1235632"/>
                <a:gd name="connsiteX649" fmla="*/ 1345312 w 2577833"/>
                <a:gd name="connsiteY649" fmla="*/ 127156 h 1235632"/>
                <a:gd name="connsiteX650" fmla="*/ 1347631 w 2577833"/>
                <a:gd name="connsiteY650" fmla="*/ 123864 h 1235632"/>
                <a:gd name="connsiteX651" fmla="*/ 1351990 w 2577833"/>
                <a:gd name="connsiteY651" fmla="*/ 128780 h 1235632"/>
                <a:gd name="connsiteX652" fmla="*/ 1357787 w 2577833"/>
                <a:gd name="connsiteY652" fmla="*/ 133434 h 1235632"/>
                <a:gd name="connsiteX653" fmla="*/ 1361544 w 2577833"/>
                <a:gd name="connsiteY653" fmla="*/ 140019 h 1235632"/>
                <a:gd name="connsiteX654" fmla="*/ 1362982 w 2577833"/>
                <a:gd name="connsiteY654" fmla="*/ 141950 h 1235632"/>
                <a:gd name="connsiteX655" fmla="*/ 1364697 w 2577833"/>
                <a:gd name="connsiteY655" fmla="*/ 137560 h 1235632"/>
                <a:gd name="connsiteX656" fmla="*/ 1362657 w 2577833"/>
                <a:gd name="connsiteY656" fmla="*/ 118903 h 1235632"/>
                <a:gd name="connsiteX657" fmla="*/ 1356257 w 2577833"/>
                <a:gd name="connsiteY657" fmla="*/ 96689 h 1235632"/>
                <a:gd name="connsiteX658" fmla="*/ 1355376 w 2577833"/>
                <a:gd name="connsiteY658" fmla="*/ 102748 h 1235632"/>
                <a:gd name="connsiteX659" fmla="*/ 1352176 w 2577833"/>
                <a:gd name="connsiteY659" fmla="*/ 109333 h 1235632"/>
                <a:gd name="connsiteX660" fmla="*/ 1347538 w 2577833"/>
                <a:gd name="connsiteY660" fmla="*/ 102748 h 1235632"/>
                <a:gd name="connsiteX661" fmla="*/ 1348697 w 2577833"/>
                <a:gd name="connsiteY661" fmla="*/ 91772 h 1235632"/>
                <a:gd name="connsiteX662" fmla="*/ 1336825 w 2577833"/>
                <a:gd name="connsiteY662" fmla="*/ 74344 h 1235632"/>
                <a:gd name="connsiteX663" fmla="*/ 1324071 w 2577833"/>
                <a:gd name="connsiteY663" fmla="*/ 64598 h 1235632"/>
                <a:gd name="connsiteX664" fmla="*/ 1317996 w 2577833"/>
                <a:gd name="connsiteY664" fmla="*/ 67891 h 1235632"/>
                <a:gd name="connsiteX665" fmla="*/ 1314239 w 2577833"/>
                <a:gd name="connsiteY665" fmla="*/ 66223 h 1235632"/>
                <a:gd name="connsiteX666" fmla="*/ 1307561 w 2577833"/>
                <a:gd name="connsiteY666" fmla="*/ 67891 h 1235632"/>
                <a:gd name="connsiteX667" fmla="*/ 1302366 w 2577833"/>
                <a:gd name="connsiteY667" fmla="*/ 67891 h 1235632"/>
                <a:gd name="connsiteX668" fmla="*/ 1289613 w 2577833"/>
                <a:gd name="connsiteY668" fmla="*/ 67891 h 1235632"/>
                <a:gd name="connsiteX669" fmla="*/ 1283537 w 2577833"/>
                <a:gd name="connsiteY669" fmla="*/ 67891 h 1235632"/>
                <a:gd name="connsiteX670" fmla="*/ 1280662 w 2577833"/>
                <a:gd name="connsiteY670" fmla="*/ 66223 h 1235632"/>
                <a:gd name="connsiteX671" fmla="*/ 1272871 w 2577833"/>
                <a:gd name="connsiteY671" fmla="*/ 67891 h 1235632"/>
                <a:gd name="connsiteX672" fmla="*/ 1268047 w 2577833"/>
                <a:gd name="connsiteY672" fmla="*/ 81895 h 1235632"/>
                <a:gd name="connsiteX673" fmla="*/ 1264430 w 2577833"/>
                <a:gd name="connsiteY673" fmla="*/ 80797 h 1235632"/>
                <a:gd name="connsiteX674" fmla="*/ 1260302 w 2577833"/>
                <a:gd name="connsiteY674" fmla="*/ 80797 h 1235632"/>
                <a:gd name="connsiteX675" fmla="*/ 1256824 w 2577833"/>
                <a:gd name="connsiteY675" fmla="*/ 83519 h 1235632"/>
                <a:gd name="connsiteX676" fmla="*/ 1252789 w 2577833"/>
                <a:gd name="connsiteY676" fmla="*/ 82685 h 1235632"/>
                <a:gd name="connsiteX677" fmla="*/ 1249635 w 2577833"/>
                <a:gd name="connsiteY677" fmla="*/ 77461 h 1235632"/>
                <a:gd name="connsiteX678" fmla="*/ 1254969 w 2577833"/>
                <a:gd name="connsiteY678" fmla="*/ 77461 h 1235632"/>
                <a:gd name="connsiteX679" fmla="*/ 1254969 w 2577833"/>
                <a:gd name="connsiteY679" fmla="*/ 72544 h 1235632"/>
                <a:gd name="connsiteX680" fmla="*/ 1258586 w 2577833"/>
                <a:gd name="connsiteY680" fmla="*/ 67891 h 1235632"/>
                <a:gd name="connsiteX681" fmla="*/ 1260302 w 2577833"/>
                <a:gd name="connsiteY681" fmla="*/ 63501 h 1235632"/>
                <a:gd name="connsiteX682" fmla="*/ 1264430 w 2577833"/>
                <a:gd name="connsiteY682" fmla="*/ 55555 h 1235632"/>
                <a:gd name="connsiteX683" fmla="*/ 1260302 w 2577833"/>
                <a:gd name="connsiteY683" fmla="*/ 49541 h 1235632"/>
                <a:gd name="connsiteX684" fmla="*/ 1253067 w 2577833"/>
                <a:gd name="connsiteY684" fmla="*/ 48663 h 1235632"/>
                <a:gd name="connsiteX685" fmla="*/ 1249635 w 2577833"/>
                <a:gd name="connsiteY685" fmla="*/ 48663 h 1235632"/>
                <a:gd name="connsiteX686" fmla="*/ 1240314 w 2577833"/>
                <a:gd name="connsiteY686" fmla="*/ 51077 h 1235632"/>
                <a:gd name="connsiteX687" fmla="*/ 1233635 w 2577833"/>
                <a:gd name="connsiteY687" fmla="*/ 49585 h 1235632"/>
                <a:gd name="connsiteX688" fmla="*/ 1238551 w 2577833"/>
                <a:gd name="connsiteY688" fmla="*/ 47653 h 1235632"/>
                <a:gd name="connsiteX689" fmla="*/ 1240592 w 2577833"/>
                <a:gd name="connsiteY689" fmla="*/ 44624 h 1235632"/>
                <a:gd name="connsiteX690" fmla="*/ 1233635 w 2577833"/>
                <a:gd name="connsiteY690" fmla="*/ 44624 h 1235632"/>
                <a:gd name="connsiteX691" fmla="*/ 1228719 w 2577833"/>
                <a:gd name="connsiteY691" fmla="*/ 45985 h 1235632"/>
                <a:gd name="connsiteX692" fmla="*/ 1224082 w 2577833"/>
                <a:gd name="connsiteY692" fmla="*/ 44624 h 1235632"/>
                <a:gd name="connsiteX693" fmla="*/ 1220325 w 2577833"/>
                <a:gd name="connsiteY693" fmla="*/ 44624 h 1235632"/>
                <a:gd name="connsiteX694" fmla="*/ 1215687 w 2577833"/>
                <a:gd name="connsiteY694" fmla="*/ 42912 h 1235632"/>
                <a:gd name="connsiteX695" fmla="*/ 1221206 w 2577833"/>
                <a:gd name="connsiteY695" fmla="*/ 39400 h 1235632"/>
                <a:gd name="connsiteX696" fmla="*/ 1240917 w 2577833"/>
                <a:gd name="connsiteY696" fmla="*/ 25703 h 1235632"/>
                <a:gd name="connsiteX697" fmla="*/ 1246111 w 2577833"/>
                <a:gd name="connsiteY697" fmla="*/ 25703 h 1235632"/>
                <a:gd name="connsiteX698" fmla="*/ 1241195 w 2577833"/>
                <a:gd name="connsiteY698" fmla="*/ 11699 h 1235632"/>
                <a:gd name="connsiteX699" fmla="*/ 1232522 w 2577833"/>
                <a:gd name="connsiteY699" fmla="*/ 13894 h 1235632"/>
                <a:gd name="connsiteX700" fmla="*/ 1224406 w 2577833"/>
                <a:gd name="connsiteY700" fmla="*/ 7089 h 1235632"/>
                <a:gd name="connsiteX701" fmla="*/ 1224128 w 2577833"/>
                <a:gd name="connsiteY701" fmla="*/ 2480 h 1235632"/>
                <a:gd name="connsiteX702" fmla="*/ 1219212 w 2577833"/>
                <a:gd name="connsiteY702" fmla="*/ 2480 h 1235632"/>
                <a:gd name="connsiteX703" fmla="*/ 1206458 w 2577833"/>
                <a:gd name="connsiteY703" fmla="*/ 7089 h 1235632"/>
                <a:gd name="connsiteX704" fmla="*/ 1193983 w 2577833"/>
                <a:gd name="connsiteY704" fmla="*/ 13323 h 1235632"/>
                <a:gd name="connsiteX705" fmla="*/ 1167919 w 2577833"/>
                <a:gd name="connsiteY705" fmla="*/ 51033 h 1235632"/>
                <a:gd name="connsiteX706" fmla="*/ 1167919 w 2577833"/>
                <a:gd name="connsiteY706" fmla="*/ 67891 h 1235632"/>
                <a:gd name="connsiteX707" fmla="*/ 1162400 w 2577833"/>
                <a:gd name="connsiteY707" fmla="*/ 81061 h 1235632"/>
                <a:gd name="connsiteX708" fmla="*/ 1149646 w 2577833"/>
                <a:gd name="connsiteY708" fmla="*/ 84617 h 1235632"/>
                <a:gd name="connsiteX709" fmla="*/ 1131698 w 2577833"/>
                <a:gd name="connsiteY709" fmla="*/ 82158 h 1235632"/>
                <a:gd name="connsiteX710" fmla="*/ 1129101 w 2577833"/>
                <a:gd name="connsiteY710" fmla="*/ 84353 h 1235632"/>
                <a:gd name="connsiteX711" fmla="*/ 1144174 w 2577833"/>
                <a:gd name="connsiteY711" fmla="*/ 104635 h 1235632"/>
                <a:gd name="connsiteX712" fmla="*/ 1146771 w 2577833"/>
                <a:gd name="connsiteY712" fmla="*/ 119517 h 1235632"/>
                <a:gd name="connsiteX713" fmla="*/ 1141855 w 2577833"/>
                <a:gd name="connsiteY713" fmla="*/ 127112 h 1235632"/>
                <a:gd name="connsiteX714" fmla="*/ 1137495 w 2577833"/>
                <a:gd name="connsiteY714" fmla="*/ 126849 h 1235632"/>
                <a:gd name="connsiteX715" fmla="*/ 1143292 w 2577833"/>
                <a:gd name="connsiteY715" fmla="*/ 119517 h 1235632"/>
                <a:gd name="connsiteX716" fmla="*/ 1140974 w 2577833"/>
                <a:gd name="connsiteY716" fmla="*/ 107928 h 1235632"/>
                <a:gd name="connsiteX717" fmla="*/ 1135455 w 2577833"/>
                <a:gd name="connsiteY717" fmla="*/ 106260 h 1235632"/>
                <a:gd name="connsiteX718" fmla="*/ 1132858 w 2577833"/>
                <a:gd name="connsiteY718" fmla="*/ 100070 h 1235632"/>
                <a:gd name="connsiteX719" fmla="*/ 1129101 w 2577833"/>
                <a:gd name="connsiteY719" fmla="*/ 100070 h 1235632"/>
                <a:gd name="connsiteX720" fmla="*/ 1129379 w 2577833"/>
                <a:gd name="connsiteY720" fmla="*/ 97480 h 1235632"/>
                <a:gd name="connsiteX721" fmla="*/ 1122701 w 2577833"/>
                <a:gd name="connsiteY721" fmla="*/ 102704 h 1235632"/>
                <a:gd name="connsiteX722" fmla="*/ 1117785 w 2577833"/>
                <a:gd name="connsiteY722" fmla="*/ 104635 h 1235632"/>
                <a:gd name="connsiteX723" fmla="*/ 1120104 w 2577833"/>
                <a:gd name="connsiteY723" fmla="*/ 106303 h 1235632"/>
                <a:gd name="connsiteX724" fmla="*/ 1118388 w 2577833"/>
                <a:gd name="connsiteY724" fmla="*/ 108762 h 1235632"/>
                <a:gd name="connsiteX725" fmla="*/ 1110875 w 2577833"/>
                <a:gd name="connsiteY725" fmla="*/ 110123 h 1235632"/>
                <a:gd name="connsiteX726" fmla="*/ 1110875 w 2577833"/>
                <a:gd name="connsiteY726" fmla="*/ 112845 h 1235632"/>
                <a:gd name="connsiteX727" fmla="*/ 1114075 w 2577833"/>
                <a:gd name="connsiteY727" fmla="*/ 112845 h 1235632"/>
                <a:gd name="connsiteX728" fmla="*/ 1113518 w 2577833"/>
                <a:gd name="connsiteY728" fmla="*/ 114820 h 1235632"/>
                <a:gd name="connsiteX729" fmla="*/ 1107304 w 2577833"/>
                <a:gd name="connsiteY729" fmla="*/ 114820 h 1235632"/>
                <a:gd name="connsiteX730" fmla="*/ 1103686 w 2577833"/>
                <a:gd name="connsiteY730" fmla="*/ 118069 h 1235632"/>
                <a:gd name="connsiteX731" fmla="*/ 1103686 w 2577833"/>
                <a:gd name="connsiteY731" fmla="*/ 108191 h 1235632"/>
                <a:gd name="connsiteX732" fmla="*/ 1097889 w 2577833"/>
                <a:gd name="connsiteY732" fmla="*/ 112845 h 1235632"/>
                <a:gd name="connsiteX733" fmla="*/ 1101089 w 2577833"/>
                <a:gd name="connsiteY733" fmla="*/ 114820 h 1235632"/>
                <a:gd name="connsiteX734" fmla="*/ 1099373 w 2577833"/>
                <a:gd name="connsiteY734" fmla="*/ 119517 h 1235632"/>
                <a:gd name="connsiteX735" fmla="*/ 1093298 w 2577833"/>
                <a:gd name="connsiteY735" fmla="*/ 121625 h 1235632"/>
                <a:gd name="connsiteX736" fmla="*/ 1095060 w 2577833"/>
                <a:gd name="connsiteY736" fmla="*/ 116620 h 1235632"/>
                <a:gd name="connsiteX737" fmla="*/ 1090005 w 2577833"/>
                <a:gd name="connsiteY737" fmla="*/ 116620 h 1235632"/>
                <a:gd name="connsiteX738" fmla="*/ 1081147 w 2577833"/>
                <a:gd name="connsiteY738" fmla="*/ 124215 h 1235632"/>
                <a:gd name="connsiteX739" fmla="*/ 1084764 w 2577833"/>
                <a:gd name="connsiteY739" fmla="*/ 114820 h 1235632"/>
                <a:gd name="connsiteX740" fmla="*/ 1079385 w 2577833"/>
                <a:gd name="connsiteY740" fmla="*/ 106260 h 1235632"/>
                <a:gd name="connsiteX741" fmla="*/ 1076185 w 2577833"/>
                <a:gd name="connsiteY741" fmla="*/ 105162 h 1235632"/>
                <a:gd name="connsiteX742" fmla="*/ 1073866 w 2577833"/>
                <a:gd name="connsiteY742" fmla="*/ 106260 h 1235632"/>
                <a:gd name="connsiteX743" fmla="*/ 1063848 w 2577833"/>
                <a:gd name="connsiteY743" fmla="*/ 106260 h 1235632"/>
                <a:gd name="connsiteX744" fmla="*/ 1061669 w 2577833"/>
                <a:gd name="connsiteY744" fmla="*/ 109289 h 1235632"/>
                <a:gd name="connsiteX745" fmla="*/ 1060231 w 2577833"/>
                <a:gd name="connsiteY745" fmla="*/ 106260 h 1235632"/>
                <a:gd name="connsiteX746" fmla="*/ 1050399 w 2577833"/>
                <a:gd name="connsiteY746" fmla="*/ 106260 h 1235632"/>
                <a:gd name="connsiteX747" fmla="*/ 1053274 w 2577833"/>
                <a:gd name="connsiteY747" fmla="*/ 111484 h 1235632"/>
                <a:gd name="connsiteX748" fmla="*/ 1048080 w 2577833"/>
                <a:gd name="connsiteY748" fmla="*/ 110386 h 1235632"/>
                <a:gd name="connsiteX749" fmla="*/ 1045483 w 2577833"/>
                <a:gd name="connsiteY749" fmla="*/ 112845 h 1235632"/>
                <a:gd name="connsiteX750" fmla="*/ 1043767 w 2577833"/>
                <a:gd name="connsiteY750" fmla="*/ 107928 h 1235632"/>
                <a:gd name="connsiteX751" fmla="*/ 1042051 w 2577833"/>
                <a:gd name="connsiteY751" fmla="*/ 109025 h 1235632"/>
                <a:gd name="connsiteX752" fmla="*/ 1041494 w 2577833"/>
                <a:gd name="connsiteY752" fmla="*/ 112888 h 1235632"/>
                <a:gd name="connsiteX753" fmla="*/ 1038016 w 2577833"/>
                <a:gd name="connsiteY753" fmla="*/ 112888 h 1235632"/>
                <a:gd name="connsiteX754" fmla="*/ 1035975 w 2577833"/>
                <a:gd name="connsiteY754" fmla="*/ 120439 h 1235632"/>
                <a:gd name="connsiteX755" fmla="*/ 1038572 w 2577833"/>
                <a:gd name="connsiteY755" fmla="*/ 120439 h 1235632"/>
                <a:gd name="connsiteX756" fmla="*/ 1040613 w 2577833"/>
                <a:gd name="connsiteY756" fmla="*/ 116664 h 1235632"/>
                <a:gd name="connsiteX757" fmla="*/ 1042932 w 2577833"/>
                <a:gd name="connsiteY757" fmla="*/ 116664 h 1235632"/>
                <a:gd name="connsiteX758" fmla="*/ 1044091 w 2577833"/>
                <a:gd name="connsiteY758" fmla="*/ 120439 h 1235632"/>
                <a:gd name="connsiteX759" fmla="*/ 1046967 w 2577833"/>
                <a:gd name="connsiteY759" fmla="*/ 119561 h 1235632"/>
                <a:gd name="connsiteX760" fmla="*/ 1054480 w 2577833"/>
                <a:gd name="connsiteY760" fmla="*/ 120439 h 1235632"/>
                <a:gd name="connsiteX761" fmla="*/ 1015616 w 2577833"/>
                <a:gd name="connsiteY761" fmla="*/ 137034 h 1235632"/>
                <a:gd name="connsiteX762" fmla="*/ 1009216 w 2577833"/>
                <a:gd name="connsiteY762" fmla="*/ 136507 h 1235632"/>
                <a:gd name="connsiteX763" fmla="*/ 1005459 w 2577833"/>
                <a:gd name="connsiteY763" fmla="*/ 138175 h 1235632"/>
                <a:gd name="connsiteX764" fmla="*/ 1004300 w 2577833"/>
                <a:gd name="connsiteY764" fmla="*/ 135717 h 1235632"/>
                <a:gd name="connsiteX765" fmla="*/ 997946 w 2577833"/>
                <a:gd name="connsiteY765" fmla="*/ 139843 h 1235632"/>
                <a:gd name="connsiteX766" fmla="*/ 989273 w 2577833"/>
                <a:gd name="connsiteY766" fmla="*/ 144233 h 1235632"/>
                <a:gd name="connsiteX767" fmla="*/ 986074 w 2577833"/>
                <a:gd name="connsiteY767" fmla="*/ 145594 h 1235632"/>
                <a:gd name="connsiteX768" fmla="*/ 985795 w 2577833"/>
                <a:gd name="connsiteY768" fmla="*/ 148623 h 1235632"/>
                <a:gd name="connsiteX769" fmla="*/ 979998 w 2577833"/>
                <a:gd name="connsiteY769" fmla="*/ 148887 h 1235632"/>
                <a:gd name="connsiteX770" fmla="*/ 976241 w 2577833"/>
                <a:gd name="connsiteY770" fmla="*/ 148052 h 1235632"/>
                <a:gd name="connsiteX771" fmla="*/ 961772 w 2577833"/>
                <a:gd name="connsiteY771" fmla="*/ 167807 h 1235632"/>
                <a:gd name="connsiteX772" fmla="*/ 957412 w 2577833"/>
                <a:gd name="connsiteY772" fmla="*/ 167807 h 1235632"/>
                <a:gd name="connsiteX773" fmla="*/ 941180 w 2577833"/>
                <a:gd name="connsiteY773" fmla="*/ 167281 h 1235632"/>
                <a:gd name="connsiteX774" fmla="*/ 953331 w 2577833"/>
                <a:gd name="connsiteY774" fmla="*/ 171671 h 1235632"/>
                <a:gd name="connsiteX775" fmla="*/ 953331 w 2577833"/>
                <a:gd name="connsiteY775" fmla="*/ 175709 h 1235632"/>
                <a:gd name="connsiteX776" fmla="*/ 949575 w 2577833"/>
                <a:gd name="connsiteY776" fmla="*/ 178256 h 1235632"/>
                <a:gd name="connsiteX777" fmla="*/ 949575 w 2577833"/>
                <a:gd name="connsiteY777" fmla="*/ 175709 h 1235632"/>
                <a:gd name="connsiteX778" fmla="*/ 946096 w 2577833"/>
                <a:gd name="connsiteY778" fmla="*/ 179924 h 1235632"/>
                <a:gd name="connsiteX779" fmla="*/ 944334 w 2577833"/>
                <a:gd name="connsiteY779" fmla="*/ 184577 h 1235632"/>
                <a:gd name="connsiteX780" fmla="*/ 944612 w 2577833"/>
                <a:gd name="connsiteY780" fmla="*/ 188572 h 1235632"/>
                <a:gd name="connsiteX781" fmla="*/ 940577 w 2577833"/>
                <a:gd name="connsiteY781" fmla="*/ 193094 h 1235632"/>
                <a:gd name="connsiteX782" fmla="*/ 940299 w 2577833"/>
                <a:gd name="connsiteY782" fmla="*/ 196386 h 1235632"/>
                <a:gd name="connsiteX783" fmla="*/ 938305 w 2577833"/>
                <a:gd name="connsiteY783" fmla="*/ 195289 h 1235632"/>
                <a:gd name="connsiteX784" fmla="*/ 936543 w 2577833"/>
                <a:gd name="connsiteY784" fmla="*/ 190899 h 1235632"/>
                <a:gd name="connsiteX785" fmla="*/ 933945 w 2577833"/>
                <a:gd name="connsiteY785" fmla="*/ 189538 h 1235632"/>
                <a:gd name="connsiteX786" fmla="*/ 929308 w 2577833"/>
                <a:gd name="connsiteY786" fmla="*/ 184050 h 1235632"/>
                <a:gd name="connsiteX787" fmla="*/ 925969 w 2577833"/>
                <a:gd name="connsiteY787" fmla="*/ 186245 h 1235632"/>
                <a:gd name="connsiteX788" fmla="*/ 927545 w 2577833"/>
                <a:gd name="connsiteY788" fmla="*/ 188572 h 1235632"/>
                <a:gd name="connsiteX789" fmla="*/ 925969 w 2577833"/>
                <a:gd name="connsiteY789" fmla="*/ 191996 h 1235632"/>
                <a:gd name="connsiteX790" fmla="*/ 925969 w 2577833"/>
                <a:gd name="connsiteY790" fmla="*/ 196386 h 1235632"/>
                <a:gd name="connsiteX791" fmla="*/ 933945 w 2577833"/>
                <a:gd name="connsiteY791" fmla="*/ 196386 h 1235632"/>
                <a:gd name="connsiteX792" fmla="*/ 934688 w 2577833"/>
                <a:gd name="connsiteY792" fmla="*/ 199679 h 1235632"/>
                <a:gd name="connsiteX793" fmla="*/ 940021 w 2577833"/>
                <a:gd name="connsiteY793" fmla="*/ 201040 h 1235632"/>
                <a:gd name="connsiteX794" fmla="*/ 936821 w 2577833"/>
                <a:gd name="connsiteY794" fmla="*/ 202971 h 1235632"/>
                <a:gd name="connsiteX795" fmla="*/ 940577 w 2577833"/>
                <a:gd name="connsiteY795" fmla="*/ 206001 h 1235632"/>
                <a:gd name="connsiteX796" fmla="*/ 946096 w 2577833"/>
                <a:gd name="connsiteY796" fmla="*/ 209030 h 1235632"/>
                <a:gd name="connsiteX797" fmla="*/ 941180 w 2577833"/>
                <a:gd name="connsiteY797" fmla="*/ 214781 h 1235632"/>
                <a:gd name="connsiteX798" fmla="*/ 938305 w 2577833"/>
                <a:gd name="connsiteY798" fmla="*/ 210654 h 1235632"/>
                <a:gd name="connsiteX799" fmla="*/ 940299 w 2577833"/>
                <a:gd name="connsiteY799" fmla="*/ 207361 h 1235632"/>
                <a:gd name="connsiteX800" fmla="*/ 936218 w 2577833"/>
                <a:gd name="connsiteY800" fmla="*/ 207361 h 1235632"/>
                <a:gd name="connsiteX801" fmla="*/ 933899 w 2577833"/>
                <a:gd name="connsiteY801" fmla="*/ 204903 h 1235632"/>
                <a:gd name="connsiteX802" fmla="*/ 929262 w 2577833"/>
                <a:gd name="connsiteY802" fmla="*/ 206001 h 1235632"/>
                <a:gd name="connsiteX803" fmla="*/ 931580 w 2577833"/>
                <a:gd name="connsiteY803" fmla="*/ 210917 h 1235632"/>
                <a:gd name="connsiteX804" fmla="*/ 925922 w 2577833"/>
                <a:gd name="connsiteY804" fmla="*/ 207361 h 1235632"/>
                <a:gd name="connsiteX805" fmla="*/ 925922 w 2577833"/>
                <a:gd name="connsiteY805" fmla="*/ 213112 h 1235632"/>
                <a:gd name="connsiteX806" fmla="*/ 933899 w 2577833"/>
                <a:gd name="connsiteY806" fmla="*/ 216141 h 1235632"/>
                <a:gd name="connsiteX807" fmla="*/ 938305 w 2577833"/>
                <a:gd name="connsiteY807" fmla="*/ 219171 h 1235632"/>
                <a:gd name="connsiteX808" fmla="*/ 944056 w 2577833"/>
                <a:gd name="connsiteY808" fmla="*/ 225799 h 1235632"/>
                <a:gd name="connsiteX809" fmla="*/ 936218 w 2577833"/>
                <a:gd name="connsiteY809" fmla="*/ 230936 h 1235632"/>
                <a:gd name="connsiteX810" fmla="*/ 944056 w 2577833"/>
                <a:gd name="connsiteY810" fmla="*/ 230936 h 1235632"/>
                <a:gd name="connsiteX811" fmla="*/ 946096 w 2577833"/>
                <a:gd name="connsiteY811" fmla="*/ 237521 h 1235632"/>
                <a:gd name="connsiteX812" fmla="*/ 949575 w 2577833"/>
                <a:gd name="connsiteY812" fmla="*/ 240550 h 1235632"/>
                <a:gd name="connsiteX813" fmla="*/ 949575 w 2577833"/>
                <a:gd name="connsiteY813" fmla="*/ 234799 h 1235632"/>
                <a:gd name="connsiteX814" fmla="*/ 951337 w 2577833"/>
                <a:gd name="connsiteY814" fmla="*/ 235062 h 1235632"/>
                <a:gd name="connsiteX815" fmla="*/ 950177 w 2577833"/>
                <a:gd name="connsiteY815" fmla="*/ 246037 h 1235632"/>
                <a:gd name="connsiteX816" fmla="*/ 940345 w 2577833"/>
                <a:gd name="connsiteY816" fmla="*/ 251788 h 1235632"/>
                <a:gd name="connsiteX817" fmla="*/ 935986 w 2577833"/>
                <a:gd name="connsiteY817" fmla="*/ 252622 h 1235632"/>
                <a:gd name="connsiteX818" fmla="*/ 925969 w 2577833"/>
                <a:gd name="connsiteY818" fmla="*/ 258681 h 1235632"/>
                <a:gd name="connsiteX819" fmla="*/ 924670 w 2577833"/>
                <a:gd name="connsiteY819" fmla="*/ 263597 h 1235632"/>
                <a:gd name="connsiteX820" fmla="*/ 940021 w 2577833"/>
                <a:gd name="connsiteY820" fmla="*/ 278128 h 1235632"/>
                <a:gd name="connsiteX821" fmla="*/ 940902 w 2577833"/>
                <a:gd name="connsiteY821" fmla="*/ 283923 h 1235632"/>
                <a:gd name="connsiteX822" fmla="*/ 963209 w 2577833"/>
                <a:gd name="connsiteY822" fmla="*/ 276504 h 1235632"/>
                <a:gd name="connsiteX823" fmla="*/ 961494 w 2577833"/>
                <a:gd name="connsiteY823" fmla="*/ 280367 h 1235632"/>
                <a:gd name="connsiteX824" fmla="*/ 962653 w 2577833"/>
                <a:gd name="connsiteY824" fmla="*/ 283923 h 1235632"/>
                <a:gd name="connsiteX825" fmla="*/ 953656 w 2577833"/>
                <a:gd name="connsiteY825" fmla="*/ 283923 h 1235632"/>
                <a:gd name="connsiteX826" fmla="*/ 942943 w 2577833"/>
                <a:gd name="connsiteY826" fmla="*/ 286645 h 1235632"/>
                <a:gd name="connsiteX827" fmla="*/ 936867 w 2577833"/>
                <a:gd name="connsiteY827" fmla="*/ 286382 h 1235632"/>
                <a:gd name="connsiteX828" fmla="*/ 922676 w 2577833"/>
                <a:gd name="connsiteY828" fmla="*/ 265266 h 1235632"/>
                <a:gd name="connsiteX829" fmla="*/ 929354 w 2577833"/>
                <a:gd name="connsiteY829" fmla="*/ 254291 h 1235632"/>
                <a:gd name="connsiteX830" fmla="*/ 940067 w 2577833"/>
                <a:gd name="connsiteY830" fmla="*/ 243579 h 1235632"/>
                <a:gd name="connsiteX831" fmla="*/ 943267 w 2577833"/>
                <a:gd name="connsiteY831" fmla="*/ 238355 h 1235632"/>
                <a:gd name="connsiteX832" fmla="*/ 926015 w 2577833"/>
                <a:gd name="connsiteY832" fmla="*/ 238882 h 1235632"/>
                <a:gd name="connsiteX833" fmla="*/ 917621 w 2577833"/>
                <a:gd name="connsiteY833" fmla="*/ 246301 h 1235632"/>
                <a:gd name="connsiteX834" fmla="*/ 912566 w 2577833"/>
                <a:gd name="connsiteY834" fmla="*/ 246301 h 1235632"/>
                <a:gd name="connsiteX835" fmla="*/ 903290 w 2577833"/>
                <a:gd name="connsiteY835" fmla="*/ 245774 h 1235632"/>
                <a:gd name="connsiteX836" fmla="*/ 890258 w 2577833"/>
                <a:gd name="connsiteY836" fmla="*/ 248803 h 1235632"/>
                <a:gd name="connsiteX837" fmla="*/ 854037 w 2577833"/>
                <a:gd name="connsiteY837" fmla="*/ 252930 h 1235632"/>
                <a:gd name="connsiteX838" fmla="*/ 846524 w 2577833"/>
                <a:gd name="connsiteY838" fmla="*/ 254598 h 1235632"/>
                <a:gd name="connsiteX839" fmla="*/ 842768 w 2577833"/>
                <a:gd name="connsiteY839" fmla="*/ 260656 h 1235632"/>
                <a:gd name="connsiteX840" fmla="*/ 837852 w 2577833"/>
                <a:gd name="connsiteY840" fmla="*/ 266978 h 1235632"/>
                <a:gd name="connsiteX841" fmla="*/ 844252 w 2577833"/>
                <a:gd name="connsiteY841" fmla="*/ 271763 h 1235632"/>
                <a:gd name="connsiteX842" fmla="*/ 838455 w 2577833"/>
                <a:gd name="connsiteY842" fmla="*/ 275011 h 1235632"/>
                <a:gd name="connsiteX843" fmla="*/ 842814 w 2577833"/>
                <a:gd name="connsiteY843" fmla="*/ 278216 h 1235632"/>
                <a:gd name="connsiteX844" fmla="*/ 842258 w 2577833"/>
                <a:gd name="connsiteY844" fmla="*/ 280148 h 1235632"/>
                <a:gd name="connsiteX845" fmla="*/ 844855 w 2577833"/>
                <a:gd name="connsiteY845" fmla="*/ 281816 h 1235632"/>
                <a:gd name="connsiteX846" fmla="*/ 844577 w 2577833"/>
                <a:gd name="connsiteY846" fmla="*/ 295513 h 1235632"/>
                <a:gd name="connsiteX847" fmla="*/ 845133 w 2577833"/>
                <a:gd name="connsiteY847" fmla="*/ 302625 h 1235632"/>
                <a:gd name="connsiteX848" fmla="*/ 844577 w 2577833"/>
                <a:gd name="connsiteY848" fmla="*/ 307278 h 1235632"/>
                <a:gd name="connsiteX849" fmla="*/ 851255 w 2577833"/>
                <a:gd name="connsiteY849" fmla="*/ 315795 h 1235632"/>
                <a:gd name="connsiteX850" fmla="*/ 868646 w 2577833"/>
                <a:gd name="connsiteY850" fmla="*/ 320448 h 1235632"/>
                <a:gd name="connsiteX851" fmla="*/ 867487 w 2577833"/>
                <a:gd name="connsiteY851" fmla="*/ 328131 h 1235632"/>
                <a:gd name="connsiteX852" fmla="*/ 874722 w 2577833"/>
                <a:gd name="connsiteY852" fmla="*/ 338008 h 1235632"/>
                <a:gd name="connsiteX853" fmla="*/ 886316 w 2577833"/>
                <a:gd name="connsiteY853" fmla="*/ 341564 h 1235632"/>
                <a:gd name="connsiteX854" fmla="*/ 890954 w 2577833"/>
                <a:gd name="connsiteY854" fmla="*/ 350871 h 1235632"/>
                <a:gd name="connsiteX855" fmla="*/ 886038 w 2577833"/>
                <a:gd name="connsiteY855" fmla="*/ 357719 h 1235632"/>
                <a:gd name="connsiteX856" fmla="*/ 885157 w 2577833"/>
                <a:gd name="connsiteY856" fmla="*/ 382391 h 1235632"/>
                <a:gd name="connsiteX857" fmla="*/ 879962 w 2577833"/>
                <a:gd name="connsiteY857" fmla="*/ 412024 h 1235632"/>
                <a:gd name="connsiteX858" fmla="*/ 879684 w 2577833"/>
                <a:gd name="connsiteY858" fmla="*/ 416677 h 1235632"/>
                <a:gd name="connsiteX859" fmla="*/ 879406 w 2577833"/>
                <a:gd name="connsiteY859" fmla="*/ 418609 h 1235632"/>
                <a:gd name="connsiteX860" fmla="*/ 882606 w 2577833"/>
                <a:gd name="connsiteY860" fmla="*/ 420277 h 1235632"/>
                <a:gd name="connsiteX861" fmla="*/ 889006 w 2577833"/>
                <a:gd name="connsiteY861" fmla="*/ 428223 h 1235632"/>
                <a:gd name="connsiteX862" fmla="*/ 896844 w 2577833"/>
                <a:gd name="connsiteY862" fmla="*/ 437266 h 1235632"/>
                <a:gd name="connsiteX863" fmla="*/ 901203 w 2577833"/>
                <a:gd name="connsiteY863" fmla="*/ 439988 h 1235632"/>
                <a:gd name="connsiteX864" fmla="*/ 909041 w 2577833"/>
                <a:gd name="connsiteY864" fmla="*/ 434500 h 1235632"/>
                <a:gd name="connsiteX865" fmla="*/ 921516 w 2577833"/>
                <a:gd name="connsiteY865" fmla="*/ 436959 h 1235632"/>
                <a:gd name="connsiteX866" fmla="*/ 929911 w 2577833"/>
                <a:gd name="connsiteY866" fmla="*/ 450392 h 1235632"/>
                <a:gd name="connsiteX867" fmla="*/ 926154 w 2577833"/>
                <a:gd name="connsiteY867" fmla="*/ 458645 h 1235632"/>
                <a:gd name="connsiteX868" fmla="*/ 929354 w 2577833"/>
                <a:gd name="connsiteY868" fmla="*/ 464704 h 1235632"/>
                <a:gd name="connsiteX869" fmla="*/ 932229 w 2577833"/>
                <a:gd name="connsiteY869" fmla="*/ 481737 h 1235632"/>
                <a:gd name="connsiteX870" fmla="*/ 933667 w 2577833"/>
                <a:gd name="connsiteY870" fmla="*/ 492712 h 1235632"/>
                <a:gd name="connsiteX871" fmla="*/ 930792 w 2577833"/>
                <a:gd name="connsiteY871" fmla="*/ 492712 h 1235632"/>
                <a:gd name="connsiteX872" fmla="*/ 930235 w 2577833"/>
                <a:gd name="connsiteY872" fmla="*/ 483098 h 1235632"/>
                <a:gd name="connsiteX873" fmla="*/ 927035 w 2577833"/>
                <a:gd name="connsiteY873" fmla="*/ 464704 h 1235632"/>
                <a:gd name="connsiteX874" fmla="*/ 922676 w 2577833"/>
                <a:gd name="connsiteY874" fmla="*/ 456187 h 1235632"/>
                <a:gd name="connsiteX875" fmla="*/ 918919 w 2577833"/>
                <a:gd name="connsiteY875" fmla="*/ 440822 h 1235632"/>
                <a:gd name="connsiteX876" fmla="*/ 908206 w 2577833"/>
                <a:gd name="connsiteY876" fmla="*/ 438627 h 1235632"/>
                <a:gd name="connsiteX877" fmla="*/ 896612 w 2577833"/>
                <a:gd name="connsiteY877" fmla="*/ 440559 h 1235632"/>
                <a:gd name="connsiteX878" fmla="*/ 892855 w 2577833"/>
                <a:gd name="connsiteY878" fmla="*/ 438100 h 1235632"/>
                <a:gd name="connsiteX879" fmla="*/ 887336 w 2577833"/>
                <a:gd name="connsiteY879" fmla="*/ 437003 h 1235632"/>
                <a:gd name="connsiteX880" fmla="*/ 885574 w 2577833"/>
                <a:gd name="connsiteY880" fmla="*/ 432086 h 1235632"/>
                <a:gd name="connsiteX881" fmla="*/ 881817 w 2577833"/>
                <a:gd name="connsiteY881" fmla="*/ 428793 h 1235632"/>
                <a:gd name="connsiteX882" fmla="*/ 879220 w 2577833"/>
                <a:gd name="connsiteY882" fmla="*/ 425237 h 1235632"/>
                <a:gd name="connsiteX883" fmla="*/ 879220 w 2577833"/>
                <a:gd name="connsiteY883" fmla="*/ 422516 h 1235632"/>
                <a:gd name="connsiteX884" fmla="*/ 874861 w 2577833"/>
                <a:gd name="connsiteY884" fmla="*/ 419487 h 1235632"/>
                <a:gd name="connsiteX885" fmla="*/ 866467 w 2577833"/>
                <a:gd name="connsiteY885" fmla="*/ 412638 h 1235632"/>
                <a:gd name="connsiteX886" fmla="*/ 864426 w 2577833"/>
                <a:gd name="connsiteY886" fmla="*/ 402497 h 1235632"/>
                <a:gd name="connsiteX887" fmla="*/ 869620 w 2577833"/>
                <a:gd name="connsiteY887" fmla="*/ 392883 h 1235632"/>
                <a:gd name="connsiteX888" fmla="*/ 867904 w 2577833"/>
                <a:gd name="connsiteY888" fmla="*/ 385201 h 1235632"/>
                <a:gd name="connsiteX889" fmla="*/ 867626 w 2577833"/>
                <a:gd name="connsiteY889" fmla="*/ 379977 h 1235632"/>
                <a:gd name="connsiteX890" fmla="*/ 867904 w 2577833"/>
                <a:gd name="connsiteY890" fmla="*/ 370933 h 1235632"/>
                <a:gd name="connsiteX891" fmla="*/ 878896 w 2577833"/>
                <a:gd name="connsiteY891" fmla="*/ 361319 h 1235632"/>
                <a:gd name="connsiteX892" fmla="*/ 879174 w 2577833"/>
                <a:gd name="connsiteY892" fmla="*/ 355261 h 1235632"/>
                <a:gd name="connsiteX893" fmla="*/ 882652 w 2577833"/>
                <a:gd name="connsiteY893" fmla="*/ 345383 h 1235632"/>
                <a:gd name="connsiteX894" fmla="*/ 868739 w 2577833"/>
                <a:gd name="connsiteY894" fmla="*/ 346744 h 1235632"/>
                <a:gd name="connsiteX895" fmla="*/ 853063 w 2577833"/>
                <a:gd name="connsiteY895" fmla="*/ 342618 h 1235632"/>
                <a:gd name="connsiteX896" fmla="*/ 845226 w 2577833"/>
                <a:gd name="connsiteY896" fmla="*/ 333574 h 1235632"/>
                <a:gd name="connsiteX897" fmla="*/ 839707 w 2577833"/>
                <a:gd name="connsiteY897" fmla="*/ 327253 h 1235632"/>
                <a:gd name="connsiteX898" fmla="*/ 831312 w 2577833"/>
                <a:gd name="connsiteY898" fmla="*/ 323126 h 1235632"/>
                <a:gd name="connsiteX899" fmla="*/ 807846 w 2577833"/>
                <a:gd name="connsiteY899" fmla="*/ 316541 h 1235632"/>
                <a:gd name="connsiteX900" fmla="*/ 808402 w 2577833"/>
                <a:gd name="connsiteY900" fmla="*/ 318736 h 1235632"/>
                <a:gd name="connsiteX901" fmla="*/ 804043 w 2577833"/>
                <a:gd name="connsiteY901" fmla="*/ 316804 h 1235632"/>
                <a:gd name="connsiteX902" fmla="*/ 795370 w 2577833"/>
                <a:gd name="connsiteY902" fmla="*/ 322863 h 1235632"/>
                <a:gd name="connsiteX903" fmla="*/ 791011 w 2577833"/>
                <a:gd name="connsiteY903" fmla="*/ 330282 h 1235632"/>
                <a:gd name="connsiteX904" fmla="*/ 799405 w 2577833"/>
                <a:gd name="connsiteY904" fmla="*/ 328613 h 1235632"/>
                <a:gd name="connsiteX905" fmla="*/ 801446 w 2577833"/>
                <a:gd name="connsiteY905" fmla="*/ 339588 h 1235632"/>
                <a:gd name="connsiteX906" fmla="*/ 786651 w 2577833"/>
                <a:gd name="connsiteY906" fmla="*/ 335198 h 1235632"/>
                <a:gd name="connsiteX907" fmla="*/ 770698 w 2577833"/>
                <a:gd name="connsiteY907" fmla="*/ 338228 h 1235632"/>
                <a:gd name="connsiteX908" fmla="*/ 773295 w 2577833"/>
                <a:gd name="connsiteY908" fmla="*/ 348368 h 1235632"/>
                <a:gd name="connsiteX909" fmla="*/ 784889 w 2577833"/>
                <a:gd name="connsiteY909" fmla="*/ 360178 h 1235632"/>
                <a:gd name="connsiteX910" fmla="*/ 798199 w 2577833"/>
                <a:gd name="connsiteY910" fmla="*/ 365402 h 1235632"/>
                <a:gd name="connsiteX911" fmla="*/ 804553 w 2577833"/>
                <a:gd name="connsiteY911" fmla="*/ 368431 h 1235632"/>
                <a:gd name="connsiteX912" fmla="*/ 806872 w 2577833"/>
                <a:gd name="connsiteY912" fmla="*/ 378879 h 1235632"/>
                <a:gd name="connsiteX913" fmla="*/ 807428 w 2577833"/>
                <a:gd name="connsiteY913" fmla="*/ 383532 h 1235632"/>
                <a:gd name="connsiteX914" fmla="*/ 798756 w 2577833"/>
                <a:gd name="connsiteY914" fmla="*/ 381074 h 1235632"/>
                <a:gd name="connsiteX915" fmla="*/ 789202 w 2577833"/>
                <a:gd name="connsiteY915" fmla="*/ 372294 h 1235632"/>
                <a:gd name="connsiteX916" fmla="*/ 757295 w 2577833"/>
                <a:gd name="connsiteY916" fmla="*/ 364611 h 1235632"/>
                <a:gd name="connsiteX917" fmla="*/ 759335 w 2577833"/>
                <a:gd name="connsiteY917" fmla="*/ 359958 h 1235632"/>
                <a:gd name="connsiteX918" fmla="*/ 756460 w 2577833"/>
                <a:gd name="connsiteY918" fmla="*/ 346788 h 1235632"/>
                <a:gd name="connsiteX919" fmla="*/ 756460 w 2577833"/>
                <a:gd name="connsiteY919" fmla="*/ 335286 h 1235632"/>
                <a:gd name="connsiteX920" fmla="*/ 761098 w 2577833"/>
                <a:gd name="connsiteY920" fmla="*/ 321589 h 1235632"/>
                <a:gd name="connsiteX921" fmla="*/ 761376 w 2577833"/>
                <a:gd name="connsiteY921" fmla="*/ 312546 h 1235632"/>
                <a:gd name="connsiteX922" fmla="*/ 761098 w 2577833"/>
                <a:gd name="connsiteY922" fmla="*/ 307059 h 1235632"/>
                <a:gd name="connsiteX923" fmla="*/ 757897 w 2577833"/>
                <a:gd name="connsiteY923" fmla="*/ 297927 h 1235632"/>
                <a:gd name="connsiteX924" fmla="*/ 759660 w 2577833"/>
                <a:gd name="connsiteY924" fmla="*/ 294723 h 1235632"/>
                <a:gd name="connsiteX925" fmla="*/ 750941 w 2577833"/>
                <a:gd name="connsiteY925" fmla="*/ 282079 h 1235632"/>
                <a:gd name="connsiteX926" fmla="*/ 739903 w 2577833"/>
                <a:gd name="connsiteY926" fmla="*/ 280148 h 1235632"/>
                <a:gd name="connsiteX927" fmla="*/ 751776 w 2577833"/>
                <a:gd name="connsiteY927" fmla="*/ 297883 h 1235632"/>
                <a:gd name="connsiteX928" fmla="*/ 750616 w 2577833"/>
                <a:gd name="connsiteY928" fmla="*/ 327867 h 1235632"/>
                <a:gd name="connsiteX929" fmla="*/ 728865 w 2577833"/>
                <a:gd name="connsiteY929" fmla="*/ 349554 h 1235632"/>
                <a:gd name="connsiteX930" fmla="*/ 721630 w 2577833"/>
                <a:gd name="connsiteY930" fmla="*/ 361890 h 1235632"/>
                <a:gd name="connsiteX931" fmla="*/ 730628 w 2577833"/>
                <a:gd name="connsiteY931" fmla="*/ 372338 h 1235632"/>
                <a:gd name="connsiteX932" fmla="*/ 735544 w 2577833"/>
                <a:gd name="connsiteY932" fmla="*/ 381952 h 1235632"/>
                <a:gd name="connsiteX933" fmla="*/ 739022 w 2577833"/>
                <a:gd name="connsiteY933" fmla="*/ 392093 h 1235632"/>
                <a:gd name="connsiteX934" fmla="*/ 739300 w 2577833"/>
                <a:gd name="connsiteY934" fmla="*/ 408555 h 1235632"/>
                <a:gd name="connsiteX935" fmla="*/ 732622 w 2577833"/>
                <a:gd name="connsiteY935" fmla="*/ 420057 h 1235632"/>
                <a:gd name="connsiteX936" fmla="*/ 732622 w 2577833"/>
                <a:gd name="connsiteY936" fmla="*/ 427740 h 1235632"/>
                <a:gd name="connsiteX937" fmla="*/ 732622 w 2577833"/>
                <a:gd name="connsiteY937" fmla="*/ 443368 h 1235632"/>
                <a:gd name="connsiteX938" fmla="*/ 734338 w 2577833"/>
                <a:gd name="connsiteY938" fmla="*/ 455704 h 1235632"/>
                <a:gd name="connsiteX939" fmla="*/ 737816 w 2577833"/>
                <a:gd name="connsiteY939" fmla="*/ 464748 h 1235632"/>
                <a:gd name="connsiteX940" fmla="*/ 749410 w 2577833"/>
                <a:gd name="connsiteY940" fmla="*/ 465011 h 1235632"/>
                <a:gd name="connsiteX941" fmla="*/ 753770 w 2577833"/>
                <a:gd name="connsiteY941" fmla="*/ 463079 h 1235632"/>
                <a:gd name="connsiteX942" fmla="*/ 763045 w 2577833"/>
                <a:gd name="connsiteY942" fmla="*/ 456758 h 1235632"/>
                <a:gd name="connsiteX943" fmla="*/ 775196 w 2577833"/>
                <a:gd name="connsiteY943" fmla="*/ 461411 h 1235632"/>
                <a:gd name="connsiteX944" fmla="*/ 779277 w 2577833"/>
                <a:gd name="connsiteY944" fmla="*/ 461938 h 1235632"/>
                <a:gd name="connsiteX945" fmla="*/ 787672 w 2577833"/>
                <a:gd name="connsiteY945" fmla="*/ 468523 h 1235632"/>
                <a:gd name="connsiteX946" fmla="*/ 794906 w 2577833"/>
                <a:gd name="connsiteY946" fmla="*/ 471552 h 1235632"/>
                <a:gd name="connsiteX947" fmla="*/ 803022 w 2577833"/>
                <a:gd name="connsiteY947" fmla="*/ 499560 h 1235632"/>
                <a:gd name="connsiteX948" fmla="*/ 792588 w 2577833"/>
                <a:gd name="connsiteY948" fmla="*/ 511062 h 1235632"/>
                <a:gd name="connsiteX949" fmla="*/ 797504 w 2577833"/>
                <a:gd name="connsiteY949" fmla="*/ 520676 h 1235632"/>
                <a:gd name="connsiteX950" fmla="*/ 807938 w 2577833"/>
                <a:gd name="connsiteY950" fmla="*/ 522871 h 1235632"/>
                <a:gd name="connsiteX951" fmla="*/ 809376 w 2577833"/>
                <a:gd name="connsiteY951" fmla="*/ 525330 h 1235632"/>
                <a:gd name="connsiteX952" fmla="*/ 813736 w 2577833"/>
                <a:gd name="connsiteY952" fmla="*/ 522301 h 1235632"/>
                <a:gd name="connsiteX953" fmla="*/ 811138 w 2577833"/>
                <a:gd name="connsiteY953" fmla="*/ 526954 h 1235632"/>
                <a:gd name="connsiteX954" fmla="*/ 823011 w 2577833"/>
                <a:gd name="connsiteY954" fmla="*/ 537095 h 1235632"/>
                <a:gd name="connsiteX955" fmla="*/ 826489 w 2577833"/>
                <a:gd name="connsiteY955" fmla="*/ 541221 h 1235632"/>
                <a:gd name="connsiteX956" fmla="*/ 830849 w 2577833"/>
                <a:gd name="connsiteY956" fmla="*/ 540958 h 1235632"/>
                <a:gd name="connsiteX957" fmla="*/ 834327 w 2577833"/>
                <a:gd name="connsiteY957" fmla="*/ 545611 h 1235632"/>
                <a:gd name="connsiteX958" fmla="*/ 828808 w 2577833"/>
                <a:gd name="connsiteY958" fmla="*/ 543153 h 1235632"/>
                <a:gd name="connsiteX959" fmla="*/ 824170 w 2577833"/>
                <a:gd name="connsiteY959" fmla="*/ 542890 h 1235632"/>
                <a:gd name="connsiteX960" fmla="*/ 807938 w 2577833"/>
                <a:gd name="connsiteY960" fmla="*/ 527788 h 1235632"/>
                <a:gd name="connsiteX961" fmla="*/ 798941 w 2577833"/>
                <a:gd name="connsiteY961" fmla="*/ 527525 h 1235632"/>
                <a:gd name="connsiteX962" fmla="*/ 798941 w 2577833"/>
                <a:gd name="connsiteY962" fmla="*/ 532749 h 1235632"/>
                <a:gd name="connsiteX963" fmla="*/ 800704 w 2577833"/>
                <a:gd name="connsiteY963" fmla="*/ 539334 h 1235632"/>
                <a:gd name="connsiteX964" fmla="*/ 797504 w 2577833"/>
                <a:gd name="connsiteY964" fmla="*/ 537973 h 1235632"/>
                <a:gd name="connsiteX965" fmla="*/ 796622 w 2577833"/>
                <a:gd name="connsiteY965" fmla="*/ 532749 h 1235632"/>
                <a:gd name="connsiteX966" fmla="*/ 792263 w 2577833"/>
                <a:gd name="connsiteY966" fmla="*/ 539597 h 1235632"/>
                <a:gd name="connsiteX967" fmla="*/ 790825 w 2577833"/>
                <a:gd name="connsiteY967" fmla="*/ 534680 h 1235632"/>
                <a:gd name="connsiteX968" fmla="*/ 794582 w 2577833"/>
                <a:gd name="connsiteY968" fmla="*/ 531388 h 1235632"/>
                <a:gd name="connsiteX969" fmla="*/ 794304 w 2577833"/>
                <a:gd name="connsiteY969" fmla="*/ 524539 h 1235632"/>
                <a:gd name="connsiteX970" fmla="*/ 785585 w 2577833"/>
                <a:gd name="connsiteY970" fmla="*/ 516857 h 1235632"/>
                <a:gd name="connsiteX971" fmla="*/ 787347 w 2577833"/>
                <a:gd name="connsiteY971" fmla="*/ 514925 h 1235632"/>
                <a:gd name="connsiteX972" fmla="*/ 787903 w 2577833"/>
                <a:gd name="connsiteY972" fmla="*/ 510799 h 1235632"/>
                <a:gd name="connsiteX973" fmla="*/ 789063 w 2577833"/>
                <a:gd name="connsiteY973" fmla="*/ 502282 h 1235632"/>
                <a:gd name="connsiteX974" fmla="*/ 789619 w 2577833"/>
                <a:gd name="connsiteY974" fmla="*/ 499253 h 1235632"/>
                <a:gd name="connsiteX975" fmla="*/ 787301 w 2577833"/>
                <a:gd name="connsiteY975" fmla="*/ 497585 h 1235632"/>
                <a:gd name="connsiteX976" fmla="*/ 785863 w 2577833"/>
                <a:gd name="connsiteY976" fmla="*/ 485512 h 1235632"/>
                <a:gd name="connsiteX977" fmla="*/ 778906 w 2577833"/>
                <a:gd name="connsiteY977" fmla="*/ 476205 h 1235632"/>
                <a:gd name="connsiteX978" fmla="*/ 777747 w 2577833"/>
                <a:gd name="connsiteY978" fmla="*/ 468786 h 1235632"/>
                <a:gd name="connsiteX979" fmla="*/ 760958 w 2577833"/>
                <a:gd name="connsiteY979" fmla="*/ 471245 h 1235632"/>
                <a:gd name="connsiteX980" fmla="*/ 742407 w 2577833"/>
                <a:gd name="connsiteY980" fmla="*/ 490473 h 1235632"/>
                <a:gd name="connsiteX981" fmla="*/ 742129 w 2577833"/>
                <a:gd name="connsiteY981" fmla="*/ 495126 h 1235632"/>
                <a:gd name="connsiteX982" fmla="*/ 749364 w 2577833"/>
                <a:gd name="connsiteY982" fmla="*/ 514355 h 1235632"/>
                <a:gd name="connsiteX983" fmla="*/ 736888 w 2577833"/>
                <a:gd name="connsiteY983" fmla="*/ 534944 h 1235632"/>
                <a:gd name="connsiteX984" fmla="*/ 733132 w 2577833"/>
                <a:gd name="connsiteY984" fmla="*/ 550309 h 1235632"/>
                <a:gd name="connsiteX985" fmla="*/ 712540 w 2577833"/>
                <a:gd name="connsiteY985" fmla="*/ 563742 h 1235632"/>
                <a:gd name="connsiteX986" fmla="*/ 711103 w 2577833"/>
                <a:gd name="connsiteY986" fmla="*/ 573883 h 1235632"/>
                <a:gd name="connsiteX987" fmla="*/ 705908 w 2577833"/>
                <a:gd name="connsiteY987" fmla="*/ 578010 h 1235632"/>
                <a:gd name="connsiteX988" fmla="*/ 694917 w 2577833"/>
                <a:gd name="connsiteY988" fmla="*/ 572259 h 1235632"/>
                <a:gd name="connsiteX989" fmla="*/ 670291 w 2577833"/>
                <a:gd name="connsiteY989" fmla="*/ 569537 h 1235632"/>
                <a:gd name="connsiteX990" fmla="*/ 660737 w 2577833"/>
                <a:gd name="connsiteY990" fmla="*/ 558825 h 1235632"/>
                <a:gd name="connsiteX991" fmla="*/ 654940 w 2577833"/>
                <a:gd name="connsiteY991" fmla="*/ 557728 h 1235632"/>
                <a:gd name="connsiteX992" fmla="*/ 651740 w 2577833"/>
                <a:gd name="connsiteY992" fmla="*/ 561591 h 1235632"/>
                <a:gd name="connsiteX993" fmla="*/ 645664 w 2577833"/>
                <a:gd name="connsiteY993" fmla="*/ 566245 h 1235632"/>
                <a:gd name="connsiteX994" fmla="*/ 642186 w 2577833"/>
                <a:gd name="connsiteY994" fmla="*/ 566771 h 1235632"/>
                <a:gd name="connsiteX995" fmla="*/ 633189 w 2577833"/>
                <a:gd name="connsiteY995" fmla="*/ 562381 h 1235632"/>
                <a:gd name="connsiteX996" fmla="*/ 628551 w 2577833"/>
                <a:gd name="connsiteY996" fmla="*/ 565674 h 1235632"/>
                <a:gd name="connsiteX997" fmla="*/ 619832 w 2577833"/>
                <a:gd name="connsiteY997" fmla="*/ 563742 h 1235632"/>
                <a:gd name="connsiteX998" fmla="*/ 625908 w 2577833"/>
                <a:gd name="connsiteY998" fmla="*/ 571161 h 1235632"/>
                <a:gd name="connsiteX999" fmla="*/ 623032 w 2577833"/>
                <a:gd name="connsiteY999" fmla="*/ 572259 h 1235632"/>
                <a:gd name="connsiteX1000" fmla="*/ 618395 w 2577833"/>
                <a:gd name="connsiteY1000" fmla="*/ 570327 h 1235632"/>
                <a:gd name="connsiteX1001" fmla="*/ 608238 w 2577833"/>
                <a:gd name="connsiteY1001" fmla="*/ 579634 h 1235632"/>
                <a:gd name="connsiteX1002" fmla="*/ 611995 w 2577833"/>
                <a:gd name="connsiteY1002" fmla="*/ 583190 h 1235632"/>
                <a:gd name="connsiteX1003" fmla="*/ 609397 w 2577833"/>
                <a:gd name="connsiteY1003" fmla="*/ 586219 h 1235632"/>
                <a:gd name="connsiteX1004" fmla="*/ 605316 w 2577833"/>
                <a:gd name="connsiteY1004" fmla="*/ 582663 h 1235632"/>
                <a:gd name="connsiteX1005" fmla="*/ 602116 w 2577833"/>
                <a:gd name="connsiteY1005" fmla="*/ 589512 h 1235632"/>
                <a:gd name="connsiteX1006" fmla="*/ 593119 w 2577833"/>
                <a:gd name="connsiteY1006" fmla="*/ 594165 h 1235632"/>
                <a:gd name="connsiteX1007" fmla="*/ 586162 w 2577833"/>
                <a:gd name="connsiteY1007" fmla="*/ 599652 h 1235632"/>
                <a:gd name="connsiteX1008" fmla="*/ 578927 w 2577833"/>
                <a:gd name="connsiteY1008" fmla="*/ 596097 h 1235632"/>
                <a:gd name="connsiteX1009" fmla="*/ 581803 w 2577833"/>
                <a:gd name="connsiteY1009" fmla="*/ 594999 h 1235632"/>
                <a:gd name="connsiteX1010" fmla="*/ 586997 w 2577833"/>
                <a:gd name="connsiteY1010" fmla="*/ 596667 h 1235632"/>
                <a:gd name="connsiteX1011" fmla="*/ 593073 w 2577833"/>
                <a:gd name="connsiteY1011" fmla="*/ 592014 h 1235632"/>
                <a:gd name="connsiteX1012" fmla="*/ 594232 w 2577833"/>
                <a:gd name="connsiteY1012" fmla="*/ 584068 h 1235632"/>
                <a:gd name="connsiteX1013" fmla="*/ 597432 w 2577833"/>
                <a:gd name="connsiteY1013" fmla="*/ 582136 h 1235632"/>
                <a:gd name="connsiteX1014" fmla="*/ 599148 w 2577833"/>
                <a:gd name="connsiteY1014" fmla="*/ 587053 h 1235632"/>
                <a:gd name="connsiteX1015" fmla="*/ 601189 w 2577833"/>
                <a:gd name="connsiteY1015" fmla="*/ 586219 h 1235632"/>
                <a:gd name="connsiteX1016" fmla="*/ 604945 w 2577833"/>
                <a:gd name="connsiteY1016" fmla="*/ 579371 h 1235632"/>
                <a:gd name="connsiteX1017" fmla="*/ 614221 w 2577833"/>
                <a:gd name="connsiteY1017" fmla="*/ 570854 h 1235632"/>
                <a:gd name="connsiteX1018" fmla="*/ 615936 w 2577833"/>
                <a:gd name="connsiteY1018" fmla="*/ 566727 h 1235632"/>
                <a:gd name="connsiteX1019" fmla="*/ 618255 w 2577833"/>
                <a:gd name="connsiteY1019" fmla="*/ 560406 h 1235632"/>
                <a:gd name="connsiteX1020" fmla="*/ 626650 w 2577833"/>
                <a:gd name="connsiteY1020" fmla="*/ 562601 h 1235632"/>
                <a:gd name="connsiteX1021" fmla="*/ 629247 w 2577833"/>
                <a:gd name="connsiteY1021" fmla="*/ 560933 h 1235632"/>
                <a:gd name="connsiteX1022" fmla="*/ 634163 w 2577833"/>
                <a:gd name="connsiteY1022" fmla="*/ 556016 h 1235632"/>
                <a:gd name="connsiteX1023" fmla="*/ 636204 w 2577833"/>
                <a:gd name="connsiteY1023" fmla="*/ 561503 h 1235632"/>
                <a:gd name="connsiteX1024" fmla="*/ 642557 w 2577833"/>
                <a:gd name="connsiteY1024" fmla="*/ 564532 h 1235632"/>
                <a:gd name="connsiteX1025" fmla="*/ 648911 w 2577833"/>
                <a:gd name="connsiteY1025" fmla="*/ 561503 h 1235632"/>
                <a:gd name="connsiteX1026" fmla="*/ 647751 w 2577833"/>
                <a:gd name="connsiteY1026" fmla="*/ 556016 h 1235632"/>
                <a:gd name="connsiteX1027" fmla="*/ 657027 w 2577833"/>
                <a:gd name="connsiteY1027" fmla="*/ 554918 h 1235632"/>
                <a:gd name="connsiteX1028" fmla="*/ 659624 w 2577833"/>
                <a:gd name="connsiteY1028" fmla="*/ 552197 h 1235632"/>
                <a:gd name="connsiteX1029" fmla="*/ 662499 w 2577833"/>
                <a:gd name="connsiteY1029" fmla="*/ 553031 h 1235632"/>
                <a:gd name="connsiteX1030" fmla="*/ 662499 w 2577833"/>
                <a:gd name="connsiteY1030" fmla="*/ 557421 h 1235632"/>
                <a:gd name="connsiteX1031" fmla="*/ 668018 w 2577833"/>
                <a:gd name="connsiteY1031" fmla="*/ 556060 h 1235632"/>
                <a:gd name="connsiteX1032" fmla="*/ 672934 w 2577833"/>
                <a:gd name="connsiteY1032" fmla="*/ 554392 h 1235632"/>
                <a:gd name="connsiteX1033" fmla="*/ 676413 w 2577833"/>
                <a:gd name="connsiteY1033" fmla="*/ 558518 h 1235632"/>
                <a:gd name="connsiteX1034" fmla="*/ 679288 w 2577833"/>
                <a:gd name="connsiteY1034" fmla="*/ 560450 h 1235632"/>
                <a:gd name="connsiteX1035" fmla="*/ 684204 w 2577833"/>
                <a:gd name="connsiteY1035" fmla="*/ 557157 h 1235632"/>
                <a:gd name="connsiteX1036" fmla="*/ 684204 w 2577833"/>
                <a:gd name="connsiteY1036" fmla="*/ 559616 h 1235632"/>
                <a:gd name="connsiteX1037" fmla="*/ 678407 w 2577833"/>
                <a:gd name="connsiteY1037" fmla="*/ 562337 h 1235632"/>
                <a:gd name="connsiteX1038" fmla="*/ 685920 w 2577833"/>
                <a:gd name="connsiteY1038" fmla="*/ 566464 h 1235632"/>
                <a:gd name="connsiteX1039" fmla="*/ 692598 w 2577833"/>
                <a:gd name="connsiteY1039" fmla="*/ 560713 h 1235632"/>
                <a:gd name="connsiteX1040" fmla="*/ 696077 w 2577833"/>
                <a:gd name="connsiteY1040" fmla="*/ 561811 h 1235632"/>
                <a:gd name="connsiteX1041" fmla="*/ 698952 w 2577833"/>
                <a:gd name="connsiteY1041" fmla="*/ 559879 h 1235632"/>
                <a:gd name="connsiteX1042" fmla="*/ 692274 w 2577833"/>
                <a:gd name="connsiteY1042" fmla="*/ 554655 h 1235632"/>
                <a:gd name="connsiteX1043" fmla="*/ 689074 w 2577833"/>
                <a:gd name="connsiteY1043" fmla="*/ 554128 h 1235632"/>
                <a:gd name="connsiteX1044" fmla="*/ 698349 w 2577833"/>
                <a:gd name="connsiteY1044" fmla="*/ 551406 h 1235632"/>
                <a:gd name="connsiteX1045" fmla="*/ 706465 w 2577833"/>
                <a:gd name="connsiteY1045" fmla="*/ 542890 h 1235632"/>
                <a:gd name="connsiteX1046" fmla="*/ 708506 w 2577833"/>
                <a:gd name="connsiteY1046" fmla="*/ 542363 h 1235632"/>
                <a:gd name="connsiteX1047" fmla="*/ 708227 w 2577833"/>
                <a:gd name="connsiteY1047" fmla="*/ 538807 h 1235632"/>
                <a:gd name="connsiteX1048" fmla="*/ 707346 w 2577833"/>
                <a:gd name="connsiteY1048" fmla="*/ 536875 h 1235632"/>
                <a:gd name="connsiteX1049" fmla="*/ 711103 w 2577833"/>
                <a:gd name="connsiteY1049" fmla="*/ 535778 h 1235632"/>
                <a:gd name="connsiteX1050" fmla="*/ 711381 w 2577833"/>
                <a:gd name="connsiteY1050" fmla="*/ 530027 h 1235632"/>
                <a:gd name="connsiteX1051" fmla="*/ 713700 w 2577833"/>
                <a:gd name="connsiteY1051" fmla="*/ 525374 h 1235632"/>
                <a:gd name="connsiteX1052" fmla="*/ 721816 w 2577833"/>
                <a:gd name="connsiteY1052" fmla="*/ 506979 h 1235632"/>
                <a:gd name="connsiteX1053" fmla="*/ 722094 w 2577833"/>
                <a:gd name="connsiteY1053" fmla="*/ 500394 h 1235632"/>
                <a:gd name="connsiteX1054" fmla="*/ 726732 w 2577833"/>
                <a:gd name="connsiteY1054" fmla="*/ 484195 h 1235632"/>
                <a:gd name="connsiteX1055" fmla="*/ 713375 w 2577833"/>
                <a:gd name="connsiteY1055" fmla="*/ 470191 h 1235632"/>
                <a:gd name="connsiteX1056" fmla="*/ 714813 w 2577833"/>
                <a:gd name="connsiteY1056" fmla="*/ 438408 h 1235632"/>
                <a:gd name="connsiteX1057" fmla="*/ 713097 w 2577833"/>
                <a:gd name="connsiteY1057" fmla="*/ 426291 h 1235632"/>
                <a:gd name="connsiteX1058" fmla="*/ 711056 w 2577833"/>
                <a:gd name="connsiteY1058" fmla="*/ 413648 h 1235632"/>
                <a:gd name="connsiteX1059" fmla="*/ 716251 w 2577833"/>
                <a:gd name="connsiteY1059" fmla="*/ 407590 h 1235632"/>
                <a:gd name="connsiteX1060" fmla="*/ 716529 w 2577833"/>
                <a:gd name="connsiteY1060" fmla="*/ 402102 h 1235632"/>
                <a:gd name="connsiteX1061" fmla="*/ 714488 w 2577833"/>
                <a:gd name="connsiteY1061" fmla="*/ 399073 h 1235632"/>
                <a:gd name="connsiteX1062" fmla="*/ 716251 w 2577833"/>
                <a:gd name="connsiteY1062" fmla="*/ 395517 h 1235632"/>
                <a:gd name="connsiteX1063" fmla="*/ 717410 w 2577833"/>
                <a:gd name="connsiteY1063" fmla="*/ 384542 h 1235632"/>
                <a:gd name="connsiteX1064" fmla="*/ 715091 w 2577833"/>
                <a:gd name="connsiteY1064" fmla="*/ 382084 h 1235632"/>
                <a:gd name="connsiteX1065" fmla="*/ 713329 w 2577833"/>
                <a:gd name="connsiteY1065" fmla="*/ 375235 h 1235632"/>
                <a:gd name="connsiteX1066" fmla="*/ 702013 w 2577833"/>
                <a:gd name="connsiteY1066" fmla="*/ 356578 h 1235632"/>
                <a:gd name="connsiteX1067" fmla="*/ 706048 w 2577833"/>
                <a:gd name="connsiteY1067" fmla="*/ 351661 h 1235632"/>
                <a:gd name="connsiteX1068" fmla="*/ 707485 w 2577833"/>
                <a:gd name="connsiteY1068" fmla="*/ 348632 h 1235632"/>
                <a:gd name="connsiteX1069" fmla="*/ 710361 w 2577833"/>
                <a:gd name="connsiteY1069" fmla="*/ 347798 h 1235632"/>
                <a:gd name="connsiteX1070" fmla="*/ 710083 w 2577833"/>
                <a:gd name="connsiteY1070" fmla="*/ 340115 h 1235632"/>
                <a:gd name="connsiteX1071" fmla="*/ 712401 w 2577833"/>
                <a:gd name="connsiteY1071" fmla="*/ 337920 h 1235632"/>
                <a:gd name="connsiteX1072" fmla="*/ 717039 w 2577833"/>
                <a:gd name="connsiteY1072" fmla="*/ 320360 h 1235632"/>
                <a:gd name="connsiteX1073" fmla="*/ 717317 w 2577833"/>
                <a:gd name="connsiteY1073" fmla="*/ 306927 h 1235632"/>
                <a:gd name="connsiteX1074" fmla="*/ 716436 w 2577833"/>
                <a:gd name="connsiteY1074" fmla="*/ 303634 h 1235632"/>
                <a:gd name="connsiteX1075" fmla="*/ 713839 w 2577833"/>
                <a:gd name="connsiteY1075" fmla="*/ 295381 h 1235632"/>
                <a:gd name="connsiteX1076" fmla="*/ 697885 w 2577833"/>
                <a:gd name="connsiteY1076" fmla="*/ 287918 h 1235632"/>
                <a:gd name="connsiteX1077" fmla="*/ 670337 w 2577833"/>
                <a:gd name="connsiteY1077" fmla="*/ 290157 h 1235632"/>
                <a:gd name="connsiteX1078" fmla="*/ 666256 w 2577833"/>
                <a:gd name="connsiteY1078" fmla="*/ 289630 h 1235632"/>
                <a:gd name="connsiteX1079" fmla="*/ 668853 w 2577833"/>
                <a:gd name="connsiteY1079" fmla="*/ 286338 h 1235632"/>
                <a:gd name="connsiteX1080" fmla="*/ 664494 w 2577833"/>
                <a:gd name="connsiteY1080" fmla="*/ 286338 h 1235632"/>
                <a:gd name="connsiteX1081" fmla="*/ 661015 w 2577833"/>
                <a:gd name="connsiteY1081" fmla="*/ 292659 h 1235632"/>
                <a:gd name="connsiteX1082" fmla="*/ 651740 w 2577833"/>
                <a:gd name="connsiteY1082" fmla="*/ 329711 h 1235632"/>
                <a:gd name="connsiteX1083" fmla="*/ 625073 w 2577833"/>
                <a:gd name="connsiteY1083" fmla="*/ 367860 h 1235632"/>
                <a:gd name="connsiteX1084" fmla="*/ 616679 w 2577833"/>
                <a:gd name="connsiteY1084" fmla="*/ 387088 h 1235632"/>
                <a:gd name="connsiteX1085" fmla="*/ 618998 w 2577833"/>
                <a:gd name="connsiteY1085" fmla="*/ 386825 h 1235632"/>
                <a:gd name="connsiteX1086" fmla="*/ 622754 w 2577833"/>
                <a:gd name="connsiteY1086" fmla="*/ 375850 h 1235632"/>
                <a:gd name="connsiteX1087" fmla="*/ 625351 w 2577833"/>
                <a:gd name="connsiteY1087" fmla="*/ 377211 h 1235632"/>
                <a:gd name="connsiteX1088" fmla="*/ 620992 w 2577833"/>
                <a:gd name="connsiteY1088" fmla="*/ 387088 h 1235632"/>
                <a:gd name="connsiteX1089" fmla="*/ 620992 w 2577833"/>
                <a:gd name="connsiteY1089" fmla="*/ 391478 h 1235632"/>
                <a:gd name="connsiteX1090" fmla="*/ 631705 w 2577833"/>
                <a:gd name="connsiteY1090" fmla="*/ 390644 h 1235632"/>
                <a:gd name="connsiteX1091" fmla="*/ 628829 w 2577833"/>
                <a:gd name="connsiteY1091" fmla="*/ 399688 h 1235632"/>
                <a:gd name="connsiteX1092" fmla="*/ 630267 w 2577833"/>
                <a:gd name="connsiteY1092" fmla="*/ 405746 h 1235632"/>
                <a:gd name="connsiteX1093" fmla="*/ 627948 w 2577833"/>
                <a:gd name="connsiteY1093" fmla="*/ 415623 h 1235632"/>
                <a:gd name="connsiteX1094" fmla="*/ 632308 w 2577833"/>
                <a:gd name="connsiteY1094" fmla="*/ 422077 h 1235632"/>
                <a:gd name="connsiteX1095" fmla="*/ 626789 w 2577833"/>
                <a:gd name="connsiteY1095" fmla="*/ 427389 h 1235632"/>
                <a:gd name="connsiteX1096" fmla="*/ 623589 w 2577833"/>
                <a:gd name="connsiteY1096" fmla="*/ 424667 h 1235632"/>
                <a:gd name="connsiteX1097" fmla="*/ 623867 w 2577833"/>
                <a:gd name="connsiteY1097" fmla="*/ 448285 h 1235632"/>
                <a:gd name="connsiteX1098" fmla="*/ 625027 w 2577833"/>
                <a:gd name="connsiteY1098" fmla="*/ 444729 h 1235632"/>
                <a:gd name="connsiteX1099" fmla="*/ 627067 w 2577833"/>
                <a:gd name="connsiteY1099" fmla="*/ 438451 h 1235632"/>
                <a:gd name="connsiteX1100" fmla="*/ 642696 w 2577833"/>
                <a:gd name="connsiteY1100" fmla="*/ 447758 h 1235632"/>
                <a:gd name="connsiteX1101" fmla="*/ 641537 w 2577833"/>
                <a:gd name="connsiteY1101" fmla="*/ 454607 h 1235632"/>
                <a:gd name="connsiteX1102" fmla="*/ 652528 w 2577833"/>
                <a:gd name="connsiteY1102" fmla="*/ 471903 h 1235632"/>
                <a:gd name="connsiteX1103" fmla="*/ 657676 w 2577833"/>
                <a:gd name="connsiteY1103" fmla="*/ 470806 h 1235632"/>
                <a:gd name="connsiteX1104" fmla="*/ 655125 w 2577833"/>
                <a:gd name="connsiteY1104" fmla="*/ 486434 h 1235632"/>
                <a:gd name="connsiteX1105" fmla="*/ 650488 w 2577833"/>
                <a:gd name="connsiteY1105" fmla="*/ 495741 h 1235632"/>
                <a:gd name="connsiteX1106" fmla="*/ 645572 w 2577833"/>
                <a:gd name="connsiteY1106" fmla="*/ 500394 h 1235632"/>
                <a:gd name="connsiteX1107" fmla="*/ 645015 w 2577833"/>
                <a:gd name="connsiteY1107" fmla="*/ 494907 h 1235632"/>
                <a:gd name="connsiteX1108" fmla="*/ 627345 w 2577833"/>
                <a:gd name="connsiteY1108" fmla="*/ 479015 h 1235632"/>
                <a:gd name="connsiteX1109" fmla="*/ 627902 w 2577833"/>
                <a:gd name="connsiteY1109" fmla="*/ 476293 h 1235632"/>
                <a:gd name="connsiteX1110" fmla="*/ 632540 w 2577833"/>
                <a:gd name="connsiteY1110" fmla="*/ 476030 h 1235632"/>
                <a:gd name="connsiteX1111" fmla="*/ 627021 w 2577833"/>
                <a:gd name="connsiteY1111" fmla="*/ 474669 h 1235632"/>
                <a:gd name="connsiteX1112" fmla="*/ 621502 w 2577833"/>
                <a:gd name="connsiteY1112" fmla="*/ 473308 h 1235632"/>
                <a:gd name="connsiteX1113" fmla="*/ 604991 w 2577833"/>
                <a:gd name="connsiteY1113" fmla="*/ 464265 h 1235632"/>
                <a:gd name="connsiteX1114" fmla="*/ 613108 w 2577833"/>
                <a:gd name="connsiteY1114" fmla="*/ 464528 h 1235632"/>
                <a:gd name="connsiteX1115" fmla="*/ 600632 w 2577833"/>
                <a:gd name="connsiteY1115" fmla="*/ 460972 h 1235632"/>
                <a:gd name="connsiteX1116" fmla="*/ 592516 w 2577833"/>
                <a:gd name="connsiteY1116" fmla="*/ 459875 h 1235632"/>
                <a:gd name="connsiteX1117" fmla="*/ 590197 w 2577833"/>
                <a:gd name="connsiteY1117" fmla="*/ 464001 h 1235632"/>
                <a:gd name="connsiteX1118" fmla="*/ 590475 w 2577833"/>
                <a:gd name="connsiteY1118" fmla="*/ 456055 h 1235632"/>
                <a:gd name="connsiteX1119" fmla="*/ 594510 w 2577833"/>
                <a:gd name="connsiteY1119" fmla="*/ 455529 h 1235632"/>
                <a:gd name="connsiteX1120" fmla="*/ 546417 w 2577833"/>
                <a:gd name="connsiteY1120" fmla="*/ 436300 h 1235632"/>
                <a:gd name="connsiteX1121" fmla="*/ 535982 w 2577833"/>
                <a:gd name="connsiteY1121" fmla="*/ 434105 h 1235632"/>
                <a:gd name="connsiteX1122" fmla="*/ 528144 w 2577833"/>
                <a:gd name="connsiteY1122" fmla="*/ 431647 h 1235632"/>
                <a:gd name="connsiteX1123" fmla="*/ 526104 w 2577833"/>
                <a:gd name="connsiteY1123" fmla="*/ 438539 h 1235632"/>
                <a:gd name="connsiteX1124" fmla="*/ 518359 w 2577833"/>
                <a:gd name="connsiteY1124" fmla="*/ 442622 h 1235632"/>
                <a:gd name="connsiteX1125" fmla="*/ 524666 w 2577833"/>
                <a:gd name="connsiteY1125" fmla="*/ 456626 h 1235632"/>
                <a:gd name="connsiteX1126" fmla="*/ 524944 w 2577833"/>
                <a:gd name="connsiteY1126" fmla="*/ 462948 h 1235632"/>
                <a:gd name="connsiteX1127" fmla="*/ 528423 w 2577833"/>
                <a:gd name="connsiteY1127" fmla="*/ 462948 h 1235632"/>
                <a:gd name="connsiteX1128" fmla="*/ 529860 w 2577833"/>
                <a:gd name="connsiteY1128" fmla="*/ 473396 h 1235632"/>
                <a:gd name="connsiteX1129" fmla="*/ 527541 w 2577833"/>
                <a:gd name="connsiteY1129" fmla="*/ 475854 h 1235632"/>
                <a:gd name="connsiteX1130" fmla="*/ 520307 w 2577833"/>
                <a:gd name="connsiteY1130" fmla="*/ 480332 h 1235632"/>
                <a:gd name="connsiteX1131" fmla="*/ 512469 w 2577833"/>
                <a:gd name="connsiteY1131" fmla="*/ 480332 h 1235632"/>
                <a:gd name="connsiteX1132" fmla="*/ 515947 w 2577833"/>
                <a:gd name="connsiteY1132" fmla="*/ 489024 h 1235632"/>
                <a:gd name="connsiteX1133" fmla="*/ 507831 w 2577833"/>
                <a:gd name="connsiteY1133" fmla="*/ 495873 h 1235632"/>
                <a:gd name="connsiteX1134" fmla="*/ 504631 w 2577833"/>
                <a:gd name="connsiteY1134" fmla="*/ 482176 h 1235632"/>
                <a:gd name="connsiteX1135" fmla="*/ 503193 w 2577833"/>
                <a:gd name="connsiteY1135" fmla="*/ 480332 h 1235632"/>
                <a:gd name="connsiteX1136" fmla="*/ 504631 w 2577833"/>
                <a:gd name="connsiteY1136" fmla="*/ 476688 h 1235632"/>
                <a:gd name="connsiteX1137" fmla="*/ 499251 w 2577833"/>
                <a:gd name="connsiteY1137" fmla="*/ 471772 h 1235632"/>
                <a:gd name="connsiteX1138" fmla="*/ 502591 w 2577833"/>
                <a:gd name="connsiteY1138" fmla="*/ 468742 h 1235632"/>
                <a:gd name="connsiteX1139" fmla="*/ 495634 w 2577833"/>
                <a:gd name="connsiteY1139" fmla="*/ 469006 h 1235632"/>
                <a:gd name="connsiteX1140" fmla="*/ 482602 w 2577833"/>
                <a:gd name="connsiteY1140" fmla="*/ 478313 h 1235632"/>
                <a:gd name="connsiteX1141" fmla="*/ 476805 w 2577833"/>
                <a:gd name="connsiteY1141" fmla="*/ 478049 h 1235632"/>
                <a:gd name="connsiteX1142" fmla="*/ 476248 w 2577833"/>
                <a:gd name="connsiteY1142" fmla="*/ 480332 h 1235632"/>
                <a:gd name="connsiteX1143" fmla="*/ 464097 w 2577833"/>
                <a:gd name="connsiteY1143" fmla="*/ 484898 h 1235632"/>
                <a:gd name="connsiteX1144" fmla="*/ 460341 w 2577833"/>
                <a:gd name="connsiteY1144" fmla="*/ 484634 h 1235632"/>
                <a:gd name="connsiteX1145" fmla="*/ 454544 w 2577833"/>
                <a:gd name="connsiteY1145" fmla="*/ 484634 h 1235632"/>
                <a:gd name="connsiteX1146" fmla="*/ 452225 w 2577833"/>
                <a:gd name="connsiteY1146" fmla="*/ 482439 h 1235632"/>
                <a:gd name="connsiteX1147" fmla="*/ 447309 w 2577833"/>
                <a:gd name="connsiteY1147" fmla="*/ 486829 h 1235632"/>
                <a:gd name="connsiteX1148" fmla="*/ 441790 w 2577833"/>
                <a:gd name="connsiteY1148" fmla="*/ 487093 h 1235632"/>
                <a:gd name="connsiteX1149" fmla="*/ 433674 w 2577833"/>
                <a:gd name="connsiteY1149" fmla="*/ 497804 h 1235632"/>
                <a:gd name="connsiteX1150" fmla="*/ 430474 w 2577833"/>
                <a:gd name="connsiteY1150" fmla="*/ 501668 h 1235632"/>
                <a:gd name="connsiteX1151" fmla="*/ 427877 w 2577833"/>
                <a:gd name="connsiteY1151" fmla="*/ 498638 h 1235632"/>
                <a:gd name="connsiteX1152" fmla="*/ 425558 w 2577833"/>
                <a:gd name="connsiteY1152" fmla="*/ 500833 h 1235632"/>
                <a:gd name="connsiteX1153" fmla="*/ 421477 w 2577833"/>
                <a:gd name="connsiteY1153" fmla="*/ 506892 h 1235632"/>
                <a:gd name="connsiteX1154" fmla="*/ 415679 w 2577833"/>
                <a:gd name="connsiteY1154" fmla="*/ 513477 h 1235632"/>
                <a:gd name="connsiteX1155" fmla="*/ 411923 w 2577833"/>
                <a:gd name="connsiteY1155" fmla="*/ 514838 h 1235632"/>
                <a:gd name="connsiteX1156" fmla="*/ 406914 w 2577833"/>
                <a:gd name="connsiteY1156" fmla="*/ 521949 h 1235632"/>
                <a:gd name="connsiteX1157" fmla="*/ 399447 w 2577833"/>
                <a:gd name="connsiteY1157" fmla="*/ 521423 h 1235632"/>
                <a:gd name="connsiteX1158" fmla="*/ 391981 w 2577833"/>
                <a:gd name="connsiteY1158" fmla="*/ 527173 h 1235632"/>
                <a:gd name="connsiteX1159" fmla="*/ 393372 w 2577833"/>
                <a:gd name="connsiteY1159" fmla="*/ 531827 h 1235632"/>
                <a:gd name="connsiteX1160" fmla="*/ 391331 w 2577833"/>
                <a:gd name="connsiteY1160" fmla="*/ 535690 h 1235632"/>
                <a:gd name="connsiteX1161" fmla="*/ 396247 w 2577833"/>
                <a:gd name="connsiteY1161" fmla="*/ 544734 h 1235632"/>
                <a:gd name="connsiteX1162" fmla="*/ 394810 w 2577833"/>
                <a:gd name="connsiteY1162" fmla="*/ 559835 h 1235632"/>
                <a:gd name="connsiteX1163" fmla="*/ 398010 w 2577833"/>
                <a:gd name="connsiteY1163" fmla="*/ 583980 h 1235632"/>
                <a:gd name="connsiteX1164" fmla="*/ 394531 w 2577833"/>
                <a:gd name="connsiteY1164" fmla="*/ 591663 h 1235632"/>
                <a:gd name="connsiteX1165" fmla="*/ 391656 w 2577833"/>
                <a:gd name="connsiteY1165" fmla="*/ 597150 h 1235632"/>
                <a:gd name="connsiteX1166" fmla="*/ 391100 w 2577833"/>
                <a:gd name="connsiteY1166" fmla="*/ 605403 h 1235632"/>
                <a:gd name="connsiteX1167" fmla="*/ 393975 w 2577833"/>
                <a:gd name="connsiteY1167" fmla="*/ 607335 h 1235632"/>
                <a:gd name="connsiteX1168" fmla="*/ 401488 w 2577833"/>
                <a:gd name="connsiteY1168" fmla="*/ 608696 h 1235632"/>
                <a:gd name="connsiteX1169" fmla="*/ 410485 w 2577833"/>
                <a:gd name="connsiteY1169" fmla="*/ 608169 h 1235632"/>
                <a:gd name="connsiteX1170" fmla="*/ 416282 w 2577833"/>
                <a:gd name="connsiteY1170" fmla="*/ 604877 h 1235632"/>
                <a:gd name="connsiteX1171" fmla="*/ 425001 w 2577833"/>
                <a:gd name="connsiteY1171" fmla="*/ 602155 h 1235632"/>
                <a:gd name="connsiteX1172" fmla="*/ 431401 w 2577833"/>
                <a:gd name="connsiteY1172" fmla="*/ 595570 h 1235632"/>
                <a:gd name="connsiteX1173" fmla="*/ 437477 w 2577833"/>
                <a:gd name="connsiteY1173" fmla="*/ 585956 h 1235632"/>
                <a:gd name="connsiteX1174" fmla="*/ 438636 w 2577833"/>
                <a:gd name="connsiteY1174" fmla="*/ 579107 h 1235632"/>
                <a:gd name="connsiteX1175" fmla="*/ 442996 w 2577833"/>
                <a:gd name="connsiteY1175" fmla="*/ 577176 h 1235632"/>
                <a:gd name="connsiteX1176" fmla="*/ 455749 w 2577833"/>
                <a:gd name="connsiteY1176" fmla="*/ 572522 h 1235632"/>
                <a:gd name="connsiteX1177" fmla="*/ 465906 w 2577833"/>
                <a:gd name="connsiteY1177" fmla="*/ 592804 h 1235632"/>
                <a:gd name="connsiteX1178" fmla="*/ 469106 w 2577833"/>
                <a:gd name="connsiteY1178" fmla="*/ 601321 h 1235632"/>
                <a:gd name="connsiteX1179" fmla="*/ 470266 w 2577833"/>
                <a:gd name="connsiteY1179" fmla="*/ 614227 h 1235632"/>
                <a:gd name="connsiteX1180" fmla="*/ 475784 w 2577833"/>
                <a:gd name="connsiteY1180" fmla="*/ 623271 h 1235632"/>
                <a:gd name="connsiteX1181" fmla="*/ 482138 w 2577833"/>
                <a:gd name="connsiteY1181" fmla="*/ 627134 h 1235632"/>
                <a:gd name="connsiteX1182" fmla="*/ 481860 w 2577833"/>
                <a:gd name="connsiteY1182" fmla="*/ 641138 h 1235632"/>
                <a:gd name="connsiteX1183" fmla="*/ 479541 w 2577833"/>
                <a:gd name="connsiteY1183" fmla="*/ 629636 h 1235632"/>
                <a:gd name="connsiteX1184" fmla="*/ 474022 w 2577833"/>
                <a:gd name="connsiteY1184" fmla="*/ 625510 h 1235632"/>
                <a:gd name="connsiteX1185" fmla="*/ 469384 w 2577833"/>
                <a:gd name="connsiteY1185" fmla="*/ 621120 h 1235632"/>
                <a:gd name="connsiteX1186" fmla="*/ 467947 w 2577833"/>
                <a:gd name="connsiteY1186" fmla="*/ 612340 h 1235632"/>
                <a:gd name="connsiteX1187" fmla="*/ 466184 w 2577833"/>
                <a:gd name="connsiteY1187" fmla="*/ 601365 h 1235632"/>
                <a:gd name="connsiteX1188" fmla="*/ 462103 w 2577833"/>
                <a:gd name="connsiteY1188" fmla="*/ 596448 h 1235632"/>
                <a:gd name="connsiteX1189" fmla="*/ 462103 w 2577833"/>
                <a:gd name="connsiteY1189" fmla="*/ 589336 h 1235632"/>
                <a:gd name="connsiteX1190" fmla="*/ 458903 w 2577833"/>
                <a:gd name="connsiteY1190" fmla="*/ 577834 h 1235632"/>
                <a:gd name="connsiteX1191" fmla="*/ 451390 w 2577833"/>
                <a:gd name="connsiteY1191" fmla="*/ 574805 h 1235632"/>
                <a:gd name="connsiteX1192" fmla="*/ 445593 w 2577833"/>
                <a:gd name="connsiteY1192" fmla="*/ 578668 h 1235632"/>
                <a:gd name="connsiteX1193" fmla="*/ 440074 w 2577833"/>
                <a:gd name="connsiteY1193" fmla="*/ 587185 h 1235632"/>
                <a:gd name="connsiteX1194" fmla="*/ 437199 w 2577833"/>
                <a:gd name="connsiteY1194" fmla="*/ 593243 h 1235632"/>
                <a:gd name="connsiteX1195" fmla="*/ 425883 w 2577833"/>
                <a:gd name="connsiteY1195" fmla="*/ 605052 h 1235632"/>
                <a:gd name="connsiteX1196" fmla="*/ 419807 w 2577833"/>
                <a:gd name="connsiteY1196" fmla="*/ 607774 h 1235632"/>
                <a:gd name="connsiteX1197" fmla="*/ 410532 w 2577833"/>
                <a:gd name="connsiteY1197" fmla="*/ 610232 h 1235632"/>
                <a:gd name="connsiteX1198" fmla="*/ 400978 w 2577833"/>
                <a:gd name="connsiteY1198" fmla="*/ 611330 h 1235632"/>
                <a:gd name="connsiteX1199" fmla="*/ 390821 w 2577833"/>
                <a:gd name="connsiteY1199" fmla="*/ 607774 h 1235632"/>
                <a:gd name="connsiteX1200" fmla="*/ 387621 w 2577833"/>
                <a:gd name="connsiteY1200" fmla="*/ 605579 h 1235632"/>
                <a:gd name="connsiteX1201" fmla="*/ 389662 w 2577833"/>
                <a:gd name="connsiteY1201" fmla="*/ 595701 h 1235632"/>
                <a:gd name="connsiteX1202" fmla="*/ 392862 w 2577833"/>
                <a:gd name="connsiteY1202" fmla="*/ 588853 h 1235632"/>
                <a:gd name="connsiteX1203" fmla="*/ 395181 w 2577833"/>
                <a:gd name="connsiteY1203" fmla="*/ 578405 h 1235632"/>
                <a:gd name="connsiteX1204" fmla="*/ 392584 w 2577833"/>
                <a:gd name="connsiteY1204" fmla="*/ 559177 h 1235632"/>
                <a:gd name="connsiteX1205" fmla="*/ 393140 w 2577833"/>
                <a:gd name="connsiteY1205" fmla="*/ 546533 h 1235632"/>
                <a:gd name="connsiteX1206" fmla="*/ 387946 w 2577833"/>
                <a:gd name="connsiteY1206" fmla="*/ 536919 h 1235632"/>
                <a:gd name="connsiteX1207" fmla="*/ 390821 w 2577833"/>
                <a:gd name="connsiteY1207" fmla="*/ 532003 h 1235632"/>
                <a:gd name="connsiteX1208" fmla="*/ 386740 w 2577833"/>
                <a:gd name="connsiteY1208" fmla="*/ 526515 h 1235632"/>
                <a:gd name="connsiteX1209" fmla="*/ 396572 w 2577833"/>
                <a:gd name="connsiteY1209" fmla="*/ 520764 h 1235632"/>
                <a:gd name="connsiteX1210" fmla="*/ 403807 w 2577833"/>
                <a:gd name="connsiteY1210" fmla="*/ 518569 h 1235632"/>
                <a:gd name="connsiteX1211" fmla="*/ 409326 w 2577833"/>
                <a:gd name="connsiteY1211" fmla="*/ 511984 h 1235632"/>
                <a:gd name="connsiteX1212" fmla="*/ 415726 w 2577833"/>
                <a:gd name="connsiteY1212" fmla="*/ 510623 h 1235632"/>
                <a:gd name="connsiteX1213" fmla="*/ 423239 w 2577833"/>
                <a:gd name="connsiteY1213" fmla="*/ 500746 h 1235632"/>
                <a:gd name="connsiteX1214" fmla="*/ 419158 w 2577833"/>
                <a:gd name="connsiteY1214" fmla="*/ 499911 h 1235632"/>
                <a:gd name="connsiteX1215" fmla="*/ 413361 w 2577833"/>
                <a:gd name="connsiteY1215" fmla="*/ 506496 h 1235632"/>
                <a:gd name="connsiteX1216" fmla="*/ 414520 w 2577833"/>
                <a:gd name="connsiteY1216" fmla="*/ 500175 h 1235632"/>
                <a:gd name="connsiteX1217" fmla="*/ 409882 w 2577833"/>
                <a:gd name="connsiteY1217" fmla="*/ 500702 h 1235632"/>
                <a:gd name="connsiteX1218" fmla="*/ 406868 w 2577833"/>
                <a:gd name="connsiteY1218" fmla="*/ 502633 h 1235632"/>
                <a:gd name="connsiteX1219" fmla="*/ 409558 w 2577833"/>
                <a:gd name="connsiteY1219" fmla="*/ 495214 h 1235632"/>
                <a:gd name="connsiteX1220" fmla="*/ 415355 w 2577833"/>
                <a:gd name="connsiteY1220" fmla="*/ 483976 h 1235632"/>
                <a:gd name="connsiteX1221" fmla="*/ 417674 w 2577833"/>
                <a:gd name="connsiteY1221" fmla="*/ 475196 h 1235632"/>
                <a:gd name="connsiteX1222" fmla="*/ 413314 w 2577833"/>
                <a:gd name="connsiteY1222" fmla="*/ 474932 h 1235632"/>
                <a:gd name="connsiteX1223" fmla="*/ 424630 w 2577833"/>
                <a:gd name="connsiteY1223" fmla="*/ 469708 h 1235632"/>
                <a:gd name="connsiteX1224" fmla="*/ 424909 w 2577833"/>
                <a:gd name="connsiteY1224" fmla="*/ 466986 h 1235632"/>
                <a:gd name="connsiteX1225" fmla="*/ 410439 w 2577833"/>
                <a:gd name="connsiteY1225" fmla="*/ 472474 h 1235632"/>
                <a:gd name="connsiteX1226" fmla="*/ 391934 w 2577833"/>
                <a:gd name="connsiteY1226" fmla="*/ 484546 h 1235632"/>
                <a:gd name="connsiteX1227" fmla="*/ 399401 w 2577833"/>
                <a:gd name="connsiteY1227" fmla="*/ 490297 h 1235632"/>
                <a:gd name="connsiteX1228" fmla="*/ 391934 w 2577833"/>
                <a:gd name="connsiteY1228" fmla="*/ 494424 h 1235632"/>
                <a:gd name="connsiteX1229" fmla="*/ 391934 w 2577833"/>
                <a:gd name="connsiteY1229" fmla="*/ 490868 h 1235632"/>
                <a:gd name="connsiteX1230" fmla="*/ 389569 w 2577833"/>
                <a:gd name="connsiteY1230" fmla="*/ 488673 h 1235632"/>
                <a:gd name="connsiteX1231" fmla="*/ 379042 w 2577833"/>
                <a:gd name="connsiteY1231" fmla="*/ 491966 h 1235632"/>
                <a:gd name="connsiteX1232" fmla="*/ 373615 w 2577833"/>
                <a:gd name="connsiteY1232" fmla="*/ 494995 h 1235632"/>
                <a:gd name="connsiteX1233" fmla="*/ 357662 w 2577833"/>
                <a:gd name="connsiteY1233" fmla="*/ 503511 h 1235632"/>
                <a:gd name="connsiteX1234" fmla="*/ 352143 w 2577833"/>
                <a:gd name="connsiteY1234" fmla="*/ 508735 h 1235632"/>
                <a:gd name="connsiteX1235" fmla="*/ 342589 w 2577833"/>
                <a:gd name="connsiteY1235" fmla="*/ 514486 h 1235632"/>
                <a:gd name="connsiteX1236" fmla="*/ 337070 w 2577833"/>
                <a:gd name="connsiteY1236" fmla="*/ 515584 h 1235632"/>
                <a:gd name="connsiteX1237" fmla="*/ 336792 w 2577833"/>
                <a:gd name="connsiteY1237" fmla="*/ 520237 h 1235632"/>
                <a:gd name="connsiteX1238" fmla="*/ 340549 w 2577833"/>
                <a:gd name="connsiteY1238" fmla="*/ 523266 h 1235632"/>
                <a:gd name="connsiteX1239" fmla="*/ 333592 w 2577833"/>
                <a:gd name="connsiteY1239" fmla="*/ 522169 h 1235632"/>
                <a:gd name="connsiteX1240" fmla="*/ 327517 w 2577833"/>
                <a:gd name="connsiteY1240" fmla="*/ 524627 h 1235632"/>
                <a:gd name="connsiteX1241" fmla="*/ 323157 w 2577833"/>
                <a:gd name="connsiteY1241" fmla="*/ 525988 h 1235632"/>
                <a:gd name="connsiteX1242" fmla="*/ 320560 w 2577833"/>
                <a:gd name="connsiteY1242" fmla="*/ 548465 h 1235632"/>
                <a:gd name="connsiteX1243" fmla="*/ 306925 w 2577833"/>
                <a:gd name="connsiteY1243" fmla="*/ 553953 h 1235632"/>
                <a:gd name="connsiteX1244" fmla="*/ 291574 w 2577833"/>
                <a:gd name="connsiteY1244" fmla="*/ 553689 h 1235632"/>
                <a:gd name="connsiteX1245" fmla="*/ 285498 w 2577833"/>
                <a:gd name="connsiteY1245" fmla="*/ 541046 h 1235632"/>
                <a:gd name="connsiteX1246" fmla="*/ 275945 w 2577833"/>
                <a:gd name="connsiteY1246" fmla="*/ 535558 h 1235632"/>
                <a:gd name="connsiteX1247" fmla="*/ 280582 w 2577833"/>
                <a:gd name="connsiteY1247" fmla="*/ 525418 h 1235632"/>
                <a:gd name="connsiteX1248" fmla="*/ 284339 w 2577833"/>
                <a:gd name="connsiteY1248" fmla="*/ 519667 h 1235632"/>
                <a:gd name="connsiteX1249" fmla="*/ 289534 w 2577833"/>
                <a:gd name="connsiteY1249" fmla="*/ 519403 h 1235632"/>
                <a:gd name="connsiteX1250" fmla="*/ 297371 w 2577833"/>
                <a:gd name="connsiteY1250" fmla="*/ 516111 h 1235632"/>
                <a:gd name="connsiteX1251" fmla="*/ 302009 w 2577833"/>
                <a:gd name="connsiteY1251" fmla="*/ 516111 h 1235632"/>
                <a:gd name="connsiteX1252" fmla="*/ 303168 w 2577833"/>
                <a:gd name="connsiteY1252" fmla="*/ 510052 h 1235632"/>
                <a:gd name="connsiteX1253" fmla="*/ 301406 w 2577833"/>
                <a:gd name="connsiteY1253" fmla="*/ 507023 h 1235632"/>
                <a:gd name="connsiteX1254" fmla="*/ 300850 w 2577833"/>
                <a:gd name="connsiteY1254" fmla="*/ 503467 h 1235632"/>
                <a:gd name="connsiteX1255" fmla="*/ 293336 w 2577833"/>
                <a:gd name="connsiteY1255" fmla="*/ 494951 h 1235632"/>
                <a:gd name="connsiteX1256" fmla="*/ 282623 w 2577833"/>
                <a:gd name="connsiteY1256" fmla="*/ 487005 h 1235632"/>
                <a:gd name="connsiteX1257" fmla="*/ 262356 w 2577833"/>
                <a:gd name="connsiteY1257" fmla="*/ 486478 h 1235632"/>
                <a:gd name="connsiteX1258" fmla="*/ 253962 w 2577833"/>
                <a:gd name="connsiteY1258" fmla="*/ 480508 h 1235632"/>
                <a:gd name="connsiteX1259" fmla="*/ 249602 w 2577833"/>
                <a:gd name="connsiteY1259" fmla="*/ 481781 h 1235632"/>
                <a:gd name="connsiteX1260" fmla="*/ 263794 w 2577833"/>
                <a:gd name="connsiteY1260" fmla="*/ 496312 h 1235632"/>
                <a:gd name="connsiteX1261" fmla="*/ 262032 w 2577833"/>
                <a:gd name="connsiteY1261" fmla="*/ 523179 h 1235632"/>
                <a:gd name="connsiteX1262" fmla="*/ 262588 w 2577833"/>
                <a:gd name="connsiteY1262" fmla="*/ 542407 h 1235632"/>
                <a:gd name="connsiteX1263" fmla="*/ 270101 w 2577833"/>
                <a:gd name="connsiteY1263" fmla="*/ 552284 h 1235632"/>
                <a:gd name="connsiteX1264" fmla="*/ 269545 w 2577833"/>
                <a:gd name="connsiteY1264" fmla="*/ 561328 h 1235632"/>
                <a:gd name="connsiteX1265" fmla="*/ 262867 w 2577833"/>
                <a:gd name="connsiteY1265" fmla="*/ 581083 h 1235632"/>
                <a:gd name="connsiteX1266" fmla="*/ 266623 w 2577833"/>
                <a:gd name="connsiteY1266" fmla="*/ 596184 h 1235632"/>
                <a:gd name="connsiteX1267" fmla="*/ 277661 w 2577833"/>
                <a:gd name="connsiteY1267" fmla="*/ 605798 h 1235632"/>
                <a:gd name="connsiteX1268" fmla="*/ 282299 w 2577833"/>
                <a:gd name="connsiteY1268" fmla="*/ 612647 h 1235632"/>
                <a:gd name="connsiteX1269" fmla="*/ 288698 w 2577833"/>
                <a:gd name="connsiteY1269" fmla="*/ 619232 h 1235632"/>
                <a:gd name="connsiteX1270" fmla="*/ 286658 w 2577833"/>
                <a:gd name="connsiteY1270" fmla="*/ 621690 h 1235632"/>
                <a:gd name="connsiteX1271" fmla="*/ 278264 w 2577833"/>
                <a:gd name="connsiteY1271" fmla="*/ 610979 h 1235632"/>
                <a:gd name="connsiteX1272" fmla="*/ 271864 w 2577833"/>
                <a:gd name="connsiteY1272" fmla="*/ 603560 h 1235632"/>
                <a:gd name="connsiteX1273" fmla="*/ 264629 w 2577833"/>
                <a:gd name="connsiteY1273" fmla="*/ 597501 h 1235632"/>
                <a:gd name="connsiteX1274" fmla="*/ 261150 w 2577833"/>
                <a:gd name="connsiteY1274" fmla="*/ 582663 h 1235632"/>
                <a:gd name="connsiteX1275" fmla="*/ 256791 w 2577833"/>
                <a:gd name="connsiteY1275" fmla="*/ 579107 h 1235632"/>
                <a:gd name="connsiteX1276" fmla="*/ 250391 w 2577833"/>
                <a:gd name="connsiteY1276" fmla="*/ 585429 h 1235632"/>
                <a:gd name="connsiteX1277" fmla="*/ 256467 w 2577833"/>
                <a:gd name="connsiteY1277" fmla="*/ 576649 h 1235632"/>
                <a:gd name="connsiteX1278" fmla="*/ 246635 w 2577833"/>
                <a:gd name="connsiteY1278" fmla="*/ 569537 h 1235632"/>
                <a:gd name="connsiteX1279" fmla="*/ 239956 w 2577833"/>
                <a:gd name="connsiteY1279" fmla="*/ 571205 h 1235632"/>
                <a:gd name="connsiteX1280" fmla="*/ 234159 w 2577833"/>
                <a:gd name="connsiteY1280" fmla="*/ 565981 h 1235632"/>
                <a:gd name="connsiteX1281" fmla="*/ 227202 w 2577833"/>
                <a:gd name="connsiteY1281" fmla="*/ 574761 h 1235632"/>
                <a:gd name="connsiteX1282" fmla="*/ 217649 w 2577833"/>
                <a:gd name="connsiteY1282" fmla="*/ 584375 h 1235632"/>
                <a:gd name="connsiteX1283" fmla="*/ 205498 w 2577833"/>
                <a:gd name="connsiteY1283" fmla="*/ 592892 h 1235632"/>
                <a:gd name="connsiteX1284" fmla="*/ 193347 w 2577833"/>
                <a:gd name="connsiteY1284" fmla="*/ 606062 h 1235632"/>
                <a:gd name="connsiteX1285" fmla="*/ 202019 w 2577833"/>
                <a:gd name="connsiteY1285" fmla="*/ 620329 h 1235632"/>
                <a:gd name="connsiteX1286" fmla="*/ 203457 w 2577833"/>
                <a:gd name="connsiteY1286" fmla="*/ 628583 h 1235632"/>
                <a:gd name="connsiteX1287" fmla="*/ 202298 w 2577833"/>
                <a:gd name="connsiteY1287" fmla="*/ 634334 h 1235632"/>
                <a:gd name="connsiteX1288" fmla="*/ 208095 w 2577833"/>
                <a:gd name="connsiteY1288" fmla="*/ 638460 h 1235632"/>
                <a:gd name="connsiteX1289" fmla="*/ 214773 w 2577833"/>
                <a:gd name="connsiteY1289" fmla="*/ 641182 h 1235632"/>
                <a:gd name="connsiteX1290" fmla="*/ 217649 w 2577833"/>
                <a:gd name="connsiteY1290" fmla="*/ 643904 h 1235632"/>
                <a:gd name="connsiteX1291" fmla="*/ 228362 w 2577833"/>
                <a:gd name="connsiteY1291" fmla="*/ 645001 h 1235632"/>
                <a:gd name="connsiteX1292" fmla="*/ 228918 w 2577833"/>
                <a:gd name="connsiteY1292" fmla="*/ 648030 h 1235632"/>
                <a:gd name="connsiteX1293" fmla="*/ 224559 w 2577833"/>
                <a:gd name="connsiteY1293" fmla="*/ 646933 h 1235632"/>
                <a:gd name="connsiteX1294" fmla="*/ 215005 w 2577833"/>
                <a:gd name="connsiteY1294" fmla="*/ 645265 h 1235632"/>
                <a:gd name="connsiteX1295" fmla="*/ 210089 w 2577833"/>
                <a:gd name="connsiteY1295" fmla="*/ 641138 h 1235632"/>
                <a:gd name="connsiteX1296" fmla="*/ 201973 w 2577833"/>
                <a:gd name="connsiteY1296" fmla="*/ 637582 h 1235632"/>
                <a:gd name="connsiteX1297" fmla="*/ 195898 w 2577833"/>
                <a:gd name="connsiteY1297" fmla="*/ 633719 h 1235632"/>
                <a:gd name="connsiteX1298" fmla="*/ 193301 w 2577833"/>
                <a:gd name="connsiteY1298" fmla="*/ 637011 h 1235632"/>
                <a:gd name="connsiteX1299" fmla="*/ 190101 w 2577833"/>
                <a:gd name="connsiteY1299" fmla="*/ 635080 h 1235632"/>
                <a:gd name="connsiteX1300" fmla="*/ 172987 w 2577833"/>
                <a:gd name="connsiteY1300" fmla="*/ 630953 h 1235632"/>
                <a:gd name="connsiteX1301" fmla="*/ 167793 w 2577833"/>
                <a:gd name="connsiteY1301" fmla="*/ 631480 h 1235632"/>
                <a:gd name="connsiteX1302" fmla="*/ 167515 w 2577833"/>
                <a:gd name="connsiteY1302" fmla="*/ 627617 h 1235632"/>
                <a:gd name="connsiteX1303" fmla="*/ 163434 w 2577833"/>
                <a:gd name="connsiteY1303" fmla="*/ 624895 h 1235632"/>
                <a:gd name="connsiteX1304" fmla="*/ 156755 w 2577833"/>
                <a:gd name="connsiteY1304" fmla="*/ 618047 h 1235632"/>
                <a:gd name="connsiteX1305" fmla="*/ 148361 w 2577833"/>
                <a:gd name="connsiteY1305" fmla="*/ 616115 h 1235632"/>
                <a:gd name="connsiteX1306" fmla="*/ 146923 w 2577833"/>
                <a:gd name="connsiteY1306" fmla="*/ 624061 h 1235632"/>
                <a:gd name="connsiteX1307" fmla="*/ 141729 w 2577833"/>
                <a:gd name="connsiteY1307" fmla="*/ 625158 h 1235632"/>
                <a:gd name="connsiteX1308" fmla="*/ 155039 w 2577833"/>
                <a:gd name="connsiteY1308" fmla="*/ 644650 h 1235632"/>
                <a:gd name="connsiteX1309" fmla="*/ 161996 w 2577833"/>
                <a:gd name="connsiteY1309" fmla="*/ 641094 h 1235632"/>
                <a:gd name="connsiteX1310" fmla="*/ 165753 w 2577833"/>
                <a:gd name="connsiteY1310" fmla="*/ 646011 h 1235632"/>
                <a:gd name="connsiteX1311" fmla="*/ 164871 w 2577833"/>
                <a:gd name="connsiteY1311" fmla="*/ 650401 h 1235632"/>
                <a:gd name="connsiteX1312" fmla="*/ 166912 w 2577833"/>
                <a:gd name="connsiteY1312" fmla="*/ 655625 h 1235632"/>
                <a:gd name="connsiteX1313" fmla="*/ 164871 w 2577833"/>
                <a:gd name="connsiteY1313" fmla="*/ 660278 h 1235632"/>
                <a:gd name="connsiteX1314" fmla="*/ 157637 w 2577833"/>
                <a:gd name="connsiteY1314" fmla="*/ 662737 h 1235632"/>
                <a:gd name="connsiteX1315" fmla="*/ 154158 w 2577833"/>
                <a:gd name="connsiteY1315" fmla="*/ 662737 h 1235632"/>
                <a:gd name="connsiteX1316" fmla="*/ 153880 w 2577833"/>
                <a:gd name="connsiteY1316" fmla="*/ 660542 h 1235632"/>
                <a:gd name="connsiteX1317" fmla="*/ 146367 w 2577833"/>
                <a:gd name="connsiteY1317" fmla="*/ 659444 h 1235632"/>
                <a:gd name="connsiteX1318" fmla="*/ 139410 w 2577833"/>
                <a:gd name="connsiteY1318" fmla="*/ 656415 h 1235632"/>
                <a:gd name="connsiteX1319" fmla="*/ 137694 w 2577833"/>
                <a:gd name="connsiteY1319" fmla="*/ 651762 h 1235632"/>
                <a:gd name="connsiteX1320" fmla="*/ 134494 w 2577833"/>
                <a:gd name="connsiteY1320" fmla="*/ 649830 h 1235632"/>
                <a:gd name="connsiteX1321" fmla="*/ 133613 w 2577833"/>
                <a:gd name="connsiteY1321" fmla="*/ 644913 h 1235632"/>
                <a:gd name="connsiteX1322" fmla="*/ 128094 w 2577833"/>
                <a:gd name="connsiteY1322" fmla="*/ 644387 h 1235632"/>
                <a:gd name="connsiteX1323" fmla="*/ 126656 w 2577833"/>
                <a:gd name="connsiteY1323" fmla="*/ 646055 h 1235632"/>
                <a:gd name="connsiteX1324" fmla="*/ 117103 w 2577833"/>
                <a:gd name="connsiteY1324" fmla="*/ 638372 h 1235632"/>
                <a:gd name="connsiteX1325" fmla="*/ 117984 w 2577833"/>
                <a:gd name="connsiteY1325" fmla="*/ 634816 h 1235632"/>
                <a:gd name="connsiteX1326" fmla="*/ 116268 w 2577833"/>
                <a:gd name="connsiteY1326" fmla="*/ 624676 h 1235632"/>
                <a:gd name="connsiteX1327" fmla="*/ 114552 w 2577833"/>
                <a:gd name="connsiteY1327" fmla="*/ 622217 h 1235632"/>
                <a:gd name="connsiteX1328" fmla="*/ 115433 w 2577833"/>
                <a:gd name="connsiteY1328" fmla="*/ 619495 h 1235632"/>
                <a:gd name="connsiteX1329" fmla="*/ 110795 w 2577833"/>
                <a:gd name="connsiteY1329" fmla="*/ 612910 h 1235632"/>
                <a:gd name="connsiteX1330" fmla="*/ 111074 w 2577833"/>
                <a:gd name="connsiteY1330" fmla="*/ 609047 h 1235632"/>
                <a:gd name="connsiteX1331" fmla="*/ 115108 w 2577833"/>
                <a:gd name="connsiteY1331" fmla="*/ 595614 h 1235632"/>
                <a:gd name="connsiteX1332" fmla="*/ 119143 w 2577833"/>
                <a:gd name="connsiteY1332" fmla="*/ 596141 h 1235632"/>
                <a:gd name="connsiteX1333" fmla="*/ 116824 w 2577833"/>
                <a:gd name="connsiteY1333" fmla="*/ 591224 h 1235632"/>
                <a:gd name="connsiteX1334" fmla="*/ 113068 w 2577833"/>
                <a:gd name="connsiteY1334" fmla="*/ 585166 h 1235632"/>
                <a:gd name="connsiteX1335" fmla="*/ 100314 w 2577833"/>
                <a:gd name="connsiteY1335" fmla="*/ 576912 h 1235632"/>
                <a:gd name="connsiteX1336" fmla="*/ 97995 w 2577833"/>
                <a:gd name="connsiteY1336" fmla="*/ 573049 h 1235632"/>
                <a:gd name="connsiteX1337" fmla="*/ 95955 w 2577833"/>
                <a:gd name="connsiteY1337" fmla="*/ 569186 h 1235632"/>
                <a:gd name="connsiteX1338" fmla="*/ 91317 w 2577833"/>
                <a:gd name="connsiteY1338" fmla="*/ 567518 h 1235632"/>
                <a:gd name="connsiteX1339" fmla="*/ 94795 w 2577833"/>
                <a:gd name="connsiteY1339" fmla="*/ 565586 h 1235632"/>
                <a:gd name="connsiteX1340" fmla="*/ 92476 w 2577833"/>
                <a:gd name="connsiteY1340" fmla="*/ 563654 h 1235632"/>
                <a:gd name="connsiteX1341" fmla="*/ 91039 w 2577833"/>
                <a:gd name="connsiteY1341" fmla="*/ 560625 h 1235632"/>
                <a:gd name="connsiteX1342" fmla="*/ 87839 w 2577833"/>
                <a:gd name="connsiteY1342" fmla="*/ 560625 h 1235632"/>
                <a:gd name="connsiteX1343" fmla="*/ 78563 w 2577833"/>
                <a:gd name="connsiteY1343" fmla="*/ 552679 h 1235632"/>
                <a:gd name="connsiteX1344" fmla="*/ 75688 w 2577833"/>
                <a:gd name="connsiteY1344" fmla="*/ 545568 h 1235632"/>
                <a:gd name="connsiteX1345" fmla="*/ 75688 w 2577833"/>
                <a:gd name="connsiteY1345" fmla="*/ 542846 h 1235632"/>
                <a:gd name="connsiteX1346" fmla="*/ 79305 w 2577833"/>
                <a:gd name="connsiteY1346" fmla="*/ 544777 h 1235632"/>
                <a:gd name="connsiteX1347" fmla="*/ 84685 w 2577833"/>
                <a:gd name="connsiteY1347" fmla="*/ 544514 h 1235632"/>
                <a:gd name="connsiteX1348" fmla="*/ 84685 w 2577833"/>
                <a:gd name="connsiteY1348" fmla="*/ 547806 h 1235632"/>
                <a:gd name="connsiteX1349" fmla="*/ 95120 w 2577833"/>
                <a:gd name="connsiteY1349" fmla="*/ 559616 h 1235632"/>
                <a:gd name="connsiteX1350" fmla="*/ 95120 w 2577833"/>
                <a:gd name="connsiteY1350" fmla="*/ 556587 h 1235632"/>
                <a:gd name="connsiteX1351" fmla="*/ 101520 w 2577833"/>
                <a:gd name="connsiteY1351" fmla="*/ 559616 h 1235632"/>
                <a:gd name="connsiteX1352" fmla="*/ 108755 w 2577833"/>
                <a:gd name="connsiteY1352" fmla="*/ 562074 h 1235632"/>
                <a:gd name="connsiteX1353" fmla="*/ 108755 w 2577833"/>
                <a:gd name="connsiteY1353" fmla="*/ 565630 h 1235632"/>
                <a:gd name="connsiteX1354" fmla="*/ 116268 w 2577833"/>
                <a:gd name="connsiteY1354" fmla="*/ 564269 h 1235632"/>
                <a:gd name="connsiteX1355" fmla="*/ 122343 w 2577833"/>
                <a:gd name="connsiteY1355" fmla="*/ 567562 h 1235632"/>
                <a:gd name="connsiteX1356" fmla="*/ 153648 w 2577833"/>
                <a:gd name="connsiteY1356" fmla="*/ 576605 h 1235632"/>
                <a:gd name="connsiteX1357" fmla="*/ 185231 w 2577833"/>
                <a:gd name="connsiteY1357" fmla="*/ 580732 h 1235632"/>
                <a:gd name="connsiteX1358" fmla="*/ 210460 w 2577833"/>
                <a:gd name="connsiteY1358" fmla="*/ 563084 h 1235632"/>
                <a:gd name="connsiteX1359" fmla="*/ 219179 w 2577833"/>
                <a:gd name="connsiteY1359" fmla="*/ 540387 h 1235632"/>
                <a:gd name="connsiteX1360" fmla="*/ 215979 w 2577833"/>
                <a:gd name="connsiteY1360" fmla="*/ 539026 h 1235632"/>
                <a:gd name="connsiteX1361" fmla="*/ 214263 w 2577833"/>
                <a:gd name="connsiteY1361" fmla="*/ 530510 h 1235632"/>
                <a:gd name="connsiteX1362" fmla="*/ 210228 w 2577833"/>
                <a:gd name="connsiteY1362" fmla="*/ 518437 h 1235632"/>
                <a:gd name="connsiteX1363" fmla="*/ 203272 w 2577833"/>
                <a:gd name="connsiteY1363" fmla="*/ 518437 h 1235632"/>
                <a:gd name="connsiteX1364" fmla="*/ 203272 w 2577833"/>
                <a:gd name="connsiteY1364" fmla="*/ 512950 h 1235632"/>
                <a:gd name="connsiteX1365" fmla="*/ 195759 w 2577833"/>
                <a:gd name="connsiteY1365" fmla="*/ 504170 h 1235632"/>
                <a:gd name="connsiteX1366" fmla="*/ 194599 w 2577833"/>
                <a:gd name="connsiteY1366" fmla="*/ 507462 h 1235632"/>
                <a:gd name="connsiteX1367" fmla="*/ 191121 w 2577833"/>
                <a:gd name="connsiteY1367" fmla="*/ 507462 h 1235632"/>
                <a:gd name="connsiteX1368" fmla="*/ 172848 w 2577833"/>
                <a:gd name="connsiteY1368" fmla="*/ 494819 h 1235632"/>
                <a:gd name="connsiteX1369" fmla="*/ 119236 w 2577833"/>
                <a:gd name="connsiteY1369" fmla="*/ 458865 h 1235632"/>
                <a:gd name="connsiteX1370" fmla="*/ 111398 w 2577833"/>
                <a:gd name="connsiteY1370" fmla="*/ 457899 h 1235632"/>
                <a:gd name="connsiteX1371" fmla="*/ 107920 w 2577833"/>
                <a:gd name="connsiteY1371" fmla="*/ 455572 h 1235632"/>
                <a:gd name="connsiteX1372" fmla="*/ 107642 w 2577833"/>
                <a:gd name="connsiteY1372" fmla="*/ 453641 h 1235632"/>
                <a:gd name="connsiteX1373" fmla="*/ 104442 w 2577833"/>
                <a:gd name="connsiteY1373" fmla="*/ 453641 h 1235632"/>
                <a:gd name="connsiteX1374" fmla="*/ 103004 w 2577833"/>
                <a:gd name="connsiteY1374" fmla="*/ 455836 h 1235632"/>
                <a:gd name="connsiteX1375" fmla="*/ 97207 w 2577833"/>
                <a:gd name="connsiteY1375" fmla="*/ 456933 h 1235632"/>
                <a:gd name="connsiteX1376" fmla="*/ 96650 w 2577833"/>
                <a:gd name="connsiteY1376" fmla="*/ 463211 h 1235632"/>
                <a:gd name="connsiteX1377" fmla="*/ 93775 w 2577833"/>
                <a:gd name="connsiteY1377" fmla="*/ 465977 h 1235632"/>
                <a:gd name="connsiteX1378" fmla="*/ 87700 w 2577833"/>
                <a:gd name="connsiteY1378" fmla="*/ 466240 h 1235632"/>
                <a:gd name="connsiteX1379" fmla="*/ 88859 w 2577833"/>
                <a:gd name="connsiteY1379" fmla="*/ 464309 h 1235632"/>
                <a:gd name="connsiteX1380" fmla="*/ 92616 w 2577833"/>
                <a:gd name="connsiteY1380" fmla="*/ 463167 h 1235632"/>
                <a:gd name="connsiteX1381" fmla="*/ 94656 w 2577833"/>
                <a:gd name="connsiteY1381" fmla="*/ 459348 h 1235632"/>
                <a:gd name="connsiteX1382" fmla="*/ 92616 w 2577833"/>
                <a:gd name="connsiteY1382" fmla="*/ 457153 h 1235632"/>
                <a:gd name="connsiteX1383" fmla="*/ 93775 w 2577833"/>
                <a:gd name="connsiteY1383" fmla="*/ 454958 h 1235632"/>
                <a:gd name="connsiteX1384" fmla="*/ 94331 w 2577833"/>
                <a:gd name="connsiteY1384" fmla="*/ 449734 h 1235632"/>
                <a:gd name="connsiteX1385" fmla="*/ 86818 w 2577833"/>
                <a:gd name="connsiteY1385" fmla="*/ 452456 h 1235632"/>
                <a:gd name="connsiteX1386" fmla="*/ 80465 w 2577833"/>
                <a:gd name="connsiteY1386" fmla="*/ 447231 h 1235632"/>
                <a:gd name="connsiteX1387" fmla="*/ 71468 w 2577833"/>
                <a:gd name="connsiteY1387" fmla="*/ 442578 h 1235632"/>
                <a:gd name="connsiteX1388" fmla="*/ 71468 w 2577833"/>
                <a:gd name="connsiteY1388" fmla="*/ 440646 h 1235632"/>
                <a:gd name="connsiteX1389" fmla="*/ 81299 w 2577833"/>
                <a:gd name="connsiteY1389" fmla="*/ 443105 h 1235632"/>
                <a:gd name="connsiteX1390" fmla="*/ 85937 w 2577833"/>
                <a:gd name="connsiteY1390" fmla="*/ 434325 h 1235632"/>
                <a:gd name="connsiteX1391" fmla="*/ 79862 w 2577833"/>
                <a:gd name="connsiteY1391" fmla="*/ 432964 h 1235632"/>
                <a:gd name="connsiteX1392" fmla="*/ 74946 w 2577833"/>
                <a:gd name="connsiteY1392" fmla="*/ 428047 h 1235632"/>
                <a:gd name="connsiteX1393" fmla="*/ 69752 w 2577833"/>
                <a:gd name="connsiteY1393" fmla="*/ 428047 h 1235632"/>
                <a:gd name="connsiteX1394" fmla="*/ 72627 w 2577833"/>
                <a:gd name="connsiteY1394" fmla="*/ 434105 h 1235632"/>
                <a:gd name="connsiteX1395" fmla="*/ 69752 w 2577833"/>
                <a:gd name="connsiteY1395" fmla="*/ 432174 h 1235632"/>
                <a:gd name="connsiteX1396" fmla="*/ 66876 w 2577833"/>
                <a:gd name="connsiteY1396" fmla="*/ 436300 h 1235632"/>
                <a:gd name="connsiteX1397" fmla="*/ 66876 w 2577833"/>
                <a:gd name="connsiteY1397" fmla="*/ 439022 h 1235632"/>
                <a:gd name="connsiteX1398" fmla="*/ 61357 w 2577833"/>
                <a:gd name="connsiteY1398" fmla="*/ 436827 h 1235632"/>
                <a:gd name="connsiteX1399" fmla="*/ 55838 w 2577833"/>
                <a:gd name="connsiteY1399" fmla="*/ 433271 h 1235632"/>
                <a:gd name="connsiteX1400" fmla="*/ 54957 w 2577833"/>
                <a:gd name="connsiteY1400" fmla="*/ 433359 h 1235632"/>
                <a:gd name="connsiteX1401" fmla="*/ 56256 w 2577833"/>
                <a:gd name="connsiteY1401" fmla="*/ 444597 h 1235632"/>
                <a:gd name="connsiteX1402" fmla="*/ 48186 w 2577833"/>
                <a:gd name="connsiteY1402" fmla="*/ 446002 h 1235632"/>
                <a:gd name="connsiteX1403" fmla="*/ 42203 w 2577833"/>
                <a:gd name="connsiteY1403" fmla="*/ 440120 h 1235632"/>
                <a:gd name="connsiteX1404" fmla="*/ 42203 w 2577833"/>
                <a:gd name="connsiteY1404" fmla="*/ 450085 h 1235632"/>
                <a:gd name="connsiteX1405" fmla="*/ 28986 w 2577833"/>
                <a:gd name="connsiteY1405" fmla="*/ 457328 h 1235632"/>
                <a:gd name="connsiteX1406" fmla="*/ 26157 w 2577833"/>
                <a:gd name="connsiteY1406" fmla="*/ 467821 h 1235632"/>
                <a:gd name="connsiteX1407" fmla="*/ 22632 w 2577833"/>
                <a:gd name="connsiteY1407" fmla="*/ 466152 h 1235632"/>
                <a:gd name="connsiteX1408" fmla="*/ 17021 w 2577833"/>
                <a:gd name="connsiteY1408" fmla="*/ 470103 h 1235632"/>
                <a:gd name="connsiteX1409" fmla="*/ 22771 w 2577833"/>
                <a:gd name="connsiteY1409" fmla="*/ 473484 h 1235632"/>
                <a:gd name="connsiteX1410" fmla="*/ 16186 w 2577833"/>
                <a:gd name="connsiteY1410" fmla="*/ 488541 h 1235632"/>
                <a:gd name="connsiteX1411" fmla="*/ 19710 w 2577833"/>
                <a:gd name="connsiteY1411" fmla="*/ 500833 h 1235632"/>
                <a:gd name="connsiteX1412" fmla="*/ 29079 w 2577833"/>
                <a:gd name="connsiteY1412" fmla="*/ 504609 h 1235632"/>
                <a:gd name="connsiteX1413" fmla="*/ 40163 w 2577833"/>
                <a:gd name="connsiteY1413" fmla="*/ 521071 h 1235632"/>
                <a:gd name="connsiteX1414" fmla="*/ 40163 w 2577833"/>
                <a:gd name="connsiteY1414" fmla="*/ 527173 h 1235632"/>
                <a:gd name="connsiteX1415" fmla="*/ 25832 w 2577833"/>
                <a:gd name="connsiteY1415" fmla="*/ 549694 h 1235632"/>
                <a:gd name="connsiteX1416" fmla="*/ 43919 w 2577833"/>
                <a:gd name="connsiteY1416" fmla="*/ 596492 h 1235632"/>
                <a:gd name="connsiteX1417" fmla="*/ 44012 w 2577833"/>
                <a:gd name="connsiteY1417" fmla="*/ 597677 h 1235632"/>
                <a:gd name="connsiteX1418" fmla="*/ 38029 w 2577833"/>
                <a:gd name="connsiteY1418" fmla="*/ 597677 h 1235632"/>
                <a:gd name="connsiteX1419" fmla="*/ 35803 w 2577833"/>
                <a:gd name="connsiteY1419" fmla="*/ 599652 h 1235632"/>
                <a:gd name="connsiteX1420" fmla="*/ 38354 w 2577833"/>
                <a:gd name="connsiteY1420" fmla="*/ 600970 h 1235632"/>
                <a:gd name="connsiteX1421" fmla="*/ 35432 w 2577833"/>
                <a:gd name="connsiteY1421" fmla="*/ 611725 h 1235632"/>
                <a:gd name="connsiteX1422" fmla="*/ 39606 w 2577833"/>
                <a:gd name="connsiteY1422" fmla="*/ 614096 h 1235632"/>
                <a:gd name="connsiteX1423" fmla="*/ 39606 w 2577833"/>
                <a:gd name="connsiteY1423" fmla="*/ 617915 h 1235632"/>
                <a:gd name="connsiteX1424" fmla="*/ 34226 w 2577833"/>
                <a:gd name="connsiteY1424" fmla="*/ 620066 h 1235632"/>
                <a:gd name="connsiteX1425" fmla="*/ 35942 w 2577833"/>
                <a:gd name="connsiteY1425" fmla="*/ 628978 h 1235632"/>
                <a:gd name="connsiteX1426" fmla="*/ 43966 w 2577833"/>
                <a:gd name="connsiteY1426" fmla="*/ 628978 h 1235632"/>
                <a:gd name="connsiteX1427" fmla="*/ 43966 w 2577833"/>
                <a:gd name="connsiteY1427" fmla="*/ 642806 h 1235632"/>
                <a:gd name="connsiteX1428" fmla="*/ 49485 w 2577833"/>
                <a:gd name="connsiteY1428" fmla="*/ 648294 h 1235632"/>
                <a:gd name="connsiteX1429" fmla="*/ 49485 w 2577833"/>
                <a:gd name="connsiteY1429" fmla="*/ 653957 h 1235632"/>
                <a:gd name="connsiteX1430" fmla="*/ 43688 w 2577833"/>
                <a:gd name="connsiteY1430" fmla="*/ 663527 h 1235632"/>
                <a:gd name="connsiteX1431" fmla="*/ 41601 w 2577833"/>
                <a:gd name="connsiteY1431" fmla="*/ 664712 h 1235632"/>
                <a:gd name="connsiteX1432" fmla="*/ 49114 w 2577833"/>
                <a:gd name="connsiteY1432" fmla="*/ 674546 h 1235632"/>
                <a:gd name="connsiteX1433" fmla="*/ 58296 w 2577833"/>
                <a:gd name="connsiteY1433" fmla="*/ 680033 h 1235632"/>
                <a:gd name="connsiteX1434" fmla="*/ 66783 w 2577833"/>
                <a:gd name="connsiteY1434" fmla="*/ 693467 h 1235632"/>
                <a:gd name="connsiteX1435" fmla="*/ 55421 w 2577833"/>
                <a:gd name="connsiteY1435" fmla="*/ 712124 h 1235632"/>
                <a:gd name="connsiteX1436" fmla="*/ 48372 w 2577833"/>
                <a:gd name="connsiteY1436" fmla="*/ 720246 h 1235632"/>
                <a:gd name="connsiteX1437" fmla="*/ 32789 w 2577833"/>
                <a:gd name="connsiteY1437" fmla="*/ 741055 h 1235632"/>
                <a:gd name="connsiteX1438" fmla="*/ 23142 w 2577833"/>
                <a:gd name="connsiteY1438" fmla="*/ 751547 h 1235632"/>
                <a:gd name="connsiteX1439" fmla="*/ 9275 w 2577833"/>
                <a:gd name="connsiteY1439" fmla="*/ 764936 h 1235632"/>
                <a:gd name="connsiteX1440" fmla="*/ 6308 w 2577833"/>
                <a:gd name="connsiteY1440" fmla="*/ 769809 h 1235632"/>
                <a:gd name="connsiteX1441" fmla="*/ 9693 w 2577833"/>
                <a:gd name="connsiteY1441" fmla="*/ 769107 h 1235632"/>
                <a:gd name="connsiteX1442" fmla="*/ 12383 w 2577833"/>
                <a:gd name="connsiteY1442" fmla="*/ 767087 h 1235632"/>
                <a:gd name="connsiteX1443" fmla="*/ 15258 w 2577833"/>
                <a:gd name="connsiteY1443" fmla="*/ 765068 h 1235632"/>
                <a:gd name="connsiteX1444" fmla="*/ 17206 w 2577833"/>
                <a:gd name="connsiteY1444" fmla="*/ 765595 h 1235632"/>
                <a:gd name="connsiteX1445" fmla="*/ 19154 w 2577833"/>
                <a:gd name="connsiteY1445" fmla="*/ 768141 h 1235632"/>
                <a:gd name="connsiteX1446" fmla="*/ 19942 w 2577833"/>
                <a:gd name="connsiteY1446" fmla="*/ 770512 h 1235632"/>
                <a:gd name="connsiteX1447" fmla="*/ 16464 w 2577833"/>
                <a:gd name="connsiteY1447" fmla="*/ 769063 h 1235632"/>
                <a:gd name="connsiteX1448" fmla="*/ 16278 w 2577833"/>
                <a:gd name="connsiteY1448" fmla="*/ 771785 h 1235632"/>
                <a:gd name="connsiteX1449" fmla="*/ 18783 w 2577833"/>
                <a:gd name="connsiteY1449" fmla="*/ 773628 h 1235632"/>
                <a:gd name="connsiteX1450" fmla="*/ 23421 w 2577833"/>
                <a:gd name="connsiteY1450" fmla="*/ 776921 h 1235632"/>
                <a:gd name="connsiteX1451" fmla="*/ 24394 w 2577833"/>
                <a:gd name="connsiteY1451" fmla="*/ 778765 h 1235632"/>
                <a:gd name="connsiteX1452" fmla="*/ 30006 w 2577833"/>
                <a:gd name="connsiteY1452" fmla="*/ 778765 h 1235632"/>
                <a:gd name="connsiteX1453" fmla="*/ 33299 w 2577833"/>
                <a:gd name="connsiteY1453" fmla="*/ 778018 h 1235632"/>
                <a:gd name="connsiteX1454" fmla="*/ 39699 w 2577833"/>
                <a:gd name="connsiteY1454" fmla="*/ 781487 h 1235632"/>
                <a:gd name="connsiteX1455" fmla="*/ 43177 w 2577833"/>
                <a:gd name="connsiteY1455" fmla="*/ 785877 h 1235632"/>
                <a:gd name="connsiteX1456" fmla="*/ 43177 w 2577833"/>
                <a:gd name="connsiteY1456" fmla="*/ 788072 h 1235632"/>
                <a:gd name="connsiteX1457" fmla="*/ 25600 w 2577833"/>
                <a:gd name="connsiteY1457" fmla="*/ 786623 h 1235632"/>
                <a:gd name="connsiteX1458" fmla="*/ 16139 w 2577833"/>
                <a:gd name="connsiteY1458" fmla="*/ 789740 h 1235632"/>
                <a:gd name="connsiteX1459" fmla="*/ 14609 w 2577833"/>
                <a:gd name="connsiteY1459" fmla="*/ 790486 h 1235632"/>
                <a:gd name="connsiteX1460" fmla="*/ 14238 w 2577833"/>
                <a:gd name="connsiteY1460" fmla="*/ 793032 h 1235632"/>
                <a:gd name="connsiteX1461" fmla="*/ 11734 w 2577833"/>
                <a:gd name="connsiteY1461" fmla="*/ 793208 h 1235632"/>
                <a:gd name="connsiteX1462" fmla="*/ 10760 w 2577833"/>
                <a:gd name="connsiteY1462" fmla="*/ 790267 h 1235632"/>
                <a:gd name="connsiteX1463" fmla="*/ 9229 w 2577833"/>
                <a:gd name="connsiteY1463" fmla="*/ 795930 h 1235632"/>
                <a:gd name="connsiteX1464" fmla="*/ 9044 w 2577833"/>
                <a:gd name="connsiteY1464" fmla="*/ 798125 h 1235632"/>
                <a:gd name="connsiteX1465" fmla="*/ 13032 w 2577833"/>
                <a:gd name="connsiteY1465" fmla="*/ 802164 h 1235632"/>
                <a:gd name="connsiteX1466" fmla="*/ 13171 w 2577833"/>
                <a:gd name="connsiteY1466" fmla="*/ 803524 h 1235632"/>
                <a:gd name="connsiteX1467" fmla="*/ 10713 w 2577833"/>
                <a:gd name="connsiteY1467" fmla="*/ 807080 h 1235632"/>
                <a:gd name="connsiteX1468" fmla="*/ 9739 w 2577833"/>
                <a:gd name="connsiteY1468" fmla="*/ 807563 h 1235632"/>
                <a:gd name="connsiteX1469" fmla="*/ 6725 w 2577833"/>
                <a:gd name="connsiteY1469" fmla="*/ 807563 h 1235632"/>
                <a:gd name="connsiteX1470" fmla="*/ 4406 w 2577833"/>
                <a:gd name="connsiteY1470" fmla="*/ 815816 h 1235632"/>
                <a:gd name="connsiteX1471" fmla="*/ 5797 w 2577833"/>
                <a:gd name="connsiteY1471" fmla="*/ 815816 h 1235632"/>
                <a:gd name="connsiteX1472" fmla="*/ 4359 w 2577833"/>
                <a:gd name="connsiteY1472" fmla="*/ 822709 h 1235632"/>
                <a:gd name="connsiteX1473" fmla="*/ 5797 w 2577833"/>
                <a:gd name="connsiteY1473" fmla="*/ 828986 h 1235632"/>
                <a:gd name="connsiteX1474" fmla="*/ 1762 w 2577833"/>
                <a:gd name="connsiteY1474" fmla="*/ 833289 h 1235632"/>
                <a:gd name="connsiteX1475" fmla="*/ 10760 w 2577833"/>
                <a:gd name="connsiteY1475" fmla="*/ 841893 h 1235632"/>
                <a:gd name="connsiteX1476" fmla="*/ 8441 w 2577833"/>
                <a:gd name="connsiteY1476" fmla="*/ 847117 h 1235632"/>
                <a:gd name="connsiteX1477" fmla="*/ 5009 w 2577833"/>
                <a:gd name="connsiteY1477" fmla="*/ 843605 h 1235632"/>
                <a:gd name="connsiteX1478" fmla="*/ 5426 w 2577833"/>
                <a:gd name="connsiteY1478" fmla="*/ 844571 h 1235632"/>
                <a:gd name="connsiteX1479" fmla="*/ 5380 w 2577833"/>
                <a:gd name="connsiteY1479" fmla="*/ 845581 h 1235632"/>
                <a:gd name="connsiteX1480" fmla="*/ 742 w 2577833"/>
                <a:gd name="connsiteY1480" fmla="*/ 852912 h 1235632"/>
                <a:gd name="connsiteX1481" fmla="*/ 0 w 2577833"/>
                <a:gd name="connsiteY1481" fmla="*/ 854536 h 1235632"/>
                <a:gd name="connsiteX1482" fmla="*/ 5565 w 2577833"/>
                <a:gd name="connsiteY1482" fmla="*/ 860682 h 1235632"/>
                <a:gd name="connsiteX1483" fmla="*/ 5751 w 2577833"/>
                <a:gd name="connsiteY1483" fmla="*/ 860946 h 1235632"/>
                <a:gd name="connsiteX1484" fmla="*/ 7513 w 2577833"/>
                <a:gd name="connsiteY1484" fmla="*/ 864809 h 1235632"/>
                <a:gd name="connsiteX1485" fmla="*/ 7513 w 2577833"/>
                <a:gd name="connsiteY1485" fmla="*/ 865599 h 1235632"/>
                <a:gd name="connsiteX1486" fmla="*/ 4452 w 2577833"/>
                <a:gd name="connsiteY1486" fmla="*/ 874204 h 1235632"/>
                <a:gd name="connsiteX1487" fmla="*/ 5936 w 2577833"/>
                <a:gd name="connsiteY1487" fmla="*/ 873589 h 1235632"/>
                <a:gd name="connsiteX1488" fmla="*/ 6910 w 2577833"/>
                <a:gd name="connsiteY1488" fmla="*/ 873589 h 1235632"/>
                <a:gd name="connsiteX1489" fmla="*/ 7560 w 2577833"/>
                <a:gd name="connsiteY1489" fmla="*/ 874291 h 1235632"/>
                <a:gd name="connsiteX1490" fmla="*/ 9600 w 2577833"/>
                <a:gd name="connsiteY1490" fmla="*/ 881710 h 1235632"/>
                <a:gd name="connsiteX1491" fmla="*/ 10945 w 2577833"/>
                <a:gd name="connsiteY1491" fmla="*/ 882588 h 1235632"/>
                <a:gd name="connsiteX1492" fmla="*/ 13450 w 2577833"/>
                <a:gd name="connsiteY1492" fmla="*/ 884871 h 1235632"/>
                <a:gd name="connsiteX1493" fmla="*/ 13218 w 2577833"/>
                <a:gd name="connsiteY1493" fmla="*/ 885925 h 1235632"/>
                <a:gd name="connsiteX1494" fmla="*/ 13357 w 2577833"/>
                <a:gd name="connsiteY1494" fmla="*/ 893168 h 1235632"/>
                <a:gd name="connsiteX1495" fmla="*/ 19525 w 2577833"/>
                <a:gd name="connsiteY1495" fmla="*/ 894354 h 1235632"/>
                <a:gd name="connsiteX1496" fmla="*/ 20453 w 2577833"/>
                <a:gd name="connsiteY1496" fmla="*/ 895232 h 1235632"/>
                <a:gd name="connsiteX1497" fmla="*/ 20870 w 2577833"/>
                <a:gd name="connsiteY1497" fmla="*/ 897471 h 1235632"/>
                <a:gd name="connsiteX1498" fmla="*/ 25183 w 2577833"/>
                <a:gd name="connsiteY1498" fmla="*/ 894529 h 1235632"/>
                <a:gd name="connsiteX1499" fmla="*/ 26621 w 2577833"/>
                <a:gd name="connsiteY1499" fmla="*/ 894617 h 1235632"/>
                <a:gd name="connsiteX1500" fmla="*/ 32047 w 2577833"/>
                <a:gd name="connsiteY1500" fmla="*/ 899270 h 1235632"/>
                <a:gd name="connsiteX1501" fmla="*/ 32418 w 2577833"/>
                <a:gd name="connsiteY1501" fmla="*/ 900280 h 1235632"/>
                <a:gd name="connsiteX1502" fmla="*/ 31676 w 2577833"/>
                <a:gd name="connsiteY1502" fmla="*/ 903748 h 1235632"/>
                <a:gd name="connsiteX1503" fmla="*/ 38957 w 2577833"/>
                <a:gd name="connsiteY1503" fmla="*/ 900895 h 1235632"/>
                <a:gd name="connsiteX1504" fmla="*/ 46053 w 2577833"/>
                <a:gd name="connsiteY1504" fmla="*/ 899007 h 1235632"/>
                <a:gd name="connsiteX1505" fmla="*/ 47351 w 2577833"/>
                <a:gd name="connsiteY1505" fmla="*/ 899534 h 1235632"/>
                <a:gd name="connsiteX1506" fmla="*/ 51433 w 2577833"/>
                <a:gd name="connsiteY1506" fmla="*/ 906295 h 1235632"/>
                <a:gd name="connsiteX1507" fmla="*/ 54679 w 2577833"/>
                <a:gd name="connsiteY1507" fmla="*/ 904626 h 1235632"/>
                <a:gd name="connsiteX1508" fmla="*/ 55931 w 2577833"/>
                <a:gd name="connsiteY1508" fmla="*/ 904714 h 1235632"/>
                <a:gd name="connsiteX1509" fmla="*/ 56348 w 2577833"/>
                <a:gd name="connsiteY1509" fmla="*/ 905855 h 1235632"/>
                <a:gd name="connsiteX1510" fmla="*/ 53427 w 2577833"/>
                <a:gd name="connsiteY1510" fmla="*/ 917094 h 1235632"/>
                <a:gd name="connsiteX1511" fmla="*/ 56812 w 2577833"/>
                <a:gd name="connsiteY1511" fmla="*/ 920255 h 1235632"/>
                <a:gd name="connsiteX1512" fmla="*/ 56998 w 2577833"/>
                <a:gd name="connsiteY1512" fmla="*/ 921616 h 1235632"/>
                <a:gd name="connsiteX1513" fmla="*/ 52638 w 2577833"/>
                <a:gd name="connsiteY1513" fmla="*/ 928640 h 1235632"/>
                <a:gd name="connsiteX1514" fmla="*/ 60383 w 2577833"/>
                <a:gd name="connsiteY1514" fmla="*/ 932108 h 1235632"/>
                <a:gd name="connsiteX1515" fmla="*/ 61033 w 2577833"/>
                <a:gd name="connsiteY1515" fmla="*/ 932898 h 1235632"/>
                <a:gd name="connsiteX1516" fmla="*/ 60708 w 2577833"/>
                <a:gd name="connsiteY1516" fmla="*/ 933864 h 1235632"/>
                <a:gd name="connsiteX1517" fmla="*/ 57879 w 2577833"/>
                <a:gd name="connsiteY1517" fmla="*/ 936673 h 1235632"/>
                <a:gd name="connsiteX1518" fmla="*/ 61960 w 2577833"/>
                <a:gd name="connsiteY1518" fmla="*/ 938824 h 1235632"/>
                <a:gd name="connsiteX1519" fmla="*/ 62563 w 2577833"/>
                <a:gd name="connsiteY1519" fmla="*/ 939790 h 1235632"/>
                <a:gd name="connsiteX1520" fmla="*/ 62563 w 2577833"/>
                <a:gd name="connsiteY1520" fmla="*/ 943302 h 1235632"/>
                <a:gd name="connsiteX1521" fmla="*/ 69891 w 2577833"/>
                <a:gd name="connsiteY1521" fmla="*/ 945805 h 1235632"/>
                <a:gd name="connsiteX1522" fmla="*/ 70633 w 2577833"/>
                <a:gd name="connsiteY1522" fmla="*/ 946990 h 1235632"/>
                <a:gd name="connsiteX1523" fmla="*/ 69612 w 2577833"/>
                <a:gd name="connsiteY1523" fmla="*/ 953487 h 1235632"/>
                <a:gd name="connsiteX1524" fmla="*/ 79352 w 2577833"/>
                <a:gd name="connsiteY1524" fmla="*/ 955463 h 1235632"/>
                <a:gd name="connsiteX1525" fmla="*/ 80279 w 2577833"/>
                <a:gd name="connsiteY1525" fmla="*/ 956516 h 1235632"/>
                <a:gd name="connsiteX1526" fmla="*/ 80279 w 2577833"/>
                <a:gd name="connsiteY1526" fmla="*/ 959019 h 1235632"/>
                <a:gd name="connsiteX1527" fmla="*/ 86911 w 2577833"/>
                <a:gd name="connsiteY1527" fmla="*/ 965647 h 1235632"/>
                <a:gd name="connsiteX1528" fmla="*/ 87236 w 2577833"/>
                <a:gd name="connsiteY1528" fmla="*/ 966569 h 1235632"/>
                <a:gd name="connsiteX1529" fmla="*/ 86633 w 2577833"/>
                <a:gd name="connsiteY1529" fmla="*/ 967360 h 1235632"/>
                <a:gd name="connsiteX1530" fmla="*/ 81624 w 2577833"/>
                <a:gd name="connsiteY1530" fmla="*/ 969906 h 1235632"/>
                <a:gd name="connsiteX1531" fmla="*/ 81068 w 2577833"/>
                <a:gd name="connsiteY1531" fmla="*/ 970037 h 1235632"/>
                <a:gd name="connsiteX1532" fmla="*/ 78053 w 2577833"/>
                <a:gd name="connsiteY1532" fmla="*/ 970037 h 1235632"/>
                <a:gd name="connsiteX1533" fmla="*/ 76755 w 2577833"/>
                <a:gd name="connsiteY1533" fmla="*/ 973681 h 1235632"/>
                <a:gd name="connsiteX1534" fmla="*/ 75549 w 2577833"/>
                <a:gd name="connsiteY1534" fmla="*/ 974427 h 1235632"/>
                <a:gd name="connsiteX1535" fmla="*/ 71282 w 2577833"/>
                <a:gd name="connsiteY1535" fmla="*/ 974076 h 1235632"/>
                <a:gd name="connsiteX1536" fmla="*/ 70725 w 2577833"/>
                <a:gd name="connsiteY1536" fmla="*/ 973857 h 1235632"/>
                <a:gd name="connsiteX1537" fmla="*/ 65670 w 2577833"/>
                <a:gd name="connsiteY1537" fmla="*/ 970345 h 1235632"/>
                <a:gd name="connsiteX1538" fmla="*/ 61125 w 2577833"/>
                <a:gd name="connsiteY1538" fmla="*/ 973857 h 1235632"/>
                <a:gd name="connsiteX1539" fmla="*/ 66505 w 2577833"/>
                <a:gd name="connsiteY1539" fmla="*/ 979564 h 1235632"/>
                <a:gd name="connsiteX1540" fmla="*/ 66783 w 2577833"/>
                <a:gd name="connsiteY1540" fmla="*/ 980486 h 1235632"/>
                <a:gd name="connsiteX1541" fmla="*/ 66227 w 2577833"/>
                <a:gd name="connsiteY1541" fmla="*/ 981276 h 1235632"/>
                <a:gd name="connsiteX1542" fmla="*/ 64186 w 2577833"/>
                <a:gd name="connsiteY1542" fmla="*/ 982373 h 1235632"/>
                <a:gd name="connsiteX1543" fmla="*/ 66459 w 2577833"/>
                <a:gd name="connsiteY1543" fmla="*/ 984305 h 1235632"/>
                <a:gd name="connsiteX1544" fmla="*/ 66830 w 2577833"/>
                <a:gd name="connsiteY1544" fmla="*/ 985139 h 1235632"/>
                <a:gd name="connsiteX1545" fmla="*/ 66830 w 2577833"/>
                <a:gd name="connsiteY1545" fmla="*/ 995280 h 1235632"/>
                <a:gd name="connsiteX1546" fmla="*/ 72812 w 2577833"/>
                <a:gd name="connsiteY1546" fmla="*/ 997080 h 1235632"/>
                <a:gd name="connsiteX1547" fmla="*/ 75502 w 2577833"/>
                <a:gd name="connsiteY1547" fmla="*/ 995368 h 1235632"/>
                <a:gd name="connsiteX1548" fmla="*/ 77311 w 2577833"/>
                <a:gd name="connsiteY1548" fmla="*/ 990231 h 1235632"/>
                <a:gd name="connsiteX1549" fmla="*/ 77960 w 2577833"/>
                <a:gd name="connsiteY1549" fmla="*/ 989573 h 1235632"/>
                <a:gd name="connsiteX1550" fmla="*/ 78934 w 2577833"/>
                <a:gd name="connsiteY1550" fmla="*/ 989617 h 1235632"/>
                <a:gd name="connsiteX1551" fmla="*/ 85798 w 2577833"/>
                <a:gd name="connsiteY1551" fmla="*/ 993041 h 1235632"/>
                <a:gd name="connsiteX1552" fmla="*/ 88302 w 2577833"/>
                <a:gd name="connsiteY1552" fmla="*/ 989924 h 1235632"/>
                <a:gd name="connsiteX1553" fmla="*/ 89230 w 2577833"/>
                <a:gd name="connsiteY1553" fmla="*/ 989485 h 1235632"/>
                <a:gd name="connsiteX1554" fmla="*/ 94239 w 2577833"/>
                <a:gd name="connsiteY1554" fmla="*/ 989485 h 1235632"/>
                <a:gd name="connsiteX1555" fmla="*/ 95213 w 2577833"/>
                <a:gd name="connsiteY1555" fmla="*/ 989968 h 1235632"/>
                <a:gd name="connsiteX1556" fmla="*/ 97021 w 2577833"/>
                <a:gd name="connsiteY1556" fmla="*/ 992514 h 1235632"/>
                <a:gd name="connsiteX1557" fmla="*/ 99108 w 2577833"/>
                <a:gd name="connsiteY1557" fmla="*/ 989880 h 1235632"/>
                <a:gd name="connsiteX1558" fmla="*/ 100036 w 2577833"/>
                <a:gd name="connsiteY1558" fmla="*/ 989441 h 1235632"/>
                <a:gd name="connsiteX1559" fmla="*/ 100036 w 2577833"/>
                <a:gd name="connsiteY1559" fmla="*/ 989441 h 1235632"/>
                <a:gd name="connsiteX1560" fmla="*/ 100963 w 2577833"/>
                <a:gd name="connsiteY1560" fmla="*/ 989880 h 1235632"/>
                <a:gd name="connsiteX1561" fmla="*/ 111769 w 2577833"/>
                <a:gd name="connsiteY1561" fmla="*/ 1004148 h 1235632"/>
                <a:gd name="connsiteX1562" fmla="*/ 111955 w 2577833"/>
                <a:gd name="connsiteY1562" fmla="*/ 1005114 h 1235632"/>
                <a:gd name="connsiteX1563" fmla="*/ 111259 w 2577833"/>
                <a:gd name="connsiteY1563" fmla="*/ 1005816 h 1235632"/>
                <a:gd name="connsiteX1564" fmla="*/ 105879 w 2577833"/>
                <a:gd name="connsiteY1564" fmla="*/ 1007791 h 1235632"/>
                <a:gd name="connsiteX1565" fmla="*/ 108987 w 2577833"/>
                <a:gd name="connsiteY1565" fmla="*/ 1010996 h 1235632"/>
                <a:gd name="connsiteX1566" fmla="*/ 109265 w 2577833"/>
                <a:gd name="connsiteY1566" fmla="*/ 1011874 h 1235632"/>
                <a:gd name="connsiteX1567" fmla="*/ 108616 w 2577833"/>
                <a:gd name="connsiteY1567" fmla="*/ 1016659 h 1235632"/>
                <a:gd name="connsiteX1568" fmla="*/ 115619 w 2577833"/>
                <a:gd name="connsiteY1568" fmla="*/ 1019952 h 1235632"/>
                <a:gd name="connsiteX1569" fmla="*/ 122158 w 2577833"/>
                <a:gd name="connsiteY1569" fmla="*/ 1018327 h 1235632"/>
                <a:gd name="connsiteX1570" fmla="*/ 123317 w 2577833"/>
                <a:gd name="connsiteY1570" fmla="*/ 1018679 h 1235632"/>
                <a:gd name="connsiteX1571" fmla="*/ 126796 w 2577833"/>
                <a:gd name="connsiteY1571" fmla="*/ 1022542 h 1235632"/>
                <a:gd name="connsiteX1572" fmla="*/ 127074 w 2577833"/>
                <a:gd name="connsiteY1572" fmla="*/ 1023244 h 1235632"/>
                <a:gd name="connsiteX1573" fmla="*/ 127074 w 2577833"/>
                <a:gd name="connsiteY1573" fmla="*/ 1033210 h 1235632"/>
                <a:gd name="connsiteX1574" fmla="*/ 130135 w 2577833"/>
                <a:gd name="connsiteY1574" fmla="*/ 1036370 h 1235632"/>
                <a:gd name="connsiteX1575" fmla="*/ 134819 w 2577833"/>
                <a:gd name="connsiteY1575" fmla="*/ 1034790 h 1235632"/>
                <a:gd name="connsiteX1576" fmla="*/ 135839 w 2577833"/>
                <a:gd name="connsiteY1576" fmla="*/ 1034878 h 1235632"/>
                <a:gd name="connsiteX1577" fmla="*/ 145718 w 2577833"/>
                <a:gd name="connsiteY1577" fmla="*/ 1040760 h 1235632"/>
                <a:gd name="connsiteX1578" fmla="*/ 157497 w 2577833"/>
                <a:gd name="connsiteY1578" fmla="*/ 1035536 h 1235632"/>
                <a:gd name="connsiteX1579" fmla="*/ 158425 w 2577833"/>
                <a:gd name="connsiteY1579" fmla="*/ 1035536 h 1235632"/>
                <a:gd name="connsiteX1580" fmla="*/ 159074 w 2577833"/>
                <a:gd name="connsiteY1580" fmla="*/ 1036151 h 1235632"/>
                <a:gd name="connsiteX1581" fmla="*/ 161718 w 2577833"/>
                <a:gd name="connsiteY1581" fmla="*/ 1042912 h 1235632"/>
                <a:gd name="connsiteX1582" fmla="*/ 166356 w 2577833"/>
                <a:gd name="connsiteY1582" fmla="*/ 1048223 h 1235632"/>
                <a:gd name="connsiteX1583" fmla="*/ 172060 w 2577833"/>
                <a:gd name="connsiteY1583" fmla="*/ 1044711 h 1235632"/>
                <a:gd name="connsiteX1584" fmla="*/ 173219 w 2577833"/>
                <a:gd name="connsiteY1584" fmla="*/ 1044711 h 1235632"/>
                <a:gd name="connsiteX1585" fmla="*/ 173822 w 2577833"/>
                <a:gd name="connsiteY1585" fmla="*/ 1045677 h 1235632"/>
                <a:gd name="connsiteX1586" fmla="*/ 173822 w 2577833"/>
                <a:gd name="connsiteY1586" fmla="*/ 1047126 h 1235632"/>
                <a:gd name="connsiteX1587" fmla="*/ 177764 w 2577833"/>
                <a:gd name="connsiteY1587" fmla="*/ 1048662 h 1235632"/>
                <a:gd name="connsiteX1588" fmla="*/ 183654 w 2577833"/>
                <a:gd name="connsiteY1588" fmla="*/ 1050418 h 1235632"/>
                <a:gd name="connsiteX1589" fmla="*/ 185787 w 2577833"/>
                <a:gd name="connsiteY1589" fmla="*/ 1050418 h 1235632"/>
                <a:gd name="connsiteX1590" fmla="*/ 186344 w 2577833"/>
                <a:gd name="connsiteY1590" fmla="*/ 1050550 h 1235632"/>
                <a:gd name="connsiteX1591" fmla="*/ 189822 w 2577833"/>
                <a:gd name="connsiteY1591" fmla="*/ 1052394 h 1235632"/>
                <a:gd name="connsiteX1592" fmla="*/ 194738 w 2577833"/>
                <a:gd name="connsiteY1592" fmla="*/ 1056740 h 1235632"/>
                <a:gd name="connsiteX1593" fmla="*/ 199700 w 2577833"/>
                <a:gd name="connsiteY1593" fmla="*/ 1056740 h 1235632"/>
                <a:gd name="connsiteX1594" fmla="*/ 200860 w 2577833"/>
                <a:gd name="connsiteY1594" fmla="*/ 1057618 h 1235632"/>
                <a:gd name="connsiteX1595" fmla="*/ 202390 w 2577833"/>
                <a:gd name="connsiteY1595" fmla="*/ 1064862 h 1235632"/>
                <a:gd name="connsiteX1596" fmla="*/ 201788 w 2577833"/>
                <a:gd name="connsiteY1596" fmla="*/ 1066047 h 1235632"/>
                <a:gd name="connsiteX1597" fmla="*/ 195341 w 2577833"/>
                <a:gd name="connsiteY1597" fmla="*/ 1069339 h 1235632"/>
                <a:gd name="connsiteX1598" fmla="*/ 198495 w 2577833"/>
                <a:gd name="connsiteY1598" fmla="*/ 1070217 h 1235632"/>
                <a:gd name="connsiteX1599" fmla="*/ 199237 w 2577833"/>
                <a:gd name="connsiteY1599" fmla="*/ 1070832 h 1235632"/>
                <a:gd name="connsiteX1600" fmla="*/ 199237 w 2577833"/>
                <a:gd name="connsiteY1600" fmla="*/ 1071754 h 1235632"/>
                <a:gd name="connsiteX1601" fmla="*/ 194831 w 2577833"/>
                <a:gd name="connsiteY1601" fmla="*/ 1079963 h 1235632"/>
                <a:gd name="connsiteX1602" fmla="*/ 198587 w 2577833"/>
                <a:gd name="connsiteY1602" fmla="*/ 1081192 h 1235632"/>
                <a:gd name="connsiteX1603" fmla="*/ 199376 w 2577833"/>
                <a:gd name="connsiteY1603" fmla="*/ 1082202 h 1235632"/>
                <a:gd name="connsiteX1604" fmla="*/ 199747 w 2577833"/>
                <a:gd name="connsiteY1604" fmla="*/ 1090280 h 1235632"/>
                <a:gd name="connsiteX1605" fmla="*/ 199515 w 2577833"/>
                <a:gd name="connsiteY1605" fmla="*/ 1090982 h 1235632"/>
                <a:gd name="connsiteX1606" fmla="*/ 195666 w 2577833"/>
                <a:gd name="connsiteY1606" fmla="*/ 1095679 h 1235632"/>
                <a:gd name="connsiteX1607" fmla="*/ 194738 w 2577833"/>
                <a:gd name="connsiteY1607" fmla="*/ 1096118 h 1235632"/>
                <a:gd name="connsiteX1608" fmla="*/ 181706 w 2577833"/>
                <a:gd name="connsiteY1608" fmla="*/ 1096118 h 1235632"/>
                <a:gd name="connsiteX1609" fmla="*/ 179990 w 2577833"/>
                <a:gd name="connsiteY1609" fmla="*/ 1101913 h 1235632"/>
                <a:gd name="connsiteX1610" fmla="*/ 178877 w 2577833"/>
                <a:gd name="connsiteY1610" fmla="*/ 1102703 h 1235632"/>
                <a:gd name="connsiteX1611" fmla="*/ 171503 w 2577833"/>
                <a:gd name="connsiteY1611" fmla="*/ 1102703 h 1235632"/>
                <a:gd name="connsiteX1612" fmla="*/ 171179 w 2577833"/>
                <a:gd name="connsiteY1612" fmla="*/ 1112713 h 1235632"/>
                <a:gd name="connsiteX1613" fmla="*/ 178877 w 2577833"/>
                <a:gd name="connsiteY1613" fmla="*/ 1112142 h 1235632"/>
                <a:gd name="connsiteX1614" fmla="*/ 187271 w 2577833"/>
                <a:gd name="connsiteY1614" fmla="*/ 1108586 h 1235632"/>
                <a:gd name="connsiteX1615" fmla="*/ 181474 w 2577833"/>
                <a:gd name="connsiteY1615" fmla="*/ 1116005 h 1235632"/>
                <a:gd name="connsiteX1616" fmla="*/ 174518 w 2577833"/>
                <a:gd name="connsiteY1616" fmla="*/ 1122327 h 1235632"/>
                <a:gd name="connsiteX1617" fmla="*/ 163202 w 2577833"/>
                <a:gd name="connsiteY1617" fmla="*/ 1123995 h 1235632"/>
                <a:gd name="connsiteX1618" fmla="*/ 176558 w 2577833"/>
                <a:gd name="connsiteY1618" fmla="*/ 1134970 h 1235632"/>
                <a:gd name="connsiteX1619" fmla="*/ 165845 w 2577833"/>
                <a:gd name="connsiteY1619" fmla="*/ 1135804 h 1235632"/>
                <a:gd name="connsiteX1620" fmla="*/ 162089 w 2577833"/>
                <a:gd name="connsiteY1620" fmla="*/ 1143487 h 1235632"/>
                <a:gd name="connsiteX1621" fmla="*/ 160326 w 2577833"/>
                <a:gd name="connsiteY1621" fmla="*/ 1150335 h 1235632"/>
                <a:gd name="connsiteX1622" fmla="*/ 154251 w 2577833"/>
                <a:gd name="connsiteY1622" fmla="*/ 1151696 h 1235632"/>
                <a:gd name="connsiteX1623" fmla="*/ 149057 w 2577833"/>
                <a:gd name="connsiteY1623" fmla="*/ 1149501 h 1235632"/>
                <a:gd name="connsiteX1624" fmla="*/ 147016 w 2577833"/>
                <a:gd name="connsiteY1624" fmla="*/ 1151169 h 1235632"/>
                <a:gd name="connsiteX1625" fmla="*/ 149613 w 2577833"/>
                <a:gd name="connsiteY1625" fmla="*/ 1152003 h 1235632"/>
                <a:gd name="connsiteX1626" fmla="*/ 145857 w 2577833"/>
                <a:gd name="connsiteY1626" fmla="*/ 1155032 h 1235632"/>
                <a:gd name="connsiteX1627" fmla="*/ 152813 w 2577833"/>
                <a:gd name="connsiteY1627" fmla="*/ 1154769 h 1235632"/>
                <a:gd name="connsiteX1628" fmla="*/ 157729 w 2577833"/>
                <a:gd name="connsiteY1628" fmla="*/ 1164383 h 1235632"/>
                <a:gd name="connsiteX1629" fmla="*/ 165567 w 2577833"/>
                <a:gd name="connsiteY1629" fmla="*/ 1166051 h 1235632"/>
                <a:gd name="connsiteX1630" fmla="*/ 180037 w 2577833"/>
                <a:gd name="connsiteY1630" fmla="*/ 1173119 h 1235632"/>
                <a:gd name="connsiteX1631" fmla="*/ 197057 w 2577833"/>
                <a:gd name="connsiteY1631" fmla="*/ 1190460 h 1235632"/>
                <a:gd name="connsiteX1632" fmla="*/ 198309 w 2577833"/>
                <a:gd name="connsiteY1632" fmla="*/ 1188309 h 1235632"/>
                <a:gd name="connsiteX1633" fmla="*/ 199330 w 2577833"/>
                <a:gd name="connsiteY1633" fmla="*/ 1187738 h 1235632"/>
                <a:gd name="connsiteX1634" fmla="*/ 206657 w 2577833"/>
                <a:gd name="connsiteY1634" fmla="*/ 1187738 h 1235632"/>
                <a:gd name="connsiteX1635" fmla="*/ 207075 w 2577833"/>
                <a:gd name="connsiteY1635" fmla="*/ 1187826 h 1235632"/>
                <a:gd name="connsiteX1636" fmla="*/ 225440 w 2577833"/>
                <a:gd name="connsiteY1636" fmla="*/ 1194323 h 1235632"/>
                <a:gd name="connsiteX1637" fmla="*/ 242229 w 2577833"/>
                <a:gd name="connsiteY1637" fmla="*/ 1194323 h 1235632"/>
                <a:gd name="connsiteX1638" fmla="*/ 243017 w 2577833"/>
                <a:gd name="connsiteY1638" fmla="*/ 1194630 h 1235632"/>
                <a:gd name="connsiteX1639" fmla="*/ 251968 w 2577833"/>
                <a:gd name="connsiteY1639" fmla="*/ 1202401 h 1235632"/>
                <a:gd name="connsiteX1640" fmla="*/ 257718 w 2577833"/>
                <a:gd name="connsiteY1640" fmla="*/ 1202401 h 1235632"/>
                <a:gd name="connsiteX1641" fmla="*/ 258832 w 2577833"/>
                <a:gd name="connsiteY1641" fmla="*/ 1203147 h 1235632"/>
                <a:gd name="connsiteX1642" fmla="*/ 260965 w 2577833"/>
                <a:gd name="connsiteY1642" fmla="*/ 1208898 h 1235632"/>
                <a:gd name="connsiteX1643" fmla="*/ 271075 w 2577833"/>
                <a:gd name="connsiteY1643" fmla="*/ 1212498 h 1235632"/>
                <a:gd name="connsiteX1644" fmla="*/ 282484 w 2577833"/>
                <a:gd name="connsiteY1644" fmla="*/ 1212498 h 1235632"/>
                <a:gd name="connsiteX1645" fmla="*/ 282901 w 2577833"/>
                <a:gd name="connsiteY1645" fmla="*/ 1212585 h 1235632"/>
                <a:gd name="connsiteX1646" fmla="*/ 289487 w 2577833"/>
                <a:gd name="connsiteY1646" fmla="*/ 1214956 h 1235632"/>
                <a:gd name="connsiteX1647" fmla="*/ 302009 w 2577833"/>
                <a:gd name="connsiteY1647" fmla="*/ 1222112 h 1235632"/>
                <a:gd name="connsiteX1648" fmla="*/ 306600 w 2577833"/>
                <a:gd name="connsiteY1648" fmla="*/ 1224131 h 1235632"/>
                <a:gd name="connsiteX1649" fmla="*/ 306925 w 2577833"/>
                <a:gd name="connsiteY1649" fmla="*/ 1224351 h 1235632"/>
                <a:gd name="connsiteX1650" fmla="*/ 315829 w 2577833"/>
                <a:gd name="connsiteY1650" fmla="*/ 1232297 h 1235632"/>
                <a:gd name="connsiteX1651" fmla="*/ 320374 w 2577833"/>
                <a:gd name="connsiteY1651" fmla="*/ 1235633 h 1235632"/>
                <a:gd name="connsiteX1652" fmla="*/ 323760 w 2577833"/>
                <a:gd name="connsiteY1652" fmla="*/ 1235062 h 1235632"/>
                <a:gd name="connsiteX1653" fmla="*/ 334566 w 2577833"/>
                <a:gd name="connsiteY1653" fmla="*/ 1224658 h 1235632"/>
                <a:gd name="connsiteX1654" fmla="*/ 331737 w 2577833"/>
                <a:gd name="connsiteY1654" fmla="*/ 1221804 h 1235632"/>
                <a:gd name="connsiteX1655" fmla="*/ 321302 w 2577833"/>
                <a:gd name="connsiteY1655" fmla="*/ 1207581 h 1235632"/>
                <a:gd name="connsiteX1656" fmla="*/ 315783 w 2577833"/>
                <a:gd name="connsiteY1656" fmla="*/ 1200162 h 1235632"/>
                <a:gd name="connsiteX1657" fmla="*/ 317824 w 2577833"/>
                <a:gd name="connsiteY1657" fmla="*/ 1185631 h 1235632"/>
                <a:gd name="connsiteX1658" fmla="*/ 321580 w 2577833"/>
                <a:gd name="connsiteY1658" fmla="*/ 1179046 h 1235632"/>
                <a:gd name="connsiteX1659" fmla="*/ 315783 w 2577833"/>
                <a:gd name="connsiteY1659" fmla="*/ 1181767 h 1235632"/>
                <a:gd name="connsiteX1660" fmla="*/ 306507 w 2577833"/>
                <a:gd name="connsiteY1660" fmla="*/ 1171056 h 1235632"/>
                <a:gd name="connsiteX1661" fmla="*/ 303632 w 2577833"/>
                <a:gd name="connsiteY1661" fmla="*/ 1167763 h 1235632"/>
                <a:gd name="connsiteX1662" fmla="*/ 310310 w 2577833"/>
                <a:gd name="connsiteY1662" fmla="*/ 1158720 h 1235632"/>
                <a:gd name="connsiteX1663" fmla="*/ 312629 w 2577833"/>
                <a:gd name="connsiteY1663" fmla="*/ 1157886 h 1235632"/>
                <a:gd name="connsiteX1664" fmla="*/ 318148 w 2577833"/>
                <a:gd name="connsiteY1664" fmla="*/ 1145243 h 1235632"/>
                <a:gd name="connsiteX1665" fmla="*/ 323064 w 2577833"/>
                <a:gd name="connsiteY1665" fmla="*/ 1148272 h 1235632"/>
                <a:gd name="connsiteX1666" fmla="*/ 323342 w 2577833"/>
                <a:gd name="connsiteY1666" fmla="*/ 1144145 h 1235632"/>
                <a:gd name="connsiteX1667" fmla="*/ 332061 w 2577833"/>
                <a:gd name="connsiteY1667" fmla="*/ 1144145 h 1235632"/>
                <a:gd name="connsiteX1668" fmla="*/ 331505 w 2577833"/>
                <a:gd name="connsiteY1668" fmla="*/ 1141423 h 1235632"/>
                <a:gd name="connsiteX1669" fmla="*/ 333824 w 2577833"/>
                <a:gd name="connsiteY1669" fmla="*/ 1139492 h 1235632"/>
                <a:gd name="connsiteX1670" fmla="*/ 335261 w 2577833"/>
                <a:gd name="connsiteY1670" fmla="*/ 1141687 h 1235632"/>
                <a:gd name="connsiteX1671" fmla="*/ 335261 w 2577833"/>
                <a:gd name="connsiteY1671" fmla="*/ 1143882 h 1235632"/>
                <a:gd name="connsiteX1672" fmla="*/ 337580 w 2577833"/>
                <a:gd name="connsiteY1672" fmla="*/ 1141423 h 1235632"/>
                <a:gd name="connsiteX1673" fmla="*/ 338461 w 2577833"/>
                <a:gd name="connsiteY1673" fmla="*/ 1138394 h 1235632"/>
                <a:gd name="connsiteX1674" fmla="*/ 341337 w 2577833"/>
                <a:gd name="connsiteY1674" fmla="*/ 1134531 h 1235632"/>
                <a:gd name="connsiteX1675" fmla="*/ 341801 w 2577833"/>
                <a:gd name="connsiteY1675" fmla="*/ 1130756 h 1235632"/>
                <a:gd name="connsiteX1676" fmla="*/ 332061 w 2577833"/>
                <a:gd name="connsiteY1676" fmla="*/ 1125049 h 1235632"/>
                <a:gd name="connsiteX1677" fmla="*/ 331505 w 2577833"/>
                <a:gd name="connsiteY1677" fmla="*/ 1124127 h 1235632"/>
                <a:gd name="connsiteX1678" fmla="*/ 331505 w 2577833"/>
                <a:gd name="connsiteY1678" fmla="*/ 1120834 h 1235632"/>
                <a:gd name="connsiteX1679" fmla="*/ 331922 w 2577833"/>
                <a:gd name="connsiteY1679" fmla="*/ 1120000 h 1235632"/>
                <a:gd name="connsiteX1680" fmla="*/ 332850 w 2577833"/>
                <a:gd name="connsiteY1680" fmla="*/ 1119737 h 1235632"/>
                <a:gd name="connsiteX1681" fmla="*/ 339853 w 2577833"/>
                <a:gd name="connsiteY1681" fmla="*/ 1120702 h 1235632"/>
                <a:gd name="connsiteX1682" fmla="*/ 340641 w 2577833"/>
                <a:gd name="connsiteY1682" fmla="*/ 1118551 h 1235632"/>
                <a:gd name="connsiteX1683" fmla="*/ 326728 w 2577833"/>
                <a:gd name="connsiteY1683" fmla="*/ 1100377 h 1235632"/>
                <a:gd name="connsiteX1684" fmla="*/ 316711 w 2577833"/>
                <a:gd name="connsiteY1684" fmla="*/ 1097831 h 1235632"/>
                <a:gd name="connsiteX1685" fmla="*/ 316711 w 2577833"/>
                <a:gd name="connsiteY1685" fmla="*/ 1101343 h 1235632"/>
                <a:gd name="connsiteX1686" fmla="*/ 315922 w 2577833"/>
                <a:gd name="connsiteY1686" fmla="*/ 1102396 h 1235632"/>
                <a:gd name="connsiteX1687" fmla="*/ 314623 w 2577833"/>
                <a:gd name="connsiteY1687" fmla="*/ 1102001 h 1235632"/>
                <a:gd name="connsiteX1688" fmla="*/ 308270 w 2577833"/>
                <a:gd name="connsiteY1688" fmla="*/ 1093748 h 1235632"/>
                <a:gd name="connsiteX1689" fmla="*/ 308038 w 2577833"/>
                <a:gd name="connsiteY1689" fmla="*/ 1092914 h 1235632"/>
                <a:gd name="connsiteX1690" fmla="*/ 308502 w 2577833"/>
                <a:gd name="connsiteY1690" fmla="*/ 1092211 h 1235632"/>
                <a:gd name="connsiteX1691" fmla="*/ 311052 w 2577833"/>
                <a:gd name="connsiteY1691" fmla="*/ 1090455 h 1235632"/>
                <a:gd name="connsiteX1692" fmla="*/ 310264 w 2577833"/>
                <a:gd name="connsiteY1692" fmla="*/ 1087602 h 1235632"/>
                <a:gd name="connsiteX1693" fmla="*/ 301174 w 2577833"/>
                <a:gd name="connsiteY1693" fmla="*/ 1084485 h 1235632"/>
                <a:gd name="connsiteX1694" fmla="*/ 300478 w 2577833"/>
                <a:gd name="connsiteY1694" fmla="*/ 1083870 h 1235632"/>
                <a:gd name="connsiteX1695" fmla="*/ 300478 w 2577833"/>
                <a:gd name="connsiteY1695" fmla="*/ 1082992 h 1235632"/>
                <a:gd name="connsiteX1696" fmla="*/ 308084 w 2577833"/>
                <a:gd name="connsiteY1696" fmla="*/ 1066925 h 1235632"/>
                <a:gd name="connsiteX1697" fmla="*/ 305719 w 2577833"/>
                <a:gd name="connsiteY1697" fmla="*/ 1064423 h 1235632"/>
                <a:gd name="connsiteX1698" fmla="*/ 305394 w 2577833"/>
                <a:gd name="connsiteY1698" fmla="*/ 1063676 h 1235632"/>
                <a:gd name="connsiteX1699" fmla="*/ 305673 w 2577833"/>
                <a:gd name="connsiteY1699" fmla="*/ 1050506 h 1235632"/>
                <a:gd name="connsiteX1700" fmla="*/ 306647 w 2577833"/>
                <a:gd name="connsiteY1700" fmla="*/ 1049453 h 1235632"/>
                <a:gd name="connsiteX1701" fmla="*/ 313139 w 2577833"/>
                <a:gd name="connsiteY1701" fmla="*/ 1045765 h 1235632"/>
                <a:gd name="connsiteX1702" fmla="*/ 313000 w 2577833"/>
                <a:gd name="connsiteY1702" fmla="*/ 1039970 h 1235632"/>
                <a:gd name="connsiteX1703" fmla="*/ 313418 w 2577833"/>
                <a:gd name="connsiteY1703" fmla="*/ 1038653 h 1235632"/>
                <a:gd name="connsiteX1704" fmla="*/ 319215 w 2577833"/>
                <a:gd name="connsiteY1704" fmla="*/ 1035097 h 1235632"/>
                <a:gd name="connsiteX1705" fmla="*/ 320096 w 2577833"/>
                <a:gd name="connsiteY1705" fmla="*/ 1034966 h 1235632"/>
                <a:gd name="connsiteX1706" fmla="*/ 320838 w 2577833"/>
                <a:gd name="connsiteY1706" fmla="*/ 1035449 h 1235632"/>
                <a:gd name="connsiteX1707" fmla="*/ 331087 w 2577833"/>
                <a:gd name="connsiteY1707" fmla="*/ 1051077 h 1235632"/>
                <a:gd name="connsiteX1708" fmla="*/ 336003 w 2577833"/>
                <a:gd name="connsiteY1708" fmla="*/ 1046336 h 1235632"/>
                <a:gd name="connsiteX1709" fmla="*/ 334612 w 2577833"/>
                <a:gd name="connsiteY1709" fmla="*/ 1044624 h 1235632"/>
                <a:gd name="connsiteX1710" fmla="*/ 334380 w 2577833"/>
                <a:gd name="connsiteY1710" fmla="*/ 1044097 h 1235632"/>
                <a:gd name="connsiteX1711" fmla="*/ 332618 w 2577833"/>
                <a:gd name="connsiteY1711" fmla="*/ 1032024 h 1235632"/>
                <a:gd name="connsiteX1712" fmla="*/ 333128 w 2577833"/>
                <a:gd name="connsiteY1712" fmla="*/ 1030971 h 1235632"/>
                <a:gd name="connsiteX1713" fmla="*/ 334334 w 2577833"/>
                <a:gd name="connsiteY1713" fmla="*/ 1030927 h 1235632"/>
                <a:gd name="connsiteX1714" fmla="*/ 337766 w 2577833"/>
                <a:gd name="connsiteY1714" fmla="*/ 1032771 h 1235632"/>
                <a:gd name="connsiteX1715" fmla="*/ 347366 w 2577833"/>
                <a:gd name="connsiteY1715" fmla="*/ 1026888 h 1235632"/>
                <a:gd name="connsiteX1716" fmla="*/ 347366 w 2577833"/>
                <a:gd name="connsiteY1716" fmla="*/ 1021181 h 1235632"/>
                <a:gd name="connsiteX1717" fmla="*/ 348525 w 2577833"/>
                <a:gd name="connsiteY1717" fmla="*/ 1020084 h 1235632"/>
                <a:gd name="connsiteX1718" fmla="*/ 352885 w 2577833"/>
                <a:gd name="connsiteY1718" fmla="*/ 1020084 h 1235632"/>
                <a:gd name="connsiteX1719" fmla="*/ 361233 w 2577833"/>
                <a:gd name="connsiteY1719" fmla="*/ 1015737 h 1235632"/>
                <a:gd name="connsiteX1720" fmla="*/ 364294 w 2577833"/>
                <a:gd name="connsiteY1720" fmla="*/ 1007616 h 1235632"/>
                <a:gd name="connsiteX1721" fmla="*/ 365082 w 2577833"/>
                <a:gd name="connsiteY1721" fmla="*/ 1006914 h 1235632"/>
                <a:gd name="connsiteX1722" fmla="*/ 366102 w 2577833"/>
                <a:gd name="connsiteY1722" fmla="*/ 1007089 h 1235632"/>
                <a:gd name="connsiteX1723" fmla="*/ 367123 w 2577833"/>
                <a:gd name="connsiteY1723" fmla="*/ 1007879 h 1235632"/>
                <a:gd name="connsiteX1724" fmla="*/ 367123 w 2577833"/>
                <a:gd name="connsiteY1724" fmla="*/ 1004938 h 1235632"/>
                <a:gd name="connsiteX1725" fmla="*/ 367586 w 2577833"/>
                <a:gd name="connsiteY1725" fmla="*/ 1004060 h 1235632"/>
                <a:gd name="connsiteX1726" fmla="*/ 368653 w 2577833"/>
                <a:gd name="connsiteY1726" fmla="*/ 1003928 h 1235632"/>
                <a:gd name="connsiteX1727" fmla="*/ 377929 w 2577833"/>
                <a:gd name="connsiteY1727" fmla="*/ 1006957 h 1235632"/>
                <a:gd name="connsiteX1728" fmla="*/ 378717 w 2577833"/>
                <a:gd name="connsiteY1728" fmla="*/ 1008011 h 1235632"/>
                <a:gd name="connsiteX1729" fmla="*/ 378717 w 2577833"/>
                <a:gd name="connsiteY1729" fmla="*/ 1011786 h 1235632"/>
                <a:gd name="connsiteX1730" fmla="*/ 380201 w 2577833"/>
                <a:gd name="connsiteY1730" fmla="*/ 1010294 h 1235632"/>
                <a:gd name="connsiteX1731" fmla="*/ 381592 w 2577833"/>
                <a:gd name="connsiteY1731" fmla="*/ 1010074 h 1235632"/>
                <a:gd name="connsiteX1732" fmla="*/ 383540 w 2577833"/>
                <a:gd name="connsiteY1732" fmla="*/ 1011084 h 1235632"/>
                <a:gd name="connsiteX1733" fmla="*/ 384885 w 2577833"/>
                <a:gd name="connsiteY1733" fmla="*/ 1006914 h 1235632"/>
                <a:gd name="connsiteX1734" fmla="*/ 386137 w 2577833"/>
                <a:gd name="connsiteY1734" fmla="*/ 1006123 h 1235632"/>
                <a:gd name="connsiteX1735" fmla="*/ 389801 w 2577833"/>
                <a:gd name="connsiteY1735" fmla="*/ 1006562 h 1235632"/>
                <a:gd name="connsiteX1736" fmla="*/ 391424 w 2577833"/>
                <a:gd name="connsiteY1736" fmla="*/ 1004367 h 1235632"/>
                <a:gd name="connsiteX1737" fmla="*/ 392445 w 2577833"/>
                <a:gd name="connsiteY1737" fmla="*/ 1003884 h 1235632"/>
                <a:gd name="connsiteX1738" fmla="*/ 393418 w 2577833"/>
                <a:gd name="connsiteY1738" fmla="*/ 1004499 h 1235632"/>
                <a:gd name="connsiteX1739" fmla="*/ 397314 w 2577833"/>
                <a:gd name="connsiteY1739" fmla="*/ 1012094 h 1235632"/>
                <a:gd name="connsiteX1740" fmla="*/ 402416 w 2577833"/>
                <a:gd name="connsiteY1740" fmla="*/ 1010250 h 1235632"/>
                <a:gd name="connsiteX1741" fmla="*/ 402926 w 2577833"/>
                <a:gd name="connsiteY1741" fmla="*/ 1010162 h 1235632"/>
                <a:gd name="connsiteX1742" fmla="*/ 410161 w 2577833"/>
                <a:gd name="connsiteY1742" fmla="*/ 1010689 h 1235632"/>
                <a:gd name="connsiteX1743" fmla="*/ 411042 w 2577833"/>
                <a:gd name="connsiteY1743" fmla="*/ 1011172 h 1235632"/>
                <a:gd name="connsiteX1744" fmla="*/ 415633 w 2577833"/>
                <a:gd name="connsiteY1744" fmla="*/ 1017801 h 1235632"/>
                <a:gd name="connsiteX1745" fmla="*/ 419668 w 2577833"/>
                <a:gd name="connsiteY1745" fmla="*/ 1017801 h 1235632"/>
                <a:gd name="connsiteX1746" fmla="*/ 420549 w 2577833"/>
                <a:gd name="connsiteY1746" fmla="*/ 1018196 h 1235632"/>
                <a:gd name="connsiteX1747" fmla="*/ 427784 w 2577833"/>
                <a:gd name="connsiteY1747" fmla="*/ 1026142 h 1235632"/>
                <a:gd name="connsiteX1748" fmla="*/ 428062 w 2577833"/>
                <a:gd name="connsiteY1748" fmla="*/ 1026844 h 1235632"/>
                <a:gd name="connsiteX1749" fmla="*/ 428062 w 2577833"/>
                <a:gd name="connsiteY1749" fmla="*/ 1032463 h 1235632"/>
                <a:gd name="connsiteX1750" fmla="*/ 429685 w 2577833"/>
                <a:gd name="connsiteY1750" fmla="*/ 1034175 h 1235632"/>
                <a:gd name="connsiteX1751" fmla="*/ 431680 w 2577833"/>
                <a:gd name="connsiteY1751" fmla="*/ 1031629 h 1235632"/>
                <a:gd name="connsiteX1752" fmla="*/ 429964 w 2577833"/>
                <a:gd name="connsiteY1752" fmla="*/ 1026932 h 1235632"/>
                <a:gd name="connsiteX1753" fmla="*/ 426949 w 2577833"/>
                <a:gd name="connsiteY1753" fmla="*/ 1024078 h 1235632"/>
                <a:gd name="connsiteX1754" fmla="*/ 426764 w 2577833"/>
                <a:gd name="connsiteY1754" fmla="*/ 1022761 h 1235632"/>
                <a:gd name="connsiteX1755" fmla="*/ 428016 w 2577833"/>
                <a:gd name="connsiteY1755" fmla="*/ 1022191 h 1235632"/>
                <a:gd name="connsiteX1756" fmla="*/ 437848 w 2577833"/>
                <a:gd name="connsiteY1756" fmla="*/ 1024122 h 1235632"/>
                <a:gd name="connsiteX1757" fmla="*/ 438776 w 2577833"/>
                <a:gd name="connsiteY1757" fmla="*/ 1025220 h 1235632"/>
                <a:gd name="connsiteX1758" fmla="*/ 438776 w 2577833"/>
                <a:gd name="connsiteY1758" fmla="*/ 1028688 h 1235632"/>
                <a:gd name="connsiteX1759" fmla="*/ 446659 w 2577833"/>
                <a:gd name="connsiteY1759" fmla="*/ 1032771 h 1235632"/>
                <a:gd name="connsiteX1760" fmla="*/ 453338 w 2577833"/>
                <a:gd name="connsiteY1760" fmla="*/ 1030049 h 1235632"/>
                <a:gd name="connsiteX1761" fmla="*/ 451854 w 2577833"/>
                <a:gd name="connsiteY1761" fmla="*/ 1024912 h 1235632"/>
                <a:gd name="connsiteX1762" fmla="*/ 452086 w 2577833"/>
                <a:gd name="connsiteY1762" fmla="*/ 1023903 h 1235632"/>
                <a:gd name="connsiteX1763" fmla="*/ 453106 w 2577833"/>
                <a:gd name="connsiteY1763" fmla="*/ 1023552 h 1235632"/>
                <a:gd name="connsiteX1764" fmla="*/ 456492 w 2577833"/>
                <a:gd name="connsiteY1764" fmla="*/ 1023991 h 1235632"/>
                <a:gd name="connsiteX1765" fmla="*/ 459552 w 2577833"/>
                <a:gd name="connsiteY1765" fmla="*/ 1020127 h 1235632"/>
                <a:gd name="connsiteX1766" fmla="*/ 460619 w 2577833"/>
                <a:gd name="connsiteY1766" fmla="*/ 1019688 h 1235632"/>
                <a:gd name="connsiteX1767" fmla="*/ 461547 w 2577833"/>
                <a:gd name="connsiteY1767" fmla="*/ 1020347 h 1235632"/>
                <a:gd name="connsiteX1768" fmla="*/ 462660 w 2577833"/>
                <a:gd name="connsiteY1768" fmla="*/ 1022717 h 1235632"/>
                <a:gd name="connsiteX1769" fmla="*/ 463819 w 2577833"/>
                <a:gd name="connsiteY1769" fmla="*/ 1020786 h 1235632"/>
                <a:gd name="connsiteX1770" fmla="*/ 464886 w 2577833"/>
                <a:gd name="connsiteY1770" fmla="*/ 1020215 h 1235632"/>
                <a:gd name="connsiteX1771" fmla="*/ 471240 w 2577833"/>
                <a:gd name="connsiteY1771" fmla="*/ 1020479 h 1235632"/>
                <a:gd name="connsiteX1772" fmla="*/ 472028 w 2577833"/>
                <a:gd name="connsiteY1772" fmla="*/ 1020830 h 1235632"/>
                <a:gd name="connsiteX1773" fmla="*/ 476248 w 2577833"/>
                <a:gd name="connsiteY1773" fmla="*/ 1025308 h 1235632"/>
                <a:gd name="connsiteX1774" fmla="*/ 478706 w 2577833"/>
                <a:gd name="connsiteY1774" fmla="*/ 1024956 h 1235632"/>
                <a:gd name="connsiteX1775" fmla="*/ 478706 w 2577833"/>
                <a:gd name="connsiteY1775" fmla="*/ 1020698 h 1235632"/>
                <a:gd name="connsiteX1776" fmla="*/ 479077 w 2577833"/>
                <a:gd name="connsiteY1776" fmla="*/ 1019864 h 1235632"/>
                <a:gd name="connsiteX1777" fmla="*/ 480005 w 2577833"/>
                <a:gd name="connsiteY1777" fmla="*/ 1019601 h 1235632"/>
                <a:gd name="connsiteX1778" fmla="*/ 484272 w 2577833"/>
                <a:gd name="connsiteY1778" fmla="*/ 1020127 h 1235632"/>
                <a:gd name="connsiteX1779" fmla="*/ 488028 w 2577833"/>
                <a:gd name="connsiteY1779" fmla="*/ 1018371 h 1235632"/>
                <a:gd name="connsiteX1780" fmla="*/ 489373 w 2577833"/>
                <a:gd name="connsiteY1780" fmla="*/ 1018591 h 1235632"/>
                <a:gd name="connsiteX1781" fmla="*/ 493732 w 2577833"/>
                <a:gd name="connsiteY1781" fmla="*/ 1022717 h 1235632"/>
                <a:gd name="connsiteX1782" fmla="*/ 494011 w 2577833"/>
                <a:gd name="connsiteY1782" fmla="*/ 1023113 h 1235632"/>
                <a:gd name="connsiteX1783" fmla="*/ 495541 w 2577833"/>
                <a:gd name="connsiteY1783" fmla="*/ 1027239 h 1235632"/>
                <a:gd name="connsiteX1784" fmla="*/ 507738 w 2577833"/>
                <a:gd name="connsiteY1784" fmla="*/ 1030927 h 1235632"/>
                <a:gd name="connsiteX1785" fmla="*/ 508527 w 2577833"/>
                <a:gd name="connsiteY1785" fmla="*/ 1031980 h 1235632"/>
                <a:gd name="connsiteX1786" fmla="*/ 508527 w 2577833"/>
                <a:gd name="connsiteY1786" fmla="*/ 1033649 h 1235632"/>
                <a:gd name="connsiteX1787" fmla="*/ 511866 w 2577833"/>
                <a:gd name="connsiteY1787" fmla="*/ 1033649 h 1235632"/>
                <a:gd name="connsiteX1788" fmla="*/ 515623 w 2577833"/>
                <a:gd name="connsiteY1788" fmla="*/ 1026844 h 1235632"/>
                <a:gd name="connsiteX1789" fmla="*/ 516596 w 2577833"/>
                <a:gd name="connsiteY1789" fmla="*/ 1026273 h 1235632"/>
                <a:gd name="connsiteX1790" fmla="*/ 517617 w 2577833"/>
                <a:gd name="connsiteY1790" fmla="*/ 1026756 h 1235632"/>
                <a:gd name="connsiteX1791" fmla="*/ 521234 w 2577833"/>
                <a:gd name="connsiteY1791" fmla="*/ 1031629 h 1235632"/>
                <a:gd name="connsiteX1792" fmla="*/ 536539 w 2577833"/>
                <a:gd name="connsiteY1792" fmla="*/ 1028117 h 1235632"/>
                <a:gd name="connsiteX1793" fmla="*/ 538440 w 2577833"/>
                <a:gd name="connsiteY1793" fmla="*/ 1017845 h 1235632"/>
                <a:gd name="connsiteX1794" fmla="*/ 539507 w 2577833"/>
                <a:gd name="connsiteY1794" fmla="*/ 1016923 h 1235632"/>
                <a:gd name="connsiteX1795" fmla="*/ 540852 w 2577833"/>
                <a:gd name="connsiteY1795" fmla="*/ 1016835 h 1235632"/>
                <a:gd name="connsiteX1796" fmla="*/ 537605 w 2577833"/>
                <a:gd name="connsiteY1796" fmla="*/ 1012884 h 1235632"/>
                <a:gd name="connsiteX1797" fmla="*/ 530695 w 2577833"/>
                <a:gd name="connsiteY1797" fmla="*/ 1013630 h 1235632"/>
                <a:gd name="connsiteX1798" fmla="*/ 529443 w 2577833"/>
                <a:gd name="connsiteY1798" fmla="*/ 1012796 h 1235632"/>
                <a:gd name="connsiteX1799" fmla="*/ 528515 w 2577833"/>
                <a:gd name="connsiteY1799" fmla="*/ 1009284 h 1235632"/>
                <a:gd name="connsiteX1800" fmla="*/ 523368 w 2577833"/>
                <a:gd name="connsiteY1800" fmla="*/ 1009504 h 1235632"/>
                <a:gd name="connsiteX1801" fmla="*/ 522208 w 2577833"/>
                <a:gd name="connsiteY1801" fmla="*/ 1008670 h 1235632"/>
                <a:gd name="connsiteX1802" fmla="*/ 521466 w 2577833"/>
                <a:gd name="connsiteY1802" fmla="*/ 1005596 h 1235632"/>
                <a:gd name="connsiteX1803" fmla="*/ 513536 w 2577833"/>
                <a:gd name="connsiteY1803" fmla="*/ 1001733 h 1235632"/>
                <a:gd name="connsiteX1804" fmla="*/ 512933 w 2577833"/>
                <a:gd name="connsiteY1804" fmla="*/ 1000724 h 1235632"/>
                <a:gd name="connsiteX1805" fmla="*/ 513675 w 2577833"/>
                <a:gd name="connsiteY1805" fmla="*/ 999758 h 1235632"/>
                <a:gd name="connsiteX1806" fmla="*/ 530046 w 2577833"/>
                <a:gd name="connsiteY1806" fmla="*/ 990714 h 1235632"/>
                <a:gd name="connsiteX1807" fmla="*/ 525872 w 2577833"/>
                <a:gd name="connsiteY1807" fmla="*/ 981627 h 1235632"/>
                <a:gd name="connsiteX1808" fmla="*/ 525965 w 2577833"/>
                <a:gd name="connsiteY1808" fmla="*/ 980310 h 1235632"/>
                <a:gd name="connsiteX1809" fmla="*/ 530324 w 2577833"/>
                <a:gd name="connsiteY1809" fmla="*/ 975657 h 1235632"/>
                <a:gd name="connsiteX1810" fmla="*/ 531066 w 2577833"/>
                <a:gd name="connsiteY1810" fmla="*/ 975305 h 1235632"/>
                <a:gd name="connsiteX1811" fmla="*/ 547530 w 2577833"/>
                <a:gd name="connsiteY1811" fmla="*/ 973374 h 1235632"/>
                <a:gd name="connsiteX1812" fmla="*/ 534498 w 2577833"/>
                <a:gd name="connsiteY1812" fmla="*/ 968676 h 1235632"/>
                <a:gd name="connsiteX1813" fmla="*/ 533292 w 2577833"/>
                <a:gd name="connsiteY1813" fmla="*/ 967755 h 1235632"/>
                <a:gd name="connsiteX1814" fmla="*/ 532411 w 2577833"/>
                <a:gd name="connsiteY1814" fmla="*/ 963101 h 1235632"/>
                <a:gd name="connsiteX1815" fmla="*/ 533292 w 2577833"/>
                <a:gd name="connsiteY1815" fmla="*/ 961828 h 1235632"/>
                <a:gd name="connsiteX1816" fmla="*/ 535240 w 2577833"/>
                <a:gd name="connsiteY1816" fmla="*/ 961433 h 1235632"/>
                <a:gd name="connsiteX1817" fmla="*/ 528330 w 2577833"/>
                <a:gd name="connsiteY1817" fmla="*/ 959589 h 1235632"/>
                <a:gd name="connsiteX1818" fmla="*/ 527541 w 2577833"/>
                <a:gd name="connsiteY1818" fmla="*/ 958799 h 1235632"/>
                <a:gd name="connsiteX1819" fmla="*/ 527866 w 2577833"/>
                <a:gd name="connsiteY1819" fmla="*/ 957745 h 1235632"/>
                <a:gd name="connsiteX1820" fmla="*/ 532040 w 2577833"/>
                <a:gd name="connsiteY1820" fmla="*/ 953794 h 1235632"/>
                <a:gd name="connsiteX1821" fmla="*/ 531344 w 2577833"/>
                <a:gd name="connsiteY1821" fmla="*/ 951116 h 1235632"/>
                <a:gd name="connsiteX1822" fmla="*/ 531855 w 2577833"/>
                <a:gd name="connsiteY1822" fmla="*/ 949931 h 1235632"/>
                <a:gd name="connsiteX1823" fmla="*/ 537049 w 2577833"/>
                <a:gd name="connsiteY1823" fmla="*/ 946902 h 1235632"/>
                <a:gd name="connsiteX1824" fmla="*/ 538440 w 2577833"/>
                <a:gd name="connsiteY1824" fmla="*/ 947034 h 1235632"/>
                <a:gd name="connsiteX1825" fmla="*/ 541269 w 2577833"/>
                <a:gd name="connsiteY1825" fmla="*/ 949492 h 1235632"/>
                <a:gd name="connsiteX1826" fmla="*/ 541965 w 2577833"/>
                <a:gd name="connsiteY1826" fmla="*/ 949097 h 1235632"/>
                <a:gd name="connsiteX1827" fmla="*/ 542939 w 2577833"/>
                <a:gd name="connsiteY1827" fmla="*/ 949009 h 1235632"/>
                <a:gd name="connsiteX1828" fmla="*/ 546232 w 2577833"/>
                <a:gd name="connsiteY1828" fmla="*/ 950063 h 1235632"/>
                <a:gd name="connsiteX1829" fmla="*/ 547298 w 2577833"/>
                <a:gd name="connsiteY1829" fmla="*/ 947473 h 1235632"/>
                <a:gd name="connsiteX1830" fmla="*/ 548689 w 2577833"/>
                <a:gd name="connsiteY1830" fmla="*/ 946814 h 1235632"/>
                <a:gd name="connsiteX1831" fmla="*/ 553606 w 2577833"/>
                <a:gd name="connsiteY1831" fmla="*/ 948175 h 1235632"/>
                <a:gd name="connsiteX1832" fmla="*/ 554116 w 2577833"/>
                <a:gd name="connsiteY1832" fmla="*/ 948482 h 1235632"/>
                <a:gd name="connsiteX1833" fmla="*/ 555646 w 2577833"/>
                <a:gd name="connsiteY1833" fmla="*/ 950063 h 1235632"/>
                <a:gd name="connsiteX1834" fmla="*/ 556481 w 2577833"/>
                <a:gd name="connsiteY1834" fmla="*/ 947517 h 1235632"/>
                <a:gd name="connsiteX1835" fmla="*/ 557594 w 2577833"/>
                <a:gd name="connsiteY1835" fmla="*/ 946726 h 1235632"/>
                <a:gd name="connsiteX1836" fmla="*/ 562695 w 2577833"/>
                <a:gd name="connsiteY1836" fmla="*/ 946726 h 1235632"/>
                <a:gd name="connsiteX1837" fmla="*/ 564133 w 2577833"/>
                <a:gd name="connsiteY1837" fmla="*/ 944049 h 1235632"/>
                <a:gd name="connsiteX1838" fmla="*/ 564875 w 2577833"/>
                <a:gd name="connsiteY1838" fmla="*/ 943478 h 1235632"/>
                <a:gd name="connsiteX1839" fmla="*/ 572991 w 2577833"/>
                <a:gd name="connsiteY1839" fmla="*/ 941546 h 1235632"/>
                <a:gd name="connsiteX1840" fmla="*/ 574104 w 2577833"/>
                <a:gd name="connsiteY1840" fmla="*/ 941854 h 1235632"/>
                <a:gd name="connsiteX1841" fmla="*/ 577490 w 2577833"/>
                <a:gd name="connsiteY1841" fmla="*/ 945058 h 1235632"/>
                <a:gd name="connsiteX1842" fmla="*/ 578603 w 2577833"/>
                <a:gd name="connsiteY1842" fmla="*/ 942249 h 1235632"/>
                <a:gd name="connsiteX1843" fmla="*/ 579299 w 2577833"/>
                <a:gd name="connsiteY1843" fmla="*/ 941590 h 1235632"/>
                <a:gd name="connsiteX1844" fmla="*/ 591774 w 2577833"/>
                <a:gd name="connsiteY1844" fmla="*/ 937200 h 1235632"/>
                <a:gd name="connsiteX1845" fmla="*/ 592794 w 2577833"/>
                <a:gd name="connsiteY1845" fmla="*/ 937288 h 1235632"/>
                <a:gd name="connsiteX1846" fmla="*/ 596829 w 2577833"/>
                <a:gd name="connsiteY1846" fmla="*/ 939571 h 1235632"/>
                <a:gd name="connsiteX1847" fmla="*/ 596829 w 2577833"/>
                <a:gd name="connsiteY1847" fmla="*/ 937112 h 1235632"/>
                <a:gd name="connsiteX1848" fmla="*/ 597247 w 2577833"/>
                <a:gd name="connsiteY1848" fmla="*/ 936278 h 1235632"/>
                <a:gd name="connsiteX1849" fmla="*/ 601606 w 2577833"/>
                <a:gd name="connsiteY1849" fmla="*/ 932722 h 1235632"/>
                <a:gd name="connsiteX1850" fmla="*/ 602673 w 2577833"/>
                <a:gd name="connsiteY1850" fmla="*/ 932503 h 1235632"/>
                <a:gd name="connsiteX1851" fmla="*/ 607032 w 2577833"/>
                <a:gd name="connsiteY1851" fmla="*/ 933644 h 1235632"/>
                <a:gd name="connsiteX1852" fmla="*/ 608887 w 2577833"/>
                <a:gd name="connsiteY1852" fmla="*/ 930527 h 1235632"/>
                <a:gd name="connsiteX1853" fmla="*/ 609629 w 2577833"/>
                <a:gd name="connsiteY1853" fmla="*/ 930001 h 1235632"/>
                <a:gd name="connsiteX1854" fmla="*/ 610510 w 2577833"/>
                <a:gd name="connsiteY1854" fmla="*/ 930132 h 1235632"/>
                <a:gd name="connsiteX1855" fmla="*/ 613896 w 2577833"/>
                <a:gd name="connsiteY1855" fmla="*/ 932108 h 1235632"/>
                <a:gd name="connsiteX1856" fmla="*/ 634998 w 2577833"/>
                <a:gd name="connsiteY1856" fmla="*/ 927630 h 1235632"/>
                <a:gd name="connsiteX1857" fmla="*/ 637363 w 2577833"/>
                <a:gd name="connsiteY1857" fmla="*/ 924425 h 1235632"/>
                <a:gd name="connsiteX1858" fmla="*/ 638337 w 2577833"/>
                <a:gd name="connsiteY1858" fmla="*/ 923942 h 1235632"/>
                <a:gd name="connsiteX1859" fmla="*/ 643206 w 2577833"/>
                <a:gd name="connsiteY1859" fmla="*/ 923942 h 1235632"/>
                <a:gd name="connsiteX1860" fmla="*/ 644412 w 2577833"/>
                <a:gd name="connsiteY1860" fmla="*/ 920167 h 1235632"/>
                <a:gd name="connsiteX1861" fmla="*/ 643392 w 2577833"/>
                <a:gd name="connsiteY1861" fmla="*/ 919157 h 1235632"/>
                <a:gd name="connsiteX1862" fmla="*/ 642696 w 2577833"/>
                <a:gd name="connsiteY1862" fmla="*/ 917928 h 1235632"/>
                <a:gd name="connsiteX1863" fmla="*/ 643856 w 2577833"/>
                <a:gd name="connsiteY1863" fmla="*/ 917050 h 1235632"/>
                <a:gd name="connsiteX1864" fmla="*/ 650812 w 2577833"/>
                <a:gd name="connsiteY1864" fmla="*/ 917050 h 1235632"/>
                <a:gd name="connsiteX1865" fmla="*/ 650812 w 2577833"/>
                <a:gd name="connsiteY1865" fmla="*/ 913494 h 1235632"/>
                <a:gd name="connsiteX1866" fmla="*/ 651369 w 2577833"/>
                <a:gd name="connsiteY1866" fmla="*/ 912528 h 1235632"/>
                <a:gd name="connsiteX1867" fmla="*/ 652528 w 2577833"/>
                <a:gd name="connsiteY1867" fmla="*/ 912528 h 1235632"/>
                <a:gd name="connsiteX1868" fmla="*/ 656285 w 2577833"/>
                <a:gd name="connsiteY1868" fmla="*/ 914592 h 1235632"/>
                <a:gd name="connsiteX1869" fmla="*/ 656285 w 2577833"/>
                <a:gd name="connsiteY1869" fmla="*/ 912660 h 1235632"/>
                <a:gd name="connsiteX1870" fmla="*/ 656888 w 2577833"/>
                <a:gd name="connsiteY1870" fmla="*/ 911694 h 1235632"/>
                <a:gd name="connsiteX1871" fmla="*/ 658094 w 2577833"/>
                <a:gd name="connsiteY1871" fmla="*/ 911738 h 1235632"/>
                <a:gd name="connsiteX1872" fmla="*/ 661804 w 2577833"/>
                <a:gd name="connsiteY1872" fmla="*/ 914109 h 1235632"/>
                <a:gd name="connsiteX1873" fmla="*/ 663473 w 2577833"/>
                <a:gd name="connsiteY1873" fmla="*/ 913099 h 1235632"/>
                <a:gd name="connsiteX1874" fmla="*/ 664447 w 2577833"/>
                <a:gd name="connsiteY1874" fmla="*/ 912967 h 1235632"/>
                <a:gd name="connsiteX1875" fmla="*/ 672841 w 2577833"/>
                <a:gd name="connsiteY1875" fmla="*/ 915426 h 1235632"/>
                <a:gd name="connsiteX1876" fmla="*/ 673259 w 2577833"/>
                <a:gd name="connsiteY1876" fmla="*/ 915645 h 1235632"/>
                <a:gd name="connsiteX1877" fmla="*/ 677016 w 2577833"/>
                <a:gd name="connsiteY1877" fmla="*/ 918762 h 1235632"/>
                <a:gd name="connsiteX1878" fmla="*/ 679149 w 2577833"/>
                <a:gd name="connsiteY1878" fmla="*/ 916348 h 1235632"/>
                <a:gd name="connsiteX1879" fmla="*/ 679891 w 2577833"/>
                <a:gd name="connsiteY1879" fmla="*/ 915953 h 1235632"/>
                <a:gd name="connsiteX1880" fmla="*/ 687404 w 2577833"/>
                <a:gd name="connsiteY1880" fmla="*/ 915118 h 1235632"/>
                <a:gd name="connsiteX1881" fmla="*/ 688563 w 2577833"/>
                <a:gd name="connsiteY1881" fmla="*/ 915733 h 1235632"/>
                <a:gd name="connsiteX1882" fmla="*/ 691439 w 2577833"/>
                <a:gd name="connsiteY1882" fmla="*/ 921221 h 1235632"/>
                <a:gd name="connsiteX1883" fmla="*/ 691532 w 2577833"/>
                <a:gd name="connsiteY1883" fmla="*/ 921923 h 1235632"/>
                <a:gd name="connsiteX1884" fmla="*/ 690233 w 2577833"/>
                <a:gd name="connsiteY1884" fmla="*/ 928552 h 1235632"/>
                <a:gd name="connsiteX1885" fmla="*/ 694407 w 2577833"/>
                <a:gd name="connsiteY1885" fmla="*/ 930659 h 1235632"/>
                <a:gd name="connsiteX1886" fmla="*/ 695010 w 2577833"/>
                <a:gd name="connsiteY1886" fmla="*/ 931361 h 1235632"/>
                <a:gd name="connsiteX1887" fmla="*/ 694824 w 2577833"/>
                <a:gd name="connsiteY1887" fmla="*/ 932239 h 1235632"/>
                <a:gd name="connsiteX1888" fmla="*/ 692088 w 2577833"/>
                <a:gd name="connsiteY1888" fmla="*/ 936015 h 1235632"/>
                <a:gd name="connsiteX1889" fmla="*/ 694871 w 2577833"/>
                <a:gd name="connsiteY1889" fmla="*/ 940054 h 1235632"/>
                <a:gd name="connsiteX1890" fmla="*/ 694964 w 2577833"/>
                <a:gd name="connsiteY1890" fmla="*/ 941107 h 1235632"/>
                <a:gd name="connsiteX1891" fmla="*/ 694082 w 2577833"/>
                <a:gd name="connsiteY1891" fmla="*/ 941766 h 1235632"/>
                <a:gd name="connsiteX1892" fmla="*/ 689352 w 2577833"/>
                <a:gd name="connsiteY1892" fmla="*/ 942556 h 1235632"/>
                <a:gd name="connsiteX1893" fmla="*/ 691253 w 2577833"/>
                <a:gd name="connsiteY1893" fmla="*/ 944795 h 1235632"/>
                <a:gd name="connsiteX1894" fmla="*/ 693897 w 2577833"/>
                <a:gd name="connsiteY1894" fmla="*/ 944795 h 1235632"/>
                <a:gd name="connsiteX1895" fmla="*/ 700575 w 2577833"/>
                <a:gd name="connsiteY1895" fmla="*/ 946156 h 1235632"/>
                <a:gd name="connsiteX1896" fmla="*/ 700575 w 2577833"/>
                <a:gd name="connsiteY1896" fmla="*/ 942600 h 1235632"/>
                <a:gd name="connsiteX1897" fmla="*/ 701224 w 2577833"/>
                <a:gd name="connsiteY1897" fmla="*/ 941590 h 1235632"/>
                <a:gd name="connsiteX1898" fmla="*/ 702477 w 2577833"/>
                <a:gd name="connsiteY1898" fmla="*/ 941722 h 1235632"/>
                <a:gd name="connsiteX1899" fmla="*/ 705491 w 2577833"/>
                <a:gd name="connsiteY1899" fmla="*/ 944092 h 1235632"/>
                <a:gd name="connsiteX1900" fmla="*/ 705491 w 2577833"/>
                <a:gd name="connsiteY1900" fmla="*/ 940668 h 1235632"/>
                <a:gd name="connsiteX1901" fmla="*/ 706280 w 2577833"/>
                <a:gd name="connsiteY1901" fmla="*/ 939615 h 1235632"/>
                <a:gd name="connsiteX1902" fmla="*/ 707578 w 2577833"/>
                <a:gd name="connsiteY1902" fmla="*/ 939966 h 1235632"/>
                <a:gd name="connsiteX1903" fmla="*/ 713097 w 2577833"/>
                <a:gd name="connsiteY1903" fmla="*/ 946287 h 1235632"/>
                <a:gd name="connsiteX1904" fmla="*/ 713375 w 2577833"/>
                <a:gd name="connsiteY1904" fmla="*/ 946990 h 1235632"/>
                <a:gd name="connsiteX1905" fmla="*/ 713375 w 2577833"/>
                <a:gd name="connsiteY1905" fmla="*/ 951512 h 1235632"/>
                <a:gd name="connsiteX1906" fmla="*/ 715833 w 2577833"/>
                <a:gd name="connsiteY1906" fmla="*/ 950370 h 1235632"/>
                <a:gd name="connsiteX1907" fmla="*/ 714117 w 2577833"/>
                <a:gd name="connsiteY1907" fmla="*/ 947517 h 1235632"/>
                <a:gd name="connsiteX1908" fmla="*/ 714117 w 2577833"/>
                <a:gd name="connsiteY1908" fmla="*/ 946419 h 1235632"/>
                <a:gd name="connsiteX1909" fmla="*/ 715137 w 2577833"/>
                <a:gd name="connsiteY1909" fmla="*/ 945892 h 1235632"/>
                <a:gd name="connsiteX1910" fmla="*/ 721816 w 2577833"/>
                <a:gd name="connsiteY1910" fmla="*/ 945892 h 1235632"/>
                <a:gd name="connsiteX1911" fmla="*/ 722836 w 2577833"/>
                <a:gd name="connsiteY1911" fmla="*/ 946463 h 1235632"/>
                <a:gd name="connsiteX1912" fmla="*/ 724830 w 2577833"/>
                <a:gd name="connsiteY1912" fmla="*/ 949756 h 1235632"/>
                <a:gd name="connsiteX1913" fmla="*/ 727799 w 2577833"/>
                <a:gd name="connsiteY1913" fmla="*/ 949756 h 1235632"/>
                <a:gd name="connsiteX1914" fmla="*/ 729190 w 2577833"/>
                <a:gd name="connsiteY1914" fmla="*/ 947297 h 1235632"/>
                <a:gd name="connsiteX1915" fmla="*/ 730118 w 2577833"/>
                <a:gd name="connsiteY1915" fmla="*/ 946726 h 1235632"/>
                <a:gd name="connsiteX1916" fmla="*/ 733596 w 2577833"/>
                <a:gd name="connsiteY1916" fmla="*/ 946463 h 1235632"/>
                <a:gd name="connsiteX1917" fmla="*/ 734616 w 2577833"/>
                <a:gd name="connsiteY1917" fmla="*/ 946902 h 1235632"/>
                <a:gd name="connsiteX1918" fmla="*/ 734755 w 2577833"/>
                <a:gd name="connsiteY1918" fmla="*/ 947956 h 1235632"/>
                <a:gd name="connsiteX1919" fmla="*/ 733039 w 2577833"/>
                <a:gd name="connsiteY1919" fmla="*/ 952082 h 1235632"/>
                <a:gd name="connsiteX1920" fmla="*/ 732668 w 2577833"/>
                <a:gd name="connsiteY1920" fmla="*/ 952565 h 1235632"/>
                <a:gd name="connsiteX1921" fmla="*/ 728262 w 2577833"/>
                <a:gd name="connsiteY1921" fmla="*/ 955682 h 1235632"/>
                <a:gd name="connsiteX1922" fmla="*/ 726639 w 2577833"/>
                <a:gd name="connsiteY1922" fmla="*/ 958755 h 1235632"/>
                <a:gd name="connsiteX1923" fmla="*/ 728819 w 2577833"/>
                <a:gd name="connsiteY1923" fmla="*/ 962135 h 1235632"/>
                <a:gd name="connsiteX1924" fmla="*/ 732993 w 2577833"/>
                <a:gd name="connsiteY1924" fmla="*/ 959062 h 1235632"/>
                <a:gd name="connsiteX1925" fmla="*/ 733549 w 2577833"/>
                <a:gd name="connsiteY1925" fmla="*/ 958843 h 1235632"/>
                <a:gd name="connsiteX1926" fmla="*/ 737306 w 2577833"/>
                <a:gd name="connsiteY1926" fmla="*/ 958316 h 1235632"/>
                <a:gd name="connsiteX1927" fmla="*/ 738141 w 2577833"/>
                <a:gd name="connsiteY1927" fmla="*/ 958492 h 1235632"/>
                <a:gd name="connsiteX1928" fmla="*/ 741619 w 2577833"/>
                <a:gd name="connsiteY1928" fmla="*/ 960775 h 1235632"/>
                <a:gd name="connsiteX1929" fmla="*/ 743103 w 2577833"/>
                <a:gd name="connsiteY1929" fmla="*/ 957614 h 1235632"/>
                <a:gd name="connsiteX1930" fmla="*/ 743891 w 2577833"/>
                <a:gd name="connsiteY1930" fmla="*/ 956999 h 1235632"/>
                <a:gd name="connsiteX1931" fmla="*/ 746489 w 2577833"/>
                <a:gd name="connsiteY1931" fmla="*/ 956385 h 1235632"/>
                <a:gd name="connsiteX1932" fmla="*/ 746489 w 2577833"/>
                <a:gd name="connsiteY1932" fmla="*/ 954233 h 1235632"/>
                <a:gd name="connsiteX1933" fmla="*/ 746860 w 2577833"/>
                <a:gd name="connsiteY1933" fmla="*/ 953443 h 1235632"/>
                <a:gd name="connsiteX1934" fmla="*/ 747694 w 2577833"/>
                <a:gd name="connsiteY1934" fmla="*/ 953136 h 1235632"/>
                <a:gd name="connsiteX1935" fmla="*/ 755115 w 2577833"/>
                <a:gd name="connsiteY1935" fmla="*/ 953399 h 1235632"/>
                <a:gd name="connsiteX1936" fmla="*/ 758686 w 2577833"/>
                <a:gd name="connsiteY1936" fmla="*/ 950941 h 1235632"/>
                <a:gd name="connsiteX1937" fmla="*/ 758686 w 2577833"/>
                <a:gd name="connsiteY1937" fmla="*/ 946287 h 1235632"/>
                <a:gd name="connsiteX1938" fmla="*/ 759335 w 2577833"/>
                <a:gd name="connsiteY1938" fmla="*/ 945322 h 1235632"/>
                <a:gd name="connsiteX1939" fmla="*/ 771486 w 2577833"/>
                <a:gd name="connsiteY1939" fmla="*/ 939571 h 1235632"/>
                <a:gd name="connsiteX1940" fmla="*/ 771903 w 2577833"/>
                <a:gd name="connsiteY1940" fmla="*/ 939439 h 1235632"/>
                <a:gd name="connsiteX1941" fmla="*/ 778350 w 2577833"/>
                <a:gd name="connsiteY1941" fmla="*/ 938912 h 1235632"/>
                <a:gd name="connsiteX1942" fmla="*/ 782524 w 2577833"/>
                <a:gd name="connsiteY1942" fmla="*/ 937069 h 1235632"/>
                <a:gd name="connsiteX1943" fmla="*/ 783637 w 2577833"/>
                <a:gd name="connsiteY1943" fmla="*/ 937156 h 1235632"/>
                <a:gd name="connsiteX1944" fmla="*/ 784193 w 2577833"/>
                <a:gd name="connsiteY1944" fmla="*/ 938078 h 1235632"/>
                <a:gd name="connsiteX1945" fmla="*/ 784193 w 2577833"/>
                <a:gd name="connsiteY1945" fmla="*/ 944400 h 1235632"/>
                <a:gd name="connsiteX1946" fmla="*/ 783544 w 2577833"/>
                <a:gd name="connsiteY1946" fmla="*/ 945409 h 1235632"/>
                <a:gd name="connsiteX1947" fmla="*/ 777237 w 2577833"/>
                <a:gd name="connsiteY1947" fmla="*/ 948263 h 1235632"/>
                <a:gd name="connsiteX1948" fmla="*/ 800889 w 2577833"/>
                <a:gd name="connsiteY1948" fmla="*/ 968852 h 1235632"/>
                <a:gd name="connsiteX1949" fmla="*/ 801121 w 2577833"/>
                <a:gd name="connsiteY1949" fmla="*/ 969159 h 1235632"/>
                <a:gd name="connsiteX1950" fmla="*/ 833400 w 2577833"/>
                <a:gd name="connsiteY1950" fmla="*/ 1028951 h 1235632"/>
                <a:gd name="connsiteX1951" fmla="*/ 838037 w 2577833"/>
                <a:gd name="connsiteY1951" fmla="*/ 1024342 h 1235632"/>
                <a:gd name="connsiteX1952" fmla="*/ 838037 w 2577833"/>
                <a:gd name="connsiteY1952" fmla="*/ 1019293 h 1235632"/>
                <a:gd name="connsiteX1953" fmla="*/ 839197 w 2577833"/>
                <a:gd name="connsiteY1953" fmla="*/ 1018196 h 1235632"/>
                <a:gd name="connsiteX1954" fmla="*/ 840403 w 2577833"/>
                <a:gd name="connsiteY1954" fmla="*/ 1018196 h 1235632"/>
                <a:gd name="connsiteX1955" fmla="*/ 841516 w 2577833"/>
                <a:gd name="connsiteY1955" fmla="*/ 1016923 h 1235632"/>
                <a:gd name="connsiteX1956" fmla="*/ 842350 w 2577833"/>
                <a:gd name="connsiteY1956" fmla="*/ 1016528 h 1235632"/>
                <a:gd name="connsiteX1957" fmla="*/ 848704 w 2577833"/>
                <a:gd name="connsiteY1957" fmla="*/ 1016264 h 1235632"/>
                <a:gd name="connsiteX1958" fmla="*/ 849539 w 2577833"/>
                <a:gd name="connsiteY1958" fmla="*/ 1016571 h 1235632"/>
                <a:gd name="connsiteX1959" fmla="*/ 849910 w 2577833"/>
                <a:gd name="connsiteY1959" fmla="*/ 1017362 h 1235632"/>
                <a:gd name="connsiteX1960" fmla="*/ 849910 w 2577833"/>
                <a:gd name="connsiteY1960" fmla="*/ 1024210 h 1235632"/>
                <a:gd name="connsiteX1961" fmla="*/ 853666 w 2577833"/>
                <a:gd name="connsiteY1961" fmla="*/ 1024210 h 1235632"/>
                <a:gd name="connsiteX1962" fmla="*/ 854826 w 2577833"/>
                <a:gd name="connsiteY1962" fmla="*/ 1025308 h 1235632"/>
                <a:gd name="connsiteX1963" fmla="*/ 854826 w 2577833"/>
                <a:gd name="connsiteY1963" fmla="*/ 1028600 h 1235632"/>
                <a:gd name="connsiteX1964" fmla="*/ 857238 w 2577833"/>
                <a:gd name="connsiteY1964" fmla="*/ 1028600 h 1235632"/>
                <a:gd name="connsiteX1965" fmla="*/ 871939 w 2577833"/>
                <a:gd name="connsiteY1965" fmla="*/ 1028205 h 1235632"/>
                <a:gd name="connsiteX1966" fmla="*/ 873701 w 2577833"/>
                <a:gd name="connsiteY1966" fmla="*/ 1022805 h 1235632"/>
                <a:gd name="connsiteX1967" fmla="*/ 874444 w 2577833"/>
                <a:gd name="connsiteY1967" fmla="*/ 1022103 h 1235632"/>
                <a:gd name="connsiteX1968" fmla="*/ 875510 w 2577833"/>
                <a:gd name="connsiteY1968" fmla="*/ 1022235 h 1235632"/>
                <a:gd name="connsiteX1969" fmla="*/ 878478 w 2577833"/>
                <a:gd name="connsiteY1969" fmla="*/ 1024254 h 1235632"/>
                <a:gd name="connsiteX1970" fmla="*/ 879313 w 2577833"/>
                <a:gd name="connsiteY1970" fmla="*/ 1022674 h 1235632"/>
                <a:gd name="connsiteX1971" fmla="*/ 880333 w 2577833"/>
                <a:gd name="connsiteY1971" fmla="*/ 1022059 h 1235632"/>
                <a:gd name="connsiteX1972" fmla="*/ 887846 w 2577833"/>
                <a:gd name="connsiteY1972" fmla="*/ 1022059 h 1235632"/>
                <a:gd name="connsiteX1973" fmla="*/ 888589 w 2577833"/>
                <a:gd name="connsiteY1973" fmla="*/ 1022322 h 1235632"/>
                <a:gd name="connsiteX1974" fmla="*/ 897586 w 2577833"/>
                <a:gd name="connsiteY1974" fmla="*/ 1029741 h 1235632"/>
                <a:gd name="connsiteX1975" fmla="*/ 897957 w 2577833"/>
                <a:gd name="connsiteY1975" fmla="*/ 1030224 h 1235632"/>
                <a:gd name="connsiteX1976" fmla="*/ 901249 w 2577833"/>
                <a:gd name="connsiteY1976" fmla="*/ 1040365 h 1235632"/>
                <a:gd name="connsiteX1977" fmla="*/ 912287 w 2577833"/>
                <a:gd name="connsiteY1977" fmla="*/ 1043746 h 1235632"/>
                <a:gd name="connsiteX1978" fmla="*/ 913076 w 2577833"/>
                <a:gd name="connsiteY1978" fmla="*/ 1044580 h 1235632"/>
                <a:gd name="connsiteX1979" fmla="*/ 915487 w 2577833"/>
                <a:gd name="connsiteY1979" fmla="*/ 1056565 h 1235632"/>
                <a:gd name="connsiteX1980" fmla="*/ 924345 w 2577833"/>
                <a:gd name="connsiteY1980" fmla="*/ 1056301 h 1235632"/>
                <a:gd name="connsiteX1981" fmla="*/ 924856 w 2577833"/>
                <a:gd name="connsiteY1981" fmla="*/ 1056389 h 1235632"/>
                <a:gd name="connsiteX1982" fmla="*/ 930003 w 2577833"/>
                <a:gd name="connsiteY1982" fmla="*/ 1058452 h 1235632"/>
                <a:gd name="connsiteX1983" fmla="*/ 933714 w 2577833"/>
                <a:gd name="connsiteY1983" fmla="*/ 1052175 h 1235632"/>
                <a:gd name="connsiteX1984" fmla="*/ 934641 w 2577833"/>
                <a:gd name="connsiteY1984" fmla="*/ 1051604 h 1235632"/>
                <a:gd name="connsiteX1985" fmla="*/ 939696 w 2577833"/>
                <a:gd name="connsiteY1985" fmla="*/ 1051340 h 1235632"/>
                <a:gd name="connsiteX1986" fmla="*/ 940809 w 2577833"/>
                <a:gd name="connsiteY1986" fmla="*/ 1051911 h 1235632"/>
                <a:gd name="connsiteX1987" fmla="*/ 940717 w 2577833"/>
                <a:gd name="connsiteY1987" fmla="*/ 1053096 h 1235632"/>
                <a:gd name="connsiteX1988" fmla="*/ 938305 w 2577833"/>
                <a:gd name="connsiteY1988" fmla="*/ 1056169 h 1235632"/>
                <a:gd name="connsiteX1989" fmla="*/ 940067 w 2577833"/>
                <a:gd name="connsiteY1989" fmla="*/ 1056608 h 1235632"/>
                <a:gd name="connsiteX1990" fmla="*/ 940809 w 2577833"/>
                <a:gd name="connsiteY1990" fmla="*/ 1057135 h 1235632"/>
                <a:gd name="connsiteX1991" fmla="*/ 944891 w 2577833"/>
                <a:gd name="connsiteY1991" fmla="*/ 1063808 h 1235632"/>
                <a:gd name="connsiteX1992" fmla="*/ 948369 w 2577833"/>
                <a:gd name="connsiteY1992" fmla="*/ 1064291 h 1235632"/>
                <a:gd name="connsiteX1993" fmla="*/ 949343 w 2577833"/>
                <a:gd name="connsiteY1993" fmla="*/ 1065388 h 1235632"/>
                <a:gd name="connsiteX1994" fmla="*/ 949343 w 2577833"/>
                <a:gd name="connsiteY1994" fmla="*/ 1067320 h 1235632"/>
                <a:gd name="connsiteX1995" fmla="*/ 951105 w 2577833"/>
                <a:gd name="connsiteY1995" fmla="*/ 1067320 h 1235632"/>
                <a:gd name="connsiteX1996" fmla="*/ 955233 w 2577833"/>
                <a:gd name="connsiteY1996" fmla="*/ 1065564 h 1235632"/>
                <a:gd name="connsiteX1997" fmla="*/ 959778 w 2577833"/>
                <a:gd name="connsiteY1997" fmla="*/ 1063632 h 1235632"/>
                <a:gd name="connsiteX1998" fmla="*/ 959778 w 2577833"/>
                <a:gd name="connsiteY1998" fmla="*/ 1059418 h 1235632"/>
                <a:gd name="connsiteX1999" fmla="*/ 960937 w 2577833"/>
                <a:gd name="connsiteY1999" fmla="*/ 1058321 h 1235632"/>
                <a:gd name="connsiteX2000" fmla="*/ 975128 w 2577833"/>
                <a:gd name="connsiteY2000" fmla="*/ 1058321 h 1235632"/>
                <a:gd name="connsiteX2001" fmla="*/ 975128 w 2577833"/>
                <a:gd name="connsiteY2001" fmla="*/ 1055291 h 1235632"/>
                <a:gd name="connsiteX2002" fmla="*/ 975639 w 2577833"/>
                <a:gd name="connsiteY2002" fmla="*/ 1054370 h 1235632"/>
                <a:gd name="connsiteX2003" fmla="*/ 976705 w 2577833"/>
                <a:gd name="connsiteY2003" fmla="*/ 1054238 h 1235632"/>
                <a:gd name="connsiteX2004" fmla="*/ 980787 w 2577833"/>
                <a:gd name="connsiteY2004" fmla="*/ 1055686 h 1235632"/>
                <a:gd name="connsiteX2005" fmla="*/ 985842 w 2577833"/>
                <a:gd name="connsiteY2005" fmla="*/ 1052438 h 1235632"/>
                <a:gd name="connsiteX2006" fmla="*/ 984265 w 2577833"/>
                <a:gd name="connsiteY2006" fmla="*/ 1049453 h 1235632"/>
                <a:gd name="connsiteX2007" fmla="*/ 984311 w 2577833"/>
                <a:gd name="connsiteY2007" fmla="*/ 1048399 h 1235632"/>
                <a:gd name="connsiteX2008" fmla="*/ 985285 w 2577833"/>
                <a:gd name="connsiteY2008" fmla="*/ 1047872 h 1235632"/>
                <a:gd name="connsiteX2009" fmla="*/ 988763 w 2577833"/>
                <a:gd name="connsiteY2009" fmla="*/ 1047872 h 1235632"/>
                <a:gd name="connsiteX2010" fmla="*/ 988763 w 2577833"/>
                <a:gd name="connsiteY2010" fmla="*/ 1044009 h 1235632"/>
                <a:gd name="connsiteX2011" fmla="*/ 989691 w 2577833"/>
                <a:gd name="connsiteY2011" fmla="*/ 1042955 h 1235632"/>
                <a:gd name="connsiteX2012" fmla="*/ 996369 w 2577833"/>
                <a:gd name="connsiteY2012" fmla="*/ 1041595 h 1235632"/>
                <a:gd name="connsiteX2013" fmla="*/ 1000636 w 2577833"/>
                <a:gd name="connsiteY2013" fmla="*/ 1041595 h 1235632"/>
                <a:gd name="connsiteX2014" fmla="*/ 1003187 w 2577833"/>
                <a:gd name="connsiteY2014" fmla="*/ 1037951 h 1235632"/>
                <a:gd name="connsiteX2015" fmla="*/ 1004161 w 2577833"/>
                <a:gd name="connsiteY2015" fmla="*/ 1037468 h 1235632"/>
                <a:gd name="connsiteX2016" fmla="*/ 1011581 w 2577833"/>
                <a:gd name="connsiteY2016" fmla="*/ 1037468 h 1235632"/>
                <a:gd name="connsiteX2017" fmla="*/ 1015616 w 2577833"/>
                <a:gd name="connsiteY2017" fmla="*/ 1030356 h 1235632"/>
                <a:gd name="connsiteX2018" fmla="*/ 1016636 w 2577833"/>
                <a:gd name="connsiteY2018" fmla="*/ 1029785 h 1235632"/>
                <a:gd name="connsiteX2019" fmla="*/ 1023917 w 2577833"/>
                <a:gd name="connsiteY2019" fmla="*/ 1029785 h 1235632"/>
                <a:gd name="connsiteX2020" fmla="*/ 1025077 w 2577833"/>
                <a:gd name="connsiteY2020" fmla="*/ 1026669 h 1235632"/>
                <a:gd name="connsiteX2021" fmla="*/ 1025912 w 2577833"/>
                <a:gd name="connsiteY2021" fmla="*/ 1025966 h 1235632"/>
                <a:gd name="connsiteX2022" fmla="*/ 1026978 w 2577833"/>
                <a:gd name="connsiteY2022" fmla="*/ 1026273 h 1235632"/>
                <a:gd name="connsiteX2023" fmla="*/ 1031292 w 2577833"/>
                <a:gd name="connsiteY2023" fmla="*/ 1030356 h 1235632"/>
                <a:gd name="connsiteX2024" fmla="*/ 1036022 w 2577833"/>
                <a:gd name="connsiteY2024" fmla="*/ 1027766 h 1235632"/>
                <a:gd name="connsiteX2025" fmla="*/ 1036996 w 2577833"/>
                <a:gd name="connsiteY2025" fmla="*/ 1027678 h 1235632"/>
                <a:gd name="connsiteX2026" fmla="*/ 1037691 w 2577833"/>
                <a:gd name="connsiteY2026" fmla="*/ 1028381 h 1235632"/>
                <a:gd name="connsiteX2027" fmla="*/ 1039083 w 2577833"/>
                <a:gd name="connsiteY2027" fmla="*/ 1032463 h 1235632"/>
                <a:gd name="connsiteX2028" fmla="*/ 1056335 w 2577833"/>
                <a:gd name="connsiteY2028" fmla="*/ 1033078 h 1235632"/>
                <a:gd name="connsiteX2029" fmla="*/ 1057402 w 2577833"/>
                <a:gd name="connsiteY2029" fmla="*/ 1033956 h 1235632"/>
                <a:gd name="connsiteX2030" fmla="*/ 1064869 w 2577833"/>
                <a:gd name="connsiteY2030" fmla="*/ 1046687 h 1235632"/>
                <a:gd name="connsiteX2031" fmla="*/ 1077669 w 2577833"/>
                <a:gd name="connsiteY2031" fmla="*/ 1048136 h 1235632"/>
                <a:gd name="connsiteX2032" fmla="*/ 1081982 w 2577833"/>
                <a:gd name="connsiteY2032" fmla="*/ 1045326 h 1235632"/>
                <a:gd name="connsiteX2033" fmla="*/ 1083048 w 2577833"/>
                <a:gd name="connsiteY2033" fmla="*/ 1045194 h 1235632"/>
                <a:gd name="connsiteX2034" fmla="*/ 1091257 w 2577833"/>
                <a:gd name="connsiteY2034" fmla="*/ 1048136 h 1235632"/>
                <a:gd name="connsiteX2035" fmla="*/ 1101785 w 2577833"/>
                <a:gd name="connsiteY2035" fmla="*/ 1048136 h 1235632"/>
                <a:gd name="connsiteX2036" fmla="*/ 1102759 w 2577833"/>
                <a:gd name="connsiteY2036" fmla="*/ 1048619 h 1235632"/>
                <a:gd name="connsiteX2037" fmla="*/ 1105217 w 2577833"/>
                <a:gd name="connsiteY2037" fmla="*/ 1051999 h 1235632"/>
                <a:gd name="connsiteX2038" fmla="*/ 1111199 w 2577833"/>
                <a:gd name="connsiteY2038" fmla="*/ 1046950 h 1235632"/>
                <a:gd name="connsiteX2039" fmla="*/ 1112823 w 2577833"/>
                <a:gd name="connsiteY2039" fmla="*/ 1047038 h 1235632"/>
                <a:gd name="connsiteX2040" fmla="*/ 1113611 w 2577833"/>
                <a:gd name="connsiteY2040" fmla="*/ 1047828 h 1235632"/>
                <a:gd name="connsiteX2041" fmla="*/ 1119316 w 2577833"/>
                <a:gd name="connsiteY2041" fmla="*/ 1040541 h 1235632"/>
                <a:gd name="connsiteX2042" fmla="*/ 1120521 w 2577833"/>
                <a:gd name="connsiteY2042" fmla="*/ 1036414 h 1235632"/>
                <a:gd name="connsiteX2043" fmla="*/ 1115744 w 2577833"/>
                <a:gd name="connsiteY2043" fmla="*/ 1031673 h 1235632"/>
                <a:gd name="connsiteX2044" fmla="*/ 1115420 w 2577833"/>
                <a:gd name="connsiteY2044" fmla="*/ 1030927 h 1235632"/>
                <a:gd name="connsiteX2045" fmla="*/ 1115420 w 2577833"/>
                <a:gd name="connsiteY2045" fmla="*/ 1027546 h 1235632"/>
                <a:gd name="connsiteX2046" fmla="*/ 1111153 w 2577833"/>
                <a:gd name="connsiteY2046" fmla="*/ 1023771 h 1235632"/>
                <a:gd name="connsiteX2047" fmla="*/ 1110921 w 2577833"/>
                <a:gd name="connsiteY2047" fmla="*/ 1022454 h 1235632"/>
                <a:gd name="connsiteX2048" fmla="*/ 1116115 w 2577833"/>
                <a:gd name="connsiteY2048" fmla="*/ 1012840 h 1235632"/>
                <a:gd name="connsiteX2049" fmla="*/ 1117136 w 2577833"/>
                <a:gd name="connsiteY2049" fmla="*/ 1012225 h 1235632"/>
                <a:gd name="connsiteX2050" fmla="*/ 1120614 w 2577833"/>
                <a:gd name="connsiteY2050" fmla="*/ 1012225 h 1235632"/>
                <a:gd name="connsiteX2051" fmla="*/ 1120614 w 2577833"/>
                <a:gd name="connsiteY2051" fmla="*/ 1008099 h 1235632"/>
                <a:gd name="connsiteX2052" fmla="*/ 1121031 w 2577833"/>
                <a:gd name="connsiteY2052" fmla="*/ 1007265 h 1235632"/>
                <a:gd name="connsiteX2053" fmla="*/ 1126319 w 2577833"/>
                <a:gd name="connsiteY2053" fmla="*/ 1003050 h 1235632"/>
                <a:gd name="connsiteX2054" fmla="*/ 1129426 w 2577833"/>
                <a:gd name="connsiteY2054" fmla="*/ 995631 h 1235632"/>
                <a:gd name="connsiteX2055" fmla="*/ 1130168 w 2577833"/>
                <a:gd name="connsiteY2055" fmla="*/ 994973 h 1235632"/>
                <a:gd name="connsiteX2056" fmla="*/ 1131142 w 2577833"/>
                <a:gd name="connsiteY2056" fmla="*/ 995104 h 1235632"/>
                <a:gd name="connsiteX2057" fmla="*/ 1138098 w 2577833"/>
                <a:gd name="connsiteY2057" fmla="*/ 999319 h 1235632"/>
                <a:gd name="connsiteX2058" fmla="*/ 1145008 w 2577833"/>
                <a:gd name="connsiteY2058" fmla="*/ 999319 h 1235632"/>
                <a:gd name="connsiteX2059" fmla="*/ 1146075 w 2577833"/>
                <a:gd name="connsiteY2059" fmla="*/ 999977 h 1235632"/>
                <a:gd name="connsiteX2060" fmla="*/ 1148626 w 2577833"/>
                <a:gd name="connsiteY2060" fmla="*/ 1005553 h 1235632"/>
                <a:gd name="connsiteX2061" fmla="*/ 1159988 w 2577833"/>
                <a:gd name="connsiteY2061" fmla="*/ 1004806 h 1235632"/>
                <a:gd name="connsiteX2062" fmla="*/ 1160777 w 2577833"/>
                <a:gd name="connsiteY2062" fmla="*/ 1005026 h 1235632"/>
                <a:gd name="connsiteX2063" fmla="*/ 1169820 w 2577833"/>
                <a:gd name="connsiteY2063" fmla="*/ 1011435 h 1235632"/>
                <a:gd name="connsiteX2064" fmla="*/ 1175896 w 2577833"/>
                <a:gd name="connsiteY2064" fmla="*/ 1012225 h 1235632"/>
                <a:gd name="connsiteX2065" fmla="*/ 1182667 w 2577833"/>
                <a:gd name="connsiteY2065" fmla="*/ 1013630 h 1235632"/>
                <a:gd name="connsiteX2066" fmla="*/ 1183594 w 2577833"/>
                <a:gd name="connsiteY2066" fmla="*/ 1014596 h 1235632"/>
                <a:gd name="connsiteX2067" fmla="*/ 1184986 w 2577833"/>
                <a:gd name="connsiteY2067" fmla="*/ 1030224 h 1235632"/>
                <a:gd name="connsiteX2068" fmla="*/ 1189113 w 2577833"/>
                <a:gd name="connsiteY2068" fmla="*/ 1032683 h 1235632"/>
                <a:gd name="connsiteX2069" fmla="*/ 1189670 w 2577833"/>
                <a:gd name="connsiteY2069" fmla="*/ 1033605 h 1235632"/>
                <a:gd name="connsiteX2070" fmla="*/ 1189670 w 2577833"/>
                <a:gd name="connsiteY2070" fmla="*/ 1035756 h 1235632"/>
                <a:gd name="connsiteX2071" fmla="*/ 1199780 w 2577833"/>
                <a:gd name="connsiteY2071" fmla="*/ 1038039 h 1235632"/>
                <a:gd name="connsiteX2072" fmla="*/ 1200661 w 2577833"/>
                <a:gd name="connsiteY2072" fmla="*/ 1039092 h 1235632"/>
                <a:gd name="connsiteX2073" fmla="*/ 1200661 w 2577833"/>
                <a:gd name="connsiteY2073" fmla="*/ 1042692 h 1235632"/>
                <a:gd name="connsiteX2074" fmla="*/ 1213554 w 2577833"/>
                <a:gd name="connsiteY2074" fmla="*/ 1042955 h 1235632"/>
                <a:gd name="connsiteX2075" fmla="*/ 1217867 w 2577833"/>
                <a:gd name="connsiteY2075" fmla="*/ 1039400 h 1235632"/>
                <a:gd name="connsiteX2076" fmla="*/ 1218238 w 2577833"/>
                <a:gd name="connsiteY2076" fmla="*/ 1039180 h 1235632"/>
                <a:gd name="connsiteX2077" fmla="*/ 1231595 w 2577833"/>
                <a:gd name="connsiteY2077" fmla="*/ 1034790 h 1235632"/>
                <a:gd name="connsiteX2078" fmla="*/ 1232105 w 2577833"/>
                <a:gd name="connsiteY2078" fmla="*/ 1034746 h 1235632"/>
                <a:gd name="connsiteX2079" fmla="*/ 1243978 w 2577833"/>
                <a:gd name="connsiteY2079" fmla="*/ 1036107 h 1235632"/>
                <a:gd name="connsiteX2080" fmla="*/ 1244627 w 2577833"/>
                <a:gd name="connsiteY2080" fmla="*/ 1036370 h 1235632"/>
                <a:gd name="connsiteX2081" fmla="*/ 1248337 w 2577833"/>
                <a:gd name="connsiteY2081" fmla="*/ 1039619 h 1235632"/>
                <a:gd name="connsiteX2082" fmla="*/ 1256824 w 2577833"/>
                <a:gd name="connsiteY2082" fmla="*/ 1039092 h 1235632"/>
                <a:gd name="connsiteX2083" fmla="*/ 1257752 w 2577833"/>
                <a:gd name="connsiteY2083" fmla="*/ 1039443 h 1235632"/>
                <a:gd name="connsiteX2084" fmla="*/ 1263873 w 2577833"/>
                <a:gd name="connsiteY2084" fmla="*/ 1045502 h 1235632"/>
                <a:gd name="connsiteX2085" fmla="*/ 1273937 w 2577833"/>
                <a:gd name="connsiteY2085" fmla="*/ 1047345 h 1235632"/>
                <a:gd name="connsiteX2086" fmla="*/ 1274865 w 2577833"/>
                <a:gd name="connsiteY2086" fmla="*/ 1048443 h 1235632"/>
                <a:gd name="connsiteX2087" fmla="*/ 1274865 w 2577833"/>
                <a:gd name="connsiteY2087" fmla="*/ 1055028 h 1235632"/>
                <a:gd name="connsiteX2088" fmla="*/ 1279549 w 2577833"/>
                <a:gd name="connsiteY2088" fmla="*/ 1056433 h 1235632"/>
                <a:gd name="connsiteX2089" fmla="*/ 1280105 w 2577833"/>
                <a:gd name="connsiteY2089" fmla="*/ 1056784 h 1235632"/>
                <a:gd name="connsiteX2090" fmla="*/ 1284094 w 2577833"/>
                <a:gd name="connsiteY2090" fmla="*/ 1061350 h 1235632"/>
                <a:gd name="connsiteX2091" fmla="*/ 1291653 w 2577833"/>
                <a:gd name="connsiteY2091" fmla="*/ 1061350 h 1235632"/>
                <a:gd name="connsiteX2092" fmla="*/ 1292117 w 2577833"/>
                <a:gd name="connsiteY2092" fmla="*/ 1061437 h 1235632"/>
                <a:gd name="connsiteX2093" fmla="*/ 1298935 w 2577833"/>
                <a:gd name="connsiteY2093" fmla="*/ 1064115 h 1235632"/>
                <a:gd name="connsiteX2094" fmla="*/ 1308813 w 2577833"/>
                <a:gd name="connsiteY2094" fmla="*/ 1065432 h 1235632"/>
                <a:gd name="connsiteX2095" fmla="*/ 1313080 w 2577833"/>
                <a:gd name="connsiteY2095" fmla="*/ 1062886 h 1235632"/>
                <a:gd name="connsiteX2096" fmla="*/ 1314564 w 2577833"/>
                <a:gd name="connsiteY2096" fmla="*/ 1063062 h 1235632"/>
                <a:gd name="connsiteX2097" fmla="*/ 1316604 w 2577833"/>
                <a:gd name="connsiteY2097" fmla="*/ 1065213 h 1235632"/>
                <a:gd name="connsiteX2098" fmla="*/ 1326297 w 2577833"/>
                <a:gd name="connsiteY2098" fmla="*/ 1061393 h 1235632"/>
                <a:gd name="connsiteX2099" fmla="*/ 1349625 w 2577833"/>
                <a:gd name="connsiteY2099" fmla="*/ 1057267 h 1235632"/>
                <a:gd name="connsiteX2100" fmla="*/ 1358622 w 2577833"/>
                <a:gd name="connsiteY2100" fmla="*/ 1047389 h 1235632"/>
                <a:gd name="connsiteX2101" fmla="*/ 1359179 w 2577833"/>
                <a:gd name="connsiteY2101" fmla="*/ 1047038 h 1235632"/>
                <a:gd name="connsiteX2102" fmla="*/ 1363956 w 2577833"/>
                <a:gd name="connsiteY2102" fmla="*/ 1045721 h 1235632"/>
                <a:gd name="connsiteX2103" fmla="*/ 1373648 w 2577833"/>
                <a:gd name="connsiteY2103" fmla="*/ 1039487 h 1235632"/>
                <a:gd name="connsiteX2104" fmla="*/ 1374437 w 2577833"/>
                <a:gd name="connsiteY2104" fmla="*/ 1039312 h 1235632"/>
                <a:gd name="connsiteX2105" fmla="*/ 1384594 w 2577833"/>
                <a:gd name="connsiteY2105" fmla="*/ 1040409 h 1235632"/>
                <a:gd name="connsiteX2106" fmla="*/ 1385150 w 2577833"/>
                <a:gd name="connsiteY2106" fmla="*/ 1040629 h 1235632"/>
                <a:gd name="connsiteX2107" fmla="*/ 1391689 w 2577833"/>
                <a:gd name="connsiteY2107" fmla="*/ 1045414 h 1235632"/>
                <a:gd name="connsiteX2108" fmla="*/ 1391689 w 2577833"/>
                <a:gd name="connsiteY2108" fmla="*/ 1042297 h 1235632"/>
                <a:gd name="connsiteX2109" fmla="*/ 1395910 w 2577833"/>
                <a:gd name="connsiteY2109" fmla="*/ 1045458 h 1235632"/>
                <a:gd name="connsiteX2110" fmla="*/ 1400130 w 2577833"/>
                <a:gd name="connsiteY2110" fmla="*/ 1044229 h 1235632"/>
                <a:gd name="connsiteX2111" fmla="*/ 1395770 w 2577833"/>
                <a:gd name="connsiteY2111" fmla="*/ 1048355 h 1235632"/>
                <a:gd name="connsiteX2112" fmla="*/ 1396280 w 2577833"/>
                <a:gd name="connsiteY2112" fmla="*/ 1048750 h 1235632"/>
                <a:gd name="connsiteX2113" fmla="*/ 1405509 w 2577833"/>
                <a:gd name="connsiteY2113" fmla="*/ 1045414 h 1235632"/>
                <a:gd name="connsiteX2114" fmla="*/ 1406483 w 2577833"/>
                <a:gd name="connsiteY2114" fmla="*/ 1045502 h 1235632"/>
                <a:gd name="connsiteX2115" fmla="*/ 1415481 w 2577833"/>
                <a:gd name="connsiteY2115" fmla="*/ 1050418 h 1235632"/>
                <a:gd name="connsiteX2116" fmla="*/ 1430507 w 2577833"/>
                <a:gd name="connsiteY2116" fmla="*/ 1056433 h 1235632"/>
                <a:gd name="connsiteX2117" fmla="*/ 1452026 w 2577833"/>
                <a:gd name="connsiteY2117" fmla="*/ 1044229 h 1235632"/>
                <a:gd name="connsiteX2118" fmla="*/ 1452026 w 2577833"/>
                <a:gd name="connsiteY2118" fmla="*/ 1038785 h 1235632"/>
                <a:gd name="connsiteX2119" fmla="*/ 1449197 w 2577833"/>
                <a:gd name="connsiteY2119" fmla="*/ 1038961 h 1235632"/>
                <a:gd name="connsiteX2120" fmla="*/ 1448130 w 2577833"/>
                <a:gd name="connsiteY2120" fmla="*/ 1038434 h 1235632"/>
                <a:gd name="connsiteX2121" fmla="*/ 1448130 w 2577833"/>
                <a:gd name="connsiteY2121" fmla="*/ 1037292 h 1235632"/>
                <a:gd name="connsiteX2122" fmla="*/ 1463620 w 2577833"/>
                <a:gd name="connsiteY2122" fmla="*/ 1011742 h 1235632"/>
                <a:gd name="connsiteX2123" fmla="*/ 1463620 w 2577833"/>
                <a:gd name="connsiteY2123" fmla="*/ 1005157 h 1235632"/>
                <a:gd name="connsiteX2124" fmla="*/ 1464223 w 2577833"/>
                <a:gd name="connsiteY2124" fmla="*/ 1004192 h 1235632"/>
                <a:gd name="connsiteX2125" fmla="*/ 1475493 w 2577833"/>
                <a:gd name="connsiteY2125" fmla="*/ 998485 h 1235632"/>
                <a:gd name="connsiteX2126" fmla="*/ 1475493 w 2577833"/>
                <a:gd name="connsiteY2126" fmla="*/ 986588 h 1235632"/>
                <a:gd name="connsiteX2127" fmla="*/ 1471273 w 2577833"/>
                <a:gd name="connsiteY2127" fmla="*/ 984129 h 1235632"/>
                <a:gd name="connsiteX2128" fmla="*/ 1465661 w 2577833"/>
                <a:gd name="connsiteY2128" fmla="*/ 985622 h 1235632"/>
                <a:gd name="connsiteX2129" fmla="*/ 1464687 w 2577833"/>
                <a:gd name="connsiteY2129" fmla="*/ 985446 h 1235632"/>
                <a:gd name="connsiteX2130" fmla="*/ 1464177 w 2577833"/>
                <a:gd name="connsiteY2130" fmla="*/ 984612 h 1235632"/>
                <a:gd name="connsiteX2131" fmla="*/ 1463899 w 2577833"/>
                <a:gd name="connsiteY2131" fmla="*/ 979959 h 1235632"/>
                <a:gd name="connsiteX2132" fmla="*/ 1464223 w 2577833"/>
                <a:gd name="connsiteY2132" fmla="*/ 979169 h 1235632"/>
                <a:gd name="connsiteX2133" fmla="*/ 1475818 w 2577833"/>
                <a:gd name="connsiteY2133" fmla="*/ 967096 h 1235632"/>
                <a:gd name="connsiteX2134" fmla="*/ 1476374 w 2577833"/>
                <a:gd name="connsiteY2134" fmla="*/ 966789 h 1235632"/>
                <a:gd name="connsiteX2135" fmla="*/ 1501603 w 2577833"/>
                <a:gd name="connsiteY2135" fmla="*/ 959940 h 1235632"/>
                <a:gd name="connsiteX2136" fmla="*/ 1502624 w 2577833"/>
                <a:gd name="connsiteY2136" fmla="*/ 960116 h 1235632"/>
                <a:gd name="connsiteX2137" fmla="*/ 1503087 w 2577833"/>
                <a:gd name="connsiteY2137" fmla="*/ 960994 h 1235632"/>
                <a:gd name="connsiteX2138" fmla="*/ 1503087 w 2577833"/>
                <a:gd name="connsiteY2138" fmla="*/ 961960 h 1235632"/>
                <a:gd name="connsiteX2139" fmla="*/ 1522983 w 2577833"/>
                <a:gd name="connsiteY2139" fmla="*/ 959896 h 1235632"/>
                <a:gd name="connsiteX2140" fmla="*/ 1523725 w 2577833"/>
                <a:gd name="connsiteY2140" fmla="*/ 960072 h 1235632"/>
                <a:gd name="connsiteX2141" fmla="*/ 1541766 w 2577833"/>
                <a:gd name="connsiteY2141" fmla="*/ 970871 h 1235632"/>
                <a:gd name="connsiteX2142" fmla="*/ 1544317 w 2577833"/>
                <a:gd name="connsiteY2142" fmla="*/ 968457 h 1235632"/>
                <a:gd name="connsiteX2143" fmla="*/ 1545893 w 2577833"/>
                <a:gd name="connsiteY2143" fmla="*/ 968413 h 1235632"/>
                <a:gd name="connsiteX2144" fmla="*/ 1550160 w 2577833"/>
                <a:gd name="connsiteY2144" fmla="*/ 971969 h 1235632"/>
                <a:gd name="connsiteX2145" fmla="*/ 1554334 w 2577833"/>
                <a:gd name="connsiteY2145" fmla="*/ 971706 h 1235632"/>
                <a:gd name="connsiteX2146" fmla="*/ 1555169 w 2577833"/>
                <a:gd name="connsiteY2146" fmla="*/ 971969 h 1235632"/>
                <a:gd name="connsiteX2147" fmla="*/ 1557766 w 2577833"/>
                <a:gd name="connsiteY2147" fmla="*/ 974164 h 1235632"/>
                <a:gd name="connsiteX2148" fmla="*/ 1558044 w 2577833"/>
                <a:gd name="connsiteY2148" fmla="*/ 975481 h 1235632"/>
                <a:gd name="connsiteX2149" fmla="*/ 1556838 w 2577833"/>
                <a:gd name="connsiteY2149" fmla="*/ 977764 h 1235632"/>
                <a:gd name="connsiteX2150" fmla="*/ 1561523 w 2577833"/>
                <a:gd name="connsiteY2150" fmla="*/ 979783 h 1235632"/>
                <a:gd name="connsiteX2151" fmla="*/ 1562126 w 2577833"/>
                <a:gd name="connsiteY2151" fmla="*/ 980398 h 1235632"/>
                <a:gd name="connsiteX2152" fmla="*/ 1562079 w 2577833"/>
                <a:gd name="connsiteY2152" fmla="*/ 981276 h 1235632"/>
                <a:gd name="connsiteX2153" fmla="*/ 1560177 w 2577833"/>
                <a:gd name="connsiteY2153" fmla="*/ 984876 h 1235632"/>
                <a:gd name="connsiteX2154" fmla="*/ 1565557 w 2577833"/>
                <a:gd name="connsiteY2154" fmla="*/ 989002 h 1235632"/>
                <a:gd name="connsiteX2155" fmla="*/ 1565975 w 2577833"/>
                <a:gd name="connsiteY2155" fmla="*/ 989836 h 1235632"/>
                <a:gd name="connsiteX2156" fmla="*/ 1565975 w 2577833"/>
                <a:gd name="connsiteY2156" fmla="*/ 994709 h 1235632"/>
                <a:gd name="connsiteX2157" fmla="*/ 1570009 w 2577833"/>
                <a:gd name="connsiteY2157" fmla="*/ 995587 h 1235632"/>
                <a:gd name="connsiteX2158" fmla="*/ 1570798 w 2577833"/>
                <a:gd name="connsiteY2158" fmla="*/ 996202 h 1235632"/>
                <a:gd name="connsiteX2159" fmla="*/ 1570798 w 2577833"/>
                <a:gd name="connsiteY2159" fmla="*/ 997168 h 1235632"/>
                <a:gd name="connsiteX2160" fmla="*/ 1567923 w 2577833"/>
                <a:gd name="connsiteY2160" fmla="*/ 1002392 h 1235632"/>
                <a:gd name="connsiteX2161" fmla="*/ 1575668 w 2577833"/>
                <a:gd name="connsiteY2161" fmla="*/ 1014069 h 1235632"/>
                <a:gd name="connsiteX2162" fmla="*/ 1575853 w 2577833"/>
                <a:gd name="connsiteY2162" fmla="*/ 1014640 h 1235632"/>
                <a:gd name="connsiteX2163" fmla="*/ 1575853 w 2577833"/>
                <a:gd name="connsiteY2163" fmla="*/ 1021796 h 1235632"/>
                <a:gd name="connsiteX2164" fmla="*/ 1581975 w 2577833"/>
                <a:gd name="connsiteY2164" fmla="*/ 1028644 h 1235632"/>
                <a:gd name="connsiteX2165" fmla="*/ 1582253 w 2577833"/>
                <a:gd name="connsiteY2165" fmla="*/ 1029346 h 1235632"/>
                <a:gd name="connsiteX2166" fmla="*/ 1582253 w 2577833"/>
                <a:gd name="connsiteY2166" fmla="*/ 1038741 h 1235632"/>
                <a:gd name="connsiteX2167" fmla="*/ 1585361 w 2577833"/>
                <a:gd name="connsiteY2167" fmla="*/ 1041419 h 1235632"/>
                <a:gd name="connsiteX2168" fmla="*/ 1585731 w 2577833"/>
                <a:gd name="connsiteY2168" fmla="*/ 1042209 h 1235632"/>
                <a:gd name="connsiteX2169" fmla="*/ 1585731 w 2577833"/>
                <a:gd name="connsiteY2169" fmla="*/ 1051340 h 1235632"/>
                <a:gd name="connsiteX2170" fmla="*/ 1589117 w 2577833"/>
                <a:gd name="connsiteY2170" fmla="*/ 1054545 h 1235632"/>
                <a:gd name="connsiteX2171" fmla="*/ 1601129 w 2577833"/>
                <a:gd name="connsiteY2171" fmla="*/ 1055072 h 1235632"/>
                <a:gd name="connsiteX2172" fmla="*/ 1601825 w 2577833"/>
                <a:gd name="connsiteY2172" fmla="*/ 1055335 h 1235632"/>
                <a:gd name="connsiteX2173" fmla="*/ 1608456 w 2577833"/>
                <a:gd name="connsiteY2173" fmla="*/ 1060559 h 1235632"/>
                <a:gd name="connsiteX2174" fmla="*/ 1611517 w 2577833"/>
                <a:gd name="connsiteY2174" fmla="*/ 1060559 h 1235632"/>
                <a:gd name="connsiteX2175" fmla="*/ 1611517 w 2577833"/>
                <a:gd name="connsiteY2175" fmla="*/ 1059198 h 1235632"/>
                <a:gd name="connsiteX2176" fmla="*/ 1612213 w 2577833"/>
                <a:gd name="connsiteY2176" fmla="*/ 1058189 h 1235632"/>
                <a:gd name="connsiteX2177" fmla="*/ 1613465 w 2577833"/>
                <a:gd name="connsiteY2177" fmla="*/ 1058408 h 1235632"/>
                <a:gd name="connsiteX2178" fmla="*/ 1627610 w 2577833"/>
                <a:gd name="connsiteY2178" fmla="*/ 1071271 h 1235632"/>
                <a:gd name="connsiteX2179" fmla="*/ 1633500 w 2577833"/>
                <a:gd name="connsiteY2179" fmla="*/ 1071271 h 1235632"/>
                <a:gd name="connsiteX2180" fmla="*/ 1634474 w 2577833"/>
                <a:gd name="connsiteY2180" fmla="*/ 1071754 h 1235632"/>
                <a:gd name="connsiteX2181" fmla="*/ 1634567 w 2577833"/>
                <a:gd name="connsiteY2181" fmla="*/ 1072807 h 1235632"/>
                <a:gd name="connsiteX2182" fmla="*/ 1631831 w 2577833"/>
                <a:gd name="connsiteY2182" fmla="*/ 1078690 h 1235632"/>
                <a:gd name="connsiteX2183" fmla="*/ 1635495 w 2577833"/>
                <a:gd name="connsiteY2183" fmla="*/ 1080402 h 1235632"/>
                <a:gd name="connsiteX2184" fmla="*/ 1636143 w 2577833"/>
                <a:gd name="connsiteY2184" fmla="*/ 1081368 h 1235632"/>
                <a:gd name="connsiteX2185" fmla="*/ 1636143 w 2577833"/>
                <a:gd name="connsiteY2185" fmla="*/ 1086021 h 1235632"/>
                <a:gd name="connsiteX2186" fmla="*/ 1636097 w 2577833"/>
                <a:gd name="connsiteY2186" fmla="*/ 1086373 h 1235632"/>
                <a:gd name="connsiteX2187" fmla="*/ 1634520 w 2577833"/>
                <a:gd name="connsiteY2187" fmla="*/ 1090807 h 1235632"/>
                <a:gd name="connsiteX2188" fmla="*/ 1639390 w 2577833"/>
                <a:gd name="connsiteY2188" fmla="*/ 1098094 h 1235632"/>
                <a:gd name="connsiteX2189" fmla="*/ 1663692 w 2577833"/>
                <a:gd name="connsiteY2189" fmla="*/ 1098094 h 1235632"/>
                <a:gd name="connsiteX2190" fmla="*/ 1663692 w 2577833"/>
                <a:gd name="connsiteY2190" fmla="*/ 1094801 h 1235632"/>
                <a:gd name="connsiteX2191" fmla="*/ 1664156 w 2577833"/>
                <a:gd name="connsiteY2191" fmla="*/ 1093923 h 1235632"/>
                <a:gd name="connsiteX2192" fmla="*/ 1671112 w 2577833"/>
                <a:gd name="connsiteY2192" fmla="*/ 1089007 h 1235632"/>
                <a:gd name="connsiteX2193" fmla="*/ 1671761 w 2577833"/>
                <a:gd name="connsiteY2193" fmla="*/ 1088787 h 1235632"/>
                <a:gd name="connsiteX2194" fmla="*/ 1678440 w 2577833"/>
                <a:gd name="connsiteY2194" fmla="*/ 1088524 h 1235632"/>
                <a:gd name="connsiteX2195" fmla="*/ 1686324 w 2577833"/>
                <a:gd name="connsiteY2195" fmla="*/ 1084529 h 1235632"/>
                <a:gd name="connsiteX2196" fmla="*/ 1686602 w 2577833"/>
                <a:gd name="connsiteY2196" fmla="*/ 1084441 h 1235632"/>
                <a:gd name="connsiteX2197" fmla="*/ 1698196 w 2577833"/>
                <a:gd name="connsiteY2197" fmla="*/ 1081983 h 1235632"/>
                <a:gd name="connsiteX2198" fmla="*/ 1699171 w 2577833"/>
                <a:gd name="connsiteY2198" fmla="*/ 1082202 h 1235632"/>
                <a:gd name="connsiteX2199" fmla="*/ 1699588 w 2577833"/>
                <a:gd name="connsiteY2199" fmla="*/ 1083080 h 1235632"/>
                <a:gd name="connsiteX2200" fmla="*/ 1699588 w 2577833"/>
                <a:gd name="connsiteY2200" fmla="*/ 1086373 h 1235632"/>
                <a:gd name="connsiteX2201" fmla="*/ 1699356 w 2577833"/>
                <a:gd name="connsiteY2201" fmla="*/ 1087031 h 1235632"/>
                <a:gd name="connsiteX2202" fmla="*/ 1694904 w 2577833"/>
                <a:gd name="connsiteY2202" fmla="*/ 1092694 h 1235632"/>
                <a:gd name="connsiteX2203" fmla="*/ 1699356 w 2577833"/>
                <a:gd name="connsiteY2203" fmla="*/ 1098621 h 1235632"/>
                <a:gd name="connsiteX2204" fmla="*/ 1699309 w 2577833"/>
                <a:gd name="connsiteY2204" fmla="*/ 1099982 h 1235632"/>
                <a:gd name="connsiteX2205" fmla="*/ 1694672 w 2577833"/>
                <a:gd name="connsiteY2205" fmla="*/ 1105206 h 1235632"/>
                <a:gd name="connsiteX2206" fmla="*/ 1690822 w 2577833"/>
                <a:gd name="connsiteY2206" fmla="*/ 1108103 h 1235632"/>
                <a:gd name="connsiteX2207" fmla="*/ 1690034 w 2577833"/>
                <a:gd name="connsiteY2207" fmla="*/ 1114249 h 1235632"/>
                <a:gd name="connsiteX2208" fmla="*/ 1689895 w 2577833"/>
                <a:gd name="connsiteY2208" fmla="*/ 1114600 h 1235632"/>
                <a:gd name="connsiteX2209" fmla="*/ 1684330 w 2577833"/>
                <a:gd name="connsiteY2209" fmla="*/ 1124873 h 1235632"/>
                <a:gd name="connsiteX2210" fmla="*/ 1686185 w 2577833"/>
                <a:gd name="connsiteY2210" fmla="*/ 1129922 h 1235632"/>
                <a:gd name="connsiteX2211" fmla="*/ 1685814 w 2577833"/>
                <a:gd name="connsiteY2211" fmla="*/ 1131151 h 1235632"/>
                <a:gd name="connsiteX2212" fmla="*/ 1682057 w 2577833"/>
                <a:gd name="connsiteY2212" fmla="*/ 1133916 h 1235632"/>
                <a:gd name="connsiteX2213" fmla="*/ 1678950 w 2577833"/>
                <a:gd name="connsiteY2213" fmla="*/ 1146472 h 1235632"/>
                <a:gd name="connsiteX2214" fmla="*/ 1678208 w 2577833"/>
                <a:gd name="connsiteY2214" fmla="*/ 1147262 h 1235632"/>
                <a:gd name="connsiteX2215" fmla="*/ 1674220 w 2577833"/>
                <a:gd name="connsiteY2215" fmla="*/ 1148667 h 1235632"/>
                <a:gd name="connsiteX2216" fmla="*/ 1673431 w 2577833"/>
                <a:gd name="connsiteY2216" fmla="*/ 1154593 h 1235632"/>
                <a:gd name="connsiteX2217" fmla="*/ 1672782 w 2577833"/>
                <a:gd name="connsiteY2217" fmla="*/ 1155427 h 1235632"/>
                <a:gd name="connsiteX2218" fmla="*/ 1668005 w 2577833"/>
                <a:gd name="connsiteY2218" fmla="*/ 1157666 h 1235632"/>
                <a:gd name="connsiteX2219" fmla="*/ 1667077 w 2577833"/>
                <a:gd name="connsiteY2219" fmla="*/ 1157666 h 1235632"/>
                <a:gd name="connsiteX2220" fmla="*/ 1667077 w 2577833"/>
                <a:gd name="connsiteY2220" fmla="*/ 1157666 h 1235632"/>
                <a:gd name="connsiteX2221" fmla="*/ 1665083 w 2577833"/>
                <a:gd name="connsiteY2221" fmla="*/ 1160432 h 1235632"/>
                <a:gd name="connsiteX2222" fmla="*/ 1659008 w 2577833"/>
                <a:gd name="connsiteY2222" fmla="*/ 1167017 h 1235632"/>
                <a:gd name="connsiteX2223" fmla="*/ 1656132 w 2577833"/>
                <a:gd name="connsiteY2223" fmla="*/ 1157974 h 1235632"/>
                <a:gd name="connsiteX2224" fmla="*/ 1655622 w 2577833"/>
                <a:gd name="connsiteY2224" fmla="*/ 1153452 h 1235632"/>
                <a:gd name="connsiteX2225" fmla="*/ 1651402 w 2577833"/>
                <a:gd name="connsiteY2225" fmla="*/ 1151915 h 1235632"/>
                <a:gd name="connsiteX2226" fmla="*/ 1647877 w 2577833"/>
                <a:gd name="connsiteY2226" fmla="*/ 1157227 h 1235632"/>
                <a:gd name="connsiteX2227" fmla="*/ 1647228 w 2577833"/>
                <a:gd name="connsiteY2227" fmla="*/ 1157710 h 1235632"/>
                <a:gd name="connsiteX2228" fmla="*/ 1641616 w 2577833"/>
                <a:gd name="connsiteY2228" fmla="*/ 1159247 h 1235632"/>
                <a:gd name="connsiteX2229" fmla="*/ 1638462 w 2577833"/>
                <a:gd name="connsiteY2229" fmla="*/ 1161398 h 1235632"/>
                <a:gd name="connsiteX2230" fmla="*/ 1642219 w 2577833"/>
                <a:gd name="connsiteY2230" fmla="*/ 1164866 h 1235632"/>
                <a:gd name="connsiteX2231" fmla="*/ 1642544 w 2577833"/>
                <a:gd name="connsiteY2231" fmla="*/ 1165524 h 1235632"/>
                <a:gd name="connsiteX2232" fmla="*/ 1644584 w 2577833"/>
                <a:gd name="connsiteY2232" fmla="*/ 1183084 h 1235632"/>
                <a:gd name="connsiteX2233" fmla="*/ 1644584 w 2577833"/>
                <a:gd name="connsiteY2233" fmla="*/ 1183436 h 1235632"/>
                <a:gd name="connsiteX2234" fmla="*/ 1643193 w 2577833"/>
                <a:gd name="connsiteY2234" fmla="*/ 1188967 h 1235632"/>
                <a:gd name="connsiteX2235" fmla="*/ 1644584 w 2577833"/>
                <a:gd name="connsiteY2235" fmla="*/ 1194455 h 1235632"/>
                <a:gd name="connsiteX2236" fmla="*/ 1644445 w 2577833"/>
                <a:gd name="connsiteY2236" fmla="*/ 1195289 h 1235632"/>
                <a:gd name="connsiteX2237" fmla="*/ 1640086 w 2577833"/>
                <a:gd name="connsiteY2237" fmla="*/ 1201874 h 1235632"/>
                <a:gd name="connsiteX2238" fmla="*/ 1639575 w 2577833"/>
                <a:gd name="connsiteY2238" fmla="*/ 1202313 h 1235632"/>
                <a:gd name="connsiteX2239" fmla="*/ 1633964 w 2577833"/>
                <a:gd name="connsiteY2239" fmla="*/ 1204727 h 1235632"/>
                <a:gd name="connsiteX2240" fmla="*/ 1634103 w 2577833"/>
                <a:gd name="connsiteY2240" fmla="*/ 1205825 h 1235632"/>
                <a:gd name="connsiteX2241" fmla="*/ 1642033 w 2577833"/>
                <a:gd name="connsiteY2241" fmla="*/ 1207888 h 1235632"/>
                <a:gd name="connsiteX2242" fmla="*/ 1644631 w 2577833"/>
                <a:gd name="connsiteY2242" fmla="*/ 1205430 h 1235632"/>
                <a:gd name="connsiteX2243" fmla="*/ 1647831 w 2577833"/>
                <a:gd name="connsiteY2243" fmla="*/ 1199371 h 1235632"/>
                <a:gd name="connsiteX2244" fmla="*/ 1649872 w 2577833"/>
                <a:gd name="connsiteY2244" fmla="*/ 1194981 h 1235632"/>
                <a:gd name="connsiteX2245" fmla="*/ 1651587 w 2577833"/>
                <a:gd name="connsiteY2245" fmla="*/ 1191118 h 1235632"/>
                <a:gd name="connsiteX2246" fmla="*/ 1654463 w 2577833"/>
                <a:gd name="connsiteY2246" fmla="*/ 1197440 h 1235632"/>
                <a:gd name="connsiteX2247" fmla="*/ 1656782 w 2577833"/>
                <a:gd name="connsiteY2247" fmla="*/ 1196342 h 1235632"/>
                <a:gd name="connsiteX2248" fmla="*/ 1658822 w 2577833"/>
                <a:gd name="connsiteY2248" fmla="*/ 1194981 h 1235632"/>
                <a:gd name="connsiteX2249" fmla="*/ 1658822 w 2577833"/>
                <a:gd name="connsiteY2249" fmla="*/ 1201566 h 1235632"/>
                <a:gd name="connsiteX2250" fmla="*/ 1664619 w 2577833"/>
                <a:gd name="connsiteY2250" fmla="*/ 1202093 h 1235632"/>
                <a:gd name="connsiteX2251" fmla="*/ 1668097 w 2577833"/>
                <a:gd name="connsiteY2251" fmla="*/ 1202620 h 1235632"/>
                <a:gd name="connsiteX2252" fmla="*/ 1670416 w 2577833"/>
                <a:gd name="connsiteY2252" fmla="*/ 1203718 h 1235632"/>
                <a:gd name="connsiteX2253" fmla="*/ 1674173 w 2577833"/>
                <a:gd name="connsiteY2253" fmla="*/ 1204815 h 1235632"/>
                <a:gd name="connsiteX2254" fmla="*/ 1684330 w 2577833"/>
                <a:gd name="connsiteY2254" fmla="*/ 1202620 h 1235632"/>
                <a:gd name="connsiteX2255" fmla="*/ 1702880 w 2577833"/>
                <a:gd name="connsiteY2255" fmla="*/ 1190811 h 1235632"/>
                <a:gd name="connsiteX2256" fmla="*/ 1705478 w 2577833"/>
                <a:gd name="connsiteY2256" fmla="*/ 1188616 h 1235632"/>
                <a:gd name="connsiteX2257" fmla="*/ 1705478 w 2577833"/>
                <a:gd name="connsiteY2257" fmla="*/ 1184489 h 1235632"/>
                <a:gd name="connsiteX2258" fmla="*/ 1709513 w 2577833"/>
                <a:gd name="connsiteY2258" fmla="*/ 1184489 h 1235632"/>
                <a:gd name="connsiteX2259" fmla="*/ 1711229 w 2577833"/>
                <a:gd name="connsiteY2259" fmla="*/ 1179265 h 1235632"/>
                <a:gd name="connsiteX2260" fmla="*/ 1719345 w 2577833"/>
                <a:gd name="connsiteY2260" fmla="*/ 1168554 h 1235632"/>
                <a:gd name="connsiteX2261" fmla="*/ 1731820 w 2577833"/>
                <a:gd name="connsiteY2261" fmla="*/ 1152925 h 1235632"/>
                <a:gd name="connsiteX2262" fmla="*/ 1750371 w 2577833"/>
                <a:gd name="connsiteY2262" fmla="*/ 1133433 h 1235632"/>
                <a:gd name="connsiteX2263" fmla="*/ 1755008 w 2577833"/>
                <a:gd name="connsiteY2263" fmla="*/ 1124653 h 1235632"/>
                <a:gd name="connsiteX2264" fmla="*/ 1757049 w 2577833"/>
                <a:gd name="connsiteY2264" fmla="*/ 1118068 h 1235632"/>
                <a:gd name="connsiteX2265" fmla="*/ 1766325 w 2577833"/>
                <a:gd name="connsiteY2265" fmla="*/ 1105996 h 1235632"/>
                <a:gd name="connsiteX2266" fmla="*/ 1769803 w 2577833"/>
                <a:gd name="connsiteY2266" fmla="*/ 1098577 h 1235632"/>
                <a:gd name="connsiteX2267" fmla="*/ 1773838 w 2577833"/>
                <a:gd name="connsiteY2267" fmla="*/ 1094187 h 1235632"/>
                <a:gd name="connsiteX2268" fmla="*/ 1782835 w 2577833"/>
                <a:gd name="connsiteY2268" fmla="*/ 1084046 h 1235632"/>
                <a:gd name="connsiteX2269" fmla="*/ 1785154 w 2577833"/>
                <a:gd name="connsiteY2269" fmla="*/ 1073598 h 1235632"/>
                <a:gd name="connsiteX2270" fmla="*/ 1787751 w 2577833"/>
                <a:gd name="connsiteY2270" fmla="*/ 1061525 h 1235632"/>
                <a:gd name="connsiteX2271" fmla="*/ 1789188 w 2577833"/>
                <a:gd name="connsiteY2271" fmla="*/ 1046687 h 1235632"/>
                <a:gd name="connsiteX2272" fmla="*/ 1790673 w 2577833"/>
                <a:gd name="connsiteY2272" fmla="*/ 1042824 h 1235632"/>
                <a:gd name="connsiteX2273" fmla="*/ 1788910 w 2577833"/>
                <a:gd name="connsiteY2273" fmla="*/ 1029917 h 1235632"/>
                <a:gd name="connsiteX2274" fmla="*/ 1790673 w 2577833"/>
                <a:gd name="connsiteY2274" fmla="*/ 1024693 h 1235632"/>
                <a:gd name="connsiteX2275" fmla="*/ 1790673 w 2577833"/>
                <a:gd name="connsiteY2275" fmla="*/ 1018108 h 1235632"/>
                <a:gd name="connsiteX2276" fmla="*/ 1794383 w 2577833"/>
                <a:gd name="connsiteY2276" fmla="*/ 1015386 h 1235632"/>
                <a:gd name="connsiteX2277" fmla="*/ 1794383 w 2577833"/>
                <a:gd name="connsiteY2277" fmla="*/ 1009899 h 1235632"/>
                <a:gd name="connsiteX2278" fmla="*/ 1796980 w 2577833"/>
                <a:gd name="connsiteY2278" fmla="*/ 1007440 h 1235632"/>
                <a:gd name="connsiteX2279" fmla="*/ 1800458 w 2577833"/>
                <a:gd name="connsiteY2279" fmla="*/ 1003314 h 1235632"/>
                <a:gd name="connsiteX2280" fmla="*/ 1802174 w 2577833"/>
                <a:gd name="connsiteY2280" fmla="*/ 1001645 h 1235632"/>
                <a:gd name="connsiteX2281" fmla="*/ 1799577 w 2577833"/>
                <a:gd name="connsiteY2281" fmla="*/ 989002 h 1235632"/>
                <a:gd name="connsiteX2282" fmla="*/ 1800736 w 2577833"/>
                <a:gd name="connsiteY2282" fmla="*/ 985710 h 1235632"/>
                <a:gd name="connsiteX2283" fmla="*/ 1792342 w 2577833"/>
                <a:gd name="connsiteY2283" fmla="*/ 972276 h 1235632"/>
                <a:gd name="connsiteX2284" fmla="*/ 1786545 w 2577833"/>
                <a:gd name="connsiteY2284" fmla="*/ 969555 h 1235632"/>
                <a:gd name="connsiteX2285" fmla="*/ 1799299 w 2577833"/>
                <a:gd name="connsiteY2285" fmla="*/ 973418 h 1235632"/>
                <a:gd name="connsiteX2286" fmla="*/ 1801896 w 2577833"/>
                <a:gd name="connsiteY2286" fmla="*/ 972891 h 1235632"/>
                <a:gd name="connsiteX2287" fmla="*/ 1803751 w 2577833"/>
                <a:gd name="connsiteY2287" fmla="*/ 967403 h 1235632"/>
                <a:gd name="connsiteX2288" fmla="*/ 1790859 w 2577833"/>
                <a:gd name="connsiteY2288" fmla="*/ 958623 h 1235632"/>
                <a:gd name="connsiteX2289" fmla="*/ 1785339 w 2577833"/>
                <a:gd name="connsiteY2289" fmla="*/ 952038 h 1235632"/>
                <a:gd name="connsiteX2290" fmla="*/ 1785339 w 2577833"/>
                <a:gd name="connsiteY2290" fmla="*/ 949009 h 1235632"/>
                <a:gd name="connsiteX2291" fmla="*/ 1778986 w 2577833"/>
                <a:gd name="connsiteY2291" fmla="*/ 944619 h 1235632"/>
                <a:gd name="connsiteX2292" fmla="*/ 1776110 w 2577833"/>
                <a:gd name="connsiteY2292" fmla="*/ 942161 h 1235632"/>
                <a:gd name="connsiteX2293" fmla="*/ 1770591 w 2577833"/>
                <a:gd name="connsiteY2293" fmla="*/ 944619 h 1235632"/>
                <a:gd name="connsiteX2294" fmla="*/ 1760435 w 2577833"/>
                <a:gd name="connsiteY2294" fmla="*/ 940493 h 1235632"/>
                <a:gd name="connsiteX2295" fmla="*/ 1760991 w 2577833"/>
                <a:gd name="connsiteY2295" fmla="*/ 948175 h 1235632"/>
                <a:gd name="connsiteX2296" fmla="*/ 1760110 w 2577833"/>
                <a:gd name="connsiteY2296" fmla="*/ 955024 h 1235632"/>
                <a:gd name="connsiteX2297" fmla="*/ 1759554 w 2577833"/>
                <a:gd name="connsiteY2297" fmla="*/ 959150 h 1235632"/>
                <a:gd name="connsiteX2298" fmla="*/ 1752875 w 2577833"/>
                <a:gd name="connsiteY2298" fmla="*/ 962179 h 1235632"/>
                <a:gd name="connsiteX2299" fmla="*/ 1757235 w 2577833"/>
                <a:gd name="connsiteY2299" fmla="*/ 956692 h 1235632"/>
                <a:gd name="connsiteX2300" fmla="*/ 1758997 w 2577833"/>
                <a:gd name="connsiteY2300" fmla="*/ 947912 h 1235632"/>
                <a:gd name="connsiteX2301" fmla="*/ 1753803 w 2577833"/>
                <a:gd name="connsiteY2301" fmla="*/ 956692 h 1235632"/>
                <a:gd name="connsiteX2302" fmla="*/ 1746568 w 2577833"/>
                <a:gd name="connsiteY2302" fmla="*/ 961916 h 1235632"/>
                <a:gd name="connsiteX2303" fmla="*/ 1736736 w 2577833"/>
                <a:gd name="connsiteY2303" fmla="*/ 960248 h 1235632"/>
                <a:gd name="connsiteX2304" fmla="*/ 1741095 w 2577833"/>
                <a:gd name="connsiteY2304" fmla="*/ 956692 h 1235632"/>
                <a:gd name="connsiteX2305" fmla="*/ 1746289 w 2577833"/>
                <a:gd name="connsiteY2305" fmla="*/ 953970 h 1235632"/>
                <a:gd name="connsiteX2306" fmla="*/ 1746568 w 2577833"/>
                <a:gd name="connsiteY2306" fmla="*/ 949843 h 1235632"/>
                <a:gd name="connsiteX2307" fmla="*/ 1740214 w 2577833"/>
                <a:gd name="connsiteY2307" fmla="*/ 949580 h 1235632"/>
                <a:gd name="connsiteX2308" fmla="*/ 1740214 w 2577833"/>
                <a:gd name="connsiteY2308" fmla="*/ 946287 h 1235632"/>
                <a:gd name="connsiteX2309" fmla="*/ 1743693 w 2577833"/>
                <a:gd name="connsiteY2309" fmla="*/ 944619 h 1235632"/>
                <a:gd name="connsiteX2310" fmla="*/ 1744852 w 2577833"/>
                <a:gd name="connsiteY2310" fmla="*/ 941327 h 1235632"/>
                <a:gd name="connsiteX2311" fmla="*/ 1739333 w 2577833"/>
                <a:gd name="connsiteY2311" fmla="*/ 942995 h 1235632"/>
                <a:gd name="connsiteX2312" fmla="*/ 1736458 w 2577833"/>
                <a:gd name="connsiteY2312" fmla="*/ 946858 h 1235632"/>
                <a:gd name="connsiteX2313" fmla="*/ 1736458 w 2577833"/>
                <a:gd name="connsiteY2313" fmla="*/ 950414 h 1235632"/>
                <a:gd name="connsiteX2314" fmla="*/ 1730057 w 2577833"/>
                <a:gd name="connsiteY2314" fmla="*/ 954541 h 1235632"/>
                <a:gd name="connsiteX2315" fmla="*/ 1730057 w 2577833"/>
                <a:gd name="connsiteY2315" fmla="*/ 946287 h 1235632"/>
                <a:gd name="connsiteX2316" fmla="*/ 1730336 w 2577833"/>
                <a:gd name="connsiteY2316" fmla="*/ 935312 h 1235632"/>
                <a:gd name="connsiteX2317" fmla="*/ 1713547 w 2577833"/>
                <a:gd name="connsiteY2317" fmla="*/ 934786 h 1235632"/>
                <a:gd name="connsiteX2318" fmla="*/ 1704550 w 2577833"/>
                <a:gd name="connsiteY2318" fmla="*/ 927674 h 1235632"/>
                <a:gd name="connsiteX2319" fmla="*/ 1711507 w 2577833"/>
                <a:gd name="connsiteY2319" fmla="*/ 921089 h 1235632"/>
                <a:gd name="connsiteX2320" fmla="*/ 1722544 w 2577833"/>
                <a:gd name="connsiteY2320" fmla="*/ 911475 h 1235632"/>
                <a:gd name="connsiteX2321" fmla="*/ 1728064 w 2577833"/>
                <a:gd name="connsiteY2321" fmla="*/ 906251 h 1235632"/>
                <a:gd name="connsiteX2322" fmla="*/ 1754452 w 2577833"/>
                <a:gd name="connsiteY2322" fmla="*/ 879647 h 1235632"/>
                <a:gd name="connsiteX2323" fmla="*/ 1762290 w 2577833"/>
                <a:gd name="connsiteY2323" fmla="*/ 869770 h 1235632"/>
                <a:gd name="connsiteX2324" fmla="*/ 1764006 w 2577833"/>
                <a:gd name="connsiteY2324" fmla="*/ 866477 h 1235632"/>
                <a:gd name="connsiteX2325" fmla="*/ 1768922 w 2577833"/>
                <a:gd name="connsiteY2325" fmla="*/ 862087 h 1235632"/>
                <a:gd name="connsiteX2326" fmla="*/ 1772400 w 2577833"/>
                <a:gd name="connsiteY2326" fmla="*/ 862087 h 1235632"/>
                <a:gd name="connsiteX2327" fmla="*/ 1774162 w 2577833"/>
                <a:gd name="connsiteY2327" fmla="*/ 858224 h 1235632"/>
                <a:gd name="connsiteX2328" fmla="*/ 1777641 w 2577833"/>
                <a:gd name="connsiteY2328" fmla="*/ 856292 h 1235632"/>
                <a:gd name="connsiteX2329" fmla="*/ 1779079 w 2577833"/>
                <a:gd name="connsiteY2329" fmla="*/ 852736 h 1235632"/>
                <a:gd name="connsiteX2330" fmla="*/ 1783716 w 2577833"/>
                <a:gd name="connsiteY2330" fmla="*/ 850015 h 1235632"/>
                <a:gd name="connsiteX2331" fmla="*/ 1790070 w 2577833"/>
                <a:gd name="connsiteY2331" fmla="*/ 839874 h 1235632"/>
                <a:gd name="connsiteX2332" fmla="*/ 1806580 w 2577833"/>
                <a:gd name="connsiteY2332" fmla="*/ 824245 h 1235632"/>
                <a:gd name="connsiteX2333" fmla="*/ 1814696 w 2577833"/>
                <a:gd name="connsiteY2333" fmla="*/ 811909 h 1235632"/>
                <a:gd name="connsiteX2334" fmla="*/ 1829166 w 2577833"/>
                <a:gd name="connsiteY2334" fmla="*/ 802603 h 1235632"/>
                <a:gd name="connsiteX2335" fmla="*/ 1838163 w 2577833"/>
                <a:gd name="connsiteY2335" fmla="*/ 802339 h 1235632"/>
                <a:gd name="connsiteX2336" fmla="*/ 1859914 w 2577833"/>
                <a:gd name="connsiteY2336" fmla="*/ 802076 h 1235632"/>
                <a:gd name="connsiteX2337" fmla="*/ 1874383 w 2577833"/>
                <a:gd name="connsiteY2337" fmla="*/ 801549 h 1235632"/>
                <a:gd name="connsiteX2338" fmla="*/ 1877584 w 2577833"/>
                <a:gd name="connsiteY2338" fmla="*/ 808134 h 1235632"/>
                <a:gd name="connsiteX2339" fmla="*/ 1881340 w 2577833"/>
                <a:gd name="connsiteY2339" fmla="*/ 801285 h 1235632"/>
                <a:gd name="connsiteX2340" fmla="*/ 1884540 w 2577833"/>
                <a:gd name="connsiteY2340" fmla="*/ 800188 h 1235632"/>
                <a:gd name="connsiteX2341" fmla="*/ 1892656 w 2577833"/>
                <a:gd name="connsiteY2341" fmla="*/ 802646 h 1235632"/>
                <a:gd name="connsiteX2342" fmla="*/ 1899334 w 2577833"/>
                <a:gd name="connsiteY2342" fmla="*/ 805939 h 1235632"/>
                <a:gd name="connsiteX2343" fmla="*/ 1901097 w 2577833"/>
                <a:gd name="connsiteY2343" fmla="*/ 805105 h 1235632"/>
                <a:gd name="connsiteX2344" fmla="*/ 1903416 w 2577833"/>
                <a:gd name="connsiteY2344" fmla="*/ 805105 h 1235632"/>
                <a:gd name="connsiteX2345" fmla="*/ 1905735 w 2577833"/>
                <a:gd name="connsiteY2345" fmla="*/ 802646 h 1235632"/>
                <a:gd name="connsiteX2346" fmla="*/ 1911810 w 2577833"/>
                <a:gd name="connsiteY2346" fmla="*/ 801812 h 1235632"/>
                <a:gd name="connsiteX2347" fmla="*/ 1917885 w 2577833"/>
                <a:gd name="connsiteY2347" fmla="*/ 805675 h 1235632"/>
                <a:gd name="connsiteX2348" fmla="*/ 1923682 w 2577833"/>
                <a:gd name="connsiteY2348" fmla="*/ 805675 h 1235632"/>
                <a:gd name="connsiteX2349" fmla="*/ 1923682 w 2577833"/>
                <a:gd name="connsiteY2349" fmla="*/ 804007 h 1235632"/>
                <a:gd name="connsiteX2350" fmla="*/ 1919045 w 2577833"/>
                <a:gd name="connsiteY2350" fmla="*/ 803173 h 1235632"/>
                <a:gd name="connsiteX2351" fmla="*/ 1919323 w 2577833"/>
                <a:gd name="connsiteY2351" fmla="*/ 799881 h 1235632"/>
                <a:gd name="connsiteX2352" fmla="*/ 1925677 w 2577833"/>
                <a:gd name="connsiteY2352" fmla="*/ 798520 h 1235632"/>
                <a:gd name="connsiteX2353" fmla="*/ 1925677 w 2577833"/>
                <a:gd name="connsiteY2353" fmla="*/ 795798 h 1235632"/>
                <a:gd name="connsiteX2354" fmla="*/ 1933793 w 2577833"/>
                <a:gd name="connsiteY2354" fmla="*/ 791145 h 1235632"/>
                <a:gd name="connsiteX2355" fmla="*/ 1948866 w 2577833"/>
                <a:gd name="connsiteY2355" fmla="*/ 796369 h 1235632"/>
                <a:gd name="connsiteX2356" fmla="*/ 1948866 w 2577833"/>
                <a:gd name="connsiteY2356" fmla="*/ 798300 h 1235632"/>
                <a:gd name="connsiteX2357" fmla="*/ 1946825 w 2577833"/>
                <a:gd name="connsiteY2357" fmla="*/ 799661 h 1235632"/>
                <a:gd name="connsiteX2358" fmla="*/ 1953781 w 2577833"/>
                <a:gd name="connsiteY2358" fmla="*/ 800759 h 1235632"/>
                <a:gd name="connsiteX2359" fmla="*/ 1953781 w 2577833"/>
                <a:gd name="connsiteY2359" fmla="*/ 796105 h 1235632"/>
                <a:gd name="connsiteX2360" fmla="*/ 1962500 w 2577833"/>
                <a:gd name="connsiteY2360" fmla="*/ 797466 h 1235632"/>
                <a:gd name="connsiteX2361" fmla="*/ 1974373 w 2577833"/>
                <a:gd name="connsiteY2361" fmla="*/ 805412 h 1235632"/>
                <a:gd name="connsiteX2362" fmla="*/ 1974373 w 2577833"/>
                <a:gd name="connsiteY2362" fmla="*/ 808968 h 1235632"/>
                <a:gd name="connsiteX2363" fmla="*/ 1957863 w 2577833"/>
                <a:gd name="connsiteY2363" fmla="*/ 811997 h 1235632"/>
                <a:gd name="connsiteX2364" fmla="*/ 1965979 w 2577833"/>
                <a:gd name="connsiteY2364" fmla="*/ 817748 h 1235632"/>
                <a:gd name="connsiteX2365" fmla="*/ 1974373 w 2577833"/>
                <a:gd name="connsiteY2365" fmla="*/ 817748 h 1235632"/>
                <a:gd name="connsiteX2366" fmla="*/ 1974373 w 2577833"/>
                <a:gd name="connsiteY2366" fmla="*/ 815290 h 1235632"/>
                <a:gd name="connsiteX2367" fmla="*/ 1977248 w 2577833"/>
                <a:gd name="connsiteY2367" fmla="*/ 812260 h 1235632"/>
                <a:gd name="connsiteX2368" fmla="*/ 1983602 w 2577833"/>
                <a:gd name="connsiteY2368" fmla="*/ 816387 h 1235632"/>
                <a:gd name="connsiteX2369" fmla="*/ 1987359 w 2577833"/>
                <a:gd name="connsiteY2369" fmla="*/ 812524 h 1235632"/>
                <a:gd name="connsiteX2370" fmla="*/ 1991440 w 2577833"/>
                <a:gd name="connsiteY2370" fmla="*/ 810856 h 1235632"/>
                <a:gd name="connsiteX2371" fmla="*/ 1993481 w 2577833"/>
                <a:gd name="connsiteY2371" fmla="*/ 808397 h 1235632"/>
                <a:gd name="connsiteX2372" fmla="*/ 1998118 w 2577833"/>
                <a:gd name="connsiteY2372" fmla="*/ 808134 h 1235632"/>
                <a:gd name="connsiteX2373" fmla="*/ 2004796 w 2577833"/>
                <a:gd name="connsiteY2373" fmla="*/ 811690 h 1235632"/>
                <a:gd name="connsiteX2374" fmla="*/ 2006837 w 2577833"/>
                <a:gd name="connsiteY2374" fmla="*/ 811163 h 1235632"/>
                <a:gd name="connsiteX2375" fmla="*/ 2006837 w 2577833"/>
                <a:gd name="connsiteY2375" fmla="*/ 808134 h 1235632"/>
                <a:gd name="connsiteX2376" fmla="*/ 2011475 w 2577833"/>
                <a:gd name="connsiteY2376" fmla="*/ 808134 h 1235632"/>
                <a:gd name="connsiteX2377" fmla="*/ 2016113 w 2577833"/>
                <a:gd name="connsiteY2377" fmla="*/ 808397 h 1235632"/>
                <a:gd name="connsiteX2378" fmla="*/ 2022791 w 2577833"/>
                <a:gd name="connsiteY2378" fmla="*/ 805368 h 1235632"/>
                <a:gd name="connsiteX2379" fmla="*/ 2007440 w 2577833"/>
                <a:gd name="connsiteY2379" fmla="*/ 799617 h 1235632"/>
                <a:gd name="connsiteX2380" fmla="*/ 2003683 w 2577833"/>
                <a:gd name="connsiteY2380" fmla="*/ 798256 h 1235632"/>
                <a:gd name="connsiteX2381" fmla="*/ 2007440 w 2577833"/>
                <a:gd name="connsiteY2381" fmla="*/ 794700 h 1235632"/>
                <a:gd name="connsiteX2382" fmla="*/ 2006884 w 2577833"/>
                <a:gd name="connsiteY2382" fmla="*/ 787589 h 1235632"/>
                <a:gd name="connsiteX2383" fmla="*/ 2009759 w 2577833"/>
                <a:gd name="connsiteY2383" fmla="*/ 784867 h 1235632"/>
                <a:gd name="connsiteX2384" fmla="*/ 2010640 w 2577833"/>
                <a:gd name="connsiteY2384" fmla="*/ 782408 h 1235632"/>
                <a:gd name="connsiteX2385" fmla="*/ 2032669 w 2577833"/>
                <a:gd name="connsiteY2385" fmla="*/ 762390 h 1235632"/>
                <a:gd name="connsiteX2386" fmla="*/ 2034431 w 2577833"/>
                <a:gd name="connsiteY2386" fmla="*/ 755542 h 1235632"/>
                <a:gd name="connsiteX2387" fmla="*/ 2044263 w 2577833"/>
                <a:gd name="connsiteY2387" fmla="*/ 746498 h 1235632"/>
                <a:gd name="connsiteX2388" fmla="*/ 2044263 w 2577833"/>
                <a:gd name="connsiteY2388" fmla="*/ 739079 h 1235632"/>
                <a:gd name="connsiteX2389" fmla="*/ 2048623 w 2577833"/>
                <a:gd name="connsiteY2389" fmla="*/ 736621 h 1235632"/>
                <a:gd name="connsiteX2390" fmla="*/ 2052101 w 2577833"/>
                <a:gd name="connsiteY2390" fmla="*/ 732494 h 1235632"/>
                <a:gd name="connsiteX2391" fmla="*/ 2066571 w 2577833"/>
                <a:gd name="connsiteY2391" fmla="*/ 729772 h 1235632"/>
                <a:gd name="connsiteX2392" fmla="*/ 2071487 w 2577833"/>
                <a:gd name="connsiteY2392" fmla="*/ 727841 h 1235632"/>
                <a:gd name="connsiteX2393" fmla="*/ 2079325 w 2577833"/>
                <a:gd name="connsiteY2393" fmla="*/ 727577 h 1235632"/>
                <a:gd name="connsiteX2394" fmla="*/ 2088600 w 2577833"/>
                <a:gd name="connsiteY2394" fmla="*/ 728411 h 1235632"/>
                <a:gd name="connsiteX2395" fmla="*/ 2091476 w 2577833"/>
                <a:gd name="connsiteY2395" fmla="*/ 732801 h 1235632"/>
                <a:gd name="connsiteX2396" fmla="*/ 2096391 w 2577833"/>
                <a:gd name="connsiteY2396" fmla="*/ 730080 h 1235632"/>
                <a:gd name="connsiteX2397" fmla="*/ 2097829 w 2577833"/>
                <a:gd name="connsiteY2397" fmla="*/ 726524 h 1235632"/>
                <a:gd name="connsiteX2398" fmla="*/ 2105065 w 2577833"/>
                <a:gd name="connsiteY2398" fmla="*/ 724592 h 1235632"/>
                <a:gd name="connsiteX2399" fmla="*/ 2101864 w 2577833"/>
                <a:gd name="connsiteY2399" fmla="*/ 732845 h 1235632"/>
                <a:gd name="connsiteX2400" fmla="*/ 2100705 w 2577833"/>
                <a:gd name="connsiteY2400" fmla="*/ 736972 h 1235632"/>
                <a:gd name="connsiteX2401" fmla="*/ 2097505 w 2577833"/>
                <a:gd name="connsiteY2401" fmla="*/ 751239 h 1235632"/>
                <a:gd name="connsiteX2402" fmla="*/ 2095743 w 2577833"/>
                <a:gd name="connsiteY2402" fmla="*/ 756990 h 1235632"/>
                <a:gd name="connsiteX2403" fmla="*/ 2100380 w 2577833"/>
                <a:gd name="connsiteY2403" fmla="*/ 752337 h 1235632"/>
                <a:gd name="connsiteX2404" fmla="*/ 2105157 w 2577833"/>
                <a:gd name="connsiteY2404" fmla="*/ 752600 h 1235632"/>
                <a:gd name="connsiteX2405" fmla="*/ 2102143 w 2577833"/>
                <a:gd name="connsiteY2405" fmla="*/ 756990 h 1235632"/>
                <a:gd name="connsiteX2406" fmla="*/ 2100705 w 2577833"/>
                <a:gd name="connsiteY2406" fmla="*/ 765770 h 1235632"/>
                <a:gd name="connsiteX2407" fmla="*/ 2105157 w 2577833"/>
                <a:gd name="connsiteY2407" fmla="*/ 762478 h 1235632"/>
                <a:gd name="connsiteX2408" fmla="*/ 2110259 w 2577833"/>
                <a:gd name="connsiteY2408" fmla="*/ 761117 h 1235632"/>
                <a:gd name="connsiteX2409" fmla="*/ 2116937 w 2577833"/>
                <a:gd name="connsiteY2409" fmla="*/ 752337 h 1235632"/>
                <a:gd name="connsiteX2410" fmla="*/ 2133725 w 2577833"/>
                <a:gd name="connsiteY2410" fmla="*/ 737806 h 1235632"/>
                <a:gd name="connsiteX2411" fmla="*/ 2133725 w 2577833"/>
                <a:gd name="connsiteY2411" fmla="*/ 734777 h 1235632"/>
                <a:gd name="connsiteX2412" fmla="*/ 2136926 w 2577833"/>
                <a:gd name="connsiteY2412" fmla="*/ 733416 h 1235632"/>
                <a:gd name="connsiteX2413" fmla="*/ 2143326 w 2577833"/>
                <a:gd name="connsiteY2413" fmla="*/ 734514 h 1235632"/>
                <a:gd name="connsiteX2414" fmla="*/ 2147406 w 2577833"/>
                <a:gd name="connsiteY2414" fmla="*/ 734777 h 1235632"/>
                <a:gd name="connsiteX2415" fmla="*/ 2145969 w 2577833"/>
                <a:gd name="connsiteY2415" fmla="*/ 729553 h 1235632"/>
                <a:gd name="connsiteX2416" fmla="*/ 2146247 w 2577833"/>
                <a:gd name="connsiteY2416" fmla="*/ 723802 h 1235632"/>
                <a:gd name="connsiteX2417" fmla="*/ 2148288 w 2577833"/>
                <a:gd name="connsiteY2417" fmla="*/ 722704 h 1235632"/>
                <a:gd name="connsiteX2418" fmla="*/ 2148288 w 2577833"/>
                <a:gd name="connsiteY2418" fmla="*/ 715856 h 1235632"/>
                <a:gd name="connsiteX2419" fmla="*/ 2148288 w 2577833"/>
                <a:gd name="connsiteY2419" fmla="*/ 708437 h 1235632"/>
                <a:gd name="connsiteX2420" fmla="*/ 2159001 w 2577833"/>
                <a:gd name="connsiteY2420" fmla="*/ 702115 h 1235632"/>
                <a:gd name="connsiteX2421" fmla="*/ 2170874 w 2577833"/>
                <a:gd name="connsiteY2421" fmla="*/ 699920 h 1235632"/>
                <a:gd name="connsiteX2422" fmla="*/ 2178109 w 2577833"/>
                <a:gd name="connsiteY2422" fmla="*/ 705408 h 1235632"/>
                <a:gd name="connsiteX2423" fmla="*/ 2178109 w 2577833"/>
                <a:gd name="connsiteY2423" fmla="*/ 708700 h 1235632"/>
                <a:gd name="connsiteX2424" fmla="*/ 2175233 w 2577833"/>
                <a:gd name="connsiteY2424" fmla="*/ 708964 h 1235632"/>
                <a:gd name="connsiteX2425" fmla="*/ 2163638 w 2577833"/>
                <a:gd name="connsiteY2425" fmla="*/ 713881 h 1235632"/>
                <a:gd name="connsiteX2426" fmla="*/ 2161320 w 2577833"/>
                <a:gd name="connsiteY2426" fmla="*/ 731441 h 1235632"/>
                <a:gd name="connsiteX2427" fmla="*/ 2158444 w 2577833"/>
                <a:gd name="connsiteY2427" fmla="*/ 739694 h 1235632"/>
                <a:gd name="connsiteX2428" fmla="*/ 2161923 w 2577833"/>
                <a:gd name="connsiteY2428" fmla="*/ 741362 h 1235632"/>
                <a:gd name="connsiteX2429" fmla="*/ 2160485 w 2577833"/>
                <a:gd name="connsiteY2429" fmla="*/ 745489 h 1235632"/>
                <a:gd name="connsiteX2430" fmla="*/ 2153807 w 2577833"/>
                <a:gd name="connsiteY2430" fmla="*/ 752600 h 1235632"/>
                <a:gd name="connsiteX2431" fmla="*/ 2156404 w 2577833"/>
                <a:gd name="connsiteY2431" fmla="*/ 755322 h 1235632"/>
                <a:gd name="connsiteX2432" fmla="*/ 2150607 w 2577833"/>
                <a:gd name="connsiteY2432" fmla="*/ 761644 h 1235632"/>
                <a:gd name="connsiteX2433" fmla="*/ 2141609 w 2577833"/>
                <a:gd name="connsiteY2433" fmla="*/ 765200 h 1235632"/>
                <a:gd name="connsiteX2434" fmla="*/ 2128856 w 2577833"/>
                <a:gd name="connsiteY2434" fmla="*/ 776175 h 1235632"/>
                <a:gd name="connsiteX2435" fmla="*/ 2111464 w 2577833"/>
                <a:gd name="connsiteY2435" fmla="*/ 795930 h 1235632"/>
                <a:gd name="connsiteX2436" fmla="*/ 2105065 w 2577833"/>
                <a:gd name="connsiteY2436" fmla="*/ 802515 h 1235632"/>
                <a:gd name="connsiteX2437" fmla="*/ 2093748 w 2577833"/>
                <a:gd name="connsiteY2437" fmla="*/ 817616 h 1235632"/>
                <a:gd name="connsiteX2438" fmla="*/ 2083592 w 2577833"/>
                <a:gd name="connsiteY2438" fmla="*/ 829689 h 1235632"/>
                <a:gd name="connsiteX2439" fmla="*/ 2068519 w 2577833"/>
                <a:gd name="connsiteY2439" fmla="*/ 843122 h 1235632"/>
                <a:gd name="connsiteX2440" fmla="*/ 2057203 w 2577833"/>
                <a:gd name="connsiteY2440" fmla="*/ 848346 h 1235632"/>
                <a:gd name="connsiteX2441" fmla="*/ 2053168 w 2577833"/>
                <a:gd name="connsiteY2441" fmla="*/ 848610 h 1235632"/>
                <a:gd name="connsiteX2442" fmla="*/ 2049133 w 2577833"/>
                <a:gd name="connsiteY2442" fmla="*/ 847249 h 1235632"/>
                <a:gd name="connsiteX2443" fmla="*/ 2047974 w 2577833"/>
                <a:gd name="connsiteY2443" fmla="*/ 850541 h 1235632"/>
                <a:gd name="connsiteX2444" fmla="*/ 2049412 w 2577833"/>
                <a:gd name="connsiteY2444" fmla="*/ 859321 h 1235632"/>
                <a:gd name="connsiteX2445" fmla="*/ 2032901 w 2577833"/>
                <a:gd name="connsiteY2445" fmla="*/ 883993 h 1235632"/>
                <a:gd name="connsiteX2446" fmla="*/ 2029701 w 2577833"/>
                <a:gd name="connsiteY2446" fmla="*/ 933644 h 1235632"/>
                <a:gd name="connsiteX2447" fmla="*/ 2035499 w 2577833"/>
                <a:gd name="connsiteY2447" fmla="*/ 971223 h 1235632"/>
                <a:gd name="connsiteX2448" fmla="*/ 2041296 w 2577833"/>
                <a:gd name="connsiteY2448" fmla="*/ 986324 h 1235632"/>
                <a:gd name="connsiteX2449" fmla="*/ 2043336 w 2577833"/>
                <a:gd name="connsiteY2449" fmla="*/ 1014596 h 1235632"/>
                <a:gd name="connsiteX2450" fmla="*/ 2046536 w 2577833"/>
                <a:gd name="connsiteY2450" fmla="*/ 1024210 h 1235632"/>
                <a:gd name="connsiteX2451" fmla="*/ 2059290 w 2577833"/>
                <a:gd name="connsiteY2451" fmla="*/ 1011304 h 1235632"/>
                <a:gd name="connsiteX2452" fmla="*/ 2074641 w 2577833"/>
                <a:gd name="connsiteY2452" fmla="*/ 991285 h 1235632"/>
                <a:gd name="connsiteX2453" fmla="*/ 2074362 w 2577833"/>
                <a:gd name="connsiteY2453" fmla="*/ 982505 h 1235632"/>
                <a:gd name="connsiteX2454" fmla="*/ 2073203 w 2577833"/>
                <a:gd name="connsiteY2454" fmla="*/ 975920 h 1235632"/>
                <a:gd name="connsiteX2455" fmla="*/ 2074965 w 2577833"/>
                <a:gd name="connsiteY2455" fmla="*/ 973198 h 1235632"/>
                <a:gd name="connsiteX2456" fmla="*/ 2078165 w 2577833"/>
                <a:gd name="connsiteY2456" fmla="*/ 976491 h 1235632"/>
                <a:gd name="connsiteX2457" fmla="*/ 2091197 w 2577833"/>
                <a:gd name="connsiteY2457" fmla="*/ 968808 h 1235632"/>
                <a:gd name="connsiteX2458" fmla="*/ 2096994 w 2577833"/>
                <a:gd name="connsiteY2458" fmla="*/ 972364 h 1235632"/>
                <a:gd name="connsiteX2459" fmla="*/ 2099592 w 2577833"/>
                <a:gd name="connsiteY2459" fmla="*/ 970169 h 1235632"/>
                <a:gd name="connsiteX2460" fmla="*/ 2096113 w 2577833"/>
                <a:gd name="connsiteY2460" fmla="*/ 949887 h 1235632"/>
                <a:gd name="connsiteX2461" fmla="*/ 2110305 w 2577833"/>
                <a:gd name="connsiteY2461" fmla="*/ 934522 h 1235632"/>
                <a:gd name="connsiteX2462" fmla="*/ 2119302 w 2577833"/>
                <a:gd name="connsiteY2462" fmla="*/ 936190 h 1235632"/>
                <a:gd name="connsiteX2463" fmla="*/ 2127975 w 2577833"/>
                <a:gd name="connsiteY2463" fmla="*/ 933469 h 1235632"/>
                <a:gd name="connsiteX2464" fmla="*/ 2132334 w 2577833"/>
                <a:gd name="connsiteY2464" fmla="*/ 927718 h 1235632"/>
                <a:gd name="connsiteX2465" fmla="*/ 2126259 w 2577833"/>
                <a:gd name="connsiteY2465" fmla="*/ 918938 h 1235632"/>
                <a:gd name="connsiteX2466" fmla="*/ 2125702 w 2577833"/>
                <a:gd name="connsiteY2466" fmla="*/ 908226 h 1235632"/>
                <a:gd name="connsiteX2467" fmla="*/ 2130340 w 2577833"/>
                <a:gd name="connsiteY2467" fmla="*/ 895056 h 1235632"/>
                <a:gd name="connsiteX2468" fmla="*/ 2144531 w 2577833"/>
                <a:gd name="connsiteY2468" fmla="*/ 896154 h 1235632"/>
                <a:gd name="connsiteX2469" fmla="*/ 2150050 w 2577833"/>
                <a:gd name="connsiteY2469" fmla="*/ 892598 h 1235632"/>
                <a:gd name="connsiteX2470" fmla="*/ 2148891 w 2577833"/>
                <a:gd name="connsiteY2470" fmla="*/ 876969 h 1235632"/>
                <a:gd name="connsiteX2471" fmla="*/ 2142815 w 2577833"/>
                <a:gd name="connsiteY2471" fmla="*/ 879691 h 1235632"/>
                <a:gd name="connsiteX2472" fmla="*/ 2141656 w 2577833"/>
                <a:gd name="connsiteY2472" fmla="*/ 861034 h 1235632"/>
                <a:gd name="connsiteX2473" fmla="*/ 2144856 w 2577833"/>
                <a:gd name="connsiteY2473" fmla="*/ 857741 h 1235632"/>
                <a:gd name="connsiteX2474" fmla="*/ 2150375 w 2577833"/>
                <a:gd name="connsiteY2474" fmla="*/ 848961 h 1235632"/>
                <a:gd name="connsiteX2475" fmla="*/ 2145737 w 2577833"/>
                <a:gd name="connsiteY2475" fmla="*/ 847293 h 1235632"/>
                <a:gd name="connsiteX2476" fmla="*/ 2137343 w 2577833"/>
                <a:gd name="connsiteY2476" fmla="*/ 847556 h 1235632"/>
                <a:gd name="connsiteX2477" fmla="*/ 2130989 w 2577833"/>
                <a:gd name="connsiteY2477" fmla="*/ 848654 h 1235632"/>
                <a:gd name="connsiteX2478" fmla="*/ 2130108 w 2577833"/>
                <a:gd name="connsiteY2478" fmla="*/ 832455 h 1235632"/>
                <a:gd name="connsiteX2479" fmla="*/ 2144021 w 2577833"/>
                <a:gd name="connsiteY2479" fmla="*/ 810768 h 1235632"/>
                <a:gd name="connsiteX2480" fmla="*/ 2149540 w 2577833"/>
                <a:gd name="connsiteY2480" fmla="*/ 808836 h 1235632"/>
                <a:gd name="connsiteX2481" fmla="*/ 2146665 w 2577833"/>
                <a:gd name="connsiteY2481" fmla="*/ 806905 h 1235632"/>
                <a:gd name="connsiteX2482" fmla="*/ 2149262 w 2577833"/>
                <a:gd name="connsiteY2482" fmla="*/ 798388 h 1235632"/>
                <a:gd name="connsiteX2483" fmla="*/ 2152137 w 2577833"/>
                <a:gd name="connsiteY2483" fmla="*/ 790706 h 1235632"/>
                <a:gd name="connsiteX2484" fmla="*/ 2158816 w 2577833"/>
                <a:gd name="connsiteY2484" fmla="*/ 784647 h 1235632"/>
                <a:gd name="connsiteX2485" fmla="*/ 2166932 w 2577833"/>
                <a:gd name="connsiteY2485" fmla="*/ 781355 h 1235632"/>
                <a:gd name="connsiteX2486" fmla="*/ 2173610 w 2577833"/>
                <a:gd name="connsiteY2486" fmla="*/ 785745 h 1235632"/>
                <a:gd name="connsiteX2487" fmla="*/ 2175929 w 2577833"/>
                <a:gd name="connsiteY2487" fmla="*/ 790969 h 1235632"/>
                <a:gd name="connsiteX2488" fmla="*/ 2180566 w 2577833"/>
                <a:gd name="connsiteY2488" fmla="*/ 784647 h 1235632"/>
                <a:gd name="connsiteX2489" fmla="*/ 2179129 w 2577833"/>
                <a:gd name="connsiteY2489" fmla="*/ 781618 h 1235632"/>
                <a:gd name="connsiteX2490" fmla="*/ 2193599 w 2577833"/>
                <a:gd name="connsiteY2490" fmla="*/ 770907 h 1235632"/>
                <a:gd name="connsiteX2491" fmla="*/ 2197633 w 2577833"/>
                <a:gd name="connsiteY2491" fmla="*/ 771433 h 1235632"/>
                <a:gd name="connsiteX2492" fmla="*/ 2197633 w 2577833"/>
                <a:gd name="connsiteY2492" fmla="*/ 777492 h 1235632"/>
                <a:gd name="connsiteX2493" fmla="*/ 2194758 w 2577833"/>
                <a:gd name="connsiteY2493" fmla="*/ 789301 h 1235632"/>
                <a:gd name="connsiteX2494" fmla="*/ 2200555 w 2577833"/>
                <a:gd name="connsiteY2494" fmla="*/ 784077 h 1235632"/>
                <a:gd name="connsiteX2495" fmla="*/ 2206630 w 2577833"/>
                <a:gd name="connsiteY2495" fmla="*/ 776658 h 1235632"/>
                <a:gd name="connsiteX2496" fmla="*/ 2232694 w 2577833"/>
                <a:gd name="connsiteY2496" fmla="*/ 766209 h 1235632"/>
                <a:gd name="connsiteX2497" fmla="*/ 2246607 w 2577833"/>
                <a:gd name="connsiteY2497" fmla="*/ 767878 h 1235632"/>
                <a:gd name="connsiteX2498" fmla="*/ 2253008 w 2577833"/>
                <a:gd name="connsiteY2498" fmla="*/ 774463 h 1235632"/>
                <a:gd name="connsiteX2499" fmla="*/ 2262005 w 2577833"/>
                <a:gd name="connsiteY2499" fmla="*/ 785438 h 1235632"/>
                <a:gd name="connsiteX2500" fmla="*/ 2263721 w 2577833"/>
                <a:gd name="connsiteY2500" fmla="*/ 782408 h 1235632"/>
                <a:gd name="connsiteX2501" fmla="*/ 2265761 w 2577833"/>
                <a:gd name="connsiteY2501" fmla="*/ 772794 h 1235632"/>
                <a:gd name="connsiteX2502" fmla="*/ 2277634 w 2577833"/>
                <a:gd name="connsiteY2502" fmla="*/ 765375 h 1235632"/>
                <a:gd name="connsiteX2503" fmla="*/ 2282828 w 2577833"/>
                <a:gd name="connsiteY2503" fmla="*/ 759624 h 1235632"/>
                <a:gd name="connsiteX2504" fmla="*/ 2289506 w 2577833"/>
                <a:gd name="connsiteY2504" fmla="*/ 758527 h 1235632"/>
                <a:gd name="connsiteX2505" fmla="*/ 2291825 w 2577833"/>
                <a:gd name="connsiteY2505" fmla="*/ 755234 h 1235632"/>
                <a:gd name="connsiteX2506" fmla="*/ 2289228 w 2577833"/>
                <a:gd name="connsiteY2506" fmla="*/ 750318 h 1235632"/>
                <a:gd name="connsiteX2507" fmla="*/ 2293866 w 2577833"/>
                <a:gd name="connsiteY2507" fmla="*/ 754181 h 1235632"/>
                <a:gd name="connsiteX2508" fmla="*/ 2293866 w 2577833"/>
                <a:gd name="connsiteY2508" fmla="*/ 748123 h 1235632"/>
                <a:gd name="connsiteX2509" fmla="*/ 2301101 w 2577833"/>
                <a:gd name="connsiteY2509" fmla="*/ 745664 h 1235632"/>
                <a:gd name="connsiteX2510" fmla="*/ 2303142 w 2577833"/>
                <a:gd name="connsiteY2510" fmla="*/ 743996 h 1235632"/>
                <a:gd name="connsiteX2511" fmla="*/ 2300544 w 2577833"/>
                <a:gd name="connsiteY2511" fmla="*/ 741274 h 1235632"/>
                <a:gd name="connsiteX2512" fmla="*/ 2301101 w 2577833"/>
                <a:gd name="connsiteY2512" fmla="*/ 739343 h 1235632"/>
                <a:gd name="connsiteX2513" fmla="*/ 2306017 w 2577833"/>
                <a:gd name="connsiteY2513" fmla="*/ 742064 h 1235632"/>
                <a:gd name="connsiteX2514" fmla="*/ 2312371 w 2577833"/>
                <a:gd name="connsiteY2514" fmla="*/ 736006 h 1235632"/>
                <a:gd name="connsiteX2515" fmla="*/ 2312371 w 2577833"/>
                <a:gd name="connsiteY2515" fmla="*/ 731616 h 1235632"/>
                <a:gd name="connsiteX2516" fmla="*/ 2314690 w 2577833"/>
                <a:gd name="connsiteY2516" fmla="*/ 730255 h 1235632"/>
                <a:gd name="connsiteX2517" fmla="*/ 2316730 w 2577833"/>
                <a:gd name="connsiteY2517" fmla="*/ 733284 h 1235632"/>
                <a:gd name="connsiteX2518" fmla="*/ 2319605 w 2577833"/>
                <a:gd name="connsiteY2518" fmla="*/ 730563 h 1235632"/>
                <a:gd name="connsiteX2519" fmla="*/ 2319605 w 2577833"/>
                <a:gd name="connsiteY2519" fmla="*/ 727841 h 1235632"/>
                <a:gd name="connsiteX2520" fmla="*/ 2330922 w 2577833"/>
                <a:gd name="connsiteY2520" fmla="*/ 724285 h 1235632"/>
                <a:gd name="connsiteX2521" fmla="*/ 2345716 w 2577833"/>
                <a:gd name="connsiteY2521" fmla="*/ 716339 h 1235632"/>
                <a:gd name="connsiteX2522" fmla="*/ 2362226 w 2577833"/>
                <a:gd name="connsiteY2522" fmla="*/ 705101 h 1235632"/>
                <a:gd name="connsiteX2523" fmla="*/ 2364823 w 2577833"/>
                <a:gd name="connsiteY2523" fmla="*/ 702642 h 1235632"/>
                <a:gd name="connsiteX2524" fmla="*/ 2364823 w 2577833"/>
                <a:gd name="connsiteY2524" fmla="*/ 704837 h 1235632"/>
                <a:gd name="connsiteX2525" fmla="*/ 2371780 w 2577833"/>
                <a:gd name="connsiteY2525" fmla="*/ 705364 h 1235632"/>
                <a:gd name="connsiteX2526" fmla="*/ 2367420 w 2577833"/>
                <a:gd name="connsiteY2526" fmla="*/ 702642 h 1235632"/>
                <a:gd name="connsiteX2527" fmla="*/ 2367142 w 2577833"/>
                <a:gd name="connsiteY2527" fmla="*/ 699920 h 1235632"/>
                <a:gd name="connsiteX2528" fmla="*/ 2368023 w 2577833"/>
                <a:gd name="connsiteY2528" fmla="*/ 694696 h 1235632"/>
                <a:gd name="connsiteX2529" fmla="*/ 2370342 w 2577833"/>
                <a:gd name="connsiteY2529" fmla="*/ 698823 h 1235632"/>
                <a:gd name="connsiteX2530" fmla="*/ 2371780 w 2577833"/>
                <a:gd name="connsiteY2530" fmla="*/ 698823 h 1235632"/>
                <a:gd name="connsiteX2531" fmla="*/ 2374377 w 2577833"/>
                <a:gd name="connsiteY2531" fmla="*/ 696101 h 1235632"/>
                <a:gd name="connsiteX2532" fmla="*/ 2374377 w 2577833"/>
                <a:gd name="connsiteY2532" fmla="*/ 699130 h 1235632"/>
                <a:gd name="connsiteX2533" fmla="*/ 2372661 w 2577833"/>
                <a:gd name="connsiteY2533" fmla="*/ 702686 h 1235632"/>
                <a:gd name="connsiteX2534" fmla="*/ 2374377 w 2577833"/>
                <a:gd name="connsiteY2534" fmla="*/ 704354 h 1235632"/>
                <a:gd name="connsiteX2535" fmla="*/ 2379015 w 2577833"/>
                <a:gd name="connsiteY2535" fmla="*/ 704091 h 1235632"/>
                <a:gd name="connsiteX2536" fmla="*/ 2394968 w 2577833"/>
                <a:gd name="connsiteY2536" fmla="*/ 710412 h 1235632"/>
                <a:gd name="connsiteX2537" fmla="*/ 2399885 w 2577833"/>
                <a:gd name="connsiteY2537" fmla="*/ 712081 h 1235632"/>
                <a:gd name="connsiteX2538" fmla="*/ 2399885 w 2577833"/>
                <a:gd name="connsiteY2538" fmla="*/ 707954 h 1235632"/>
                <a:gd name="connsiteX2539" fmla="*/ 2403919 w 2577833"/>
                <a:gd name="connsiteY2539" fmla="*/ 691228 h 1235632"/>
                <a:gd name="connsiteX2540" fmla="*/ 2404476 w 2577833"/>
                <a:gd name="connsiteY2540" fmla="*/ 688199 h 1235632"/>
                <a:gd name="connsiteX2541" fmla="*/ 2408047 w 2577833"/>
                <a:gd name="connsiteY2541" fmla="*/ 687365 h 1235632"/>
                <a:gd name="connsiteX2542" fmla="*/ 2396916 w 2577833"/>
                <a:gd name="connsiteY2542" fmla="*/ 675292 h 1235632"/>
                <a:gd name="connsiteX2543" fmla="*/ 2395479 w 2577833"/>
                <a:gd name="connsiteY2543" fmla="*/ 677751 h 1235632"/>
                <a:gd name="connsiteX2544" fmla="*/ 2394597 w 2577833"/>
                <a:gd name="connsiteY2544" fmla="*/ 673624 h 1235632"/>
                <a:gd name="connsiteX2545" fmla="*/ 2394041 w 2577833"/>
                <a:gd name="connsiteY2545" fmla="*/ 669761 h 1235632"/>
                <a:gd name="connsiteX2546" fmla="*/ 2395479 w 2577833"/>
                <a:gd name="connsiteY2546" fmla="*/ 668093 h 1235632"/>
                <a:gd name="connsiteX2547" fmla="*/ 2393438 w 2577833"/>
                <a:gd name="connsiteY2547" fmla="*/ 659049 h 1235632"/>
                <a:gd name="connsiteX2548" fmla="*/ 2388800 w 2577833"/>
                <a:gd name="connsiteY2548" fmla="*/ 655493 h 1235632"/>
                <a:gd name="connsiteX2549" fmla="*/ 2391398 w 2577833"/>
                <a:gd name="connsiteY2549" fmla="*/ 653298 h 1235632"/>
                <a:gd name="connsiteX2550" fmla="*/ 2387038 w 2577833"/>
                <a:gd name="connsiteY2550" fmla="*/ 645045 h 1235632"/>
                <a:gd name="connsiteX2551" fmla="*/ 2383838 w 2577833"/>
                <a:gd name="connsiteY2551" fmla="*/ 649435 h 1235632"/>
                <a:gd name="connsiteX2552" fmla="*/ 2373125 w 2577833"/>
                <a:gd name="connsiteY2552" fmla="*/ 639821 h 1235632"/>
                <a:gd name="connsiteX2553" fmla="*/ 2373403 w 2577833"/>
                <a:gd name="connsiteY2553" fmla="*/ 636265 h 1235632"/>
                <a:gd name="connsiteX2554" fmla="*/ 2375444 w 2577833"/>
                <a:gd name="connsiteY2554" fmla="*/ 633543 h 1235632"/>
                <a:gd name="connsiteX2555" fmla="*/ 2373728 w 2577833"/>
                <a:gd name="connsiteY2555" fmla="*/ 630822 h 1235632"/>
                <a:gd name="connsiteX2556" fmla="*/ 2364174 w 2577833"/>
                <a:gd name="connsiteY2556" fmla="*/ 636572 h 1235632"/>
                <a:gd name="connsiteX2557" fmla="*/ 2359815 w 2577833"/>
                <a:gd name="connsiteY2557" fmla="*/ 633851 h 1235632"/>
                <a:gd name="connsiteX2558" fmla="*/ 2352301 w 2577833"/>
                <a:gd name="connsiteY2558" fmla="*/ 640172 h 1235632"/>
                <a:gd name="connsiteX2559" fmla="*/ 2357496 w 2577833"/>
                <a:gd name="connsiteY2559" fmla="*/ 632490 h 1235632"/>
                <a:gd name="connsiteX2560" fmla="*/ 2354899 w 2577833"/>
                <a:gd name="connsiteY2560" fmla="*/ 627002 h 1235632"/>
                <a:gd name="connsiteX2561" fmla="*/ 2352580 w 2577833"/>
                <a:gd name="connsiteY2561" fmla="*/ 625641 h 1235632"/>
                <a:gd name="connsiteX2562" fmla="*/ 2348499 w 2577833"/>
                <a:gd name="connsiteY2562" fmla="*/ 631392 h 1235632"/>
                <a:gd name="connsiteX2563" fmla="*/ 2343582 w 2577833"/>
                <a:gd name="connsiteY2563" fmla="*/ 630865 h 1235632"/>
                <a:gd name="connsiteX2564" fmla="*/ 2337229 w 2577833"/>
                <a:gd name="connsiteY2564" fmla="*/ 632534 h 1235632"/>
                <a:gd name="connsiteX2565" fmla="*/ 2331432 w 2577833"/>
                <a:gd name="connsiteY2565" fmla="*/ 634465 h 1235632"/>
                <a:gd name="connsiteX2566" fmla="*/ 2331432 w 2577833"/>
                <a:gd name="connsiteY2566" fmla="*/ 639382 h 1235632"/>
                <a:gd name="connsiteX2567" fmla="*/ 2329113 w 2577833"/>
                <a:gd name="connsiteY2567" fmla="*/ 642675 h 1235632"/>
                <a:gd name="connsiteX2568" fmla="*/ 2323919 w 2577833"/>
                <a:gd name="connsiteY2568" fmla="*/ 642675 h 1235632"/>
                <a:gd name="connsiteX2569" fmla="*/ 2322481 w 2577833"/>
                <a:gd name="connsiteY2569" fmla="*/ 638285 h 1235632"/>
                <a:gd name="connsiteX2570" fmla="*/ 2328000 w 2577833"/>
                <a:gd name="connsiteY2570" fmla="*/ 636924 h 1235632"/>
                <a:gd name="connsiteX2571" fmla="*/ 2327443 w 2577833"/>
                <a:gd name="connsiteY2571" fmla="*/ 634465 h 1235632"/>
                <a:gd name="connsiteX2572" fmla="*/ 2321368 w 2577833"/>
                <a:gd name="connsiteY2572" fmla="*/ 630075 h 1235632"/>
                <a:gd name="connsiteX2573" fmla="*/ 2318771 w 2577833"/>
                <a:gd name="connsiteY2573" fmla="*/ 624851 h 1235632"/>
                <a:gd name="connsiteX2574" fmla="*/ 2315292 w 2577833"/>
                <a:gd name="connsiteY2574" fmla="*/ 618793 h 1235632"/>
                <a:gd name="connsiteX2575" fmla="*/ 2312417 w 2577833"/>
                <a:gd name="connsiteY2575" fmla="*/ 617432 h 1235632"/>
                <a:gd name="connsiteX2576" fmla="*/ 2313298 w 2577833"/>
                <a:gd name="connsiteY2576" fmla="*/ 613305 h 1235632"/>
                <a:gd name="connsiteX2577" fmla="*/ 2312417 w 2577833"/>
                <a:gd name="connsiteY2577" fmla="*/ 608652 h 1235632"/>
                <a:gd name="connsiteX2578" fmla="*/ 2309542 w 2577833"/>
                <a:gd name="connsiteY2578" fmla="*/ 606457 h 1235632"/>
                <a:gd name="connsiteX2579" fmla="*/ 2304348 w 2577833"/>
                <a:gd name="connsiteY2579" fmla="*/ 605096 h 1235632"/>
                <a:gd name="connsiteX2580" fmla="*/ 2305785 w 2577833"/>
                <a:gd name="connsiteY2580" fmla="*/ 602374 h 1235632"/>
                <a:gd name="connsiteX2581" fmla="*/ 2310423 w 2577833"/>
                <a:gd name="connsiteY2581" fmla="*/ 604569 h 1235632"/>
                <a:gd name="connsiteX2582" fmla="*/ 2315339 w 2577833"/>
                <a:gd name="connsiteY2582" fmla="*/ 609793 h 1235632"/>
                <a:gd name="connsiteX2583" fmla="*/ 2315339 w 2577833"/>
                <a:gd name="connsiteY2583" fmla="*/ 615281 h 1235632"/>
                <a:gd name="connsiteX2584" fmla="*/ 2320858 w 2577833"/>
                <a:gd name="connsiteY2584" fmla="*/ 620198 h 1235632"/>
                <a:gd name="connsiteX2585" fmla="*/ 2320301 w 2577833"/>
                <a:gd name="connsiteY2585" fmla="*/ 623227 h 1235632"/>
                <a:gd name="connsiteX2586" fmla="*/ 2322620 w 2577833"/>
                <a:gd name="connsiteY2586" fmla="*/ 627617 h 1235632"/>
                <a:gd name="connsiteX2587" fmla="*/ 2328139 w 2577833"/>
                <a:gd name="connsiteY2587" fmla="*/ 632534 h 1235632"/>
                <a:gd name="connsiteX2588" fmla="*/ 2334493 w 2577833"/>
                <a:gd name="connsiteY2588" fmla="*/ 631436 h 1235632"/>
                <a:gd name="connsiteX2589" fmla="*/ 2339130 w 2577833"/>
                <a:gd name="connsiteY2589" fmla="*/ 630339 h 1235632"/>
                <a:gd name="connsiteX2590" fmla="*/ 2346644 w 2577833"/>
                <a:gd name="connsiteY2590" fmla="*/ 628978 h 1235632"/>
                <a:gd name="connsiteX2591" fmla="*/ 2351281 w 2577833"/>
                <a:gd name="connsiteY2591" fmla="*/ 623227 h 1235632"/>
                <a:gd name="connsiteX2592" fmla="*/ 2358238 w 2577833"/>
                <a:gd name="connsiteY2592" fmla="*/ 626519 h 1235632"/>
                <a:gd name="connsiteX2593" fmla="*/ 2367791 w 2577833"/>
                <a:gd name="connsiteY2593" fmla="*/ 629241 h 1235632"/>
                <a:gd name="connsiteX2594" fmla="*/ 2371548 w 2577833"/>
                <a:gd name="connsiteY2594" fmla="*/ 628407 h 1235632"/>
                <a:gd name="connsiteX2595" fmla="*/ 2369832 w 2577833"/>
                <a:gd name="connsiteY2595" fmla="*/ 624017 h 1235632"/>
                <a:gd name="connsiteX2596" fmla="*/ 2365797 w 2577833"/>
                <a:gd name="connsiteY2596" fmla="*/ 621559 h 1235632"/>
                <a:gd name="connsiteX2597" fmla="*/ 2359722 w 2577833"/>
                <a:gd name="connsiteY2597" fmla="*/ 622085 h 1235632"/>
                <a:gd name="connsiteX2598" fmla="*/ 2358284 w 2577833"/>
                <a:gd name="connsiteY2598" fmla="*/ 618530 h 1235632"/>
                <a:gd name="connsiteX2599" fmla="*/ 2369276 w 2577833"/>
                <a:gd name="connsiteY2599" fmla="*/ 620198 h 1235632"/>
                <a:gd name="connsiteX2600" fmla="*/ 2374191 w 2577833"/>
                <a:gd name="connsiteY2600" fmla="*/ 625115 h 1235632"/>
                <a:gd name="connsiteX2601" fmla="*/ 2377948 w 2577833"/>
                <a:gd name="connsiteY2601" fmla="*/ 633060 h 1235632"/>
                <a:gd name="connsiteX2602" fmla="*/ 2395061 w 2577833"/>
                <a:gd name="connsiteY2602" fmla="*/ 634158 h 1235632"/>
                <a:gd name="connsiteX2603" fmla="*/ 2401461 w 2577833"/>
                <a:gd name="connsiteY2603" fmla="*/ 630295 h 1235632"/>
                <a:gd name="connsiteX2604" fmla="*/ 2411015 w 2577833"/>
                <a:gd name="connsiteY2604" fmla="*/ 622612 h 1235632"/>
                <a:gd name="connsiteX2605" fmla="*/ 2422887 w 2577833"/>
                <a:gd name="connsiteY2605" fmla="*/ 606150 h 1235632"/>
                <a:gd name="connsiteX2606" fmla="*/ 2425485 w 2577833"/>
                <a:gd name="connsiteY2606" fmla="*/ 597896 h 1235632"/>
                <a:gd name="connsiteX2607" fmla="*/ 2417647 w 2577833"/>
                <a:gd name="connsiteY2607" fmla="*/ 584726 h 1235632"/>
                <a:gd name="connsiteX2608" fmla="*/ 2423166 w 2577833"/>
                <a:gd name="connsiteY2608" fmla="*/ 580336 h 1235632"/>
                <a:gd name="connsiteX2609" fmla="*/ 2427015 w 2577833"/>
                <a:gd name="connsiteY2609" fmla="*/ 579239 h 1235632"/>
                <a:gd name="connsiteX2610" fmla="*/ 2427015 w 2577833"/>
                <a:gd name="connsiteY2610" fmla="*/ 574322 h 1235632"/>
                <a:gd name="connsiteX2611" fmla="*/ 2429241 w 2577833"/>
                <a:gd name="connsiteY2611" fmla="*/ 575683 h 1235632"/>
                <a:gd name="connsiteX2612" fmla="*/ 2431560 w 2577833"/>
                <a:gd name="connsiteY2612" fmla="*/ 579239 h 1235632"/>
                <a:gd name="connsiteX2613" fmla="*/ 2434157 w 2577833"/>
                <a:gd name="connsiteY2613" fmla="*/ 578712 h 1235632"/>
                <a:gd name="connsiteX2614" fmla="*/ 2436754 w 2577833"/>
                <a:gd name="connsiteY2614" fmla="*/ 572391 h 1235632"/>
                <a:gd name="connsiteX2615" fmla="*/ 2438795 w 2577833"/>
                <a:gd name="connsiteY2615" fmla="*/ 572654 h 1235632"/>
                <a:gd name="connsiteX2616" fmla="*/ 2438795 w 2577833"/>
                <a:gd name="connsiteY2616" fmla="*/ 579502 h 1235632"/>
                <a:gd name="connsiteX2617" fmla="*/ 2431839 w 2577833"/>
                <a:gd name="connsiteY2617" fmla="*/ 585561 h 1235632"/>
                <a:gd name="connsiteX2618" fmla="*/ 2438795 w 2577833"/>
                <a:gd name="connsiteY2618" fmla="*/ 595438 h 1235632"/>
                <a:gd name="connsiteX2619" fmla="*/ 2438795 w 2577833"/>
                <a:gd name="connsiteY2619" fmla="*/ 603691 h 1235632"/>
                <a:gd name="connsiteX2620" fmla="*/ 2455027 w 2577833"/>
                <a:gd name="connsiteY2620" fmla="*/ 604218 h 1235632"/>
                <a:gd name="connsiteX2621" fmla="*/ 2466899 w 2577833"/>
                <a:gd name="connsiteY2621" fmla="*/ 601189 h 1235632"/>
                <a:gd name="connsiteX2622" fmla="*/ 2477937 w 2577833"/>
                <a:gd name="connsiteY2622" fmla="*/ 605316 h 1235632"/>
                <a:gd name="connsiteX2623" fmla="*/ 2481416 w 2577833"/>
                <a:gd name="connsiteY2623" fmla="*/ 617959 h 1235632"/>
                <a:gd name="connsiteX2624" fmla="*/ 2487816 w 2577833"/>
                <a:gd name="connsiteY2624" fmla="*/ 627573 h 1235632"/>
                <a:gd name="connsiteX2625" fmla="*/ 2498853 w 2577833"/>
                <a:gd name="connsiteY2625" fmla="*/ 625641 h 1235632"/>
                <a:gd name="connsiteX2626" fmla="*/ 2498853 w 2577833"/>
                <a:gd name="connsiteY2626" fmla="*/ 631129 h 1235632"/>
                <a:gd name="connsiteX2627" fmla="*/ 2508685 w 2577833"/>
                <a:gd name="connsiteY2627" fmla="*/ 638241 h 1235632"/>
                <a:gd name="connsiteX2628" fmla="*/ 2514761 w 2577833"/>
                <a:gd name="connsiteY2628" fmla="*/ 644299 h 1235632"/>
                <a:gd name="connsiteX2629" fmla="*/ 2520836 w 2577833"/>
                <a:gd name="connsiteY2629" fmla="*/ 638548 h 1235632"/>
                <a:gd name="connsiteX2630" fmla="*/ 2524037 w 2577833"/>
                <a:gd name="connsiteY2630" fmla="*/ 647065 h 1235632"/>
                <a:gd name="connsiteX2631" fmla="*/ 2528952 w 2577833"/>
                <a:gd name="connsiteY2631" fmla="*/ 643201 h 1235632"/>
                <a:gd name="connsiteX2632" fmla="*/ 2526912 w 2577833"/>
                <a:gd name="connsiteY2632" fmla="*/ 640172 h 1235632"/>
                <a:gd name="connsiteX2633" fmla="*/ 2530668 w 2577833"/>
                <a:gd name="connsiteY2633" fmla="*/ 642631 h 1235632"/>
                <a:gd name="connsiteX2634" fmla="*/ 896658 w 2577833"/>
                <a:gd name="connsiteY2634" fmla="*/ 292923 h 1235632"/>
                <a:gd name="connsiteX2635" fmla="*/ 891742 w 2577833"/>
                <a:gd name="connsiteY2635" fmla="*/ 292923 h 1235632"/>
                <a:gd name="connsiteX2636" fmla="*/ 893180 w 2577833"/>
                <a:gd name="connsiteY2636" fmla="*/ 290464 h 1235632"/>
                <a:gd name="connsiteX2637" fmla="*/ 891742 w 2577833"/>
                <a:gd name="connsiteY2637" fmla="*/ 286074 h 1235632"/>
                <a:gd name="connsiteX2638" fmla="*/ 893180 w 2577833"/>
                <a:gd name="connsiteY2638" fmla="*/ 286074 h 1235632"/>
                <a:gd name="connsiteX2639" fmla="*/ 900136 w 2577833"/>
                <a:gd name="connsiteY2639" fmla="*/ 292923 h 1235632"/>
                <a:gd name="connsiteX2640" fmla="*/ 896658 w 2577833"/>
                <a:gd name="connsiteY2640" fmla="*/ 292923 h 1235632"/>
                <a:gd name="connsiteX2641" fmla="*/ 814895 w 2577833"/>
                <a:gd name="connsiteY2641" fmla="*/ 360134 h 1235632"/>
                <a:gd name="connsiteX2642" fmla="*/ 817075 w 2577833"/>
                <a:gd name="connsiteY2642" fmla="*/ 364260 h 1235632"/>
                <a:gd name="connsiteX2643" fmla="*/ 814895 w 2577833"/>
                <a:gd name="connsiteY2643" fmla="*/ 367289 h 1235632"/>
                <a:gd name="connsiteX2644" fmla="*/ 812576 w 2577833"/>
                <a:gd name="connsiteY2644" fmla="*/ 363734 h 1235632"/>
                <a:gd name="connsiteX2645" fmla="*/ 814895 w 2577833"/>
                <a:gd name="connsiteY2645" fmla="*/ 360178 h 1235632"/>
                <a:gd name="connsiteX2646" fmla="*/ 814849 w 2577833"/>
                <a:gd name="connsiteY2646" fmla="*/ 383664 h 1235632"/>
                <a:gd name="connsiteX2647" fmla="*/ 809191 w 2577833"/>
                <a:gd name="connsiteY2647" fmla="*/ 383664 h 1235632"/>
                <a:gd name="connsiteX2648" fmla="*/ 810860 w 2577833"/>
                <a:gd name="connsiteY2648" fmla="*/ 379713 h 1235632"/>
                <a:gd name="connsiteX2649" fmla="*/ 817121 w 2577833"/>
                <a:gd name="connsiteY2649" fmla="*/ 381864 h 1235632"/>
                <a:gd name="connsiteX2650" fmla="*/ 814849 w 2577833"/>
                <a:gd name="connsiteY2650" fmla="*/ 383708 h 1235632"/>
                <a:gd name="connsiteX2651" fmla="*/ 819255 w 2577833"/>
                <a:gd name="connsiteY2651" fmla="*/ 376860 h 1235632"/>
                <a:gd name="connsiteX2652" fmla="*/ 819255 w 2577833"/>
                <a:gd name="connsiteY2652" fmla="*/ 371240 h 1235632"/>
                <a:gd name="connsiteX2653" fmla="*/ 817075 w 2577833"/>
                <a:gd name="connsiteY2653" fmla="*/ 367816 h 1235632"/>
                <a:gd name="connsiteX2654" fmla="*/ 821434 w 2577833"/>
                <a:gd name="connsiteY2654" fmla="*/ 365621 h 1235632"/>
                <a:gd name="connsiteX2655" fmla="*/ 824959 w 2577833"/>
                <a:gd name="connsiteY2655" fmla="*/ 370538 h 1235632"/>
                <a:gd name="connsiteX2656" fmla="*/ 819208 w 2577833"/>
                <a:gd name="connsiteY2656" fmla="*/ 376860 h 1235632"/>
                <a:gd name="connsiteX2657" fmla="*/ 700992 w 2577833"/>
                <a:gd name="connsiteY2657" fmla="*/ 507506 h 1235632"/>
                <a:gd name="connsiteX2658" fmla="*/ 698952 w 2577833"/>
                <a:gd name="connsiteY2658" fmla="*/ 513564 h 1235632"/>
                <a:gd name="connsiteX2659" fmla="*/ 693155 w 2577833"/>
                <a:gd name="connsiteY2659" fmla="*/ 513564 h 1235632"/>
                <a:gd name="connsiteX2660" fmla="*/ 697051 w 2577833"/>
                <a:gd name="connsiteY2660" fmla="*/ 507506 h 1235632"/>
                <a:gd name="connsiteX2661" fmla="*/ 700946 w 2577833"/>
                <a:gd name="connsiteY2661" fmla="*/ 507506 h 1235632"/>
                <a:gd name="connsiteX2662" fmla="*/ 690558 w 2577833"/>
                <a:gd name="connsiteY2662" fmla="*/ 509394 h 1235632"/>
                <a:gd name="connsiteX2663" fmla="*/ 685363 w 2577833"/>
                <a:gd name="connsiteY2663" fmla="*/ 505267 h 1235632"/>
                <a:gd name="connsiteX2664" fmla="*/ 690140 w 2577833"/>
                <a:gd name="connsiteY2664" fmla="*/ 504170 h 1235632"/>
                <a:gd name="connsiteX2665" fmla="*/ 694917 w 2577833"/>
                <a:gd name="connsiteY2665" fmla="*/ 507462 h 1235632"/>
                <a:gd name="connsiteX2666" fmla="*/ 690558 w 2577833"/>
                <a:gd name="connsiteY2666" fmla="*/ 509394 h 1235632"/>
                <a:gd name="connsiteX2667" fmla="*/ 690558 w 2577833"/>
                <a:gd name="connsiteY2667" fmla="*/ 424096 h 1235632"/>
                <a:gd name="connsiteX2668" fmla="*/ 690558 w 2577833"/>
                <a:gd name="connsiteY2668" fmla="*/ 427959 h 1235632"/>
                <a:gd name="connsiteX2669" fmla="*/ 685363 w 2577833"/>
                <a:gd name="connsiteY2669" fmla="*/ 423701 h 1235632"/>
                <a:gd name="connsiteX2670" fmla="*/ 687960 w 2577833"/>
                <a:gd name="connsiteY2670" fmla="*/ 419443 h 1235632"/>
                <a:gd name="connsiteX2671" fmla="*/ 690558 w 2577833"/>
                <a:gd name="connsiteY2671" fmla="*/ 424096 h 1235632"/>
                <a:gd name="connsiteX2672" fmla="*/ 676644 w 2577833"/>
                <a:gd name="connsiteY2672" fmla="*/ 419399 h 1235632"/>
                <a:gd name="connsiteX2673" fmla="*/ 681004 w 2577833"/>
                <a:gd name="connsiteY2673" fmla="*/ 417467 h 1235632"/>
                <a:gd name="connsiteX2674" fmla="*/ 685363 w 2577833"/>
                <a:gd name="connsiteY2674" fmla="*/ 415272 h 1235632"/>
                <a:gd name="connsiteX2675" fmla="*/ 685363 w 2577833"/>
                <a:gd name="connsiteY2675" fmla="*/ 421023 h 1235632"/>
                <a:gd name="connsiteX2676" fmla="*/ 681004 w 2577833"/>
                <a:gd name="connsiteY2676" fmla="*/ 423613 h 1235632"/>
                <a:gd name="connsiteX2677" fmla="*/ 676644 w 2577833"/>
                <a:gd name="connsiteY2677" fmla="*/ 424842 h 1235632"/>
                <a:gd name="connsiteX2678" fmla="*/ 676644 w 2577833"/>
                <a:gd name="connsiteY2678" fmla="*/ 419355 h 1235632"/>
                <a:gd name="connsiteX2679" fmla="*/ 655775 w 2577833"/>
                <a:gd name="connsiteY2679" fmla="*/ 443193 h 1235632"/>
                <a:gd name="connsiteX2680" fmla="*/ 661572 w 2577833"/>
                <a:gd name="connsiteY2680" fmla="*/ 444949 h 1235632"/>
                <a:gd name="connsiteX2681" fmla="*/ 661572 w 2577833"/>
                <a:gd name="connsiteY2681" fmla="*/ 448066 h 1235632"/>
                <a:gd name="connsiteX2682" fmla="*/ 655775 w 2577833"/>
                <a:gd name="connsiteY2682" fmla="*/ 443193 h 1235632"/>
                <a:gd name="connsiteX2683" fmla="*/ 120117 w 2577833"/>
                <a:gd name="connsiteY2683" fmla="*/ 508296 h 1235632"/>
                <a:gd name="connsiteX2684" fmla="*/ 123596 w 2577833"/>
                <a:gd name="connsiteY2684" fmla="*/ 506628 h 1235632"/>
                <a:gd name="connsiteX2685" fmla="*/ 121277 w 2577833"/>
                <a:gd name="connsiteY2685" fmla="*/ 520501 h 1235632"/>
                <a:gd name="connsiteX2686" fmla="*/ 118680 w 2577833"/>
                <a:gd name="connsiteY2686" fmla="*/ 520501 h 1235632"/>
                <a:gd name="connsiteX2687" fmla="*/ 120117 w 2577833"/>
                <a:gd name="connsiteY2687" fmla="*/ 508296 h 1235632"/>
                <a:gd name="connsiteX2688" fmla="*/ 105648 w 2577833"/>
                <a:gd name="connsiteY2688" fmla="*/ 514618 h 1235632"/>
                <a:gd name="connsiteX2689" fmla="*/ 107966 w 2577833"/>
                <a:gd name="connsiteY2689" fmla="*/ 514618 h 1235632"/>
                <a:gd name="connsiteX2690" fmla="*/ 109682 w 2577833"/>
                <a:gd name="connsiteY2690" fmla="*/ 517911 h 1235632"/>
                <a:gd name="connsiteX2691" fmla="*/ 113717 w 2577833"/>
                <a:gd name="connsiteY2691" fmla="*/ 525022 h 1235632"/>
                <a:gd name="connsiteX2692" fmla="*/ 110517 w 2577833"/>
                <a:gd name="connsiteY2692" fmla="*/ 526383 h 1235632"/>
                <a:gd name="connsiteX2693" fmla="*/ 107642 w 2577833"/>
                <a:gd name="connsiteY2693" fmla="*/ 526383 h 1235632"/>
                <a:gd name="connsiteX2694" fmla="*/ 105601 w 2577833"/>
                <a:gd name="connsiteY2694" fmla="*/ 519271 h 1235632"/>
                <a:gd name="connsiteX2695" fmla="*/ 105601 w 2577833"/>
                <a:gd name="connsiteY2695" fmla="*/ 514618 h 1235632"/>
                <a:gd name="connsiteX2696" fmla="*/ 186808 w 2577833"/>
                <a:gd name="connsiteY2696" fmla="*/ 766517 h 1235632"/>
                <a:gd name="connsiteX2697" fmla="*/ 184350 w 2577833"/>
                <a:gd name="connsiteY2697" fmla="*/ 772838 h 1235632"/>
                <a:gd name="connsiteX2698" fmla="*/ 180732 w 2577833"/>
                <a:gd name="connsiteY2698" fmla="*/ 766648 h 1235632"/>
                <a:gd name="connsiteX2699" fmla="*/ 178692 w 2577833"/>
                <a:gd name="connsiteY2699" fmla="*/ 760458 h 1235632"/>
                <a:gd name="connsiteX2700" fmla="*/ 181892 w 2577833"/>
                <a:gd name="connsiteY2700" fmla="*/ 760458 h 1235632"/>
                <a:gd name="connsiteX2701" fmla="*/ 186808 w 2577833"/>
                <a:gd name="connsiteY2701" fmla="*/ 766517 h 1235632"/>
                <a:gd name="connsiteX2702" fmla="*/ 180129 w 2577833"/>
                <a:gd name="connsiteY2702" fmla="*/ 740440 h 1235632"/>
                <a:gd name="connsiteX2703" fmla="*/ 180129 w 2577833"/>
                <a:gd name="connsiteY2703" fmla="*/ 748693 h 1235632"/>
                <a:gd name="connsiteX2704" fmla="*/ 174935 w 2577833"/>
                <a:gd name="connsiteY2704" fmla="*/ 744567 h 1235632"/>
                <a:gd name="connsiteX2705" fmla="*/ 180129 w 2577833"/>
                <a:gd name="connsiteY2705" fmla="*/ 740440 h 1235632"/>
                <a:gd name="connsiteX2706" fmla="*/ 92662 w 2577833"/>
                <a:gd name="connsiteY2706" fmla="*/ 659225 h 1235632"/>
                <a:gd name="connsiteX2707" fmla="*/ 96094 w 2577833"/>
                <a:gd name="connsiteY2707" fmla="*/ 666337 h 1235632"/>
                <a:gd name="connsiteX2708" fmla="*/ 92662 w 2577833"/>
                <a:gd name="connsiteY2708" fmla="*/ 667698 h 1235632"/>
                <a:gd name="connsiteX2709" fmla="*/ 89137 w 2577833"/>
                <a:gd name="connsiteY2709" fmla="*/ 659181 h 1235632"/>
                <a:gd name="connsiteX2710" fmla="*/ 92662 w 2577833"/>
                <a:gd name="connsiteY2710" fmla="*/ 659181 h 1235632"/>
                <a:gd name="connsiteX2711" fmla="*/ 78099 w 2577833"/>
                <a:gd name="connsiteY2711" fmla="*/ 595658 h 1235632"/>
                <a:gd name="connsiteX2712" fmla="*/ 77218 w 2577833"/>
                <a:gd name="connsiteY2712" fmla="*/ 600794 h 1235632"/>
                <a:gd name="connsiteX2713" fmla="*/ 81253 w 2577833"/>
                <a:gd name="connsiteY2713" fmla="*/ 604086 h 1235632"/>
                <a:gd name="connsiteX2714" fmla="*/ 81253 w 2577833"/>
                <a:gd name="connsiteY2714" fmla="*/ 606808 h 1235632"/>
                <a:gd name="connsiteX2715" fmla="*/ 73415 w 2577833"/>
                <a:gd name="connsiteY2715" fmla="*/ 604086 h 1235632"/>
                <a:gd name="connsiteX2716" fmla="*/ 62377 w 2577833"/>
                <a:gd name="connsiteY2716" fmla="*/ 595658 h 1235632"/>
                <a:gd name="connsiteX2717" fmla="*/ 66598 w 2577833"/>
                <a:gd name="connsiteY2717" fmla="*/ 593111 h 1235632"/>
                <a:gd name="connsiteX2718" fmla="*/ 66598 w 2577833"/>
                <a:gd name="connsiteY2718" fmla="*/ 590390 h 1235632"/>
                <a:gd name="connsiteX2719" fmla="*/ 71978 w 2577833"/>
                <a:gd name="connsiteY2719" fmla="*/ 590390 h 1235632"/>
                <a:gd name="connsiteX2720" fmla="*/ 71978 w 2577833"/>
                <a:gd name="connsiteY2720" fmla="*/ 595701 h 1235632"/>
                <a:gd name="connsiteX2721" fmla="*/ 78053 w 2577833"/>
                <a:gd name="connsiteY2721" fmla="*/ 595701 h 1235632"/>
                <a:gd name="connsiteX2722" fmla="*/ 65346 w 2577833"/>
                <a:gd name="connsiteY2722" fmla="*/ 574147 h 1235632"/>
                <a:gd name="connsiteX2723" fmla="*/ 66644 w 2577833"/>
                <a:gd name="connsiteY2723" fmla="*/ 572215 h 1235632"/>
                <a:gd name="connsiteX2724" fmla="*/ 72024 w 2577833"/>
                <a:gd name="connsiteY2724" fmla="*/ 574147 h 1235632"/>
                <a:gd name="connsiteX2725" fmla="*/ 70586 w 2577833"/>
                <a:gd name="connsiteY2725" fmla="*/ 578010 h 1235632"/>
                <a:gd name="connsiteX2726" fmla="*/ 65392 w 2577833"/>
                <a:gd name="connsiteY2726" fmla="*/ 574147 h 1235632"/>
                <a:gd name="connsiteX2727" fmla="*/ 80697 w 2577833"/>
                <a:gd name="connsiteY2727" fmla="*/ 526427 h 1235632"/>
                <a:gd name="connsiteX2728" fmla="*/ 83294 w 2577833"/>
                <a:gd name="connsiteY2728" fmla="*/ 523705 h 1235632"/>
                <a:gd name="connsiteX2729" fmla="*/ 86169 w 2577833"/>
                <a:gd name="connsiteY2729" fmla="*/ 524539 h 1235632"/>
                <a:gd name="connsiteX2730" fmla="*/ 86447 w 2577833"/>
                <a:gd name="connsiteY2730" fmla="*/ 518789 h 1235632"/>
                <a:gd name="connsiteX2731" fmla="*/ 83572 w 2577833"/>
                <a:gd name="connsiteY2731" fmla="*/ 517691 h 1235632"/>
                <a:gd name="connsiteX2732" fmla="*/ 84128 w 2577833"/>
                <a:gd name="connsiteY2732" fmla="*/ 515233 h 1235632"/>
                <a:gd name="connsiteX2733" fmla="*/ 86726 w 2577833"/>
                <a:gd name="connsiteY2733" fmla="*/ 515233 h 1235632"/>
                <a:gd name="connsiteX2734" fmla="*/ 85288 w 2577833"/>
                <a:gd name="connsiteY2734" fmla="*/ 510579 h 1235632"/>
                <a:gd name="connsiteX2735" fmla="*/ 90807 w 2577833"/>
                <a:gd name="connsiteY2735" fmla="*/ 510579 h 1235632"/>
                <a:gd name="connsiteX2736" fmla="*/ 89369 w 2577833"/>
                <a:gd name="connsiteY2736" fmla="*/ 519096 h 1235632"/>
                <a:gd name="connsiteX2737" fmla="*/ 89369 w 2577833"/>
                <a:gd name="connsiteY2737" fmla="*/ 523486 h 1235632"/>
                <a:gd name="connsiteX2738" fmla="*/ 90807 w 2577833"/>
                <a:gd name="connsiteY2738" fmla="*/ 526778 h 1235632"/>
                <a:gd name="connsiteX2739" fmla="*/ 88071 w 2577833"/>
                <a:gd name="connsiteY2739" fmla="*/ 530071 h 1235632"/>
                <a:gd name="connsiteX2740" fmla="*/ 83850 w 2577833"/>
                <a:gd name="connsiteY2740" fmla="*/ 527876 h 1235632"/>
                <a:gd name="connsiteX2741" fmla="*/ 80094 w 2577833"/>
                <a:gd name="connsiteY2741" fmla="*/ 530071 h 1235632"/>
                <a:gd name="connsiteX2742" fmla="*/ 72859 w 2577833"/>
                <a:gd name="connsiteY2742" fmla="*/ 531432 h 1235632"/>
                <a:gd name="connsiteX2743" fmla="*/ 70540 w 2577833"/>
                <a:gd name="connsiteY2743" fmla="*/ 528973 h 1235632"/>
                <a:gd name="connsiteX2744" fmla="*/ 80697 w 2577833"/>
                <a:gd name="connsiteY2744" fmla="*/ 526515 h 1235632"/>
                <a:gd name="connsiteX2745" fmla="*/ 66644 w 2577833"/>
                <a:gd name="connsiteY2745" fmla="*/ 550836 h 1235632"/>
                <a:gd name="connsiteX2746" fmla="*/ 69380 w 2577833"/>
                <a:gd name="connsiteY2746" fmla="*/ 554699 h 1235632"/>
                <a:gd name="connsiteX2747" fmla="*/ 75178 w 2577833"/>
                <a:gd name="connsiteY2747" fmla="*/ 554699 h 1235632"/>
                <a:gd name="connsiteX2748" fmla="*/ 75178 w 2577833"/>
                <a:gd name="connsiteY2748" fmla="*/ 562645 h 1235632"/>
                <a:gd name="connsiteX2749" fmla="*/ 71839 w 2577833"/>
                <a:gd name="connsiteY2749" fmla="*/ 562645 h 1235632"/>
                <a:gd name="connsiteX2750" fmla="*/ 68639 w 2577833"/>
                <a:gd name="connsiteY2750" fmla="*/ 557860 h 1235632"/>
                <a:gd name="connsiteX2751" fmla="*/ 63583 w 2577833"/>
                <a:gd name="connsiteY2751" fmla="*/ 558694 h 1235632"/>
                <a:gd name="connsiteX2752" fmla="*/ 65346 w 2577833"/>
                <a:gd name="connsiteY2752" fmla="*/ 554699 h 1235632"/>
                <a:gd name="connsiteX2753" fmla="*/ 66644 w 2577833"/>
                <a:gd name="connsiteY2753" fmla="*/ 550836 h 1235632"/>
                <a:gd name="connsiteX2754" fmla="*/ 54308 w 2577833"/>
                <a:gd name="connsiteY2754" fmla="*/ 486346 h 1235632"/>
                <a:gd name="connsiteX2755" fmla="*/ 51108 w 2577833"/>
                <a:gd name="connsiteY2755" fmla="*/ 484415 h 1235632"/>
                <a:gd name="connsiteX2756" fmla="*/ 53148 w 2577833"/>
                <a:gd name="connsiteY2756" fmla="*/ 479498 h 1235632"/>
                <a:gd name="connsiteX2757" fmla="*/ 57786 w 2577833"/>
                <a:gd name="connsiteY2757" fmla="*/ 484415 h 1235632"/>
                <a:gd name="connsiteX2758" fmla="*/ 65624 w 2577833"/>
                <a:gd name="connsiteY2758" fmla="*/ 481912 h 1235632"/>
                <a:gd name="connsiteX2759" fmla="*/ 65624 w 2577833"/>
                <a:gd name="connsiteY2759" fmla="*/ 484415 h 1235632"/>
                <a:gd name="connsiteX2760" fmla="*/ 57693 w 2577833"/>
                <a:gd name="connsiteY2760" fmla="*/ 486346 h 1235632"/>
                <a:gd name="connsiteX2761" fmla="*/ 57693 w 2577833"/>
                <a:gd name="connsiteY2761" fmla="*/ 491000 h 1235632"/>
                <a:gd name="connsiteX2762" fmla="*/ 49763 w 2577833"/>
                <a:gd name="connsiteY2762" fmla="*/ 496224 h 1235632"/>
                <a:gd name="connsiteX2763" fmla="*/ 54586 w 2577833"/>
                <a:gd name="connsiteY2763" fmla="*/ 489902 h 1235632"/>
                <a:gd name="connsiteX2764" fmla="*/ 54308 w 2577833"/>
                <a:gd name="connsiteY2764" fmla="*/ 486346 h 1235632"/>
                <a:gd name="connsiteX2765" fmla="*/ 58528 w 2577833"/>
                <a:gd name="connsiteY2765" fmla="*/ 585034 h 1235632"/>
                <a:gd name="connsiteX2766" fmla="*/ 61264 w 2577833"/>
                <a:gd name="connsiteY2766" fmla="*/ 588414 h 1235632"/>
                <a:gd name="connsiteX2767" fmla="*/ 58528 w 2577833"/>
                <a:gd name="connsiteY2767" fmla="*/ 592541 h 1235632"/>
                <a:gd name="connsiteX2768" fmla="*/ 55189 w 2577833"/>
                <a:gd name="connsiteY2768" fmla="*/ 588414 h 1235632"/>
                <a:gd name="connsiteX2769" fmla="*/ 49392 w 2577833"/>
                <a:gd name="connsiteY2769" fmla="*/ 585034 h 1235632"/>
                <a:gd name="connsiteX2770" fmla="*/ 49392 w 2577833"/>
                <a:gd name="connsiteY2770" fmla="*/ 578537 h 1235632"/>
                <a:gd name="connsiteX2771" fmla="*/ 61264 w 2577833"/>
                <a:gd name="connsiteY2771" fmla="*/ 570854 h 1235632"/>
                <a:gd name="connsiteX2772" fmla="*/ 58064 w 2577833"/>
                <a:gd name="connsiteY2772" fmla="*/ 576605 h 1235632"/>
                <a:gd name="connsiteX2773" fmla="*/ 58482 w 2577833"/>
                <a:gd name="connsiteY2773" fmla="*/ 585034 h 1235632"/>
                <a:gd name="connsiteX2774" fmla="*/ 56348 w 2577833"/>
                <a:gd name="connsiteY2774" fmla="*/ 560977 h 1235632"/>
                <a:gd name="connsiteX2775" fmla="*/ 58528 w 2577833"/>
                <a:gd name="connsiteY2775" fmla="*/ 564006 h 1235632"/>
                <a:gd name="connsiteX2776" fmla="*/ 53751 w 2577833"/>
                <a:gd name="connsiteY2776" fmla="*/ 568659 h 1235632"/>
                <a:gd name="connsiteX2777" fmla="*/ 50691 w 2577833"/>
                <a:gd name="connsiteY2777" fmla="*/ 560977 h 1235632"/>
                <a:gd name="connsiteX2778" fmla="*/ 56348 w 2577833"/>
                <a:gd name="connsiteY2778" fmla="*/ 560977 h 1235632"/>
                <a:gd name="connsiteX2779" fmla="*/ 52314 w 2577833"/>
                <a:gd name="connsiteY2779" fmla="*/ 550836 h 1235632"/>
                <a:gd name="connsiteX2780" fmla="*/ 58528 w 2577833"/>
                <a:gd name="connsiteY2780" fmla="*/ 550836 h 1235632"/>
                <a:gd name="connsiteX2781" fmla="*/ 54633 w 2577833"/>
                <a:gd name="connsiteY2781" fmla="*/ 554699 h 1235632"/>
                <a:gd name="connsiteX2782" fmla="*/ 52314 w 2577833"/>
                <a:gd name="connsiteY2782" fmla="*/ 550836 h 1235632"/>
                <a:gd name="connsiteX2783" fmla="*/ 44754 w 2577833"/>
                <a:gd name="connsiteY2783" fmla="*/ 501975 h 1235632"/>
                <a:gd name="connsiteX2784" fmla="*/ 49809 w 2577833"/>
                <a:gd name="connsiteY2784" fmla="*/ 499516 h 1235632"/>
                <a:gd name="connsiteX2785" fmla="*/ 49809 w 2577833"/>
                <a:gd name="connsiteY2785" fmla="*/ 503380 h 1235632"/>
                <a:gd name="connsiteX2786" fmla="*/ 44754 w 2577833"/>
                <a:gd name="connsiteY2786" fmla="*/ 506672 h 1235632"/>
                <a:gd name="connsiteX2787" fmla="*/ 44754 w 2577833"/>
                <a:gd name="connsiteY2787" fmla="*/ 502019 h 1235632"/>
                <a:gd name="connsiteX2788" fmla="*/ 47676 w 2577833"/>
                <a:gd name="connsiteY2788" fmla="*/ 623841 h 1235632"/>
                <a:gd name="connsiteX2789" fmla="*/ 50737 w 2577833"/>
                <a:gd name="connsiteY2789" fmla="*/ 619847 h 1235632"/>
                <a:gd name="connsiteX2790" fmla="*/ 45079 w 2577833"/>
                <a:gd name="connsiteY2790" fmla="*/ 619847 h 1235632"/>
                <a:gd name="connsiteX2791" fmla="*/ 45079 w 2577833"/>
                <a:gd name="connsiteY2791" fmla="*/ 617783 h 1235632"/>
                <a:gd name="connsiteX2792" fmla="*/ 50737 w 2577833"/>
                <a:gd name="connsiteY2792" fmla="*/ 617783 h 1235632"/>
                <a:gd name="connsiteX2793" fmla="*/ 53798 w 2577833"/>
                <a:gd name="connsiteY2793" fmla="*/ 614491 h 1235632"/>
                <a:gd name="connsiteX2794" fmla="*/ 63954 w 2577833"/>
                <a:gd name="connsiteY2794" fmla="*/ 614491 h 1235632"/>
                <a:gd name="connsiteX2795" fmla="*/ 66691 w 2577833"/>
                <a:gd name="connsiteY2795" fmla="*/ 619144 h 1235632"/>
                <a:gd name="connsiteX2796" fmla="*/ 72070 w 2577833"/>
                <a:gd name="connsiteY2796" fmla="*/ 625202 h 1235632"/>
                <a:gd name="connsiteX2797" fmla="*/ 68036 w 2577833"/>
                <a:gd name="connsiteY2797" fmla="*/ 625202 h 1235632"/>
                <a:gd name="connsiteX2798" fmla="*/ 61357 w 2577833"/>
                <a:gd name="connsiteY2798" fmla="*/ 619144 h 1235632"/>
                <a:gd name="connsiteX2799" fmla="*/ 55282 w 2577833"/>
                <a:gd name="connsiteY2799" fmla="*/ 619144 h 1235632"/>
                <a:gd name="connsiteX2800" fmla="*/ 50783 w 2577833"/>
                <a:gd name="connsiteY2800" fmla="*/ 625202 h 1235632"/>
                <a:gd name="connsiteX2801" fmla="*/ 47722 w 2577833"/>
                <a:gd name="connsiteY2801" fmla="*/ 623841 h 1235632"/>
                <a:gd name="connsiteX2802" fmla="*/ 56488 w 2577833"/>
                <a:gd name="connsiteY2802" fmla="*/ 667742 h 1235632"/>
                <a:gd name="connsiteX2803" fmla="*/ 52267 w 2577833"/>
                <a:gd name="connsiteY2803" fmla="*/ 663483 h 1235632"/>
                <a:gd name="connsiteX2804" fmla="*/ 54864 w 2577833"/>
                <a:gd name="connsiteY2804" fmla="*/ 661420 h 1235632"/>
                <a:gd name="connsiteX2805" fmla="*/ 58064 w 2577833"/>
                <a:gd name="connsiteY2805" fmla="*/ 665283 h 1235632"/>
                <a:gd name="connsiteX2806" fmla="*/ 56488 w 2577833"/>
                <a:gd name="connsiteY2806" fmla="*/ 667742 h 1235632"/>
                <a:gd name="connsiteX2807" fmla="*/ 61264 w 2577833"/>
                <a:gd name="connsiteY2807" fmla="*/ 642762 h 1235632"/>
                <a:gd name="connsiteX2808" fmla="*/ 61264 w 2577833"/>
                <a:gd name="connsiteY2808" fmla="*/ 639733 h 1235632"/>
                <a:gd name="connsiteX2809" fmla="*/ 66644 w 2577833"/>
                <a:gd name="connsiteY2809" fmla="*/ 639733 h 1235632"/>
                <a:gd name="connsiteX2810" fmla="*/ 66644 w 2577833"/>
                <a:gd name="connsiteY2810" fmla="*/ 636704 h 1235632"/>
                <a:gd name="connsiteX2811" fmla="*/ 68824 w 2577833"/>
                <a:gd name="connsiteY2811" fmla="*/ 636704 h 1235632"/>
                <a:gd name="connsiteX2812" fmla="*/ 72024 w 2577833"/>
                <a:gd name="connsiteY2812" fmla="*/ 641094 h 1235632"/>
                <a:gd name="connsiteX2813" fmla="*/ 61311 w 2577833"/>
                <a:gd name="connsiteY2813" fmla="*/ 642762 h 1235632"/>
                <a:gd name="connsiteX2814" fmla="*/ 54633 w 2577833"/>
                <a:gd name="connsiteY2814" fmla="*/ 719851 h 1235632"/>
                <a:gd name="connsiteX2815" fmla="*/ 57508 w 2577833"/>
                <a:gd name="connsiteY2815" fmla="*/ 722880 h 1235632"/>
                <a:gd name="connsiteX2816" fmla="*/ 54633 w 2577833"/>
                <a:gd name="connsiteY2816" fmla="*/ 726436 h 1235632"/>
                <a:gd name="connsiteX2817" fmla="*/ 52035 w 2577833"/>
                <a:gd name="connsiteY2817" fmla="*/ 723143 h 1235632"/>
                <a:gd name="connsiteX2818" fmla="*/ 54633 w 2577833"/>
                <a:gd name="connsiteY2818" fmla="*/ 719851 h 1235632"/>
                <a:gd name="connsiteX2819" fmla="*/ 67108 w 2577833"/>
                <a:gd name="connsiteY2819" fmla="*/ 839479 h 1235632"/>
                <a:gd name="connsiteX2820" fmla="*/ 62470 w 2577833"/>
                <a:gd name="connsiteY2820" fmla="*/ 834693 h 1235632"/>
                <a:gd name="connsiteX2821" fmla="*/ 62470 w 2577833"/>
                <a:gd name="connsiteY2821" fmla="*/ 839479 h 1235632"/>
                <a:gd name="connsiteX2822" fmla="*/ 53195 w 2577833"/>
                <a:gd name="connsiteY2822" fmla="*/ 837020 h 1235632"/>
                <a:gd name="connsiteX2823" fmla="*/ 59270 w 2577833"/>
                <a:gd name="connsiteY2823" fmla="*/ 829908 h 1235632"/>
                <a:gd name="connsiteX2824" fmla="*/ 67108 w 2577833"/>
                <a:gd name="connsiteY2824" fmla="*/ 839523 h 1235632"/>
                <a:gd name="connsiteX2825" fmla="*/ 84778 w 2577833"/>
                <a:gd name="connsiteY2825" fmla="*/ 772355 h 1235632"/>
                <a:gd name="connsiteX2826" fmla="*/ 81578 w 2577833"/>
                <a:gd name="connsiteY2826" fmla="*/ 768975 h 1235632"/>
                <a:gd name="connsiteX2827" fmla="*/ 80418 w 2577833"/>
                <a:gd name="connsiteY2827" fmla="*/ 776745 h 1235632"/>
                <a:gd name="connsiteX2828" fmla="*/ 72905 w 2577833"/>
                <a:gd name="connsiteY2828" fmla="*/ 776745 h 1235632"/>
                <a:gd name="connsiteX2829" fmla="*/ 64511 w 2577833"/>
                <a:gd name="connsiteY2829" fmla="*/ 781135 h 1235632"/>
                <a:gd name="connsiteX2830" fmla="*/ 57554 w 2577833"/>
                <a:gd name="connsiteY2830" fmla="*/ 785701 h 1235632"/>
                <a:gd name="connsiteX2831" fmla="*/ 54957 w 2577833"/>
                <a:gd name="connsiteY2831" fmla="*/ 776745 h 1235632"/>
                <a:gd name="connsiteX2832" fmla="*/ 51757 w 2577833"/>
                <a:gd name="connsiteY2832" fmla="*/ 770599 h 1235632"/>
                <a:gd name="connsiteX2833" fmla="*/ 47722 w 2577833"/>
                <a:gd name="connsiteY2833" fmla="*/ 764541 h 1235632"/>
                <a:gd name="connsiteX2834" fmla="*/ 47722 w 2577833"/>
                <a:gd name="connsiteY2834" fmla="*/ 759888 h 1235632"/>
                <a:gd name="connsiteX2835" fmla="*/ 39050 w 2577833"/>
                <a:gd name="connsiteY2835" fmla="*/ 749176 h 1235632"/>
                <a:gd name="connsiteX2836" fmla="*/ 39050 w 2577833"/>
                <a:gd name="connsiteY2836" fmla="*/ 745620 h 1235632"/>
                <a:gd name="connsiteX2837" fmla="*/ 46888 w 2577833"/>
                <a:gd name="connsiteY2837" fmla="*/ 745620 h 1235632"/>
                <a:gd name="connsiteX2838" fmla="*/ 44012 w 2577833"/>
                <a:gd name="connsiteY2838" fmla="*/ 739869 h 1235632"/>
                <a:gd name="connsiteX2839" fmla="*/ 51850 w 2577833"/>
                <a:gd name="connsiteY2839" fmla="*/ 733021 h 1235632"/>
                <a:gd name="connsiteX2840" fmla="*/ 51850 w 2577833"/>
                <a:gd name="connsiteY2840" fmla="*/ 729158 h 1235632"/>
                <a:gd name="connsiteX2841" fmla="*/ 59966 w 2577833"/>
                <a:gd name="connsiteY2841" fmla="*/ 736006 h 1235632"/>
                <a:gd name="connsiteX2842" fmla="*/ 63723 w 2577833"/>
                <a:gd name="connsiteY2842" fmla="*/ 736006 h 1235632"/>
                <a:gd name="connsiteX2843" fmla="*/ 65485 w 2577833"/>
                <a:gd name="connsiteY2843" fmla="*/ 741230 h 1235632"/>
                <a:gd name="connsiteX2844" fmla="*/ 76198 w 2577833"/>
                <a:gd name="connsiteY2844" fmla="*/ 747552 h 1235632"/>
                <a:gd name="connsiteX2845" fmla="*/ 84036 w 2577833"/>
                <a:gd name="connsiteY2845" fmla="*/ 758000 h 1235632"/>
                <a:gd name="connsiteX2846" fmla="*/ 86355 w 2577833"/>
                <a:gd name="connsiteY2846" fmla="*/ 765419 h 1235632"/>
                <a:gd name="connsiteX2847" fmla="*/ 84917 w 2577833"/>
                <a:gd name="connsiteY2847" fmla="*/ 772355 h 1235632"/>
                <a:gd name="connsiteX2848" fmla="*/ 91734 w 2577833"/>
                <a:gd name="connsiteY2848" fmla="*/ 726436 h 1235632"/>
                <a:gd name="connsiteX2849" fmla="*/ 83897 w 2577833"/>
                <a:gd name="connsiteY2849" fmla="*/ 723143 h 1235632"/>
                <a:gd name="connsiteX2850" fmla="*/ 92894 w 2577833"/>
                <a:gd name="connsiteY2850" fmla="*/ 721783 h 1235632"/>
                <a:gd name="connsiteX2851" fmla="*/ 91734 w 2577833"/>
                <a:gd name="connsiteY2851" fmla="*/ 726436 h 1235632"/>
                <a:gd name="connsiteX2852" fmla="*/ 92894 w 2577833"/>
                <a:gd name="connsiteY2852" fmla="*/ 681175 h 1235632"/>
                <a:gd name="connsiteX2853" fmla="*/ 95491 w 2577833"/>
                <a:gd name="connsiteY2853" fmla="*/ 675951 h 1235632"/>
                <a:gd name="connsiteX2854" fmla="*/ 102169 w 2577833"/>
                <a:gd name="connsiteY2854" fmla="*/ 675951 h 1235632"/>
                <a:gd name="connsiteX2855" fmla="*/ 105045 w 2577833"/>
                <a:gd name="connsiteY2855" fmla="*/ 683633 h 1235632"/>
                <a:gd name="connsiteX2856" fmla="*/ 92894 w 2577833"/>
                <a:gd name="connsiteY2856" fmla="*/ 681175 h 1235632"/>
                <a:gd name="connsiteX2857" fmla="*/ 117520 w 2577833"/>
                <a:gd name="connsiteY2857" fmla="*/ 672132 h 1235632"/>
                <a:gd name="connsiteX2858" fmla="*/ 125358 w 2577833"/>
                <a:gd name="connsiteY2858" fmla="*/ 673800 h 1235632"/>
                <a:gd name="connsiteX2859" fmla="*/ 127677 w 2577833"/>
                <a:gd name="connsiteY2859" fmla="*/ 676829 h 1235632"/>
                <a:gd name="connsiteX2860" fmla="*/ 121323 w 2577833"/>
                <a:gd name="connsiteY2860" fmla="*/ 678760 h 1235632"/>
                <a:gd name="connsiteX2861" fmla="*/ 118448 w 2577833"/>
                <a:gd name="connsiteY2861" fmla="*/ 676302 h 1235632"/>
                <a:gd name="connsiteX2862" fmla="*/ 114969 w 2577833"/>
                <a:gd name="connsiteY2862" fmla="*/ 676302 h 1235632"/>
                <a:gd name="connsiteX2863" fmla="*/ 112094 w 2577833"/>
                <a:gd name="connsiteY2863" fmla="*/ 673844 h 1235632"/>
                <a:gd name="connsiteX2864" fmla="*/ 107456 w 2577833"/>
                <a:gd name="connsiteY2864" fmla="*/ 661508 h 1235632"/>
                <a:gd name="connsiteX2865" fmla="*/ 117613 w 2577833"/>
                <a:gd name="connsiteY2865" fmla="*/ 672219 h 1235632"/>
                <a:gd name="connsiteX2866" fmla="*/ 118401 w 2577833"/>
                <a:gd name="connsiteY2866" fmla="*/ 750318 h 1235632"/>
                <a:gd name="connsiteX2867" fmla="*/ 118401 w 2577833"/>
                <a:gd name="connsiteY2867" fmla="*/ 753873 h 1235632"/>
                <a:gd name="connsiteX2868" fmla="*/ 115526 w 2577833"/>
                <a:gd name="connsiteY2868" fmla="*/ 748693 h 1235632"/>
                <a:gd name="connsiteX2869" fmla="*/ 118401 w 2577833"/>
                <a:gd name="connsiteY2869" fmla="*/ 745664 h 1235632"/>
                <a:gd name="connsiteX2870" fmla="*/ 118401 w 2577833"/>
                <a:gd name="connsiteY2870" fmla="*/ 750318 h 1235632"/>
                <a:gd name="connsiteX2871" fmla="*/ 139828 w 2577833"/>
                <a:gd name="connsiteY2871" fmla="*/ 748693 h 1235632"/>
                <a:gd name="connsiteX2872" fmla="*/ 127955 w 2577833"/>
                <a:gd name="connsiteY2872" fmla="*/ 756376 h 1235632"/>
                <a:gd name="connsiteX2873" fmla="*/ 129393 w 2577833"/>
                <a:gd name="connsiteY2873" fmla="*/ 748693 h 1235632"/>
                <a:gd name="connsiteX2874" fmla="*/ 121555 w 2577833"/>
                <a:gd name="connsiteY2874" fmla="*/ 738245 h 1235632"/>
                <a:gd name="connsiteX2875" fmla="*/ 108801 w 2577833"/>
                <a:gd name="connsiteY2875" fmla="*/ 727533 h 1235632"/>
                <a:gd name="connsiteX2876" fmla="*/ 108801 w 2577833"/>
                <a:gd name="connsiteY2876" fmla="*/ 719017 h 1235632"/>
                <a:gd name="connsiteX2877" fmla="*/ 113717 w 2577833"/>
                <a:gd name="connsiteY2877" fmla="*/ 720114 h 1235632"/>
                <a:gd name="connsiteX2878" fmla="*/ 110239 w 2577833"/>
                <a:gd name="connsiteY2878" fmla="*/ 709403 h 1235632"/>
                <a:gd name="connsiteX2879" fmla="*/ 115433 w 2577833"/>
                <a:gd name="connsiteY2879" fmla="*/ 715461 h 1235632"/>
                <a:gd name="connsiteX2880" fmla="*/ 115990 w 2577833"/>
                <a:gd name="connsiteY2880" fmla="*/ 711334 h 1235632"/>
                <a:gd name="connsiteX2881" fmla="*/ 118308 w 2577833"/>
                <a:gd name="connsiteY2881" fmla="*/ 719017 h 1235632"/>
                <a:gd name="connsiteX2882" fmla="*/ 123224 w 2577833"/>
                <a:gd name="connsiteY2882" fmla="*/ 725382 h 1235632"/>
                <a:gd name="connsiteX2883" fmla="*/ 124894 w 2577833"/>
                <a:gd name="connsiteY2883" fmla="*/ 721475 h 1235632"/>
                <a:gd name="connsiteX2884" fmla="*/ 119190 w 2577833"/>
                <a:gd name="connsiteY2884" fmla="*/ 715417 h 1235632"/>
                <a:gd name="connsiteX2885" fmla="*/ 127306 w 2577833"/>
                <a:gd name="connsiteY2885" fmla="*/ 711290 h 1235632"/>
                <a:gd name="connsiteX2886" fmla="*/ 116871 w 2577833"/>
                <a:gd name="connsiteY2886" fmla="*/ 699218 h 1235632"/>
                <a:gd name="connsiteX2887" fmla="*/ 117149 w 2577833"/>
                <a:gd name="connsiteY2887" fmla="*/ 706900 h 1235632"/>
                <a:gd name="connsiteX2888" fmla="*/ 110795 w 2577833"/>
                <a:gd name="connsiteY2888" fmla="*/ 693730 h 1235632"/>
                <a:gd name="connsiteX2889" fmla="*/ 116314 w 2577833"/>
                <a:gd name="connsiteY2889" fmla="*/ 695925 h 1235632"/>
                <a:gd name="connsiteX2890" fmla="*/ 122714 w 2577833"/>
                <a:gd name="connsiteY2890" fmla="*/ 699481 h 1235632"/>
                <a:gd name="connsiteX2891" fmla="*/ 129671 w 2577833"/>
                <a:gd name="connsiteY2891" fmla="*/ 719763 h 1235632"/>
                <a:gd name="connsiteX2892" fmla="*/ 138668 w 2577833"/>
                <a:gd name="connsiteY2892" fmla="*/ 739386 h 1235632"/>
                <a:gd name="connsiteX2893" fmla="*/ 139828 w 2577833"/>
                <a:gd name="connsiteY2893" fmla="*/ 748562 h 1235632"/>
                <a:gd name="connsiteX2894" fmla="*/ 151144 w 2577833"/>
                <a:gd name="connsiteY2894" fmla="*/ 715197 h 1235632"/>
                <a:gd name="connsiteX2895" fmla="*/ 147944 w 2577833"/>
                <a:gd name="connsiteY2895" fmla="*/ 717129 h 1235632"/>
                <a:gd name="connsiteX2896" fmla="*/ 144465 w 2577833"/>
                <a:gd name="connsiteY2896" fmla="*/ 712739 h 1235632"/>
                <a:gd name="connsiteX2897" fmla="*/ 147944 w 2577833"/>
                <a:gd name="connsiteY2897" fmla="*/ 708349 h 1235632"/>
                <a:gd name="connsiteX2898" fmla="*/ 151144 w 2577833"/>
                <a:gd name="connsiteY2898" fmla="*/ 708349 h 1235632"/>
                <a:gd name="connsiteX2899" fmla="*/ 151144 w 2577833"/>
                <a:gd name="connsiteY2899" fmla="*/ 715197 h 1235632"/>
                <a:gd name="connsiteX2900" fmla="*/ 153184 w 2577833"/>
                <a:gd name="connsiteY2900" fmla="*/ 781574 h 1235632"/>
                <a:gd name="connsiteX2901" fmla="*/ 153184 w 2577833"/>
                <a:gd name="connsiteY2901" fmla="*/ 774463 h 1235632"/>
                <a:gd name="connsiteX2902" fmla="*/ 163341 w 2577833"/>
                <a:gd name="connsiteY2902" fmla="*/ 774463 h 1235632"/>
                <a:gd name="connsiteX2903" fmla="*/ 167097 w 2577833"/>
                <a:gd name="connsiteY2903" fmla="*/ 781574 h 1235632"/>
                <a:gd name="connsiteX2904" fmla="*/ 153184 w 2577833"/>
                <a:gd name="connsiteY2904" fmla="*/ 781574 h 1235632"/>
                <a:gd name="connsiteX2905" fmla="*/ 178970 w 2577833"/>
                <a:gd name="connsiteY2905" fmla="*/ 839479 h 1235632"/>
                <a:gd name="connsiteX2906" fmla="*/ 174889 w 2577833"/>
                <a:gd name="connsiteY2906" fmla="*/ 834562 h 1235632"/>
                <a:gd name="connsiteX2907" fmla="*/ 169973 w 2577833"/>
                <a:gd name="connsiteY2907" fmla="*/ 840839 h 1235632"/>
                <a:gd name="connsiteX2908" fmla="*/ 158657 w 2577833"/>
                <a:gd name="connsiteY2908" fmla="*/ 831225 h 1235632"/>
                <a:gd name="connsiteX2909" fmla="*/ 158657 w 2577833"/>
                <a:gd name="connsiteY2909" fmla="*/ 826001 h 1235632"/>
                <a:gd name="connsiteX2910" fmla="*/ 164454 w 2577833"/>
                <a:gd name="connsiteY2910" fmla="*/ 827362 h 1235632"/>
                <a:gd name="connsiteX2911" fmla="*/ 167932 w 2577833"/>
                <a:gd name="connsiteY2911" fmla="*/ 824333 h 1235632"/>
                <a:gd name="connsiteX2912" fmla="*/ 165613 w 2577833"/>
                <a:gd name="connsiteY2912" fmla="*/ 816694 h 1235632"/>
                <a:gd name="connsiteX2913" fmla="*/ 160419 w 2577833"/>
                <a:gd name="connsiteY2913" fmla="*/ 815553 h 1235632"/>
                <a:gd name="connsiteX2914" fmla="*/ 160697 w 2577833"/>
                <a:gd name="connsiteY2914" fmla="*/ 807870 h 1235632"/>
                <a:gd name="connsiteX2915" fmla="*/ 178089 w 2577833"/>
                <a:gd name="connsiteY2915" fmla="*/ 828460 h 1235632"/>
                <a:gd name="connsiteX2916" fmla="*/ 181845 w 2577833"/>
                <a:gd name="connsiteY2916" fmla="*/ 828460 h 1235632"/>
                <a:gd name="connsiteX2917" fmla="*/ 178970 w 2577833"/>
                <a:gd name="connsiteY2917" fmla="*/ 839435 h 1235632"/>
                <a:gd name="connsiteX2918" fmla="*/ 192605 w 2577833"/>
                <a:gd name="connsiteY2918" fmla="*/ 799705 h 1235632"/>
                <a:gd name="connsiteX2919" fmla="*/ 182773 w 2577833"/>
                <a:gd name="connsiteY2919" fmla="*/ 789257 h 1235632"/>
                <a:gd name="connsiteX2920" fmla="*/ 185370 w 2577833"/>
                <a:gd name="connsiteY2920" fmla="*/ 789257 h 1235632"/>
                <a:gd name="connsiteX2921" fmla="*/ 195527 w 2577833"/>
                <a:gd name="connsiteY2921" fmla="*/ 799705 h 1235632"/>
                <a:gd name="connsiteX2922" fmla="*/ 192651 w 2577833"/>
                <a:gd name="connsiteY2922" fmla="*/ 799705 h 1235632"/>
                <a:gd name="connsiteX2923" fmla="*/ 250855 w 2577833"/>
                <a:gd name="connsiteY2923" fmla="*/ 1136902 h 1235632"/>
                <a:gd name="connsiteX2924" fmla="*/ 236942 w 2577833"/>
                <a:gd name="connsiteY2924" fmla="*/ 1126190 h 1235632"/>
                <a:gd name="connsiteX2925" fmla="*/ 236942 w 2577833"/>
                <a:gd name="connsiteY2925" fmla="*/ 1123995 h 1235632"/>
                <a:gd name="connsiteX2926" fmla="*/ 252292 w 2577833"/>
                <a:gd name="connsiteY2926" fmla="*/ 1134443 h 1235632"/>
                <a:gd name="connsiteX2927" fmla="*/ 250855 w 2577833"/>
                <a:gd name="connsiteY2927" fmla="*/ 1136902 h 1235632"/>
                <a:gd name="connsiteX2928" fmla="*/ 248258 w 2577833"/>
                <a:gd name="connsiteY2928" fmla="*/ 1089709 h 1235632"/>
                <a:gd name="connsiteX2929" fmla="*/ 240420 w 2577833"/>
                <a:gd name="connsiteY2929" fmla="*/ 1099323 h 1235632"/>
                <a:gd name="connsiteX2930" fmla="*/ 238379 w 2577833"/>
                <a:gd name="connsiteY2930" fmla="*/ 1101518 h 1235632"/>
                <a:gd name="connsiteX2931" fmla="*/ 231423 w 2577833"/>
                <a:gd name="connsiteY2931" fmla="*/ 1101518 h 1235632"/>
                <a:gd name="connsiteX2932" fmla="*/ 236617 w 2577833"/>
                <a:gd name="connsiteY2932" fmla="*/ 1094406 h 1235632"/>
                <a:gd name="connsiteX2933" fmla="*/ 236617 w 2577833"/>
                <a:gd name="connsiteY2933" fmla="*/ 1097962 h 1235632"/>
                <a:gd name="connsiteX2934" fmla="*/ 242414 w 2577833"/>
                <a:gd name="connsiteY2934" fmla="*/ 1094406 h 1235632"/>
                <a:gd name="connsiteX2935" fmla="*/ 252246 w 2577833"/>
                <a:gd name="connsiteY2935" fmla="*/ 1080710 h 1235632"/>
                <a:gd name="connsiteX2936" fmla="*/ 248211 w 2577833"/>
                <a:gd name="connsiteY2936" fmla="*/ 1089753 h 1235632"/>
                <a:gd name="connsiteX2937" fmla="*/ 252153 w 2577833"/>
                <a:gd name="connsiteY2937" fmla="*/ 858795 h 1235632"/>
                <a:gd name="connsiteX2938" fmla="*/ 251921 w 2577833"/>
                <a:gd name="connsiteY2938" fmla="*/ 859058 h 1235632"/>
                <a:gd name="connsiteX2939" fmla="*/ 251921 w 2577833"/>
                <a:gd name="connsiteY2939" fmla="*/ 859058 h 1235632"/>
                <a:gd name="connsiteX2940" fmla="*/ 249788 w 2577833"/>
                <a:gd name="connsiteY2940" fmla="*/ 862570 h 1235632"/>
                <a:gd name="connsiteX2941" fmla="*/ 248582 w 2577833"/>
                <a:gd name="connsiteY2941" fmla="*/ 866345 h 1235632"/>
                <a:gd name="connsiteX2942" fmla="*/ 248721 w 2577833"/>
                <a:gd name="connsiteY2942" fmla="*/ 870209 h 1235632"/>
                <a:gd name="connsiteX2943" fmla="*/ 249324 w 2577833"/>
                <a:gd name="connsiteY2943" fmla="*/ 872096 h 1235632"/>
                <a:gd name="connsiteX2944" fmla="*/ 250252 w 2577833"/>
                <a:gd name="connsiteY2944" fmla="*/ 873940 h 1235632"/>
                <a:gd name="connsiteX2945" fmla="*/ 250437 w 2577833"/>
                <a:gd name="connsiteY2945" fmla="*/ 874335 h 1235632"/>
                <a:gd name="connsiteX2946" fmla="*/ 250855 w 2577833"/>
                <a:gd name="connsiteY2946" fmla="*/ 880350 h 1235632"/>
                <a:gd name="connsiteX2947" fmla="*/ 248489 w 2577833"/>
                <a:gd name="connsiteY2947" fmla="*/ 875169 h 1235632"/>
                <a:gd name="connsiteX2948" fmla="*/ 246959 w 2577833"/>
                <a:gd name="connsiteY2948" fmla="*/ 873282 h 1235632"/>
                <a:gd name="connsiteX2949" fmla="*/ 245800 w 2577833"/>
                <a:gd name="connsiteY2949" fmla="*/ 870999 h 1235632"/>
                <a:gd name="connsiteX2950" fmla="*/ 245197 w 2577833"/>
                <a:gd name="connsiteY2950" fmla="*/ 865950 h 1235632"/>
                <a:gd name="connsiteX2951" fmla="*/ 246727 w 2577833"/>
                <a:gd name="connsiteY2951" fmla="*/ 861165 h 1235632"/>
                <a:gd name="connsiteX2952" fmla="*/ 246774 w 2577833"/>
                <a:gd name="connsiteY2952" fmla="*/ 861077 h 1235632"/>
                <a:gd name="connsiteX2953" fmla="*/ 246217 w 2577833"/>
                <a:gd name="connsiteY2953" fmla="*/ 860990 h 1235632"/>
                <a:gd name="connsiteX2954" fmla="*/ 243620 w 2577833"/>
                <a:gd name="connsiteY2954" fmla="*/ 859804 h 1235632"/>
                <a:gd name="connsiteX2955" fmla="*/ 241533 w 2577833"/>
                <a:gd name="connsiteY2955" fmla="*/ 858092 h 1235632"/>
                <a:gd name="connsiteX2956" fmla="*/ 246495 w 2577833"/>
                <a:gd name="connsiteY2956" fmla="*/ 859190 h 1235632"/>
                <a:gd name="connsiteX2957" fmla="*/ 248211 w 2577833"/>
                <a:gd name="connsiteY2957" fmla="*/ 858839 h 1235632"/>
                <a:gd name="connsiteX2958" fmla="*/ 249695 w 2577833"/>
                <a:gd name="connsiteY2958" fmla="*/ 857126 h 1235632"/>
                <a:gd name="connsiteX2959" fmla="*/ 249788 w 2577833"/>
                <a:gd name="connsiteY2959" fmla="*/ 857039 h 1235632"/>
                <a:gd name="connsiteX2960" fmla="*/ 251875 w 2577833"/>
                <a:gd name="connsiteY2960" fmla="*/ 856995 h 1235632"/>
                <a:gd name="connsiteX2961" fmla="*/ 252107 w 2577833"/>
                <a:gd name="connsiteY2961" fmla="*/ 858751 h 1235632"/>
                <a:gd name="connsiteX2962" fmla="*/ 368236 w 2577833"/>
                <a:gd name="connsiteY2962" fmla="*/ 914943 h 1235632"/>
                <a:gd name="connsiteX2963" fmla="*/ 358682 w 2577833"/>
                <a:gd name="connsiteY2963" fmla="*/ 914943 h 1235632"/>
                <a:gd name="connsiteX2964" fmla="*/ 352885 w 2577833"/>
                <a:gd name="connsiteY2964" fmla="*/ 917138 h 1235632"/>
                <a:gd name="connsiteX2965" fmla="*/ 347088 w 2577833"/>
                <a:gd name="connsiteY2965" fmla="*/ 922055 h 1235632"/>
                <a:gd name="connsiteX2966" fmla="*/ 342450 w 2577833"/>
                <a:gd name="connsiteY2966" fmla="*/ 923723 h 1235632"/>
                <a:gd name="connsiteX2967" fmla="*/ 340131 w 2577833"/>
                <a:gd name="connsiteY2967" fmla="*/ 927849 h 1235632"/>
                <a:gd name="connsiteX2968" fmla="*/ 340131 w 2577833"/>
                <a:gd name="connsiteY2968" fmla="*/ 933074 h 1235632"/>
                <a:gd name="connsiteX2969" fmla="*/ 338693 w 2577833"/>
                <a:gd name="connsiteY2969" fmla="*/ 935269 h 1235632"/>
                <a:gd name="connsiteX2970" fmla="*/ 338137 w 2577833"/>
                <a:gd name="connsiteY2970" fmla="*/ 937990 h 1235632"/>
                <a:gd name="connsiteX2971" fmla="*/ 334102 w 2577833"/>
                <a:gd name="connsiteY2971" fmla="*/ 938824 h 1235632"/>
                <a:gd name="connsiteX2972" fmla="*/ 340177 w 2577833"/>
                <a:gd name="connsiteY2972" fmla="*/ 951468 h 1235632"/>
                <a:gd name="connsiteX2973" fmla="*/ 346856 w 2577833"/>
                <a:gd name="connsiteY2973" fmla="*/ 945980 h 1235632"/>
                <a:gd name="connsiteX2974" fmla="*/ 349731 w 2577833"/>
                <a:gd name="connsiteY2974" fmla="*/ 946507 h 1235632"/>
                <a:gd name="connsiteX2975" fmla="*/ 347691 w 2577833"/>
                <a:gd name="connsiteY2975" fmla="*/ 962970 h 1235632"/>
                <a:gd name="connsiteX2976" fmla="*/ 344212 w 2577833"/>
                <a:gd name="connsiteY2976" fmla="*/ 968457 h 1235632"/>
                <a:gd name="connsiteX2977" fmla="*/ 333777 w 2577833"/>
                <a:gd name="connsiteY2977" fmla="*/ 973374 h 1235632"/>
                <a:gd name="connsiteX2978" fmla="*/ 333499 w 2577833"/>
                <a:gd name="connsiteY2978" fmla="*/ 976930 h 1235632"/>
                <a:gd name="connsiteX2979" fmla="*/ 327702 w 2577833"/>
                <a:gd name="connsiteY2979" fmla="*/ 993129 h 1235632"/>
                <a:gd name="connsiteX2980" fmla="*/ 321024 w 2577833"/>
                <a:gd name="connsiteY2980" fmla="*/ 998616 h 1235632"/>
                <a:gd name="connsiteX2981" fmla="*/ 318055 w 2577833"/>
                <a:gd name="connsiteY2981" fmla="*/ 998616 h 1235632"/>
                <a:gd name="connsiteX2982" fmla="*/ 305070 w 2577833"/>
                <a:gd name="connsiteY2982" fmla="*/ 1006035 h 1235632"/>
                <a:gd name="connsiteX2983" fmla="*/ 298994 w 2577833"/>
                <a:gd name="connsiteY2983" fmla="*/ 1006562 h 1235632"/>
                <a:gd name="connsiteX2984" fmla="*/ 291760 w 2577833"/>
                <a:gd name="connsiteY2984" fmla="*/ 1017274 h 1235632"/>
                <a:gd name="connsiteX2985" fmla="*/ 295238 w 2577833"/>
                <a:gd name="connsiteY2985" fmla="*/ 1027151 h 1235632"/>
                <a:gd name="connsiteX2986" fmla="*/ 289719 w 2577833"/>
                <a:gd name="connsiteY2986" fmla="*/ 1032068 h 1235632"/>
                <a:gd name="connsiteX2987" fmla="*/ 293197 w 2577833"/>
                <a:gd name="connsiteY2987" fmla="*/ 1038390 h 1235632"/>
                <a:gd name="connsiteX2988" fmla="*/ 284200 w 2577833"/>
                <a:gd name="connsiteY2988" fmla="*/ 1048838 h 1235632"/>
                <a:gd name="connsiteX2989" fmla="*/ 285081 w 2577833"/>
                <a:gd name="connsiteY2989" fmla="*/ 1053491 h 1235632"/>
                <a:gd name="connsiteX2990" fmla="*/ 279284 w 2577833"/>
                <a:gd name="connsiteY2990" fmla="*/ 1058716 h 1235632"/>
                <a:gd name="connsiteX2991" fmla="*/ 278728 w 2577833"/>
                <a:gd name="connsiteY2991" fmla="*/ 1063369 h 1235632"/>
                <a:gd name="connsiteX2992" fmla="*/ 273812 w 2577833"/>
                <a:gd name="connsiteY2992" fmla="*/ 1071886 h 1235632"/>
                <a:gd name="connsiteX2993" fmla="*/ 274971 w 2577833"/>
                <a:gd name="connsiteY2993" fmla="*/ 1080666 h 1235632"/>
                <a:gd name="connsiteX2994" fmla="*/ 294960 w 2577833"/>
                <a:gd name="connsiteY2994" fmla="*/ 1091114 h 1235632"/>
                <a:gd name="connsiteX2995" fmla="*/ 283644 w 2577833"/>
                <a:gd name="connsiteY2995" fmla="*/ 1084002 h 1235632"/>
                <a:gd name="connsiteX2996" fmla="*/ 269452 w 2577833"/>
                <a:gd name="connsiteY2996" fmla="*/ 1084002 h 1235632"/>
                <a:gd name="connsiteX2997" fmla="*/ 269452 w 2577833"/>
                <a:gd name="connsiteY2997" fmla="*/ 1073027 h 1235632"/>
                <a:gd name="connsiteX2998" fmla="*/ 273209 w 2577833"/>
                <a:gd name="connsiteY2998" fmla="*/ 1067540 h 1235632"/>
                <a:gd name="connsiteX2999" fmla="*/ 276084 w 2577833"/>
                <a:gd name="connsiteY2999" fmla="*/ 1062623 h 1235632"/>
                <a:gd name="connsiteX3000" fmla="*/ 276965 w 2577833"/>
                <a:gd name="connsiteY3000" fmla="*/ 1057135 h 1235632"/>
                <a:gd name="connsiteX3001" fmla="*/ 281418 w 2577833"/>
                <a:gd name="connsiteY3001" fmla="*/ 1053272 h 1235632"/>
                <a:gd name="connsiteX3002" fmla="*/ 281418 w 2577833"/>
                <a:gd name="connsiteY3002" fmla="*/ 1047521 h 1235632"/>
                <a:gd name="connsiteX3003" fmla="*/ 288003 w 2577833"/>
                <a:gd name="connsiteY3003" fmla="*/ 1039268 h 1235632"/>
                <a:gd name="connsiteX3004" fmla="*/ 286844 w 2577833"/>
                <a:gd name="connsiteY3004" fmla="*/ 1029961 h 1235632"/>
                <a:gd name="connsiteX3005" fmla="*/ 291203 w 2577833"/>
                <a:gd name="connsiteY3005" fmla="*/ 1026669 h 1235632"/>
                <a:gd name="connsiteX3006" fmla="*/ 289162 w 2577833"/>
                <a:gd name="connsiteY3006" fmla="*/ 1015430 h 1235632"/>
                <a:gd name="connsiteX3007" fmla="*/ 298716 w 2577833"/>
                <a:gd name="connsiteY3007" fmla="*/ 1004192 h 1235632"/>
                <a:gd name="connsiteX3008" fmla="*/ 305394 w 2577833"/>
                <a:gd name="connsiteY3008" fmla="*/ 1004192 h 1235632"/>
                <a:gd name="connsiteX3009" fmla="*/ 316432 w 2577833"/>
                <a:gd name="connsiteY3009" fmla="*/ 996509 h 1235632"/>
                <a:gd name="connsiteX3010" fmla="*/ 319911 w 2577833"/>
                <a:gd name="connsiteY3010" fmla="*/ 996509 h 1235632"/>
                <a:gd name="connsiteX3011" fmla="*/ 324270 w 2577833"/>
                <a:gd name="connsiteY3011" fmla="*/ 992119 h 1235632"/>
                <a:gd name="connsiteX3012" fmla="*/ 326311 w 2577833"/>
                <a:gd name="connsiteY3012" fmla="*/ 984437 h 1235632"/>
                <a:gd name="connsiteX3013" fmla="*/ 330948 w 2577833"/>
                <a:gd name="connsiteY3013" fmla="*/ 976754 h 1235632"/>
                <a:gd name="connsiteX3014" fmla="*/ 330948 w 2577833"/>
                <a:gd name="connsiteY3014" fmla="*/ 970696 h 1235632"/>
                <a:gd name="connsiteX3015" fmla="*/ 337348 w 2577833"/>
                <a:gd name="connsiteY3015" fmla="*/ 969335 h 1235632"/>
                <a:gd name="connsiteX3016" fmla="*/ 343424 w 2577833"/>
                <a:gd name="connsiteY3016" fmla="*/ 966042 h 1235632"/>
                <a:gd name="connsiteX3017" fmla="*/ 338508 w 2577833"/>
                <a:gd name="connsiteY3017" fmla="*/ 953136 h 1235632"/>
                <a:gd name="connsiteX3018" fmla="*/ 329232 w 2577833"/>
                <a:gd name="connsiteY3018" fmla="*/ 944619 h 1235632"/>
                <a:gd name="connsiteX3019" fmla="*/ 333314 w 2577833"/>
                <a:gd name="connsiteY3019" fmla="*/ 933381 h 1235632"/>
                <a:gd name="connsiteX3020" fmla="*/ 338230 w 2577833"/>
                <a:gd name="connsiteY3020" fmla="*/ 926796 h 1235632"/>
                <a:gd name="connsiteX3021" fmla="*/ 339667 w 2577833"/>
                <a:gd name="connsiteY3021" fmla="*/ 922142 h 1235632"/>
                <a:gd name="connsiteX3022" fmla="*/ 343424 w 2577833"/>
                <a:gd name="connsiteY3022" fmla="*/ 920474 h 1235632"/>
                <a:gd name="connsiteX3023" fmla="*/ 343424 w 2577833"/>
                <a:gd name="connsiteY3023" fmla="*/ 917182 h 1235632"/>
                <a:gd name="connsiteX3024" fmla="*/ 339667 w 2577833"/>
                <a:gd name="connsiteY3024" fmla="*/ 910860 h 1235632"/>
                <a:gd name="connsiteX3025" fmla="*/ 338786 w 2577833"/>
                <a:gd name="connsiteY3025" fmla="*/ 904012 h 1235632"/>
                <a:gd name="connsiteX3026" fmla="*/ 332711 w 2577833"/>
                <a:gd name="connsiteY3026" fmla="*/ 901817 h 1235632"/>
                <a:gd name="connsiteX3027" fmla="*/ 318519 w 2577833"/>
                <a:gd name="connsiteY3027" fmla="*/ 895495 h 1235632"/>
                <a:gd name="connsiteX3028" fmla="*/ 311841 w 2577833"/>
                <a:gd name="connsiteY3028" fmla="*/ 895495 h 1235632"/>
                <a:gd name="connsiteX3029" fmla="*/ 305719 w 2577833"/>
                <a:gd name="connsiteY3029" fmla="*/ 892773 h 1235632"/>
                <a:gd name="connsiteX3030" fmla="*/ 301730 w 2577833"/>
                <a:gd name="connsiteY3030" fmla="*/ 889217 h 1235632"/>
                <a:gd name="connsiteX3031" fmla="*/ 296815 w 2577833"/>
                <a:gd name="connsiteY3031" fmla="*/ 891939 h 1235632"/>
                <a:gd name="connsiteX3032" fmla="*/ 295933 w 2577833"/>
                <a:gd name="connsiteY3032" fmla="*/ 889217 h 1235632"/>
                <a:gd name="connsiteX3033" fmla="*/ 303168 w 2577833"/>
                <a:gd name="connsiteY3033" fmla="*/ 885354 h 1235632"/>
                <a:gd name="connsiteX3034" fmla="*/ 307806 w 2577833"/>
                <a:gd name="connsiteY3034" fmla="*/ 891412 h 1235632"/>
                <a:gd name="connsiteX3035" fmla="*/ 314484 w 2577833"/>
                <a:gd name="connsiteY3035" fmla="*/ 892773 h 1235632"/>
                <a:gd name="connsiteX3036" fmla="*/ 321998 w 2577833"/>
                <a:gd name="connsiteY3036" fmla="*/ 893871 h 1235632"/>
                <a:gd name="connsiteX3037" fmla="*/ 335633 w 2577833"/>
                <a:gd name="connsiteY3037" fmla="*/ 900192 h 1235632"/>
                <a:gd name="connsiteX3038" fmla="*/ 340827 w 2577833"/>
                <a:gd name="connsiteY3038" fmla="*/ 903221 h 1235632"/>
                <a:gd name="connsiteX3039" fmla="*/ 344908 w 2577833"/>
                <a:gd name="connsiteY3039" fmla="*/ 915865 h 1235632"/>
                <a:gd name="connsiteX3040" fmla="*/ 353905 w 2577833"/>
                <a:gd name="connsiteY3040" fmla="*/ 913933 h 1235632"/>
                <a:gd name="connsiteX3041" fmla="*/ 357940 w 2577833"/>
                <a:gd name="connsiteY3041" fmla="*/ 912265 h 1235632"/>
                <a:gd name="connsiteX3042" fmla="*/ 368375 w 2577833"/>
                <a:gd name="connsiteY3042" fmla="*/ 912792 h 1235632"/>
                <a:gd name="connsiteX3043" fmla="*/ 368375 w 2577833"/>
                <a:gd name="connsiteY3043" fmla="*/ 914987 h 1235632"/>
                <a:gd name="connsiteX3044" fmla="*/ 411181 w 2577833"/>
                <a:gd name="connsiteY3044" fmla="*/ 901158 h 1235632"/>
                <a:gd name="connsiteX3045" fmla="*/ 409094 w 2577833"/>
                <a:gd name="connsiteY3045" fmla="*/ 904626 h 1235632"/>
                <a:gd name="connsiteX3046" fmla="*/ 408306 w 2577833"/>
                <a:gd name="connsiteY3046" fmla="*/ 906251 h 1235632"/>
                <a:gd name="connsiteX3047" fmla="*/ 406590 w 2577833"/>
                <a:gd name="connsiteY3047" fmla="*/ 904978 h 1235632"/>
                <a:gd name="connsiteX3048" fmla="*/ 403204 w 2577833"/>
                <a:gd name="connsiteY3048" fmla="*/ 902563 h 1235632"/>
                <a:gd name="connsiteX3049" fmla="*/ 401488 w 2577833"/>
                <a:gd name="connsiteY3049" fmla="*/ 901553 h 1235632"/>
                <a:gd name="connsiteX3050" fmla="*/ 399819 w 2577833"/>
                <a:gd name="connsiteY3050" fmla="*/ 900851 h 1235632"/>
                <a:gd name="connsiteX3051" fmla="*/ 398984 w 2577833"/>
                <a:gd name="connsiteY3051" fmla="*/ 900675 h 1235632"/>
                <a:gd name="connsiteX3052" fmla="*/ 398195 w 2577833"/>
                <a:gd name="connsiteY3052" fmla="*/ 900675 h 1235632"/>
                <a:gd name="connsiteX3053" fmla="*/ 396526 w 2577833"/>
                <a:gd name="connsiteY3053" fmla="*/ 901246 h 1235632"/>
                <a:gd name="connsiteX3054" fmla="*/ 393233 w 2577833"/>
                <a:gd name="connsiteY3054" fmla="*/ 903968 h 1235632"/>
                <a:gd name="connsiteX3055" fmla="*/ 395227 w 2577833"/>
                <a:gd name="connsiteY3055" fmla="*/ 899753 h 1235632"/>
                <a:gd name="connsiteX3056" fmla="*/ 397500 w 2577833"/>
                <a:gd name="connsiteY3056" fmla="*/ 898261 h 1235632"/>
                <a:gd name="connsiteX3057" fmla="*/ 398984 w 2577833"/>
                <a:gd name="connsiteY3057" fmla="*/ 897910 h 1235632"/>
                <a:gd name="connsiteX3058" fmla="*/ 400375 w 2577833"/>
                <a:gd name="connsiteY3058" fmla="*/ 897954 h 1235632"/>
                <a:gd name="connsiteX3059" fmla="*/ 403019 w 2577833"/>
                <a:gd name="connsiteY3059" fmla="*/ 898700 h 1235632"/>
                <a:gd name="connsiteX3060" fmla="*/ 405198 w 2577833"/>
                <a:gd name="connsiteY3060" fmla="*/ 899841 h 1235632"/>
                <a:gd name="connsiteX3061" fmla="*/ 407563 w 2577833"/>
                <a:gd name="connsiteY3061" fmla="*/ 901685 h 1235632"/>
                <a:gd name="connsiteX3062" fmla="*/ 409790 w 2577833"/>
                <a:gd name="connsiteY3062" fmla="*/ 899666 h 1235632"/>
                <a:gd name="connsiteX3063" fmla="*/ 412248 w 2577833"/>
                <a:gd name="connsiteY3063" fmla="*/ 898656 h 1235632"/>
                <a:gd name="connsiteX3064" fmla="*/ 414706 w 2577833"/>
                <a:gd name="connsiteY3064" fmla="*/ 899270 h 1235632"/>
                <a:gd name="connsiteX3065" fmla="*/ 411227 w 2577833"/>
                <a:gd name="connsiteY3065" fmla="*/ 901158 h 1235632"/>
                <a:gd name="connsiteX3066" fmla="*/ 442161 w 2577833"/>
                <a:gd name="connsiteY3066" fmla="*/ 863360 h 1235632"/>
                <a:gd name="connsiteX3067" fmla="*/ 438822 w 2577833"/>
                <a:gd name="connsiteY3067" fmla="*/ 862175 h 1235632"/>
                <a:gd name="connsiteX3068" fmla="*/ 436920 w 2577833"/>
                <a:gd name="connsiteY3068" fmla="*/ 864019 h 1235632"/>
                <a:gd name="connsiteX3069" fmla="*/ 436920 w 2577833"/>
                <a:gd name="connsiteY3069" fmla="*/ 867750 h 1235632"/>
                <a:gd name="connsiteX3070" fmla="*/ 436874 w 2577833"/>
                <a:gd name="connsiteY3070" fmla="*/ 868936 h 1235632"/>
                <a:gd name="connsiteX3071" fmla="*/ 435714 w 2577833"/>
                <a:gd name="connsiteY3071" fmla="*/ 869243 h 1235632"/>
                <a:gd name="connsiteX3072" fmla="*/ 430149 w 2577833"/>
                <a:gd name="connsiteY3072" fmla="*/ 870691 h 1235632"/>
                <a:gd name="connsiteX3073" fmla="*/ 429871 w 2577833"/>
                <a:gd name="connsiteY3073" fmla="*/ 870779 h 1235632"/>
                <a:gd name="connsiteX3074" fmla="*/ 429732 w 2577833"/>
                <a:gd name="connsiteY3074" fmla="*/ 870779 h 1235632"/>
                <a:gd name="connsiteX3075" fmla="*/ 423425 w 2577833"/>
                <a:gd name="connsiteY3075" fmla="*/ 870340 h 1235632"/>
                <a:gd name="connsiteX3076" fmla="*/ 420781 w 2577833"/>
                <a:gd name="connsiteY3076" fmla="*/ 876530 h 1235632"/>
                <a:gd name="connsiteX3077" fmla="*/ 421894 w 2577833"/>
                <a:gd name="connsiteY3077" fmla="*/ 869155 h 1235632"/>
                <a:gd name="connsiteX3078" fmla="*/ 421987 w 2577833"/>
                <a:gd name="connsiteY3078" fmla="*/ 868540 h 1235632"/>
                <a:gd name="connsiteX3079" fmla="*/ 422822 w 2577833"/>
                <a:gd name="connsiteY3079" fmla="*/ 868453 h 1235632"/>
                <a:gd name="connsiteX3080" fmla="*/ 429454 w 2577833"/>
                <a:gd name="connsiteY3080" fmla="*/ 868014 h 1235632"/>
                <a:gd name="connsiteX3081" fmla="*/ 433581 w 2577833"/>
                <a:gd name="connsiteY3081" fmla="*/ 866609 h 1235632"/>
                <a:gd name="connsiteX3082" fmla="*/ 433581 w 2577833"/>
                <a:gd name="connsiteY3082" fmla="*/ 863316 h 1235632"/>
                <a:gd name="connsiteX3083" fmla="*/ 433535 w 2577833"/>
                <a:gd name="connsiteY3083" fmla="*/ 862658 h 1235632"/>
                <a:gd name="connsiteX3084" fmla="*/ 434045 w 2577833"/>
                <a:gd name="connsiteY3084" fmla="*/ 862175 h 1235632"/>
                <a:gd name="connsiteX3085" fmla="*/ 437245 w 2577833"/>
                <a:gd name="connsiteY3085" fmla="*/ 859190 h 1235632"/>
                <a:gd name="connsiteX3086" fmla="*/ 438033 w 2577833"/>
                <a:gd name="connsiteY3086" fmla="*/ 858443 h 1235632"/>
                <a:gd name="connsiteX3087" fmla="*/ 439054 w 2577833"/>
                <a:gd name="connsiteY3087" fmla="*/ 858839 h 1235632"/>
                <a:gd name="connsiteX3088" fmla="*/ 441326 w 2577833"/>
                <a:gd name="connsiteY3088" fmla="*/ 859760 h 1235632"/>
                <a:gd name="connsiteX3089" fmla="*/ 441836 w 2577833"/>
                <a:gd name="connsiteY3089" fmla="*/ 852297 h 1235632"/>
                <a:gd name="connsiteX3090" fmla="*/ 438404 w 2577833"/>
                <a:gd name="connsiteY3090" fmla="*/ 846634 h 1235632"/>
                <a:gd name="connsiteX3091" fmla="*/ 443506 w 2577833"/>
                <a:gd name="connsiteY3091" fmla="*/ 851595 h 1235632"/>
                <a:gd name="connsiteX3092" fmla="*/ 443645 w 2577833"/>
                <a:gd name="connsiteY3092" fmla="*/ 851727 h 1235632"/>
                <a:gd name="connsiteX3093" fmla="*/ 443645 w 2577833"/>
                <a:gd name="connsiteY3093" fmla="*/ 852122 h 1235632"/>
                <a:gd name="connsiteX3094" fmla="*/ 444341 w 2577833"/>
                <a:gd name="connsiteY3094" fmla="*/ 861999 h 1235632"/>
                <a:gd name="connsiteX3095" fmla="*/ 444341 w 2577833"/>
                <a:gd name="connsiteY3095" fmla="*/ 864106 h 1235632"/>
                <a:gd name="connsiteX3096" fmla="*/ 442161 w 2577833"/>
                <a:gd name="connsiteY3096" fmla="*/ 863360 h 1235632"/>
                <a:gd name="connsiteX3097" fmla="*/ 455193 w 2577833"/>
                <a:gd name="connsiteY3097" fmla="*/ 808485 h 1235632"/>
                <a:gd name="connsiteX3098" fmla="*/ 456631 w 2577833"/>
                <a:gd name="connsiteY3098" fmla="*/ 817529 h 1235632"/>
                <a:gd name="connsiteX3099" fmla="*/ 460712 w 2577833"/>
                <a:gd name="connsiteY3099" fmla="*/ 817529 h 1235632"/>
                <a:gd name="connsiteX3100" fmla="*/ 455193 w 2577833"/>
                <a:gd name="connsiteY3100" fmla="*/ 821655 h 1235632"/>
                <a:gd name="connsiteX3101" fmla="*/ 451436 w 2577833"/>
                <a:gd name="connsiteY3101" fmla="*/ 827406 h 1235632"/>
                <a:gd name="connsiteX3102" fmla="*/ 448839 w 2577833"/>
                <a:gd name="connsiteY3102" fmla="*/ 823850 h 1235632"/>
                <a:gd name="connsiteX3103" fmla="*/ 454358 w 2577833"/>
                <a:gd name="connsiteY3103" fmla="*/ 819460 h 1235632"/>
                <a:gd name="connsiteX3104" fmla="*/ 450277 w 2577833"/>
                <a:gd name="connsiteY3104" fmla="*/ 814543 h 1235632"/>
                <a:gd name="connsiteX3105" fmla="*/ 453755 w 2577833"/>
                <a:gd name="connsiteY3105" fmla="*/ 814543 h 1235632"/>
                <a:gd name="connsiteX3106" fmla="*/ 452874 w 2577833"/>
                <a:gd name="connsiteY3106" fmla="*/ 806861 h 1235632"/>
                <a:gd name="connsiteX3107" fmla="*/ 460109 w 2577833"/>
                <a:gd name="connsiteY3107" fmla="*/ 801637 h 1235632"/>
                <a:gd name="connsiteX3108" fmla="*/ 461547 w 2577833"/>
                <a:gd name="connsiteY3108" fmla="*/ 801637 h 1235632"/>
                <a:gd name="connsiteX3109" fmla="*/ 463263 w 2577833"/>
                <a:gd name="connsiteY3109" fmla="*/ 804359 h 1235632"/>
                <a:gd name="connsiteX3110" fmla="*/ 455147 w 2577833"/>
                <a:gd name="connsiteY3110" fmla="*/ 808485 h 1235632"/>
                <a:gd name="connsiteX3111" fmla="*/ 669317 w 2577833"/>
                <a:gd name="connsiteY3111" fmla="*/ 749044 h 1235632"/>
                <a:gd name="connsiteX3112" fmla="*/ 663705 w 2577833"/>
                <a:gd name="connsiteY3112" fmla="*/ 753127 h 1235632"/>
                <a:gd name="connsiteX3113" fmla="*/ 668992 w 2577833"/>
                <a:gd name="connsiteY3113" fmla="*/ 765770 h 1235632"/>
                <a:gd name="connsiteX3114" fmla="*/ 669178 w 2577833"/>
                <a:gd name="connsiteY3114" fmla="*/ 766253 h 1235632"/>
                <a:gd name="connsiteX3115" fmla="*/ 668760 w 2577833"/>
                <a:gd name="connsiteY3115" fmla="*/ 766429 h 1235632"/>
                <a:gd name="connsiteX3116" fmla="*/ 658650 w 2577833"/>
                <a:gd name="connsiteY3116" fmla="*/ 770907 h 1235632"/>
                <a:gd name="connsiteX3117" fmla="*/ 667786 w 2577833"/>
                <a:gd name="connsiteY3117" fmla="*/ 765770 h 1235632"/>
                <a:gd name="connsiteX3118" fmla="*/ 661433 w 2577833"/>
                <a:gd name="connsiteY3118" fmla="*/ 753215 h 1235632"/>
                <a:gd name="connsiteX3119" fmla="*/ 661108 w 2577833"/>
                <a:gd name="connsiteY3119" fmla="*/ 752557 h 1235632"/>
                <a:gd name="connsiteX3120" fmla="*/ 661757 w 2577833"/>
                <a:gd name="connsiteY3120" fmla="*/ 752030 h 1235632"/>
                <a:gd name="connsiteX3121" fmla="*/ 666349 w 2577833"/>
                <a:gd name="connsiteY3121" fmla="*/ 748342 h 1235632"/>
                <a:gd name="connsiteX3122" fmla="*/ 664123 w 2577833"/>
                <a:gd name="connsiteY3122" fmla="*/ 747113 h 1235632"/>
                <a:gd name="connsiteX3123" fmla="*/ 662035 w 2577833"/>
                <a:gd name="connsiteY3123" fmla="*/ 749176 h 1235632"/>
                <a:gd name="connsiteX3124" fmla="*/ 661618 w 2577833"/>
                <a:gd name="connsiteY3124" fmla="*/ 749571 h 1235632"/>
                <a:gd name="connsiteX3125" fmla="*/ 660969 w 2577833"/>
                <a:gd name="connsiteY3125" fmla="*/ 749571 h 1235632"/>
                <a:gd name="connsiteX3126" fmla="*/ 657537 w 2577833"/>
                <a:gd name="connsiteY3126" fmla="*/ 749571 h 1235632"/>
                <a:gd name="connsiteX3127" fmla="*/ 655404 w 2577833"/>
                <a:gd name="connsiteY3127" fmla="*/ 753478 h 1235632"/>
                <a:gd name="connsiteX3128" fmla="*/ 654986 w 2577833"/>
                <a:gd name="connsiteY3128" fmla="*/ 754269 h 1235632"/>
                <a:gd name="connsiteX3129" fmla="*/ 654012 w 2577833"/>
                <a:gd name="connsiteY3129" fmla="*/ 754269 h 1235632"/>
                <a:gd name="connsiteX3130" fmla="*/ 649978 w 2577833"/>
                <a:gd name="connsiteY3130" fmla="*/ 754269 h 1235632"/>
                <a:gd name="connsiteX3131" fmla="*/ 649189 w 2577833"/>
                <a:gd name="connsiteY3131" fmla="*/ 754269 h 1235632"/>
                <a:gd name="connsiteX3132" fmla="*/ 648679 w 2577833"/>
                <a:gd name="connsiteY3132" fmla="*/ 753654 h 1235632"/>
                <a:gd name="connsiteX3133" fmla="*/ 643995 w 2577833"/>
                <a:gd name="connsiteY3133" fmla="*/ 747947 h 1235632"/>
                <a:gd name="connsiteX3134" fmla="*/ 643670 w 2577833"/>
                <a:gd name="connsiteY3134" fmla="*/ 747552 h 1235632"/>
                <a:gd name="connsiteX3135" fmla="*/ 643670 w 2577833"/>
                <a:gd name="connsiteY3135" fmla="*/ 747025 h 1235632"/>
                <a:gd name="connsiteX3136" fmla="*/ 643624 w 2577833"/>
                <a:gd name="connsiteY3136" fmla="*/ 740484 h 1235632"/>
                <a:gd name="connsiteX3137" fmla="*/ 634534 w 2577833"/>
                <a:gd name="connsiteY3137" fmla="*/ 734338 h 1235632"/>
                <a:gd name="connsiteX3138" fmla="*/ 634070 w 2577833"/>
                <a:gd name="connsiteY3138" fmla="*/ 734031 h 1235632"/>
                <a:gd name="connsiteX3139" fmla="*/ 633931 w 2577833"/>
                <a:gd name="connsiteY3139" fmla="*/ 733548 h 1235632"/>
                <a:gd name="connsiteX3140" fmla="*/ 630360 w 2577833"/>
                <a:gd name="connsiteY3140" fmla="*/ 722792 h 1235632"/>
                <a:gd name="connsiteX3141" fmla="*/ 624934 w 2577833"/>
                <a:gd name="connsiteY3141" fmla="*/ 716032 h 1235632"/>
                <a:gd name="connsiteX3142" fmla="*/ 618116 w 2577833"/>
                <a:gd name="connsiteY3142" fmla="*/ 715856 h 1235632"/>
                <a:gd name="connsiteX3143" fmla="*/ 617328 w 2577833"/>
                <a:gd name="connsiteY3143" fmla="*/ 715856 h 1235632"/>
                <a:gd name="connsiteX3144" fmla="*/ 617050 w 2577833"/>
                <a:gd name="connsiteY3144" fmla="*/ 715197 h 1235632"/>
                <a:gd name="connsiteX3145" fmla="*/ 615287 w 2577833"/>
                <a:gd name="connsiteY3145" fmla="*/ 711378 h 1235632"/>
                <a:gd name="connsiteX3146" fmla="*/ 611670 w 2577833"/>
                <a:gd name="connsiteY3146" fmla="*/ 709798 h 1235632"/>
                <a:gd name="connsiteX3147" fmla="*/ 611484 w 2577833"/>
                <a:gd name="connsiteY3147" fmla="*/ 709710 h 1235632"/>
                <a:gd name="connsiteX3148" fmla="*/ 611392 w 2577833"/>
                <a:gd name="connsiteY3148" fmla="*/ 709622 h 1235632"/>
                <a:gd name="connsiteX3149" fmla="*/ 605502 w 2577833"/>
                <a:gd name="connsiteY3149" fmla="*/ 704222 h 1235632"/>
                <a:gd name="connsiteX3150" fmla="*/ 605455 w 2577833"/>
                <a:gd name="connsiteY3150" fmla="*/ 704222 h 1235632"/>
                <a:gd name="connsiteX3151" fmla="*/ 605455 w 2577833"/>
                <a:gd name="connsiteY3151" fmla="*/ 704179 h 1235632"/>
                <a:gd name="connsiteX3152" fmla="*/ 596134 w 2577833"/>
                <a:gd name="connsiteY3152" fmla="*/ 693028 h 1235632"/>
                <a:gd name="connsiteX3153" fmla="*/ 606476 w 2577833"/>
                <a:gd name="connsiteY3153" fmla="*/ 703257 h 1235632"/>
                <a:gd name="connsiteX3154" fmla="*/ 612597 w 2577833"/>
                <a:gd name="connsiteY3154" fmla="*/ 708173 h 1235632"/>
                <a:gd name="connsiteX3155" fmla="*/ 616586 w 2577833"/>
                <a:gd name="connsiteY3155" fmla="*/ 709666 h 1235632"/>
                <a:gd name="connsiteX3156" fmla="*/ 616957 w 2577833"/>
                <a:gd name="connsiteY3156" fmla="*/ 709798 h 1235632"/>
                <a:gd name="connsiteX3157" fmla="*/ 617142 w 2577833"/>
                <a:gd name="connsiteY3157" fmla="*/ 710193 h 1235632"/>
                <a:gd name="connsiteX3158" fmla="*/ 618905 w 2577833"/>
                <a:gd name="connsiteY3158" fmla="*/ 713573 h 1235632"/>
                <a:gd name="connsiteX3159" fmla="*/ 625676 w 2577833"/>
                <a:gd name="connsiteY3159" fmla="*/ 713398 h 1235632"/>
                <a:gd name="connsiteX3160" fmla="*/ 626325 w 2577833"/>
                <a:gd name="connsiteY3160" fmla="*/ 713398 h 1235632"/>
                <a:gd name="connsiteX3161" fmla="*/ 626789 w 2577833"/>
                <a:gd name="connsiteY3161" fmla="*/ 713924 h 1235632"/>
                <a:gd name="connsiteX3162" fmla="*/ 632957 w 2577833"/>
                <a:gd name="connsiteY3162" fmla="*/ 721256 h 1235632"/>
                <a:gd name="connsiteX3163" fmla="*/ 633096 w 2577833"/>
                <a:gd name="connsiteY3163" fmla="*/ 721431 h 1235632"/>
                <a:gd name="connsiteX3164" fmla="*/ 633189 w 2577833"/>
                <a:gd name="connsiteY3164" fmla="*/ 721695 h 1235632"/>
                <a:gd name="connsiteX3165" fmla="*/ 636899 w 2577833"/>
                <a:gd name="connsiteY3165" fmla="*/ 732143 h 1235632"/>
                <a:gd name="connsiteX3166" fmla="*/ 646360 w 2577833"/>
                <a:gd name="connsiteY3166" fmla="*/ 738377 h 1235632"/>
                <a:gd name="connsiteX3167" fmla="*/ 647102 w 2577833"/>
                <a:gd name="connsiteY3167" fmla="*/ 738860 h 1235632"/>
                <a:gd name="connsiteX3168" fmla="*/ 647102 w 2577833"/>
                <a:gd name="connsiteY3168" fmla="*/ 739738 h 1235632"/>
                <a:gd name="connsiteX3169" fmla="*/ 647009 w 2577833"/>
                <a:gd name="connsiteY3169" fmla="*/ 746630 h 1235632"/>
                <a:gd name="connsiteX3170" fmla="*/ 650766 w 2577833"/>
                <a:gd name="connsiteY3170" fmla="*/ 751415 h 1235632"/>
                <a:gd name="connsiteX3171" fmla="*/ 653085 w 2577833"/>
                <a:gd name="connsiteY3171" fmla="*/ 751415 h 1235632"/>
                <a:gd name="connsiteX3172" fmla="*/ 655265 w 2577833"/>
                <a:gd name="connsiteY3172" fmla="*/ 747596 h 1235632"/>
                <a:gd name="connsiteX3173" fmla="*/ 655728 w 2577833"/>
                <a:gd name="connsiteY3173" fmla="*/ 746806 h 1235632"/>
                <a:gd name="connsiteX3174" fmla="*/ 656609 w 2577833"/>
                <a:gd name="connsiteY3174" fmla="*/ 746806 h 1235632"/>
                <a:gd name="connsiteX3175" fmla="*/ 660366 w 2577833"/>
                <a:gd name="connsiteY3175" fmla="*/ 746806 h 1235632"/>
                <a:gd name="connsiteX3176" fmla="*/ 662871 w 2577833"/>
                <a:gd name="connsiteY3176" fmla="*/ 744523 h 1235632"/>
                <a:gd name="connsiteX3177" fmla="*/ 663705 w 2577833"/>
                <a:gd name="connsiteY3177" fmla="*/ 743776 h 1235632"/>
                <a:gd name="connsiteX3178" fmla="*/ 664633 w 2577833"/>
                <a:gd name="connsiteY3178" fmla="*/ 744347 h 1235632"/>
                <a:gd name="connsiteX3179" fmla="*/ 669178 w 2577833"/>
                <a:gd name="connsiteY3179" fmla="*/ 747201 h 1235632"/>
                <a:gd name="connsiteX3180" fmla="*/ 670708 w 2577833"/>
                <a:gd name="connsiteY3180" fmla="*/ 748166 h 1235632"/>
                <a:gd name="connsiteX3181" fmla="*/ 669317 w 2577833"/>
                <a:gd name="connsiteY3181" fmla="*/ 749176 h 1235632"/>
                <a:gd name="connsiteX3182" fmla="*/ 795509 w 2577833"/>
                <a:gd name="connsiteY3182" fmla="*/ 931142 h 1235632"/>
                <a:gd name="connsiteX3183" fmla="*/ 792634 w 2577833"/>
                <a:gd name="connsiteY3183" fmla="*/ 933864 h 1235632"/>
                <a:gd name="connsiteX3184" fmla="*/ 789156 w 2577833"/>
                <a:gd name="connsiteY3184" fmla="*/ 931405 h 1235632"/>
                <a:gd name="connsiteX3185" fmla="*/ 789156 w 2577833"/>
                <a:gd name="connsiteY3185" fmla="*/ 924294 h 1235632"/>
                <a:gd name="connsiteX3186" fmla="*/ 793191 w 2577833"/>
                <a:gd name="connsiteY3186" fmla="*/ 921835 h 1235632"/>
                <a:gd name="connsiteX3187" fmla="*/ 799869 w 2577833"/>
                <a:gd name="connsiteY3187" fmla="*/ 924294 h 1235632"/>
                <a:gd name="connsiteX3188" fmla="*/ 794072 w 2577833"/>
                <a:gd name="connsiteY3188" fmla="*/ 929518 h 1235632"/>
                <a:gd name="connsiteX3189" fmla="*/ 795509 w 2577833"/>
                <a:gd name="connsiteY3189" fmla="*/ 931186 h 1235632"/>
                <a:gd name="connsiteX3190" fmla="*/ 807382 w 2577833"/>
                <a:gd name="connsiteY3190" fmla="*/ 925611 h 1235632"/>
                <a:gd name="connsiteX3191" fmla="*/ 807382 w 2577833"/>
                <a:gd name="connsiteY3191" fmla="*/ 923679 h 1235632"/>
                <a:gd name="connsiteX3192" fmla="*/ 810582 w 2577833"/>
                <a:gd name="connsiteY3192" fmla="*/ 921747 h 1235632"/>
                <a:gd name="connsiteX3193" fmla="*/ 812623 w 2577833"/>
                <a:gd name="connsiteY3193" fmla="*/ 925611 h 1235632"/>
                <a:gd name="connsiteX3194" fmla="*/ 807428 w 2577833"/>
                <a:gd name="connsiteY3194" fmla="*/ 925611 h 1235632"/>
                <a:gd name="connsiteX3195" fmla="*/ 824773 w 2577833"/>
                <a:gd name="connsiteY3195" fmla="*/ 978861 h 1235632"/>
                <a:gd name="connsiteX3196" fmla="*/ 820414 w 2577833"/>
                <a:gd name="connsiteY3196" fmla="*/ 973637 h 1235632"/>
                <a:gd name="connsiteX3197" fmla="*/ 824634 w 2577833"/>
                <a:gd name="connsiteY3197" fmla="*/ 969511 h 1235632"/>
                <a:gd name="connsiteX3198" fmla="*/ 828855 w 2577833"/>
                <a:gd name="connsiteY3198" fmla="*/ 973637 h 1235632"/>
                <a:gd name="connsiteX3199" fmla="*/ 824773 w 2577833"/>
                <a:gd name="connsiteY3199" fmla="*/ 978861 h 1235632"/>
                <a:gd name="connsiteX3200" fmla="*/ 830571 w 2577833"/>
                <a:gd name="connsiteY3200" fmla="*/ 914372 h 1235632"/>
                <a:gd name="connsiteX3201" fmla="*/ 828808 w 2577833"/>
                <a:gd name="connsiteY3201" fmla="*/ 911080 h 1235632"/>
                <a:gd name="connsiteX3202" fmla="*/ 834327 w 2577833"/>
                <a:gd name="connsiteY3202" fmla="*/ 907787 h 1235632"/>
                <a:gd name="connsiteX3203" fmla="*/ 836043 w 2577833"/>
                <a:gd name="connsiteY3203" fmla="*/ 911080 h 1235632"/>
                <a:gd name="connsiteX3204" fmla="*/ 830524 w 2577833"/>
                <a:gd name="connsiteY3204" fmla="*/ 914372 h 1235632"/>
                <a:gd name="connsiteX3205" fmla="*/ 833771 w 2577833"/>
                <a:gd name="connsiteY3205" fmla="*/ 382479 h 1235632"/>
                <a:gd name="connsiteX3206" fmla="*/ 832055 w 2577833"/>
                <a:gd name="connsiteY3206" fmla="*/ 379669 h 1235632"/>
                <a:gd name="connsiteX3207" fmla="*/ 838130 w 2577833"/>
                <a:gd name="connsiteY3207" fmla="*/ 376860 h 1235632"/>
                <a:gd name="connsiteX3208" fmla="*/ 833771 w 2577833"/>
                <a:gd name="connsiteY3208" fmla="*/ 382479 h 1235632"/>
                <a:gd name="connsiteX3209" fmla="*/ 851162 w 2577833"/>
                <a:gd name="connsiteY3209" fmla="*/ 411189 h 1235632"/>
                <a:gd name="connsiteX3210" fmla="*/ 860716 w 2577833"/>
                <a:gd name="connsiteY3210" fmla="*/ 414043 h 1235632"/>
                <a:gd name="connsiteX3211" fmla="*/ 859278 w 2577833"/>
                <a:gd name="connsiteY3211" fmla="*/ 416677 h 1235632"/>
                <a:gd name="connsiteX3212" fmla="*/ 851162 w 2577833"/>
                <a:gd name="connsiteY3212" fmla="*/ 414043 h 1235632"/>
                <a:gd name="connsiteX3213" fmla="*/ 851162 w 2577833"/>
                <a:gd name="connsiteY3213" fmla="*/ 411189 h 1235632"/>
                <a:gd name="connsiteX3214" fmla="*/ 868229 w 2577833"/>
                <a:gd name="connsiteY3214" fmla="*/ 938254 h 1235632"/>
                <a:gd name="connsiteX3215" fmla="*/ 858072 w 2577833"/>
                <a:gd name="connsiteY3215" fmla="*/ 944575 h 1235632"/>
                <a:gd name="connsiteX3216" fmla="*/ 854316 w 2577833"/>
                <a:gd name="connsiteY3216" fmla="*/ 948702 h 1235632"/>
                <a:gd name="connsiteX3217" fmla="*/ 851116 w 2577833"/>
                <a:gd name="connsiteY3217" fmla="*/ 951994 h 1235632"/>
                <a:gd name="connsiteX3218" fmla="*/ 851116 w 2577833"/>
                <a:gd name="connsiteY3218" fmla="*/ 947341 h 1235632"/>
                <a:gd name="connsiteX3219" fmla="*/ 853991 w 2577833"/>
                <a:gd name="connsiteY3219" fmla="*/ 945409 h 1235632"/>
                <a:gd name="connsiteX3220" fmla="*/ 857469 w 2577833"/>
                <a:gd name="connsiteY3220" fmla="*/ 941283 h 1235632"/>
                <a:gd name="connsiteX3221" fmla="*/ 866142 w 2577833"/>
                <a:gd name="connsiteY3221" fmla="*/ 936629 h 1235632"/>
                <a:gd name="connsiteX3222" fmla="*/ 875139 w 2577833"/>
                <a:gd name="connsiteY3222" fmla="*/ 927849 h 1235632"/>
                <a:gd name="connsiteX3223" fmla="*/ 881214 w 2577833"/>
                <a:gd name="connsiteY3223" fmla="*/ 927849 h 1235632"/>
                <a:gd name="connsiteX3224" fmla="*/ 868182 w 2577833"/>
                <a:gd name="connsiteY3224" fmla="*/ 938298 h 1235632"/>
                <a:gd name="connsiteX3225" fmla="*/ 918409 w 2577833"/>
                <a:gd name="connsiteY3225" fmla="*/ 556587 h 1235632"/>
                <a:gd name="connsiteX3226" fmla="*/ 915209 w 2577833"/>
                <a:gd name="connsiteY3226" fmla="*/ 556587 h 1235632"/>
                <a:gd name="connsiteX3227" fmla="*/ 912334 w 2577833"/>
                <a:gd name="connsiteY3227" fmla="*/ 553865 h 1235632"/>
                <a:gd name="connsiteX3228" fmla="*/ 918409 w 2577833"/>
                <a:gd name="connsiteY3228" fmla="*/ 550836 h 1235632"/>
                <a:gd name="connsiteX3229" fmla="*/ 918409 w 2577833"/>
                <a:gd name="connsiteY3229" fmla="*/ 556587 h 1235632"/>
                <a:gd name="connsiteX3230" fmla="*/ 1079848 w 2577833"/>
                <a:gd name="connsiteY3230" fmla="*/ 270709 h 1235632"/>
                <a:gd name="connsiteX3231" fmla="*/ 1082167 w 2577833"/>
                <a:gd name="connsiteY3231" fmla="*/ 269612 h 1235632"/>
                <a:gd name="connsiteX3232" fmla="*/ 1082167 w 2577833"/>
                <a:gd name="connsiteY3232" fmla="*/ 265749 h 1235632"/>
                <a:gd name="connsiteX3233" fmla="*/ 1084486 w 2577833"/>
                <a:gd name="connsiteY3233" fmla="*/ 265749 h 1235632"/>
                <a:gd name="connsiteX3234" fmla="*/ 1084486 w 2577833"/>
                <a:gd name="connsiteY3234" fmla="*/ 270665 h 1235632"/>
                <a:gd name="connsiteX3235" fmla="*/ 1079848 w 2577833"/>
                <a:gd name="connsiteY3235" fmla="*/ 273387 h 1235632"/>
                <a:gd name="connsiteX3236" fmla="*/ 1079848 w 2577833"/>
                <a:gd name="connsiteY3236" fmla="*/ 270665 h 1235632"/>
                <a:gd name="connsiteX3237" fmla="*/ 1052625 w 2577833"/>
                <a:gd name="connsiteY3237" fmla="*/ 558518 h 1235632"/>
                <a:gd name="connsiteX3238" fmla="*/ 1055825 w 2577833"/>
                <a:gd name="connsiteY3238" fmla="*/ 567825 h 1235632"/>
                <a:gd name="connsiteX3239" fmla="*/ 1052625 w 2577833"/>
                <a:gd name="connsiteY3239" fmla="*/ 567825 h 1235632"/>
                <a:gd name="connsiteX3240" fmla="*/ 1050028 w 2577833"/>
                <a:gd name="connsiteY3240" fmla="*/ 560406 h 1235632"/>
                <a:gd name="connsiteX3241" fmla="*/ 1047709 w 2577833"/>
                <a:gd name="connsiteY3241" fmla="*/ 554348 h 1235632"/>
                <a:gd name="connsiteX3242" fmla="*/ 1050028 w 2577833"/>
                <a:gd name="connsiteY3242" fmla="*/ 548026 h 1235632"/>
                <a:gd name="connsiteX3243" fmla="*/ 1050028 w 2577833"/>
                <a:gd name="connsiteY3243" fmla="*/ 540914 h 1235632"/>
                <a:gd name="connsiteX3244" fmla="*/ 1052625 w 2577833"/>
                <a:gd name="connsiteY3244" fmla="*/ 547763 h 1235632"/>
                <a:gd name="connsiteX3245" fmla="*/ 1051326 w 2577833"/>
                <a:gd name="connsiteY3245" fmla="*/ 554874 h 1235632"/>
                <a:gd name="connsiteX3246" fmla="*/ 1052625 w 2577833"/>
                <a:gd name="connsiteY3246" fmla="*/ 558430 h 1235632"/>
                <a:gd name="connsiteX3247" fmla="*/ 1035512 w 2577833"/>
                <a:gd name="connsiteY3247" fmla="*/ 499516 h 1235632"/>
                <a:gd name="connsiteX3248" fmla="*/ 1028555 w 2577833"/>
                <a:gd name="connsiteY3248" fmla="*/ 508033 h 1235632"/>
                <a:gd name="connsiteX3249" fmla="*/ 1021320 w 2577833"/>
                <a:gd name="connsiteY3249" fmla="*/ 516550 h 1235632"/>
                <a:gd name="connsiteX3250" fmla="*/ 1018445 w 2577833"/>
                <a:gd name="connsiteY3250" fmla="*/ 520676 h 1235632"/>
                <a:gd name="connsiteX3251" fmla="*/ 1018445 w 2577833"/>
                <a:gd name="connsiteY3251" fmla="*/ 514925 h 1235632"/>
                <a:gd name="connsiteX3252" fmla="*/ 1025680 w 2577833"/>
                <a:gd name="connsiteY3252" fmla="*/ 509438 h 1235632"/>
                <a:gd name="connsiteX3253" fmla="*/ 1033796 w 2577833"/>
                <a:gd name="connsiteY3253" fmla="*/ 498199 h 1235632"/>
                <a:gd name="connsiteX3254" fmla="*/ 1035512 w 2577833"/>
                <a:gd name="connsiteY3254" fmla="*/ 499560 h 1235632"/>
                <a:gd name="connsiteX3255" fmla="*/ 1029436 w 2577833"/>
                <a:gd name="connsiteY3255" fmla="*/ 493766 h 1235632"/>
                <a:gd name="connsiteX3256" fmla="*/ 1009726 w 2577833"/>
                <a:gd name="connsiteY3256" fmla="*/ 493766 h 1235632"/>
                <a:gd name="connsiteX3257" fmla="*/ 1003929 w 2577833"/>
                <a:gd name="connsiteY3257" fmla="*/ 498156 h 1235632"/>
                <a:gd name="connsiteX3258" fmla="*/ 999291 w 2577833"/>
                <a:gd name="connsiteY3258" fmla="*/ 498156 h 1235632"/>
                <a:gd name="connsiteX3259" fmla="*/ 994375 w 2577833"/>
                <a:gd name="connsiteY3259" fmla="*/ 500614 h 1235632"/>
                <a:gd name="connsiteX3260" fmla="*/ 987697 w 2577833"/>
                <a:gd name="connsiteY3260" fmla="*/ 500614 h 1235632"/>
                <a:gd name="connsiteX3261" fmla="*/ 980462 w 2577833"/>
                <a:gd name="connsiteY3261" fmla="*/ 498156 h 1235632"/>
                <a:gd name="connsiteX3262" fmla="*/ 976984 w 2577833"/>
                <a:gd name="connsiteY3262" fmla="*/ 495565 h 1235632"/>
                <a:gd name="connsiteX3263" fmla="*/ 991778 w 2577833"/>
                <a:gd name="connsiteY3263" fmla="*/ 495565 h 1235632"/>
                <a:gd name="connsiteX3264" fmla="*/ 995256 w 2577833"/>
                <a:gd name="connsiteY3264" fmla="*/ 495565 h 1235632"/>
                <a:gd name="connsiteX3265" fmla="*/ 1003233 w 2577833"/>
                <a:gd name="connsiteY3265" fmla="*/ 494336 h 1235632"/>
                <a:gd name="connsiteX3266" fmla="*/ 1008613 w 2577833"/>
                <a:gd name="connsiteY3266" fmla="*/ 490473 h 1235632"/>
                <a:gd name="connsiteX3267" fmla="*/ 1015848 w 2577833"/>
                <a:gd name="connsiteY3267" fmla="*/ 491834 h 1235632"/>
                <a:gd name="connsiteX3268" fmla="*/ 1022526 w 2577833"/>
                <a:gd name="connsiteY3268" fmla="*/ 488278 h 1235632"/>
                <a:gd name="connsiteX3269" fmla="*/ 1023686 w 2577833"/>
                <a:gd name="connsiteY3269" fmla="*/ 490736 h 1235632"/>
                <a:gd name="connsiteX3270" fmla="*/ 1029483 w 2577833"/>
                <a:gd name="connsiteY3270" fmla="*/ 490473 h 1235632"/>
                <a:gd name="connsiteX3271" fmla="*/ 1029483 w 2577833"/>
                <a:gd name="connsiteY3271" fmla="*/ 493766 h 1235632"/>
                <a:gd name="connsiteX3272" fmla="*/ 990016 w 2577833"/>
                <a:gd name="connsiteY3272" fmla="*/ 541485 h 1235632"/>
                <a:gd name="connsiteX3273" fmla="*/ 981621 w 2577833"/>
                <a:gd name="connsiteY3273" fmla="*/ 545875 h 1235632"/>
                <a:gd name="connsiteX3274" fmla="*/ 976984 w 2577833"/>
                <a:gd name="connsiteY3274" fmla="*/ 548070 h 1235632"/>
                <a:gd name="connsiteX3275" fmla="*/ 965389 w 2577833"/>
                <a:gd name="connsiteY3275" fmla="*/ 548070 h 1235632"/>
                <a:gd name="connsiteX3276" fmla="*/ 960473 w 2577833"/>
                <a:gd name="connsiteY3276" fmla="*/ 549431 h 1235632"/>
                <a:gd name="connsiteX3277" fmla="*/ 970305 w 2577833"/>
                <a:gd name="connsiteY3277" fmla="*/ 541485 h 1235632"/>
                <a:gd name="connsiteX3278" fmla="*/ 971743 w 2577833"/>
                <a:gd name="connsiteY3278" fmla="*/ 545480 h 1235632"/>
                <a:gd name="connsiteX3279" fmla="*/ 977262 w 2577833"/>
                <a:gd name="connsiteY3279" fmla="*/ 545480 h 1235632"/>
                <a:gd name="connsiteX3280" fmla="*/ 981018 w 2577833"/>
                <a:gd name="connsiteY3280" fmla="*/ 541485 h 1235632"/>
                <a:gd name="connsiteX3281" fmla="*/ 990016 w 2577833"/>
                <a:gd name="connsiteY3281" fmla="*/ 541485 h 1235632"/>
                <a:gd name="connsiteX3282" fmla="*/ 992613 w 2577833"/>
                <a:gd name="connsiteY3282" fmla="*/ 475108 h 1235632"/>
                <a:gd name="connsiteX3283" fmla="*/ 993169 w 2577833"/>
                <a:gd name="connsiteY3283" fmla="*/ 478005 h 1235632"/>
                <a:gd name="connsiteX3284" fmla="*/ 1000126 w 2577833"/>
                <a:gd name="connsiteY3284" fmla="*/ 478400 h 1235632"/>
                <a:gd name="connsiteX3285" fmla="*/ 1006804 w 2577833"/>
                <a:gd name="connsiteY3285" fmla="*/ 476469 h 1235632"/>
                <a:gd name="connsiteX3286" fmla="*/ 1009680 w 2577833"/>
                <a:gd name="connsiteY3286" fmla="*/ 477961 h 1235632"/>
                <a:gd name="connsiteX3287" fmla="*/ 1003140 w 2577833"/>
                <a:gd name="connsiteY3287" fmla="*/ 480025 h 1235632"/>
                <a:gd name="connsiteX3288" fmla="*/ 996601 w 2577833"/>
                <a:gd name="connsiteY3288" fmla="*/ 481693 h 1235632"/>
                <a:gd name="connsiteX3289" fmla="*/ 987326 w 2577833"/>
                <a:gd name="connsiteY3289" fmla="*/ 479849 h 1235632"/>
                <a:gd name="connsiteX3290" fmla="*/ 982410 w 2577833"/>
                <a:gd name="connsiteY3290" fmla="*/ 475108 h 1235632"/>
                <a:gd name="connsiteX3291" fmla="*/ 992566 w 2577833"/>
                <a:gd name="connsiteY3291" fmla="*/ 475108 h 1235632"/>
                <a:gd name="connsiteX3292" fmla="*/ 984497 w 2577833"/>
                <a:gd name="connsiteY3292" fmla="*/ 455616 h 1235632"/>
                <a:gd name="connsiteX3293" fmla="*/ 987372 w 2577833"/>
                <a:gd name="connsiteY3293" fmla="*/ 453158 h 1235632"/>
                <a:gd name="connsiteX3294" fmla="*/ 1000404 w 2577833"/>
                <a:gd name="connsiteY3294" fmla="*/ 455616 h 1235632"/>
                <a:gd name="connsiteX3295" fmla="*/ 1000404 w 2577833"/>
                <a:gd name="connsiteY3295" fmla="*/ 459480 h 1235632"/>
                <a:gd name="connsiteX3296" fmla="*/ 984450 w 2577833"/>
                <a:gd name="connsiteY3296" fmla="*/ 455616 h 1235632"/>
                <a:gd name="connsiteX3297" fmla="*/ 1026932 w 2577833"/>
                <a:gd name="connsiteY3297" fmla="*/ 472913 h 1235632"/>
                <a:gd name="connsiteX3298" fmla="*/ 1014039 w 2577833"/>
                <a:gd name="connsiteY3298" fmla="*/ 484722 h 1235632"/>
                <a:gd name="connsiteX3299" fmla="*/ 1011720 w 2577833"/>
                <a:gd name="connsiteY3299" fmla="*/ 483361 h 1235632"/>
                <a:gd name="connsiteX3300" fmla="*/ 1026932 w 2577833"/>
                <a:gd name="connsiteY3300" fmla="*/ 471289 h 1235632"/>
                <a:gd name="connsiteX3301" fmla="*/ 1026932 w 2577833"/>
                <a:gd name="connsiteY3301" fmla="*/ 472957 h 1235632"/>
                <a:gd name="connsiteX3302" fmla="*/ 1021599 w 2577833"/>
                <a:gd name="connsiteY3302" fmla="*/ 235589 h 1235632"/>
                <a:gd name="connsiteX3303" fmla="*/ 1025958 w 2577833"/>
                <a:gd name="connsiteY3303" fmla="*/ 233394 h 1235632"/>
                <a:gd name="connsiteX3304" fmla="*/ 1025958 w 2577833"/>
                <a:gd name="connsiteY3304" fmla="*/ 240506 h 1235632"/>
                <a:gd name="connsiteX3305" fmla="*/ 1021599 w 2577833"/>
                <a:gd name="connsiteY3305" fmla="*/ 240506 h 1235632"/>
                <a:gd name="connsiteX3306" fmla="*/ 1021599 w 2577833"/>
                <a:gd name="connsiteY3306" fmla="*/ 235589 h 1235632"/>
                <a:gd name="connsiteX3307" fmla="*/ 1012880 w 2577833"/>
                <a:gd name="connsiteY3307" fmla="*/ 292923 h 1235632"/>
                <a:gd name="connsiteX3308" fmla="*/ 1008242 w 2577833"/>
                <a:gd name="connsiteY3308" fmla="*/ 295118 h 1235632"/>
                <a:gd name="connsiteX3309" fmla="*/ 1005645 w 2577833"/>
                <a:gd name="connsiteY3309" fmla="*/ 278084 h 1235632"/>
                <a:gd name="connsiteX3310" fmla="*/ 1012880 w 2577833"/>
                <a:gd name="connsiteY3310" fmla="*/ 292923 h 1235632"/>
                <a:gd name="connsiteX3311" fmla="*/ 983616 w 2577833"/>
                <a:gd name="connsiteY3311" fmla="*/ 268734 h 1235632"/>
                <a:gd name="connsiteX3312" fmla="*/ 988810 w 2577833"/>
                <a:gd name="connsiteY3312" fmla="*/ 271631 h 1235632"/>
                <a:gd name="connsiteX3313" fmla="*/ 995210 w 2577833"/>
                <a:gd name="connsiteY3313" fmla="*/ 271631 h 1235632"/>
                <a:gd name="connsiteX3314" fmla="*/ 1000404 w 2577833"/>
                <a:gd name="connsiteY3314" fmla="*/ 268734 h 1235632"/>
                <a:gd name="connsiteX3315" fmla="*/ 1005598 w 2577833"/>
                <a:gd name="connsiteY3315" fmla="*/ 271236 h 1235632"/>
                <a:gd name="connsiteX3316" fmla="*/ 1002398 w 2577833"/>
                <a:gd name="connsiteY3316" fmla="*/ 274572 h 1235632"/>
                <a:gd name="connsiteX3317" fmla="*/ 999801 w 2577833"/>
                <a:gd name="connsiteY3317" fmla="*/ 271236 h 1235632"/>
                <a:gd name="connsiteX3318" fmla="*/ 993726 w 2577833"/>
                <a:gd name="connsiteY3318" fmla="*/ 274572 h 1235632"/>
                <a:gd name="connsiteX3319" fmla="*/ 987372 w 2577833"/>
                <a:gd name="connsiteY3319" fmla="*/ 274572 h 1235632"/>
                <a:gd name="connsiteX3320" fmla="*/ 983337 w 2577833"/>
                <a:gd name="connsiteY3320" fmla="*/ 271675 h 1235632"/>
                <a:gd name="connsiteX3321" fmla="*/ 977818 w 2577833"/>
                <a:gd name="connsiteY3321" fmla="*/ 274572 h 1235632"/>
                <a:gd name="connsiteX3322" fmla="*/ 975778 w 2577833"/>
                <a:gd name="connsiteY3322" fmla="*/ 271675 h 1235632"/>
                <a:gd name="connsiteX3323" fmla="*/ 983616 w 2577833"/>
                <a:gd name="connsiteY3323" fmla="*/ 268778 h 1235632"/>
                <a:gd name="connsiteX3324" fmla="*/ 975778 w 2577833"/>
                <a:gd name="connsiteY3324" fmla="*/ 396351 h 1235632"/>
                <a:gd name="connsiteX3325" fmla="*/ 987372 w 2577833"/>
                <a:gd name="connsiteY3325" fmla="*/ 385464 h 1235632"/>
                <a:gd name="connsiteX3326" fmla="*/ 984775 w 2577833"/>
                <a:gd name="connsiteY3326" fmla="*/ 376596 h 1235632"/>
                <a:gd name="connsiteX3327" fmla="*/ 975778 w 2577833"/>
                <a:gd name="connsiteY3327" fmla="*/ 370845 h 1235632"/>
                <a:gd name="connsiteX3328" fmla="*/ 975778 w 2577833"/>
                <a:gd name="connsiteY3328" fmla="*/ 359870 h 1235632"/>
                <a:gd name="connsiteX3329" fmla="*/ 980972 w 2577833"/>
                <a:gd name="connsiteY3329" fmla="*/ 348061 h 1235632"/>
                <a:gd name="connsiteX3330" fmla="*/ 987047 w 2577833"/>
                <a:gd name="connsiteY3330" fmla="*/ 346393 h 1235632"/>
                <a:gd name="connsiteX3331" fmla="*/ 988485 w 2577833"/>
                <a:gd name="connsiteY3331" fmla="*/ 337876 h 1235632"/>
                <a:gd name="connsiteX3332" fmla="*/ 995720 w 2577833"/>
                <a:gd name="connsiteY3332" fmla="*/ 321677 h 1235632"/>
                <a:gd name="connsiteX3333" fmla="*/ 997158 w 2577833"/>
                <a:gd name="connsiteY3333" fmla="*/ 315356 h 1235632"/>
                <a:gd name="connsiteX3334" fmla="*/ 1002074 w 2577833"/>
                <a:gd name="connsiteY3334" fmla="*/ 313161 h 1235632"/>
                <a:gd name="connsiteX3335" fmla="*/ 1011071 w 2577833"/>
                <a:gd name="connsiteY3335" fmla="*/ 305215 h 1235632"/>
                <a:gd name="connsiteX3336" fmla="*/ 1011349 w 2577833"/>
                <a:gd name="connsiteY3336" fmla="*/ 300825 h 1235632"/>
                <a:gd name="connsiteX3337" fmla="*/ 1013390 w 2577833"/>
                <a:gd name="connsiteY3337" fmla="*/ 299464 h 1235632"/>
                <a:gd name="connsiteX3338" fmla="*/ 1014271 w 2577833"/>
                <a:gd name="connsiteY3338" fmla="*/ 305522 h 1235632"/>
                <a:gd name="connsiteX3339" fmla="*/ 1004114 w 2577833"/>
                <a:gd name="connsiteY3339" fmla="*/ 314039 h 1235632"/>
                <a:gd name="connsiteX3340" fmla="*/ 999198 w 2577833"/>
                <a:gd name="connsiteY3340" fmla="*/ 317331 h 1235632"/>
                <a:gd name="connsiteX3341" fmla="*/ 997158 w 2577833"/>
                <a:gd name="connsiteY3341" fmla="*/ 321984 h 1235632"/>
                <a:gd name="connsiteX3342" fmla="*/ 990201 w 2577833"/>
                <a:gd name="connsiteY3342" fmla="*/ 339018 h 1235632"/>
                <a:gd name="connsiteX3343" fmla="*/ 989320 w 2577833"/>
                <a:gd name="connsiteY3343" fmla="*/ 349159 h 1235632"/>
                <a:gd name="connsiteX3344" fmla="*/ 981482 w 2577833"/>
                <a:gd name="connsiteY3344" fmla="*/ 350520 h 1235632"/>
                <a:gd name="connsiteX3345" fmla="*/ 977726 w 2577833"/>
                <a:gd name="connsiteY3345" fmla="*/ 360660 h 1235632"/>
                <a:gd name="connsiteX3346" fmla="*/ 977447 w 2577833"/>
                <a:gd name="connsiteY3346" fmla="*/ 369177 h 1235632"/>
                <a:gd name="connsiteX3347" fmla="*/ 986120 w 2577833"/>
                <a:gd name="connsiteY3347" fmla="*/ 374401 h 1235632"/>
                <a:gd name="connsiteX3348" fmla="*/ 988439 w 2577833"/>
                <a:gd name="connsiteY3348" fmla="*/ 382479 h 1235632"/>
                <a:gd name="connsiteX3349" fmla="*/ 994514 w 2577833"/>
                <a:gd name="connsiteY3349" fmla="*/ 382479 h 1235632"/>
                <a:gd name="connsiteX3350" fmla="*/ 1004068 w 2577833"/>
                <a:gd name="connsiteY3350" fmla="*/ 376860 h 1235632"/>
                <a:gd name="connsiteX3351" fmla="*/ 1018538 w 2577833"/>
                <a:gd name="connsiteY3351" fmla="*/ 376596 h 1235632"/>
                <a:gd name="connsiteX3352" fmla="*/ 1011581 w 2577833"/>
                <a:gd name="connsiteY3352" fmla="*/ 379318 h 1235632"/>
                <a:gd name="connsiteX3353" fmla="*/ 1002908 w 2577833"/>
                <a:gd name="connsiteY3353" fmla="*/ 379318 h 1235632"/>
                <a:gd name="connsiteX3354" fmla="*/ 995395 w 2577833"/>
                <a:gd name="connsiteY3354" fmla="*/ 385464 h 1235632"/>
                <a:gd name="connsiteX3355" fmla="*/ 989598 w 2577833"/>
                <a:gd name="connsiteY3355" fmla="*/ 385464 h 1235632"/>
                <a:gd name="connsiteX3356" fmla="*/ 975685 w 2577833"/>
                <a:gd name="connsiteY3356" fmla="*/ 398810 h 1235632"/>
                <a:gd name="connsiteX3357" fmla="*/ 975685 w 2577833"/>
                <a:gd name="connsiteY3357" fmla="*/ 396351 h 1235632"/>
                <a:gd name="connsiteX3358" fmla="*/ 982456 w 2577833"/>
                <a:gd name="connsiteY3358" fmla="*/ 446397 h 1235632"/>
                <a:gd name="connsiteX3359" fmla="*/ 992473 w 2577833"/>
                <a:gd name="connsiteY3359" fmla="*/ 442754 h 1235632"/>
                <a:gd name="connsiteX3360" fmla="*/ 1000451 w 2577833"/>
                <a:gd name="connsiteY3360" fmla="*/ 447407 h 1235632"/>
                <a:gd name="connsiteX3361" fmla="*/ 1013204 w 2577833"/>
                <a:gd name="connsiteY3361" fmla="*/ 447934 h 1235632"/>
                <a:gd name="connsiteX3362" fmla="*/ 1013204 w 2577833"/>
                <a:gd name="connsiteY3362" fmla="*/ 449865 h 1235632"/>
                <a:gd name="connsiteX3363" fmla="*/ 999291 w 2577833"/>
                <a:gd name="connsiteY3363" fmla="*/ 449865 h 1235632"/>
                <a:gd name="connsiteX3364" fmla="*/ 984497 w 2577833"/>
                <a:gd name="connsiteY3364" fmla="*/ 448900 h 1235632"/>
                <a:gd name="connsiteX3365" fmla="*/ 971743 w 2577833"/>
                <a:gd name="connsiteY3365" fmla="*/ 455616 h 1235632"/>
                <a:gd name="connsiteX3366" fmla="*/ 982456 w 2577833"/>
                <a:gd name="connsiteY3366" fmla="*/ 446397 h 1235632"/>
                <a:gd name="connsiteX3367" fmla="*/ 966224 w 2577833"/>
                <a:gd name="connsiteY3367" fmla="*/ 339852 h 1235632"/>
                <a:gd name="connsiteX3368" fmla="*/ 968821 w 2577833"/>
                <a:gd name="connsiteY3368" fmla="*/ 334364 h 1235632"/>
                <a:gd name="connsiteX3369" fmla="*/ 972299 w 2577833"/>
                <a:gd name="connsiteY3369" fmla="*/ 334364 h 1235632"/>
                <a:gd name="connsiteX3370" fmla="*/ 968821 w 2577833"/>
                <a:gd name="connsiteY3370" fmla="*/ 344242 h 1235632"/>
                <a:gd name="connsiteX3371" fmla="*/ 966224 w 2577833"/>
                <a:gd name="connsiteY3371" fmla="*/ 344242 h 1235632"/>
                <a:gd name="connsiteX3372" fmla="*/ 966224 w 2577833"/>
                <a:gd name="connsiteY3372" fmla="*/ 339852 h 1235632"/>
                <a:gd name="connsiteX3373" fmla="*/ 950595 w 2577833"/>
                <a:gd name="connsiteY3373" fmla="*/ 424096 h 1235632"/>
                <a:gd name="connsiteX3374" fmla="*/ 957273 w 2577833"/>
                <a:gd name="connsiteY3374" fmla="*/ 421374 h 1235632"/>
                <a:gd name="connsiteX3375" fmla="*/ 953934 w 2577833"/>
                <a:gd name="connsiteY3375" fmla="*/ 427432 h 1235632"/>
                <a:gd name="connsiteX3376" fmla="*/ 959870 w 2577833"/>
                <a:gd name="connsiteY3376" fmla="*/ 442798 h 1235632"/>
                <a:gd name="connsiteX3377" fmla="*/ 955326 w 2577833"/>
                <a:gd name="connsiteY3377" fmla="*/ 447188 h 1235632"/>
                <a:gd name="connsiteX3378" fmla="*/ 954073 w 2577833"/>
                <a:gd name="connsiteY3378" fmla="*/ 439768 h 1235632"/>
                <a:gd name="connsiteX3379" fmla="*/ 948276 w 2577833"/>
                <a:gd name="connsiteY3379" fmla="*/ 429320 h 1235632"/>
                <a:gd name="connsiteX3380" fmla="*/ 950595 w 2577833"/>
                <a:gd name="connsiteY3380" fmla="*/ 424096 h 1235632"/>
                <a:gd name="connsiteX3381" fmla="*/ 945633 w 2577833"/>
                <a:gd name="connsiteY3381" fmla="*/ 523135 h 1235632"/>
                <a:gd name="connsiteX3382" fmla="*/ 948833 w 2577833"/>
                <a:gd name="connsiteY3382" fmla="*/ 518745 h 1235632"/>
                <a:gd name="connsiteX3383" fmla="*/ 945633 w 2577833"/>
                <a:gd name="connsiteY3383" fmla="*/ 514881 h 1235632"/>
                <a:gd name="connsiteX3384" fmla="*/ 953749 w 2577833"/>
                <a:gd name="connsiteY3384" fmla="*/ 501711 h 1235632"/>
                <a:gd name="connsiteX3385" fmla="*/ 948833 w 2577833"/>
                <a:gd name="connsiteY3385" fmla="*/ 500043 h 1235632"/>
                <a:gd name="connsiteX3386" fmla="*/ 949714 w 2577833"/>
                <a:gd name="connsiteY3386" fmla="*/ 497848 h 1235632"/>
                <a:gd name="connsiteX3387" fmla="*/ 955789 w 2577833"/>
                <a:gd name="connsiteY3387" fmla="*/ 501404 h 1235632"/>
                <a:gd name="connsiteX3388" fmla="*/ 958665 w 2577833"/>
                <a:gd name="connsiteY3388" fmla="*/ 499473 h 1235632"/>
                <a:gd name="connsiteX3389" fmla="*/ 954027 w 2577833"/>
                <a:gd name="connsiteY3389" fmla="*/ 497804 h 1235632"/>
                <a:gd name="connsiteX3390" fmla="*/ 955789 w 2577833"/>
                <a:gd name="connsiteY3390" fmla="*/ 495346 h 1235632"/>
                <a:gd name="connsiteX3391" fmla="*/ 965946 w 2577833"/>
                <a:gd name="connsiteY3391" fmla="*/ 495346 h 1235632"/>
                <a:gd name="connsiteX3392" fmla="*/ 979256 w 2577833"/>
                <a:gd name="connsiteY3392" fmla="*/ 483844 h 1235632"/>
                <a:gd name="connsiteX3393" fmla="*/ 975221 w 2577833"/>
                <a:gd name="connsiteY3393" fmla="*/ 492361 h 1235632"/>
                <a:gd name="connsiteX3394" fmla="*/ 970584 w 2577833"/>
                <a:gd name="connsiteY3394" fmla="*/ 493722 h 1235632"/>
                <a:gd name="connsiteX3395" fmla="*/ 966827 w 2577833"/>
                <a:gd name="connsiteY3395" fmla="*/ 497585 h 1235632"/>
                <a:gd name="connsiteX3396" fmla="*/ 975221 w 2577833"/>
                <a:gd name="connsiteY3396" fmla="*/ 500043 h 1235632"/>
                <a:gd name="connsiteX3397" fmla="*/ 971465 w 2577833"/>
                <a:gd name="connsiteY3397" fmla="*/ 501711 h 1235632"/>
                <a:gd name="connsiteX3398" fmla="*/ 963952 w 2577833"/>
                <a:gd name="connsiteY3398" fmla="*/ 499516 h 1235632"/>
                <a:gd name="connsiteX3399" fmla="*/ 958154 w 2577833"/>
                <a:gd name="connsiteY3399" fmla="*/ 503380 h 1235632"/>
                <a:gd name="connsiteX3400" fmla="*/ 957598 w 2577833"/>
                <a:gd name="connsiteY3400" fmla="*/ 506936 h 1235632"/>
                <a:gd name="connsiteX3401" fmla="*/ 955279 w 2577833"/>
                <a:gd name="connsiteY3401" fmla="*/ 513521 h 1235632"/>
                <a:gd name="connsiteX3402" fmla="*/ 965992 w 2577833"/>
                <a:gd name="connsiteY3402" fmla="*/ 507462 h 1235632"/>
                <a:gd name="connsiteX3403" fmla="*/ 958154 w 2577833"/>
                <a:gd name="connsiteY3403" fmla="*/ 516242 h 1235632"/>
                <a:gd name="connsiteX3404" fmla="*/ 952960 w 2577833"/>
                <a:gd name="connsiteY3404" fmla="*/ 520896 h 1235632"/>
                <a:gd name="connsiteX3405" fmla="*/ 954723 w 2577833"/>
                <a:gd name="connsiteY3405" fmla="*/ 523354 h 1235632"/>
                <a:gd name="connsiteX3406" fmla="*/ 952960 w 2577833"/>
                <a:gd name="connsiteY3406" fmla="*/ 527481 h 1235632"/>
                <a:gd name="connsiteX3407" fmla="*/ 950085 w 2577833"/>
                <a:gd name="connsiteY3407" fmla="*/ 523618 h 1235632"/>
                <a:gd name="connsiteX3408" fmla="*/ 948647 w 2577833"/>
                <a:gd name="connsiteY3408" fmla="*/ 529939 h 1235632"/>
                <a:gd name="connsiteX3409" fmla="*/ 945772 w 2577833"/>
                <a:gd name="connsiteY3409" fmla="*/ 529939 h 1235632"/>
                <a:gd name="connsiteX3410" fmla="*/ 945772 w 2577833"/>
                <a:gd name="connsiteY3410" fmla="*/ 523091 h 1235632"/>
                <a:gd name="connsiteX3411" fmla="*/ 1025633 w 2577833"/>
                <a:gd name="connsiteY3411" fmla="*/ 919026 h 1235632"/>
                <a:gd name="connsiteX3412" fmla="*/ 1016636 w 2577833"/>
                <a:gd name="connsiteY3412" fmla="*/ 921747 h 1235632"/>
                <a:gd name="connsiteX3413" fmla="*/ 1010236 w 2577833"/>
                <a:gd name="connsiteY3413" fmla="*/ 923108 h 1235632"/>
                <a:gd name="connsiteX3414" fmla="*/ 1005042 w 2577833"/>
                <a:gd name="connsiteY3414" fmla="*/ 926971 h 1235632"/>
                <a:gd name="connsiteX3415" fmla="*/ 1005042 w 2577833"/>
                <a:gd name="connsiteY3415" fmla="*/ 932459 h 1235632"/>
                <a:gd name="connsiteX3416" fmla="*/ 1010561 w 2577833"/>
                <a:gd name="connsiteY3416" fmla="*/ 937946 h 1235632"/>
                <a:gd name="connsiteX3417" fmla="*/ 1016358 w 2577833"/>
                <a:gd name="connsiteY3417" fmla="*/ 939615 h 1235632"/>
                <a:gd name="connsiteX3418" fmla="*/ 1012880 w 2577833"/>
                <a:gd name="connsiteY3418" fmla="*/ 942644 h 1235632"/>
                <a:gd name="connsiteX3419" fmla="*/ 1015755 w 2577833"/>
                <a:gd name="connsiteY3419" fmla="*/ 948702 h 1235632"/>
                <a:gd name="connsiteX3420" fmla="*/ 1010839 w 2577833"/>
                <a:gd name="connsiteY3420" fmla="*/ 954760 h 1235632"/>
                <a:gd name="connsiteX3421" fmla="*/ 1009401 w 2577833"/>
                <a:gd name="connsiteY3421" fmla="*/ 952302 h 1235632"/>
                <a:gd name="connsiteX3422" fmla="*/ 1011998 w 2577833"/>
                <a:gd name="connsiteY3422" fmla="*/ 949009 h 1235632"/>
                <a:gd name="connsiteX3423" fmla="*/ 1009958 w 2577833"/>
                <a:gd name="connsiteY3423" fmla="*/ 942688 h 1235632"/>
                <a:gd name="connsiteX3424" fmla="*/ 1007917 w 2577833"/>
                <a:gd name="connsiteY3424" fmla="*/ 937771 h 1235632"/>
                <a:gd name="connsiteX3425" fmla="*/ 1001517 w 2577833"/>
                <a:gd name="connsiteY3425" fmla="*/ 932547 h 1235632"/>
                <a:gd name="connsiteX3426" fmla="*/ 1012555 w 2577833"/>
                <a:gd name="connsiteY3426" fmla="*/ 920211 h 1235632"/>
                <a:gd name="connsiteX3427" fmla="*/ 1024706 w 2577833"/>
                <a:gd name="connsiteY3427" fmla="*/ 916655 h 1235632"/>
                <a:gd name="connsiteX3428" fmla="*/ 1028787 w 2577833"/>
                <a:gd name="connsiteY3428" fmla="*/ 903748 h 1235632"/>
                <a:gd name="connsiteX3429" fmla="*/ 1028787 w 2577833"/>
                <a:gd name="connsiteY3429" fmla="*/ 913626 h 1235632"/>
                <a:gd name="connsiteX3430" fmla="*/ 1031662 w 2577833"/>
                <a:gd name="connsiteY3430" fmla="*/ 916348 h 1235632"/>
                <a:gd name="connsiteX3431" fmla="*/ 1025587 w 2577833"/>
                <a:gd name="connsiteY3431" fmla="*/ 919069 h 1235632"/>
                <a:gd name="connsiteX3432" fmla="*/ 1083605 w 2577833"/>
                <a:gd name="connsiteY3432" fmla="*/ 827669 h 1235632"/>
                <a:gd name="connsiteX3433" fmla="*/ 1076927 w 2577833"/>
                <a:gd name="connsiteY3433" fmla="*/ 830699 h 1235632"/>
                <a:gd name="connsiteX3434" fmla="*/ 1065889 w 2577833"/>
                <a:gd name="connsiteY3434" fmla="*/ 839215 h 1235632"/>
                <a:gd name="connsiteX3435" fmla="*/ 1042700 w 2577833"/>
                <a:gd name="connsiteY3435" fmla="*/ 839479 h 1235632"/>
                <a:gd name="connsiteX3436" fmla="*/ 1032265 w 2577833"/>
                <a:gd name="connsiteY3436" fmla="*/ 841147 h 1235632"/>
                <a:gd name="connsiteX3437" fmla="*/ 1026746 w 2577833"/>
                <a:gd name="connsiteY3437" fmla="*/ 837591 h 1235632"/>
                <a:gd name="connsiteX3438" fmla="*/ 1022387 w 2577833"/>
                <a:gd name="connsiteY3438" fmla="*/ 829645 h 1235632"/>
                <a:gd name="connsiteX3439" fmla="*/ 1017749 w 2577833"/>
                <a:gd name="connsiteY3439" fmla="*/ 819768 h 1235632"/>
                <a:gd name="connsiteX3440" fmla="*/ 1014874 w 2577833"/>
                <a:gd name="connsiteY3440" fmla="*/ 812919 h 1235632"/>
                <a:gd name="connsiteX3441" fmla="*/ 1010793 w 2577833"/>
                <a:gd name="connsiteY3441" fmla="*/ 808792 h 1235632"/>
                <a:gd name="connsiteX3442" fmla="*/ 1005877 w 2577833"/>
                <a:gd name="connsiteY3442" fmla="*/ 801944 h 1235632"/>
                <a:gd name="connsiteX3443" fmla="*/ 1000358 w 2577833"/>
                <a:gd name="connsiteY3443" fmla="*/ 791232 h 1235632"/>
                <a:gd name="connsiteX3444" fmla="*/ 988485 w 2577833"/>
                <a:gd name="connsiteY3444" fmla="*/ 775341 h 1235632"/>
                <a:gd name="connsiteX3445" fmla="*/ 988485 w 2577833"/>
                <a:gd name="connsiteY3445" fmla="*/ 766297 h 1235632"/>
                <a:gd name="connsiteX3446" fmla="*/ 984450 w 2577833"/>
                <a:gd name="connsiteY3446" fmla="*/ 759449 h 1235632"/>
                <a:gd name="connsiteX3447" fmla="*/ 981250 w 2577833"/>
                <a:gd name="connsiteY3447" fmla="*/ 746015 h 1235632"/>
                <a:gd name="connsiteX3448" fmla="*/ 984729 w 2577833"/>
                <a:gd name="connsiteY3448" fmla="*/ 739694 h 1235632"/>
                <a:gd name="connsiteX3449" fmla="*/ 988485 w 2577833"/>
                <a:gd name="connsiteY3449" fmla="*/ 735567 h 1235632"/>
                <a:gd name="connsiteX3450" fmla="*/ 977494 w 2577833"/>
                <a:gd name="connsiteY3450" fmla="*/ 727314 h 1235632"/>
                <a:gd name="connsiteX3451" fmla="*/ 971418 w 2577833"/>
                <a:gd name="connsiteY3451" fmla="*/ 709227 h 1235632"/>
                <a:gd name="connsiteX3452" fmla="*/ 965621 w 2577833"/>
                <a:gd name="connsiteY3452" fmla="*/ 702379 h 1235632"/>
                <a:gd name="connsiteX3453" fmla="*/ 961540 w 2577833"/>
                <a:gd name="connsiteY3453" fmla="*/ 694696 h 1235632"/>
                <a:gd name="connsiteX3454" fmla="*/ 956624 w 2577833"/>
                <a:gd name="connsiteY3454" fmla="*/ 688374 h 1235632"/>
                <a:gd name="connsiteX3455" fmla="*/ 951708 w 2577833"/>
                <a:gd name="connsiteY3455" fmla="*/ 682316 h 1235632"/>
                <a:gd name="connsiteX3456" fmla="*/ 945030 w 2577833"/>
                <a:gd name="connsiteY3456" fmla="*/ 678760 h 1235632"/>
                <a:gd name="connsiteX3457" fmla="*/ 945586 w 2577833"/>
                <a:gd name="connsiteY3457" fmla="*/ 665064 h 1235632"/>
                <a:gd name="connsiteX3458" fmla="*/ 948462 w 2577833"/>
                <a:gd name="connsiteY3458" fmla="*/ 659005 h 1235632"/>
                <a:gd name="connsiteX3459" fmla="*/ 949018 w 2577833"/>
                <a:gd name="connsiteY3459" fmla="*/ 654879 h 1235632"/>
                <a:gd name="connsiteX3460" fmla="*/ 949018 w 2577833"/>
                <a:gd name="connsiteY3460" fmla="*/ 637055 h 1235632"/>
                <a:gd name="connsiteX3461" fmla="*/ 953377 w 2577833"/>
                <a:gd name="connsiteY3461" fmla="*/ 628275 h 1235632"/>
                <a:gd name="connsiteX3462" fmla="*/ 954259 w 2577833"/>
                <a:gd name="connsiteY3462" fmla="*/ 617037 h 1235632"/>
                <a:gd name="connsiteX3463" fmla="*/ 953702 w 2577833"/>
                <a:gd name="connsiteY3463" fmla="*/ 608257 h 1235632"/>
                <a:gd name="connsiteX3464" fmla="*/ 956578 w 2577833"/>
                <a:gd name="connsiteY3464" fmla="*/ 603603 h 1235632"/>
                <a:gd name="connsiteX3465" fmla="*/ 956578 w 2577833"/>
                <a:gd name="connsiteY3465" fmla="*/ 596184 h 1235632"/>
                <a:gd name="connsiteX3466" fmla="*/ 953099 w 2577833"/>
                <a:gd name="connsiteY3466" fmla="*/ 591531 h 1235632"/>
                <a:gd name="connsiteX3467" fmla="*/ 954815 w 2577833"/>
                <a:gd name="connsiteY3467" fmla="*/ 587975 h 1235632"/>
                <a:gd name="connsiteX3468" fmla="*/ 953377 w 2577833"/>
                <a:gd name="connsiteY3468" fmla="*/ 582751 h 1235632"/>
                <a:gd name="connsiteX3469" fmla="*/ 946699 w 2577833"/>
                <a:gd name="connsiteY3469" fmla="*/ 582751 h 1235632"/>
                <a:gd name="connsiteX3470" fmla="*/ 944659 w 2577833"/>
                <a:gd name="connsiteY3470" fmla="*/ 579458 h 1235632"/>
                <a:gd name="connsiteX3471" fmla="*/ 948740 w 2577833"/>
                <a:gd name="connsiteY3471" fmla="*/ 574542 h 1235632"/>
                <a:gd name="connsiteX3472" fmla="*/ 939186 w 2577833"/>
                <a:gd name="connsiteY3472" fmla="*/ 565498 h 1235632"/>
                <a:gd name="connsiteX3473" fmla="*/ 932090 w 2577833"/>
                <a:gd name="connsiteY3473" fmla="*/ 565498 h 1235632"/>
                <a:gd name="connsiteX3474" fmla="*/ 928751 w 2577833"/>
                <a:gd name="connsiteY3474" fmla="*/ 563303 h 1235632"/>
                <a:gd name="connsiteX3475" fmla="*/ 935430 w 2577833"/>
                <a:gd name="connsiteY3475" fmla="*/ 554523 h 1235632"/>
                <a:gd name="connsiteX3476" fmla="*/ 933853 w 2577833"/>
                <a:gd name="connsiteY3476" fmla="*/ 534768 h 1235632"/>
                <a:gd name="connsiteX3477" fmla="*/ 932090 w 2577833"/>
                <a:gd name="connsiteY3477" fmla="*/ 529851 h 1235632"/>
                <a:gd name="connsiteX3478" fmla="*/ 928751 w 2577833"/>
                <a:gd name="connsiteY3478" fmla="*/ 521335 h 1235632"/>
                <a:gd name="connsiteX3479" fmla="*/ 933853 w 2577833"/>
                <a:gd name="connsiteY3479" fmla="*/ 513652 h 1235632"/>
                <a:gd name="connsiteX3480" fmla="*/ 930189 w 2577833"/>
                <a:gd name="connsiteY3480" fmla="*/ 508165 h 1235632"/>
                <a:gd name="connsiteX3481" fmla="*/ 935383 w 2577833"/>
                <a:gd name="connsiteY3481" fmla="*/ 499121 h 1235632"/>
                <a:gd name="connsiteX3482" fmla="*/ 933806 w 2577833"/>
                <a:gd name="connsiteY3482" fmla="*/ 507067 h 1235632"/>
                <a:gd name="connsiteX3483" fmla="*/ 936543 w 2577833"/>
                <a:gd name="connsiteY3483" fmla="*/ 513916 h 1235632"/>
                <a:gd name="connsiteX3484" fmla="*/ 931627 w 2577833"/>
                <a:gd name="connsiteY3484" fmla="*/ 522959 h 1235632"/>
                <a:gd name="connsiteX3485" fmla="*/ 936821 w 2577833"/>
                <a:gd name="connsiteY3485" fmla="*/ 533100 h 1235632"/>
                <a:gd name="connsiteX3486" fmla="*/ 936821 w 2577833"/>
                <a:gd name="connsiteY3486" fmla="*/ 541046 h 1235632"/>
                <a:gd name="connsiteX3487" fmla="*/ 938861 w 2577833"/>
                <a:gd name="connsiteY3487" fmla="*/ 556148 h 1235632"/>
                <a:gd name="connsiteX3488" fmla="*/ 933806 w 2577833"/>
                <a:gd name="connsiteY3488" fmla="*/ 562645 h 1235632"/>
                <a:gd name="connsiteX3489" fmla="*/ 940577 w 2577833"/>
                <a:gd name="connsiteY3489" fmla="*/ 562645 h 1235632"/>
                <a:gd name="connsiteX3490" fmla="*/ 950410 w 2577833"/>
                <a:gd name="connsiteY3490" fmla="*/ 571513 h 1235632"/>
                <a:gd name="connsiteX3491" fmla="*/ 950966 w 2577833"/>
                <a:gd name="connsiteY3491" fmla="*/ 575639 h 1235632"/>
                <a:gd name="connsiteX3492" fmla="*/ 949204 w 2577833"/>
                <a:gd name="connsiteY3492" fmla="*/ 580293 h 1235632"/>
                <a:gd name="connsiteX3493" fmla="*/ 957041 w 2577833"/>
                <a:gd name="connsiteY3493" fmla="*/ 581961 h 1235632"/>
                <a:gd name="connsiteX3494" fmla="*/ 956763 w 2577833"/>
                <a:gd name="connsiteY3494" fmla="*/ 591268 h 1235632"/>
                <a:gd name="connsiteX3495" fmla="*/ 959639 w 2577833"/>
                <a:gd name="connsiteY3495" fmla="*/ 595921 h 1235632"/>
                <a:gd name="connsiteX3496" fmla="*/ 959360 w 2577833"/>
                <a:gd name="connsiteY3496" fmla="*/ 603867 h 1235632"/>
                <a:gd name="connsiteX3497" fmla="*/ 957644 w 2577833"/>
                <a:gd name="connsiteY3497" fmla="*/ 607730 h 1235632"/>
                <a:gd name="connsiteX3498" fmla="*/ 956207 w 2577833"/>
                <a:gd name="connsiteY3498" fmla="*/ 625553 h 1235632"/>
                <a:gd name="connsiteX3499" fmla="*/ 953610 w 2577833"/>
                <a:gd name="connsiteY3499" fmla="*/ 632139 h 1235632"/>
                <a:gd name="connsiteX3500" fmla="*/ 951569 w 2577833"/>
                <a:gd name="connsiteY3500" fmla="*/ 640084 h 1235632"/>
                <a:gd name="connsiteX3501" fmla="*/ 951569 w 2577833"/>
                <a:gd name="connsiteY3501" fmla="*/ 659005 h 1235632"/>
                <a:gd name="connsiteX3502" fmla="*/ 950131 w 2577833"/>
                <a:gd name="connsiteY3502" fmla="*/ 661727 h 1235632"/>
                <a:gd name="connsiteX3503" fmla="*/ 948091 w 2577833"/>
                <a:gd name="connsiteY3503" fmla="*/ 664449 h 1235632"/>
                <a:gd name="connsiteX3504" fmla="*/ 947534 w 2577833"/>
                <a:gd name="connsiteY3504" fmla="*/ 676258 h 1235632"/>
                <a:gd name="connsiteX3505" fmla="*/ 952728 w 2577833"/>
                <a:gd name="connsiteY3505" fmla="*/ 680121 h 1235632"/>
                <a:gd name="connsiteX3506" fmla="*/ 958247 w 2577833"/>
                <a:gd name="connsiteY3506" fmla="*/ 686443 h 1235632"/>
                <a:gd name="connsiteX3507" fmla="*/ 961447 w 2577833"/>
                <a:gd name="connsiteY3507" fmla="*/ 690833 h 1235632"/>
                <a:gd name="connsiteX3508" fmla="*/ 967847 w 2577833"/>
                <a:gd name="connsiteY3508" fmla="*/ 700140 h 1235632"/>
                <a:gd name="connsiteX3509" fmla="*/ 973041 w 2577833"/>
                <a:gd name="connsiteY3509" fmla="*/ 705891 h 1235632"/>
                <a:gd name="connsiteX3510" fmla="*/ 976520 w 2577833"/>
                <a:gd name="connsiteY3510" fmla="*/ 705627 h 1235632"/>
                <a:gd name="connsiteX3511" fmla="*/ 975360 w 2577833"/>
                <a:gd name="connsiteY3511" fmla="*/ 711378 h 1235632"/>
                <a:gd name="connsiteX3512" fmla="*/ 978560 w 2577833"/>
                <a:gd name="connsiteY3512" fmla="*/ 724285 h 1235632"/>
                <a:gd name="connsiteX3513" fmla="*/ 995349 w 2577833"/>
                <a:gd name="connsiteY3513" fmla="*/ 736094 h 1235632"/>
                <a:gd name="connsiteX3514" fmla="*/ 990433 w 2577833"/>
                <a:gd name="connsiteY3514" fmla="*/ 738552 h 1235632"/>
                <a:gd name="connsiteX3515" fmla="*/ 983755 w 2577833"/>
                <a:gd name="connsiteY3515" fmla="*/ 746806 h 1235632"/>
                <a:gd name="connsiteX3516" fmla="*/ 984914 w 2577833"/>
                <a:gd name="connsiteY3516" fmla="*/ 753391 h 1235632"/>
                <a:gd name="connsiteX3517" fmla="*/ 990990 w 2577833"/>
                <a:gd name="connsiteY3517" fmla="*/ 765727 h 1235632"/>
                <a:gd name="connsiteX3518" fmla="*/ 991871 w 2577833"/>
                <a:gd name="connsiteY3518" fmla="*/ 774770 h 1235632"/>
                <a:gd name="connsiteX3519" fmla="*/ 1002306 w 2577833"/>
                <a:gd name="connsiteY3519" fmla="*/ 790969 h 1235632"/>
                <a:gd name="connsiteX3520" fmla="*/ 1009819 w 2577833"/>
                <a:gd name="connsiteY3520" fmla="*/ 804402 h 1235632"/>
                <a:gd name="connsiteX3521" fmla="*/ 1016775 w 2577833"/>
                <a:gd name="connsiteY3521" fmla="*/ 812085 h 1235632"/>
                <a:gd name="connsiteX3522" fmla="*/ 1021970 w 2577833"/>
                <a:gd name="connsiteY3522" fmla="*/ 818933 h 1235632"/>
                <a:gd name="connsiteX3523" fmla="*/ 1024289 w 2577833"/>
                <a:gd name="connsiteY3523" fmla="*/ 827450 h 1235632"/>
                <a:gd name="connsiteX3524" fmla="*/ 1028045 w 2577833"/>
                <a:gd name="connsiteY3524" fmla="*/ 834562 h 1235632"/>
                <a:gd name="connsiteX3525" fmla="*/ 1032683 w 2577833"/>
                <a:gd name="connsiteY3525" fmla="*/ 838688 h 1235632"/>
                <a:gd name="connsiteX3526" fmla="*/ 1039918 w 2577833"/>
                <a:gd name="connsiteY3526" fmla="*/ 837020 h 1235632"/>
                <a:gd name="connsiteX3527" fmla="*/ 1046874 w 2577833"/>
                <a:gd name="connsiteY3527" fmla="*/ 837547 h 1235632"/>
                <a:gd name="connsiteX3528" fmla="*/ 1064266 w 2577833"/>
                <a:gd name="connsiteY3528" fmla="*/ 836713 h 1235632"/>
                <a:gd name="connsiteX3529" fmla="*/ 1077298 w 2577833"/>
                <a:gd name="connsiteY3529" fmla="*/ 827406 h 1235632"/>
                <a:gd name="connsiteX3530" fmla="*/ 1083976 w 2577833"/>
                <a:gd name="connsiteY3530" fmla="*/ 824948 h 1235632"/>
                <a:gd name="connsiteX3531" fmla="*/ 1088336 w 2577833"/>
                <a:gd name="connsiteY3531" fmla="*/ 828811 h 1235632"/>
                <a:gd name="connsiteX3532" fmla="*/ 1083420 w 2577833"/>
                <a:gd name="connsiteY3532" fmla="*/ 827713 h 1235632"/>
                <a:gd name="connsiteX3533" fmla="*/ 1185635 w 2577833"/>
                <a:gd name="connsiteY3533" fmla="*/ 486083 h 1235632"/>
                <a:gd name="connsiteX3534" fmla="*/ 1190273 w 2577833"/>
                <a:gd name="connsiteY3534" fmla="*/ 489112 h 1235632"/>
                <a:gd name="connsiteX3535" fmla="*/ 1186238 w 2577833"/>
                <a:gd name="connsiteY3535" fmla="*/ 495697 h 1235632"/>
                <a:gd name="connsiteX3536" fmla="*/ 1181044 w 2577833"/>
                <a:gd name="connsiteY3536" fmla="*/ 489112 h 1235632"/>
                <a:gd name="connsiteX3537" fmla="*/ 1185681 w 2577833"/>
                <a:gd name="connsiteY3537" fmla="*/ 486083 h 1235632"/>
                <a:gd name="connsiteX3538" fmla="*/ 1241288 w 2577833"/>
                <a:gd name="connsiteY3538" fmla="*/ 202928 h 1235632"/>
                <a:gd name="connsiteX3539" fmla="*/ 1235769 w 2577833"/>
                <a:gd name="connsiteY3539" fmla="*/ 204859 h 1235632"/>
                <a:gd name="connsiteX3540" fmla="*/ 1235769 w 2577833"/>
                <a:gd name="connsiteY3540" fmla="*/ 200469 h 1235632"/>
                <a:gd name="connsiteX3541" fmla="*/ 1242725 w 2577833"/>
                <a:gd name="connsiteY3541" fmla="*/ 200469 h 1235632"/>
                <a:gd name="connsiteX3542" fmla="*/ 1241288 w 2577833"/>
                <a:gd name="connsiteY3542" fmla="*/ 202928 h 1235632"/>
                <a:gd name="connsiteX3543" fmla="*/ 1257241 w 2577833"/>
                <a:gd name="connsiteY3543" fmla="*/ 190284 h 1235632"/>
                <a:gd name="connsiteX3544" fmla="*/ 1269717 w 2577833"/>
                <a:gd name="connsiteY3544" fmla="*/ 200733 h 1235632"/>
                <a:gd name="connsiteX3545" fmla="*/ 1272314 w 2577833"/>
                <a:gd name="connsiteY3545" fmla="*/ 207318 h 1235632"/>
                <a:gd name="connsiteX3546" fmla="*/ 1268558 w 2577833"/>
                <a:gd name="connsiteY3546" fmla="*/ 207318 h 1235632"/>
                <a:gd name="connsiteX3547" fmla="*/ 1266517 w 2577833"/>
                <a:gd name="connsiteY3547" fmla="*/ 202928 h 1235632"/>
                <a:gd name="connsiteX3548" fmla="*/ 1257241 w 2577833"/>
                <a:gd name="connsiteY3548" fmla="*/ 200469 h 1235632"/>
                <a:gd name="connsiteX3549" fmla="*/ 1257241 w 2577833"/>
                <a:gd name="connsiteY3549" fmla="*/ 190328 h 1235632"/>
                <a:gd name="connsiteX3550" fmla="*/ 1260998 w 2577833"/>
                <a:gd name="connsiteY3550" fmla="*/ 216932 h 1235632"/>
                <a:gd name="connsiteX3551" fmla="*/ 1264755 w 2577833"/>
                <a:gd name="connsiteY3551" fmla="*/ 219653 h 1235632"/>
                <a:gd name="connsiteX3552" fmla="*/ 1263317 w 2577833"/>
                <a:gd name="connsiteY3552" fmla="*/ 227073 h 1235632"/>
                <a:gd name="connsiteX3553" fmla="*/ 1251723 w 2577833"/>
                <a:gd name="connsiteY3553" fmla="*/ 219653 h 1235632"/>
                <a:gd name="connsiteX3554" fmla="*/ 1260998 w 2577833"/>
                <a:gd name="connsiteY3554" fmla="*/ 216932 h 1235632"/>
                <a:gd name="connsiteX3555" fmla="*/ 1200708 w 2577833"/>
                <a:gd name="connsiteY3555" fmla="*/ 87865 h 1235632"/>
                <a:gd name="connsiteX3556" fmla="*/ 1200708 w 2577833"/>
                <a:gd name="connsiteY3556" fmla="*/ 90719 h 1235632"/>
                <a:gd name="connsiteX3557" fmla="*/ 1194910 w 2577833"/>
                <a:gd name="connsiteY3557" fmla="*/ 94011 h 1235632"/>
                <a:gd name="connsiteX3558" fmla="*/ 1193333 w 2577833"/>
                <a:gd name="connsiteY3558" fmla="*/ 93353 h 1235632"/>
                <a:gd name="connsiteX3559" fmla="*/ 1200708 w 2577833"/>
                <a:gd name="connsiteY3559" fmla="*/ 87865 h 1235632"/>
                <a:gd name="connsiteX3560" fmla="*/ 1164209 w 2577833"/>
                <a:gd name="connsiteY3560" fmla="*/ 82378 h 1235632"/>
                <a:gd name="connsiteX3561" fmla="*/ 1177519 w 2577833"/>
                <a:gd name="connsiteY3561" fmla="*/ 85495 h 1235632"/>
                <a:gd name="connsiteX3562" fmla="*/ 1184754 w 2577833"/>
                <a:gd name="connsiteY3562" fmla="*/ 90938 h 1235632"/>
                <a:gd name="connsiteX3563" fmla="*/ 1189670 w 2577833"/>
                <a:gd name="connsiteY3563" fmla="*/ 87865 h 1235632"/>
                <a:gd name="connsiteX3564" fmla="*/ 1190829 w 2577833"/>
                <a:gd name="connsiteY3564" fmla="*/ 93353 h 1235632"/>
                <a:gd name="connsiteX3565" fmla="*/ 1183594 w 2577833"/>
                <a:gd name="connsiteY3565" fmla="*/ 93353 h 1235632"/>
                <a:gd name="connsiteX3566" fmla="*/ 1175478 w 2577833"/>
                <a:gd name="connsiteY3566" fmla="*/ 87865 h 1235632"/>
                <a:gd name="connsiteX3567" fmla="*/ 1164162 w 2577833"/>
                <a:gd name="connsiteY3567" fmla="*/ 86329 h 1235632"/>
                <a:gd name="connsiteX3568" fmla="*/ 1164162 w 2577833"/>
                <a:gd name="connsiteY3568" fmla="*/ 82378 h 1235632"/>
                <a:gd name="connsiteX3569" fmla="*/ 1118110 w 2577833"/>
                <a:gd name="connsiteY3569" fmla="*/ 223517 h 1235632"/>
                <a:gd name="connsiteX3570" fmla="*/ 1118110 w 2577833"/>
                <a:gd name="connsiteY3570" fmla="*/ 225756 h 1235632"/>
                <a:gd name="connsiteX3571" fmla="*/ 1114631 w 2577833"/>
                <a:gd name="connsiteY3571" fmla="*/ 225756 h 1235632"/>
                <a:gd name="connsiteX3572" fmla="*/ 1110272 w 2577833"/>
                <a:gd name="connsiteY3572" fmla="*/ 228829 h 1235632"/>
                <a:gd name="connsiteX3573" fmla="*/ 1110272 w 2577833"/>
                <a:gd name="connsiteY3573" fmla="*/ 233394 h 1235632"/>
                <a:gd name="connsiteX3574" fmla="*/ 1103037 w 2577833"/>
                <a:gd name="connsiteY3574" fmla="*/ 233394 h 1235632"/>
                <a:gd name="connsiteX3575" fmla="*/ 1103037 w 2577833"/>
                <a:gd name="connsiteY3575" fmla="*/ 230936 h 1235632"/>
                <a:gd name="connsiteX3576" fmla="*/ 1107118 w 2577833"/>
                <a:gd name="connsiteY3576" fmla="*/ 230936 h 1235632"/>
                <a:gd name="connsiteX3577" fmla="*/ 1108556 w 2577833"/>
                <a:gd name="connsiteY3577" fmla="*/ 227073 h 1235632"/>
                <a:gd name="connsiteX3578" fmla="*/ 1114631 w 2577833"/>
                <a:gd name="connsiteY3578" fmla="*/ 222683 h 1235632"/>
                <a:gd name="connsiteX3579" fmla="*/ 1118388 w 2577833"/>
                <a:gd name="connsiteY3579" fmla="*/ 220751 h 1235632"/>
                <a:gd name="connsiteX3580" fmla="*/ 1125901 w 2577833"/>
                <a:gd name="connsiteY3580" fmla="*/ 222683 h 1235632"/>
                <a:gd name="connsiteX3581" fmla="*/ 1137774 w 2577833"/>
                <a:gd name="connsiteY3581" fmla="*/ 220751 h 1235632"/>
                <a:gd name="connsiteX3582" fmla="*/ 1138933 w 2577833"/>
                <a:gd name="connsiteY3582" fmla="*/ 222683 h 1235632"/>
                <a:gd name="connsiteX3583" fmla="*/ 1125576 w 2577833"/>
                <a:gd name="connsiteY3583" fmla="*/ 224790 h 1235632"/>
                <a:gd name="connsiteX3584" fmla="*/ 1118063 w 2577833"/>
                <a:gd name="connsiteY3584" fmla="*/ 223517 h 1235632"/>
                <a:gd name="connsiteX3585" fmla="*/ 1129147 w 2577833"/>
                <a:gd name="connsiteY3585" fmla="*/ 325848 h 1235632"/>
                <a:gd name="connsiteX3586" fmla="*/ 1127710 w 2577833"/>
                <a:gd name="connsiteY3586" fmla="*/ 320931 h 1235632"/>
                <a:gd name="connsiteX3587" fmla="*/ 1129147 w 2577833"/>
                <a:gd name="connsiteY3587" fmla="*/ 318473 h 1235632"/>
                <a:gd name="connsiteX3588" fmla="*/ 1132626 w 2577833"/>
                <a:gd name="connsiteY3588" fmla="*/ 320404 h 1235632"/>
                <a:gd name="connsiteX3589" fmla="*/ 1129147 w 2577833"/>
                <a:gd name="connsiteY3589" fmla="*/ 325892 h 1235632"/>
                <a:gd name="connsiteX3590" fmla="*/ 1146214 w 2577833"/>
                <a:gd name="connsiteY3590" fmla="*/ 320097 h 1235632"/>
                <a:gd name="connsiteX3591" fmla="*/ 1134342 w 2577833"/>
                <a:gd name="connsiteY3591" fmla="*/ 318429 h 1235632"/>
                <a:gd name="connsiteX3592" fmla="*/ 1138979 w 2577833"/>
                <a:gd name="connsiteY3592" fmla="*/ 313512 h 1235632"/>
                <a:gd name="connsiteX3593" fmla="*/ 1146214 w 2577833"/>
                <a:gd name="connsiteY3593" fmla="*/ 320097 h 1235632"/>
                <a:gd name="connsiteX3594" fmla="*/ 1148255 w 2577833"/>
                <a:gd name="connsiteY3594" fmla="*/ 219390 h 1235632"/>
                <a:gd name="connsiteX3595" fmla="*/ 1146493 w 2577833"/>
                <a:gd name="connsiteY3595" fmla="*/ 232033 h 1235632"/>
                <a:gd name="connsiteX3596" fmla="*/ 1143014 w 2577833"/>
                <a:gd name="connsiteY3596" fmla="*/ 230936 h 1235632"/>
                <a:gd name="connsiteX3597" fmla="*/ 1143014 w 2577833"/>
                <a:gd name="connsiteY3597" fmla="*/ 217502 h 1235632"/>
                <a:gd name="connsiteX3598" fmla="*/ 1138933 w 2577833"/>
                <a:gd name="connsiteY3598" fmla="*/ 217766 h 1235632"/>
                <a:gd name="connsiteX3599" fmla="*/ 1143571 w 2577833"/>
                <a:gd name="connsiteY3599" fmla="*/ 210917 h 1235632"/>
                <a:gd name="connsiteX3600" fmla="*/ 1138933 w 2577833"/>
                <a:gd name="connsiteY3600" fmla="*/ 209556 h 1235632"/>
                <a:gd name="connsiteX3601" fmla="*/ 1134852 w 2577833"/>
                <a:gd name="connsiteY3601" fmla="*/ 204903 h 1235632"/>
                <a:gd name="connsiteX3602" fmla="*/ 1141530 w 2577833"/>
                <a:gd name="connsiteY3602" fmla="*/ 205737 h 1235632"/>
                <a:gd name="connsiteX3603" fmla="*/ 1148208 w 2577833"/>
                <a:gd name="connsiteY3603" fmla="*/ 208766 h 1235632"/>
                <a:gd name="connsiteX3604" fmla="*/ 1156046 w 2577833"/>
                <a:gd name="connsiteY3604" fmla="*/ 198625 h 1235632"/>
                <a:gd name="connsiteX3605" fmla="*/ 1156046 w 2577833"/>
                <a:gd name="connsiteY3605" fmla="*/ 193489 h 1235632"/>
                <a:gd name="connsiteX3606" fmla="*/ 1154006 w 2577833"/>
                <a:gd name="connsiteY3606" fmla="*/ 188616 h 1235632"/>
                <a:gd name="connsiteX3607" fmla="*/ 1153124 w 2577833"/>
                <a:gd name="connsiteY3607" fmla="*/ 186289 h 1235632"/>
                <a:gd name="connsiteX3608" fmla="*/ 1149646 w 2577833"/>
                <a:gd name="connsiteY3608" fmla="*/ 181636 h 1235632"/>
                <a:gd name="connsiteX3609" fmla="*/ 1150527 w 2577833"/>
                <a:gd name="connsiteY3609" fmla="*/ 178607 h 1235632"/>
                <a:gd name="connsiteX3610" fmla="*/ 1154284 w 2577833"/>
                <a:gd name="connsiteY3610" fmla="*/ 178607 h 1235632"/>
                <a:gd name="connsiteX3611" fmla="*/ 1156000 w 2577833"/>
                <a:gd name="connsiteY3611" fmla="*/ 173119 h 1235632"/>
                <a:gd name="connsiteX3612" fmla="*/ 1149321 w 2577833"/>
                <a:gd name="connsiteY3612" fmla="*/ 170398 h 1235632"/>
                <a:gd name="connsiteX3613" fmla="*/ 1149043 w 2577833"/>
                <a:gd name="connsiteY3613" fmla="*/ 163813 h 1235632"/>
                <a:gd name="connsiteX3614" fmla="*/ 1151919 w 2577833"/>
                <a:gd name="connsiteY3614" fmla="*/ 169300 h 1235632"/>
                <a:gd name="connsiteX3615" fmla="*/ 1155953 w 2577833"/>
                <a:gd name="connsiteY3615" fmla="*/ 171758 h 1235632"/>
                <a:gd name="connsiteX3616" fmla="*/ 1157994 w 2577833"/>
                <a:gd name="connsiteY3616" fmla="*/ 173690 h 1235632"/>
                <a:gd name="connsiteX3617" fmla="*/ 1156556 w 2577833"/>
                <a:gd name="connsiteY3617" fmla="*/ 186333 h 1235632"/>
                <a:gd name="connsiteX3618" fmla="*/ 1168151 w 2577833"/>
                <a:gd name="connsiteY3618" fmla="*/ 196650 h 1235632"/>
                <a:gd name="connsiteX3619" fmla="*/ 1177704 w 2577833"/>
                <a:gd name="connsiteY3619" fmla="*/ 195113 h 1235632"/>
                <a:gd name="connsiteX3620" fmla="*/ 1189020 w 2577833"/>
                <a:gd name="connsiteY3620" fmla="*/ 193577 h 1235632"/>
                <a:gd name="connsiteX3621" fmla="*/ 1192499 w 2577833"/>
                <a:gd name="connsiteY3621" fmla="*/ 196694 h 1235632"/>
                <a:gd name="connsiteX3622" fmla="*/ 1194818 w 2577833"/>
                <a:gd name="connsiteY3622" fmla="*/ 193577 h 1235632"/>
                <a:gd name="connsiteX3623" fmla="*/ 1201496 w 2577833"/>
                <a:gd name="connsiteY3623" fmla="*/ 192392 h 1235632"/>
                <a:gd name="connsiteX3624" fmla="*/ 1210215 w 2577833"/>
                <a:gd name="connsiteY3624" fmla="*/ 186333 h 1235632"/>
                <a:gd name="connsiteX3625" fmla="*/ 1214853 w 2577833"/>
                <a:gd name="connsiteY3625" fmla="*/ 186333 h 1235632"/>
                <a:gd name="connsiteX3626" fmla="*/ 1217450 w 2577833"/>
                <a:gd name="connsiteY3626" fmla="*/ 181680 h 1235632"/>
                <a:gd name="connsiteX3627" fmla="*/ 1210493 w 2577833"/>
                <a:gd name="connsiteY3627" fmla="*/ 181680 h 1235632"/>
                <a:gd name="connsiteX3628" fmla="*/ 1207618 w 2577833"/>
                <a:gd name="connsiteY3628" fmla="*/ 175797 h 1235632"/>
                <a:gd name="connsiteX3629" fmla="*/ 1213693 w 2577833"/>
                <a:gd name="connsiteY3629" fmla="*/ 169037 h 1235632"/>
                <a:gd name="connsiteX3630" fmla="*/ 1214250 w 2577833"/>
                <a:gd name="connsiteY3630" fmla="*/ 165744 h 1235632"/>
                <a:gd name="connsiteX3631" fmla="*/ 1217450 w 2577833"/>
                <a:gd name="connsiteY3631" fmla="*/ 165744 h 1235632"/>
                <a:gd name="connsiteX3632" fmla="*/ 1220928 w 2577833"/>
                <a:gd name="connsiteY3632" fmla="*/ 175797 h 1235632"/>
                <a:gd name="connsiteX3633" fmla="*/ 1225844 w 2577833"/>
                <a:gd name="connsiteY3633" fmla="*/ 179441 h 1235632"/>
                <a:gd name="connsiteX3634" fmla="*/ 1231363 w 2577833"/>
                <a:gd name="connsiteY3634" fmla="*/ 183304 h 1235632"/>
                <a:gd name="connsiteX3635" fmla="*/ 1240035 w 2577833"/>
                <a:gd name="connsiteY3635" fmla="*/ 181680 h 1235632"/>
                <a:gd name="connsiteX3636" fmla="*/ 1251630 w 2577833"/>
                <a:gd name="connsiteY3636" fmla="*/ 183304 h 1235632"/>
                <a:gd name="connsiteX3637" fmla="*/ 1239479 w 2577833"/>
                <a:gd name="connsiteY3637" fmla="*/ 183831 h 1235632"/>
                <a:gd name="connsiteX3638" fmla="*/ 1229925 w 2577833"/>
                <a:gd name="connsiteY3638" fmla="*/ 187562 h 1235632"/>
                <a:gd name="connsiteX3639" fmla="*/ 1222412 w 2577833"/>
                <a:gd name="connsiteY3639" fmla="*/ 186333 h 1235632"/>
                <a:gd name="connsiteX3640" fmla="*/ 1214018 w 2577833"/>
                <a:gd name="connsiteY3640" fmla="*/ 190987 h 1235632"/>
                <a:gd name="connsiteX3641" fmla="*/ 1211142 w 2577833"/>
                <a:gd name="connsiteY3641" fmla="*/ 188660 h 1235632"/>
                <a:gd name="connsiteX3642" fmla="*/ 1210586 w 2577833"/>
                <a:gd name="connsiteY3642" fmla="*/ 194850 h 1235632"/>
                <a:gd name="connsiteX3643" fmla="*/ 1205670 w 2577833"/>
                <a:gd name="connsiteY3643" fmla="*/ 193577 h 1235632"/>
                <a:gd name="connsiteX3644" fmla="*/ 1199873 w 2577833"/>
                <a:gd name="connsiteY3644" fmla="*/ 198011 h 1235632"/>
                <a:gd name="connsiteX3645" fmla="*/ 1193333 w 2577833"/>
                <a:gd name="connsiteY3645" fmla="*/ 198713 h 1235632"/>
                <a:gd name="connsiteX3646" fmla="*/ 1190597 w 2577833"/>
                <a:gd name="connsiteY3646" fmla="*/ 201874 h 1235632"/>
                <a:gd name="connsiteX3647" fmla="*/ 1187397 w 2577833"/>
                <a:gd name="connsiteY3647" fmla="*/ 200645 h 1235632"/>
                <a:gd name="connsiteX3648" fmla="*/ 1177844 w 2577833"/>
                <a:gd name="connsiteY3648" fmla="*/ 201874 h 1235632"/>
                <a:gd name="connsiteX3649" fmla="*/ 1183038 w 2577833"/>
                <a:gd name="connsiteY3649" fmla="*/ 217634 h 1235632"/>
                <a:gd name="connsiteX3650" fmla="*/ 1168243 w 2577833"/>
                <a:gd name="connsiteY3650" fmla="*/ 209952 h 1235632"/>
                <a:gd name="connsiteX3651" fmla="*/ 1168800 w 2577833"/>
                <a:gd name="connsiteY3651" fmla="*/ 203103 h 1235632"/>
                <a:gd name="connsiteX3652" fmla="*/ 1165322 w 2577833"/>
                <a:gd name="connsiteY3652" fmla="*/ 203103 h 1235632"/>
                <a:gd name="connsiteX3653" fmla="*/ 1157484 w 2577833"/>
                <a:gd name="connsiteY3653" fmla="*/ 208854 h 1235632"/>
                <a:gd name="connsiteX3654" fmla="*/ 1165322 w 2577833"/>
                <a:gd name="connsiteY3654" fmla="*/ 209688 h 1235632"/>
                <a:gd name="connsiteX3655" fmla="*/ 1171397 w 2577833"/>
                <a:gd name="connsiteY3655" fmla="*/ 230804 h 1235632"/>
                <a:gd name="connsiteX3656" fmla="*/ 1171675 w 2577833"/>
                <a:gd name="connsiteY3656" fmla="*/ 237916 h 1235632"/>
                <a:gd name="connsiteX3657" fmla="*/ 1163003 w 2577833"/>
                <a:gd name="connsiteY3657" fmla="*/ 236555 h 1235632"/>
                <a:gd name="connsiteX3658" fmla="*/ 1165600 w 2577833"/>
                <a:gd name="connsiteY3658" fmla="*/ 227248 h 1235632"/>
                <a:gd name="connsiteX3659" fmla="*/ 1160962 w 2577833"/>
                <a:gd name="connsiteY3659" fmla="*/ 215176 h 1235632"/>
                <a:gd name="connsiteX3660" fmla="*/ 1157206 w 2577833"/>
                <a:gd name="connsiteY3660" fmla="*/ 214342 h 1235632"/>
                <a:gd name="connsiteX3661" fmla="*/ 1154609 w 2577833"/>
                <a:gd name="connsiteY3661" fmla="*/ 211620 h 1235632"/>
                <a:gd name="connsiteX3662" fmla="*/ 1148208 w 2577833"/>
                <a:gd name="connsiteY3662" fmla="*/ 211883 h 1235632"/>
                <a:gd name="connsiteX3663" fmla="*/ 1144730 w 2577833"/>
                <a:gd name="connsiteY3663" fmla="*/ 215439 h 1235632"/>
                <a:gd name="connsiteX3664" fmla="*/ 1148208 w 2577833"/>
                <a:gd name="connsiteY3664" fmla="*/ 219566 h 1235632"/>
                <a:gd name="connsiteX3665" fmla="*/ 1167687 w 2577833"/>
                <a:gd name="connsiteY3665" fmla="*/ 280587 h 1235632"/>
                <a:gd name="connsiteX3666" fmla="*/ 1163652 w 2577833"/>
                <a:gd name="connsiteY3666" fmla="*/ 286645 h 1235632"/>
                <a:gd name="connsiteX3667" fmla="*/ 1161055 w 2577833"/>
                <a:gd name="connsiteY3667" fmla="*/ 282123 h 1235632"/>
                <a:gd name="connsiteX3668" fmla="*/ 1163652 w 2577833"/>
                <a:gd name="connsiteY3668" fmla="*/ 277602 h 1235632"/>
                <a:gd name="connsiteX3669" fmla="*/ 1167687 w 2577833"/>
                <a:gd name="connsiteY3669" fmla="*/ 280631 h 1235632"/>
                <a:gd name="connsiteX3670" fmla="*/ 1152336 w 2577833"/>
                <a:gd name="connsiteY3670" fmla="*/ 318429 h 1235632"/>
                <a:gd name="connsiteX3671" fmla="*/ 1148580 w 2577833"/>
                <a:gd name="connsiteY3671" fmla="*/ 314565 h 1235632"/>
                <a:gd name="connsiteX3672" fmla="*/ 1153496 w 2577833"/>
                <a:gd name="connsiteY3672" fmla="*/ 314565 h 1235632"/>
                <a:gd name="connsiteX3673" fmla="*/ 1152336 w 2577833"/>
                <a:gd name="connsiteY3673" fmla="*/ 318429 h 1235632"/>
                <a:gd name="connsiteX3674" fmla="*/ 1168846 w 2577833"/>
                <a:gd name="connsiteY3674" fmla="*/ 873238 h 1235632"/>
                <a:gd name="connsiteX3675" fmla="*/ 1169403 w 2577833"/>
                <a:gd name="connsiteY3675" fmla="*/ 869375 h 1235632"/>
                <a:gd name="connsiteX3676" fmla="*/ 1178400 w 2577833"/>
                <a:gd name="connsiteY3676" fmla="*/ 869375 h 1235632"/>
                <a:gd name="connsiteX3677" fmla="*/ 1183038 w 2577833"/>
                <a:gd name="connsiteY3677" fmla="*/ 866653 h 1235632"/>
                <a:gd name="connsiteX3678" fmla="*/ 1183038 w 2577833"/>
                <a:gd name="connsiteY3678" fmla="*/ 861165 h 1235632"/>
                <a:gd name="connsiteX3679" fmla="*/ 1185357 w 2577833"/>
                <a:gd name="connsiteY3679" fmla="*/ 852385 h 1235632"/>
                <a:gd name="connsiteX3680" fmla="*/ 1189438 w 2577833"/>
                <a:gd name="connsiteY3680" fmla="*/ 843342 h 1235632"/>
                <a:gd name="connsiteX3681" fmla="*/ 1191200 w 2577833"/>
                <a:gd name="connsiteY3681" fmla="*/ 833201 h 1235632"/>
                <a:gd name="connsiteX3682" fmla="*/ 1188325 w 2577833"/>
                <a:gd name="connsiteY3682" fmla="*/ 821963 h 1235632"/>
                <a:gd name="connsiteX3683" fmla="*/ 1178168 w 2577833"/>
                <a:gd name="connsiteY3683" fmla="*/ 816475 h 1235632"/>
                <a:gd name="connsiteX3684" fmla="*/ 1163977 w 2577833"/>
                <a:gd name="connsiteY3684" fmla="*/ 817309 h 1235632"/>
                <a:gd name="connsiteX3685" fmla="*/ 1156464 w 2577833"/>
                <a:gd name="connsiteY3685" fmla="*/ 825255 h 1235632"/>
                <a:gd name="connsiteX3686" fmla="*/ 1154423 w 2577833"/>
                <a:gd name="connsiteY3686" fmla="*/ 824158 h 1235632"/>
                <a:gd name="connsiteX3687" fmla="*/ 1163699 w 2577833"/>
                <a:gd name="connsiteY3687" fmla="*/ 812919 h 1235632"/>
                <a:gd name="connsiteX3688" fmla="*/ 1179049 w 2577833"/>
                <a:gd name="connsiteY3688" fmla="*/ 812919 h 1235632"/>
                <a:gd name="connsiteX3689" fmla="*/ 1190366 w 2577833"/>
                <a:gd name="connsiteY3689" fmla="*/ 820031 h 1235632"/>
                <a:gd name="connsiteX3690" fmla="*/ 1193566 w 2577833"/>
                <a:gd name="connsiteY3690" fmla="*/ 829908 h 1235632"/>
                <a:gd name="connsiteX3691" fmla="*/ 1194122 w 2577833"/>
                <a:gd name="connsiteY3691" fmla="*/ 842244 h 1235632"/>
                <a:gd name="connsiteX3692" fmla="*/ 1190644 w 2577833"/>
                <a:gd name="connsiteY3692" fmla="*/ 848303 h 1235632"/>
                <a:gd name="connsiteX3693" fmla="*/ 1187768 w 2577833"/>
                <a:gd name="connsiteY3693" fmla="*/ 853219 h 1235632"/>
                <a:gd name="connsiteX3694" fmla="*/ 1191247 w 2577833"/>
                <a:gd name="connsiteY3694" fmla="*/ 856775 h 1235632"/>
                <a:gd name="connsiteX3695" fmla="*/ 1195328 w 2577833"/>
                <a:gd name="connsiteY3695" fmla="*/ 856775 h 1235632"/>
                <a:gd name="connsiteX3696" fmla="*/ 1197925 w 2577833"/>
                <a:gd name="connsiteY3696" fmla="*/ 854580 h 1235632"/>
                <a:gd name="connsiteX3697" fmla="*/ 1197925 w 2577833"/>
                <a:gd name="connsiteY3697" fmla="*/ 844132 h 1235632"/>
                <a:gd name="connsiteX3698" fmla="*/ 1201542 w 2577833"/>
                <a:gd name="connsiteY3698" fmla="*/ 854580 h 1235632"/>
                <a:gd name="connsiteX3699" fmla="*/ 1197925 w 2577833"/>
                <a:gd name="connsiteY3699" fmla="*/ 858136 h 1235632"/>
                <a:gd name="connsiteX3700" fmla="*/ 1197925 w 2577833"/>
                <a:gd name="connsiteY3700" fmla="*/ 861165 h 1235632"/>
                <a:gd name="connsiteX3701" fmla="*/ 1202284 w 2577833"/>
                <a:gd name="connsiteY3701" fmla="*/ 863097 h 1235632"/>
                <a:gd name="connsiteX3702" fmla="*/ 1205160 w 2577833"/>
                <a:gd name="connsiteY3702" fmla="*/ 869418 h 1235632"/>
                <a:gd name="connsiteX3703" fmla="*/ 1192128 w 2577833"/>
                <a:gd name="connsiteY3703" fmla="*/ 860638 h 1235632"/>
                <a:gd name="connsiteX3704" fmla="*/ 1186052 w 2577833"/>
                <a:gd name="connsiteY3704" fmla="*/ 859278 h 1235632"/>
                <a:gd name="connsiteX3705" fmla="*/ 1185171 w 2577833"/>
                <a:gd name="connsiteY3705" fmla="*/ 868058 h 1235632"/>
                <a:gd name="connsiteX3706" fmla="*/ 1179791 w 2577833"/>
                <a:gd name="connsiteY3706" fmla="*/ 871613 h 1235632"/>
                <a:gd name="connsiteX3707" fmla="*/ 1168939 w 2577833"/>
                <a:gd name="connsiteY3707" fmla="*/ 873282 h 1235632"/>
                <a:gd name="connsiteX3708" fmla="*/ 1206505 w 2577833"/>
                <a:gd name="connsiteY3708" fmla="*/ 949229 h 1235632"/>
                <a:gd name="connsiteX3709" fmla="*/ 1200986 w 2577833"/>
                <a:gd name="connsiteY3709" fmla="*/ 945366 h 1235632"/>
                <a:gd name="connsiteX3710" fmla="*/ 1198667 w 2577833"/>
                <a:gd name="connsiteY3710" fmla="*/ 938781 h 1235632"/>
                <a:gd name="connsiteX3711" fmla="*/ 1196070 w 2577833"/>
                <a:gd name="connsiteY3711" fmla="*/ 945366 h 1235632"/>
                <a:gd name="connsiteX3712" fmla="*/ 1201264 w 2577833"/>
                <a:gd name="connsiteY3712" fmla="*/ 957701 h 1235632"/>
                <a:gd name="connsiteX3713" fmla="*/ 1206458 w 2577833"/>
                <a:gd name="connsiteY3713" fmla="*/ 959633 h 1235632"/>
                <a:gd name="connsiteX3714" fmla="*/ 1201542 w 2577833"/>
                <a:gd name="connsiteY3714" fmla="*/ 962662 h 1235632"/>
                <a:gd name="connsiteX3715" fmla="*/ 1201542 w 2577833"/>
                <a:gd name="connsiteY3715" fmla="*/ 968413 h 1235632"/>
                <a:gd name="connsiteX3716" fmla="*/ 1199223 w 2577833"/>
                <a:gd name="connsiteY3716" fmla="*/ 957701 h 1235632"/>
                <a:gd name="connsiteX3717" fmla="*/ 1196905 w 2577833"/>
                <a:gd name="connsiteY3717" fmla="*/ 955770 h 1235632"/>
                <a:gd name="connsiteX3718" fmla="*/ 1196905 w 2577833"/>
                <a:gd name="connsiteY3718" fmla="*/ 952741 h 1235632"/>
                <a:gd name="connsiteX3719" fmla="*/ 1193148 w 2577833"/>
                <a:gd name="connsiteY3719" fmla="*/ 945322 h 1235632"/>
                <a:gd name="connsiteX3720" fmla="*/ 1195189 w 2577833"/>
                <a:gd name="connsiteY3720" fmla="*/ 940932 h 1235632"/>
                <a:gd name="connsiteX3721" fmla="*/ 1196348 w 2577833"/>
                <a:gd name="connsiteY3721" fmla="*/ 935708 h 1235632"/>
                <a:gd name="connsiteX3722" fmla="*/ 1194910 w 2577833"/>
                <a:gd name="connsiteY3722" fmla="*/ 929957 h 1235632"/>
                <a:gd name="connsiteX3723" fmla="*/ 1199826 w 2577833"/>
                <a:gd name="connsiteY3723" fmla="*/ 919245 h 1235632"/>
                <a:gd name="connsiteX3724" fmla="*/ 1196626 w 2577833"/>
                <a:gd name="connsiteY3724" fmla="*/ 909368 h 1235632"/>
                <a:gd name="connsiteX3725" fmla="*/ 1196070 w 2577833"/>
                <a:gd name="connsiteY3725" fmla="*/ 903880 h 1235632"/>
                <a:gd name="connsiteX3726" fmla="*/ 1193194 w 2577833"/>
                <a:gd name="connsiteY3726" fmla="*/ 900851 h 1235632"/>
                <a:gd name="connsiteX3727" fmla="*/ 1193194 w 2577833"/>
                <a:gd name="connsiteY3727" fmla="*/ 895100 h 1235632"/>
                <a:gd name="connsiteX3728" fmla="*/ 1181878 w 2577833"/>
                <a:gd name="connsiteY3728" fmla="*/ 895100 h 1235632"/>
                <a:gd name="connsiteX3729" fmla="*/ 1183919 w 2577833"/>
                <a:gd name="connsiteY3729" fmla="*/ 906338 h 1235632"/>
                <a:gd name="connsiteX3730" fmla="*/ 1186516 w 2577833"/>
                <a:gd name="connsiteY3730" fmla="*/ 910202 h 1235632"/>
                <a:gd name="connsiteX3731" fmla="*/ 1183038 w 2577833"/>
                <a:gd name="connsiteY3731" fmla="*/ 915426 h 1235632"/>
                <a:gd name="connsiteX3732" fmla="*/ 1181275 w 2577833"/>
                <a:gd name="connsiteY3732" fmla="*/ 910509 h 1235632"/>
                <a:gd name="connsiteX3733" fmla="*/ 1175757 w 2577833"/>
                <a:gd name="connsiteY3733" fmla="*/ 903397 h 1235632"/>
                <a:gd name="connsiteX3734" fmla="*/ 1170562 w 2577833"/>
                <a:gd name="connsiteY3734" fmla="*/ 899534 h 1235632"/>
                <a:gd name="connsiteX3735" fmla="*/ 1169078 w 2577833"/>
                <a:gd name="connsiteY3735" fmla="*/ 898436 h 1235632"/>
                <a:gd name="connsiteX3736" fmla="*/ 1174875 w 2577833"/>
                <a:gd name="connsiteY3736" fmla="*/ 896505 h 1235632"/>
                <a:gd name="connsiteX3737" fmla="*/ 1174319 w 2577833"/>
                <a:gd name="connsiteY3737" fmla="*/ 893168 h 1235632"/>
                <a:gd name="connsiteX3738" fmla="*/ 1176081 w 2577833"/>
                <a:gd name="connsiteY3738" fmla="*/ 891017 h 1235632"/>
                <a:gd name="connsiteX3739" fmla="*/ 1178122 w 2577833"/>
                <a:gd name="connsiteY3739" fmla="*/ 894573 h 1235632"/>
                <a:gd name="connsiteX3740" fmla="*/ 1187815 w 2577833"/>
                <a:gd name="connsiteY3740" fmla="*/ 887461 h 1235632"/>
                <a:gd name="connsiteX3741" fmla="*/ 1195189 w 2577833"/>
                <a:gd name="connsiteY3741" fmla="*/ 891851 h 1235632"/>
                <a:gd name="connsiteX3742" fmla="*/ 1195189 w 2577833"/>
                <a:gd name="connsiteY3742" fmla="*/ 900368 h 1235632"/>
                <a:gd name="connsiteX3743" fmla="*/ 1198064 w 2577833"/>
                <a:gd name="connsiteY3743" fmla="*/ 904231 h 1235632"/>
                <a:gd name="connsiteX3744" fmla="*/ 1201264 w 2577833"/>
                <a:gd name="connsiteY3744" fmla="*/ 918235 h 1235632"/>
                <a:gd name="connsiteX3745" fmla="*/ 1200708 w 2577833"/>
                <a:gd name="connsiteY3745" fmla="*/ 921791 h 1235632"/>
                <a:gd name="connsiteX3746" fmla="*/ 1196673 w 2577833"/>
                <a:gd name="connsiteY3746" fmla="*/ 930571 h 1235632"/>
                <a:gd name="connsiteX3747" fmla="*/ 1199548 w 2577833"/>
                <a:gd name="connsiteY3747" fmla="*/ 935488 h 1235632"/>
                <a:gd name="connsiteX3748" fmla="*/ 1203305 w 2577833"/>
                <a:gd name="connsiteY3748" fmla="*/ 944268 h 1235632"/>
                <a:gd name="connsiteX3749" fmla="*/ 1206505 w 2577833"/>
                <a:gd name="connsiteY3749" fmla="*/ 944268 h 1235632"/>
                <a:gd name="connsiteX3750" fmla="*/ 1206505 w 2577833"/>
                <a:gd name="connsiteY3750" fmla="*/ 949185 h 1235632"/>
                <a:gd name="connsiteX3751" fmla="*/ 1299259 w 2577833"/>
                <a:gd name="connsiteY3751" fmla="*/ 277821 h 1235632"/>
                <a:gd name="connsiteX3752" fmla="*/ 1303619 w 2577833"/>
                <a:gd name="connsiteY3752" fmla="*/ 277821 h 1235632"/>
                <a:gd name="connsiteX3753" fmla="*/ 1303619 w 2577833"/>
                <a:gd name="connsiteY3753" fmla="*/ 282343 h 1235632"/>
                <a:gd name="connsiteX3754" fmla="*/ 1301578 w 2577833"/>
                <a:gd name="connsiteY3754" fmla="*/ 282343 h 1235632"/>
                <a:gd name="connsiteX3755" fmla="*/ 1302135 w 2577833"/>
                <a:gd name="connsiteY3755" fmla="*/ 286864 h 1235632"/>
                <a:gd name="connsiteX3756" fmla="*/ 1297219 w 2577833"/>
                <a:gd name="connsiteY3756" fmla="*/ 284143 h 1235632"/>
                <a:gd name="connsiteX3757" fmla="*/ 1299259 w 2577833"/>
                <a:gd name="connsiteY3757" fmla="*/ 277821 h 1235632"/>
                <a:gd name="connsiteX3758" fmla="*/ 1301578 w 2577833"/>
                <a:gd name="connsiteY3758" fmla="*/ 915206 h 1235632"/>
                <a:gd name="connsiteX3759" fmla="*/ 1299120 w 2577833"/>
                <a:gd name="connsiteY3759" fmla="*/ 931669 h 1235632"/>
                <a:gd name="connsiteX3760" fmla="*/ 1297543 w 2577833"/>
                <a:gd name="connsiteY3760" fmla="*/ 946770 h 1235632"/>
                <a:gd name="connsiteX3761" fmla="*/ 1290865 w 2577833"/>
                <a:gd name="connsiteY3761" fmla="*/ 957219 h 1235632"/>
                <a:gd name="connsiteX3762" fmla="*/ 1289103 w 2577833"/>
                <a:gd name="connsiteY3762" fmla="*/ 952302 h 1235632"/>
                <a:gd name="connsiteX3763" fmla="*/ 1282424 w 2577833"/>
                <a:gd name="connsiteY3763" fmla="*/ 961082 h 1235632"/>
                <a:gd name="connsiteX3764" fmla="*/ 1288500 w 2577833"/>
                <a:gd name="connsiteY3764" fmla="*/ 961082 h 1235632"/>
                <a:gd name="connsiteX3765" fmla="*/ 1285300 w 2577833"/>
                <a:gd name="connsiteY3765" fmla="*/ 967667 h 1235632"/>
                <a:gd name="connsiteX3766" fmla="*/ 1278343 w 2577833"/>
                <a:gd name="connsiteY3766" fmla="*/ 973988 h 1235632"/>
                <a:gd name="connsiteX3767" fmla="*/ 1270227 w 2577833"/>
                <a:gd name="connsiteY3767" fmla="*/ 980573 h 1235632"/>
                <a:gd name="connsiteX3768" fmla="*/ 1254598 w 2577833"/>
                <a:gd name="connsiteY3768" fmla="*/ 990714 h 1235632"/>
                <a:gd name="connsiteX3769" fmla="*/ 1244766 w 2577833"/>
                <a:gd name="connsiteY3769" fmla="*/ 1000021 h 1235632"/>
                <a:gd name="connsiteX3770" fmla="*/ 1240128 w 2577833"/>
                <a:gd name="connsiteY3770" fmla="*/ 1005509 h 1235632"/>
                <a:gd name="connsiteX3771" fmla="*/ 1220418 w 2577833"/>
                <a:gd name="connsiteY3771" fmla="*/ 1012620 h 1235632"/>
                <a:gd name="connsiteX3772" fmla="*/ 1208267 w 2577833"/>
                <a:gd name="connsiteY3772" fmla="*/ 1007704 h 1235632"/>
                <a:gd name="connsiteX3773" fmla="*/ 1220418 w 2577833"/>
                <a:gd name="connsiteY3773" fmla="*/ 1003314 h 1235632"/>
                <a:gd name="connsiteX3774" fmla="*/ 1239247 w 2577833"/>
                <a:gd name="connsiteY3774" fmla="*/ 990144 h 1235632"/>
                <a:gd name="connsiteX3775" fmla="*/ 1248244 w 2577833"/>
                <a:gd name="connsiteY3775" fmla="*/ 985227 h 1235632"/>
                <a:gd name="connsiteX3776" fmla="*/ 1253438 w 2577833"/>
                <a:gd name="connsiteY3776" fmla="*/ 978642 h 1235632"/>
                <a:gd name="connsiteX3777" fmla="*/ 1256500 w 2577833"/>
                <a:gd name="connsiteY3777" fmla="*/ 975086 h 1235632"/>
                <a:gd name="connsiteX3778" fmla="*/ 1262436 w 2577833"/>
                <a:gd name="connsiteY3778" fmla="*/ 973418 h 1235632"/>
                <a:gd name="connsiteX3779" fmla="*/ 1266192 w 2577833"/>
                <a:gd name="connsiteY3779" fmla="*/ 970696 h 1235632"/>
                <a:gd name="connsiteX3780" fmla="*/ 1268789 w 2577833"/>
                <a:gd name="connsiteY3780" fmla="*/ 965208 h 1235632"/>
                <a:gd name="connsiteX3781" fmla="*/ 1263595 w 2577833"/>
                <a:gd name="connsiteY3781" fmla="*/ 968501 h 1235632"/>
                <a:gd name="connsiteX3782" fmla="*/ 1256500 w 2577833"/>
                <a:gd name="connsiteY3782" fmla="*/ 972057 h 1235632"/>
                <a:gd name="connsiteX3783" fmla="*/ 1254320 w 2577833"/>
                <a:gd name="connsiteY3783" fmla="*/ 973988 h 1235632"/>
                <a:gd name="connsiteX3784" fmla="*/ 1264152 w 2577833"/>
                <a:gd name="connsiteY3784" fmla="*/ 964111 h 1235632"/>
                <a:gd name="connsiteX3785" fmla="*/ 1270830 w 2577833"/>
                <a:gd name="connsiteY3785" fmla="*/ 957175 h 1235632"/>
                <a:gd name="connsiteX3786" fmla="*/ 1276024 w 2577833"/>
                <a:gd name="connsiteY3786" fmla="*/ 953707 h 1235632"/>
                <a:gd name="connsiteX3787" fmla="*/ 1293416 w 2577833"/>
                <a:gd name="connsiteY3787" fmla="*/ 913362 h 1235632"/>
                <a:gd name="connsiteX3788" fmla="*/ 1296013 w 2577833"/>
                <a:gd name="connsiteY3788" fmla="*/ 905943 h 1235632"/>
                <a:gd name="connsiteX3789" fmla="*/ 1303851 w 2577833"/>
                <a:gd name="connsiteY3789" fmla="*/ 902080 h 1235632"/>
                <a:gd name="connsiteX3790" fmla="*/ 1301532 w 2577833"/>
                <a:gd name="connsiteY3790" fmla="*/ 915250 h 1235632"/>
                <a:gd name="connsiteX3791" fmla="*/ 1335202 w 2577833"/>
                <a:gd name="connsiteY3791" fmla="*/ 691052 h 1235632"/>
                <a:gd name="connsiteX3792" fmla="*/ 1329126 w 2577833"/>
                <a:gd name="connsiteY3792" fmla="*/ 695179 h 1235632"/>
                <a:gd name="connsiteX3793" fmla="*/ 1329126 w 2577833"/>
                <a:gd name="connsiteY3793" fmla="*/ 700930 h 1235632"/>
                <a:gd name="connsiteX3794" fmla="*/ 1326529 w 2577833"/>
                <a:gd name="connsiteY3794" fmla="*/ 706417 h 1235632"/>
                <a:gd name="connsiteX3795" fmla="*/ 1326529 w 2577833"/>
                <a:gd name="connsiteY3795" fmla="*/ 721519 h 1235632"/>
                <a:gd name="connsiteX3796" fmla="*/ 1324210 w 2577833"/>
                <a:gd name="connsiteY3796" fmla="*/ 722880 h 1235632"/>
                <a:gd name="connsiteX3797" fmla="*/ 1324210 w 2577833"/>
                <a:gd name="connsiteY3797" fmla="*/ 708876 h 1235632"/>
                <a:gd name="connsiteX3798" fmla="*/ 1321613 w 2577833"/>
                <a:gd name="connsiteY3798" fmla="*/ 703388 h 1235632"/>
                <a:gd name="connsiteX3799" fmla="*/ 1324813 w 2577833"/>
                <a:gd name="connsiteY3799" fmla="*/ 700667 h 1235632"/>
                <a:gd name="connsiteX3800" fmla="*/ 1324813 w 2577833"/>
                <a:gd name="connsiteY3800" fmla="*/ 695179 h 1235632"/>
                <a:gd name="connsiteX3801" fmla="*/ 1319897 w 2577833"/>
                <a:gd name="connsiteY3801" fmla="*/ 692282 h 1235632"/>
                <a:gd name="connsiteX3802" fmla="*/ 1311781 w 2577833"/>
                <a:gd name="connsiteY3802" fmla="*/ 686399 h 1235632"/>
                <a:gd name="connsiteX3803" fmla="*/ 1310343 w 2577833"/>
                <a:gd name="connsiteY3803" fmla="*/ 676522 h 1235632"/>
                <a:gd name="connsiteX3804" fmla="*/ 1304268 w 2577833"/>
                <a:gd name="connsiteY3804" fmla="*/ 674063 h 1235632"/>
                <a:gd name="connsiteX3805" fmla="*/ 1305706 w 2577833"/>
                <a:gd name="connsiteY3805" fmla="*/ 670507 h 1235632"/>
                <a:gd name="connsiteX3806" fmla="*/ 1313219 w 2577833"/>
                <a:gd name="connsiteY3806" fmla="*/ 675731 h 1235632"/>
                <a:gd name="connsiteX3807" fmla="*/ 1314935 w 2577833"/>
                <a:gd name="connsiteY3807" fmla="*/ 683414 h 1235632"/>
                <a:gd name="connsiteX3808" fmla="*/ 1319711 w 2577833"/>
                <a:gd name="connsiteY3808" fmla="*/ 686443 h 1235632"/>
                <a:gd name="connsiteX3809" fmla="*/ 1321891 w 2577833"/>
                <a:gd name="connsiteY3809" fmla="*/ 684511 h 1235632"/>
                <a:gd name="connsiteX3810" fmla="*/ 1322773 w 2577833"/>
                <a:gd name="connsiteY3810" fmla="*/ 677092 h 1235632"/>
                <a:gd name="connsiteX3811" fmla="*/ 1324210 w 2577833"/>
                <a:gd name="connsiteY3811" fmla="*/ 677356 h 1235632"/>
                <a:gd name="connsiteX3812" fmla="*/ 1324210 w 2577833"/>
                <a:gd name="connsiteY3812" fmla="*/ 685038 h 1235632"/>
                <a:gd name="connsiteX3813" fmla="*/ 1323654 w 2577833"/>
                <a:gd name="connsiteY3813" fmla="*/ 688331 h 1235632"/>
                <a:gd name="connsiteX3814" fmla="*/ 1326529 w 2577833"/>
                <a:gd name="connsiteY3814" fmla="*/ 689428 h 1235632"/>
                <a:gd name="connsiteX3815" fmla="*/ 1329729 w 2577833"/>
                <a:gd name="connsiteY3815" fmla="*/ 689955 h 1235632"/>
                <a:gd name="connsiteX3816" fmla="*/ 1335248 w 2577833"/>
                <a:gd name="connsiteY3816" fmla="*/ 686399 h 1235632"/>
                <a:gd name="connsiteX3817" fmla="*/ 1335248 w 2577833"/>
                <a:gd name="connsiteY3817" fmla="*/ 691052 h 1235632"/>
                <a:gd name="connsiteX3818" fmla="*/ 1341880 w 2577833"/>
                <a:gd name="connsiteY3818" fmla="*/ 692413 h 1235632"/>
                <a:gd name="connsiteX3819" fmla="*/ 1341880 w 2577833"/>
                <a:gd name="connsiteY3819" fmla="*/ 698164 h 1235632"/>
                <a:gd name="connsiteX3820" fmla="*/ 1338680 w 2577833"/>
                <a:gd name="connsiteY3820" fmla="*/ 698164 h 1235632"/>
                <a:gd name="connsiteX3821" fmla="*/ 1340999 w 2577833"/>
                <a:gd name="connsiteY3821" fmla="*/ 686355 h 1235632"/>
                <a:gd name="connsiteX3822" fmla="*/ 1343318 w 2577833"/>
                <a:gd name="connsiteY3822" fmla="*/ 686355 h 1235632"/>
                <a:gd name="connsiteX3823" fmla="*/ 1341880 w 2577833"/>
                <a:gd name="connsiteY3823" fmla="*/ 692413 h 1235632"/>
                <a:gd name="connsiteX3824" fmla="*/ 1604792 w 2577833"/>
                <a:gd name="connsiteY3824" fmla="*/ 937727 h 1235632"/>
                <a:gd name="connsiteX3825" fmla="*/ 1596398 w 2577833"/>
                <a:gd name="connsiteY3825" fmla="*/ 936366 h 1235632"/>
                <a:gd name="connsiteX3826" fmla="*/ 1589720 w 2577833"/>
                <a:gd name="connsiteY3826" fmla="*/ 938824 h 1235632"/>
                <a:gd name="connsiteX3827" fmla="*/ 1589442 w 2577833"/>
                <a:gd name="connsiteY3827" fmla="*/ 941546 h 1235632"/>
                <a:gd name="connsiteX3828" fmla="*/ 1593662 w 2577833"/>
                <a:gd name="connsiteY3828" fmla="*/ 942644 h 1235632"/>
                <a:gd name="connsiteX3829" fmla="*/ 1589163 w 2577833"/>
                <a:gd name="connsiteY3829" fmla="*/ 944005 h 1235632"/>
                <a:gd name="connsiteX3830" fmla="*/ 1588004 w 2577833"/>
                <a:gd name="connsiteY3830" fmla="*/ 946200 h 1235632"/>
                <a:gd name="connsiteX3831" fmla="*/ 1582810 w 2577833"/>
                <a:gd name="connsiteY3831" fmla="*/ 938781 h 1235632"/>
                <a:gd name="connsiteX3832" fmla="*/ 1588329 w 2577833"/>
                <a:gd name="connsiteY3832" fmla="*/ 934391 h 1235632"/>
                <a:gd name="connsiteX3833" fmla="*/ 1590926 w 2577833"/>
                <a:gd name="connsiteY3833" fmla="*/ 931493 h 1235632"/>
                <a:gd name="connsiteX3834" fmla="*/ 1604839 w 2577833"/>
                <a:gd name="connsiteY3834" fmla="*/ 931493 h 1235632"/>
                <a:gd name="connsiteX3835" fmla="*/ 1600480 w 2577833"/>
                <a:gd name="connsiteY3835" fmla="*/ 934391 h 1235632"/>
                <a:gd name="connsiteX3836" fmla="*/ 1604839 w 2577833"/>
                <a:gd name="connsiteY3836" fmla="*/ 937683 h 1235632"/>
                <a:gd name="connsiteX3837" fmla="*/ 1638092 w 2577833"/>
                <a:gd name="connsiteY3837" fmla="*/ 1039487 h 1235632"/>
                <a:gd name="connsiteX3838" fmla="*/ 1627054 w 2577833"/>
                <a:gd name="connsiteY3838" fmla="*/ 1039487 h 1235632"/>
                <a:gd name="connsiteX3839" fmla="*/ 1627054 w 2577833"/>
                <a:gd name="connsiteY3839" fmla="*/ 1034571 h 1235632"/>
                <a:gd name="connsiteX3840" fmla="*/ 1630254 w 2577833"/>
                <a:gd name="connsiteY3840" fmla="*/ 1034571 h 1235632"/>
                <a:gd name="connsiteX3841" fmla="*/ 1630254 w 2577833"/>
                <a:gd name="connsiteY3841" fmla="*/ 1037029 h 1235632"/>
                <a:gd name="connsiteX3842" fmla="*/ 1638092 w 2577833"/>
                <a:gd name="connsiteY3842" fmla="*/ 1035668 h 1235632"/>
                <a:gd name="connsiteX3843" fmla="*/ 1638092 w 2577833"/>
                <a:gd name="connsiteY3843" fmla="*/ 1039531 h 1235632"/>
                <a:gd name="connsiteX3844" fmla="*/ 1779542 w 2577833"/>
                <a:gd name="connsiteY3844" fmla="*/ 992031 h 1235632"/>
                <a:gd name="connsiteX3845" fmla="*/ 1781583 w 2577833"/>
                <a:gd name="connsiteY3845" fmla="*/ 993700 h 1235632"/>
                <a:gd name="connsiteX3846" fmla="*/ 1775507 w 2577833"/>
                <a:gd name="connsiteY3846" fmla="*/ 1001953 h 1235632"/>
                <a:gd name="connsiteX3847" fmla="*/ 1773142 w 2577833"/>
                <a:gd name="connsiteY3847" fmla="*/ 999231 h 1235632"/>
                <a:gd name="connsiteX3848" fmla="*/ 1779542 w 2577833"/>
                <a:gd name="connsiteY3848" fmla="*/ 992119 h 1235632"/>
                <a:gd name="connsiteX3849" fmla="*/ 1763032 w 2577833"/>
                <a:gd name="connsiteY3849" fmla="*/ 1017010 h 1235632"/>
                <a:gd name="connsiteX3850" fmla="*/ 1767067 w 2577833"/>
                <a:gd name="connsiteY3850" fmla="*/ 1012884 h 1235632"/>
                <a:gd name="connsiteX3851" fmla="*/ 1773142 w 2577833"/>
                <a:gd name="connsiteY3851" fmla="*/ 1009591 h 1235632"/>
                <a:gd name="connsiteX3852" fmla="*/ 1781537 w 2577833"/>
                <a:gd name="connsiteY3852" fmla="*/ 1004675 h 1235632"/>
                <a:gd name="connsiteX3853" fmla="*/ 1789050 w 2577833"/>
                <a:gd name="connsiteY3853" fmla="*/ 1008801 h 1235632"/>
                <a:gd name="connsiteX3854" fmla="*/ 1781537 w 2577833"/>
                <a:gd name="connsiteY3854" fmla="*/ 1007133 h 1235632"/>
                <a:gd name="connsiteX3855" fmla="*/ 1775461 w 2577833"/>
                <a:gd name="connsiteY3855" fmla="*/ 1011655 h 1235632"/>
                <a:gd name="connsiteX3856" fmla="*/ 1768458 w 2577833"/>
                <a:gd name="connsiteY3856" fmla="*/ 1014552 h 1235632"/>
                <a:gd name="connsiteX3857" fmla="*/ 1762939 w 2577833"/>
                <a:gd name="connsiteY3857" fmla="*/ 1018679 h 1235632"/>
                <a:gd name="connsiteX3858" fmla="*/ 1762939 w 2577833"/>
                <a:gd name="connsiteY3858" fmla="*/ 1017010 h 1235632"/>
                <a:gd name="connsiteX3859" fmla="*/ 1725095 w 2577833"/>
                <a:gd name="connsiteY3859" fmla="*/ 996421 h 1235632"/>
                <a:gd name="connsiteX3860" fmla="*/ 1730011 w 2577833"/>
                <a:gd name="connsiteY3860" fmla="*/ 996421 h 1235632"/>
                <a:gd name="connsiteX3861" fmla="*/ 1730011 w 2577833"/>
                <a:gd name="connsiteY3861" fmla="*/ 999450 h 1235632"/>
                <a:gd name="connsiteX3862" fmla="*/ 1725095 w 2577833"/>
                <a:gd name="connsiteY3862" fmla="*/ 1001909 h 1235632"/>
                <a:gd name="connsiteX3863" fmla="*/ 1725095 w 2577833"/>
                <a:gd name="connsiteY3863" fmla="*/ 996421 h 1235632"/>
                <a:gd name="connsiteX3864" fmla="*/ 1704782 w 2577833"/>
                <a:gd name="connsiteY3864" fmla="*/ 1074081 h 1235632"/>
                <a:gd name="connsiteX3865" fmla="*/ 1712295 w 2577833"/>
                <a:gd name="connsiteY3865" fmla="*/ 1073247 h 1235632"/>
                <a:gd name="connsiteX3866" fmla="*/ 1720690 w 2577833"/>
                <a:gd name="connsiteY3866" fmla="*/ 1065564 h 1235632"/>
                <a:gd name="connsiteX3867" fmla="*/ 1722406 w 2577833"/>
                <a:gd name="connsiteY3867" fmla="*/ 1059813 h 1235632"/>
                <a:gd name="connsiteX3868" fmla="*/ 1727321 w 2577833"/>
                <a:gd name="connsiteY3868" fmla="*/ 1057618 h 1235632"/>
                <a:gd name="connsiteX3869" fmla="*/ 1729919 w 2577833"/>
                <a:gd name="connsiteY3869" fmla="*/ 1054896 h 1235632"/>
                <a:gd name="connsiteX3870" fmla="*/ 1727461 w 2577833"/>
                <a:gd name="connsiteY3870" fmla="*/ 1049980 h 1235632"/>
                <a:gd name="connsiteX3871" fmla="*/ 1729919 w 2577833"/>
                <a:gd name="connsiteY3871" fmla="*/ 1045589 h 1235632"/>
                <a:gd name="connsiteX3872" fmla="*/ 1735994 w 2577833"/>
                <a:gd name="connsiteY3872" fmla="*/ 1039531 h 1235632"/>
                <a:gd name="connsiteX3873" fmla="*/ 1735113 w 2577833"/>
                <a:gd name="connsiteY3873" fmla="*/ 1034614 h 1235632"/>
                <a:gd name="connsiteX3874" fmla="*/ 1739889 w 2577833"/>
                <a:gd name="connsiteY3874" fmla="*/ 1029698 h 1235632"/>
                <a:gd name="connsiteX3875" fmla="*/ 1744666 w 2577833"/>
                <a:gd name="connsiteY3875" fmla="*/ 1028864 h 1235632"/>
                <a:gd name="connsiteX3876" fmla="*/ 1748748 w 2577833"/>
                <a:gd name="connsiteY3876" fmla="*/ 1025571 h 1235632"/>
                <a:gd name="connsiteX3877" fmla="*/ 1748748 w 2577833"/>
                <a:gd name="connsiteY3877" fmla="*/ 1030224 h 1235632"/>
                <a:gd name="connsiteX3878" fmla="*/ 1739889 w 2577833"/>
                <a:gd name="connsiteY3878" fmla="*/ 1032156 h 1235632"/>
                <a:gd name="connsiteX3879" fmla="*/ 1737432 w 2577833"/>
                <a:gd name="connsiteY3879" fmla="*/ 1034614 h 1235632"/>
                <a:gd name="connsiteX3880" fmla="*/ 1739889 w 2577833"/>
                <a:gd name="connsiteY3880" fmla="*/ 1039531 h 1235632"/>
                <a:gd name="connsiteX3881" fmla="*/ 1734834 w 2577833"/>
                <a:gd name="connsiteY3881" fmla="*/ 1043394 h 1235632"/>
                <a:gd name="connsiteX3882" fmla="*/ 1729919 w 2577833"/>
                <a:gd name="connsiteY3882" fmla="*/ 1048311 h 1235632"/>
                <a:gd name="connsiteX3883" fmla="*/ 1729919 w 2577833"/>
                <a:gd name="connsiteY3883" fmla="*/ 1051867 h 1235632"/>
                <a:gd name="connsiteX3884" fmla="*/ 1732516 w 2577833"/>
                <a:gd name="connsiteY3884" fmla="*/ 1054326 h 1235632"/>
                <a:gd name="connsiteX3885" fmla="*/ 1729919 w 2577833"/>
                <a:gd name="connsiteY3885" fmla="*/ 1058979 h 1235632"/>
                <a:gd name="connsiteX3886" fmla="*/ 1725002 w 2577833"/>
                <a:gd name="connsiteY3886" fmla="*/ 1061437 h 1235632"/>
                <a:gd name="connsiteX3887" fmla="*/ 1723240 w 2577833"/>
                <a:gd name="connsiteY3887" fmla="*/ 1065827 h 1235632"/>
                <a:gd name="connsiteX3888" fmla="*/ 1712805 w 2577833"/>
                <a:gd name="connsiteY3888" fmla="*/ 1075134 h 1235632"/>
                <a:gd name="connsiteX3889" fmla="*/ 1706127 w 2577833"/>
                <a:gd name="connsiteY3889" fmla="*/ 1076802 h 1235632"/>
                <a:gd name="connsiteX3890" fmla="*/ 1703808 w 2577833"/>
                <a:gd name="connsiteY3890" fmla="*/ 1078997 h 1235632"/>
                <a:gd name="connsiteX3891" fmla="*/ 1701489 w 2577833"/>
                <a:gd name="connsiteY3891" fmla="*/ 1077637 h 1235632"/>
                <a:gd name="connsiteX3892" fmla="*/ 1704689 w 2577833"/>
                <a:gd name="connsiteY3892" fmla="*/ 1074081 h 123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</a:cxnLst>
              <a:rect l="l" t="t" r="r" b="b"/>
              <a:pathLst>
                <a:path w="2577833" h="1235632">
                  <a:moveTo>
                    <a:pt x="2529741" y="642192"/>
                  </a:moveTo>
                  <a:lnTo>
                    <a:pt x="2536697" y="641665"/>
                  </a:lnTo>
                  <a:cubicBezTo>
                    <a:pt x="2536697" y="641665"/>
                    <a:pt x="2534379" y="635607"/>
                    <a:pt x="2530297" y="635914"/>
                  </a:cubicBezTo>
                  <a:lnTo>
                    <a:pt x="2526819" y="634553"/>
                  </a:lnTo>
                  <a:lnTo>
                    <a:pt x="2527098" y="630997"/>
                  </a:lnTo>
                  <a:lnTo>
                    <a:pt x="2526541" y="627968"/>
                  </a:lnTo>
                  <a:lnTo>
                    <a:pt x="2522506" y="629636"/>
                  </a:lnTo>
                  <a:lnTo>
                    <a:pt x="2523944" y="626080"/>
                  </a:lnTo>
                  <a:lnTo>
                    <a:pt x="2529741" y="626344"/>
                  </a:lnTo>
                  <a:lnTo>
                    <a:pt x="2538738" y="619495"/>
                  </a:lnTo>
                  <a:lnTo>
                    <a:pt x="2538738" y="606589"/>
                  </a:lnTo>
                  <a:lnTo>
                    <a:pt x="2535538" y="606325"/>
                  </a:lnTo>
                  <a:lnTo>
                    <a:pt x="2533497" y="600267"/>
                  </a:lnTo>
                  <a:lnTo>
                    <a:pt x="2529741" y="598072"/>
                  </a:lnTo>
                  <a:lnTo>
                    <a:pt x="2530019" y="595350"/>
                  </a:lnTo>
                  <a:lnTo>
                    <a:pt x="2536975" y="598643"/>
                  </a:lnTo>
                  <a:cubicBezTo>
                    <a:pt x="2536975" y="598643"/>
                    <a:pt x="2540454" y="602769"/>
                    <a:pt x="2545973" y="602769"/>
                  </a:cubicBezTo>
                  <a:cubicBezTo>
                    <a:pt x="2551492" y="602769"/>
                    <a:pt x="2554367" y="604438"/>
                    <a:pt x="2554367" y="604438"/>
                  </a:cubicBezTo>
                  <a:lnTo>
                    <a:pt x="2557845" y="601979"/>
                  </a:lnTo>
                  <a:lnTo>
                    <a:pt x="2551770" y="597589"/>
                  </a:lnTo>
                  <a:lnTo>
                    <a:pt x="2549173" y="591004"/>
                  </a:lnTo>
                  <a:lnTo>
                    <a:pt x="2555248" y="596755"/>
                  </a:lnTo>
                  <a:lnTo>
                    <a:pt x="2560767" y="599477"/>
                  </a:lnTo>
                  <a:cubicBezTo>
                    <a:pt x="2560767" y="599477"/>
                    <a:pt x="2564245" y="600574"/>
                    <a:pt x="2564524" y="598379"/>
                  </a:cubicBezTo>
                  <a:cubicBezTo>
                    <a:pt x="2564802" y="596184"/>
                    <a:pt x="2564524" y="589336"/>
                    <a:pt x="2564524" y="589336"/>
                  </a:cubicBezTo>
                  <a:lnTo>
                    <a:pt x="2570599" y="584419"/>
                  </a:lnTo>
                  <a:lnTo>
                    <a:pt x="2572315" y="583585"/>
                  </a:lnTo>
                  <a:lnTo>
                    <a:pt x="2575515" y="585253"/>
                  </a:lnTo>
                  <a:lnTo>
                    <a:pt x="2577834" y="580029"/>
                  </a:lnTo>
                  <a:lnTo>
                    <a:pt x="2571156" y="577307"/>
                  </a:lnTo>
                  <a:cubicBezTo>
                    <a:pt x="2571156" y="577307"/>
                    <a:pt x="2567678" y="573181"/>
                    <a:pt x="2564199" y="574849"/>
                  </a:cubicBezTo>
                  <a:lnTo>
                    <a:pt x="2564477" y="571293"/>
                  </a:lnTo>
                  <a:lnTo>
                    <a:pt x="2551121" y="559484"/>
                  </a:lnTo>
                  <a:cubicBezTo>
                    <a:pt x="2551121" y="559484"/>
                    <a:pt x="2551121" y="554831"/>
                    <a:pt x="2548524" y="554567"/>
                  </a:cubicBezTo>
                  <a:cubicBezTo>
                    <a:pt x="2545927" y="554304"/>
                    <a:pt x="2545649" y="552109"/>
                    <a:pt x="2545649" y="552109"/>
                  </a:cubicBezTo>
                  <a:lnTo>
                    <a:pt x="2546529" y="549914"/>
                  </a:lnTo>
                  <a:cubicBezTo>
                    <a:pt x="2546529" y="549914"/>
                    <a:pt x="2538413" y="546885"/>
                    <a:pt x="2531457" y="551011"/>
                  </a:cubicBezTo>
                  <a:lnTo>
                    <a:pt x="2525057" y="551011"/>
                  </a:lnTo>
                  <a:lnTo>
                    <a:pt x="2523897" y="548289"/>
                  </a:lnTo>
                  <a:lnTo>
                    <a:pt x="2522738" y="549958"/>
                  </a:lnTo>
                  <a:lnTo>
                    <a:pt x="2523016" y="552679"/>
                  </a:lnTo>
                  <a:lnTo>
                    <a:pt x="2521300" y="553206"/>
                  </a:lnTo>
                  <a:lnTo>
                    <a:pt x="2518982" y="549080"/>
                  </a:lnTo>
                  <a:lnTo>
                    <a:pt x="2523341" y="546885"/>
                  </a:lnTo>
                  <a:lnTo>
                    <a:pt x="2523619" y="544426"/>
                  </a:lnTo>
                  <a:lnTo>
                    <a:pt x="2501868" y="544953"/>
                  </a:lnTo>
                  <a:lnTo>
                    <a:pt x="2505949" y="547411"/>
                  </a:lnTo>
                  <a:lnTo>
                    <a:pt x="2508547" y="550133"/>
                  </a:lnTo>
                  <a:lnTo>
                    <a:pt x="2510263" y="558650"/>
                  </a:lnTo>
                  <a:lnTo>
                    <a:pt x="2505903" y="564137"/>
                  </a:lnTo>
                  <a:lnTo>
                    <a:pt x="2510541" y="565498"/>
                  </a:lnTo>
                  <a:lnTo>
                    <a:pt x="2512303" y="567430"/>
                  </a:lnTo>
                  <a:lnTo>
                    <a:pt x="2512303" y="572654"/>
                  </a:lnTo>
                  <a:lnTo>
                    <a:pt x="2508547" y="574849"/>
                  </a:lnTo>
                  <a:lnTo>
                    <a:pt x="2509103" y="569098"/>
                  </a:lnTo>
                  <a:lnTo>
                    <a:pt x="2506506" y="568571"/>
                  </a:lnTo>
                  <a:lnTo>
                    <a:pt x="2505346" y="571293"/>
                  </a:lnTo>
                  <a:lnTo>
                    <a:pt x="2501868" y="571820"/>
                  </a:lnTo>
                  <a:cubicBezTo>
                    <a:pt x="2501868" y="571820"/>
                    <a:pt x="2503630" y="564971"/>
                    <a:pt x="2500987" y="564708"/>
                  </a:cubicBezTo>
                  <a:cubicBezTo>
                    <a:pt x="2498390" y="564445"/>
                    <a:pt x="2495190" y="561416"/>
                    <a:pt x="2495190" y="561416"/>
                  </a:cubicBezTo>
                  <a:cubicBezTo>
                    <a:pt x="2495190" y="561416"/>
                    <a:pt x="2493752" y="557860"/>
                    <a:pt x="2495747" y="557289"/>
                  </a:cubicBezTo>
                  <a:lnTo>
                    <a:pt x="2497184" y="554260"/>
                  </a:lnTo>
                  <a:lnTo>
                    <a:pt x="2495747" y="548202"/>
                  </a:lnTo>
                  <a:cubicBezTo>
                    <a:pt x="2495747" y="548202"/>
                    <a:pt x="2494309" y="540519"/>
                    <a:pt x="2495468" y="535558"/>
                  </a:cubicBezTo>
                  <a:lnTo>
                    <a:pt x="2496349" y="532529"/>
                  </a:lnTo>
                  <a:lnTo>
                    <a:pt x="2494309" y="530334"/>
                  </a:lnTo>
                  <a:lnTo>
                    <a:pt x="2490552" y="534724"/>
                  </a:lnTo>
                  <a:lnTo>
                    <a:pt x="2488836" y="533056"/>
                  </a:lnTo>
                  <a:cubicBezTo>
                    <a:pt x="2488836" y="533056"/>
                    <a:pt x="2491433" y="526208"/>
                    <a:pt x="2488279" y="521818"/>
                  </a:cubicBezTo>
                  <a:cubicBezTo>
                    <a:pt x="2485080" y="517428"/>
                    <a:pt x="2480163" y="516594"/>
                    <a:pt x="2480163" y="516594"/>
                  </a:cubicBezTo>
                  <a:lnTo>
                    <a:pt x="2478123" y="518789"/>
                  </a:lnTo>
                  <a:lnTo>
                    <a:pt x="2481323" y="522081"/>
                  </a:lnTo>
                  <a:lnTo>
                    <a:pt x="2481323" y="524539"/>
                  </a:lnTo>
                  <a:lnTo>
                    <a:pt x="2478447" y="524803"/>
                  </a:lnTo>
                  <a:lnTo>
                    <a:pt x="2477566" y="522344"/>
                  </a:lnTo>
                  <a:lnTo>
                    <a:pt x="2473207" y="519886"/>
                  </a:lnTo>
                  <a:lnTo>
                    <a:pt x="2475526" y="518789"/>
                  </a:lnTo>
                  <a:lnTo>
                    <a:pt x="2476407" y="512467"/>
                  </a:lnTo>
                  <a:lnTo>
                    <a:pt x="2469450" y="512467"/>
                  </a:lnTo>
                  <a:lnTo>
                    <a:pt x="2464813" y="509438"/>
                  </a:lnTo>
                  <a:lnTo>
                    <a:pt x="2465091" y="504214"/>
                  </a:lnTo>
                  <a:lnTo>
                    <a:pt x="2459572" y="501185"/>
                  </a:lnTo>
                  <a:lnTo>
                    <a:pt x="2459572" y="504741"/>
                  </a:lnTo>
                  <a:lnTo>
                    <a:pt x="2457810" y="504214"/>
                  </a:lnTo>
                  <a:lnTo>
                    <a:pt x="2457810" y="500351"/>
                  </a:lnTo>
                  <a:lnTo>
                    <a:pt x="2450575" y="494863"/>
                  </a:lnTo>
                  <a:lnTo>
                    <a:pt x="2445380" y="497321"/>
                  </a:lnTo>
                  <a:lnTo>
                    <a:pt x="2445380" y="492405"/>
                  </a:lnTo>
                  <a:lnTo>
                    <a:pt x="2434945" y="486654"/>
                  </a:lnTo>
                  <a:cubicBezTo>
                    <a:pt x="2434945" y="486654"/>
                    <a:pt x="2433230" y="470762"/>
                    <a:pt x="2416997" y="471289"/>
                  </a:cubicBezTo>
                  <a:lnTo>
                    <a:pt x="2402203" y="456187"/>
                  </a:lnTo>
                  <a:lnTo>
                    <a:pt x="2394365" y="455090"/>
                  </a:lnTo>
                  <a:cubicBezTo>
                    <a:pt x="2394365" y="455090"/>
                    <a:pt x="2392325" y="451534"/>
                    <a:pt x="2396963" y="452895"/>
                  </a:cubicBezTo>
                  <a:cubicBezTo>
                    <a:pt x="2396963" y="452895"/>
                    <a:pt x="2396684" y="446573"/>
                    <a:pt x="2382771" y="447978"/>
                  </a:cubicBezTo>
                  <a:lnTo>
                    <a:pt x="2379293" y="446310"/>
                  </a:lnTo>
                  <a:lnTo>
                    <a:pt x="2373496" y="441920"/>
                  </a:lnTo>
                  <a:lnTo>
                    <a:pt x="2367977" y="441393"/>
                  </a:lnTo>
                  <a:lnTo>
                    <a:pt x="2355502" y="433974"/>
                  </a:lnTo>
                  <a:lnTo>
                    <a:pt x="2354342" y="430681"/>
                  </a:lnTo>
                  <a:lnTo>
                    <a:pt x="2351466" y="433974"/>
                  </a:lnTo>
                  <a:lnTo>
                    <a:pt x="2347988" y="433974"/>
                  </a:lnTo>
                  <a:lnTo>
                    <a:pt x="2352348" y="429584"/>
                  </a:lnTo>
                  <a:lnTo>
                    <a:pt x="2343629" y="430418"/>
                  </a:lnTo>
                  <a:lnTo>
                    <a:pt x="2340429" y="432349"/>
                  </a:lnTo>
                  <a:lnTo>
                    <a:pt x="2325357" y="431252"/>
                  </a:lnTo>
                  <a:cubicBezTo>
                    <a:pt x="2325357" y="431252"/>
                    <a:pt x="2319281" y="426598"/>
                    <a:pt x="2313205" y="429584"/>
                  </a:cubicBezTo>
                  <a:lnTo>
                    <a:pt x="2308567" y="427915"/>
                  </a:lnTo>
                  <a:lnTo>
                    <a:pt x="2308289" y="430110"/>
                  </a:lnTo>
                  <a:lnTo>
                    <a:pt x="2310052" y="432305"/>
                  </a:lnTo>
                  <a:lnTo>
                    <a:pt x="2308614" y="434237"/>
                  </a:lnTo>
                  <a:lnTo>
                    <a:pt x="2305136" y="434500"/>
                  </a:lnTo>
                  <a:lnTo>
                    <a:pt x="2305136" y="432305"/>
                  </a:lnTo>
                  <a:lnTo>
                    <a:pt x="2298458" y="426818"/>
                  </a:lnTo>
                  <a:lnTo>
                    <a:pt x="2292660" y="425984"/>
                  </a:lnTo>
                  <a:cubicBezTo>
                    <a:pt x="2292660" y="425984"/>
                    <a:pt x="2278469" y="420233"/>
                    <a:pt x="2266271" y="420233"/>
                  </a:cubicBezTo>
                  <a:lnTo>
                    <a:pt x="2262515" y="419135"/>
                  </a:lnTo>
                  <a:cubicBezTo>
                    <a:pt x="2262515" y="419135"/>
                    <a:pt x="2262793" y="427915"/>
                    <a:pt x="2264555" y="429584"/>
                  </a:cubicBezTo>
                  <a:lnTo>
                    <a:pt x="2264555" y="434500"/>
                  </a:lnTo>
                  <a:cubicBezTo>
                    <a:pt x="2264555" y="434500"/>
                    <a:pt x="2258480" y="436695"/>
                    <a:pt x="2258480" y="442183"/>
                  </a:cubicBezTo>
                  <a:lnTo>
                    <a:pt x="2266318" y="442446"/>
                  </a:lnTo>
                  <a:cubicBezTo>
                    <a:pt x="2266318" y="442446"/>
                    <a:pt x="2267199" y="452587"/>
                    <a:pt x="2270353" y="455090"/>
                  </a:cubicBezTo>
                  <a:cubicBezTo>
                    <a:pt x="2270353" y="455090"/>
                    <a:pt x="2268034" y="458953"/>
                    <a:pt x="2272671" y="463035"/>
                  </a:cubicBezTo>
                  <a:lnTo>
                    <a:pt x="2272394" y="465494"/>
                  </a:lnTo>
                  <a:cubicBezTo>
                    <a:pt x="2272394" y="465494"/>
                    <a:pt x="2263999" y="471815"/>
                    <a:pt x="2262840" y="475371"/>
                  </a:cubicBezTo>
                  <a:cubicBezTo>
                    <a:pt x="2262840" y="475371"/>
                    <a:pt x="2250689" y="479235"/>
                    <a:pt x="2247210" y="474010"/>
                  </a:cubicBezTo>
                  <a:cubicBezTo>
                    <a:pt x="2247210" y="474010"/>
                    <a:pt x="2246932" y="466899"/>
                    <a:pt x="2245773" y="464967"/>
                  </a:cubicBezTo>
                  <a:cubicBezTo>
                    <a:pt x="2244614" y="463035"/>
                    <a:pt x="2240254" y="461675"/>
                    <a:pt x="2240254" y="461675"/>
                  </a:cubicBezTo>
                  <a:cubicBezTo>
                    <a:pt x="2240254" y="461675"/>
                    <a:pt x="2238538" y="457021"/>
                    <a:pt x="2228938" y="458382"/>
                  </a:cubicBezTo>
                  <a:lnTo>
                    <a:pt x="2227500" y="453729"/>
                  </a:lnTo>
                  <a:cubicBezTo>
                    <a:pt x="2227500" y="453729"/>
                    <a:pt x="2229541" y="446046"/>
                    <a:pt x="2227222" y="443851"/>
                  </a:cubicBezTo>
                  <a:cubicBezTo>
                    <a:pt x="2224903" y="441656"/>
                    <a:pt x="2223744" y="439988"/>
                    <a:pt x="2223744" y="439988"/>
                  </a:cubicBezTo>
                  <a:lnTo>
                    <a:pt x="2225506" y="436695"/>
                  </a:lnTo>
                  <a:cubicBezTo>
                    <a:pt x="2225506" y="436695"/>
                    <a:pt x="2231025" y="442446"/>
                    <a:pt x="2235663" y="443017"/>
                  </a:cubicBezTo>
                  <a:lnTo>
                    <a:pt x="2244057" y="443280"/>
                  </a:lnTo>
                  <a:lnTo>
                    <a:pt x="2243779" y="435861"/>
                  </a:lnTo>
                  <a:cubicBezTo>
                    <a:pt x="2243779" y="435861"/>
                    <a:pt x="2251014" y="431208"/>
                    <a:pt x="2244335" y="427915"/>
                  </a:cubicBezTo>
                  <a:cubicBezTo>
                    <a:pt x="2237657" y="424623"/>
                    <a:pt x="2232463" y="424052"/>
                    <a:pt x="2232463" y="424052"/>
                  </a:cubicBezTo>
                  <a:cubicBezTo>
                    <a:pt x="2232463" y="424052"/>
                    <a:pt x="2231581" y="421330"/>
                    <a:pt x="2226944" y="424579"/>
                  </a:cubicBezTo>
                  <a:cubicBezTo>
                    <a:pt x="2222306" y="427828"/>
                    <a:pt x="2216231" y="438012"/>
                    <a:pt x="2216231" y="438012"/>
                  </a:cubicBezTo>
                  <a:lnTo>
                    <a:pt x="2208996" y="445958"/>
                  </a:lnTo>
                  <a:lnTo>
                    <a:pt x="2197680" y="445958"/>
                  </a:lnTo>
                  <a:lnTo>
                    <a:pt x="2190723" y="443763"/>
                  </a:lnTo>
                  <a:lnTo>
                    <a:pt x="2170734" y="442929"/>
                  </a:lnTo>
                  <a:lnTo>
                    <a:pt x="2161459" y="435817"/>
                  </a:lnTo>
                  <a:lnTo>
                    <a:pt x="2156821" y="437749"/>
                  </a:lnTo>
                  <a:lnTo>
                    <a:pt x="2151303" y="438583"/>
                  </a:lnTo>
                  <a:cubicBezTo>
                    <a:pt x="2151303" y="438583"/>
                    <a:pt x="2146386" y="436388"/>
                    <a:pt x="2142584" y="440251"/>
                  </a:cubicBezTo>
                  <a:lnTo>
                    <a:pt x="2139708" y="439154"/>
                  </a:lnTo>
                  <a:lnTo>
                    <a:pt x="2134189" y="439417"/>
                  </a:lnTo>
                  <a:lnTo>
                    <a:pt x="2130989" y="442973"/>
                  </a:lnTo>
                  <a:lnTo>
                    <a:pt x="2127789" y="446529"/>
                  </a:lnTo>
                  <a:lnTo>
                    <a:pt x="2122270" y="450656"/>
                  </a:lnTo>
                  <a:lnTo>
                    <a:pt x="2121111" y="454212"/>
                  </a:lnTo>
                  <a:lnTo>
                    <a:pt x="2121389" y="460270"/>
                  </a:lnTo>
                  <a:lnTo>
                    <a:pt x="2120229" y="473967"/>
                  </a:lnTo>
                  <a:lnTo>
                    <a:pt x="2119951" y="479191"/>
                  </a:lnTo>
                  <a:lnTo>
                    <a:pt x="2116751" y="484678"/>
                  </a:lnTo>
                  <a:lnTo>
                    <a:pt x="2110676" y="489595"/>
                  </a:lnTo>
                  <a:lnTo>
                    <a:pt x="2099360" y="487400"/>
                  </a:lnTo>
                  <a:lnTo>
                    <a:pt x="2090966" y="486039"/>
                  </a:lnTo>
                  <a:lnTo>
                    <a:pt x="2084287" y="483317"/>
                  </a:lnTo>
                  <a:lnTo>
                    <a:pt x="2080531" y="481386"/>
                  </a:lnTo>
                  <a:lnTo>
                    <a:pt x="2081968" y="479454"/>
                  </a:lnTo>
                  <a:lnTo>
                    <a:pt x="2076449" y="478620"/>
                  </a:lnTo>
                  <a:lnTo>
                    <a:pt x="2073852" y="474493"/>
                  </a:lnTo>
                  <a:lnTo>
                    <a:pt x="2077609" y="476952"/>
                  </a:lnTo>
                  <a:lnTo>
                    <a:pt x="2084287" y="477479"/>
                  </a:lnTo>
                  <a:lnTo>
                    <a:pt x="2085725" y="478576"/>
                  </a:lnTo>
                  <a:lnTo>
                    <a:pt x="2084566" y="481035"/>
                  </a:lnTo>
                  <a:lnTo>
                    <a:pt x="2094119" y="483756"/>
                  </a:lnTo>
                  <a:lnTo>
                    <a:pt x="2103673" y="486478"/>
                  </a:lnTo>
                  <a:lnTo>
                    <a:pt x="2108589" y="487312"/>
                  </a:lnTo>
                  <a:lnTo>
                    <a:pt x="2112948" y="485117"/>
                  </a:lnTo>
                  <a:lnTo>
                    <a:pt x="2116148" y="480464"/>
                  </a:lnTo>
                  <a:lnTo>
                    <a:pt x="2116427" y="476074"/>
                  </a:lnTo>
                  <a:lnTo>
                    <a:pt x="2119302" y="468655"/>
                  </a:lnTo>
                  <a:lnTo>
                    <a:pt x="2112902" y="463431"/>
                  </a:lnTo>
                  <a:lnTo>
                    <a:pt x="2112623" y="440954"/>
                  </a:lnTo>
                  <a:lnTo>
                    <a:pt x="2101308" y="437661"/>
                  </a:lnTo>
                  <a:cubicBezTo>
                    <a:pt x="2101308" y="437661"/>
                    <a:pt x="2090594" y="433271"/>
                    <a:pt x="2093470" y="425325"/>
                  </a:cubicBezTo>
                  <a:cubicBezTo>
                    <a:pt x="2096346" y="417379"/>
                    <a:pt x="2104786" y="404209"/>
                    <a:pt x="2083035" y="387747"/>
                  </a:cubicBezTo>
                  <a:lnTo>
                    <a:pt x="2075522" y="382523"/>
                  </a:lnTo>
                  <a:lnTo>
                    <a:pt x="2070606" y="386649"/>
                  </a:lnTo>
                  <a:lnTo>
                    <a:pt x="2072925" y="380898"/>
                  </a:lnTo>
                  <a:cubicBezTo>
                    <a:pt x="2072925" y="380898"/>
                    <a:pt x="2055811" y="374577"/>
                    <a:pt x="2044820" y="376245"/>
                  </a:cubicBezTo>
                  <a:lnTo>
                    <a:pt x="2043382" y="379537"/>
                  </a:lnTo>
                  <a:lnTo>
                    <a:pt x="2042223" y="376245"/>
                  </a:lnTo>
                  <a:cubicBezTo>
                    <a:pt x="2042223" y="376245"/>
                    <a:pt x="2030350" y="375718"/>
                    <a:pt x="2028031" y="377079"/>
                  </a:cubicBezTo>
                  <a:lnTo>
                    <a:pt x="2026594" y="381996"/>
                  </a:lnTo>
                  <a:lnTo>
                    <a:pt x="2024832" y="377869"/>
                  </a:lnTo>
                  <a:cubicBezTo>
                    <a:pt x="2024832" y="377869"/>
                    <a:pt x="2010918" y="378396"/>
                    <a:pt x="1997005" y="385552"/>
                  </a:cubicBezTo>
                  <a:cubicBezTo>
                    <a:pt x="1997005" y="385552"/>
                    <a:pt x="1984854" y="388581"/>
                    <a:pt x="1980217" y="387483"/>
                  </a:cubicBezTo>
                  <a:lnTo>
                    <a:pt x="1979057" y="391873"/>
                  </a:lnTo>
                  <a:lnTo>
                    <a:pt x="1977898" y="387747"/>
                  </a:lnTo>
                  <a:cubicBezTo>
                    <a:pt x="1977898" y="387747"/>
                    <a:pt x="1970385" y="381425"/>
                    <a:pt x="1965747" y="381689"/>
                  </a:cubicBezTo>
                  <a:lnTo>
                    <a:pt x="1972982" y="380855"/>
                  </a:lnTo>
                  <a:cubicBezTo>
                    <a:pt x="1972982" y="380855"/>
                    <a:pt x="1968066" y="372909"/>
                    <a:pt x="1967463" y="370714"/>
                  </a:cubicBezTo>
                  <a:cubicBezTo>
                    <a:pt x="1966860" y="368519"/>
                    <a:pt x="1959068" y="355875"/>
                    <a:pt x="1950071" y="365797"/>
                  </a:cubicBezTo>
                  <a:lnTo>
                    <a:pt x="1947196" y="362065"/>
                  </a:lnTo>
                  <a:lnTo>
                    <a:pt x="1950071" y="356753"/>
                  </a:lnTo>
                  <a:lnTo>
                    <a:pt x="1942836" y="355392"/>
                  </a:lnTo>
                  <a:lnTo>
                    <a:pt x="1942836" y="352934"/>
                  </a:lnTo>
                  <a:lnTo>
                    <a:pt x="1935323" y="361714"/>
                  </a:lnTo>
                  <a:lnTo>
                    <a:pt x="1932123" y="355656"/>
                  </a:lnTo>
                  <a:lnTo>
                    <a:pt x="1935323" y="357587"/>
                  </a:lnTo>
                  <a:lnTo>
                    <a:pt x="1941399" y="351002"/>
                  </a:lnTo>
                  <a:cubicBezTo>
                    <a:pt x="1941399" y="351002"/>
                    <a:pt x="1938524" y="346086"/>
                    <a:pt x="1930964" y="349642"/>
                  </a:cubicBezTo>
                  <a:cubicBezTo>
                    <a:pt x="1930964" y="349642"/>
                    <a:pt x="1926326" y="345691"/>
                    <a:pt x="1922848" y="348368"/>
                  </a:cubicBezTo>
                  <a:lnTo>
                    <a:pt x="1925445" y="343364"/>
                  </a:lnTo>
                  <a:lnTo>
                    <a:pt x="1930361" y="337306"/>
                  </a:lnTo>
                  <a:cubicBezTo>
                    <a:pt x="1930361" y="337306"/>
                    <a:pt x="1932123" y="343891"/>
                    <a:pt x="1933839" y="343891"/>
                  </a:cubicBezTo>
                  <a:cubicBezTo>
                    <a:pt x="1935555" y="343891"/>
                    <a:pt x="1940517" y="340027"/>
                    <a:pt x="1940517" y="340027"/>
                  </a:cubicBezTo>
                  <a:cubicBezTo>
                    <a:pt x="1940517" y="340027"/>
                    <a:pt x="1941399" y="331511"/>
                    <a:pt x="1934720" y="328218"/>
                  </a:cubicBezTo>
                  <a:cubicBezTo>
                    <a:pt x="1934720" y="328218"/>
                    <a:pt x="1930083" y="321107"/>
                    <a:pt x="1922848" y="321107"/>
                  </a:cubicBezTo>
                  <a:cubicBezTo>
                    <a:pt x="1922848" y="321107"/>
                    <a:pt x="1920529" y="314258"/>
                    <a:pt x="1903741" y="316980"/>
                  </a:cubicBezTo>
                  <a:cubicBezTo>
                    <a:pt x="1903741" y="316980"/>
                    <a:pt x="1893306" y="313117"/>
                    <a:pt x="1888389" y="324399"/>
                  </a:cubicBezTo>
                  <a:cubicBezTo>
                    <a:pt x="1888389" y="324399"/>
                    <a:pt x="1880876" y="339237"/>
                    <a:pt x="1877398" y="342486"/>
                  </a:cubicBezTo>
                  <a:cubicBezTo>
                    <a:pt x="1873920" y="345734"/>
                    <a:pt x="1866685" y="347139"/>
                    <a:pt x="1866082" y="348807"/>
                  </a:cubicBezTo>
                  <a:lnTo>
                    <a:pt x="1859682" y="348281"/>
                  </a:lnTo>
                  <a:lnTo>
                    <a:pt x="1859960" y="344417"/>
                  </a:lnTo>
                  <a:lnTo>
                    <a:pt x="1862279" y="342749"/>
                  </a:lnTo>
                  <a:lnTo>
                    <a:pt x="1862558" y="340027"/>
                  </a:lnTo>
                  <a:lnTo>
                    <a:pt x="1860517" y="336998"/>
                  </a:lnTo>
                  <a:lnTo>
                    <a:pt x="1866870" y="338359"/>
                  </a:lnTo>
                  <a:lnTo>
                    <a:pt x="1872390" y="336691"/>
                  </a:lnTo>
                  <a:lnTo>
                    <a:pt x="1872390" y="331467"/>
                  </a:lnTo>
                  <a:lnTo>
                    <a:pt x="1870627" y="330106"/>
                  </a:lnTo>
                  <a:lnTo>
                    <a:pt x="1871184" y="324619"/>
                  </a:lnTo>
                  <a:lnTo>
                    <a:pt x="1872621" y="322160"/>
                  </a:lnTo>
                  <a:lnTo>
                    <a:pt x="1875497" y="324882"/>
                  </a:lnTo>
                  <a:lnTo>
                    <a:pt x="1875497" y="326814"/>
                  </a:lnTo>
                  <a:lnTo>
                    <a:pt x="1876934" y="326814"/>
                  </a:lnTo>
                  <a:lnTo>
                    <a:pt x="1878697" y="324092"/>
                  </a:lnTo>
                  <a:lnTo>
                    <a:pt x="1879856" y="326814"/>
                  </a:lnTo>
                  <a:lnTo>
                    <a:pt x="1877816" y="330106"/>
                  </a:lnTo>
                  <a:lnTo>
                    <a:pt x="1875497" y="334496"/>
                  </a:lnTo>
                  <a:lnTo>
                    <a:pt x="1875497" y="337218"/>
                  </a:lnTo>
                  <a:lnTo>
                    <a:pt x="1878697" y="333091"/>
                  </a:lnTo>
                  <a:lnTo>
                    <a:pt x="1883056" y="328438"/>
                  </a:lnTo>
                  <a:lnTo>
                    <a:pt x="1889735" y="317726"/>
                  </a:lnTo>
                  <a:lnTo>
                    <a:pt x="1875821" y="317990"/>
                  </a:lnTo>
                  <a:lnTo>
                    <a:pt x="1874059" y="320448"/>
                  </a:lnTo>
                  <a:lnTo>
                    <a:pt x="1871462" y="319087"/>
                  </a:lnTo>
                  <a:cubicBezTo>
                    <a:pt x="1871462" y="319087"/>
                    <a:pt x="1856668" y="318560"/>
                    <a:pt x="1851473" y="324311"/>
                  </a:cubicBezTo>
                  <a:cubicBezTo>
                    <a:pt x="1851473" y="324311"/>
                    <a:pt x="1846836" y="325145"/>
                    <a:pt x="1847392" y="319087"/>
                  </a:cubicBezTo>
                  <a:lnTo>
                    <a:pt x="1850870" y="320185"/>
                  </a:lnTo>
                  <a:lnTo>
                    <a:pt x="1853468" y="318516"/>
                  </a:lnTo>
                  <a:lnTo>
                    <a:pt x="1854905" y="313600"/>
                  </a:lnTo>
                  <a:cubicBezTo>
                    <a:pt x="1854905" y="313600"/>
                    <a:pt x="1861584" y="308112"/>
                    <a:pt x="1865619" y="313600"/>
                  </a:cubicBezTo>
                  <a:lnTo>
                    <a:pt x="1868215" y="315531"/>
                  </a:lnTo>
                  <a:lnTo>
                    <a:pt x="1888807" y="315004"/>
                  </a:lnTo>
                  <a:cubicBezTo>
                    <a:pt x="1888807" y="315004"/>
                    <a:pt x="1875497" y="303766"/>
                    <a:pt x="1855462" y="303195"/>
                  </a:cubicBezTo>
                  <a:cubicBezTo>
                    <a:pt x="1855462" y="303195"/>
                    <a:pt x="1845630" y="296083"/>
                    <a:pt x="1809966" y="297137"/>
                  </a:cubicBezTo>
                  <a:lnTo>
                    <a:pt x="1801850" y="290815"/>
                  </a:lnTo>
                  <a:lnTo>
                    <a:pt x="1791693" y="289147"/>
                  </a:lnTo>
                  <a:lnTo>
                    <a:pt x="1799531" y="302581"/>
                  </a:lnTo>
                  <a:lnTo>
                    <a:pt x="1788818" y="310000"/>
                  </a:lnTo>
                  <a:lnTo>
                    <a:pt x="1780702" y="308639"/>
                  </a:lnTo>
                  <a:cubicBezTo>
                    <a:pt x="1780702" y="308639"/>
                    <a:pt x="1774024" y="306181"/>
                    <a:pt x="1770267" y="311668"/>
                  </a:cubicBezTo>
                  <a:cubicBezTo>
                    <a:pt x="1766510" y="317156"/>
                    <a:pt x="1765072" y="324575"/>
                    <a:pt x="1769107" y="325365"/>
                  </a:cubicBezTo>
                  <a:cubicBezTo>
                    <a:pt x="1773142" y="326155"/>
                    <a:pt x="1774904" y="321502"/>
                    <a:pt x="1774904" y="321502"/>
                  </a:cubicBezTo>
                  <a:lnTo>
                    <a:pt x="1779542" y="320141"/>
                  </a:lnTo>
                  <a:lnTo>
                    <a:pt x="1785339" y="322336"/>
                  </a:lnTo>
                  <a:lnTo>
                    <a:pt x="1779542" y="325365"/>
                  </a:lnTo>
                  <a:cubicBezTo>
                    <a:pt x="1779542" y="325365"/>
                    <a:pt x="1773467" y="331116"/>
                    <a:pt x="1776945" y="334672"/>
                  </a:cubicBezTo>
                  <a:cubicBezTo>
                    <a:pt x="1776945" y="334672"/>
                    <a:pt x="1768551" y="333838"/>
                    <a:pt x="1767948" y="334935"/>
                  </a:cubicBezTo>
                  <a:cubicBezTo>
                    <a:pt x="1767948" y="334935"/>
                    <a:pt x="1777502" y="337964"/>
                    <a:pt x="1777502" y="340423"/>
                  </a:cubicBezTo>
                  <a:cubicBezTo>
                    <a:pt x="1777502" y="340423"/>
                    <a:pt x="1775183" y="346744"/>
                    <a:pt x="1780377" y="355261"/>
                  </a:cubicBezTo>
                  <a:lnTo>
                    <a:pt x="1778661" y="358553"/>
                  </a:lnTo>
                  <a:lnTo>
                    <a:pt x="1775461" y="356885"/>
                  </a:lnTo>
                  <a:lnTo>
                    <a:pt x="1770823" y="360441"/>
                  </a:lnTo>
                  <a:lnTo>
                    <a:pt x="1767948" y="359607"/>
                  </a:lnTo>
                  <a:cubicBezTo>
                    <a:pt x="1767948" y="359607"/>
                    <a:pt x="1767391" y="348105"/>
                    <a:pt x="1758951" y="349993"/>
                  </a:cubicBezTo>
                  <a:cubicBezTo>
                    <a:pt x="1758951" y="349993"/>
                    <a:pt x="1756632" y="357675"/>
                    <a:pt x="1760667" y="360441"/>
                  </a:cubicBezTo>
                  <a:lnTo>
                    <a:pt x="1756910" y="360704"/>
                  </a:lnTo>
                  <a:lnTo>
                    <a:pt x="1754313" y="357675"/>
                  </a:lnTo>
                  <a:lnTo>
                    <a:pt x="1757189" y="357675"/>
                  </a:lnTo>
                  <a:cubicBezTo>
                    <a:pt x="1757189" y="357675"/>
                    <a:pt x="1756307" y="350563"/>
                    <a:pt x="1753154" y="351924"/>
                  </a:cubicBezTo>
                  <a:cubicBezTo>
                    <a:pt x="1749953" y="353285"/>
                    <a:pt x="1749675" y="358246"/>
                    <a:pt x="1749675" y="358246"/>
                  </a:cubicBezTo>
                  <a:lnTo>
                    <a:pt x="1748238" y="361539"/>
                  </a:lnTo>
                  <a:lnTo>
                    <a:pt x="1749397" y="365094"/>
                  </a:lnTo>
                  <a:lnTo>
                    <a:pt x="1745316" y="367026"/>
                  </a:lnTo>
                  <a:lnTo>
                    <a:pt x="1749397" y="371153"/>
                  </a:lnTo>
                  <a:lnTo>
                    <a:pt x="1749953" y="374709"/>
                  </a:lnTo>
                  <a:lnTo>
                    <a:pt x="1746754" y="372514"/>
                  </a:lnTo>
                  <a:lnTo>
                    <a:pt x="1743553" y="367597"/>
                  </a:lnTo>
                  <a:lnTo>
                    <a:pt x="1741234" y="363734"/>
                  </a:lnTo>
                  <a:lnTo>
                    <a:pt x="1735716" y="360178"/>
                  </a:lnTo>
                  <a:lnTo>
                    <a:pt x="1731078" y="354953"/>
                  </a:lnTo>
                  <a:lnTo>
                    <a:pt x="1728481" y="354953"/>
                  </a:lnTo>
                  <a:lnTo>
                    <a:pt x="1727600" y="358246"/>
                  </a:lnTo>
                  <a:lnTo>
                    <a:pt x="1724400" y="352495"/>
                  </a:lnTo>
                  <a:cubicBezTo>
                    <a:pt x="1724400" y="352495"/>
                    <a:pt x="1713965" y="345076"/>
                    <a:pt x="1704086" y="353022"/>
                  </a:cubicBezTo>
                  <a:cubicBezTo>
                    <a:pt x="1694208" y="360968"/>
                    <a:pt x="1694254" y="363997"/>
                    <a:pt x="1686417" y="361275"/>
                  </a:cubicBezTo>
                  <a:cubicBezTo>
                    <a:pt x="1678579" y="358553"/>
                    <a:pt x="1666984" y="343978"/>
                    <a:pt x="1666984" y="343978"/>
                  </a:cubicBezTo>
                  <a:cubicBezTo>
                    <a:pt x="1666984" y="343978"/>
                    <a:pt x="1663506" y="332740"/>
                    <a:pt x="1672782" y="336296"/>
                  </a:cubicBezTo>
                  <a:lnTo>
                    <a:pt x="1675379" y="335462"/>
                  </a:lnTo>
                  <a:cubicBezTo>
                    <a:pt x="1675379" y="335462"/>
                    <a:pt x="1665825" y="328350"/>
                    <a:pt x="1660306" y="342310"/>
                  </a:cubicBezTo>
                  <a:cubicBezTo>
                    <a:pt x="1654787" y="356314"/>
                    <a:pt x="1653953" y="365929"/>
                    <a:pt x="1653953" y="365929"/>
                  </a:cubicBezTo>
                  <a:cubicBezTo>
                    <a:pt x="1653953" y="365929"/>
                    <a:pt x="1648156" y="372250"/>
                    <a:pt x="1649036" y="381030"/>
                  </a:cubicBezTo>
                  <a:cubicBezTo>
                    <a:pt x="1649036" y="381030"/>
                    <a:pt x="1645558" y="392839"/>
                    <a:pt x="1641199" y="392532"/>
                  </a:cubicBezTo>
                  <a:cubicBezTo>
                    <a:pt x="1636839" y="392269"/>
                    <a:pt x="1635402" y="383489"/>
                    <a:pt x="1635402" y="383489"/>
                  </a:cubicBezTo>
                  <a:lnTo>
                    <a:pt x="1631924" y="385947"/>
                  </a:lnTo>
                  <a:lnTo>
                    <a:pt x="1629048" y="383752"/>
                  </a:lnTo>
                  <a:lnTo>
                    <a:pt x="1626451" y="382391"/>
                  </a:lnTo>
                  <a:lnTo>
                    <a:pt x="1626451" y="378264"/>
                  </a:lnTo>
                  <a:lnTo>
                    <a:pt x="1620051" y="372777"/>
                  </a:lnTo>
                  <a:lnTo>
                    <a:pt x="1618010" y="368124"/>
                  </a:lnTo>
                  <a:lnTo>
                    <a:pt x="1614810" y="366455"/>
                  </a:lnTo>
                  <a:lnTo>
                    <a:pt x="1610729" y="357148"/>
                  </a:lnTo>
                  <a:lnTo>
                    <a:pt x="1610451" y="350563"/>
                  </a:lnTo>
                  <a:lnTo>
                    <a:pt x="1604654" y="351924"/>
                  </a:lnTo>
                  <a:lnTo>
                    <a:pt x="1604932" y="346437"/>
                  </a:lnTo>
                  <a:lnTo>
                    <a:pt x="1610729" y="345076"/>
                  </a:lnTo>
                  <a:lnTo>
                    <a:pt x="1616248" y="346173"/>
                  </a:lnTo>
                  <a:lnTo>
                    <a:pt x="1613373" y="342310"/>
                  </a:lnTo>
                  <a:lnTo>
                    <a:pt x="1608735" y="334364"/>
                  </a:lnTo>
                  <a:lnTo>
                    <a:pt x="1609013" y="342618"/>
                  </a:lnTo>
                  <a:lnTo>
                    <a:pt x="1603494" y="344286"/>
                  </a:lnTo>
                  <a:lnTo>
                    <a:pt x="1600294" y="336867"/>
                  </a:lnTo>
                  <a:lnTo>
                    <a:pt x="1602613" y="335506"/>
                  </a:lnTo>
                  <a:lnTo>
                    <a:pt x="1604932" y="330589"/>
                  </a:lnTo>
                  <a:lnTo>
                    <a:pt x="1600572" y="331116"/>
                  </a:lnTo>
                  <a:lnTo>
                    <a:pt x="1598532" y="334979"/>
                  </a:lnTo>
                  <a:cubicBezTo>
                    <a:pt x="1598532" y="334979"/>
                    <a:pt x="1597975" y="326199"/>
                    <a:pt x="1590416" y="320975"/>
                  </a:cubicBezTo>
                  <a:lnTo>
                    <a:pt x="1586937" y="316585"/>
                  </a:lnTo>
                  <a:lnTo>
                    <a:pt x="1582300" y="311361"/>
                  </a:lnTo>
                  <a:lnTo>
                    <a:pt x="1575899" y="312458"/>
                  </a:lnTo>
                  <a:lnTo>
                    <a:pt x="1571540" y="311931"/>
                  </a:lnTo>
                  <a:cubicBezTo>
                    <a:pt x="1571540" y="311931"/>
                    <a:pt x="1572978" y="333618"/>
                    <a:pt x="1582253" y="339369"/>
                  </a:cubicBezTo>
                  <a:cubicBezTo>
                    <a:pt x="1582253" y="339369"/>
                    <a:pt x="1577337" y="346217"/>
                    <a:pt x="1579934" y="354997"/>
                  </a:cubicBezTo>
                  <a:cubicBezTo>
                    <a:pt x="1579934" y="354997"/>
                    <a:pt x="1578775" y="372821"/>
                    <a:pt x="1584572" y="378616"/>
                  </a:cubicBezTo>
                  <a:cubicBezTo>
                    <a:pt x="1584572" y="378616"/>
                    <a:pt x="1581697" y="383840"/>
                    <a:pt x="1584572" y="387659"/>
                  </a:cubicBezTo>
                  <a:lnTo>
                    <a:pt x="1574740" y="401927"/>
                  </a:lnTo>
                  <a:cubicBezTo>
                    <a:pt x="1574740" y="401927"/>
                    <a:pt x="1559064" y="402190"/>
                    <a:pt x="1557951" y="404122"/>
                  </a:cubicBezTo>
                  <a:cubicBezTo>
                    <a:pt x="1556838" y="406053"/>
                    <a:pt x="1553592" y="409038"/>
                    <a:pt x="1561708" y="411804"/>
                  </a:cubicBezTo>
                  <a:lnTo>
                    <a:pt x="1559667" y="418652"/>
                  </a:lnTo>
                  <a:lnTo>
                    <a:pt x="1545754" y="430154"/>
                  </a:lnTo>
                  <a:cubicBezTo>
                    <a:pt x="1545754" y="430154"/>
                    <a:pt x="1541998" y="444685"/>
                    <a:pt x="1540236" y="447451"/>
                  </a:cubicBezTo>
                  <a:cubicBezTo>
                    <a:pt x="1538473" y="450217"/>
                    <a:pt x="1530404" y="462553"/>
                    <a:pt x="1530404" y="462553"/>
                  </a:cubicBezTo>
                  <a:cubicBezTo>
                    <a:pt x="1530404" y="462553"/>
                    <a:pt x="1526044" y="480639"/>
                    <a:pt x="1526044" y="490253"/>
                  </a:cubicBezTo>
                  <a:cubicBezTo>
                    <a:pt x="1526044" y="499868"/>
                    <a:pt x="1516212" y="505882"/>
                    <a:pt x="1516212" y="505882"/>
                  </a:cubicBezTo>
                  <a:cubicBezTo>
                    <a:pt x="1516212" y="505882"/>
                    <a:pt x="1510415" y="525900"/>
                    <a:pt x="1516490" y="536085"/>
                  </a:cubicBezTo>
                  <a:lnTo>
                    <a:pt x="1520247" y="553645"/>
                  </a:lnTo>
                  <a:lnTo>
                    <a:pt x="1532398" y="592892"/>
                  </a:lnTo>
                  <a:cubicBezTo>
                    <a:pt x="1532398" y="592892"/>
                    <a:pt x="1532120" y="609618"/>
                    <a:pt x="1535876" y="613744"/>
                  </a:cubicBezTo>
                  <a:cubicBezTo>
                    <a:pt x="1539633" y="617871"/>
                    <a:pt x="1550948" y="629109"/>
                    <a:pt x="1550948" y="629109"/>
                  </a:cubicBezTo>
                  <a:lnTo>
                    <a:pt x="1553546" y="634026"/>
                  </a:lnTo>
                  <a:lnTo>
                    <a:pt x="1566856" y="642543"/>
                  </a:lnTo>
                  <a:lnTo>
                    <a:pt x="1583366" y="658742"/>
                  </a:lnTo>
                  <a:lnTo>
                    <a:pt x="1597558" y="669717"/>
                  </a:lnTo>
                  <a:lnTo>
                    <a:pt x="1599598" y="671385"/>
                  </a:lnTo>
                  <a:cubicBezTo>
                    <a:pt x="1599598" y="671385"/>
                    <a:pt x="1610033" y="670288"/>
                    <a:pt x="1616712" y="674414"/>
                  </a:cubicBezTo>
                  <a:lnTo>
                    <a:pt x="1633500" y="678541"/>
                  </a:lnTo>
                  <a:lnTo>
                    <a:pt x="1638138" y="678541"/>
                  </a:lnTo>
                  <a:lnTo>
                    <a:pt x="1641894" y="674985"/>
                  </a:lnTo>
                  <a:lnTo>
                    <a:pt x="1647413" y="676083"/>
                  </a:lnTo>
                  <a:lnTo>
                    <a:pt x="1654370" y="678804"/>
                  </a:lnTo>
                  <a:lnTo>
                    <a:pt x="1650010" y="679331"/>
                  </a:lnTo>
                  <a:lnTo>
                    <a:pt x="1646810" y="677663"/>
                  </a:lnTo>
                  <a:lnTo>
                    <a:pt x="1642451" y="677399"/>
                  </a:lnTo>
                  <a:lnTo>
                    <a:pt x="1638973" y="680692"/>
                  </a:lnTo>
                  <a:lnTo>
                    <a:pt x="1631459" y="680165"/>
                  </a:lnTo>
                  <a:lnTo>
                    <a:pt x="1623343" y="677443"/>
                  </a:lnTo>
                  <a:lnTo>
                    <a:pt x="1614949" y="676346"/>
                  </a:lnTo>
                  <a:lnTo>
                    <a:pt x="1618149" y="684028"/>
                  </a:lnTo>
                  <a:lnTo>
                    <a:pt x="1619911" y="695530"/>
                  </a:lnTo>
                  <a:cubicBezTo>
                    <a:pt x="1619911" y="695530"/>
                    <a:pt x="1626312" y="706505"/>
                    <a:pt x="1621674" y="714758"/>
                  </a:cubicBezTo>
                  <a:cubicBezTo>
                    <a:pt x="1621674" y="714758"/>
                    <a:pt x="1620793" y="723802"/>
                    <a:pt x="1617593" y="728455"/>
                  </a:cubicBezTo>
                  <a:lnTo>
                    <a:pt x="1604236" y="743557"/>
                  </a:lnTo>
                  <a:lnTo>
                    <a:pt x="1593523" y="746849"/>
                  </a:lnTo>
                  <a:lnTo>
                    <a:pt x="1584851" y="747684"/>
                  </a:lnTo>
                  <a:lnTo>
                    <a:pt x="1576456" y="751547"/>
                  </a:lnTo>
                  <a:lnTo>
                    <a:pt x="1564584" y="751020"/>
                  </a:lnTo>
                  <a:lnTo>
                    <a:pt x="1556189" y="757078"/>
                  </a:lnTo>
                  <a:lnTo>
                    <a:pt x="1549789" y="760634"/>
                  </a:lnTo>
                  <a:lnTo>
                    <a:pt x="1545430" y="761161"/>
                  </a:lnTo>
                  <a:lnTo>
                    <a:pt x="1536154" y="764717"/>
                  </a:lnTo>
                  <a:lnTo>
                    <a:pt x="1530079" y="765814"/>
                  </a:lnTo>
                  <a:lnTo>
                    <a:pt x="1501696" y="768009"/>
                  </a:lnTo>
                  <a:lnTo>
                    <a:pt x="1503458" y="766078"/>
                  </a:lnTo>
                  <a:lnTo>
                    <a:pt x="1523169" y="764409"/>
                  </a:lnTo>
                  <a:lnTo>
                    <a:pt x="1535041" y="763312"/>
                  </a:lnTo>
                  <a:lnTo>
                    <a:pt x="1542276" y="760283"/>
                  </a:lnTo>
                  <a:lnTo>
                    <a:pt x="1549233" y="757824"/>
                  </a:lnTo>
                  <a:lnTo>
                    <a:pt x="1553314" y="755893"/>
                  </a:lnTo>
                  <a:lnTo>
                    <a:pt x="1563749" y="748781"/>
                  </a:lnTo>
                  <a:lnTo>
                    <a:pt x="1576224" y="749044"/>
                  </a:lnTo>
                  <a:lnTo>
                    <a:pt x="1589535" y="743820"/>
                  </a:lnTo>
                  <a:lnTo>
                    <a:pt x="1601407" y="742459"/>
                  </a:lnTo>
                  <a:lnTo>
                    <a:pt x="1614439" y="728455"/>
                  </a:lnTo>
                  <a:lnTo>
                    <a:pt x="1615877" y="721870"/>
                  </a:lnTo>
                  <a:lnTo>
                    <a:pt x="1618474" y="715812"/>
                  </a:lnTo>
                  <a:lnTo>
                    <a:pt x="1621071" y="709491"/>
                  </a:lnTo>
                  <a:lnTo>
                    <a:pt x="1617871" y="703169"/>
                  </a:lnTo>
                  <a:lnTo>
                    <a:pt x="1614996" y="693862"/>
                  </a:lnTo>
                  <a:lnTo>
                    <a:pt x="1614114" y="680429"/>
                  </a:lnTo>
                  <a:lnTo>
                    <a:pt x="1611239" y="674678"/>
                  </a:lnTo>
                  <a:lnTo>
                    <a:pt x="1597048" y="674678"/>
                  </a:lnTo>
                  <a:lnTo>
                    <a:pt x="1592688" y="669190"/>
                  </a:lnTo>
                  <a:lnTo>
                    <a:pt x="1584572" y="663132"/>
                  </a:lnTo>
                  <a:lnTo>
                    <a:pt x="1574740" y="654352"/>
                  </a:lnTo>
                  <a:lnTo>
                    <a:pt x="1565743" y="644738"/>
                  </a:lnTo>
                  <a:lnTo>
                    <a:pt x="1561708" y="641182"/>
                  </a:lnTo>
                  <a:lnTo>
                    <a:pt x="1559389" y="641182"/>
                  </a:lnTo>
                  <a:lnTo>
                    <a:pt x="1554752" y="636792"/>
                  </a:lnTo>
                  <a:lnTo>
                    <a:pt x="1547239" y="636529"/>
                  </a:lnTo>
                  <a:lnTo>
                    <a:pt x="1540003" y="625290"/>
                  </a:lnTo>
                  <a:lnTo>
                    <a:pt x="1528966" y="610452"/>
                  </a:lnTo>
                  <a:lnTo>
                    <a:pt x="1529847" y="594823"/>
                  </a:lnTo>
                  <a:lnTo>
                    <a:pt x="1528131" y="589336"/>
                  </a:lnTo>
                  <a:lnTo>
                    <a:pt x="1524374" y="584946"/>
                  </a:lnTo>
                  <a:lnTo>
                    <a:pt x="1519180" y="566552"/>
                  </a:lnTo>
                  <a:lnTo>
                    <a:pt x="1516305" y="551187"/>
                  </a:lnTo>
                  <a:lnTo>
                    <a:pt x="1514542" y="540739"/>
                  </a:lnTo>
                  <a:lnTo>
                    <a:pt x="1511343" y="532793"/>
                  </a:lnTo>
                  <a:lnTo>
                    <a:pt x="1512780" y="511106"/>
                  </a:lnTo>
                  <a:lnTo>
                    <a:pt x="1515655" y="502326"/>
                  </a:lnTo>
                  <a:cubicBezTo>
                    <a:pt x="1515655" y="502326"/>
                    <a:pt x="1524374" y="499033"/>
                    <a:pt x="1524374" y="487224"/>
                  </a:cubicBezTo>
                  <a:lnTo>
                    <a:pt x="1525534" y="472123"/>
                  </a:lnTo>
                  <a:lnTo>
                    <a:pt x="1527575" y="463870"/>
                  </a:lnTo>
                  <a:lnTo>
                    <a:pt x="1529894" y="458953"/>
                  </a:lnTo>
                  <a:lnTo>
                    <a:pt x="1537128" y="448812"/>
                  </a:lnTo>
                  <a:lnTo>
                    <a:pt x="1540003" y="441963"/>
                  </a:lnTo>
                  <a:lnTo>
                    <a:pt x="1542044" y="435115"/>
                  </a:lnTo>
                  <a:lnTo>
                    <a:pt x="1543760" y="427432"/>
                  </a:lnTo>
                  <a:lnTo>
                    <a:pt x="1548398" y="424711"/>
                  </a:lnTo>
                  <a:lnTo>
                    <a:pt x="1554473" y="419223"/>
                  </a:lnTo>
                  <a:lnTo>
                    <a:pt x="1557951" y="414570"/>
                  </a:lnTo>
                  <a:lnTo>
                    <a:pt x="1555355" y="410180"/>
                  </a:lnTo>
                  <a:cubicBezTo>
                    <a:pt x="1555355" y="410180"/>
                    <a:pt x="1550995" y="401136"/>
                    <a:pt x="1560549" y="400039"/>
                  </a:cubicBezTo>
                  <a:cubicBezTo>
                    <a:pt x="1570102" y="398941"/>
                    <a:pt x="1573024" y="400039"/>
                    <a:pt x="1573024" y="400039"/>
                  </a:cubicBezTo>
                  <a:lnTo>
                    <a:pt x="1579424" y="391786"/>
                  </a:lnTo>
                  <a:lnTo>
                    <a:pt x="1581465" y="387659"/>
                  </a:lnTo>
                  <a:lnTo>
                    <a:pt x="1581743" y="381908"/>
                  </a:lnTo>
                  <a:lnTo>
                    <a:pt x="1579703" y="376684"/>
                  </a:lnTo>
                  <a:lnTo>
                    <a:pt x="1577105" y="367070"/>
                  </a:lnTo>
                  <a:lnTo>
                    <a:pt x="1578265" y="359651"/>
                  </a:lnTo>
                  <a:lnTo>
                    <a:pt x="1577708" y="348939"/>
                  </a:lnTo>
                  <a:cubicBezTo>
                    <a:pt x="1577708" y="348939"/>
                    <a:pt x="1578868" y="331379"/>
                    <a:pt x="1560317" y="321765"/>
                  </a:cubicBezTo>
                  <a:lnTo>
                    <a:pt x="1560595" y="317638"/>
                  </a:lnTo>
                  <a:cubicBezTo>
                    <a:pt x="1560595" y="317638"/>
                    <a:pt x="1567552" y="315180"/>
                    <a:pt x="1563795" y="308332"/>
                  </a:cubicBezTo>
                  <a:cubicBezTo>
                    <a:pt x="1560039" y="301483"/>
                    <a:pt x="1549882" y="299025"/>
                    <a:pt x="1549882" y="299025"/>
                  </a:cubicBezTo>
                  <a:lnTo>
                    <a:pt x="1550763" y="296566"/>
                  </a:lnTo>
                  <a:cubicBezTo>
                    <a:pt x="1550763" y="296566"/>
                    <a:pt x="1563239" y="301220"/>
                    <a:pt x="1563517" y="304820"/>
                  </a:cubicBezTo>
                  <a:lnTo>
                    <a:pt x="1564954" y="297137"/>
                  </a:lnTo>
                  <a:lnTo>
                    <a:pt x="1563795" y="290815"/>
                  </a:lnTo>
                  <a:lnTo>
                    <a:pt x="1565557" y="283396"/>
                  </a:lnTo>
                  <a:lnTo>
                    <a:pt x="1570474" y="279533"/>
                  </a:lnTo>
                  <a:cubicBezTo>
                    <a:pt x="1570474" y="279533"/>
                    <a:pt x="1573070" y="271017"/>
                    <a:pt x="1568758" y="270490"/>
                  </a:cubicBezTo>
                  <a:lnTo>
                    <a:pt x="1567598" y="264168"/>
                  </a:lnTo>
                  <a:lnTo>
                    <a:pt x="1564398" y="268558"/>
                  </a:lnTo>
                  <a:lnTo>
                    <a:pt x="1564398" y="264168"/>
                  </a:lnTo>
                  <a:cubicBezTo>
                    <a:pt x="1564398" y="264168"/>
                    <a:pt x="1567598" y="254554"/>
                    <a:pt x="1562961" y="253720"/>
                  </a:cubicBezTo>
                  <a:lnTo>
                    <a:pt x="1560085" y="256749"/>
                  </a:lnTo>
                  <a:lnTo>
                    <a:pt x="1556328" y="257276"/>
                  </a:lnTo>
                  <a:lnTo>
                    <a:pt x="1555772" y="260305"/>
                  </a:lnTo>
                  <a:lnTo>
                    <a:pt x="1552294" y="260568"/>
                  </a:lnTo>
                  <a:lnTo>
                    <a:pt x="1553453" y="256705"/>
                  </a:lnTo>
                  <a:cubicBezTo>
                    <a:pt x="1553453" y="256705"/>
                    <a:pt x="1555772" y="252578"/>
                    <a:pt x="1546775" y="253676"/>
                  </a:cubicBezTo>
                  <a:lnTo>
                    <a:pt x="1546496" y="251481"/>
                  </a:lnTo>
                  <a:cubicBezTo>
                    <a:pt x="1546496" y="251481"/>
                    <a:pt x="1545337" y="244369"/>
                    <a:pt x="1541859" y="248188"/>
                  </a:cubicBezTo>
                  <a:lnTo>
                    <a:pt x="1540978" y="243798"/>
                  </a:lnTo>
                  <a:lnTo>
                    <a:pt x="1535181" y="243798"/>
                  </a:lnTo>
                  <a:lnTo>
                    <a:pt x="1534021" y="240769"/>
                  </a:lnTo>
                  <a:lnTo>
                    <a:pt x="1531146" y="243491"/>
                  </a:lnTo>
                  <a:lnTo>
                    <a:pt x="1528827" y="247047"/>
                  </a:lnTo>
                  <a:lnTo>
                    <a:pt x="1528827" y="240725"/>
                  </a:lnTo>
                  <a:lnTo>
                    <a:pt x="1524467" y="240725"/>
                  </a:lnTo>
                  <a:lnTo>
                    <a:pt x="1521592" y="244589"/>
                  </a:lnTo>
                  <a:lnTo>
                    <a:pt x="1525951" y="244589"/>
                  </a:lnTo>
                  <a:lnTo>
                    <a:pt x="1527110" y="249505"/>
                  </a:lnTo>
                  <a:lnTo>
                    <a:pt x="1523911" y="246784"/>
                  </a:lnTo>
                  <a:lnTo>
                    <a:pt x="1520154" y="246784"/>
                  </a:lnTo>
                  <a:lnTo>
                    <a:pt x="1518994" y="252008"/>
                  </a:lnTo>
                  <a:lnTo>
                    <a:pt x="1516398" y="256661"/>
                  </a:lnTo>
                  <a:cubicBezTo>
                    <a:pt x="1516398" y="256661"/>
                    <a:pt x="1518160" y="269304"/>
                    <a:pt x="1521313" y="271499"/>
                  </a:cubicBezTo>
                  <a:lnTo>
                    <a:pt x="1518716" y="273431"/>
                  </a:lnTo>
                  <a:lnTo>
                    <a:pt x="1521916" y="275099"/>
                  </a:lnTo>
                  <a:lnTo>
                    <a:pt x="1521916" y="278962"/>
                  </a:lnTo>
                  <a:lnTo>
                    <a:pt x="1519319" y="277031"/>
                  </a:lnTo>
                  <a:lnTo>
                    <a:pt x="1516722" y="284977"/>
                  </a:lnTo>
                  <a:lnTo>
                    <a:pt x="1512966" y="287435"/>
                  </a:lnTo>
                  <a:lnTo>
                    <a:pt x="1506009" y="280587"/>
                  </a:lnTo>
                  <a:lnTo>
                    <a:pt x="1506287" y="286338"/>
                  </a:lnTo>
                  <a:lnTo>
                    <a:pt x="1499933" y="283045"/>
                  </a:lnTo>
                  <a:lnTo>
                    <a:pt x="1497615" y="285504"/>
                  </a:lnTo>
                  <a:lnTo>
                    <a:pt x="1508049" y="290157"/>
                  </a:lnTo>
                  <a:lnTo>
                    <a:pt x="1509209" y="288225"/>
                  </a:lnTo>
                  <a:lnTo>
                    <a:pt x="1515006" y="289586"/>
                  </a:lnTo>
                  <a:lnTo>
                    <a:pt x="1515006" y="292615"/>
                  </a:lnTo>
                  <a:lnTo>
                    <a:pt x="1521685" y="293713"/>
                  </a:lnTo>
                  <a:lnTo>
                    <a:pt x="1528085" y="293713"/>
                  </a:lnTo>
                  <a:lnTo>
                    <a:pt x="1535041" y="298630"/>
                  </a:lnTo>
                  <a:lnTo>
                    <a:pt x="1539123" y="299464"/>
                  </a:lnTo>
                  <a:lnTo>
                    <a:pt x="1554195" y="313161"/>
                  </a:lnTo>
                  <a:lnTo>
                    <a:pt x="1537407" y="301659"/>
                  </a:lnTo>
                  <a:lnTo>
                    <a:pt x="1531331" y="298937"/>
                  </a:lnTo>
                  <a:lnTo>
                    <a:pt x="1525812" y="296215"/>
                  </a:lnTo>
                  <a:lnTo>
                    <a:pt x="1517696" y="296479"/>
                  </a:lnTo>
                  <a:lnTo>
                    <a:pt x="1503505" y="290728"/>
                  </a:lnTo>
                  <a:lnTo>
                    <a:pt x="1494508" y="286074"/>
                  </a:lnTo>
                  <a:cubicBezTo>
                    <a:pt x="1494508" y="286074"/>
                    <a:pt x="1489870" y="281684"/>
                    <a:pt x="1483191" y="284713"/>
                  </a:cubicBezTo>
                  <a:lnTo>
                    <a:pt x="1478554" y="284977"/>
                  </a:lnTo>
                  <a:lnTo>
                    <a:pt x="1469000" y="282518"/>
                  </a:lnTo>
                  <a:lnTo>
                    <a:pt x="1462043" y="281684"/>
                  </a:lnTo>
                  <a:lnTo>
                    <a:pt x="1464640" y="280323"/>
                  </a:lnTo>
                  <a:lnTo>
                    <a:pt x="1467840" y="280850"/>
                  </a:lnTo>
                  <a:lnTo>
                    <a:pt x="1471319" y="278392"/>
                  </a:lnTo>
                  <a:lnTo>
                    <a:pt x="1466403" y="274529"/>
                  </a:lnTo>
                  <a:lnTo>
                    <a:pt x="1455690" y="274792"/>
                  </a:lnTo>
                  <a:lnTo>
                    <a:pt x="1458287" y="278919"/>
                  </a:lnTo>
                  <a:lnTo>
                    <a:pt x="1454530" y="278392"/>
                  </a:lnTo>
                  <a:cubicBezTo>
                    <a:pt x="1454530" y="278392"/>
                    <a:pt x="1440339" y="274265"/>
                    <a:pt x="1438298" y="270973"/>
                  </a:cubicBezTo>
                  <a:lnTo>
                    <a:pt x="1439179" y="261666"/>
                  </a:lnTo>
                  <a:lnTo>
                    <a:pt x="1442055" y="257803"/>
                  </a:lnTo>
                  <a:lnTo>
                    <a:pt x="1444930" y="259471"/>
                  </a:lnTo>
                  <a:lnTo>
                    <a:pt x="1445811" y="256749"/>
                  </a:lnTo>
                  <a:lnTo>
                    <a:pt x="1444049" y="252886"/>
                  </a:lnTo>
                  <a:lnTo>
                    <a:pt x="1422298" y="251788"/>
                  </a:lnTo>
                  <a:cubicBezTo>
                    <a:pt x="1422298" y="251788"/>
                    <a:pt x="1410426" y="246564"/>
                    <a:pt x="1404026" y="246871"/>
                  </a:cubicBezTo>
                  <a:lnTo>
                    <a:pt x="1398831" y="244413"/>
                  </a:lnTo>
                  <a:lnTo>
                    <a:pt x="1389277" y="244940"/>
                  </a:lnTo>
                  <a:lnTo>
                    <a:pt x="1381764" y="251261"/>
                  </a:lnTo>
                  <a:lnTo>
                    <a:pt x="1373927" y="251525"/>
                  </a:lnTo>
                  <a:lnTo>
                    <a:pt x="1372489" y="250998"/>
                  </a:lnTo>
                  <a:lnTo>
                    <a:pt x="1363816" y="255388"/>
                  </a:lnTo>
                  <a:lnTo>
                    <a:pt x="1360941" y="257320"/>
                  </a:lnTo>
                  <a:lnTo>
                    <a:pt x="1364976" y="262807"/>
                  </a:lnTo>
                  <a:lnTo>
                    <a:pt x="1371051" y="264475"/>
                  </a:lnTo>
                  <a:lnTo>
                    <a:pt x="1377729" y="272992"/>
                  </a:lnTo>
                  <a:lnTo>
                    <a:pt x="1369057" y="266407"/>
                  </a:lnTo>
                  <a:lnTo>
                    <a:pt x="1364697" y="266934"/>
                  </a:lnTo>
                  <a:lnTo>
                    <a:pt x="1362657" y="271851"/>
                  </a:lnTo>
                  <a:lnTo>
                    <a:pt x="1362657" y="286118"/>
                  </a:lnTo>
                  <a:lnTo>
                    <a:pt x="1358297" y="291606"/>
                  </a:lnTo>
                  <a:lnTo>
                    <a:pt x="1358854" y="296523"/>
                  </a:lnTo>
                  <a:lnTo>
                    <a:pt x="1372489" y="304468"/>
                  </a:lnTo>
                  <a:lnTo>
                    <a:pt x="1373045" y="309956"/>
                  </a:lnTo>
                  <a:lnTo>
                    <a:pt x="1364373" y="314346"/>
                  </a:lnTo>
                  <a:lnTo>
                    <a:pt x="1361776" y="319570"/>
                  </a:lnTo>
                  <a:lnTo>
                    <a:pt x="1359457" y="318473"/>
                  </a:lnTo>
                  <a:lnTo>
                    <a:pt x="1360895" y="315180"/>
                  </a:lnTo>
                  <a:lnTo>
                    <a:pt x="1369567" y="309122"/>
                  </a:lnTo>
                  <a:lnTo>
                    <a:pt x="1370448" y="305829"/>
                  </a:lnTo>
                  <a:lnTo>
                    <a:pt x="1355979" y="297576"/>
                  </a:lnTo>
                  <a:cubicBezTo>
                    <a:pt x="1355979" y="297576"/>
                    <a:pt x="1356257" y="290991"/>
                    <a:pt x="1359457" y="285767"/>
                  </a:cubicBezTo>
                  <a:lnTo>
                    <a:pt x="1360338" y="272334"/>
                  </a:lnTo>
                  <a:lnTo>
                    <a:pt x="1353381" y="267417"/>
                  </a:lnTo>
                  <a:lnTo>
                    <a:pt x="1360060" y="268778"/>
                  </a:lnTo>
                  <a:lnTo>
                    <a:pt x="1362100" y="264124"/>
                  </a:lnTo>
                  <a:cubicBezTo>
                    <a:pt x="1362100" y="264124"/>
                    <a:pt x="1352547" y="262193"/>
                    <a:pt x="1360384" y="250120"/>
                  </a:cubicBezTo>
                  <a:lnTo>
                    <a:pt x="1358668" y="243272"/>
                  </a:lnTo>
                  <a:lnTo>
                    <a:pt x="1354309" y="233965"/>
                  </a:lnTo>
                  <a:lnTo>
                    <a:pt x="1349671" y="229838"/>
                  </a:lnTo>
                  <a:lnTo>
                    <a:pt x="1352268" y="238091"/>
                  </a:lnTo>
                  <a:lnTo>
                    <a:pt x="1349950" y="244676"/>
                  </a:lnTo>
                  <a:cubicBezTo>
                    <a:pt x="1349950" y="244676"/>
                    <a:pt x="1329080" y="249593"/>
                    <a:pt x="1325323" y="232341"/>
                  </a:cubicBezTo>
                  <a:lnTo>
                    <a:pt x="1329080" y="229882"/>
                  </a:lnTo>
                  <a:lnTo>
                    <a:pt x="1330239" y="226326"/>
                  </a:lnTo>
                  <a:cubicBezTo>
                    <a:pt x="1330239" y="226326"/>
                    <a:pt x="1320407" y="224658"/>
                    <a:pt x="1321845" y="234009"/>
                  </a:cubicBezTo>
                  <a:lnTo>
                    <a:pt x="1315770" y="229619"/>
                  </a:lnTo>
                  <a:cubicBezTo>
                    <a:pt x="1315770" y="229619"/>
                    <a:pt x="1304453" y="223868"/>
                    <a:pt x="1303016" y="235677"/>
                  </a:cubicBezTo>
                  <a:cubicBezTo>
                    <a:pt x="1303016" y="235677"/>
                    <a:pt x="1292581" y="242262"/>
                    <a:pt x="1300419" y="245555"/>
                  </a:cubicBezTo>
                  <a:cubicBezTo>
                    <a:pt x="1308256" y="248847"/>
                    <a:pt x="1311456" y="245818"/>
                    <a:pt x="1311456" y="245818"/>
                  </a:cubicBezTo>
                  <a:lnTo>
                    <a:pt x="1315213" y="241428"/>
                  </a:lnTo>
                  <a:cubicBezTo>
                    <a:pt x="1315213" y="241428"/>
                    <a:pt x="1318691" y="239496"/>
                    <a:pt x="1319851" y="243096"/>
                  </a:cubicBezTo>
                  <a:cubicBezTo>
                    <a:pt x="1321010" y="246696"/>
                    <a:pt x="1318135" y="248320"/>
                    <a:pt x="1318135" y="248320"/>
                  </a:cubicBezTo>
                  <a:lnTo>
                    <a:pt x="1314378" y="249418"/>
                  </a:lnTo>
                  <a:lnTo>
                    <a:pt x="1308303" y="254335"/>
                  </a:lnTo>
                  <a:lnTo>
                    <a:pt x="1303943" y="258725"/>
                  </a:lnTo>
                  <a:lnTo>
                    <a:pt x="1297868" y="258725"/>
                  </a:lnTo>
                  <a:lnTo>
                    <a:pt x="1292952" y="254071"/>
                  </a:lnTo>
                  <a:lnTo>
                    <a:pt x="1293833" y="262588"/>
                  </a:lnTo>
                  <a:lnTo>
                    <a:pt x="1283120" y="266714"/>
                  </a:lnTo>
                  <a:lnTo>
                    <a:pt x="1279039" y="266451"/>
                  </a:lnTo>
                  <a:lnTo>
                    <a:pt x="1281079" y="270007"/>
                  </a:lnTo>
                  <a:lnTo>
                    <a:pt x="1278204" y="271368"/>
                  </a:lnTo>
                  <a:lnTo>
                    <a:pt x="1275004" y="270534"/>
                  </a:lnTo>
                  <a:lnTo>
                    <a:pt x="1269810" y="273826"/>
                  </a:lnTo>
                  <a:lnTo>
                    <a:pt x="1264616" y="274660"/>
                  </a:lnTo>
                  <a:cubicBezTo>
                    <a:pt x="1264616" y="274660"/>
                    <a:pt x="1257937" y="272729"/>
                    <a:pt x="1255618" y="276328"/>
                  </a:cubicBezTo>
                  <a:cubicBezTo>
                    <a:pt x="1255618" y="276328"/>
                    <a:pt x="1251584" y="270578"/>
                    <a:pt x="1248384" y="271938"/>
                  </a:cubicBezTo>
                  <a:cubicBezTo>
                    <a:pt x="1245183" y="273299"/>
                    <a:pt x="1243746" y="283748"/>
                    <a:pt x="1253902" y="287567"/>
                  </a:cubicBezTo>
                  <a:lnTo>
                    <a:pt x="1254783" y="290025"/>
                  </a:lnTo>
                  <a:cubicBezTo>
                    <a:pt x="1254783" y="290025"/>
                    <a:pt x="1246065" y="284538"/>
                    <a:pt x="1244951" y="284801"/>
                  </a:cubicBezTo>
                  <a:cubicBezTo>
                    <a:pt x="1243838" y="285065"/>
                    <a:pt x="1238551" y="291123"/>
                    <a:pt x="1238551" y="291123"/>
                  </a:cubicBezTo>
                  <a:lnTo>
                    <a:pt x="1234192" y="295249"/>
                  </a:lnTo>
                  <a:cubicBezTo>
                    <a:pt x="1234192" y="295249"/>
                    <a:pt x="1224035" y="297181"/>
                    <a:pt x="1223200" y="302932"/>
                  </a:cubicBezTo>
                  <a:lnTo>
                    <a:pt x="1218563" y="304029"/>
                  </a:lnTo>
                  <a:lnTo>
                    <a:pt x="1218006" y="307585"/>
                  </a:lnTo>
                  <a:lnTo>
                    <a:pt x="1222366" y="305390"/>
                  </a:lnTo>
                  <a:lnTo>
                    <a:pt x="1222644" y="307059"/>
                  </a:lnTo>
                  <a:lnTo>
                    <a:pt x="1215409" y="309780"/>
                  </a:lnTo>
                  <a:lnTo>
                    <a:pt x="1208174" y="311712"/>
                  </a:lnTo>
                  <a:lnTo>
                    <a:pt x="1205855" y="311712"/>
                  </a:lnTo>
                  <a:lnTo>
                    <a:pt x="1215409" y="306795"/>
                  </a:lnTo>
                  <a:lnTo>
                    <a:pt x="1215409" y="303239"/>
                  </a:lnTo>
                  <a:lnTo>
                    <a:pt x="1200939" y="312546"/>
                  </a:lnTo>
                  <a:lnTo>
                    <a:pt x="1197461" y="318604"/>
                  </a:lnTo>
                  <a:lnTo>
                    <a:pt x="1191386" y="327911"/>
                  </a:lnTo>
                  <a:lnTo>
                    <a:pt x="1187907" y="332301"/>
                  </a:lnTo>
                  <a:cubicBezTo>
                    <a:pt x="1187907" y="332301"/>
                    <a:pt x="1180951" y="335594"/>
                    <a:pt x="1181554" y="336954"/>
                  </a:cubicBezTo>
                  <a:cubicBezTo>
                    <a:pt x="1181693" y="337306"/>
                    <a:pt x="1182249" y="338184"/>
                    <a:pt x="1182991" y="339281"/>
                  </a:cubicBezTo>
                  <a:cubicBezTo>
                    <a:pt x="1185125" y="342398"/>
                    <a:pt x="1188789" y="347403"/>
                    <a:pt x="1188789" y="347403"/>
                  </a:cubicBezTo>
                  <a:lnTo>
                    <a:pt x="1188510" y="350959"/>
                  </a:lnTo>
                  <a:lnTo>
                    <a:pt x="1186191" y="349861"/>
                  </a:lnTo>
                  <a:lnTo>
                    <a:pt x="1185032" y="346569"/>
                  </a:lnTo>
                  <a:lnTo>
                    <a:pt x="1181275" y="340510"/>
                  </a:lnTo>
                  <a:cubicBezTo>
                    <a:pt x="1181275" y="340510"/>
                    <a:pt x="1173762" y="334452"/>
                    <a:pt x="1186470" y="330369"/>
                  </a:cubicBezTo>
                  <a:lnTo>
                    <a:pt x="1194864" y="319131"/>
                  </a:lnTo>
                  <a:lnTo>
                    <a:pt x="1198899" y="311712"/>
                  </a:lnTo>
                  <a:lnTo>
                    <a:pt x="1209612" y="304863"/>
                  </a:lnTo>
                  <a:lnTo>
                    <a:pt x="1216568" y="300737"/>
                  </a:lnTo>
                  <a:lnTo>
                    <a:pt x="1221206" y="298015"/>
                  </a:lnTo>
                  <a:cubicBezTo>
                    <a:pt x="1221206" y="298015"/>
                    <a:pt x="1222969" y="290333"/>
                    <a:pt x="1231038" y="293098"/>
                  </a:cubicBezTo>
                  <a:lnTo>
                    <a:pt x="1238551" y="288445"/>
                  </a:lnTo>
                  <a:lnTo>
                    <a:pt x="1239711" y="283528"/>
                  </a:lnTo>
                  <a:lnTo>
                    <a:pt x="1241473" y="281333"/>
                  </a:lnTo>
                  <a:cubicBezTo>
                    <a:pt x="1241473" y="281333"/>
                    <a:pt x="1241473" y="266231"/>
                    <a:pt x="1250470" y="267066"/>
                  </a:cubicBezTo>
                  <a:cubicBezTo>
                    <a:pt x="1250470" y="267066"/>
                    <a:pt x="1257149" y="268997"/>
                    <a:pt x="1257149" y="259120"/>
                  </a:cubicBezTo>
                  <a:cubicBezTo>
                    <a:pt x="1257149" y="259120"/>
                    <a:pt x="1263827" y="251700"/>
                    <a:pt x="1256267" y="251700"/>
                  </a:cubicBezTo>
                  <a:lnTo>
                    <a:pt x="1255711" y="249505"/>
                  </a:lnTo>
                  <a:cubicBezTo>
                    <a:pt x="1255711" y="249505"/>
                    <a:pt x="1270784" y="252535"/>
                    <a:pt x="1275699" y="248671"/>
                  </a:cubicBezTo>
                  <a:cubicBezTo>
                    <a:pt x="1280615" y="244808"/>
                    <a:pt x="1288453" y="229443"/>
                    <a:pt x="1290772" y="227819"/>
                  </a:cubicBezTo>
                  <a:cubicBezTo>
                    <a:pt x="1293091" y="226195"/>
                    <a:pt x="1300604" y="225887"/>
                    <a:pt x="1303248" y="221497"/>
                  </a:cubicBezTo>
                  <a:cubicBezTo>
                    <a:pt x="1305845" y="217107"/>
                    <a:pt x="1304685" y="212190"/>
                    <a:pt x="1304685" y="212190"/>
                  </a:cubicBezTo>
                  <a:lnTo>
                    <a:pt x="1302088" y="214122"/>
                  </a:lnTo>
                  <a:lnTo>
                    <a:pt x="1298888" y="212190"/>
                  </a:lnTo>
                  <a:lnTo>
                    <a:pt x="1304082" y="210259"/>
                  </a:lnTo>
                  <a:lnTo>
                    <a:pt x="1308164" y="210259"/>
                  </a:lnTo>
                  <a:lnTo>
                    <a:pt x="1313682" y="205869"/>
                  </a:lnTo>
                  <a:lnTo>
                    <a:pt x="1312245" y="201742"/>
                  </a:lnTo>
                  <a:lnTo>
                    <a:pt x="1318042" y="201742"/>
                  </a:lnTo>
                  <a:cubicBezTo>
                    <a:pt x="1318042" y="201742"/>
                    <a:pt x="1324442" y="198713"/>
                    <a:pt x="1325880" y="193226"/>
                  </a:cubicBezTo>
                  <a:lnTo>
                    <a:pt x="1330517" y="191557"/>
                  </a:lnTo>
                  <a:lnTo>
                    <a:pt x="1333996" y="193489"/>
                  </a:lnTo>
                  <a:lnTo>
                    <a:pt x="1336593" y="191557"/>
                  </a:lnTo>
                  <a:cubicBezTo>
                    <a:pt x="1336593" y="191557"/>
                    <a:pt x="1338031" y="180056"/>
                    <a:pt x="1342390" y="179748"/>
                  </a:cubicBezTo>
                  <a:cubicBezTo>
                    <a:pt x="1346750" y="179485"/>
                    <a:pt x="1350506" y="175095"/>
                    <a:pt x="1350506" y="175095"/>
                  </a:cubicBezTo>
                  <a:lnTo>
                    <a:pt x="1358900" y="163593"/>
                  </a:lnTo>
                  <a:cubicBezTo>
                    <a:pt x="1358900" y="163593"/>
                    <a:pt x="1367295" y="156174"/>
                    <a:pt x="1363538" y="150423"/>
                  </a:cubicBezTo>
                  <a:lnTo>
                    <a:pt x="1364697" y="144672"/>
                  </a:lnTo>
                  <a:lnTo>
                    <a:pt x="1358900" y="142214"/>
                  </a:lnTo>
                  <a:lnTo>
                    <a:pt x="1357463" y="135102"/>
                  </a:lnTo>
                  <a:lnTo>
                    <a:pt x="1352547" y="141950"/>
                  </a:lnTo>
                  <a:lnTo>
                    <a:pt x="1349347" y="141424"/>
                  </a:lnTo>
                  <a:lnTo>
                    <a:pt x="1350228" y="136770"/>
                  </a:lnTo>
                  <a:lnTo>
                    <a:pt x="1350228" y="133214"/>
                  </a:lnTo>
                  <a:cubicBezTo>
                    <a:pt x="1350228" y="133214"/>
                    <a:pt x="1349671" y="127990"/>
                    <a:pt x="1345312" y="127156"/>
                  </a:cubicBezTo>
                  <a:cubicBezTo>
                    <a:pt x="1345312" y="127156"/>
                    <a:pt x="1342993" y="123600"/>
                    <a:pt x="1347631" y="123864"/>
                  </a:cubicBezTo>
                  <a:cubicBezTo>
                    <a:pt x="1352268" y="124127"/>
                    <a:pt x="1351990" y="128780"/>
                    <a:pt x="1351990" y="128780"/>
                  </a:cubicBezTo>
                  <a:lnTo>
                    <a:pt x="1357787" y="133434"/>
                  </a:lnTo>
                  <a:cubicBezTo>
                    <a:pt x="1357787" y="133434"/>
                    <a:pt x="1362703" y="132907"/>
                    <a:pt x="1361544" y="140019"/>
                  </a:cubicBezTo>
                  <a:lnTo>
                    <a:pt x="1362982" y="141950"/>
                  </a:lnTo>
                  <a:lnTo>
                    <a:pt x="1364697" y="137560"/>
                  </a:lnTo>
                  <a:cubicBezTo>
                    <a:pt x="1364697" y="137560"/>
                    <a:pt x="1374854" y="112845"/>
                    <a:pt x="1362657" y="118903"/>
                  </a:cubicBezTo>
                  <a:cubicBezTo>
                    <a:pt x="1362657" y="118903"/>
                    <a:pt x="1363538" y="97480"/>
                    <a:pt x="1356257" y="96689"/>
                  </a:cubicBezTo>
                  <a:cubicBezTo>
                    <a:pt x="1356257" y="96689"/>
                    <a:pt x="1350460" y="96163"/>
                    <a:pt x="1355376" y="102748"/>
                  </a:cubicBezTo>
                  <a:cubicBezTo>
                    <a:pt x="1355376" y="102748"/>
                    <a:pt x="1353057" y="105206"/>
                    <a:pt x="1352176" y="109333"/>
                  </a:cubicBezTo>
                  <a:cubicBezTo>
                    <a:pt x="1352176" y="109333"/>
                    <a:pt x="1350413" y="98358"/>
                    <a:pt x="1347538" y="102748"/>
                  </a:cubicBezTo>
                  <a:cubicBezTo>
                    <a:pt x="1347538" y="102748"/>
                    <a:pt x="1350413" y="93133"/>
                    <a:pt x="1348697" y="91772"/>
                  </a:cubicBezTo>
                  <a:cubicBezTo>
                    <a:pt x="1346981" y="90412"/>
                    <a:pt x="1350738" y="66793"/>
                    <a:pt x="1336825" y="74344"/>
                  </a:cubicBezTo>
                  <a:lnTo>
                    <a:pt x="1324071" y="64598"/>
                  </a:lnTo>
                  <a:lnTo>
                    <a:pt x="1317996" y="67891"/>
                  </a:lnTo>
                  <a:cubicBezTo>
                    <a:pt x="1317996" y="67891"/>
                    <a:pt x="1315955" y="65959"/>
                    <a:pt x="1314239" y="66223"/>
                  </a:cubicBezTo>
                  <a:cubicBezTo>
                    <a:pt x="1312523" y="66486"/>
                    <a:pt x="1307561" y="67891"/>
                    <a:pt x="1307561" y="67891"/>
                  </a:cubicBezTo>
                  <a:lnTo>
                    <a:pt x="1302366" y="67891"/>
                  </a:lnTo>
                  <a:cubicBezTo>
                    <a:pt x="1302366" y="67891"/>
                    <a:pt x="1294250" y="63237"/>
                    <a:pt x="1289613" y="67891"/>
                  </a:cubicBezTo>
                  <a:lnTo>
                    <a:pt x="1283537" y="67891"/>
                  </a:lnTo>
                  <a:lnTo>
                    <a:pt x="1280662" y="66223"/>
                  </a:lnTo>
                  <a:lnTo>
                    <a:pt x="1272871" y="67891"/>
                  </a:lnTo>
                  <a:cubicBezTo>
                    <a:pt x="1272871" y="67891"/>
                    <a:pt x="1277508" y="80227"/>
                    <a:pt x="1268047" y="81895"/>
                  </a:cubicBezTo>
                  <a:lnTo>
                    <a:pt x="1264430" y="80797"/>
                  </a:lnTo>
                  <a:lnTo>
                    <a:pt x="1260302" y="80797"/>
                  </a:lnTo>
                  <a:lnTo>
                    <a:pt x="1256824" y="83519"/>
                  </a:lnTo>
                  <a:lnTo>
                    <a:pt x="1252789" y="82685"/>
                  </a:lnTo>
                  <a:cubicBezTo>
                    <a:pt x="1252789" y="82685"/>
                    <a:pt x="1247641" y="81324"/>
                    <a:pt x="1249635" y="77461"/>
                  </a:cubicBezTo>
                  <a:lnTo>
                    <a:pt x="1254969" y="77461"/>
                  </a:lnTo>
                  <a:lnTo>
                    <a:pt x="1254969" y="72544"/>
                  </a:lnTo>
                  <a:lnTo>
                    <a:pt x="1258586" y="67891"/>
                  </a:lnTo>
                  <a:lnTo>
                    <a:pt x="1260302" y="63501"/>
                  </a:lnTo>
                  <a:cubicBezTo>
                    <a:pt x="1260302" y="63501"/>
                    <a:pt x="1264430" y="60999"/>
                    <a:pt x="1264430" y="55555"/>
                  </a:cubicBezTo>
                  <a:cubicBezTo>
                    <a:pt x="1264430" y="55555"/>
                    <a:pt x="1264662" y="45677"/>
                    <a:pt x="1260302" y="49541"/>
                  </a:cubicBezTo>
                  <a:cubicBezTo>
                    <a:pt x="1260302" y="49541"/>
                    <a:pt x="1258308" y="43087"/>
                    <a:pt x="1253067" y="48663"/>
                  </a:cubicBezTo>
                  <a:lnTo>
                    <a:pt x="1249635" y="48663"/>
                  </a:lnTo>
                  <a:cubicBezTo>
                    <a:pt x="1249635" y="48663"/>
                    <a:pt x="1245554" y="42692"/>
                    <a:pt x="1240314" y="51077"/>
                  </a:cubicBezTo>
                  <a:cubicBezTo>
                    <a:pt x="1240314" y="51077"/>
                    <a:pt x="1232476" y="51472"/>
                    <a:pt x="1233635" y="49585"/>
                  </a:cubicBezTo>
                  <a:lnTo>
                    <a:pt x="1238551" y="47653"/>
                  </a:lnTo>
                  <a:lnTo>
                    <a:pt x="1240592" y="44624"/>
                  </a:lnTo>
                  <a:cubicBezTo>
                    <a:pt x="1240592" y="44624"/>
                    <a:pt x="1239432" y="40761"/>
                    <a:pt x="1233635" y="44624"/>
                  </a:cubicBezTo>
                  <a:lnTo>
                    <a:pt x="1228719" y="45985"/>
                  </a:lnTo>
                  <a:lnTo>
                    <a:pt x="1224082" y="44624"/>
                  </a:lnTo>
                  <a:lnTo>
                    <a:pt x="1220325" y="44624"/>
                  </a:lnTo>
                  <a:lnTo>
                    <a:pt x="1215687" y="42912"/>
                  </a:lnTo>
                  <a:cubicBezTo>
                    <a:pt x="1215687" y="42912"/>
                    <a:pt x="1220882" y="41331"/>
                    <a:pt x="1221206" y="39400"/>
                  </a:cubicBezTo>
                  <a:cubicBezTo>
                    <a:pt x="1221206" y="39400"/>
                    <a:pt x="1233079" y="43790"/>
                    <a:pt x="1240917" y="25703"/>
                  </a:cubicBezTo>
                  <a:lnTo>
                    <a:pt x="1246111" y="25703"/>
                  </a:lnTo>
                  <a:cubicBezTo>
                    <a:pt x="1246111" y="25703"/>
                    <a:pt x="1240917" y="19118"/>
                    <a:pt x="1241195" y="11699"/>
                  </a:cubicBezTo>
                  <a:cubicBezTo>
                    <a:pt x="1241195" y="11699"/>
                    <a:pt x="1234516" y="11172"/>
                    <a:pt x="1232522" y="13894"/>
                  </a:cubicBezTo>
                  <a:lnTo>
                    <a:pt x="1224406" y="7089"/>
                  </a:lnTo>
                  <a:lnTo>
                    <a:pt x="1224128" y="2480"/>
                  </a:lnTo>
                  <a:lnTo>
                    <a:pt x="1219212" y="2480"/>
                  </a:lnTo>
                  <a:cubicBezTo>
                    <a:pt x="1219212" y="2480"/>
                    <a:pt x="1212534" y="-5466"/>
                    <a:pt x="1206458" y="7089"/>
                  </a:cubicBezTo>
                  <a:cubicBezTo>
                    <a:pt x="1206458" y="7089"/>
                    <a:pt x="1195142" y="3709"/>
                    <a:pt x="1193983" y="13323"/>
                  </a:cubicBezTo>
                  <a:cubicBezTo>
                    <a:pt x="1193983" y="13323"/>
                    <a:pt x="1169356" y="35800"/>
                    <a:pt x="1167919" y="51033"/>
                  </a:cubicBezTo>
                  <a:cubicBezTo>
                    <a:pt x="1167919" y="51033"/>
                    <a:pt x="1155443" y="61613"/>
                    <a:pt x="1167919" y="67891"/>
                  </a:cubicBezTo>
                  <a:cubicBezTo>
                    <a:pt x="1167919" y="67891"/>
                    <a:pt x="1168800" y="75837"/>
                    <a:pt x="1162400" y="81061"/>
                  </a:cubicBezTo>
                  <a:cubicBezTo>
                    <a:pt x="1156000" y="86285"/>
                    <a:pt x="1149646" y="84617"/>
                    <a:pt x="1149646" y="84617"/>
                  </a:cubicBezTo>
                  <a:cubicBezTo>
                    <a:pt x="1149646" y="84617"/>
                    <a:pt x="1133414" y="85978"/>
                    <a:pt x="1131698" y="82158"/>
                  </a:cubicBezTo>
                  <a:lnTo>
                    <a:pt x="1129101" y="84353"/>
                  </a:lnTo>
                  <a:cubicBezTo>
                    <a:pt x="1129101" y="84353"/>
                    <a:pt x="1143292" y="97787"/>
                    <a:pt x="1144174" y="104635"/>
                  </a:cubicBezTo>
                  <a:cubicBezTo>
                    <a:pt x="1144174" y="104635"/>
                    <a:pt x="1149090" y="114644"/>
                    <a:pt x="1146771" y="119517"/>
                  </a:cubicBezTo>
                  <a:cubicBezTo>
                    <a:pt x="1144452" y="124390"/>
                    <a:pt x="1141855" y="127112"/>
                    <a:pt x="1141855" y="127112"/>
                  </a:cubicBezTo>
                  <a:lnTo>
                    <a:pt x="1137495" y="126849"/>
                  </a:lnTo>
                  <a:lnTo>
                    <a:pt x="1143292" y="119517"/>
                  </a:lnTo>
                  <a:cubicBezTo>
                    <a:pt x="1143292" y="119517"/>
                    <a:pt x="1146168" y="105733"/>
                    <a:pt x="1140974" y="107928"/>
                  </a:cubicBezTo>
                  <a:lnTo>
                    <a:pt x="1135455" y="106260"/>
                  </a:lnTo>
                  <a:cubicBezTo>
                    <a:pt x="1135455" y="106260"/>
                    <a:pt x="1140371" y="98314"/>
                    <a:pt x="1132858" y="100070"/>
                  </a:cubicBezTo>
                  <a:lnTo>
                    <a:pt x="1129101" y="100070"/>
                  </a:lnTo>
                  <a:lnTo>
                    <a:pt x="1129379" y="97480"/>
                  </a:lnTo>
                  <a:lnTo>
                    <a:pt x="1122701" y="102704"/>
                  </a:lnTo>
                  <a:lnTo>
                    <a:pt x="1117785" y="104635"/>
                  </a:lnTo>
                  <a:lnTo>
                    <a:pt x="1120104" y="106303"/>
                  </a:lnTo>
                  <a:lnTo>
                    <a:pt x="1118388" y="108762"/>
                  </a:lnTo>
                  <a:lnTo>
                    <a:pt x="1110875" y="110123"/>
                  </a:lnTo>
                  <a:lnTo>
                    <a:pt x="1110875" y="112845"/>
                  </a:lnTo>
                  <a:lnTo>
                    <a:pt x="1114075" y="112845"/>
                  </a:lnTo>
                  <a:lnTo>
                    <a:pt x="1113518" y="114820"/>
                  </a:lnTo>
                  <a:lnTo>
                    <a:pt x="1107304" y="114820"/>
                  </a:lnTo>
                  <a:lnTo>
                    <a:pt x="1103686" y="118069"/>
                  </a:lnTo>
                  <a:lnTo>
                    <a:pt x="1103686" y="108191"/>
                  </a:lnTo>
                  <a:lnTo>
                    <a:pt x="1097889" y="112845"/>
                  </a:lnTo>
                  <a:lnTo>
                    <a:pt x="1101089" y="114820"/>
                  </a:lnTo>
                  <a:lnTo>
                    <a:pt x="1099373" y="119517"/>
                  </a:lnTo>
                  <a:lnTo>
                    <a:pt x="1093298" y="121625"/>
                  </a:lnTo>
                  <a:cubicBezTo>
                    <a:pt x="1093298" y="121625"/>
                    <a:pt x="1096173" y="118727"/>
                    <a:pt x="1095060" y="116620"/>
                  </a:cubicBezTo>
                  <a:cubicBezTo>
                    <a:pt x="1093901" y="114513"/>
                    <a:pt x="1090979" y="114337"/>
                    <a:pt x="1090005" y="116620"/>
                  </a:cubicBezTo>
                  <a:cubicBezTo>
                    <a:pt x="1090005" y="116620"/>
                    <a:pt x="1082307" y="118244"/>
                    <a:pt x="1081147" y="124215"/>
                  </a:cubicBezTo>
                  <a:cubicBezTo>
                    <a:pt x="1081147" y="124215"/>
                    <a:pt x="1079385" y="118991"/>
                    <a:pt x="1084764" y="114820"/>
                  </a:cubicBezTo>
                  <a:cubicBezTo>
                    <a:pt x="1090144" y="110650"/>
                    <a:pt x="1086063" y="104065"/>
                    <a:pt x="1079385" y="106260"/>
                  </a:cubicBezTo>
                  <a:lnTo>
                    <a:pt x="1076185" y="105162"/>
                  </a:lnTo>
                  <a:lnTo>
                    <a:pt x="1073866" y="106260"/>
                  </a:lnTo>
                  <a:lnTo>
                    <a:pt x="1063848" y="106260"/>
                  </a:lnTo>
                  <a:lnTo>
                    <a:pt x="1061669" y="109289"/>
                  </a:lnTo>
                  <a:lnTo>
                    <a:pt x="1060231" y="106260"/>
                  </a:lnTo>
                  <a:lnTo>
                    <a:pt x="1050399" y="106260"/>
                  </a:lnTo>
                  <a:lnTo>
                    <a:pt x="1053274" y="111484"/>
                  </a:lnTo>
                  <a:lnTo>
                    <a:pt x="1048080" y="110386"/>
                  </a:lnTo>
                  <a:lnTo>
                    <a:pt x="1045483" y="112845"/>
                  </a:lnTo>
                  <a:lnTo>
                    <a:pt x="1043767" y="107928"/>
                  </a:lnTo>
                  <a:lnTo>
                    <a:pt x="1042051" y="109025"/>
                  </a:lnTo>
                  <a:lnTo>
                    <a:pt x="1041494" y="112888"/>
                  </a:lnTo>
                  <a:lnTo>
                    <a:pt x="1038016" y="112888"/>
                  </a:lnTo>
                  <a:lnTo>
                    <a:pt x="1035975" y="120439"/>
                  </a:lnTo>
                  <a:lnTo>
                    <a:pt x="1038572" y="120439"/>
                  </a:lnTo>
                  <a:lnTo>
                    <a:pt x="1040613" y="116664"/>
                  </a:lnTo>
                  <a:lnTo>
                    <a:pt x="1042932" y="116664"/>
                  </a:lnTo>
                  <a:lnTo>
                    <a:pt x="1044091" y="120439"/>
                  </a:lnTo>
                  <a:lnTo>
                    <a:pt x="1046967" y="119561"/>
                  </a:lnTo>
                  <a:lnTo>
                    <a:pt x="1054480" y="120439"/>
                  </a:lnTo>
                  <a:cubicBezTo>
                    <a:pt x="1054480" y="120439"/>
                    <a:pt x="1016219" y="129351"/>
                    <a:pt x="1015616" y="137034"/>
                  </a:cubicBezTo>
                  <a:lnTo>
                    <a:pt x="1009216" y="136507"/>
                  </a:lnTo>
                  <a:lnTo>
                    <a:pt x="1005459" y="138175"/>
                  </a:lnTo>
                  <a:lnTo>
                    <a:pt x="1004300" y="135717"/>
                  </a:lnTo>
                  <a:lnTo>
                    <a:pt x="997946" y="139843"/>
                  </a:lnTo>
                  <a:cubicBezTo>
                    <a:pt x="997946" y="139843"/>
                    <a:pt x="990433" y="138482"/>
                    <a:pt x="989273" y="144233"/>
                  </a:cubicBezTo>
                  <a:lnTo>
                    <a:pt x="986074" y="145594"/>
                  </a:lnTo>
                  <a:lnTo>
                    <a:pt x="985795" y="148623"/>
                  </a:lnTo>
                  <a:lnTo>
                    <a:pt x="979998" y="148887"/>
                  </a:lnTo>
                  <a:cubicBezTo>
                    <a:pt x="979998" y="148887"/>
                    <a:pt x="979998" y="141204"/>
                    <a:pt x="976241" y="148052"/>
                  </a:cubicBezTo>
                  <a:cubicBezTo>
                    <a:pt x="976241" y="148052"/>
                    <a:pt x="962050" y="159027"/>
                    <a:pt x="961772" y="167807"/>
                  </a:cubicBezTo>
                  <a:lnTo>
                    <a:pt x="957412" y="167807"/>
                  </a:lnTo>
                  <a:cubicBezTo>
                    <a:pt x="957412" y="167807"/>
                    <a:pt x="942061" y="164252"/>
                    <a:pt x="941180" y="167281"/>
                  </a:cubicBezTo>
                  <a:cubicBezTo>
                    <a:pt x="940299" y="170310"/>
                    <a:pt x="953331" y="171671"/>
                    <a:pt x="953331" y="171671"/>
                  </a:cubicBezTo>
                  <a:lnTo>
                    <a:pt x="953331" y="175709"/>
                  </a:lnTo>
                  <a:lnTo>
                    <a:pt x="949575" y="178256"/>
                  </a:lnTo>
                  <a:lnTo>
                    <a:pt x="949575" y="175709"/>
                  </a:lnTo>
                  <a:lnTo>
                    <a:pt x="946096" y="179924"/>
                  </a:lnTo>
                  <a:lnTo>
                    <a:pt x="944334" y="184577"/>
                  </a:lnTo>
                  <a:lnTo>
                    <a:pt x="944612" y="188572"/>
                  </a:lnTo>
                  <a:cubicBezTo>
                    <a:pt x="944612" y="188572"/>
                    <a:pt x="937099" y="188177"/>
                    <a:pt x="940577" y="193094"/>
                  </a:cubicBezTo>
                  <a:lnTo>
                    <a:pt x="940299" y="196386"/>
                  </a:lnTo>
                  <a:lnTo>
                    <a:pt x="938305" y="195289"/>
                  </a:lnTo>
                  <a:cubicBezTo>
                    <a:pt x="938305" y="195289"/>
                    <a:pt x="935383" y="194543"/>
                    <a:pt x="936543" y="190899"/>
                  </a:cubicBezTo>
                  <a:lnTo>
                    <a:pt x="933945" y="189538"/>
                  </a:lnTo>
                  <a:lnTo>
                    <a:pt x="929308" y="184050"/>
                  </a:lnTo>
                  <a:lnTo>
                    <a:pt x="925969" y="186245"/>
                  </a:lnTo>
                  <a:lnTo>
                    <a:pt x="927545" y="188572"/>
                  </a:lnTo>
                  <a:lnTo>
                    <a:pt x="925969" y="191996"/>
                  </a:lnTo>
                  <a:lnTo>
                    <a:pt x="925969" y="196386"/>
                  </a:lnTo>
                  <a:lnTo>
                    <a:pt x="933945" y="196386"/>
                  </a:lnTo>
                  <a:lnTo>
                    <a:pt x="934688" y="199679"/>
                  </a:lnTo>
                  <a:lnTo>
                    <a:pt x="940021" y="201040"/>
                  </a:lnTo>
                  <a:lnTo>
                    <a:pt x="936821" y="202971"/>
                  </a:lnTo>
                  <a:lnTo>
                    <a:pt x="940577" y="206001"/>
                  </a:lnTo>
                  <a:lnTo>
                    <a:pt x="946096" y="209030"/>
                  </a:lnTo>
                  <a:lnTo>
                    <a:pt x="941180" y="214781"/>
                  </a:lnTo>
                  <a:lnTo>
                    <a:pt x="938305" y="210654"/>
                  </a:lnTo>
                  <a:lnTo>
                    <a:pt x="940299" y="207361"/>
                  </a:lnTo>
                  <a:lnTo>
                    <a:pt x="936218" y="207361"/>
                  </a:lnTo>
                  <a:lnTo>
                    <a:pt x="933899" y="204903"/>
                  </a:lnTo>
                  <a:lnTo>
                    <a:pt x="929262" y="206001"/>
                  </a:lnTo>
                  <a:lnTo>
                    <a:pt x="931580" y="210917"/>
                  </a:lnTo>
                  <a:lnTo>
                    <a:pt x="925922" y="207361"/>
                  </a:lnTo>
                  <a:lnTo>
                    <a:pt x="925922" y="213112"/>
                  </a:lnTo>
                  <a:cubicBezTo>
                    <a:pt x="925922" y="213112"/>
                    <a:pt x="929818" y="215307"/>
                    <a:pt x="933899" y="216141"/>
                  </a:cubicBezTo>
                  <a:cubicBezTo>
                    <a:pt x="935940" y="216141"/>
                    <a:pt x="938305" y="219171"/>
                    <a:pt x="938305" y="219171"/>
                  </a:cubicBezTo>
                  <a:cubicBezTo>
                    <a:pt x="938305" y="219171"/>
                    <a:pt x="935940" y="224219"/>
                    <a:pt x="944056" y="225799"/>
                  </a:cubicBezTo>
                  <a:cubicBezTo>
                    <a:pt x="944056" y="225799"/>
                    <a:pt x="935940" y="228214"/>
                    <a:pt x="936218" y="230936"/>
                  </a:cubicBezTo>
                  <a:cubicBezTo>
                    <a:pt x="936496" y="233658"/>
                    <a:pt x="938537" y="237784"/>
                    <a:pt x="944056" y="230936"/>
                  </a:cubicBezTo>
                  <a:lnTo>
                    <a:pt x="946096" y="237521"/>
                  </a:lnTo>
                  <a:lnTo>
                    <a:pt x="949575" y="240550"/>
                  </a:lnTo>
                  <a:lnTo>
                    <a:pt x="949575" y="234799"/>
                  </a:lnTo>
                  <a:lnTo>
                    <a:pt x="951337" y="235062"/>
                  </a:lnTo>
                  <a:lnTo>
                    <a:pt x="950177" y="246037"/>
                  </a:lnTo>
                  <a:lnTo>
                    <a:pt x="940345" y="251788"/>
                  </a:lnTo>
                  <a:lnTo>
                    <a:pt x="935986" y="252622"/>
                  </a:lnTo>
                  <a:lnTo>
                    <a:pt x="925969" y="258681"/>
                  </a:lnTo>
                  <a:lnTo>
                    <a:pt x="924670" y="263597"/>
                  </a:lnTo>
                  <a:cubicBezTo>
                    <a:pt x="924670" y="263597"/>
                    <a:pt x="936543" y="269041"/>
                    <a:pt x="940021" y="278128"/>
                  </a:cubicBezTo>
                  <a:lnTo>
                    <a:pt x="940902" y="283923"/>
                  </a:lnTo>
                  <a:cubicBezTo>
                    <a:pt x="940902" y="283923"/>
                    <a:pt x="953934" y="282562"/>
                    <a:pt x="963209" y="276504"/>
                  </a:cubicBezTo>
                  <a:lnTo>
                    <a:pt x="961494" y="280367"/>
                  </a:lnTo>
                  <a:lnTo>
                    <a:pt x="962653" y="283923"/>
                  </a:lnTo>
                  <a:lnTo>
                    <a:pt x="953656" y="283923"/>
                  </a:lnTo>
                  <a:lnTo>
                    <a:pt x="942943" y="286645"/>
                  </a:lnTo>
                  <a:lnTo>
                    <a:pt x="936867" y="286382"/>
                  </a:lnTo>
                  <a:cubicBezTo>
                    <a:pt x="936867" y="286382"/>
                    <a:pt x="942061" y="275933"/>
                    <a:pt x="922676" y="265266"/>
                  </a:cubicBezTo>
                  <a:cubicBezTo>
                    <a:pt x="922676" y="265266"/>
                    <a:pt x="919476" y="260041"/>
                    <a:pt x="929354" y="254291"/>
                  </a:cubicBezTo>
                  <a:lnTo>
                    <a:pt x="940067" y="243579"/>
                  </a:lnTo>
                  <a:lnTo>
                    <a:pt x="943267" y="238355"/>
                  </a:lnTo>
                  <a:cubicBezTo>
                    <a:pt x="943267" y="238355"/>
                    <a:pt x="931673" y="236160"/>
                    <a:pt x="926015" y="238882"/>
                  </a:cubicBezTo>
                  <a:cubicBezTo>
                    <a:pt x="920357" y="241603"/>
                    <a:pt x="917621" y="246301"/>
                    <a:pt x="917621" y="246301"/>
                  </a:cubicBezTo>
                  <a:lnTo>
                    <a:pt x="912566" y="246301"/>
                  </a:lnTo>
                  <a:cubicBezTo>
                    <a:pt x="912566" y="246301"/>
                    <a:pt x="910247" y="241911"/>
                    <a:pt x="903290" y="245774"/>
                  </a:cubicBezTo>
                  <a:cubicBezTo>
                    <a:pt x="896334" y="249637"/>
                    <a:pt x="890258" y="248803"/>
                    <a:pt x="890258" y="248803"/>
                  </a:cubicBezTo>
                  <a:cubicBezTo>
                    <a:pt x="890258" y="248803"/>
                    <a:pt x="857794" y="249637"/>
                    <a:pt x="854037" y="252930"/>
                  </a:cubicBezTo>
                  <a:lnTo>
                    <a:pt x="846524" y="254598"/>
                  </a:lnTo>
                  <a:cubicBezTo>
                    <a:pt x="846524" y="254598"/>
                    <a:pt x="834652" y="252930"/>
                    <a:pt x="842768" y="260656"/>
                  </a:cubicBezTo>
                  <a:lnTo>
                    <a:pt x="837852" y="266978"/>
                  </a:lnTo>
                  <a:lnTo>
                    <a:pt x="844252" y="271763"/>
                  </a:lnTo>
                  <a:lnTo>
                    <a:pt x="838455" y="275011"/>
                  </a:lnTo>
                  <a:lnTo>
                    <a:pt x="842814" y="278216"/>
                  </a:lnTo>
                  <a:lnTo>
                    <a:pt x="842258" y="280148"/>
                  </a:lnTo>
                  <a:lnTo>
                    <a:pt x="844855" y="281816"/>
                  </a:lnTo>
                  <a:lnTo>
                    <a:pt x="844577" y="295513"/>
                  </a:lnTo>
                  <a:cubicBezTo>
                    <a:pt x="844577" y="295513"/>
                    <a:pt x="839382" y="300737"/>
                    <a:pt x="845133" y="302625"/>
                  </a:cubicBezTo>
                  <a:lnTo>
                    <a:pt x="844577" y="307278"/>
                  </a:lnTo>
                  <a:lnTo>
                    <a:pt x="851255" y="315795"/>
                  </a:lnTo>
                  <a:cubicBezTo>
                    <a:pt x="851255" y="315795"/>
                    <a:pt x="864612" y="316892"/>
                    <a:pt x="868646" y="320448"/>
                  </a:cubicBezTo>
                  <a:cubicBezTo>
                    <a:pt x="872681" y="324004"/>
                    <a:pt x="867487" y="328131"/>
                    <a:pt x="867487" y="328131"/>
                  </a:cubicBezTo>
                  <a:cubicBezTo>
                    <a:pt x="867487" y="328131"/>
                    <a:pt x="875325" y="331160"/>
                    <a:pt x="874722" y="338008"/>
                  </a:cubicBezTo>
                  <a:cubicBezTo>
                    <a:pt x="874722" y="338008"/>
                    <a:pt x="883719" y="336076"/>
                    <a:pt x="886316" y="341564"/>
                  </a:cubicBezTo>
                  <a:cubicBezTo>
                    <a:pt x="888913" y="347051"/>
                    <a:pt x="890954" y="350871"/>
                    <a:pt x="890954" y="350871"/>
                  </a:cubicBezTo>
                  <a:cubicBezTo>
                    <a:pt x="890954" y="350871"/>
                    <a:pt x="890954" y="359124"/>
                    <a:pt x="886038" y="357719"/>
                  </a:cubicBezTo>
                  <a:cubicBezTo>
                    <a:pt x="886038" y="357719"/>
                    <a:pt x="879638" y="371416"/>
                    <a:pt x="885157" y="382391"/>
                  </a:cubicBezTo>
                  <a:cubicBezTo>
                    <a:pt x="890676" y="393366"/>
                    <a:pt x="899951" y="412024"/>
                    <a:pt x="879962" y="412024"/>
                  </a:cubicBezTo>
                  <a:lnTo>
                    <a:pt x="879684" y="416677"/>
                  </a:lnTo>
                  <a:lnTo>
                    <a:pt x="879406" y="418609"/>
                  </a:lnTo>
                  <a:lnTo>
                    <a:pt x="882606" y="420277"/>
                  </a:lnTo>
                  <a:lnTo>
                    <a:pt x="889006" y="428223"/>
                  </a:lnTo>
                  <a:cubicBezTo>
                    <a:pt x="889006" y="428223"/>
                    <a:pt x="894525" y="437003"/>
                    <a:pt x="896844" y="437266"/>
                  </a:cubicBezTo>
                  <a:cubicBezTo>
                    <a:pt x="899162" y="437530"/>
                    <a:pt x="901203" y="439988"/>
                    <a:pt x="901203" y="439988"/>
                  </a:cubicBezTo>
                  <a:cubicBezTo>
                    <a:pt x="901203" y="439988"/>
                    <a:pt x="904960" y="441085"/>
                    <a:pt x="909041" y="434500"/>
                  </a:cubicBezTo>
                  <a:cubicBezTo>
                    <a:pt x="909041" y="434500"/>
                    <a:pt x="917713" y="430637"/>
                    <a:pt x="921516" y="436959"/>
                  </a:cubicBezTo>
                  <a:cubicBezTo>
                    <a:pt x="921516" y="436959"/>
                    <a:pt x="930792" y="447100"/>
                    <a:pt x="929911" y="450392"/>
                  </a:cubicBezTo>
                  <a:cubicBezTo>
                    <a:pt x="929029" y="453685"/>
                    <a:pt x="926154" y="458645"/>
                    <a:pt x="926154" y="458645"/>
                  </a:cubicBezTo>
                  <a:cubicBezTo>
                    <a:pt x="926154" y="458645"/>
                    <a:pt x="929911" y="462201"/>
                    <a:pt x="929354" y="464704"/>
                  </a:cubicBezTo>
                  <a:cubicBezTo>
                    <a:pt x="928798" y="467206"/>
                    <a:pt x="924716" y="475942"/>
                    <a:pt x="932229" y="481737"/>
                  </a:cubicBezTo>
                  <a:lnTo>
                    <a:pt x="933667" y="492712"/>
                  </a:lnTo>
                  <a:cubicBezTo>
                    <a:pt x="933667" y="492712"/>
                    <a:pt x="930792" y="493809"/>
                    <a:pt x="930792" y="492712"/>
                  </a:cubicBezTo>
                  <a:cubicBezTo>
                    <a:pt x="930792" y="491614"/>
                    <a:pt x="930235" y="483098"/>
                    <a:pt x="930235" y="483098"/>
                  </a:cubicBezTo>
                  <a:cubicBezTo>
                    <a:pt x="930235" y="483098"/>
                    <a:pt x="918919" y="475415"/>
                    <a:pt x="927035" y="464704"/>
                  </a:cubicBezTo>
                  <a:cubicBezTo>
                    <a:pt x="927035" y="464704"/>
                    <a:pt x="921516" y="461675"/>
                    <a:pt x="922676" y="456187"/>
                  </a:cubicBezTo>
                  <a:cubicBezTo>
                    <a:pt x="923835" y="450700"/>
                    <a:pt x="928751" y="447144"/>
                    <a:pt x="918919" y="440822"/>
                  </a:cubicBezTo>
                  <a:cubicBezTo>
                    <a:pt x="918919" y="440822"/>
                    <a:pt x="914281" y="433710"/>
                    <a:pt x="908206" y="438627"/>
                  </a:cubicBezTo>
                  <a:cubicBezTo>
                    <a:pt x="908206" y="438627"/>
                    <a:pt x="902409" y="446046"/>
                    <a:pt x="896612" y="440559"/>
                  </a:cubicBezTo>
                  <a:lnTo>
                    <a:pt x="892855" y="438100"/>
                  </a:lnTo>
                  <a:lnTo>
                    <a:pt x="887336" y="437003"/>
                  </a:lnTo>
                  <a:lnTo>
                    <a:pt x="885574" y="432086"/>
                  </a:lnTo>
                  <a:lnTo>
                    <a:pt x="881817" y="428793"/>
                  </a:lnTo>
                  <a:lnTo>
                    <a:pt x="879220" y="425237"/>
                  </a:lnTo>
                  <a:lnTo>
                    <a:pt x="879220" y="422516"/>
                  </a:lnTo>
                  <a:lnTo>
                    <a:pt x="874861" y="419487"/>
                  </a:lnTo>
                  <a:cubicBezTo>
                    <a:pt x="874861" y="419487"/>
                    <a:pt x="870223" y="421155"/>
                    <a:pt x="866467" y="412638"/>
                  </a:cubicBezTo>
                  <a:cubicBezTo>
                    <a:pt x="866467" y="412638"/>
                    <a:pt x="863266" y="406887"/>
                    <a:pt x="864426" y="402497"/>
                  </a:cubicBezTo>
                  <a:lnTo>
                    <a:pt x="869620" y="392883"/>
                  </a:lnTo>
                  <a:lnTo>
                    <a:pt x="867904" y="385201"/>
                  </a:lnTo>
                  <a:lnTo>
                    <a:pt x="867626" y="379977"/>
                  </a:lnTo>
                  <a:cubicBezTo>
                    <a:pt x="867626" y="379977"/>
                    <a:pt x="870223" y="374226"/>
                    <a:pt x="867904" y="370933"/>
                  </a:cubicBezTo>
                  <a:cubicBezTo>
                    <a:pt x="867904" y="370933"/>
                    <a:pt x="868971" y="365314"/>
                    <a:pt x="878896" y="361319"/>
                  </a:cubicBezTo>
                  <a:cubicBezTo>
                    <a:pt x="878896" y="361319"/>
                    <a:pt x="880333" y="356095"/>
                    <a:pt x="879174" y="355261"/>
                  </a:cubicBezTo>
                  <a:cubicBezTo>
                    <a:pt x="879174" y="355261"/>
                    <a:pt x="888171" y="348939"/>
                    <a:pt x="882652" y="345383"/>
                  </a:cubicBezTo>
                  <a:cubicBezTo>
                    <a:pt x="877133" y="341827"/>
                    <a:pt x="868739" y="346744"/>
                    <a:pt x="868739" y="346744"/>
                  </a:cubicBezTo>
                  <a:cubicBezTo>
                    <a:pt x="868739" y="346744"/>
                    <a:pt x="859185" y="349466"/>
                    <a:pt x="853063" y="342618"/>
                  </a:cubicBezTo>
                  <a:cubicBezTo>
                    <a:pt x="846988" y="335769"/>
                    <a:pt x="845226" y="333574"/>
                    <a:pt x="845226" y="333574"/>
                  </a:cubicBezTo>
                  <a:cubicBezTo>
                    <a:pt x="845226" y="333574"/>
                    <a:pt x="846663" y="329711"/>
                    <a:pt x="839707" y="327253"/>
                  </a:cubicBezTo>
                  <a:lnTo>
                    <a:pt x="831312" y="323126"/>
                  </a:lnTo>
                  <a:cubicBezTo>
                    <a:pt x="831312" y="323126"/>
                    <a:pt x="821759" y="307498"/>
                    <a:pt x="807846" y="316541"/>
                  </a:cubicBezTo>
                  <a:lnTo>
                    <a:pt x="808402" y="318736"/>
                  </a:lnTo>
                  <a:cubicBezTo>
                    <a:pt x="808402" y="318736"/>
                    <a:pt x="804924" y="316804"/>
                    <a:pt x="804043" y="316804"/>
                  </a:cubicBezTo>
                  <a:cubicBezTo>
                    <a:pt x="803162" y="316804"/>
                    <a:pt x="797086" y="316804"/>
                    <a:pt x="795370" y="322863"/>
                  </a:cubicBezTo>
                  <a:cubicBezTo>
                    <a:pt x="795370" y="322863"/>
                    <a:pt x="787254" y="328613"/>
                    <a:pt x="791011" y="330282"/>
                  </a:cubicBezTo>
                  <a:cubicBezTo>
                    <a:pt x="794767" y="331950"/>
                    <a:pt x="794767" y="327560"/>
                    <a:pt x="799405" y="328613"/>
                  </a:cubicBezTo>
                  <a:cubicBezTo>
                    <a:pt x="804043" y="329667"/>
                    <a:pt x="805481" y="336559"/>
                    <a:pt x="801446" y="339588"/>
                  </a:cubicBezTo>
                  <a:cubicBezTo>
                    <a:pt x="797411" y="342618"/>
                    <a:pt x="792170" y="342047"/>
                    <a:pt x="786651" y="335198"/>
                  </a:cubicBezTo>
                  <a:cubicBezTo>
                    <a:pt x="781133" y="328350"/>
                    <a:pt x="773619" y="328877"/>
                    <a:pt x="770698" y="338228"/>
                  </a:cubicBezTo>
                  <a:cubicBezTo>
                    <a:pt x="767776" y="347578"/>
                    <a:pt x="773295" y="348368"/>
                    <a:pt x="773295" y="348368"/>
                  </a:cubicBezTo>
                  <a:cubicBezTo>
                    <a:pt x="773295" y="348368"/>
                    <a:pt x="773295" y="356622"/>
                    <a:pt x="784889" y="360178"/>
                  </a:cubicBezTo>
                  <a:cubicBezTo>
                    <a:pt x="784889" y="360178"/>
                    <a:pt x="787764" y="372250"/>
                    <a:pt x="798199" y="365402"/>
                  </a:cubicBezTo>
                  <a:cubicBezTo>
                    <a:pt x="798199" y="365402"/>
                    <a:pt x="799915" y="368124"/>
                    <a:pt x="804553" y="368431"/>
                  </a:cubicBezTo>
                  <a:cubicBezTo>
                    <a:pt x="804553" y="368431"/>
                    <a:pt x="803996" y="378045"/>
                    <a:pt x="806872" y="378879"/>
                  </a:cubicBezTo>
                  <a:lnTo>
                    <a:pt x="807428" y="383532"/>
                  </a:lnTo>
                  <a:lnTo>
                    <a:pt x="798756" y="381074"/>
                  </a:lnTo>
                  <a:cubicBezTo>
                    <a:pt x="798756" y="381074"/>
                    <a:pt x="800194" y="373655"/>
                    <a:pt x="789202" y="372294"/>
                  </a:cubicBezTo>
                  <a:cubicBezTo>
                    <a:pt x="778211" y="370933"/>
                    <a:pt x="761654" y="372294"/>
                    <a:pt x="757295" y="364611"/>
                  </a:cubicBezTo>
                  <a:cubicBezTo>
                    <a:pt x="752935" y="356929"/>
                    <a:pt x="759335" y="359958"/>
                    <a:pt x="759335" y="359958"/>
                  </a:cubicBezTo>
                  <a:cubicBezTo>
                    <a:pt x="759335" y="359958"/>
                    <a:pt x="762535" y="349510"/>
                    <a:pt x="756460" y="346788"/>
                  </a:cubicBezTo>
                  <a:lnTo>
                    <a:pt x="756460" y="335286"/>
                  </a:lnTo>
                  <a:cubicBezTo>
                    <a:pt x="756460" y="335286"/>
                    <a:pt x="760216" y="336120"/>
                    <a:pt x="761098" y="321589"/>
                  </a:cubicBezTo>
                  <a:cubicBezTo>
                    <a:pt x="761098" y="321589"/>
                    <a:pt x="765457" y="317199"/>
                    <a:pt x="761376" y="312546"/>
                  </a:cubicBezTo>
                  <a:lnTo>
                    <a:pt x="761098" y="307059"/>
                  </a:lnTo>
                  <a:cubicBezTo>
                    <a:pt x="761098" y="307059"/>
                    <a:pt x="763973" y="302229"/>
                    <a:pt x="757897" y="297927"/>
                  </a:cubicBezTo>
                  <a:lnTo>
                    <a:pt x="759660" y="294723"/>
                  </a:lnTo>
                  <a:cubicBezTo>
                    <a:pt x="759660" y="294723"/>
                    <a:pt x="746303" y="285108"/>
                    <a:pt x="750941" y="282079"/>
                  </a:cubicBezTo>
                  <a:cubicBezTo>
                    <a:pt x="750941" y="282079"/>
                    <a:pt x="745144" y="274397"/>
                    <a:pt x="739903" y="280148"/>
                  </a:cubicBezTo>
                  <a:cubicBezTo>
                    <a:pt x="734662" y="285899"/>
                    <a:pt x="750941" y="290420"/>
                    <a:pt x="751776" y="297883"/>
                  </a:cubicBezTo>
                  <a:cubicBezTo>
                    <a:pt x="752657" y="305390"/>
                    <a:pt x="755532" y="322643"/>
                    <a:pt x="750616" y="327867"/>
                  </a:cubicBezTo>
                  <a:cubicBezTo>
                    <a:pt x="745700" y="333091"/>
                    <a:pt x="726871" y="338315"/>
                    <a:pt x="728865" y="349554"/>
                  </a:cubicBezTo>
                  <a:cubicBezTo>
                    <a:pt x="728865" y="349554"/>
                    <a:pt x="718709" y="359695"/>
                    <a:pt x="721630" y="361890"/>
                  </a:cubicBezTo>
                  <a:cubicBezTo>
                    <a:pt x="724552" y="364085"/>
                    <a:pt x="730628" y="368475"/>
                    <a:pt x="730628" y="372338"/>
                  </a:cubicBezTo>
                  <a:cubicBezTo>
                    <a:pt x="730628" y="376201"/>
                    <a:pt x="734384" y="381381"/>
                    <a:pt x="735544" y="381952"/>
                  </a:cubicBezTo>
                  <a:cubicBezTo>
                    <a:pt x="735544" y="381952"/>
                    <a:pt x="733828" y="387440"/>
                    <a:pt x="739022" y="392093"/>
                  </a:cubicBezTo>
                  <a:cubicBezTo>
                    <a:pt x="744216" y="396746"/>
                    <a:pt x="739300" y="408555"/>
                    <a:pt x="739300" y="408555"/>
                  </a:cubicBezTo>
                  <a:cubicBezTo>
                    <a:pt x="739300" y="408555"/>
                    <a:pt x="731184" y="417599"/>
                    <a:pt x="732622" y="420057"/>
                  </a:cubicBezTo>
                  <a:cubicBezTo>
                    <a:pt x="734060" y="422516"/>
                    <a:pt x="732622" y="427740"/>
                    <a:pt x="732622" y="427740"/>
                  </a:cubicBezTo>
                  <a:cubicBezTo>
                    <a:pt x="732622" y="427740"/>
                    <a:pt x="726546" y="438188"/>
                    <a:pt x="732622" y="443368"/>
                  </a:cubicBezTo>
                  <a:cubicBezTo>
                    <a:pt x="732622" y="443368"/>
                    <a:pt x="735497" y="447495"/>
                    <a:pt x="734338" y="455704"/>
                  </a:cubicBezTo>
                  <a:cubicBezTo>
                    <a:pt x="733178" y="463913"/>
                    <a:pt x="735219" y="467206"/>
                    <a:pt x="737816" y="464748"/>
                  </a:cubicBezTo>
                  <a:cubicBezTo>
                    <a:pt x="740413" y="462289"/>
                    <a:pt x="743613" y="460621"/>
                    <a:pt x="749410" y="465011"/>
                  </a:cubicBezTo>
                  <a:lnTo>
                    <a:pt x="753770" y="463079"/>
                  </a:lnTo>
                  <a:cubicBezTo>
                    <a:pt x="753770" y="463079"/>
                    <a:pt x="758129" y="457021"/>
                    <a:pt x="763045" y="456758"/>
                  </a:cubicBezTo>
                  <a:cubicBezTo>
                    <a:pt x="767961" y="456494"/>
                    <a:pt x="775196" y="459216"/>
                    <a:pt x="775196" y="461411"/>
                  </a:cubicBezTo>
                  <a:cubicBezTo>
                    <a:pt x="775196" y="463606"/>
                    <a:pt x="779277" y="461938"/>
                    <a:pt x="779277" y="461938"/>
                  </a:cubicBezTo>
                  <a:cubicBezTo>
                    <a:pt x="779277" y="461938"/>
                    <a:pt x="782756" y="468523"/>
                    <a:pt x="787672" y="468523"/>
                  </a:cubicBezTo>
                  <a:cubicBezTo>
                    <a:pt x="787672" y="468523"/>
                    <a:pt x="790872" y="473440"/>
                    <a:pt x="794906" y="471552"/>
                  </a:cubicBezTo>
                  <a:cubicBezTo>
                    <a:pt x="794906" y="471552"/>
                    <a:pt x="795788" y="491834"/>
                    <a:pt x="803022" y="499560"/>
                  </a:cubicBezTo>
                  <a:cubicBezTo>
                    <a:pt x="803022" y="499560"/>
                    <a:pt x="789109" y="498463"/>
                    <a:pt x="792588" y="511062"/>
                  </a:cubicBezTo>
                  <a:cubicBezTo>
                    <a:pt x="792588" y="511062"/>
                    <a:pt x="787672" y="519579"/>
                    <a:pt x="797504" y="520676"/>
                  </a:cubicBezTo>
                  <a:lnTo>
                    <a:pt x="807938" y="522871"/>
                  </a:lnTo>
                  <a:lnTo>
                    <a:pt x="809376" y="525330"/>
                  </a:lnTo>
                  <a:lnTo>
                    <a:pt x="813736" y="522301"/>
                  </a:lnTo>
                  <a:lnTo>
                    <a:pt x="811138" y="526954"/>
                  </a:lnTo>
                  <a:lnTo>
                    <a:pt x="823011" y="537095"/>
                  </a:lnTo>
                  <a:lnTo>
                    <a:pt x="826489" y="541221"/>
                  </a:lnTo>
                  <a:lnTo>
                    <a:pt x="830849" y="540958"/>
                  </a:lnTo>
                  <a:lnTo>
                    <a:pt x="834327" y="545611"/>
                  </a:lnTo>
                  <a:lnTo>
                    <a:pt x="828808" y="543153"/>
                  </a:lnTo>
                  <a:lnTo>
                    <a:pt x="824170" y="542890"/>
                  </a:lnTo>
                  <a:lnTo>
                    <a:pt x="807938" y="527788"/>
                  </a:lnTo>
                  <a:lnTo>
                    <a:pt x="798941" y="527525"/>
                  </a:lnTo>
                  <a:lnTo>
                    <a:pt x="798941" y="532749"/>
                  </a:lnTo>
                  <a:lnTo>
                    <a:pt x="800704" y="539334"/>
                  </a:lnTo>
                  <a:lnTo>
                    <a:pt x="797504" y="537973"/>
                  </a:lnTo>
                  <a:lnTo>
                    <a:pt x="796622" y="532749"/>
                  </a:lnTo>
                  <a:lnTo>
                    <a:pt x="792263" y="539597"/>
                  </a:lnTo>
                  <a:lnTo>
                    <a:pt x="790825" y="534680"/>
                  </a:lnTo>
                  <a:lnTo>
                    <a:pt x="794582" y="531388"/>
                  </a:lnTo>
                  <a:lnTo>
                    <a:pt x="794304" y="524539"/>
                  </a:lnTo>
                  <a:lnTo>
                    <a:pt x="785585" y="516857"/>
                  </a:lnTo>
                  <a:lnTo>
                    <a:pt x="787347" y="514925"/>
                  </a:lnTo>
                  <a:lnTo>
                    <a:pt x="787903" y="510799"/>
                  </a:lnTo>
                  <a:cubicBezTo>
                    <a:pt x="787903" y="510799"/>
                    <a:pt x="787625" y="505575"/>
                    <a:pt x="789063" y="502282"/>
                  </a:cubicBezTo>
                  <a:lnTo>
                    <a:pt x="789619" y="499253"/>
                  </a:lnTo>
                  <a:lnTo>
                    <a:pt x="787301" y="497585"/>
                  </a:lnTo>
                  <a:cubicBezTo>
                    <a:pt x="787301" y="497585"/>
                    <a:pt x="791660" y="490166"/>
                    <a:pt x="785863" y="485512"/>
                  </a:cubicBezTo>
                  <a:cubicBezTo>
                    <a:pt x="780066" y="480859"/>
                    <a:pt x="778906" y="476205"/>
                    <a:pt x="778906" y="476205"/>
                  </a:cubicBezTo>
                  <a:cubicBezTo>
                    <a:pt x="778906" y="476205"/>
                    <a:pt x="781225" y="469620"/>
                    <a:pt x="777747" y="468786"/>
                  </a:cubicBezTo>
                  <a:cubicBezTo>
                    <a:pt x="774269" y="467952"/>
                    <a:pt x="760958" y="471245"/>
                    <a:pt x="760958" y="471245"/>
                  </a:cubicBezTo>
                  <a:cubicBezTo>
                    <a:pt x="760958" y="471245"/>
                    <a:pt x="743010" y="471772"/>
                    <a:pt x="742407" y="490473"/>
                  </a:cubicBezTo>
                  <a:lnTo>
                    <a:pt x="742129" y="495126"/>
                  </a:lnTo>
                  <a:cubicBezTo>
                    <a:pt x="742129" y="495126"/>
                    <a:pt x="752564" y="502809"/>
                    <a:pt x="749364" y="514355"/>
                  </a:cubicBezTo>
                  <a:cubicBezTo>
                    <a:pt x="746164" y="525856"/>
                    <a:pt x="738651" y="529720"/>
                    <a:pt x="736888" y="534944"/>
                  </a:cubicBezTo>
                  <a:cubicBezTo>
                    <a:pt x="735126" y="540168"/>
                    <a:pt x="736610" y="547587"/>
                    <a:pt x="733132" y="550309"/>
                  </a:cubicBezTo>
                  <a:cubicBezTo>
                    <a:pt x="729654" y="553031"/>
                    <a:pt x="720378" y="562118"/>
                    <a:pt x="712540" y="563742"/>
                  </a:cubicBezTo>
                  <a:cubicBezTo>
                    <a:pt x="712540" y="563742"/>
                    <a:pt x="711984" y="573356"/>
                    <a:pt x="711103" y="573883"/>
                  </a:cubicBezTo>
                  <a:cubicBezTo>
                    <a:pt x="710222" y="574410"/>
                    <a:pt x="705908" y="578010"/>
                    <a:pt x="705908" y="578010"/>
                  </a:cubicBezTo>
                  <a:cubicBezTo>
                    <a:pt x="705908" y="578010"/>
                    <a:pt x="698674" y="572259"/>
                    <a:pt x="694917" y="572259"/>
                  </a:cubicBezTo>
                  <a:cubicBezTo>
                    <a:pt x="691161" y="572259"/>
                    <a:pt x="674650" y="573927"/>
                    <a:pt x="670291" y="569537"/>
                  </a:cubicBezTo>
                  <a:cubicBezTo>
                    <a:pt x="670291" y="569537"/>
                    <a:pt x="659578" y="568440"/>
                    <a:pt x="660737" y="558825"/>
                  </a:cubicBezTo>
                  <a:lnTo>
                    <a:pt x="654940" y="557728"/>
                  </a:lnTo>
                  <a:lnTo>
                    <a:pt x="651740" y="561591"/>
                  </a:lnTo>
                  <a:lnTo>
                    <a:pt x="645664" y="566245"/>
                  </a:lnTo>
                  <a:lnTo>
                    <a:pt x="642186" y="566771"/>
                  </a:lnTo>
                  <a:lnTo>
                    <a:pt x="633189" y="562381"/>
                  </a:lnTo>
                  <a:lnTo>
                    <a:pt x="628551" y="565674"/>
                  </a:lnTo>
                  <a:cubicBezTo>
                    <a:pt x="628551" y="565674"/>
                    <a:pt x="620435" y="561284"/>
                    <a:pt x="619832" y="563742"/>
                  </a:cubicBezTo>
                  <a:cubicBezTo>
                    <a:pt x="619229" y="566201"/>
                    <a:pt x="625908" y="571161"/>
                    <a:pt x="625908" y="571161"/>
                  </a:cubicBezTo>
                  <a:lnTo>
                    <a:pt x="623032" y="572259"/>
                  </a:lnTo>
                  <a:lnTo>
                    <a:pt x="618395" y="570327"/>
                  </a:lnTo>
                  <a:cubicBezTo>
                    <a:pt x="618395" y="570327"/>
                    <a:pt x="607960" y="578844"/>
                    <a:pt x="608238" y="579634"/>
                  </a:cubicBezTo>
                  <a:cubicBezTo>
                    <a:pt x="608516" y="580468"/>
                    <a:pt x="611995" y="583190"/>
                    <a:pt x="611995" y="583190"/>
                  </a:cubicBezTo>
                  <a:lnTo>
                    <a:pt x="609397" y="586219"/>
                  </a:lnTo>
                  <a:lnTo>
                    <a:pt x="605316" y="582663"/>
                  </a:lnTo>
                  <a:lnTo>
                    <a:pt x="602116" y="589512"/>
                  </a:lnTo>
                  <a:lnTo>
                    <a:pt x="593119" y="594165"/>
                  </a:lnTo>
                  <a:lnTo>
                    <a:pt x="586162" y="599652"/>
                  </a:lnTo>
                  <a:lnTo>
                    <a:pt x="578927" y="596097"/>
                  </a:lnTo>
                  <a:lnTo>
                    <a:pt x="581803" y="594999"/>
                  </a:lnTo>
                  <a:lnTo>
                    <a:pt x="586997" y="596667"/>
                  </a:lnTo>
                  <a:lnTo>
                    <a:pt x="593073" y="592014"/>
                  </a:lnTo>
                  <a:lnTo>
                    <a:pt x="594232" y="584068"/>
                  </a:lnTo>
                  <a:lnTo>
                    <a:pt x="597432" y="582136"/>
                  </a:lnTo>
                  <a:lnTo>
                    <a:pt x="599148" y="587053"/>
                  </a:lnTo>
                  <a:lnTo>
                    <a:pt x="601189" y="586219"/>
                  </a:lnTo>
                  <a:lnTo>
                    <a:pt x="604945" y="579371"/>
                  </a:lnTo>
                  <a:lnTo>
                    <a:pt x="614221" y="570854"/>
                  </a:lnTo>
                  <a:lnTo>
                    <a:pt x="615936" y="566727"/>
                  </a:lnTo>
                  <a:lnTo>
                    <a:pt x="618255" y="560406"/>
                  </a:lnTo>
                  <a:lnTo>
                    <a:pt x="626650" y="562601"/>
                  </a:lnTo>
                  <a:lnTo>
                    <a:pt x="629247" y="560933"/>
                  </a:lnTo>
                  <a:lnTo>
                    <a:pt x="634163" y="556016"/>
                  </a:lnTo>
                  <a:lnTo>
                    <a:pt x="636204" y="561503"/>
                  </a:lnTo>
                  <a:lnTo>
                    <a:pt x="642557" y="564532"/>
                  </a:lnTo>
                  <a:lnTo>
                    <a:pt x="648911" y="561503"/>
                  </a:lnTo>
                  <a:lnTo>
                    <a:pt x="647751" y="556016"/>
                  </a:lnTo>
                  <a:lnTo>
                    <a:pt x="657027" y="554918"/>
                  </a:lnTo>
                  <a:lnTo>
                    <a:pt x="659624" y="552197"/>
                  </a:lnTo>
                  <a:lnTo>
                    <a:pt x="662499" y="553031"/>
                  </a:lnTo>
                  <a:cubicBezTo>
                    <a:pt x="662499" y="553031"/>
                    <a:pt x="661618" y="556323"/>
                    <a:pt x="662499" y="557421"/>
                  </a:cubicBezTo>
                  <a:cubicBezTo>
                    <a:pt x="663381" y="558518"/>
                    <a:pt x="668018" y="556060"/>
                    <a:pt x="668018" y="556060"/>
                  </a:cubicBezTo>
                  <a:lnTo>
                    <a:pt x="672934" y="554392"/>
                  </a:lnTo>
                  <a:lnTo>
                    <a:pt x="676413" y="558518"/>
                  </a:lnTo>
                  <a:lnTo>
                    <a:pt x="679288" y="560450"/>
                  </a:lnTo>
                  <a:lnTo>
                    <a:pt x="684204" y="557157"/>
                  </a:lnTo>
                  <a:lnTo>
                    <a:pt x="684204" y="559616"/>
                  </a:lnTo>
                  <a:cubicBezTo>
                    <a:pt x="684204" y="559616"/>
                    <a:pt x="680447" y="561811"/>
                    <a:pt x="678407" y="562337"/>
                  </a:cubicBezTo>
                  <a:cubicBezTo>
                    <a:pt x="678407" y="562337"/>
                    <a:pt x="679288" y="568922"/>
                    <a:pt x="685920" y="566464"/>
                  </a:cubicBezTo>
                  <a:cubicBezTo>
                    <a:pt x="692598" y="564006"/>
                    <a:pt x="692598" y="560713"/>
                    <a:pt x="692598" y="560713"/>
                  </a:cubicBezTo>
                  <a:lnTo>
                    <a:pt x="696077" y="561811"/>
                  </a:lnTo>
                  <a:lnTo>
                    <a:pt x="698952" y="559879"/>
                  </a:lnTo>
                  <a:cubicBezTo>
                    <a:pt x="698952" y="559879"/>
                    <a:pt x="698395" y="551362"/>
                    <a:pt x="692274" y="554655"/>
                  </a:cubicBezTo>
                  <a:lnTo>
                    <a:pt x="689074" y="554128"/>
                  </a:lnTo>
                  <a:cubicBezTo>
                    <a:pt x="689074" y="554128"/>
                    <a:pt x="692830" y="549475"/>
                    <a:pt x="698349" y="551406"/>
                  </a:cubicBezTo>
                  <a:cubicBezTo>
                    <a:pt x="703868" y="553338"/>
                    <a:pt x="706465" y="542890"/>
                    <a:pt x="706465" y="542890"/>
                  </a:cubicBezTo>
                  <a:lnTo>
                    <a:pt x="708506" y="542363"/>
                  </a:lnTo>
                  <a:lnTo>
                    <a:pt x="708227" y="538807"/>
                  </a:lnTo>
                  <a:lnTo>
                    <a:pt x="707346" y="536875"/>
                  </a:lnTo>
                  <a:lnTo>
                    <a:pt x="711103" y="535778"/>
                  </a:lnTo>
                  <a:lnTo>
                    <a:pt x="711381" y="530027"/>
                  </a:lnTo>
                  <a:cubicBezTo>
                    <a:pt x="711381" y="530027"/>
                    <a:pt x="715416" y="526734"/>
                    <a:pt x="713700" y="525374"/>
                  </a:cubicBezTo>
                  <a:cubicBezTo>
                    <a:pt x="713700" y="525374"/>
                    <a:pt x="728494" y="521818"/>
                    <a:pt x="721816" y="506979"/>
                  </a:cubicBezTo>
                  <a:lnTo>
                    <a:pt x="722094" y="500394"/>
                  </a:lnTo>
                  <a:cubicBezTo>
                    <a:pt x="722094" y="500394"/>
                    <a:pt x="733410" y="489946"/>
                    <a:pt x="726732" y="484195"/>
                  </a:cubicBezTo>
                  <a:cubicBezTo>
                    <a:pt x="720053" y="478444"/>
                    <a:pt x="714581" y="474054"/>
                    <a:pt x="713375" y="470191"/>
                  </a:cubicBezTo>
                  <a:cubicBezTo>
                    <a:pt x="712169" y="466328"/>
                    <a:pt x="717132" y="443105"/>
                    <a:pt x="714813" y="438408"/>
                  </a:cubicBezTo>
                  <a:cubicBezTo>
                    <a:pt x="714813" y="438408"/>
                    <a:pt x="717132" y="430418"/>
                    <a:pt x="713097" y="426291"/>
                  </a:cubicBezTo>
                  <a:cubicBezTo>
                    <a:pt x="713097" y="426291"/>
                    <a:pt x="714813" y="416677"/>
                    <a:pt x="711056" y="413648"/>
                  </a:cubicBezTo>
                  <a:cubicBezTo>
                    <a:pt x="711056" y="413648"/>
                    <a:pt x="711937" y="409785"/>
                    <a:pt x="716251" y="407590"/>
                  </a:cubicBezTo>
                  <a:lnTo>
                    <a:pt x="716529" y="402102"/>
                  </a:lnTo>
                  <a:lnTo>
                    <a:pt x="714488" y="399073"/>
                  </a:lnTo>
                  <a:lnTo>
                    <a:pt x="716251" y="395517"/>
                  </a:lnTo>
                  <a:lnTo>
                    <a:pt x="717410" y="384542"/>
                  </a:lnTo>
                  <a:lnTo>
                    <a:pt x="715091" y="382084"/>
                  </a:lnTo>
                  <a:lnTo>
                    <a:pt x="713329" y="375235"/>
                  </a:lnTo>
                  <a:cubicBezTo>
                    <a:pt x="713329" y="375235"/>
                    <a:pt x="701456" y="364524"/>
                    <a:pt x="702013" y="356578"/>
                  </a:cubicBezTo>
                  <a:lnTo>
                    <a:pt x="706048" y="351661"/>
                  </a:lnTo>
                  <a:lnTo>
                    <a:pt x="707485" y="348632"/>
                  </a:lnTo>
                  <a:lnTo>
                    <a:pt x="710361" y="347798"/>
                  </a:lnTo>
                  <a:lnTo>
                    <a:pt x="710083" y="340115"/>
                  </a:lnTo>
                  <a:lnTo>
                    <a:pt x="712401" y="337920"/>
                  </a:lnTo>
                  <a:lnTo>
                    <a:pt x="717039" y="320360"/>
                  </a:lnTo>
                  <a:lnTo>
                    <a:pt x="717317" y="306927"/>
                  </a:lnTo>
                  <a:lnTo>
                    <a:pt x="716436" y="303634"/>
                  </a:lnTo>
                  <a:cubicBezTo>
                    <a:pt x="716436" y="303634"/>
                    <a:pt x="719914" y="297883"/>
                    <a:pt x="713839" y="295381"/>
                  </a:cubicBezTo>
                  <a:cubicBezTo>
                    <a:pt x="707764" y="292923"/>
                    <a:pt x="697885" y="287918"/>
                    <a:pt x="697885" y="287918"/>
                  </a:cubicBezTo>
                  <a:cubicBezTo>
                    <a:pt x="697885" y="287918"/>
                    <a:pt x="670337" y="288796"/>
                    <a:pt x="670337" y="290157"/>
                  </a:cubicBezTo>
                  <a:lnTo>
                    <a:pt x="666256" y="289630"/>
                  </a:lnTo>
                  <a:lnTo>
                    <a:pt x="668853" y="286338"/>
                  </a:lnTo>
                  <a:lnTo>
                    <a:pt x="664494" y="286338"/>
                  </a:lnTo>
                  <a:cubicBezTo>
                    <a:pt x="664494" y="286338"/>
                    <a:pt x="660737" y="290464"/>
                    <a:pt x="661015" y="292659"/>
                  </a:cubicBezTo>
                  <a:cubicBezTo>
                    <a:pt x="661015" y="292659"/>
                    <a:pt x="653502" y="302537"/>
                    <a:pt x="651740" y="329711"/>
                  </a:cubicBezTo>
                  <a:cubicBezTo>
                    <a:pt x="649978" y="356885"/>
                    <a:pt x="627670" y="365358"/>
                    <a:pt x="625073" y="367860"/>
                  </a:cubicBezTo>
                  <a:cubicBezTo>
                    <a:pt x="622476" y="370319"/>
                    <a:pt x="616679" y="387088"/>
                    <a:pt x="616679" y="387088"/>
                  </a:cubicBezTo>
                  <a:lnTo>
                    <a:pt x="618998" y="386825"/>
                  </a:lnTo>
                  <a:lnTo>
                    <a:pt x="622754" y="375850"/>
                  </a:lnTo>
                  <a:lnTo>
                    <a:pt x="625351" y="377211"/>
                  </a:lnTo>
                  <a:lnTo>
                    <a:pt x="620992" y="387088"/>
                  </a:lnTo>
                  <a:lnTo>
                    <a:pt x="620992" y="391478"/>
                  </a:lnTo>
                  <a:cubicBezTo>
                    <a:pt x="620992" y="391478"/>
                    <a:pt x="630824" y="385727"/>
                    <a:pt x="631705" y="390644"/>
                  </a:cubicBezTo>
                  <a:cubicBezTo>
                    <a:pt x="632586" y="395561"/>
                    <a:pt x="628829" y="399688"/>
                    <a:pt x="628829" y="399688"/>
                  </a:cubicBezTo>
                  <a:cubicBezTo>
                    <a:pt x="628829" y="399688"/>
                    <a:pt x="627948" y="404078"/>
                    <a:pt x="630267" y="405746"/>
                  </a:cubicBezTo>
                  <a:cubicBezTo>
                    <a:pt x="630267" y="405746"/>
                    <a:pt x="625351" y="412594"/>
                    <a:pt x="627948" y="415623"/>
                  </a:cubicBezTo>
                  <a:cubicBezTo>
                    <a:pt x="630545" y="418652"/>
                    <a:pt x="632308" y="422077"/>
                    <a:pt x="632308" y="422077"/>
                  </a:cubicBezTo>
                  <a:lnTo>
                    <a:pt x="626789" y="427389"/>
                  </a:lnTo>
                  <a:lnTo>
                    <a:pt x="623589" y="424667"/>
                  </a:lnTo>
                  <a:cubicBezTo>
                    <a:pt x="623589" y="424667"/>
                    <a:pt x="618673" y="443061"/>
                    <a:pt x="623867" y="448285"/>
                  </a:cubicBezTo>
                  <a:lnTo>
                    <a:pt x="625027" y="444729"/>
                  </a:lnTo>
                  <a:cubicBezTo>
                    <a:pt x="625027" y="444729"/>
                    <a:pt x="623589" y="438232"/>
                    <a:pt x="627067" y="438451"/>
                  </a:cubicBezTo>
                  <a:cubicBezTo>
                    <a:pt x="630545" y="438671"/>
                    <a:pt x="642696" y="447758"/>
                    <a:pt x="642696" y="447758"/>
                  </a:cubicBezTo>
                  <a:lnTo>
                    <a:pt x="641537" y="454607"/>
                  </a:lnTo>
                  <a:cubicBezTo>
                    <a:pt x="641537" y="454607"/>
                    <a:pt x="649653" y="471903"/>
                    <a:pt x="652528" y="471903"/>
                  </a:cubicBezTo>
                  <a:cubicBezTo>
                    <a:pt x="655404" y="471903"/>
                    <a:pt x="657676" y="470806"/>
                    <a:pt x="657676" y="470806"/>
                  </a:cubicBezTo>
                  <a:cubicBezTo>
                    <a:pt x="657676" y="470806"/>
                    <a:pt x="658882" y="477127"/>
                    <a:pt x="655125" y="486434"/>
                  </a:cubicBezTo>
                  <a:cubicBezTo>
                    <a:pt x="655125" y="486434"/>
                    <a:pt x="650488" y="492185"/>
                    <a:pt x="650488" y="495741"/>
                  </a:cubicBezTo>
                  <a:cubicBezTo>
                    <a:pt x="650488" y="495741"/>
                    <a:pt x="649050" y="500394"/>
                    <a:pt x="645572" y="500394"/>
                  </a:cubicBezTo>
                  <a:cubicBezTo>
                    <a:pt x="642093" y="500394"/>
                    <a:pt x="645015" y="494907"/>
                    <a:pt x="645015" y="494907"/>
                  </a:cubicBezTo>
                  <a:lnTo>
                    <a:pt x="627345" y="479015"/>
                  </a:lnTo>
                  <a:lnTo>
                    <a:pt x="627902" y="476293"/>
                  </a:lnTo>
                  <a:lnTo>
                    <a:pt x="632540" y="476030"/>
                  </a:lnTo>
                  <a:lnTo>
                    <a:pt x="627021" y="474669"/>
                  </a:lnTo>
                  <a:lnTo>
                    <a:pt x="621502" y="473308"/>
                  </a:lnTo>
                  <a:lnTo>
                    <a:pt x="604991" y="464265"/>
                  </a:lnTo>
                  <a:lnTo>
                    <a:pt x="613108" y="464528"/>
                  </a:lnTo>
                  <a:lnTo>
                    <a:pt x="600632" y="460972"/>
                  </a:lnTo>
                  <a:cubicBezTo>
                    <a:pt x="600632" y="460972"/>
                    <a:pt x="594835" y="455748"/>
                    <a:pt x="592516" y="459875"/>
                  </a:cubicBezTo>
                  <a:lnTo>
                    <a:pt x="590197" y="464001"/>
                  </a:lnTo>
                  <a:lnTo>
                    <a:pt x="590475" y="456055"/>
                  </a:lnTo>
                  <a:lnTo>
                    <a:pt x="594510" y="455529"/>
                  </a:lnTo>
                  <a:cubicBezTo>
                    <a:pt x="594510" y="455529"/>
                    <a:pt x="578000" y="437134"/>
                    <a:pt x="546417" y="436300"/>
                  </a:cubicBezTo>
                  <a:lnTo>
                    <a:pt x="535982" y="434105"/>
                  </a:lnTo>
                  <a:cubicBezTo>
                    <a:pt x="535982" y="434105"/>
                    <a:pt x="531623" y="429188"/>
                    <a:pt x="528144" y="431647"/>
                  </a:cubicBezTo>
                  <a:cubicBezTo>
                    <a:pt x="524666" y="434105"/>
                    <a:pt x="526104" y="438539"/>
                    <a:pt x="526104" y="438539"/>
                  </a:cubicBezTo>
                  <a:cubicBezTo>
                    <a:pt x="526104" y="438539"/>
                    <a:pt x="518452" y="438539"/>
                    <a:pt x="518359" y="442622"/>
                  </a:cubicBezTo>
                  <a:cubicBezTo>
                    <a:pt x="518266" y="446748"/>
                    <a:pt x="524666" y="456626"/>
                    <a:pt x="524666" y="456626"/>
                  </a:cubicBezTo>
                  <a:lnTo>
                    <a:pt x="524944" y="462948"/>
                  </a:lnTo>
                  <a:lnTo>
                    <a:pt x="528423" y="462948"/>
                  </a:lnTo>
                  <a:lnTo>
                    <a:pt x="529860" y="473396"/>
                  </a:lnTo>
                  <a:lnTo>
                    <a:pt x="527541" y="475854"/>
                  </a:lnTo>
                  <a:lnTo>
                    <a:pt x="520307" y="480332"/>
                  </a:lnTo>
                  <a:cubicBezTo>
                    <a:pt x="520307" y="480332"/>
                    <a:pt x="513350" y="478225"/>
                    <a:pt x="512469" y="480332"/>
                  </a:cubicBezTo>
                  <a:cubicBezTo>
                    <a:pt x="511588" y="482439"/>
                    <a:pt x="515947" y="489024"/>
                    <a:pt x="515947" y="489024"/>
                  </a:cubicBezTo>
                  <a:cubicBezTo>
                    <a:pt x="515947" y="489024"/>
                    <a:pt x="513350" y="497804"/>
                    <a:pt x="507831" y="495873"/>
                  </a:cubicBezTo>
                  <a:cubicBezTo>
                    <a:pt x="502312" y="493941"/>
                    <a:pt x="496794" y="486259"/>
                    <a:pt x="504631" y="482176"/>
                  </a:cubicBezTo>
                  <a:lnTo>
                    <a:pt x="503193" y="480332"/>
                  </a:lnTo>
                  <a:lnTo>
                    <a:pt x="504631" y="476688"/>
                  </a:lnTo>
                  <a:lnTo>
                    <a:pt x="499251" y="471772"/>
                  </a:lnTo>
                  <a:lnTo>
                    <a:pt x="502591" y="468742"/>
                  </a:lnTo>
                  <a:lnTo>
                    <a:pt x="495634" y="469006"/>
                  </a:lnTo>
                  <a:cubicBezTo>
                    <a:pt x="495634" y="469006"/>
                    <a:pt x="482277" y="474230"/>
                    <a:pt x="482602" y="478313"/>
                  </a:cubicBezTo>
                  <a:lnTo>
                    <a:pt x="476805" y="478049"/>
                  </a:lnTo>
                  <a:lnTo>
                    <a:pt x="476248" y="480332"/>
                  </a:lnTo>
                  <a:cubicBezTo>
                    <a:pt x="476248" y="480332"/>
                    <a:pt x="474532" y="492888"/>
                    <a:pt x="464097" y="484898"/>
                  </a:cubicBezTo>
                  <a:lnTo>
                    <a:pt x="460341" y="484634"/>
                  </a:lnTo>
                  <a:lnTo>
                    <a:pt x="454544" y="484634"/>
                  </a:lnTo>
                  <a:lnTo>
                    <a:pt x="452225" y="482439"/>
                  </a:lnTo>
                  <a:lnTo>
                    <a:pt x="447309" y="486829"/>
                  </a:lnTo>
                  <a:lnTo>
                    <a:pt x="441790" y="487093"/>
                  </a:lnTo>
                  <a:cubicBezTo>
                    <a:pt x="441790" y="487093"/>
                    <a:pt x="432514" y="493414"/>
                    <a:pt x="433674" y="497804"/>
                  </a:cubicBezTo>
                  <a:cubicBezTo>
                    <a:pt x="433674" y="497804"/>
                    <a:pt x="435112" y="501668"/>
                    <a:pt x="430474" y="501668"/>
                  </a:cubicBezTo>
                  <a:lnTo>
                    <a:pt x="427877" y="498638"/>
                  </a:lnTo>
                  <a:lnTo>
                    <a:pt x="425558" y="500833"/>
                  </a:lnTo>
                  <a:lnTo>
                    <a:pt x="421477" y="506892"/>
                  </a:lnTo>
                  <a:lnTo>
                    <a:pt x="415679" y="513477"/>
                  </a:lnTo>
                  <a:lnTo>
                    <a:pt x="411923" y="514838"/>
                  </a:lnTo>
                  <a:lnTo>
                    <a:pt x="406914" y="521949"/>
                  </a:lnTo>
                  <a:lnTo>
                    <a:pt x="399447" y="521423"/>
                  </a:lnTo>
                  <a:lnTo>
                    <a:pt x="391981" y="527173"/>
                  </a:lnTo>
                  <a:lnTo>
                    <a:pt x="393372" y="531827"/>
                  </a:lnTo>
                  <a:lnTo>
                    <a:pt x="391331" y="535690"/>
                  </a:lnTo>
                  <a:lnTo>
                    <a:pt x="396247" y="544734"/>
                  </a:lnTo>
                  <a:lnTo>
                    <a:pt x="394810" y="559835"/>
                  </a:lnTo>
                  <a:lnTo>
                    <a:pt x="398010" y="583980"/>
                  </a:lnTo>
                  <a:lnTo>
                    <a:pt x="394531" y="591663"/>
                  </a:lnTo>
                  <a:lnTo>
                    <a:pt x="391656" y="597150"/>
                  </a:lnTo>
                  <a:lnTo>
                    <a:pt x="391100" y="605403"/>
                  </a:lnTo>
                  <a:lnTo>
                    <a:pt x="393975" y="607335"/>
                  </a:lnTo>
                  <a:lnTo>
                    <a:pt x="401488" y="608696"/>
                  </a:lnTo>
                  <a:lnTo>
                    <a:pt x="410485" y="608169"/>
                  </a:lnTo>
                  <a:lnTo>
                    <a:pt x="416282" y="604877"/>
                  </a:lnTo>
                  <a:lnTo>
                    <a:pt x="425001" y="602155"/>
                  </a:lnTo>
                  <a:lnTo>
                    <a:pt x="431401" y="595570"/>
                  </a:lnTo>
                  <a:lnTo>
                    <a:pt x="437477" y="585956"/>
                  </a:lnTo>
                  <a:lnTo>
                    <a:pt x="438636" y="579107"/>
                  </a:lnTo>
                  <a:lnTo>
                    <a:pt x="442996" y="577176"/>
                  </a:lnTo>
                  <a:cubicBezTo>
                    <a:pt x="442996" y="577176"/>
                    <a:pt x="445871" y="571117"/>
                    <a:pt x="455749" y="572522"/>
                  </a:cubicBezTo>
                  <a:cubicBezTo>
                    <a:pt x="465628" y="573927"/>
                    <a:pt x="465906" y="592804"/>
                    <a:pt x="465906" y="592804"/>
                  </a:cubicBezTo>
                  <a:lnTo>
                    <a:pt x="469106" y="601321"/>
                  </a:lnTo>
                  <a:lnTo>
                    <a:pt x="470266" y="614227"/>
                  </a:lnTo>
                  <a:lnTo>
                    <a:pt x="475784" y="623271"/>
                  </a:lnTo>
                  <a:lnTo>
                    <a:pt x="482138" y="627134"/>
                  </a:lnTo>
                  <a:lnTo>
                    <a:pt x="481860" y="641138"/>
                  </a:lnTo>
                  <a:lnTo>
                    <a:pt x="479541" y="629636"/>
                  </a:lnTo>
                  <a:lnTo>
                    <a:pt x="474022" y="625510"/>
                  </a:lnTo>
                  <a:lnTo>
                    <a:pt x="469384" y="621120"/>
                  </a:lnTo>
                  <a:lnTo>
                    <a:pt x="467947" y="612340"/>
                  </a:lnTo>
                  <a:lnTo>
                    <a:pt x="466184" y="601365"/>
                  </a:lnTo>
                  <a:lnTo>
                    <a:pt x="462103" y="596448"/>
                  </a:lnTo>
                  <a:lnTo>
                    <a:pt x="462103" y="589336"/>
                  </a:lnTo>
                  <a:lnTo>
                    <a:pt x="458903" y="577834"/>
                  </a:lnTo>
                  <a:lnTo>
                    <a:pt x="451390" y="574805"/>
                  </a:lnTo>
                  <a:lnTo>
                    <a:pt x="445593" y="578668"/>
                  </a:lnTo>
                  <a:lnTo>
                    <a:pt x="440074" y="587185"/>
                  </a:lnTo>
                  <a:lnTo>
                    <a:pt x="437199" y="593243"/>
                  </a:lnTo>
                  <a:lnTo>
                    <a:pt x="425883" y="605052"/>
                  </a:lnTo>
                  <a:lnTo>
                    <a:pt x="419807" y="607774"/>
                  </a:lnTo>
                  <a:lnTo>
                    <a:pt x="410532" y="610232"/>
                  </a:lnTo>
                  <a:lnTo>
                    <a:pt x="400978" y="611330"/>
                  </a:lnTo>
                  <a:lnTo>
                    <a:pt x="390821" y="607774"/>
                  </a:lnTo>
                  <a:lnTo>
                    <a:pt x="387621" y="605579"/>
                  </a:lnTo>
                  <a:lnTo>
                    <a:pt x="389662" y="595701"/>
                  </a:lnTo>
                  <a:lnTo>
                    <a:pt x="392862" y="588853"/>
                  </a:lnTo>
                  <a:lnTo>
                    <a:pt x="395181" y="578405"/>
                  </a:lnTo>
                  <a:lnTo>
                    <a:pt x="392584" y="559177"/>
                  </a:lnTo>
                  <a:lnTo>
                    <a:pt x="393140" y="546533"/>
                  </a:lnTo>
                  <a:lnTo>
                    <a:pt x="387946" y="536919"/>
                  </a:lnTo>
                  <a:lnTo>
                    <a:pt x="390821" y="532003"/>
                  </a:lnTo>
                  <a:lnTo>
                    <a:pt x="386740" y="526515"/>
                  </a:lnTo>
                  <a:lnTo>
                    <a:pt x="396572" y="520764"/>
                  </a:lnTo>
                  <a:lnTo>
                    <a:pt x="403807" y="518569"/>
                  </a:lnTo>
                  <a:lnTo>
                    <a:pt x="409326" y="511984"/>
                  </a:lnTo>
                  <a:lnTo>
                    <a:pt x="415726" y="510623"/>
                  </a:lnTo>
                  <a:lnTo>
                    <a:pt x="423239" y="500746"/>
                  </a:lnTo>
                  <a:lnTo>
                    <a:pt x="419158" y="499911"/>
                  </a:lnTo>
                  <a:lnTo>
                    <a:pt x="413361" y="506496"/>
                  </a:lnTo>
                  <a:lnTo>
                    <a:pt x="414520" y="500175"/>
                  </a:lnTo>
                  <a:lnTo>
                    <a:pt x="409882" y="500702"/>
                  </a:lnTo>
                  <a:lnTo>
                    <a:pt x="406868" y="502633"/>
                  </a:lnTo>
                  <a:cubicBezTo>
                    <a:pt x="406868" y="502633"/>
                    <a:pt x="405523" y="495785"/>
                    <a:pt x="409558" y="495214"/>
                  </a:cubicBezTo>
                  <a:cubicBezTo>
                    <a:pt x="413593" y="494643"/>
                    <a:pt x="425790" y="493546"/>
                    <a:pt x="415355" y="483976"/>
                  </a:cubicBezTo>
                  <a:cubicBezTo>
                    <a:pt x="415355" y="483976"/>
                    <a:pt x="420271" y="477127"/>
                    <a:pt x="417674" y="475196"/>
                  </a:cubicBezTo>
                  <a:cubicBezTo>
                    <a:pt x="415077" y="473264"/>
                    <a:pt x="413314" y="474932"/>
                    <a:pt x="413314" y="474932"/>
                  </a:cubicBezTo>
                  <a:cubicBezTo>
                    <a:pt x="413314" y="474932"/>
                    <a:pt x="415077" y="471903"/>
                    <a:pt x="424630" y="469708"/>
                  </a:cubicBezTo>
                  <a:lnTo>
                    <a:pt x="424909" y="466986"/>
                  </a:lnTo>
                  <a:cubicBezTo>
                    <a:pt x="424909" y="466986"/>
                    <a:pt x="413871" y="470016"/>
                    <a:pt x="410439" y="472474"/>
                  </a:cubicBezTo>
                  <a:cubicBezTo>
                    <a:pt x="407007" y="474932"/>
                    <a:pt x="391934" y="484546"/>
                    <a:pt x="391934" y="484546"/>
                  </a:cubicBezTo>
                  <a:cubicBezTo>
                    <a:pt x="391934" y="484546"/>
                    <a:pt x="400514" y="486215"/>
                    <a:pt x="399401" y="490297"/>
                  </a:cubicBezTo>
                  <a:cubicBezTo>
                    <a:pt x="398242" y="494424"/>
                    <a:pt x="394624" y="498243"/>
                    <a:pt x="391934" y="494424"/>
                  </a:cubicBezTo>
                  <a:lnTo>
                    <a:pt x="391934" y="490868"/>
                  </a:lnTo>
                  <a:lnTo>
                    <a:pt x="389569" y="488673"/>
                  </a:lnTo>
                  <a:cubicBezTo>
                    <a:pt x="389569" y="488673"/>
                    <a:pt x="382752" y="485381"/>
                    <a:pt x="379042" y="491966"/>
                  </a:cubicBezTo>
                  <a:lnTo>
                    <a:pt x="373615" y="494995"/>
                  </a:lnTo>
                  <a:cubicBezTo>
                    <a:pt x="373615" y="494995"/>
                    <a:pt x="363783" y="495258"/>
                    <a:pt x="357662" y="503511"/>
                  </a:cubicBezTo>
                  <a:lnTo>
                    <a:pt x="352143" y="508735"/>
                  </a:lnTo>
                  <a:lnTo>
                    <a:pt x="342589" y="514486"/>
                  </a:lnTo>
                  <a:lnTo>
                    <a:pt x="337070" y="515584"/>
                  </a:lnTo>
                  <a:lnTo>
                    <a:pt x="336792" y="520237"/>
                  </a:lnTo>
                  <a:lnTo>
                    <a:pt x="340549" y="523266"/>
                  </a:lnTo>
                  <a:cubicBezTo>
                    <a:pt x="340549" y="523266"/>
                    <a:pt x="336189" y="521335"/>
                    <a:pt x="333592" y="522169"/>
                  </a:cubicBezTo>
                  <a:cubicBezTo>
                    <a:pt x="330995" y="523003"/>
                    <a:pt x="327517" y="524627"/>
                    <a:pt x="327517" y="524627"/>
                  </a:cubicBezTo>
                  <a:lnTo>
                    <a:pt x="323157" y="525988"/>
                  </a:lnTo>
                  <a:cubicBezTo>
                    <a:pt x="323157" y="525988"/>
                    <a:pt x="321998" y="545480"/>
                    <a:pt x="320560" y="548465"/>
                  </a:cubicBezTo>
                  <a:cubicBezTo>
                    <a:pt x="319122" y="551494"/>
                    <a:pt x="309847" y="553953"/>
                    <a:pt x="306925" y="553953"/>
                  </a:cubicBezTo>
                  <a:cubicBezTo>
                    <a:pt x="304003" y="553953"/>
                    <a:pt x="293012" y="555050"/>
                    <a:pt x="291574" y="553689"/>
                  </a:cubicBezTo>
                  <a:cubicBezTo>
                    <a:pt x="290136" y="552328"/>
                    <a:pt x="285498" y="541046"/>
                    <a:pt x="285498" y="541046"/>
                  </a:cubicBezTo>
                  <a:cubicBezTo>
                    <a:pt x="285498" y="541046"/>
                    <a:pt x="275945" y="537753"/>
                    <a:pt x="275945" y="535558"/>
                  </a:cubicBezTo>
                  <a:cubicBezTo>
                    <a:pt x="275945" y="533363"/>
                    <a:pt x="274183" y="528139"/>
                    <a:pt x="280582" y="525418"/>
                  </a:cubicBezTo>
                  <a:lnTo>
                    <a:pt x="284339" y="519667"/>
                  </a:lnTo>
                  <a:lnTo>
                    <a:pt x="289534" y="519403"/>
                  </a:lnTo>
                  <a:lnTo>
                    <a:pt x="297371" y="516111"/>
                  </a:lnTo>
                  <a:lnTo>
                    <a:pt x="302009" y="516111"/>
                  </a:lnTo>
                  <a:lnTo>
                    <a:pt x="303168" y="510052"/>
                  </a:lnTo>
                  <a:lnTo>
                    <a:pt x="301406" y="507023"/>
                  </a:lnTo>
                  <a:lnTo>
                    <a:pt x="300850" y="503467"/>
                  </a:lnTo>
                  <a:lnTo>
                    <a:pt x="293336" y="494951"/>
                  </a:lnTo>
                  <a:cubicBezTo>
                    <a:pt x="293336" y="494951"/>
                    <a:pt x="292455" y="488629"/>
                    <a:pt x="282623" y="487005"/>
                  </a:cubicBezTo>
                  <a:cubicBezTo>
                    <a:pt x="272791" y="485381"/>
                    <a:pt x="262356" y="486478"/>
                    <a:pt x="262356" y="486478"/>
                  </a:cubicBezTo>
                  <a:lnTo>
                    <a:pt x="253962" y="480508"/>
                  </a:lnTo>
                  <a:lnTo>
                    <a:pt x="249602" y="481781"/>
                  </a:lnTo>
                  <a:lnTo>
                    <a:pt x="263794" y="496312"/>
                  </a:lnTo>
                  <a:cubicBezTo>
                    <a:pt x="263794" y="496312"/>
                    <a:pt x="266391" y="510843"/>
                    <a:pt x="262032" y="523179"/>
                  </a:cubicBezTo>
                  <a:cubicBezTo>
                    <a:pt x="257672" y="535514"/>
                    <a:pt x="255075" y="540739"/>
                    <a:pt x="262588" y="542407"/>
                  </a:cubicBezTo>
                  <a:lnTo>
                    <a:pt x="270101" y="552284"/>
                  </a:lnTo>
                  <a:cubicBezTo>
                    <a:pt x="270101" y="552284"/>
                    <a:pt x="263145" y="557772"/>
                    <a:pt x="269545" y="561328"/>
                  </a:cubicBezTo>
                  <a:cubicBezTo>
                    <a:pt x="269545" y="561328"/>
                    <a:pt x="261707" y="572830"/>
                    <a:pt x="262867" y="581083"/>
                  </a:cubicBezTo>
                  <a:lnTo>
                    <a:pt x="266623" y="596184"/>
                  </a:lnTo>
                  <a:cubicBezTo>
                    <a:pt x="266623" y="596184"/>
                    <a:pt x="275620" y="603603"/>
                    <a:pt x="277661" y="605798"/>
                  </a:cubicBezTo>
                  <a:cubicBezTo>
                    <a:pt x="279701" y="607993"/>
                    <a:pt x="282299" y="612647"/>
                    <a:pt x="282299" y="612647"/>
                  </a:cubicBezTo>
                  <a:lnTo>
                    <a:pt x="288698" y="619232"/>
                  </a:lnTo>
                  <a:lnTo>
                    <a:pt x="286658" y="621690"/>
                  </a:lnTo>
                  <a:lnTo>
                    <a:pt x="278264" y="610979"/>
                  </a:lnTo>
                  <a:lnTo>
                    <a:pt x="271864" y="603560"/>
                  </a:lnTo>
                  <a:lnTo>
                    <a:pt x="264629" y="597501"/>
                  </a:lnTo>
                  <a:lnTo>
                    <a:pt x="261150" y="582663"/>
                  </a:lnTo>
                  <a:lnTo>
                    <a:pt x="256791" y="579107"/>
                  </a:lnTo>
                  <a:cubicBezTo>
                    <a:pt x="256791" y="579107"/>
                    <a:pt x="251272" y="582400"/>
                    <a:pt x="250391" y="585429"/>
                  </a:cubicBezTo>
                  <a:cubicBezTo>
                    <a:pt x="250391" y="585429"/>
                    <a:pt x="248350" y="577746"/>
                    <a:pt x="256467" y="576649"/>
                  </a:cubicBezTo>
                  <a:lnTo>
                    <a:pt x="246635" y="569537"/>
                  </a:lnTo>
                  <a:lnTo>
                    <a:pt x="239956" y="571205"/>
                  </a:lnTo>
                  <a:cubicBezTo>
                    <a:pt x="239956" y="571205"/>
                    <a:pt x="237081" y="565454"/>
                    <a:pt x="234159" y="565981"/>
                  </a:cubicBezTo>
                  <a:cubicBezTo>
                    <a:pt x="231237" y="566508"/>
                    <a:pt x="227202" y="574761"/>
                    <a:pt x="227202" y="574761"/>
                  </a:cubicBezTo>
                  <a:lnTo>
                    <a:pt x="217649" y="584375"/>
                  </a:lnTo>
                  <a:cubicBezTo>
                    <a:pt x="217649" y="584375"/>
                    <a:pt x="207817" y="583848"/>
                    <a:pt x="205498" y="592892"/>
                  </a:cubicBezTo>
                  <a:cubicBezTo>
                    <a:pt x="205498" y="592892"/>
                    <a:pt x="192466" y="600004"/>
                    <a:pt x="193347" y="606062"/>
                  </a:cubicBezTo>
                  <a:cubicBezTo>
                    <a:pt x="194228" y="612120"/>
                    <a:pt x="202019" y="620329"/>
                    <a:pt x="202019" y="620329"/>
                  </a:cubicBezTo>
                  <a:lnTo>
                    <a:pt x="203457" y="628583"/>
                  </a:lnTo>
                  <a:lnTo>
                    <a:pt x="202298" y="634334"/>
                  </a:lnTo>
                  <a:lnTo>
                    <a:pt x="208095" y="638460"/>
                  </a:lnTo>
                  <a:lnTo>
                    <a:pt x="214773" y="641182"/>
                  </a:lnTo>
                  <a:lnTo>
                    <a:pt x="217649" y="643904"/>
                  </a:lnTo>
                  <a:lnTo>
                    <a:pt x="228362" y="645001"/>
                  </a:lnTo>
                  <a:lnTo>
                    <a:pt x="228918" y="648030"/>
                  </a:lnTo>
                  <a:lnTo>
                    <a:pt x="224559" y="646933"/>
                  </a:lnTo>
                  <a:lnTo>
                    <a:pt x="215005" y="645265"/>
                  </a:lnTo>
                  <a:lnTo>
                    <a:pt x="210089" y="641138"/>
                  </a:lnTo>
                  <a:lnTo>
                    <a:pt x="201973" y="637582"/>
                  </a:lnTo>
                  <a:lnTo>
                    <a:pt x="195898" y="633719"/>
                  </a:lnTo>
                  <a:lnTo>
                    <a:pt x="193301" y="637011"/>
                  </a:lnTo>
                  <a:lnTo>
                    <a:pt x="190101" y="635080"/>
                  </a:lnTo>
                  <a:cubicBezTo>
                    <a:pt x="190101" y="635080"/>
                    <a:pt x="176187" y="627968"/>
                    <a:pt x="172987" y="630953"/>
                  </a:cubicBezTo>
                  <a:lnTo>
                    <a:pt x="167793" y="631480"/>
                  </a:lnTo>
                  <a:lnTo>
                    <a:pt x="167515" y="627617"/>
                  </a:lnTo>
                  <a:lnTo>
                    <a:pt x="163434" y="624895"/>
                  </a:lnTo>
                  <a:cubicBezTo>
                    <a:pt x="163434" y="624895"/>
                    <a:pt x="161393" y="619408"/>
                    <a:pt x="156755" y="618047"/>
                  </a:cubicBezTo>
                  <a:cubicBezTo>
                    <a:pt x="156755" y="618047"/>
                    <a:pt x="150680" y="612822"/>
                    <a:pt x="148361" y="616115"/>
                  </a:cubicBezTo>
                  <a:cubicBezTo>
                    <a:pt x="146042" y="619408"/>
                    <a:pt x="146923" y="624061"/>
                    <a:pt x="146923" y="624061"/>
                  </a:cubicBezTo>
                  <a:lnTo>
                    <a:pt x="141729" y="625158"/>
                  </a:lnTo>
                  <a:cubicBezTo>
                    <a:pt x="141729" y="625158"/>
                    <a:pt x="147526" y="639426"/>
                    <a:pt x="155039" y="644650"/>
                  </a:cubicBezTo>
                  <a:cubicBezTo>
                    <a:pt x="155039" y="644650"/>
                    <a:pt x="160234" y="643289"/>
                    <a:pt x="161996" y="641094"/>
                  </a:cubicBezTo>
                  <a:lnTo>
                    <a:pt x="165753" y="646011"/>
                  </a:lnTo>
                  <a:cubicBezTo>
                    <a:pt x="165753" y="646011"/>
                    <a:pt x="162553" y="647108"/>
                    <a:pt x="164871" y="650401"/>
                  </a:cubicBezTo>
                  <a:lnTo>
                    <a:pt x="166912" y="655625"/>
                  </a:lnTo>
                  <a:lnTo>
                    <a:pt x="164871" y="660278"/>
                  </a:lnTo>
                  <a:cubicBezTo>
                    <a:pt x="164871" y="660278"/>
                    <a:pt x="160234" y="657557"/>
                    <a:pt x="157637" y="662737"/>
                  </a:cubicBezTo>
                  <a:lnTo>
                    <a:pt x="154158" y="662737"/>
                  </a:lnTo>
                  <a:lnTo>
                    <a:pt x="153880" y="660542"/>
                  </a:lnTo>
                  <a:lnTo>
                    <a:pt x="146367" y="659444"/>
                  </a:lnTo>
                  <a:lnTo>
                    <a:pt x="139410" y="656415"/>
                  </a:lnTo>
                  <a:lnTo>
                    <a:pt x="137694" y="651762"/>
                  </a:lnTo>
                  <a:lnTo>
                    <a:pt x="134494" y="649830"/>
                  </a:lnTo>
                  <a:lnTo>
                    <a:pt x="133613" y="644913"/>
                  </a:lnTo>
                  <a:lnTo>
                    <a:pt x="128094" y="644387"/>
                  </a:lnTo>
                  <a:lnTo>
                    <a:pt x="126656" y="646055"/>
                  </a:lnTo>
                  <a:cubicBezTo>
                    <a:pt x="126656" y="646055"/>
                    <a:pt x="119700" y="644957"/>
                    <a:pt x="117103" y="638372"/>
                  </a:cubicBezTo>
                  <a:lnTo>
                    <a:pt x="117984" y="634816"/>
                  </a:lnTo>
                  <a:lnTo>
                    <a:pt x="116268" y="624676"/>
                  </a:lnTo>
                  <a:lnTo>
                    <a:pt x="114552" y="622217"/>
                  </a:lnTo>
                  <a:lnTo>
                    <a:pt x="115433" y="619495"/>
                  </a:lnTo>
                  <a:lnTo>
                    <a:pt x="110795" y="612910"/>
                  </a:lnTo>
                  <a:lnTo>
                    <a:pt x="111074" y="609047"/>
                  </a:lnTo>
                  <a:cubicBezTo>
                    <a:pt x="111074" y="609047"/>
                    <a:pt x="117427" y="601628"/>
                    <a:pt x="115108" y="595614"/>
                  </a:cubicBezTo>
                  <a:cubicBezTo>
                    <a:pt x="115108" y="595614"/>
                    <a:pt x="119143" y="598072"/>
                    <a:pt x="119143" y="596141"/>
                  </a:cubicBezTo>
                  <a:cubicBezTo>
                    <a:pt x="119143" y="594209"/>
                    <a:pt x="116824" y="591224"/>
                    <a:pt x="116824" y="591224"/>
                  </a:cubicBezTo>
                  <a:lnTo>
                    <a:pt x="113068" y="585166"/>
                  </a:lnTo>
                  <a:cubicBezTo>
                    <a:pt x="113068" y="585166"/>
                    <a:pt x="106111" y="576912"/>
                    <a:pt x="100314" y="576912"/>
                  </a:cubicBezTo>
                  <a:lnTo>
                    <a:pt x="97995" y="573049"/>
                  </a:lnTo>
                  <a:lnTo>
                    <a:pt x="95955" y="569186"/>
                  </a:lnTo>
                  <a:lnTo>
                    <a:pt x="91317" y="567518"/>
                  </a:lnTo>
                  <a:lnTo>
                    <a:pt x="94795" y="565586"/>
                  </a:lnTo>
                  <a:lnTo>
                    <a:pt x="92476" y="563654"/>
                  </a:lnTo>
                  <a:lnTo>
                    <a:pt x="91039" y="560625"/>
                  </a:lnTo>
                  <a:lnTo>
                    <a:pt x="87839" y="560625"/>
                  </a:lnTo>
                  <a:lnTo>
                    <a:pt x="78563" y="552679"/>
                  </a:lnTo>
                  <a:cubicBezTo>
                    <a:pt x="78563" y="552679"/>
                    <a:pt x="81438" y="546621"/>
                    <a:pt x="75688" y="545568"/>
                  </a:cubicBezTo>
                  <a:cubicBezTo>
                    <a:pt x="75688" y="545568"/>
                    <a:pt x="74528" y="542846"/>
                    <a:pt x="75688" y="542846"/>
                  </a:cubicBezTo>
                  <a:cubicBezTo>
                    <a:pt x="76847" y="542846"/>
                    <a:pt x="79305" y="544777"/>
                    <a:pt x="79305" y="544777"/>
                  </a:cubicBezTo>
                  <a:lnTo>
                    <a:pt x="84685" y="544514"/>
                  </a:lnTo>
                  <a:lnTo>
                    <a:pt x="84685" y="547806"/>
                  </a:lnTo>
                  <a:lnTo>
                    <a:pt x="95120" y="559616"/>
                  </a:lnTo>
                  <a:lnTo>
                    <a:pt x="95120" y="556587"/>
                  </a:lnTo>
                  <a:lnTo>
                    <a:pt x="101520" y="559616"/>
                  </a:lnTo>
                  <a:lnTo>
                    <a:pt x="108755" y="562074"/>
                  </a:lnTo>
                  <a:lnTo>
                    <a:pt x="108755" y="565630"/>
                  </a:lnTo>
                  <a:lnTo>
                    <a:pt x="116268" y="564269"/>
                  </a:lnTo>
                  <a:lnTo>
                    <a:pt x="122343" y="567562"/>
                  </a:lnTo>
                  <a:cubicBezTo>
                    <a:pt x="122343" y="567562"/>
                    <a:pt x="125219" y="574410"/>
                    <a:pt x="153648" y="576605"/>
                  </a:cubicBezTo>
                  <a:cubicBezTo>
                    <a:pt x="153648" y="576605"/>
                    <a:pt x="169880" y="588414"/>
                    <a:pt x="185231" y="580732"/>
                  </a:cubicBezTo>
                  <a:cubicBezTo>
                    <a:pt x="200582" y="573049"/>
                    <a:pt x="208976" y="567957"/>
                    <a:pt x="210460" y="563084"/>
                  </a:cubicBezTo>
                  <a:cubicBezTo>
                    <a:pt x="210460" y="563084"/>
                    <a:pt x="224095" y="551889"/>
                    <a:pt x="219179" y="540387"/>
                  </a:cubicBezTo>
                  <a:lnTo>
                    <a:pt x="215979" y="539026"/>
                  </a:lnTo>
                  <a:cubicBezTo>
                    <a:pt x="215979" y="539026"/>
                    <a:pt x="216860" y="531607"/>
                    <a:pt x="214263" y="530510"/>
                  </a:cubicBezTo>
                  <a:cubicBezTo>
                    <a:pt x="214263" y="530510"/>
                    <a:pt x="217138" y="521730"/>
                    <a:pt x="210228" y="518437"/>
                  </a:cubicBezTo>
                  <a:lnTo>
                    <a:pt x="203272" y="518437"/>
                  </a:lnTo>
                  <a:lnTo>
                    <a:pt x="203272" y="512950"/>
                  </a:lnTo>
                  <a:cubicBezTo>
                    <a:pt x="203272" y="512950"/>
                    <a:pt x="196037" y="506628"/>
                    <a:pt x="195759" y="504170"/>
                  </a:cubicBezTo>
                  <a:lnTo>
                    <a:pt x="194599" y="507462"/>
                  </a:lnTo>
                  <a:lnTo>
                    <a:pt x="191121" y="507462"/>
                  </a:lnTo>
                  <a:cubicBezTo>
                    <a:pt x="191121" y="507462"/>
                    <a:pt x="180686" y="492931"/>
                    <a:pt x="172848" y="494819"/>
                  </a:cubicBezTo>
                  <a:cubicBezTo>
                    <a:pt x="172848" y="494819"/>
                    <a:pt x="135746" y="450919"/>
                    <a:pt x="119236" y="458865"/>
                  </a:cubicBezTo>
                  <a:lnTo>
                    <a:pt x="111398" y="457899"/>
                  </a:lnTo>
                  <a:lnTo>
                    <a:pt x="107920" y="455572"/>
                  </a:lnTo>
                  <a:lnTo>
                    <a:pt x="107642" y="453641"/>
                  </a:lnTo>
                  <a:lnTo>
                    <a:pt x="104442" y="453641"/>
                  </a:lnTo>
                  <a:lnTo>
                    <a:pt x="103004" y="455836"/>
                  </a:lnTo>
                  <a:lnTo>
                    <a:pt x="97207" y="456933"/>
                  </a:lnTo>
                  <a:lnTo>
                    <a:pt x="96650" y="463211"/>
                  </a:lnTo>
                  <a:lnTo>
                    <a:pt x="93775" y="465977"/>
                  </a:lnTo>
                  <a:lnTo>
                    <a:pt x="87700" y="466240"/>
                  </a:lnTo>
                  <a:lnTo>
                    <a:pt x="88859" y="464309"/>
                  </a:lnTo>
                  <a:lnTo>
                    <a:pt x="92616" y="463167"/>
                  </a:lnTo>
                  <a:lnTo>
                    <a:pt x="94656" y="459348"/>
                  </a:lnTo>
                  <a:lnTo>
                    <a:pt x="92616" y="457153"/>
                  </a:lnTo>
                  <a:lnTo>
                    <a:pt x="93775" y="454958"/>
                  </a:lnTo>
                  <a:cubicBezTo>
                    <a:pt x="93775" y="454958"/>
                    <a:pt x="96650" y="451402"/>
                    <a:pt x="94331" y="449734"/>
                  </a:cubicBezTo>
                  <a:cubicBezTo>
                    <a:pt x="92013" y="448066"/>
                    <a:pt x="86818" y="452456"/>
                    <a:pt x="86818" y="452456"/>
                  </a:cubicBezTo>
                  <a:cubicBezTo>
                    <a:pt x="86818" y="452456"/>
                    <a:pt x="86540" y="447231"/>
                    <a:pt x="80465" y="447231"/>
                  </a:cubicBezTo>
                  <a:cubicBezTo>
                    <a:pt x="80465" y="447231"/>
                    <a:pt x="76430" y="442578"/>
                    <a:pt x="71468" y="442578"/>
                  </a:cubicBezTo>
                  <a:lnTo>
                    <a:pt x="71468" y="440646"/>
                  </a:lnTo>
                  <a:cubicBezTo>
                    <a:pt x="71468" y="440646"/>
                    <a:pt x="75827" y="443368"/>
                    <a:pt x="81299" y="443105"/>
                  </a:cubicBezTo>
                  <a:cubicBezTo>
                    <a:pt x="86818" y="442841"/>
                    <a:pt x="93450" y="437617"/>
                    <a:pt x="85937" y="434325"/>
                  </a:cubicBezTo>
                  <a:lnTo>
                    <a:pt x="79862" y="432964"/>
                  </a:lnTo>
                  <a:lnTo>
                    <a:pt x="74946" y="428047"/>
                  </a:lnTo>
                  <a:lnTo>
                    <a:pt x="69752" y="428047"/>
                  </a:lnTo>
                  <a:lnTo>
                    <a:pt x="72627" y="434105"/>
                  </a:lnTo>
                  <a:lnTo>
                    <a:pt x="69752" y="432174"/>
                  </a:lnTo>
                  <a:lnTo>
                    <a:pt x="66876" y="436300"/>
                  </a:lnTo>
                  <a:lnTo>
                    <a:pt x="66876" y="439022"/>
                  </a:lnTo>
                  <a:lnTo>
                    <a:pt x="61357" y="436827"/>
                  </a:lnTo>
                  <a:lnTo>
                    <a:pt x="55838" y="433271"/>
                  </a:lnTo>
                  <a:lnTo>
                    <a:pt x="54957" y="433359"/>
                  </a:lnTo>
                  <a:lnTo>
                    <a:pt x="56256" y="444597"/>
                  </a:lnTo>
                  <a:lnTo>
                    <a:pt x="48186" y="446002"/>
                  </a:lnTo>
                  <a:lnTo>
                    <a:pt x="42203" y="440120"/>
                  </a:lnTo>
                  <a:lnTo>
                    <a:pt x="42203" y="450085"/>
                  </a:lnTo>
                  <a:lnTo>
                    <a:pt x="28986" y="457328"/>
                  </a:lnTo>
                  <a:lnTo>
                    <a:pt x="26157" y="467821"/>
                  </a:lnTo>
                  <a:lnTo>
                    <a:pt x="22632" y="466152"/>
                  </a:lnTo>
                  <a:lnTo>
                    <a:pt x="17021" y="470103"/>
                  </a:lnTo>
                  <a:lnTo>
                    <a:pt x="22771" y="473484"/>
                  </a:lnTo>
                  <a:lnTo>
                    <a:pt x="16186" y="488541"/>
                  </a:lnTo>
                  <a:lnTo>
                    <a:pt x="19710" y="500833"/>
                  </a:lnTo>
                  <a:lnTo>
                    <a:pt x="29079" y="504609"/>
                  </a:lnTo>
                  <a:lnTo>
                    <a:pt x="40163" y="521071"/>
                  </a:lnTo>
                  <a:lnTo>
                    <a:pt x="40163" y="527173"/>
                  </a:lnTo>
                  <a:lnTo>
                    <a:pt x="25832" y="549694"/>
                  </a:lnTo>
                  <a:cubicBezTo>
                    <a:pt x="28151" y="554216"/>
                    <a:pt x="43131" y="584024"/>
                    <a:pt x="43919" y="596492"/>
                  </a:cubicBezTo>
                  <a:lnTo>
                    <a:pt x="44012" y="597677"/>
                  </a:lnTo>
                  <a:lnTo>
                    <a:pt x="38029" y="597677"/>
                  </a:lnTo>
                  <a:lnTo>
                    <a:pt x="35803" y="599652"/>
                  </a:lnTo>
                  <a:lnTo>
                    <a:pt x="38354" y="600970"/>
                  </a:lnTo>
                  <a:lnTo>
                    <a:pt x="35432" y="611725"/>
                  </a:lnTo>
                  <a:lnTo>
                    <a:pt x="39606" y="614096"/>
                  </a:lnTo>
                  <a:lnTo>
                    <a:pt x="39606" y="617915"/>
                  </a:lnTo>
                  <a:lnTo>
                    <a:pt x="34226" y="620066"/>
                  </a:lnTo>
                  <a:lnTo>
                    <a:pt x="35942" y="628978"/>
                  </a:lnTo>
                  <a:lnTo>
                    <a:pt x="43966" y="628978"/>
                  </a:lnTo>
                  <a:lnTo>
                    <a:pt x="43966" y="642806"/>
                  </a:lnTo>
                  <a:lnTo>
                    <a:pt x="49485" y="648294"/>
                  </a:lnTo>
                  <a:lnTo>
                    <a:pt x="49485" y="653957"/>
                  </a:lnTo>
                  <a:lnTo>
                    <a:pt x="43688" y="663527"/>
                  </a:lnTo>
                  <a:lnTo>
                    <a:pt x="41601" y="664712"/>
                  </a:lnTo>
                  <a:lnTo>
                    <a:pt x="49114" y="674546"/>
                  </a:lnTo>
                  <a:lnTo>
                    <a:pt x="58296" y="680033"/>
                  </a:lnTo>
                  <a:lnTo>
                    <a:pt x="66783" y="693467"/>
                  </a:lnTo>
                  <a:lnTo>
                    <a:pt x="55421" y="712124"/>
                  </a:lnTo>
                  <a:lnTo>
                    <a:pt x="48372" y="720246"/>
                  </a:lnTo>
                  <a:lnTo>
                    <a:pt x="32789" y="741055"/>
                  </a:lnTo>
                  <a:lnTo>
                    <a:pt x="23142" y="751547"/>
                  </a:lnTo>
                  <a:lnTo>
                    <a:pt x="9275" y="764936"/>
                  </a:lnTo>
                  <a:lnTo>
                    <a:pt x="6308" y="769809"/>
                  </a:lnTo>
                  <a:lnTo>
                    <a:pt x="9693" y="769107"/>
                  </a:lnTo>
                  <a:lnTo>
                    <a:pt x="12383" y="767087"/>
                  </a:lnTo>
                  <a:lnTo>
                    <a:pt x="15258" y="765068"/>
                  </a:lnTo>
                  <a:lnTo>
                    <a:pt x="17206" y="765595"/>
                  </a:lnTo>
                  <a:lnTo>
                    <a:pt x="19154" y="768141"/>
                  </a:lnTo>
                  <a:lnTo>
                    <a:pt x="19942" y="770512"/>
                  </a:lnTo>
                  <a:lnTo>
                    <a:pt x="16464" y="769063"/>
                  </a:lnTo>
                  <a:lnTo>
                    <a:pt x="16278" y="771785"/>
                  </a:lnTo>
                  <a:lnTo>
                    <a:pt x="18783" y="773628"/>
                  </a:lnTo>
                  <a:lnTo>
                    <a:pt x="23421" y="776921"/>
                  </a:lnTo>
                  <a:lnTo>
                    <a:pt x="24394" y="778765"/>
                  </a:lnTo>
                  <a:lnTo>
                    <a:pt x="30006" y="778765"/>
                  </a:lnTo>
                  <a:lnTo>
                    <a:pt x="33299" y="778018"/>
                  </a:lnTo>
                  <a:cubicBezTo>
                    <a:pt x="33299" y="778018"/>
                    <a:pt x="39467" y="779687"/>
                    <a:pt x="39699" y="781487"/>
                  </a:cubicBezTo>
                  <a:cubicBezTo>
                    <a:pt x="39885" y="783330"/>
                    <a:pt x="42389" y="785701"/>
                    <a:pt x="43177" y="785877"/>
                  </a:cubicBezTo>
                  <a:lnTo>
                    <a:pt x="43177" y="788072"/>
                  </a:lnTo>
                  <a:cubicBezTo>
                    <a:pt x="43177" y="788072"/>
                    <a:pt x="28290" y="783506"/>
                    <a:pt x="25600" y="786623"/>
                  </a:cubicBezTo>
                  <a:cubicBezTo>
                    <a:pt x="22910" y="789740"/>
                    <a:pt x="17299" y="791759"/>
                    <a:pt x="16139" y="789740"/>
                  </a:cubicBezTo>
                  <a:lnTo>
                    <a:pt x="14609" y="790486"/>
                  </a:lnTo>
                  <a:lnTo>
                    <a:pt x="14238" y="793032"/>
                  </a:lnTo>
                  <a:lnTo>
                    <a:pt x="11734" y="793208"/>
                  </a:lnTo>
                  <a:lnTo>
                    <a:pt x="10760" y="790267"/>
                  </a:lnTo>
                  <a:cubicBezTo>
                    <a:pt x="10760" y="790267"/>
                    <a:pt x="6910" y="791935"/>
                    <a:pt x="9229" y="795930"/>
                  </a:cubicBezTo>
                  <a:cubicBezTo>
                    <a:pt x="9229" y="795930"/>
                    <a:pt x="9229" y="796939"/>
                    <a:pt x="9044" y="798125"/>
                  </a:cubicBezTo>
                  <a:lnTo>
                    <a:pt x="13032" y="802164"/>
                  </a:lnTo>
                  <a:cubicBezTo>
                    <a:pt x="13403" y="802515"/>
                    <a:pt x="13450" y="803085"/>
                    <a:pt x="13171" y="803524"/>
                  </a:cubicBezTo>
                  <a:lnTo>
                    <a:pt x="10713" y="807080"/>
                  </a:lnTo>
                  <a:cubicBezTo>
                    <a:pt x="10481" y="807388"/>
                    <a:pt x="10157" y="807563"/>
                    <a:pt x="9739" y="807563"/>
                  </a:cubicBezTo>
                  <a:lnTo>
                    <a:pt x="6725" y="807563"/>
                  </a:lnTo>
                  <a:lnTo>
                    <a:pt x="4406" y="815816"/>
                  </a:lnTo>
                  <a:lnTo>
                    <a:pt x="5797" y="815816"/>
                  </a:lnTo>
                  <a:lnTo>
                    <a:pt x="4359" y="822709"/>
                  </a:lnTo>
                  <a:lnTo>
                    <a:pt x="5797" y="828986"/>
                  </a:lnTo>
                  <a:lnTo>
                    <a:pt x="1762" y="833289"/>
                  </a:lnTo>
                  <a:lnTo>
                    <a:pt x="10760" y="841893"/>
                  </a:lnTo>
                  <a:lnTo>
                    <a:pt x="8441" y="847117"/>
                  </a:lnTo>
                  <a:lnTo>
                    <a:pt x="5009" y="843605"/>
                  </a:lnTo>
                  <a:lnTo>
                    <a:pt x="5426" y="844571"/>
                  </a:lnTo>
                  <a:cubicBezTo>
                    <a:pt x="5565" y="844878"/>
                    <a:pt x="5565" y="845273"/>
                    <a:pt x="5380" y="845581"/>
                  </a:cubicBezTo>
                  <a:lnTo>
                    <a:pt x="742" y="852912"/>
                  </a:lnTo>
                  <a:lnTo>
                    <a:pt x="0" y="854536"/>
                  </a:lnTo>
                  <a:lnTo>
                    <a:pt x="5565" y="860682"/>
                  </a:lnTo>
                  <a:cubicBezTo>
                    <a:pt x="5565" y="860682"/>
                    <a:pt x="5705" y="860858"/>
                    <a:pt x="5751" y="860946"/>
                  </a:cubicBezTo>
                  <a:lnTo>
                    <a:pt x="7513" y="864809"/>
                  </a:lnTo>
                  <a:cubicBezTo>
                    <a:pt x="7606" y="865072"/>
                    <a:pt x="7652" y="865336"/>
                    <a:pt x="7513" y="865599"/>
                  </a:cubicBezTo>
                  <a:lnTo>
                    <a:pt x="4452" y="874204"/>
                  </a:lnTo>
                  <a:lnTo>
                    <a:pt x="5936" y="873589"/>
                  </a:lnTo>
                  <a:cubicBezTo>
                    <a:pt x="6261" y="873457"/>
                    <a:pt x="6586" y="873457"/>
                    <a:pt x="6910" y="873589"/>
                  </a:cubicBezTo>
                  <a:cubicBezTo>
                    <a:pt x="7235" y="873721"/>
                    <a:pt x="7467" y="873984"/>
                    <a:pt x="7560" y="874291"/>
                  </a:cubicBezTo>
                  <a:cubicBezTo>
                    <a:pt x="8255" y="876574"/>
                    <a:pt x="9415" y="880393"/>
                    <a:pt x="9600" y="881710"/>
                  </a:cubicBezTo>
                  <a:cubicBezTo>
                    <a:pt x="9878" y="881930"/>
                    <a:pt x="10528" y="882325"/>
                    <a:pt x="10945" y="882588"/>
                  </a:cubicBezTo>
                  <a:cubicBezTo>
                    <a:pt x="12383" y="883466"/>
                    <a:pt x="13264" y="884037"/>
                    <a:pt x="13450" y="884871"/>
                  </a:cubicBezTo>
                  <a:cubicBezTo>
                    <a:pt x="13496" y="885179"/>
                    <a:pt x="13450" y="885705"/>
                    <a:pt x="13218" y="885925"/>
                  </a:cubicBezTo>
                  <a:cubicBezTo>
                    <a:pt x="13078" y="886452"/>
                    <a:pt x="13125" y="889964"/>
                    <a:pt x="13357" y="893168"/>
                  </a:cubicBezTo>
                  <a:lnTo>
                    <a:pt x="19525" y="894354"/>
                  </a:lnTo>
                  <a:cubicBezTo>
                    <a:pt x="19989" y="894441"/>
                    <a:pt x="20360" y="894793"/>
                    <a:pt x="20453" y="895232"/>
                  </a:cubicBezTo>
                  <a:lnTo>
                    <a:pt x="20870" y="897471"/>
                  </a:lnTo>
                  <a:lnTo>
                    <a:pt x="25183" y="894529"/>
                  </a:lnTo>
                  <a:cubicBezTo>
                    <a:pt x="25647" y="894222"/>
                    <a:pt x="26250" y="894266"/>
                    <a:pt x="26621" y="894617"/>
                  </a:cubicBezTo>
                  <a:lnTo>
                    <a:pt x="32047" y="899270"/>
                  </a:lnTo>
                  <a:cubicBezTo>
                    <a:pt x="32372" y="899534"/>
                    <a:pt x="32464" y="899929"/>
                    <a:pt x="32418" y="900280"/>
                  </a:cubicBezTo>
                  <a:lnTo>
                    <a:pt x="31676" y="903748"/>
                  </a:lnTo>
                  <a:lnTo>
                    <a:pt x="38957" y="900895"/>
                  </a:lnTo>
                  <a:lnTo>
                    <a:pt x="46053" y="899007"/>
                  </a:lnTo>
                  <a:cubicBezTo>
                    <a:pt x="46563" y="898875"/>
                    <a:pt x="47119" y="899095"/>
                    <a:pt x="47351" y="899534"/>
                  </a:cubicBezTo>
                  <a:lnTo>
                    <a:pt x="51433" y="906295"/>
                  </a:lnTo>
                  <a:lnTo>
                    <a:pt x="54679" y="904626"/>
                  </a:lnTo>
                  <a:cubicBezTo>
                    <a:pt x="55096" y="904407"/>
                    <a:pt x="55607" y="904451"/>
                    <a:pt x="55931" y="904714"/>
                  </a:cubicBezTo>
                  <a:cubicBezTo>
                    <a:pt x="56302" y="904978"/>
                    <a:pt x="56441" y="905416"/>
                    <a:pt x="56348" y="905855"/>
                  </a:cubicBezTo>
                  <a:lnTo>
                    <a:pt x="53427" y="917094"/>
                  </a:lnTo>
                  <a:lnTo>
                    <a:pt x="56812" y="920255"/>
                  </a:lnTo>
                  <a:cubicBezTo>
                    <a:pt x="57183" y="920606"/>
                    <a:pt x="57276" y="921177"/>
                    <a:pt x="56998" y="921616"/>
                  </a:cubicBezTo>
                  <a:lnTo>
                    <a:pt x="52638" y="928640"/>
                  </a:lnTo>
                  <a:lnTo>
                    <a:pt x="60383" y="932108"/>
                  </a:lnTo>
                  <a:cubicBezTo>
                    <a:pt x="60708" y="932239"/>
                    <a:pt x="60940" y="932547"/>
                    <a:pt x="61033" y="932898"/>
                  </a:cubicBezTo>
                  <a:cubicBezTo>
                    <a:pt x="61079" y="933249"/>
                    <a:pt x="61033" y="933600"/>
                    <a:pt x="60708" y="933864"/>
                  </a:cubicBezTo>
                  <a:lnTo>
                    <a:pt x="57879" y="936673"/>
                  </a:lnTo>
                  <a:lnTo>
                    <a:pt x="61960" y="938824"/>
                  </a:lnTo>
                  <a:cubicBezTo>
                    <a:pt x="62331" y="939000"/>
                    <a:pt x="62563" y="939395"/>
                    <a:pt x="62563" y="939790"/>
                  </a:cubicBezTo>
                  <a:lnTo>
                    <a:pt x="62563" y="943302"/>
                  </a:lnTo>
                  <a:lnTo>
                    <a:pt x="69891" y="945805"/>
                  </a:lnTo>
                  <a:cubicBezTo>
                    <a:pt x="70401" y="945980"/>
                    <a:pt x="70725" y="946463"/>
                    <a:pt x="70633" y="946990"/>
                  </a:cubicBezTo>
                  <a:lnTo>
                    <a:pt x="69612" y="953487"/>
                  </a:lnTo>
                  <a:lnTo>
                    <a:pt x="79352" y="955463"/>
                  </a:lnTo>
                  <a:cubicBezTo>
                    <a:pt x="79908" y="955550"/>
                    <a:pt x="80279" y="956033"/>
                    <a:pt x="80279" y="956516"/>
                  </a:cubicBezTo>
                  <a:lnTo>
                    <a:pt x="80279" y="959019"/>
                  </a:lnTo>
                  <a:lnTo>
                    <a:pt x="86911" y="965647"/>
                  </a:lnTo>
                  <a:cubicBezTo>
                    <a:pt x="87143" y="965911"/>
                    <a:pt x="87282" y="966218"/>
                    <a:pt x="87236" y="966569"/>
                  </a:cubicBezTo>
                  <a:cubicBezTo>
                    <a:pt x="87189" y="966920"/>
                    <a:pt x="86957" y="967184"/>
                    <a:pt x="86633" y="967360"/>
                  </a:cubicBezTo>
                  <a:lnTo>
                    <a:pt x="81624" y="969906"/>
                  </a:lnTo>
                  <a:cubicBezTo>
                    <a:pt x="81624" y="969906"/>
                    <a:pt x="81253" y="970037"/>
                    <a:pt x="81068" y="970037"/>
                  </a:cubicBezTo>
                  <a:lnTo>
                    <a:pt x="78053" y="970037"/>
                  </a:lnTo>
                  <a:lnTo>
                    <a:pt x="76755" y="973681"/>
                  </a:lnTo>
                  <a:cubicBezTo>
                    <a:pt x="76569" y="974164"/>
                    <a:pt x="76059" y="974471"/>
                    <a:pt x="75549" y="974427"/>
                  </a:cubicBezTo>
                  <a:lnTo>
                    <a:pt x="71282" y="974076"/>
                  </a:lnTo>
                  <a:cubicBezTo>
                    <a:pt x="71282" y="974076"/>
                    <a:pt x="70865" y="973988"/>
                    <a:pt x="70725" y="973857"/>
                  </a:cubicBezTo>
                  <a:lnTo>
                    <a:pt x="65670" y="970345"/>
                  </a:lnTo>
                  <a:lnTo>
                    <a:pt x="61125" y="973857"/>
                  </a:lnTo>
                  <a:lnTo>
                    <a:pt x="66505" y="979564"/>
                  </a:lnTo>
                  <a:cubicBezTo>
                    <a:pt x="66737" y="979827"/>
                    <a:pt x="66830" y="980134"/>
                    <a:pt x="66783" y="980486"/>
                  </a:cubicBezTo>
                  <a:cubicBezTo>
                    <a:pt x="66737" y="980837"/>
                    <a:pt x="66505" y="981100"/>
                    <a:pt x="66227" y="981276"/>
                  </a:cubicBezTo>
                  <a:lnTo>
                    <a:pt x="64186" y="982373"/>
                  </a:lnTo>
                  <a:lnTo>
                    <a:pt x="66459" y="984305"/>
                  </a:lnTo>
                  <a:cubicBezTo>
                    <a:pt x="66691" y="984524"/>
                    <a:pt x="66830" y="984832"/>
                    <a:pt x="66830" y="985139"/>
                  </a:cubicBezTo>
                  <a:lnTo>
                    <a:pt x="66830" y="995280"/>
                  </a:lnTo>
                  <a:lnTo>
                    <a:pt x="72812" y="997080"/>
                  </a:lnTo>
                  <a:lnTo>
                    <a:pt x="75502" y="995368"/>
                  </a:lnTo>
                  <a:lnTo>
                    <a:pt x="77311" y="990231"/>
                  </a:lnTo>
                  <a:cubicBezTo>
                    <a:pt x="77404" y="989924"/>
                    <a:pt x="77682" y="989661"/>
                    <a:pt x="77960" y="989573"/>
                  </a:cubicBezTo>
                  <a:cubicBezTo>
                    <a:pt x="78285" y="989441"/>
                    <a:pt x="78656" y="989485"/>
                    <a:pt x="78934" y="989617"/>
                  </a:cubicBezTo>
                  <a:lnTo>
                    <a:pt x="85798" y="993041"/>
                  </a:lnTo>
                  <a:lnTo>
                    <a:pt x="88302" y="989924"/>
                  </a:lnTo>
                  <a:cubicBezTo>
                    <a:pt x="88534" y="989661"/>
                    <a:pt x="88859" y="989485"/>
                    <a:pt x="89230" y="989485"/>
                  </a:cubicBezTo>
                  <a:lnTo>
                    <a:pt x="94239" y="989485"/>
                  </a:lnTo>
                  <a:cubicBezTo>
                    <a:pt x="94610" y="989485"/>
                    <a:pt x="94981" y="989661"/>
                    <a:pt x="95213" y="989968"/>
                  </a:cubicBezTo>
                  <a:lnTo>
                    <a:pt x="97021" y="992514"/>
                  </a:lnTo>
                  <a:lnTo>
                    <a:pt x="99108" y="989880"/>
                  </a:lnTo>
                  <a:cubicBezTo>
                    <a:pt x="99340" y="989617"/>
                    <a:pt x="99665" y="989441"/>
                    <a:pt x="100036" y="989441"/>
                  </a:cubicBezTo>
                  <a:lnTo>
                    <a:pt x="100036" y="989441"/>
                  </a:lnTo>
                  <a:cubicBezTo>
                    <a:pt x="100407" y="989441"/>
                    <a:pt x="100732" y="989617"/>
                    <a:pt x="100963" y="989880"/>
                  </a:cubicBezTo>
                  <a:lnTo>
                    <a:pt x="111769" y="1004148"/>
                  </a:lnTo>
                  <a:cubicBezTo>
                    <a:pt x="111955" y="1004411"/>
                    <a:pt x="112048" y="1004762"/>
                    <a:pt x="111955" y="1005114"/>
                  </a:cubicBezTo>
                  <a:cubicBezTo>
                    <a:pt x="111862" y="1005421"/>
                    <a:pt x="111584" y="1005684"/>
                    <a:pt x="111259" y="1005816"/>
                  </a:cubicBezTo>
                  <a:lnTo>
                    <a:pt x="105879" y="1007791"/>
                  </a:lnTo>
                  <a:lnTo>
                    <a:pt x="108987" y="1010996"/>
                  </a:lnTo>
                  <a:cubicBezTo>
                    <a:pt x="109219" y="1011216"/>
                    <a:pt x="109311" y="1011567"/>
                    <a:pt x="109265" y="1011874"/>
                  </a:cubicBezTo>
                  <a:lnTo>
                    <a:pt x="108616" y="1016659"/>
                  </a:lnTo>
                  <a:lnTo>
                    <a:pt x="115619" y="1019952"/>
                  </a:lnTo>
                  <a:lnTo>
                    <a:pt x="122158" y="1018327"/>
                  </a:lnTo>
                  <a:cubicBezTo>
                    <a:pt x="122575" y="1018240"/>
                    <a:pt x="123039" y="1018327"/>
                    <a:pt x="123317" y="1018679"/>
                  </a:cubicBezTo>
                  <a:lnTo>
                    <a:pt x="126796" y="1022542"/>
                  </a:lnTo>
                  <a:cubicBezTo>
                    <a:pt x="126796" y="1022542"/>
                    <a:pt x="127074" y="1022981"/>
                    <a:pt x="127074" y="1023244"/>
                  </a:cubicBezTo>
                  <a:lnTo>
                    <a:pt x="127074" y="1033210"/>
                  </a:lnTo>
                  <a:lnTo>
                    <a:pt x="130135" y="1036370"/>
                  </a:lnTo>
                  <a:lnTo>
                    <a:pt x="134819" y="1034790"/>
                  </a:lnTo>
                  <a:cubicBezTo>
                    <a:pt x="135143" y="1034702"/>
                    <a:pt x="135515" y="1034702"/>
                    <a:pt x="135839" y="1034878"/>
                  </a:cubicBezTo>
                  <a:lnTo>
                    <a:pt x="145718" y="1040760"/>
                  </a:lnTo>
                  <a:lnTo>
                    <a:pt x="157497" y="1035536"/>
                  </a:lnTo>
                  <a:cubicBezTo>
                    <a:pt x="157776" y="1035405"/>
                    <a:pt x="158147" y="1035405"/>
                    <a:pt x="158425" y="1035536"/>
                  </a:cubicBezTo>
                  <a:cubicBezTo>
                    <a:pt x="158750" y="1035668"/>
                    <a:pt x="158981" y="1035887"/>
                    <a:pt x="159074" y="1036151"/>
                  </a:cubicBezTo>
                  <a:lnTo>
                    <a:pt x="161718" y="1042912"/>
                  </a:lnTo>
                  <a:lnTo>
                    <a:pt x="166356" y="1048223"/>
                  </a:lnTo>
                  <a:lnTo>
                    <a:pt x="172060" y="1044711"/>
                  </a:lnTo>
                  <a:cubicBezTo>
                    <a:pt x="172431" y="1044492"/>
                    <a:pt x="172848" y="1044492"/>
                    <a:pt x="173219" y="1044711"/>
                  </a:cubicBezTo>
                  <a:cubicBezTo>
                    <a:pt x="173590" y="1044887"/>
                    <a:pt x="173822" y="1045282"/>
                    <a:pt x="173822" y="1045677"/>
                  </a:cubicBezTo>
                  <a:lnTo>
                    <a:pt x="173822" y="1047126"/>
                  </a:lnTo>
                  <a:lnTo>
                    <a:pt x="177764" y="1048662"/>
                  </a:lnTo>
                  <a:lnTo>
                    <a:pt x="183654" y="1050418"/>
                  </a:lnTo>
                  <a:lnTo>
                    <a:pt x="185787" y="1050418"/>
                  </a:lnTo>
                  <a:cubicBezTo>
                    <a:pt x="185787" y="1050418"/>
                    <a:pt x="186158" y="1050462"/>
                    <a:pt x="186344" y="1050550"/>
                  </a:cubicBezTo>
                  <a:lnTo>
                    <a:pt x="189822" y="1052394"/>
                  </a:lnTo>
                  <a:lnTo>
                    <a:pt x="194738" y="1056740"/>
                  </a:lnTo>
                  <a:lnTo>
                    <a:pt x="199700" y="1056740"/>
                  </a:lnTo>
                  <a:cubicBezTo>
                    <a:pt x="200257" y="1056740"/>
                    <a:pt x="200721" y="1057091"/>
                    <a:pt x="200860" y="1057618"/>
                  </a:cubicBezTo>
                  <a:lnTo>
                    <a:pt x="202390" y="1064862"/>
                  </a:lnTo>
                  <a:cubicBezTo>
                    <a:pt x="202483" y="1065345"/>
                    <a:pt x="202251" y="1065827"/>
                    <a:pt x="201788" y="1066047"/>
                  </a:cubicBezTo>
                  <a:lnTo>
                    <a:pt x="195341" y="1069339"/>
                  </a:lnTo>
                  <a:lnTo>
                    <a:pt x="198495" y="1070217"/>
                  </a:lnTo>
                  <a:cubicBezTo>
                    <a:pt x="198820" y="1070305"/>
                    <a:pt x="199098" y="1070525"/>
                    <a:pt x="199237" y="1070832"/>
                  </a:cubicBezTo>
                  <a:cubicBezTo>
                    <a:pt x="199376" y="1071139"/>
                    <a:pt x="199376" y="1071491"/>
                    <a:pt x="199237" y="1071754"/>
                  </a:cubicBezTo>
                  <a:lnTo>
                    <a:pt x="194831" y="1079963"/>
                  </a:lnTo>
                  <a:lnTo>
                    <a:pt x="198587" y="1081192"/>
                  </a:lnTo>
                  <a:cubicBezTo>
                    <a:pt x="199051" y="1081324"/>
                    <a:pt x="199330" y="1081719"/>
                    <a:pt x="199376" y="1082202"/>
                  </a:cubicBezTo>
                  <a:lnTo>
                    <a:pt x="199747" y="1090280"/>
                  </a:lnTo>
                  <a:cubicBezTo>
                    <a:pt x="199747" y="1090543"/>
                    <a:pt x="199654" y="1090807"/>
                    <a:pt x="199515" y="1090982"/>
                  </a:cubicBezTo>
                  <a:lnTo>
                    <a:pt x="195666" y="1095679"/>
                  </a:lnTo>
                  <a:cubicBezTo>
                    <a:pt x="195434" y="1095943"/>
                    <a:pt x="195109" y="1096118"/>
                    <a:pt x="194738" y="1096118"/>
                  </a:cubicBezTo>
                  <a:lnTo>
                    <a:pt x="181706" y="1096118"/>
                  </a:lnTo>
                  <a:lnTo>
                    <a:pt x="179990" y="1101913"/>
                  </a:lnTo>
                  <a:cubicBezTo>
                    <a:pt x="179851" y="1102396"/>
                    <a:pt x="179388" y="1102703"/>
                    <a:pt x="178877" y="1102703"/>
                  </a:cubicBezTo>
                  <a:lnTo>
                    <a:pt x="171503" y="1102703"/>
                  </a:lnTo>
                  <a:lnTo>
                    <a:pt x="171179" y="1112713"/>
                  </a:lnTo>
                  <a:lnTo>
                    <a:pt x="178877" y="1112142"/>
                  </a:lnTo>
                  <a:cubicBezTo>
                    <a:pt x="178877" y="1112142"/>
                    <a:pt x="186112" y="1105820"/>
                    <a:pt x="187271" y="1108586"/>
                  </a:cubicBezTo>
                  <a:cubicBezTo>
                    <a:pt x="188431" y="1111352"/>
                    <a:pt x="187828" y="1115171"/>
                    <a:pt x="181474" y="1116005"/>
                  </a:cubicBezTo>
                  <a:cubicBezTo>
                    <a:pt x="175121" y="1116839"/>
                    <a:pt x="170761" y="1119868"/>
                    <a:pt x="174518" y="1122327"/>
                  </a:cubicBezTo>
                  <a:cubicBezTo>
                    <a:pt x="174518" y="1122327"/>
                    <a:pt x="163202" y="1121800"/>
                    <a:pt x="163202" y="1123995"/>
                  </a:cubicBezTo>
                  <a:cubicBezTo>
                    <a:pt x="163202" y="1126190"/>
                    <a:pt x="176558" y="1133038"/>
                    <a:pt x="176558" y="1134970"/>
                  </a:cubicBezTo>
                  <a:cubicBezTo>
                    <a:pt x="176558" y="1134970"/>
                    <a:pt x="167561" y="1132775"/>
                    <a:pt x="165845" y="1135804"/>
                  </a:cubicBezTo>
                  <a:cubicBezTo>
                    <a:pt x="164129" y="1138833"/>
                    <a:pt x="162089" y="1143487"/>
                    <a:pt x="162089" y="1143487"/>
                  </a:cubicBezTo>
                  <a:lnTo>
                    <a:pt x="160326" y="1150335"/>
                  </a:lnTo>
                  <a:lnTo>
                    <a:pt x="154251" y="1151696"/>
                  </a:lnTo>
                  <a:lnTo>
                    <a:pt x="149057" y="1149501"/>
                  </a:lnTo>
                  <a:lnTo>
                    <a:pt x="147016" y="1151169"/>
                  </a:lnTo>
                  <a:lnTo>
                    <a:pt x="149613" y="1152003"/>
                  </a:lnTo>
                  <a:lnTo>
                    <a:pt x="145857" y="1155032"/>
                  </a:lnTo>
                  <a:cubicBezTo>
                    <a:pt x="145857" y="1155032"/>
                    <a:pt x="152257" y="1153935"/>
                    <a:pt x="152813" y="1154769"/>
                  </a:cubicBezTo>
                  <a:cubicBezTo>
                    <a:pt x="153370" y="1155603"/>
                    <a:pt x="157729" y="1164383"/>
                    <a:pt x="157729" y="1164383"/>
                  </a:cubicBezTo>
                  <a:lnTo>
                    <a:pt x="165567" y="1166051"/>
                  </a:lnTo>
                  <a:cubicBezTo>
                    <a:pt x="165567" y="1166051"/>
                    <a:pt x="168164" y="1173602"/>
                    <a:pt x="180037" y="1173119"/>
                  </a:cubicBezTo>
                  <a:cubicBezTo>
                    <a:pt x="180037" y="1173119"/>
                    <a:pt x="189498" y="1183523"/>
                    <a:pt x="197057" y="1190460"/>
                  </a:cubicBezTo>
                  <a:lnTo>
                    <a:pt x="198309" y="1188309"/>
                  </a:lnTo>
                  <a:cubicBezTo>
                    <a:pt x="198495" y="1187957"/>
                    <a:pt x="198912" y="1187738"/>
                    <a:pt x="199330" y="1187738"/>
                  </a:cubicBezTo>
                  <a:lnTo>
                    <a:pt x="206657" y="1187738"/>
                  </a:lnTo>
                  <a:cubicBezTo>
                    <a:pt x="206657" y="1187738"/>
                    <a:pt x="206936" y="1187738"/>
                    <a:pt x="207075" y="1187826"/>
                  </a:cubicBezTo>
                  <a:lnTo>
                    <a:pt x="225440" y="1194323"/>
                  </a:lnTo>
                  <a:lnTo>
                    <a:pt x="242229" y="1194323"/>
                  </a:lnTo>
                  <a:cubicBezTo>
                    <a:pt x="242507" y="1194323"/>
                    <a:pt x="242785" y="1194411"/>
                    <a:pt x="243017" y="1194630"/>
                  </a:cubicBezTo>
                  <a:lnTo>
                    <a:pt x="251968" y="1202401"/>
                  </a:lnTo>
                  <a:lnTo>
                    <a:pt x="257718" y="1202401"/>
                  </a:lnTo>
                  <a:cubicBezTo>
                    <a:pt x="258229" y="1202401"/>
                    <a:pt x="258646" y="1202708"/>
                    <a:pt x="258832" y="1203147"/>
                  </a:cubicBezTo>
                  <a:lnTo>
                    <a:pt x="260965" y="1208898"/>
                  </a:lnTo>
                  <a:lnTo>
                    <a:pt x="271075" y="1212498"/>
                  </a:lnTo>
                  <a:lnTo>
                    <a:pt x="282484" y="1212498"/>
                  </a:lnTo>
                  <a:cubicBezTo>
                    <a:pt x="282484" y="1212498"/>
                    <a:pt x="282762" y="1212498"/>
                    <a:pt x="282901" y="1212585"/>
                  </a:cubicBezTo>
                  <a:lnTo>
                    <a:pt x="289487" y="1214956"/>
                  </a:lnTo>
                  <a:lnTo>
                    <a:pt x="302009" y="1222112"/>
                  </a:lnTo>
                  <a:lnTo>
                    <a:pt x="306600" y="1224131"/>
                  </a:lnTo>
                  <a:cubicBezTo>
                    <a:pt x="306600" y="1224131"/>
                    <a:pt x="306832" y="1224263"/>
                    <a:pt x="306925" y="1224351"/>
                  </a:cubicBezTo>
                  <a:lnTo>
                    <a:pt x="315829" y="1232297"/>
                  </a:lnTo>
                  <a:lnTo>
                    <a:pt x="320374" y="1235633"/>
                  </a:lnTo>
                  <a:lnTo>
                    <a:pt x="323760" y="1235062"/>
                  </a:lnTo>
                  <a:lnTo>
                    <a:pt x="334566" y="1224658"/>
                  </a:lnTo>
                  <a:cubicBezTo>
                    <a:pt x="333638" y="1223648"/>
                    <a:pt x="332711" y="1222682"/>
                    <a:pt x="331737" y="1221804"/>
                  </a:cubicBezTo>
                  <a:lnTo>
                    <a:pt x="321302" y="1207581"/>
                  </a:lnTo>
                  <a:cubicBezTo>
                    <a:pt x="321302" y="1207581"/>
                    <a:pt x="321580" y="1200162"/>
                    <a:pt x="315783" y="1200162"/>
                  </a:cubicBezTo>
                  <a:lnTo>
                    <a:pt x="317824" y="1185631"/>
                  </a:lnTo>
                  <a:lnTo>
                    <a:pt x="321580" y="1179046"/>
                  </a:lnTo>
                  <a:lnTo>
                    <a:pt x="315783" y="1181767"/>
                  </a:lnTo>
                  <a:cubicBezTo>
                    <a:pt x="315783" y="1181767"/>
                    <a:pt x="311702" y="1171056"/>
                    <a:pt x="306507" y="1171056"/>
                  </a:cubicBezTo>
                  <a:lnTo>
                    <a:pt x="303632" y="1167763"/>
                  </a:lnTo>
                  <a:lnTo>
                    <a:pt x="310310" y="1158720"/>
                  </a:lnTo>
                  <a:lnTo>
                    <a:pt x="312629" y="1157886"/>
                  </a:lnTo>
                  <a:lnTo>
                    <a:pt x="318148" y="1145243"/>
                  </a:lnTo>
                  <a:lnTo>
                    <a:pt x="323064" y="1148272"/>
                  </a:lnTo>
                  <a:lnTo>
                    <a:pt x="323342" y="1144145"/>
                  </a:lnTo>
                  <a:lnTo>
                    <a:pt x="332061" y="1144145"/>
                  </a:lnTo>
                  <a:lnTo>
                    <a:pt x="331505" y="1141423"/>
                  </a:lnTo>
                  <a:lnTo>
                    <a:pt x="333824" y="1139492"/>
                  </a:lnTo>
                  <a:lnTo>
                    <a:pt x="335261" y="1141687"/>
                  </a:lnTo>
                  <a:lnTo>
                    <a:pt x="335261" y="1143882"/>
                  </a:lnTo>
                  <a:lnTo>
                    <a:pt x="337580" y="1141423"/>
                  </a:lnTo>
                  <a:lnTo>
                    <a:pt x="338461" y="1138394"/>
                  </a:lnTo>
                  <a:lnTo>
                    <a:pt x="341337" y="1134531"/>
                  </a:lnTo>
                  <a:lnTo>
                    <a:pt x="341801" y="1130756"/>
                  </a:lnTo>
                  <a:lnTo>
                    <a:pt x="332061" y="1125049"/>
                  </a:lnTo>
                  <a:cubicBezTo>
                    <a:pt x="331737" y="1124829"/>
                    <a:pt x="331505" y="1124478"/>
                    <a:pt x="331505" y="1124127"/>
                  </a:cubicBezTo>
                  <a:lnTo>
                    <a:pt x="331505" y="1120834"/>
                  </a:lnTo>
                  <a:cubicBezTo>
                    <a:pt x="331505" y="1120527"/>
                    <a:pt x="331644" y="1120220"/>
                    <a:pt x="331922" y="1120000"/>
                  </a:cubicBezTo>
                  <a:cubicBezTo>
                    <a:pt x="332154" y="1119781"/>
                    <a:pt x="332525" y="1119693"/>
                    <a:pt x="332850" y="1119737"/>
                  </a:cubicBezTo>
                  <a:lnTo>
                    <a:pt x="339853" y="1120702"/>
                  </a:lnTo>
                  <a:lnTo>
                    <a:pt x="340641" y="1118551"/>
                  </a:lnTo>
                  <a:lnTo>
                    <a:pt x="326728" y="1100377"/>
                  </a:lnTo>
                  <a:lnTo>
                    <a:pt x="316711" y="1097831"/>
                  </a:lnTo>
                  <a:lnTo>
                    <a:pt x="316711" y="1101343"/>
                  </a:lnTo>
                  <a:cubicBezTo>
                    <a:pt x="316711" y="1101825"/>
                    <a:pt x="316386" y="1102221"/>
                    <a:pt x="315922" y="1102396"/>
                  </a:cubicBezTo>
                  <a:cubicBezTo>
                    <a:pt x="315412" y="1102528"/>
                    <a:pt x="314948" y="1102396"/>
                    <a:pt x="314623" y="1102001"/>
                  </a:cubicBezTo>
                  <a:lnTo>
                    <a:pt x="308270" y="1093748"/>
                  </a:lnTo>
                  <a:cubicBezTo>
                    <a:pt x="308084" y="1093528"/>
                    <a:pt x="307992" y="1093221"/>
                    <a:pt x="308038" y="1092914"/>
                  </a:cubicBezTo>
                  <a:cubicBezTo>
                    <a:pt x="308084" y="1092606"/>
                    <a:pt x="308270" y="1092387"/>
                    <a:pt x="308502" y="1092211"/>
                  </a:cubicBezTo>
                  <a:lnTo>
                    <a:pt x="311052" y="1090455"/>
                  </a:lnTo>
                  <a:lnTo>
                    <a:pt x="310264" y="1087602"/>
                  </a:lnTo>
                  <a:lnTo>
                    <a:pt x="301174" y="1084485"/>
                  </a:lnTo>
                  <a:cubicBezTo>
                    <a:pt x="300850" y="1084397"/>
                    <a:pt x="300617" y="1084178"/>
                    <a:pt x="300478" y="1083870"/>
                  </a:cubicBezTo>
                  <a:cubicBezTo>
                    <a:pt x="300339" y="1083607"/>
                    <a:pt x="300339" y="1083256"/>
                    <a:pt x="300478" y="1082992"/>
                  </a:cubicBezTo>
                  <a:lnTo>
                    <a:pt x="308084" y="1066925"/>
                  </a:lnTo>
                  <a:lnTo>
                    <a:pt x="305719" y="1064423"/>
                  </a:lnTo>
                  <a:cubicBezTo>
                    <a:pt x="305719" y="1064423"/>
                    <a:pt x="305394" y="1063940"/>
                    <a:pt x="305394" y="1063676"/>
                  </a:cubicBezTo>
                  <a:lnTo>
                    <a:pt x="305673" y="1050506"/>
                  </a:lnTo>
                  <a:cubicBezTo>
                    <a:pt x="305673" y="1049980"/>
                    <a:pt x="306090" y="1049540"/>
                    <a:pt x="306647" y="1049453"/>
                  </a:cubicBezTo>
                  <a:cubicBezTo>
                    <a:pt x="306647" y="1049453"/>
                    <a:pt x="311377" y="1048706"/>
                    <a:pt x="313139" y="1045765"/>
                  </a:cubicBezTo>
                  <a:cubicBezTo>
                    <a:pt x="314067" y="1044229"/>
                    <a:pt x="314021" y="1042297"/>
                    <a:pt x="313000" y="1039970"/>
                  </a:cubicBezTo>
                  <a:cubicBezTo>
                    <a:pt x="312768" y="1039487"/>
                    <a:pt x="313000" y="1038917"/>
                    <a:pt x="313418" y="1038653"/>
                  </a:cubicBezTo>
                  <a:lnTo>
                    <a:pt x="319215" y="1035097"/>
                  </a:lnTo>
                  <a:cubicBezTo>
                    <a:pt x="319493" y="1034922"/>
                    <a:pt x="319771" y="1034878"/>
                    <a:pt x="320096" y="1034966"/>
                  </a:cubicBezTo>
                  <a:cubicBezTo>
                    <a:pt x="320421" y="1035010"/>
                    <a:pt x="320652" y="1035229"/>
                    <a:pt x="320838" y="1035449"/>
                  </a:cubicBezTo>
                  <a:lnTo>
                    <a:pt x="331087" y="1051077"/>
                  </a:lnTo>
                  <a:lnTo>
                    <a:pt x="336003" y="1046336"/>
                  </a:lnTo>
                  <a:lnTo>
                    <a:pt x="334612" y="1044624"/>
                  </a:lnTo>
                  <a:cubicBezTo>
                    <a:pt x="334612" y="1044624"/>
                    <a:pt x="334427" y="1044272"/>
                    <a:pt x="334380" y="1044097"/>
                  </a:cubicBezTo>
                  <a:lnTo>
                    <a:pt x="332618" y="1032024"/>
                  </a:lnTo>
                  <a:cubicBezTo>
                    <a:pt x="332571" y="1031629"/>
                    <a:pt x="332757" y="1031190"/>
                    <a:pt x="333128" y="1030971"/>
                  </a:cubicBezTo>
                  <a:cubicBezTo>
                    <a:pt x="333499" y="1030751"/>
                    <a:pt x="333963" y="1030707"/>
                    <a:pt x="334334" y="1030927"/>
                  </a:cubicBezTo>
                  <a:lnTo>
                    <a:pt x="337766" y="1032771"/>
                  </a:lnTo>
                  <a:lnTo>
                    <a:pt x="347366" y="1026888"/>
                  </a:lnTo>
                  <a:lnTo>
                    <a:pt x="347366" y="1021181"/>
                  </a:lnTo>
                  <a:cubicBezTo>
                    <a:pt x="347366" y="1020566"/>
                    <a:pt x="347876" y="1020084"/>
                    <a:pt x="348525" y="1020084"/>
                  </a:cubicBezTo>
                  <a:lnTo>
                    <a:pt x="352885" y="1020084"/>
                  </a:lnTo>
                  <a:lnTo>
                    <a:pt x="361233" y="1015737"/>
                  </a:lnTo>
                  <a:lnTo>
                    <a:pt x="364294" y="1007616"/>
                  </a:lnTo>
                  <a:cubicBezTo>
                    <a:pt x="364433" y="1007265"/>
                    <a:pt x="364711" y="1007045"/>
                    <a:pt x="365082" y="1006914"/>
                  </a:cubicBezTo>
                  <a:cubicBezTo>
                    <a:pt x="365453" y="1006826"/>
                    <a:pt x="365824" y="1006914"/>
                    <a:pt x="366102" y="1007089"/>
                  </a:cubicBezTo>
                  <a:lnTo>
                    <a:pt x="367123" y="1007879"/>
                  </a:lnTo>
                  <a:lnTo>
                    <a:pt x="367123" y="1004938"/>
                  </a:lnTo>
                  <a:cubicBezTo>
                    <a:pt x="367123" y="1004587"/>
                    <a:pt x="367308" y="1004236"/>
                    <a:pt x="367586" y="1004060"/>
                  </a:cubicBezTo>
                  <a:cubicBezTo>
                    <a:pt x="367865" y="1003840"/>
                    <a:pt x="368282" y="1003797"/>
                    <a:pt x="368653" y="1003928"/>
                  </a:cubicBezTo>
                  <a:lnTo>
                    <a:pt x="377929" y="1006957"/>
                  </a:lnTo>
                  <a:cubicBezTo>
                    <a:pt x="378392" y="1007089"/>
                    <a:pt x="378717" y="1007528"/>
                    <a:pt x="378717" y="1008011"/>
                  </a:cubicBezTo>
                  <a:lnTo>
                    <a:pt x="378717" y="1011786"/>
                  </a:lnTo>
                  <a:lnTo>
                    <a:pt x="380201" y="1010294"/>
                  </a:lnTo>
                  <a:cubicBezTo>
                    <a:pt x="380572" y="1009943"/>
                    <a:pt x="381129" y="1009811"/>
                    <a:pt x="381592" y="1010074"/>
                  </a:cubicBezTo>
                  <a:lnTo>
                    <a:pt x="383540" y="1011084"/>
                  </a:lnTo>
                  <a:lnTo>
                    <a:pt x="384885" y="1006914"/>
                  </a:lnTo>
                  <a:cubicBezTo>
                    <a:pt x="385071" y="1006387"/>
                    <a:pt x="385581" y="1006035"/>
                    <a:pt x="386137" y="1006123"/>
                  </a:cubicBezTo>
                  <a:lnTo>
                    <a:pt x="389801" y="1006562"/>
                  </a:lnTo>
                  <a:lnTo>
                    <a:pt x="391424" y="1004367"/>
                  </a:lnTo>
                  <a:cubicBezTo>
                    <a:pt x="391656" y="1004060"/>
                    <a:pt x="392074" y="1003884"/>
                    <a:pt x="392445" y="1003884"/>
                  </a:cubicBezTo>
                  <a:cubicBezTo>
                    <a:pt x="392862" y="1003884"/>
                    <a:pt x="393233" y="1004148"/>
                    <a:pt x="393418" y="1004499"/>
                  </a:cubicBezTo>
                  <a:lnTo>
                    <a:pt x="397314" y="1012094"/>
                  </a:lnTo>
                  <a:lnTo>
                    <a:pt x="402416" y="1010250"/>
                  </a:lnTo>
                  <a:cubicBezTo>
                    <a:pt x="402416" y="1010250"/>
                    <a:pt x="402787" y="1010162"/>
                    <a:pt x="402926" y="1010162"/>
                  </a:cubicBezTo>
                  <a:lnTo>
                    <a:pt x="410161" y="1010689"/>
                  </a:lnTo>
                  <a:cubicBezTo>
                    <a:pt x="410532" y="1010689"/>
                    <a:pt x="410856" y="1010908"/>
                    <a:pt x="411042" y="1011172"/>
                  </a:cubicBezTo>
                  <a:lnTo>
                    <a:pt x="415633" y="1017801"/>
                  </a:lnTo>
                  <a:lnTo>
                    <a:pt x="419668" y="1017801"/>
                  </a:lnTo>
                  <a:cubicBezTo>
                    <a:pt x="419993" y="1017801"/>
                    <a:pt x="420317" y="1017932"/>
                    <a:pt x="420549" y="1018196"/>
                  </a:cubicBezTo>
                  <a:lnTo>
                    <a:pt x="427784" y="1026142"/>
                  </a:lnTo>
                  <a:cubicBezTo>
                    <a:pt x="427784" y="1026142"/>
                    <a:pt x="428062" y="1026581"/>
                    <a:pt x="428062" y="1026844"/>
                  </a:cubicBezTo>
                  <a:lnTo>
                    <a:pt x="428062" y="1032463"/>
                  </a:lnTo>
                  <a:lnTo>
                    <a:pt x="429685" y="1034175"/>
                  </a:lnTo>
                  <a:lnTo>
                    <a:pt x="431680" y="1031629"/>
                  </a:lnTo>
                  <a:lnTo>
                    <a:pt x="429964" y="1026932"/>
                  </a:lnTo>
                  <a:lnTo>
                    <a:pt x="426949" y="1024078"/>
                  </a:lnTo>
                  <a:cubicBezTo>
                    <a:pt x="426578" y="1023727"/>
                    <a:pt x="426485" y="1023200"/>
                    <a:pt x="426764" y="1022761"/>
                  </a:cubicBezTo>
                  <a:cubicBezTo>
                    <a:pt x="426996" y="1022322"/>
                    <a:pt x="427506" y="1022103"/>
                    <a:pt x="428016" y="1022191"/>
                  </a:cubicBezTo>
                  <a:lnTo>
                    <a:pt x="437848" y="1024122"/>
                  </a:lnTo>
                  <a:cubicBezTo>
                    <a:pt x="438404" y="1024210"/>
                    <a:pt x="438776" y="1024693"/>
                    <a:pt x="438776" y="1025220"/>
                  </a:cubicBezTo>
                  <a:lnTo>
                    <a:pt x="438776" y="1028688"/>
                  </a:lnTo>
                  <a:lnTo>
                    <a:pt x="446659" y="1032771"/>
                  </a:lnTo>
                  <a:lnTo>
                    <a:pt x="453338" y="1030049"/>
                  </a:lnTo>
                  <a:lnTo>
                    <a:pt x="451854" y="1024912"/>
                  </a:lnTo>
                  <a:cubicBezTo>
                    <a:pt x="451761" y="1024561"/>
                    <a:pt x="451854" y="1024166"/>
                    <a:pt x="452086" y="1023903"/>
                  </a:cubicBezTo>
                  <a:cubicBezTo>
                    <a:pt x="452364" y="1023639"/>
                    <a:pt x="452735" y="1023508"/>
                    <a:pt x="453106" y="1023552"/>
                  </a:cubicBezTo>
                  <a:lnTo>
                    <a:pt x="456492" y="1023991"/>
                  </a:lnTo>
                  <a:lnTo>
                    <a:pt x="459552" y="1020127"/>
                  </a:lnTo>
                  <a:cubicBezTo>
                    <a:pt x="459784" y="1019820"/>
                    <a:pt x="460202" y="1019645"/>
                    <a:pt x="460619" y="1019688"/>
                  </a:cubicBezTo>
                  <a:cubicBezTo>
                    <a:pt x="461037" y="1019732"/>
                    <a:pt x="461361" y="1019996"/>
                    <a:pt x="461547" y="1020347"/>
                  </a:cubicBezTo>
                  <a:lnTo>
                    <a:pt x="462660" y="1022717"/>
                  </a:lnTo>
                  <a:lnTo>
                    <a:pt x="463819" y="1020786"/>
                  </a:lnTo>
                  <a:cubicBezTo>
                    <a:pt x="464051" y="1020435"/>
                    <a:pt x="464468" y="1020215"/>
                    <a:pt x="464886" y="1020215"/>
                  </a:cubicBezTo>
                  <a:lnTo>
                    <a:pt x="471240" y="1020479"/>
                  </a:lnTo>
                  <a:cubicBezTo>
                    <a:pt x="471564" y="1020479"/>
                    <a:pt x="471843" y="1020610"/>
                    <a:pt x="472028" y="1020830"/>
                  </a:cubicBezTo>
                  <a:lnTo>
                    <a:pt x="476248" y="1025308"/>
                  </a:lnTo>
                  <a:lnTo>
                    <a:pt x="478706" y="1024956"/>
                  </a:lnTo>
                  <a:lnTo>
                    <a:pt x="478706" y="1020698"/>
                  </a:lnTo>
                  <a:cubicBezTo>
                    <a:pt x="478706" y="1020391"/>
                    <a:pt x="478845" y="1020084"/>
                    <a:pt x="479077" y="1019864"/>
                  </a:cubicBezTo>
                  <a:cubicBezTo>
                    <a:pt x="479309" y="1019645"/>
                    <a:pt x="479634" y="1019557"/>
                    <a:pt x="480005" y="1019601"/>
                  </a:cubicBezTo>
                  <a:lnTo>
                    <a:pt x="484272" y="1020127"/>
                  </a:lnTo>
                  <a:lnTo>
                    <a:pt x="488028" y="1018371"/>
                  </a:lnTo>
                  <a:cubicBezTo>
                    <a:pt x="488445" y="1018152"/>
                    <a:pt x="489002" y="1018240"/>
                    <a:pt x="489373" y="1018591"/>
                  </a:cubicBezTo>
                  <a:lnTo>
                    <a:pt x="493732" y="1022717"/>
                  </a:lnTo>
                  <a:cubicBezTo>
                    <a:pt x="493732" y="1022717"/>
                    <a:pt x="493964" y="1022981"/>
                    <a:pt x="494011" y="1023113"/>
                  </a:cubicBezTo>
                  <a:lnTo>
                    <a:pt x="495541" y="1027239"/>
                  </a:lnTo>
                  <a:lnTo>
                    <a:pt x="507738" y="1030927"/>
                  </a:lnTo>
                  <a:cubicBezTo>
                    <a:pt x="508202" y="1031059"/>
                    <a:pt x="508527" y="1031497"/>
                    <a:pt x="508527" y="1031980"/>
                  </a:cubicBezTo>
                  <a:lnTo>
                    <a:pt x="508527" y="1033649"/>
                  </a:lnTo>
                  <a:lnTo>
                    <a:pt x="511866" y="1033649"/>
                  </a:lnTo>
                  <a:lnTo>
                    <a:pt x="515623" y="1026844"/>
                  </a:lnTo>
                  <a:cubicBezTo>
                    <a:pt x="515808" y="1026493"/>
                    <a:pt x="516179" y="1026273"/>
                    <a:pt x="516596" y="1026273"/>
                  </a:cubicBezTo>
                  <a:cubicBezTo>
                    <a:pt x="517014" y="1026273"/>
                    <a:pt x="517385" y="1026405"/>
                    <a:pt x="517617" y="1026756"/>
                  </a:cubicBezTo>
                  <a:lnTo>
                    <a:pt x="521234" y="1031629"/>
                  </a:lnTo>
                  <a:lnTo>
                    <a:pt x="536539" y="1028117"/>
                  </a:lnTo>
                  <a:lnTo>
                    <a:pt x="538440" y="1017845"/>
                  </a:lnTo>
                  <a:cubicBezTo>
                    <a:pt x="538533" y="1017362"/>
                    <a:pt x="538950" y="1016967"/>
                    <a:pt x="539507" y="1016923"/>
                  </a:cubicBezTo>
                  <a:lnTo>
                    <a:pt x="540852" y="1016835"/>
                  </a:lnTo>
                  <a:lnTo>
                    <a:pt x="537605" y="1012884"/>
                  </a:lnTo>
                  <a:lnTo>
                    <a:pt x="530695" y="1013630"/>
                  </a:lnTo>
                  <a:cubicBezTo>
                    <a:pt x="530139" y="1013674"/>
                    <a:pt x="529582" y="1013323"/>
                    <a:pt x="529443" y="1012796"/>
                  </a:cubicBezTo>
                  <a:lnTo>
                    <a:pt x="528515" y="1009284"/>
                  </a:lnTo>
                  <a:lnTo>
                    <a:pt x="523368" y="1009504"/>
                  </a:lnTo>
                  <a:cubicBezTo>
                    <a:pt x="522811" y="1009635"/>
                    <a:pt x="522301" y="1009152"/>
                    <a:pt x="522208" y="1008670"/>
                  </a:cubicBezTo>
                  <a:lnTo>
                    <a:pt x="521466" y="1005596"/>
                  </a:lnTo>
                  <a:lnTo>
                    <a:pt x="513536" y="1001733"/>
                  </a:lnTo>
                  <a:cubicBezTo>
                    <a:pt x="513118" y="1001514"/>
                    <a:pt x="512886" y="1001119"/>
                    <a:pt x="512933" y="1000724"/>
                  </a:cubicBezTo>
                  <a:cubicBezTo>
                    <a:pt x="512933" y="1000285"/>
                    <a:pt x="513257" y="999933"/>
                    <a:pt x="513675" y="999758"/>
                  </a:cubicBezTo>
                  <a:cubicBezTo>
                    <a:pt x="522533" y="996421"/>
                    <a:pt x="530185" y="992163"/>
                    <a:pt x="530046" y="990714"/>
                  </a:cubicBezTo>
                  <a:cubicBezTo>
                    <a:pt x="529814" y="988036"/>
                    <a:pt x="526939" y="983251"/>
                    <a:pt x="525872" y="981627"/>
                  </a:cubicBezTo>
                  <a:cubicBezTo>
                    <a:pt x="525594" y="981232"/>
                    <a:pt x="525640" y="980661"/>
                    <a:pt x="525965" y="980310"/>
                  </a:cubicBezTo>
                  <a:lnTo>
                    <a:pt x="530324" y="975657"/>
                  </a:lnTo>
                  <a:cubicBezTo>
                    <a:pt x="530324" y="975657"/>
                    <a:pt x="530788" y="975305"/>
                    <a:pt x="531066" y="975305"/>
                  </a:cubicBezTo>
                  <a:lnTo>
                    <a:pt x="547530" y="973374"/>
                  </a:lnTo>
                  <a:cubicBezTo>
                    <a:pt x="545165" y="971442"/>
                    <a:pt x="540388" y="968325"/>
                    <a:pt x="534498" y="968676"/>
                  </a:cubicBezTo>
                  <a:cubicBezTo>
                    <a:pt x="533941" y="968764"/>
                    <a:pt x="533385" y="968325"/>
                    <a:pt x="533292" y="967755"/>
                  </a:cubicBezTo>
                  <a:lnTo>
                    <a:pt x="532411" y="963101"/>
                  </a:lnTo>
                  <a:cubicBezTo>
                    <a:pt x="532318" y="962530"/>
                    <a:pt x="532690" y="961960"/>
                    <a:pt x="533292" y="961828"/>
                  </a:cubicBezTo>
                  <a:lnTo>
                    <a:pt x="535240" y="961433"/>
                  </a:lnTo>
                  <a:lnTo>
                    <a:pt x="528330" y="959589"/>
                  </a:lnTo>
                  <a:cubicBezTo>
                    <a:pt x="527913" y="959501"/>
                    <a:pt x="527634" y="959194"/>
                    <a:pt x="527541" y="958799"/>
                  </a:cubicBezTo>
                  <a:cubicBezTo>
                    <a:pt x="527449" y="958404"/>
                    <a:pt x="527541" y="958009"/>
                    <a:pt x="527866" y="957745"/>
                  </a:cubicBezTo>
                  <a:lnTo>
                    <a:pt x="532040" y="953794"/>
                  </a:lnTo>
                  <a:lnTo>
                    <a:pt x="531344" y="951116"/>
                  </a:lnTo>
                  <a:cubicBezTo>
                    <a:pt x="531205" y="950634"/>
                    <a:pt x="531437" y="950151"/>
                    <a:pt x="531855" y="949931"/>
                  </a:cubicBezTo>
                  <a:lnTo>
                    <a:pt x="537049" y="946902"/>
                  </a:lnTo>
                  <a:cubicBezTo>
                    <a:pt x="537466" y="946639"/>
                    <a:pt x="538069" y="946683"/>
                    <a:pt x="538440" y="947034"/>
                  </a:cubicBezTo>
                  <a:lnTo>
                    <a:pt x="541269" y="949492"/>
                  </a:lnTo>
                  <a:lnTo>
                    <a:pt x="541965" y="949097"/>
                  </a:lnTo>
                  <a:cubicBezTo>
                    <a:pt x="542243" y="948921"/>
                    <a:pt x="542614" y="948878"/>
                    <a:pt x="542939" y="949009"/>
                  </a:cubicBezTo>
                  <a:lnTo>
                    <a:pt x="546232" y="950063"/>
                  </a:lnTo>
                  <a:lnTo>
                    <a:pt x="547298" y="947473"/>
                  </a:lnTo>
                  <a:cubicBezTo>
                    <a:pt x="547530" y="946946"/>
                    <a:pt x="548133" y="946639"/>
                    <a:pt x="548689" y="946814"/>
                  </a:cubicBezTo>
                  <a:lnTo>
                    <a:pt x="553606" y="948175"/>
                  </a:lnTo>
                  <a:cubicBezTo>
                    <a:pt x="553606" y="948175"/>
                    <a:pt x="553977" y="948351"/>
                    <a:pt x="554116" y="948482"/>
                  </a:cubicBezTo>
                  <a:lnTo>
                    <a:pt x="555646" y="950063"/>
                  </a:lnTo>
                  <a:lnTo>
                    <a:pt x="556481" y="947517"/>
                  </a:lnTo>
                  <a:cubicBezTo>
                    <a:pt x="556620" y="947078"/>
                    <a:pt x="557084" y="946726"/>
                    <a:pt x="557594" y="946726"/>
                  </a:cubicBezTo>
                  <a:lnTo>
                    <a:pt x="562695" y="946726"/>
                  </a:lnTo>
                  <a:lnTo>
                    <a:pt x="564133" y="944049"/>
                  </a:lnTo>
                  <a:cubicBezTo>
                    <a:pt x="564272" y="943741"/>
                    <a:pt x="564551" y="943566"/>
                    <a:pt x="564875" y="943478"/>
                  </a:cubicBezTo>
                  <a:lnTo>
                    <a:pt x="572991" y="941546"/>
                  </a:lnTo>
                  <a:cubicBezTo>
                    <a:pt x="573362" y="941459"/>
                    <a:pt x="573780" y="941546"/>
                    <a:pt x="574104" y="941854"/>
                  </a:cubicBezTo>
                  <a:lnTo>
                    <a:pt x="577490" y="945058"/>
                  </a:lnTo>
                  <a:lnTo>
                    <a:pt x="578603" y="942249"/>
                  </a:lnTo>
                  <a:cubicBezTo>
                    <a:pt x="578742" y="941941"/>
                    <a:pt x="578974" y="941722"/>
                    <a:pt x="579299" y="941590"/>
                  </a:cubicBezTo>
                  <a:lnTo>
                    <a:pt x="591774" y="937200"/>
                  </a:lnTo>
                  <a:cubicBezTo>
                    <a:pt x="592099" y="937069"/>
                    <a:pt x="592470" y="937112"/>
                    <a:pt x="592794" y="937288"/>
                  </a:cubicBezTo>
                  <a:lnTo>
                    <a:pt x="596829" y="939571"/>
                  </a:lnTo>
                  <a:lnTo>
                    <a:pt x="596829" y="937112"/>
                  </a:lnTo>
                  <a:cubicBezTo>
                    <a:pt x="596829" y="936805"/>
                    <a:pt x="596968" y="936498"/>
                    <a:pt x="597247" y="936278"/>
                  </a:cubicBezTo>
                  <a:lnTo>
                    <a:pt x="601606" y="932722"/>
                  </a:lnTo>
                  <a:cubicBezTo>
                    <a:pt x="601884" y="932459"/>
                    <a:pt x="602302" y="932371"/>
                    <a:pt x="602673" y="932503"/>
                  </a:cubicBezTo>
                  <a:lnTo>
                    <a:pt x="607032" y="933644"/>
                  </a:lnTo>
                  <a:lnTo>
                    <a:pt x="608887" y="930527"/>
                  </a:lnTo>
                  <a:cubicBezTo>
                    <a:pt x="609026" y="930264"/>
                    <a:pt x="609305" y="930088"/>
                    <a:pt x="609629" y="930001"/>
                  </a:cubicBezTo>
                  <a:cubicBezTo>
                    <a:pt x="609954" y="929913"/>
                    <a:pt x="610232" y="930001"/>
                    <a:pt x="610510" y="930132"/>
                  </a:cubicBezTo>
                  <a:lnTo>
                    <a:pt x="613896" y="932108"/>
                  </a:lnTo>
                  <a:lnTo>
                    <a:pt x="634998" y="927630"/>
                  </a:lnTo>
                  <a:lnTo>
                    <a:pt x="637363" y="924425"/>
                  </a:lnTo>
                  <a:cubicBezTo>
                    <a:pt x="637595" y="924118"/>
                    <a:pt x="637920" y="923942"/>
                    <a:pt x="638337" y="923942"/>
                  </a:cubicBezTo>
                  <a:lnTo>
                    <a:pt x="643206" y="923942"/>
                  </a:lnTo>
                  <a:cubicBezTo>
                    <a:pt x="643809" y="923020"/>
                    <a:pt x="644737" y="921308"/>
                    <a:pt x="644412" y="920167"/>
                  </a:cubicBezTo>
                  <a:cubicBezTo>
                    <a:pt x="644320" y="919904"/>
                    <a:pt x="644134" y="919465"/>
                    <a:pt x="643392" y="919157"/>
                  </a:cubicBezTo>
                  <a:cubicBezTo>
                    <a:pt x="642882" y="918938"/>
                    <a:pt x="642603" y="918455"/>
                    <a:pt x="642696" y="917928"/>
                  </a:cubicBezTo>
                  <a:cubicBezTo>
                    <a:pt x="642789" y="917401"/>
                    <a:pt x="643299" y="917050"/>
                    <a:pt x="643856" y="917050"/>
                  </a:cubicBezTo>
                  <a:lnTo>
                    <a:pt x="650812" y="917050"/>
                  </a:lnTo>
                  <a:lnTo>
                    <a:pt x="650812" y="913494"/>
                  </a:lnTo>
                  <a:cubicBezTo>
                    <a:pt x="650812" y="913099"/>
                    <a:pt x="651044" y="912748"/>
                    <a:pt x="651369" y="912528"/>
                  </a:cubicBezTo>
                  <a:cubicBezTo>
                    <a:pt x="651740" y="912353"/>
                    <a:pt x="652157" y="912353"/>
                    <a:pt x="652528" y="912528"/>
                  </a:cubicBezTo>
                  <a:lnTo>
                    <a:pt x="656285" y="914592"/>
                  </a:lnTo>
                  <a:lnTo>
                    <a:pt x="656285" y="912660"/>
                  </a:lnTo>
                  <a:cubicBezTo>
                    <a:pt x="656285" y="912265"/>
                    <a:pt x="656517" y="911870"/>
                    <a:pt x="656888" y="911694"/>
                  </a:cubicBezTo>
                  <a:cubicBezTo>
                    <a:pt x="657259" y="911519"/>
                    <a:pt x="657722" y="911519"/>
                    <a:pt x="658094" y="911738"/>
                  </a:cubicBezTo>
                  <a:lnTo>
                    <a:pt x="661804" y="914109"/>
                  </a:lnTo>
                  <a:lnTo>
                    <a:pt x="663473" y="913099"/>
                  </a:lnTo>
                  <a:cubicBezTo>
                    <a:pt x="663752" y="912923"/>
                    <a:pt x="664123" y="912880"/>
                    <a:pt x="664447" y="912967"/>
                  </a:cubicBezTo>
                  <a:lnTo>
                    <a:pt x="672841" y="915426"/>
                  </a:lnTo>
                  <a:cubicBezTo>
                    <a:pt x="672841" y="915426"/>
                    <a:pt x="673120" y="915557"/>
                    <a:pt x="673259" y="915645"/>
                  </a:cubicBezTo>
                  <a:lnTo>
                    <a:pt x="677016" y="918762"/>
                  </a:lnTo>
                  <a:lnTo>
                    <a:pt x="679149" y="916348"/>
                  </a:lnTo>
                  <a:cubicBezTo>
                    <a:pt x="679149" y="916348"/>
                    <a:pt x="679613" y="915996"/>
                    <a:pt x="679891" y="915953"/>
                  </a:cubicBezTo>
                  <a:lnTo>
                    <a:pt x="687404" y="915118"/>
                  </a:lnTo>
                  <a:cubicBezTo>
                    <a:pt x="687868" y="915075"/>
                    <a:pt x="688332" y="915294"/>
                    <a:pt x="688563" y="915733"/>
                  </a:cubicBezTo>
                  <a:lnTo>
                    <a:pt x="691439" y="921221"/>
                  </a:lnTo>
                  <a:cubicBezTo>
                    <a:pt x="691439" y="921221"/>
                    <a:pt x="691578" y="921660"/>
                    <a:pt x="691532" y="921923"/>
                  </a:cubicBezTo>
                  <a:lnTo>
                    <a:pt x="690233" y="928552"/>
                  </a:lnTo>
                  <a:lnTo>
                    <a:pt x="694407" y="930659"/>
                  </a:lnTo>
                  <a:cubicBezTo>
                    <a:pt x="694685" y="930791"/>
                    <a:pt x="694917" y="931054"/>
                    <a:pt x="695010" y="931361"/>
                  </a:cubicBezTo>
                  <a:cubicBezTo>
                    <a:pt x="695102" y="931669"/>
                    <a:pt x="695010" y="931976"/>
                    <a:pt x="694824" y="932239"/>
                  </a:cubicBezTo>
                  <a:lnTo>
                    <a:pt x="692088" y="936015"/>
                  </a:lnTo>
                  <a:lnTo>
                    <a:pt x="694871" y="940054"/>
                  </a:lnTo>
                  <a:cubicBezTo>
                    <a:pt x="695102" y="940361"/>
                    <a:pt x="695102" y="940756"/>
                    <a:pt x="694964" y="941107"/>
                  </a:cubicBezTo>
                  <a:cubicBezTo>
                    <a:pt x="694824" y="941459"/>
                    <a:pt x="694500" y="941678"/>
                    <a:pt x="694082" y="941766"/>
                  </a:cubicBezTo>
                  <a:lnTo>
                    <a:pt x="689352" y="942556"/>
                  </a:lnTo>
                  <a:lnTo>
                    <a:pt x="691253" y="944795"/>
                  </a:lnTo>
                  <a:lnTo>
                    <a:pt x="693897" y="944795"/>
                  </a:lnTo>
                  <a:lnTo>
                    <a:pt x="700575" y="946156"/>
                  </a:lnTo>
                  <a:lnTo>
                    <a:pt x="700575" y="942600"/>
                  </a:lnTo>
                  <a:cubicBezTo>
                    <a:pt x="700575" y="942161"/>
                    <a:pt x="700854" y="941810"/>
                    <a:pt x="701224" y="941590"/>
                  </a:cubicBezTo>
                  <a:cubicBezTo>
                    <a:pt x="701642" y="941415"/>
                    <a:pt x="702106" y="941459"/>
                    <a:pt x="702477" y="941722"/>
                  </a:cubicBezTo>
                  <a:lnTo>
                    <a:pt x="705491" y="944092"/>
                  </a:lnTo>
                  <a:lnTo>
                    <a:pt x="705491" y="940668"/>
                  </a:lnTo>
                  <a:cubicBezTo>
                    <a:pt x="705491" y="940185"/>
                    <a:pt x="705816" y="939790"/>
                    <a:pt x="706280" y="939615"/>
                  </a:cubicBezTo>
                  <a:cubicBezTo>
                    <a:pt x="706743" y="939483"/>
                    <a:pt x="707253" y="939615"/>
                    <a:pt x="707578" y="939966"/>
                  </a:cubicBezTo>
                  <a:lnTo>
                    <a:pt x="713097" y="946287"/>
                  </a:lnTo>
                  <a:cubicBezTo>
                    <a:pt x="713097" y="946287"/>
                    <a:pt x="713375" y="946726"/>
                    <a:pt x="713375" y="946990"/>
                  </a:cubicBezTo>
                  <a:lnTo>
                    <a:pt x="713375" y="951512"/>
                  </a:lnTo>
                  <a:lnTo>
                    <a:pt x="715833" y="950370"/>
                  </a:lnTo>
                  <a:lnTo>
                    <a:pt x="714117" y="947517"/>
                  </a:lnTo>
                  <a:cubicBezTo>
                    <a:pt x="713932" y="947165"/>
                    <a:pt x="713932" y="946770"/>
                    <a:pt x="714117" y="946419"/>
                  </a:cubicBezTo>
                  <a:cubicBezTo>
                    <a:pt x="714303" y="946068"/>
                    <a:pt x="714720" y="945892"/>
                    <a:pt x="715137" y="945892"/>
                  </a:cubicBezTo>
                  <a:lnTo>
                    <a:pt x="721816" y="945892"/>
                  </a:lnTo>
                  <a:cubicBezTo>
                    <a:pt x="722233" y="945892"/>
                    <a:pt x="722604" y="946112"/>
                    <a:pt x="722836" y="946463"/>
                  </a:cubicBezTo>
                  <a:lnTo>
                    <a:pt x="724830" y="949756"/>
                  </a:lnTo>
                  <a:lnTo>
                    <a:pt x="727799" y="949756"/>
                  </a:lnTo>
                  <a:lnTo>
                    <a:pt x="729190" y="947297"/>
                  </a:lnTo>
                  <a:cubicBezTo>
                    <a:pt x="729375" y="946990"/>
                    <a:pt x="729746" y="946770"/>
                    <a:pt x="730118" y="946726"/>
                  </a:cubicBezTo>
                  <a:lnTo>
                    <a:pt x="733596" y="946463"/>
                  </a:lnTo>
                  <a:cubicBezTo>
                    <a:pt x="734013" y="946463"/>
                    <a:pt x="734384" y="946595"/>
                    <a:pt x="734616" y="946902"/>
                  </a:cubicBezTo>
                  <a:cubicBezTo>
                    <a:pt x="734848" y="947209"/>
                    <a:pt x="734894" y="947604"/>
                    <a:pt x="734755" y="947956"/>
                  </a:cubicBezTo>
                  <a:lnTo>
                    <a:pt x="733039" y="952082"/>
                  </a:lnTo>
                  <a:cubicBezTo>
                    <a:pt x="733039" y="952082"/>
                    <a:pt x="732807" y="952434"/>
                    <a:pt x="732668" y="952565"/>
                  </a:cubicBezTo>
                  <a:lnTo>
                    <a:pt x="728262" y="955682"/>
                  </a:lnTo>
                  <a:lnTo>
                    <a:pt x="726639" y="958755"/>
                  </a:lnTo>
                  <a:lnTo>
                    <a:pt x="728819" y="962135"/>
                  </a:lnTo>
                  <a:lnTo>
                    <a:pt x="732993" y="959062"/>
                  </a:lnTo>
                  <a:cubicBezTo>
                    <a:pt x="732993" y="959062"/>
                    <a:pt x="733318" y="958887"/>
                    <a:pt x="733549" y="958843"/>
                  </a:cubicBezTo>
                  <a:lnTo>
                    <a:pt x="737306" y="958316"/>
                  </a:lnTo>
                  <a:cubicBezTo>
                    <a:pt x="737584" y="958272"/>
                    <a:pt x="737909" y="958316"/>
                    <a:pt x="738141" y="958492"/>
                  </a:cubicBezTo>
                  <a:lnTo>
                    <a:pt x="741619" y="960775"/>
                  </a:lnTo>
                  <a:lnTo>
                    <a:pt x="743103" y="957614"/>
                  </a:lnTo>
                  <a:cubicBezTo>
                    <a:pt x="743242" y="957306"/>
                    <a:pt x="743520" y="957087"/>
                    <a:pt x="743891" y="956999"/>
                  </a:cubicBezTo>
                  <a:lnTo>
                    <a:pt x="746489" y="956385"/>
                  </a:lnTo>
                  <a:lnTo>
                    <a:pt x="746489" y="954233"/>
                  </a:lnTo>
                  <a:cubicBezTo>
                    <a:pt x="746489" y="953926"/>
                    <a:pt x="746628" y="953663"/>
                    <a:pt x="746860" y="953443"/>
                  </a:cubicBezTo>
                  <a:cubicBezTo>
                    <a:pt x="747092" y="953224"/>
                    <a:pt x="747416" y="953180"/>
                    <a:pt x="747694" y="953136"/>
                  </a:cubicBezTo>
                  <a:lnTo>
                    <a:pt x="755115" y="953399"/>
                  </a:lnTo>
                  <a:lnTo>
                    <a:pt x="758686" y="950941"/>
                  </a:lnTo>
                  <a:lnTo>
                    <a:pt x="758686" y="946287"/>
                  </a:lnTo>
                  <a:cubicBezTo>
                    <a:pt x="758686" y="945892"/>
                    <a:pt x="758918" y="945497"/>
                    <a:pt x="759335" y="945322"/>
                  </a:cubicBezTo>
                  <a:lnTo>
                    <a:pt x="771486" y="939571"/>
                  </a:lnTo>
                  <a:cubicBezTo>
                    <a:pt x="771486" y="939571"/>
                    <a:pt x="771764" y="939483"/>
                    <a:pt x="771903" y="939439"/>
                  </a:cubicBezTo>
                  <a:lnTo>
                    <a:pt x="778350" y="938912"/>
                  </a:lnTo>
                  <a:lnTo>
                    <a:pt x="782524" y="937069"/>
                  </a:lnTo>
                  <a:cubicBezTo>
                    <a:pt x="782895" y="936937"/>
                    <a:pt x="783312" y="936937"/>
                    <a:pt x="783637" y="937156"/>
                  </a:cubicBezTo>
                  <a:cubicBezTo>
                    <a:pt x="783961" y="937376"/>
                    <a:pt x="784193" y="937727"/>
                    <a:pt x="784193" y="938078"/>
                  </a:cubicBezTo>
                  <a:lnTo>
                    <a:pt x="784193" y="944400"/>
                  </a:lnTo>
                  <a:cubicBezTo>
                    <a:pt x="784193" y="944839"/>
                    <a:pt x="783961" y="945190"/>
                    <a:pt x="783544" y="945409"/>
                  </a:cubicBezTo>
                  <a:lnTo>
                    <a:pt x="777237" y="948263"/>
                  </a:lnTo>
                  <a:lnTo>
                    <a:pt x="800889" y="968852"/>
                  </a:lnTo>
                  <a:cubicBezTo>
                    <a:pt x="800889" y="968852"/>
                    <a:pt x="801075" y="969028"/>
                    <a:pt x="801121" y="969159"/>
                  </a:cubicBezTo>
                  <a:lnTo>
                    <a:pt x="833400" y="1028951"/>
                  </a:lnTo>
                  <a:lnTo>
                    <a:pt x="838037" y="1024342"/>
                  </a:lnTo>
                  <a:lnTo>
                    <a:pt x="838037" y="1019293"/>
                  </a:lnTo>
                  <a:cubicBezTo>
                    <a:pt x="838037" y="1018679"/>
                    <a:pt x="838547" y="1018196"/>
                    <a:pt x="839197" y="1018196"/>
                  </a:cubicBezTo>
                  <a:lnTo>
                    <a:pt x="840403" y="1018196"/>
                  </a:lnTo>
                  <a:lnTo>
                    <a:pt x="841516" y="1016923"/>
                  </a:lnTo>
                  <a:cubicBezTo>
                    <a:pt x="841701" y="1016703"/>
                    <a:pt x="842026" y="1016528"/>
                    <a:pt x="842350" y="1016528"/>
                  </a:cubicBezTo>
                  <a:lnTo>
                    <a:pt x="848704" y="1016264"/>
                  </a:lnTo>
                  <a:cubicBezTo>
                    <a:pt x="849029" y="1016264"/>
                    <a:pt x="849307" y="1016352"/>
                    <a:pt x="849539" y="1016571"/>
                  </a:cubicBezTo>
                  <a:cubicBezTo>
                    <a:pt x="849771" y="1016791"/>
                    <a:pt x="849910" y="1017054"/>
                    <a:pt x="849910" y="1017362"/>
                  </a:cubicBezTo>
                  <a:lnTo>
                    <a:pt x="849910" y="1024210"/>
                  </a:lnTo>
                  <a:lnTo>
                    <a:pt x="853666" y="1024210"/>
                  </a:lnTo>
                  <a:cubicBezTo>
                    <a:pt x="854316" y="1024210"/>
                    <a:pt x="854826" y="1024693"/>
                    <a:pt x="854826" y="1025308"/>
                  </a:cubicBezTo>
                  <a:lnTo>
                    <a:pt x="854826" y="1028600"/>
                  </a:lnTo>
                  <a:lnTo>
                    <a:pt x="857238" y="1028600"/>
                  </a:lnTo>
                  <a:cubicBezTo>
                    <a:pt x="858258" y="1028293"/>
                    <a:pt x="863035" y="1027151"/>
                    <a:pt x="871939" y="1028205"/>
                  </a:cubicBezTo>
                  <a:lnTo>
                    <a:pt x="873701" y="1022805"/>
                  </a:lnTo>
                  <a:cubicBezTo>
                    <a:pt x="873794" y="1022454"/>
                    <a:pt x="874072" y="1022191"/>
                    <a:pt x="874444" y="1022103"/>
                  </a:cubicBezTo>
                  <a:cubicBezTo>
                    <a:pt x="874768" y="1021971"/>
                    <a:pt x="875185" y="1022059"/>
                    <a:pt x="875510" y="1022235"/>
                  </a:cubicBezTo>
                  <a:lnTo>
                    <a:pt x="878478" y="1024254"/>
                  </a:lnTo>
                  <a:lnTo>
                    <a:pt x="879313" y="1022674"/>
                  </a:lnTo>
                  <a:cubicBezTo>
                    <a:pt x="879499" y="1022322"/>
                    <a:pt x="879916" y="1022059"/>
                    <a:pt x="880333" y="1022059"/>
                  </a:cubicBezTo>
                  <a:lnTo>
                    <a:pt x="887846" y="1022059"/>
                  </a:lnTo>
                  <a:cubicBezTo>
                    <a:pt x="888125" y="1022059"/>
                    <a:pt x="888403" y="1022147"/>
                    <a:pt x="888589" y="1022322"/>
                  </a:cubicBezTo>
                  <a:lnTo>
                    <a:pt x="897586" y="1029741"/>
                  </a:lnTo>
                  <a:cubicBezTo>
                    <a:pt x="897586" y="1029741"/>
                    <a:pt x="897864" y="1030049"/>
                    <a:pt x="897957" y="1030224"/>
                  </a:cubicBezTo>
                  <a:lnTo>
                    <a:pt x="901249" y="1040365"/>
                  </a:lnTo>
                  <a:lnTo>
                    <a:pt x="912287" y="1043746"/>
                  </a:lnTo>
                  <a:cubicBezTo>
                    <a:pt x="912705" y="1043877"/>
                    <a:pt x="912983" y="1044185"/>
                    <a:pt x="913076" y="1044580"/>
                  </a:cubicBezTo>
                  <a:lnTo>
                    <a:pt x="915487" y="1056565"/>
                  </a:lnTo>
                  <a:lnTo>
                    <a:pt x="924345" y="1056301"/>
                  </a:lnTo>
                  <a:cubicBezTo>
                    <a:pt x="924345" y="1056301"/>
                    <a:pt x="924670" y="1056301"/>
                    <a:pt x="924856" y="1056389"/>
                  </a:cubicBezTo>
                  <a:lnTo>
                    <a:pt x="930003" y="1058452"/>
                  </a:lnTo>
                  <a:lnTo>
                    <a:pt x="933714" y="1052175"/>
                  </a:lnTo>
                  <a:cubicBezTo>
                    <a:pt x="933899" y="1051867"/>
                    <a:pt x="934270" y="1051648"/>
                    <a:pt x="934641" y="1051604"/>
                  </a:cubicBezTo>
                  <a:lnTo>
                    <a:pt x="939696" y="1051340"/>
                  </a:lnTo>
                  <a:cubicBezTo>
                    <a:pt x="940160" y="1051253"/>
                    <a:pt x="940577" y="1051560"/>
                    <a:pt x="940809" y="1051911"/>
                  </a:cubicBezTo>
                  <a:cubicBezTo>
                    <a:pt x="941041" y="1052306"/>
                    <a:pt x="940995" y="1052745"/>
                    <a:pt x="940717" y="1053096"/>
                  </a:cubicBezTo>
                  <a:lnTo>
                    <a:pt x="938305" y="1056169"/>
                  </a:lnTo>
                  <a:lnTo>
                    <a:pt x="940067" y="1056608"/>
                  </a:lnTo>
                  <a:cubicBezTo>
                    <a:pt x="940392" y="1056696"/>
                    <a:pt x="940624" y="1056872"/>
                    <a:pt x="940809" y="1057135"/>
                  </a:cubicBezTo>
                  <a:lnTo>
                    <a:pt x="944891" y="1063808"/>
                  </a:lnTo>
                  <a:lnTo>
                    <a:pt x="948369" y="1064291"/>
                  </a:lnTo>
                  <a:cubicBezTo>
                    <a:pt x="948925" y="1064379"/>
                    <a:pt x="949343" y="1064818"/>
                    <a:pt x="949343" y="1065388"/>
                  </a:cubicBezTo>
                  <a:lnTo>
                    <a:pt x="949343" y="1067320"/>
                  </a:lnTo>
                  <a:lnTo>
                    <a:pt x="951105" y="1067320"/>
                  </a:lnTo>
                  <a:lnTo>
                    <a:pt x="955233" y="1065564"/>
                  </a:lnTo>
                  <a:lnTo>
                    <a:pt x="959778" y="1063632"/>
                  </a:lnTo>
                  <a:lnTo>
                    <a:pt x="959778" y="1059418"/>
                  </a:lnTo>
                  <a:cubicBezTo>
                    <a:pt x="959778" y="1058803"/>
                    <a:pt x="960288" y="1058321"/>
                    <a:pt x="960937" y="1058321"/>
                  </a:cubicBezTo>
                  <a:lnTo>
                    <a:pt x="975128" y="1058321"/>
                  </a:lnTo>
                  <a:lnTo>
                    <a:pt x="975128" y="1055291"/>
                  </a:lnTo>
                  <a:cubicBezTo>
                    <a:pt x="975128" y="1054940"/>
                    <a:pt x="975314" y="1054589"/>
                    <a:pt x="975639" y="1054370"/>
                  </a:cubicBezTo>
                  <a:cubicBezTo>
                    <a:pt x="975963" y="1054150"/>
                    <a:pt x="976334" y="1054106"/>
                    <a:pt x="976705" y="1054238"/>
                  </a:cubicBezTo>
                  <a:lnTo>
                    <a:pt x="980787" y="1055686"/>
                  </a:lnTo>
                  <a:lnTo>
                    <a:pt x="985842" y="1052438"/>
                  </a:lnTo>
                  <a:lnTo>
                    <a:pt x="984265" y="1049453"/>
                  </a:lnTo>
                  <a:cubicBezTo>
                    <a:pt x="984079" y="1049101"/>
                    <a:pt x="984126" y="1048706"/>
                    <a:pt x="984311" y="1048399"/>
                  </a:cubicBezTo>
                  <a:cubicBezTo>
                    <a:pt x="984543" y="1048092"/>
                    <a:pt x="984914" y="1047872"/>
                    <a:pt x="985285" y="1047872"/>
                  </a:cubicBezTo>
                  <a:lnTo>
                    <a:pt x="988763" y="1047872"/>
                  </a:lnTo>
                  <a:lnTo>
                    <a:pt x="988763" y="1044009"/>
                  </a:lnTo>
                  <a:cubicBezTo>
                    <a:pt x="988763" y="1043482"/>
                    <a:pt x="989134" y="1043043"/>
                    <a:pt x="989691" y="1042955"/>
                  </a:cubicBezTo>
                  <a:lnTo>
                    <a:pt x="996369" y="1041595"/>
                  </a:lnTo>
                  <a:lnTo>
                    <a:pt x="1000636" y="1041595"/>
                  </a:lnTo>
                  <a:cubicBezTo>
                    <a:pt x="1000636" y="1041595"/>
                    <a:pt x="1003187" y="1037951"/>
                    <a:pt x="1003187" y="1037951"/>
                  </a:cubicBezTo>
                  <a:cubicBezTo>
                    <a:pt x="1003419" y="1037644"/>
                    <a:pt x="1003743" y="1037468"/>
                    <a:pt x="1004161" y="1037468"/>
                  </a:cubicBezTo>
                  <a:lnTo>
                    <a:pt x="1011581" y="1037468"/>
                  </a:lnTo>
                  <a:lnTo>
                    <a:pt x="1015616" y="1030356"/>
                  </a:lnTo>
                  <a:cubicBezTo>
                    <a:pt x="1015801" y="1030005"/>
                    <a:pt x="1016219" y="1029785"/>
                    <a:pt x="1016636" y="1029785"/>
                  </a:cubicBezTo>
                  <a:lnTo>
                    <a:pt x="1023917" y="1029785"/>
                  </a:lnTo>
                  <a:lnTo>
                    <a:pt x="1025077" y="1026669"/>
                  </a:lnTo>
                  <a:cubicBezTo>
                    <a:pt x="1025216" y="1026317"/>
                    <a:pt x="1025540" y="1026054"/>
                    <a:pt x="1025912" y="1025966"/>
                  </a:cubicBezTo>
                  <a:cubicBezTo>
                    <a:pt x="1026283" y="1025878"/>
                    <a:pt x="1026700" y="1025966"/>
                    <a:pt x="1026978" y="1026273"/>
                  </a:cubicBezTo>
                  <a:lnTo>
                    <a:pt x="1031292" y="1030356"/>
                  </a:lnTo>
                  <a:lnTo>
                    <a:pt x="1036022" y="1027766"/>
                  </a:lnTo>
                  <a:cubicBezTo>
                    <a:pt x="1036346" y="1027590"/>
                    <a:pt x="1036671" y="1027590"/>
                    <a:pt x="1036996" y="1027678"/>
                  </a:cubicBezTo>
                  <a:cubicBezTo>
                    <a:pt x="1037321" y="1027810"/>
                    <a:pt x="1037552" y="1028073"/>
                    <a:pt x="1037691" y="1028381"/>
                  </a:cubicBezTo>
                  <a:lnTo>
                    <a:pt x="1039083" y="1032463"/>
                  </a:lnTo>
                  <a:lnTo>
                    <a:pt x="1056335" y="1033078"/>
                  </a:lnTo>
                  <a:cubicBezTo>
                    <a:pt x="1056845" y="1033078"/>
                    <a:pt x="1057309" y="1033473"/>
                    <a:pt x="1057402" y="1033956"/>
                  </a:cubicBezTo>
                  <a:cubicBezTo>
                    <a:pt x="1058469" y="1038565"/>
                    <a:pt x="1061437" y="1046072"/>
                    <a:pt x="1064869" y="1046687"/>
                  </a:cubicBezTo>
                  <a:cubicBezTo>
                    <a:pt x="1069553" y="1047521"/>
                    <a:pt x="1075999" y="1048004"/>
                    <a:pt x="1077669" y="1048136"/>
                  </a:cubicBezTo>
                  <a:lnTo>
                    <a:pt x="1081982" y="1045326"/>
                  </a:lnTo>
                  <a:cubicBezTo>
                    <a:pt x="1082307" y="1045107"/>
                    <a:pt x="1082677" y="1045063"/>
                    <a:pt x="1083048" y="1045194"/>
                  </a:cubicBezTo>
                  <a:lnTo>
                    <a:pt x="1091257" y="1048136"/>
                  </a:lnTo>
                  <a:lnTo>
                    <a:pt x="1101785" y="1048136"/>
                  </a:lnTo>
                  <a:cubicBezTo>
                    <a:pt x="1102156" y="1048136"/>
                    <a:pt x="1102527" y="1048311"/>
                    <a:pt x="1102759" y="1048619"/>
                  </a:cubicBezTo>
                  <a:lnTo>
                    <a:pt x="1105217" y="1051999"/>
                  </a:lnTo>
                  <a:lnTo>
                    <a:pt x="1111199" y="1046950"/>
                  </a:lnTo>
                  <a:cubicBezTo>
                    <a:pt x="1111663" y="1046555"/>
                    <a:pt x="1112405" y="1046599"/>
                    <a:pt x="1112823" y="1047038"/>
                  </a:cubicBezTo>
                  <a:lnTo>
                    <a:pt x="1113611" y="1047828"/>
                  </a:lnTo>
                  <a:lnTo>
                    <a:pt x="1119316" y="1040541"/>
                  </a:lnTo>
                  <a:lnTo>
                    <a:pt x="1120521" y="1036414"/>
                  </a:lnTo>
                  <a:lnTo>
                    <a:pt x="1115744" y="1031673"/>
                  </a:lnTo>
                  <a:cubicBezTo>
                    <a:pt x="1115744" y="1031673"/>
                    <a:pt x="1115420" y="1031190"/>
                    <a:pt x="1115420" y="1030927"/>
                  </a:cubicBezTo>
                  <a:lnTo>
                    <a:pt x="1115420" y="1027546"/>
                  </a:lnTo>
                  <a:lnTo>
                    <a:pt x="1111153" y="1023771"/>
                  </a:lnTo>
                  <a:cubicBezTo>
                    <a:pt x="1110782" y="1023420"/>
                    <a:pt x="1110689" y="1022893"/>
                    <a:pt x="1110921" y="1022454"/>
                  </a:cubicBezTo>
                  <a:lnTo>
                    <a:pt x="1116115" y="1012840"/>
                  </a:lnTo>
                  <a:cubicBezTo>
                    <a:pt x="1116301" y="1012489"/>
                    <a:pt x="1116718" y="1012225"/>
                    <a:pt x="1117136" y="1012225"/>
                  </a:cubicBezTo>
                  <a:lnTo>
                    <a:pt x="1120614" y="1012225"/>
                  </a:lnTo>
                  <a:lnTo>
                    <a:pt x="1120614" y="1008099"/>
                  </a:lnTo>
                  <a:cubicBezTo>
                    <a:pt x="1120614" y="1007791"/>
                    <a:pt x="1120753" y="1007484"/>
                    <a:pt x="1121031" y="1007265"/>
                  </a:cubicBezTo>
                  <a:lnTo>
                    <a:pt x="1126319" y="1003050"/>
                  </a:lnTo>
                  <a:lnTo>
                    <a:pt x="1129426" y="995631"/>
                  </a:lnTo>
                  <a:cubicBezTo>
                    <a:pt x="1129565" y="995324"/>
                    <a:pt x="1129797" y="995104"/>
                    <a:pt x="1130168" y="994973"/>
                  </a:cubicBezTo>
                  <a:cubicBezTo>
                    <a:pt x="1130492" y="994885"/>
                    <a:pt x="1130863" y="994929"/>
                    <a:pt x="1131142" y="995104"/>
                  </a:cubicBezTo>
                  <a:lnTo>
                    <a:pt x="1138098" y="999319"/>
                  </a:lnTo>
                  <a:lnTo>
                    <a:pt x="1145008" y="999319"/>
                  </a:lnTo>
                  <a:cubicBezTo>
                    <a:pt x="1145472" y="999319"/>
                    <a:pt x="1145890" y="999582"/>
                    <a:pt x="1146075" y="999977"/>
                  </a:cubicBezTo>
                  <a:lnTo>
                    <a:pt x="1148626" y="1005553"/>
                  </a:lnTo>
                  <a:lnTo>
                    <a:pt x="1159988" y="1004806"/>
                  </a:lnTo>
                  <a:cubicBezTo>
                    <a:pt x="1160267" y="1004806"/>
                    <a:pt x="1160545" y="1004850"/>
                    <a:pt x="1160777" y="1005026"/>
                  </a:cubicBezTo>
                  <a:lnTo>
                    <a:pt x="1169820" y="1011435"/>
                  </a:lnTo>
                  <a:lnTo>
                    <a:pt x="1175896" y="1012225"/>
                  </a:lnTo>
                  <a:lnTo>
                    <a:pt x="1182667" y="1013630"/>
                  </a:lnTo>
                  <a:cubicBezTo>
                    <a:pt x="1183177" y="1013718"/>
                    <a:pt x="1183548" y="1014113"/>
                    <a:pt x="1183594" y="1014596"/>
                  </a:cubicBezTo>
                  <a:lnTo>
                    <a:pt x="1184986" y="1030224"/>
                  </a:lnTo>
                  <a:lnTo>
                    <a:pt x="1189113" y="1032683"/>
                  </a:lnTo>
                  <a:cubicBezTo>
                    <a:pt x="1189438" y="1032902"/>
                    <a:pt x="1189670" y="1033254"/>
                    <a:pt x="1189670" y="1033605"/>
                  </a:cubicBezTo>
                  <a:lnTo>
                    <a:pt x="1189670" y="1035756"/>
                  </a:lnTo>
                  <a:lnTo>
                    <a:pt x="1199780" y="1038039"/>
                  </a:lnTo>
                  <a:cubicBezTo>
                    <a:pt x="1200290" y="1038170"/>
                    <a:pt x="1200661" y="1038609"/>
                    <a:pt x="1200661" y="1039092"/>
                  </a:cubicBezTo>
                  <a:lnTo>
                    <a:pt x="1200661" y="1042692"/>
                  </a:lnTo>
                  <a:lnTo>
                    <a:pt x="1213554" y="1042955"/>
                  </a:lnTo>
                  <a:lnTo>
                    <a:pt x="1217867" y="1039400"/>
                  </a:lnTo>
                  <a:cubicBezTo>
                    <a:pt x="1217867" y="1039400"/>
                    <a:pt x="1218099" y="1039224"/>
                    <a:pt x="1218238" y="1039180"/>
                  </a:cubicBezTo>
                  <a:lnTo>
                    <a:pt x="1231595" y="1034790"/>
                  </a:lnTo>
                  <a:cubicBezTo>
                    <a:pt x="1231595" y="1034790"/>
                    <a:pt x="1231919" y="1034702"/>
                    <a:pt x="1232105" y="1034746"/>
                  </a:cubicBezTo>
                  <a:lnTo>
                    <a:pt x="1243978" y="1036107"/>
                  </a:lnTo>
                  <a:cubicBezTo>
                    <a:pt x="1244209" y="1036107"/>
                    <a:pt x="1244441" y="1036239"/>
                    <a:pt x="1244627" y="1036370"/>
                  </a:cubicBezTo>
                  <a:lnTo>
                    <a:pt x="1248337" y="1039619"/>
                  </a:lnTo>
                  <a:lnTo>
                    <a:pt x="1256824" y="1039092"/>
                  </a:lnTo>
                  <a:cubicBezTo>
                    <a:pt x="1257149" y="1039092"/>
                    <a:pt x="1257520" y="1039180"/>
                    <a:pt x="1257752" y="1039443"/>
                  </a:cubicBezTo>
                  <a:lnTo>
                    <a:pt x="1263873" y="1045502"/>
                  </a:lnTo>
                  <a:lnTo>
                    <a:pt x="1273937" y="1047345"/>
                  </a:lnTo>
                  <a:cubicBezTo>
                    <a:pt x="1274494" y="1047433"/>
                    <a:pt x="1274865" y="1047916"/>
                    <a:pt x="1274865" y="1048443"/>
                  </a:cubicBezTo>
                  <a:lnTo>
                    <a:pt x="1274865" y="1055028"/>
                  </a:lnTo>
                  <a:lnTo>
                    <a:pt x="1279549" y="1056433"/>
                  </a:lnTo>
                  <a:cubicBezTo>
                    <a:pt x="1279549" y="1056433"/>
                    <a:pt x="1279966" y="1056608"/>
                    <a:pt x="1280105" y="1056784"/>
                  </a:cubicBezTo>
                  <a:lnTo>
                    <a:pt x="1284094" y="1061350"/>
                  </a:lnTo>
                  <a:lnTo>
                    <a:pt x="1291653" y="1061350"/>
                  </a:lnTo>
                  <a:cubicBezTo>
                    <a:pt x="1291653" y="1061350"/>
                    <a:pt x="1291978" y="1061350"/>
                    <a:pt x="1292117" y="1061437"/>
                  </a:cubicBezTo>
                  <a:lnTo>
                    <a:pt x="1298935" y="1064115"/>
                  </a:lnTo>
                  <a:lnTo>
                    <a:pt x="1308813" y="1065432"/>
                  </a:lnTo>
                  <a:lnTo>
                    <a:pt x="1313080" y="1062886"/>
                  </a:lnTo>
                  <a:cubicBezTo>
                    <a:pt x="1313544" y="1062623"/>
                    <a:pt x="1314193" y="1062667"/>
                    <a:pt x="1314564" y="1063062"/>
                  </a:cubicBezTo>
                  <a:lnTo>
                    <a:pt x="1316604" y="1065213"/>
                  </a:lnTo>
                  <a:lnTo>
                    <a:pt x="1326297" y="1061393"/>
                  </a:lnTo>
                  <a:lnTo>
                    <a:pt x="1349625" y="1057267"/>
                  </a:lnTo>
                  <a:lnTo>
                    <a:pt x="1358622" y="1047389"/>
                  </a:lnTo>
                  <a:cubicBezTo>
                    <a:pt x="1358622" y="1047389"/>
                    <a:pt x="1358947" y="1047126"/>
                    <a:pt x="1359179" y="1047038"/>
                  </a:cubicBezTo>
                  <a:lnTo>
                    <a:pt x="1363956" y="1045721"/>
                  </a:lnTo>
                  <a:lnTo>
                    <a:pt x="1373648" y="1039487"/>
                  </a:lnTo>
                  <a:cubicBezTo>
                    <a:pt x="1373648" y="1039487"/>
                    <a:pt x="1374159" y="1039268"/>
                    <a:pt x="1374437" y="1039312"/>
                  </a:cubicBezTo>
                  <a:lnTo>
                    <a:pt x="1384594" y="1040409"/>
                  </a:lnTo>
                  <a:cubicBezTo>
                    <a:pt x="1384594" y="1040409"/>
                    <a:pt x="1385011" y="1040497"/>
                    <a:pt x="1385150" y="1040629"/>
                  </a:cubicBezTo>
                  <a:lnTo>
                    <a:pt x="1391689" y="1045414"/>
                  </a:lnTo>
                  <a:lnTo>
                    <a:pt x="1391689" y="1042297"/>
                  </a:lnTo>
                  <a:lnTo>
                    <a:pt x="1395910" y="1045458"/>
                  </a:lnTo>
                  <a:lnTo>
                    <a:pt x="1400130" y="1044229"/>
                  </a:lnTo>
                  <a:lnTo>
                    <a:pt x="1395770" y="1048355"/>
                  </a:lnTo>
                  <a:lnTo>
                    <a:pt x="1396280" y="1048750"/>
                  </a:lnTo>
                  <a:lnTo>
                    <a:pt x="1405509" y="1045414"/>
                  </a:lnTo>
                  <a:cubicBezTo>
                    <a:pt x="1405834" y="1045282"/>
                    <a:pt x="1406205" y="1045326"/>
                    <a:pt x="1406483" y="1045502"/>
                  </a:cubicBezTo>
                  <a:lnTo>
                    <a:pt x="1415481" y="1050418"/>
                  </a:lnTo>
                  <a:cubicBezTo>
                    <a:pt x="1418217" y="1052657"/>
                    <a:pt x="1425777" y="1057838"/>
                    <a:pt x="1430507" y="1056433"/>
                  </a:cubicBezTo>
                  <a:cubicBezTo>
                    <a:pt x="1431898" y="1055116"/>
                    <a:pt x="1439968" y="1047916"/>
                    <a:pt x="1452026" y="1044229"/>
                  </a:cubicBezTo>
                  <a:lnTo>
                    <a:pt x="1452026" y="1038785"/>
                  </a:lnTo>
                  <a:lnTo>
                    <a:pt x="1449197" y="1038961"/>
                  </a:lnTo>
                  <a:cubicBezTo>
                    <a:pt x="1448779" y="1038961"/>
                    <a:pt x="1448362" y="1038785"/>
                    <a:pt x="1448130" y="1038434"/>
                  </a:cubicBezTo>
                  <a:cubicBezTo>
                    <a:pt x="1447898" y="1038082"/>
                    <a:pt x="1447898" y="1037644"/>
                    <a:pt x="1448130" y="1037292"/>
                  </a:cubicBezTo>
                  <a:lnTo>
                    <a:pt x="1463620" y="1011742"/>
                  </a:lnTo>
                  <a:lnTo>
                    <a:pt x="1463620" y="1005157"/>
                  </a:lnTo>
                  <a:cubicBezTo>
                    <a:pt x="1463620" y="1004762"/>
                    <a:pt x="1463852" y="1004367"/>
                    <a:pt x="1464223" y="1004192"/>
                  </a:cubicBezTo>
                  <a:lnTo>
                    <a:pt x="1475493" y="998485"/>
                  </a:lnTo>
                  <a:lnTo>
                    <a:pt x="1475493" y="986588"/>
                  </a:lnTo>
                  <a:lnTo>
                    <a:pt x="1471273" y="984129"/>
                  </a:lnTo>
                  <a:lnTo>
                    <a:pt x="1465661" y="985622"/>
                  </a:lnTo>
                  <a:cubicBezTo>
                    <a:pt x="1465336" y="985710"/>
                    <a:pt x="1464965" y="985622"/>
                    <a:pt x="1464687" y="985446"/>
                  </a:cubicBezTo>
                  <a:cubicBezTo>
                    <a:pt x="1464409" y="985271"/>
                    <a:pt x="1464223" y="984963"/>
                    <a:pt x="1464177" y="984612"/>
                  </a:cubicBezTo>
                  <a:lnTo>
                    <a:pt x="1463899" y="979959"/>
                  </a:lnTo>
                  <a:cubicBezTo>
                    <a:pt x="1463899" y="979651"/>
                    <a:pt x="1463991" y="979388"/>
                    <a:pt x="1464223" y="979169"/>
                  </a:cubicBezTo>
                  <a:lnTo>
                    <a:pt x="1475818" y="967096"/>
                  </a:lnTo>
                  <a:cubicBezTo>
                    <a:pt x="1475818" y="967096"/>
                    <a:pt x="1476142" y="966833"/>
                    <a:pt x="1476374" y="966789"/>
                  </a:cubicBezTo>
                  <a:lnTo>
                    <a:pt x="1501603" y="959940"/>
                  </a:lnTo>
                  <a:cubicBezTo>
                    <a:pt x="1501974" y="959853"/>
                    <a:pt x="1502345" y="959940"/>
                    <a:pt x="1502624" y="960116"/>
                  </a:cubicBezTo>
                  <a:cubicBezTo>
                    <a:pt x="1502902" y="960335"/>
                    <a:pt x="1503087" y="960643"/>
                    <a:pt x="1503087" y="960994"/>
                  </a:cubicBezTo>
                  <a:lnTo>
                    <a:pt x="1503087" y="961960"/>
                  </a:lnTo>
                  <a:lnTo>
                    <a:pt x="1522983" y="959896"/>
                  </a:lnTo>
                  <a:cubicBezTo>
                    <a:pt x="1523261" y="959896"/>
                    <a:pt x="1523493" y="959896"/>
                    <a:pt x="1523725" y="960072"/>
                  </a:cubicBezTo>
                  <a:lnTo>
                    <a:pt x="1541766" y="970871"/>
                  </a:lnTo>
                  <a:lnTo>
                    <a:pt x="1544317" y="968457"/>
                  </a:lnTo>
                  <a:cubicBezTo>
                    <a:pt x="1544734" y="968062"/>
                    <a:pt x="1545430" y="968018"/>
                    <a:pt x="1545893" y="968413"/>
                  </a:cubicBezTo>
                  <a:lnTo>
                    <a:pt x="1550160" y="971969"/>
                  </a:lnTo>
                  <a:lnTo>
                    <a:pt x="1554334" y="971706"/>
                  </a:lnTo>
                  <a:cubicBezTo>
                    <a:pt x="1554612" y="971706"/>
                    <a:pt x="1554937" y="971793"/>
                    <a:pt x="1555169" y="971969"/>
                  </a:cubicBezTo>
                  <a:lnTo>
                    <a:pt x="1557766" y="974164"/>
                  </a:lnTo>
                  <a:cubicBezTo>
                    <a:pt x="1558137" y="974515"/>
                    <a:pt x="1558276" y="975042"/>
                    <a:pt x="1558044" y="975481"/>
                  </a:cubicBezTo>
                  <a:lnTo>
                    <a:pt x="1556838" y="977764"/>
                  </a:lnTo>
                  <a:lnTo>
                    <a:pt x="1561523" y="979783"/>
                  </a:lnTo>
                  <a:cubicBezTo>
                    <a:pt x="1561801" y="979915"/>
                    <a:pt x="1562033" y="980134"/>
                    <a:pt x="1562126" y="980398"/>
                  </a:cubicBezTo>
                  <a:cubicBezTo>
                    <a:pt x="1562218" y="980661"/>
                    <a:pt x="1562218" y="980969"/>
                    <a:pt x="1562079" y="981276"/>
                  </a:cubicBezTo>
                  <a:lnTo>
                    <a:pt x="1560177" y="984876"/>
                  </a:lnTo>
                  <a:lnTo>
                    <a:pt x="1565557" y="989002"/>
                  </a:lnTo>
                  <a:cubicBezTo>
                    <a:pt x="1565836" y="989222"/>
                    <a:pt x="1565975" y="989529"/>
                    <a:pt x="1565975" y="989836"/>
                  </a:cubicBezTo>
                  <a:lnTo>
                    <a:pt x="1565975" y="994709"/>
                  </a:lnTo>
                  <a:lnTo>
                    <a:pt x="1570009" y="995587"/>
                  </a:lnTo>
                  <a:cubicBezTo>
                    <a:pt x="1570381" y="995675"/>
                    <a:pt x="1570659" y="995895"/>
                    <a:pt x="1570798" y="996202"/>
                  </a:cubicBezTo>
                  <a:cubicBezTo>
                    <a:pt x="1570937" y="996509"/>
                    <a:pt x="1570937" y="996860"/>
                    <a:pt x="1570798" y="997168"/>
                  </a:cubicBezTo>
                  <a:lnTo>
                    <a:pt x="1567923" y="1002392"/>
                  </a:lnTo>
                  <a:lnTo>
                    <a:pt x="1575668" y="1014069"/>
                  </a:lnTo>
                  <a:cubicBezTo>
                    <a:pt x="1575668" y="1014069"/>
                    <a:pt x="1575853" y="1014464"/>
                    <a:pt x="1575853" y="1014640"/>
                  </a:cubicBezTo>
                  <a:lnTo>
                    <a:pt x="1575853" y="1021796"/>
                  </a:lnTo>
                  <a:lnTo>
                    <a:pt x="1581975" y="1028644"/>
                  </a:lnTo>
                  <a:cubicBezTo>
                    <a:pt x="1581975" y="1028644"/>
                    <a:pt x="1582253" y="1029083"/>
                    <a:pt x="1582253" y="1029346"/>
                  </a:cubicBezTo>
                  <a:lnTo>
                    <a:pt x="1582253" y="1038741"/>
                  </a:lnTo>
                  <a:lnTo>
                    <a:pt x="1585361" y="1041419"/>
                  </a:lnTo>
                  <a:cubicBezTo>
                    <a:pt x="1585593" y="1041638"/>
                    <a:pt x="1585731" y="1041902"/>
                    <a:pt x="1585731" y="1042209"/>
                  </a:cubicBezTo>
                  <a:lnTo>
                    <a:pt x="1585731" y="1051340"/>
                  </a:lnTo>
                  <a:lnTo>
                    <a:pt x="1589117" y="1054545"/>
                  </a:lnTo>
                  <a:lnTo>
                    <a:pt x="1601129" y="1055072"/>
                  </a:lnTo>
                  <a:cubicBezTo>
                    <a:pt x="1601361" y="1055072"/>
                    <a:pt x="1601639" y="1055160"/>
                    <a:pt x="1601825" y="1055335"/>
                  </a:cubicBezTo>
                  <a:lnTo>
                    <a:pt x="1608456" y="1060559"/>
                  </a:lnTo>
                  <a:lnTo>
                    <a:pt x="1611517" y="1060559"/>
                  </a:lnTo>
                  <a:lnTo>
                    <a:pt x="1611517" y="1059198"/>
                  </a:lnTo>
                  <a:cubicBezTo>
                    <a:pt x="1611517" y="1058760"/>
                    <a:pt x="1611795" y="1058364"/>
                    <a:pt x="1612213" y="1058189"/>
                  </a:cubicBezTo>
                  <a:cubicBezTo>
                    <a:pt x="1612630" y="1058013"/>
                    <a:pt x="1613141" y="1058101"/>
                    <a:pt x="1613465" y="1058408"/>
                  </a:cubicBezTo>
                  <a:lnTo>
                    <a:pt x="1627610" y="1071271"/>
                  </a:lnTo>
                  <a:lnTo>
                    <a:pt x="1633500" y="1071271"/>
                  </a:lnTo>
                  <a:cubicBezTo>
                    <a:pt x="1633871" y="1071271"/>
                    <a:pt x="1634242" y="1071447"/>
                    <a:pt x="1634474" y="1071754"/>
                  </a:cubicBezTo>
                  <a:cubicBezTo>
                    <a:pt x="1634706" y="1072061"/>
                    <a:pt x="1634706" y="1072456"/>
                    <a:pt x="1634567" y="1072807"/>
                  </a:cubicBezTo>
                  <a:lnTo>
                    <a:pt x="1631831" y="1078690"/>
                  </a:lnTo>
                  <a:lnTo>
                    <a:pt x="1635495" y="1080402"/>
                  </a:lnTo>
                  <a:cubicBezTo>
                    <a:pt x="1635865" y="1080578"/>
                    <a:pt x="1636143" y="1080973"/>
                    <a:pt x="1636143" y="1081368"/>
                  </a:cubicBezTo>
                  <a:lnTo>
                    <a:pt x="1636143" y="1086021"/>
                  </a:lnTo>
                  <a:cubicBezTo>
                    <a:pt x="1636143" y="1086021"/>
                    <a:pt x="1636143" y="1086241"/>
                    <a:pt x="1636097" y="1086373"/>
                  </a:cubicBezTo>
                  <a:lnTo>
                    <a:pt x="1634520" y="1090807"/>
                  </a:lnTo>
                  <a:lnTo>
                    <a:pt x="1639390" y="1098094"/>
                  </a:lnTo>
                  <a:lnTo>
                    <a:pt x="1663692" y="1098094"/>
                  </a:lnTo>
                  <a:lnTo>
                    <a:pt x="1663692" y="1094801"/>
                  </a:lnTo>
                  <a:cubicBezTo>
                    <a:pt x="1663692" y="1094450"/>
                    <a:pt x="1663878" y="1094143"/>
                    <a:pt x="1664156" y="1093923"/>
                  </a:cubicBezTo>
                  <a:lnTo>
                    <a:pt x="1671112" y="1089007"/>
                  </a:lnTo>
                  <a:cubicBezTo>
                    <a:pt x="1671112" y="1089007"/>
                    <a:pt x="1671529" y="1088787"/>
                    <a:pt x="1671761" y="1088787"/>
                  </a:cubicBezTo>
                  <a:lnTo>
                    <a:pt x="1678440" y="1088524"/>
                  </a:lnTo>
                  <a:lnTo>
                    <a:pt x="1686324" y="1084529"/>
                  </a:lnTo>
                  <a:cubicBezTo>
                    <a:pt x="1686324" y="1084529"/>
                    <a:pt x="1686510" y="1084441"/>
                    <a:pt x="1686602" y="1084441"/>
                  </a:cubicBezTo>
                  <a:lnTo>
                    <a:pt x="1698196" y="1081983"/>
                  </a:lnTo>
                  <a:cubicBezTo>
                    <a:pt x="1698521" y="1081939"/>
                    <a:pt x="1698892" y="1081983"/>
                    <a:pt x="1699171" y="1082202"/>
                  </a:cubicBezTo>
                  <a:cubicBezTo>
                    <a:pt x="1699449" y="1082422"/>
                    <a:pt x="1699588" y="1082729"/>
                    <a:pt x="1699588" y="1083080"/>
                  </a:cubicBezTo>
                  <a:lnTo>
                    <a:pt x="1699588" y="1086373"/>
                  </a:lnTo>
                  <a:cubicBezTo>
                    <a:pt x="1699588" y="1086592"/>
                    <a:pt x="1699495" y="1086856"/>
                    <a:pt x="1699356" y="1087031"/>
                  </a:cubicBezTo>
                  <a:lnTo>
                    <a:pt x="1694904" y="1092694"/>
                  </a:lnTo>
                  <a:lnTo>
                    <a:pt x="1699356" y="1098621"/>
                  </a:lnTo>
                  <a:cubicBezTo>
                    <a:pt x="1699681" y="1099016"/>
                    <a:pt x="1699634" y="1099587"/>
                    <a:pt x="1699309" y="1099982"/>
                  </a:cubicBezTo>
                  <a:lnTo>
                    <a:pt x="1694672" y="1105206"/>
                  </a:lnTo>
                  <a:lnTo>
                    <a:pt x="1690822" y="1108103"/>
                  </a:lnTo>
                  <a:lnTo>
                    <a:pt x="1690034" y="1114249"/>
                  </a:lnTo>
                  <a:cubicBezTo>
                    <a:pt x="1690034" y="1114249"/>
                    <a:pt x="1689988" y="1114513"/>
                    <a:pt x="1689895" y="1114600"/>
                  </a:cubicBezTo>
                  <a:lnTo>
                    <a:pt x="1684330" y="1124873"/>
                  </a:lnTo>
                  <a:lnTo>
                    <a:pt x="1686185" y="1129922"/>
                  </a:lnTo>
                  <a:cubicBezTo>
                    <a:pt x="1686370" y="1130361"/>
                    <a:pt x="1686185" y="1130843"/>
                    <a:pt x="1685814" y="1131151"/>
                  </a:cubicBezTo>
                  <a:lnTo>
                    <a:pt x="1682057" y="1133916"/>
                  </a:lnTo>
                  <a:lnTo>
                    <a:pt x="1678950" y="1146472"/>
                  </a:lnTo>
                  <a:cubicBezTo>
                    <a:pt x="1678857" y="1146823"/>
                    <a:pt x="1678579" y="1147130"/>
                    <a:pt x="1678208" y="1147262"/>
                  </a:cubicBezTo>
                  <a:lnTo>
                    <a:pt x="1674220" y="1148667"/>
                  </a:lnTo>
                  <a:lnTo>
                    <a:pt x="1673431" y="1154593"/>
                  </a:lnTo>
                  <a:cubicBezTo>
                    <a:pt x="1673385" y="1154944"/>
                    <a:pt x="1673153" y="1155296"/>
                    <a:pt x="1672782" y="1155427"/>
                  </a:cubicBezTo>
                  <a:lnTo>
                    <a:pt x="1668005" y="1157666"/>
                  </a:lnTo>
                  <a:cubicBezTo>
                    <a:pt x="1667727" y="1157798"/>
                    <a:pt x="1667356" y="1157842"/>
                    <a:pt x="1667077" y="1157666"/>
                  </a:cubicBezTo>
                  <a:lnTo>
                    <a:pt x="1667077" y="1157666"/>
                  </a:lnTo>
                  <a:cubicBezTo>
                    <a:pt x="1666660" y="1158501"/>
                    <a:pt x="1666011" y="1159422"/>
                    <a:pt x="1665083" y="1160432"/>
                  </a:cubicBezTo>
                  <a:cubicBezTo>
                    <a:pt x="1665083" y="1160432"/>
                    <a:pt x="1664526" y="1168685"/>
                    <a:pt x="1659008" y="1167017"/>
                  </a:cubicBezTo>
                  <a:cubicBezTo>
                    <a:pt x="1653489" y="1165349"/>
                    <a:pt x="1656132" y="1157974"/>
                    <a:pt x="1656132" y="1157974"/>
                  </a:cubicBezTo>
                  <a:cubicBezTo>
                    <a:pt x="1656132" y="1157974"/>
                    <a:pt x="1655205" y="1155559"/>
                    <a:pt x="1655622" y="1153452"/>
                  </a:cubicBezTo>
                  <a:lnTo>
                    <a:pt x="1651402" y="1151915"/>
                  </a:lnTo>
                  <a:lnTo>
                    <a:pt x="1647877" y="1157227"/>
                  </a:lnTo>
                  <a:cubicBezTo>
                    <a:pt x="1647738" y="1157447"/>
                    <a:pt x="1647506" y="1157622"/>
                    <a:pt x="1647228" y="1157710"/>
                  </a:cubicBezTo>
                  <a:lnTo>
                    <a:pt x="1641616" y="1159247"/>
                  </a:lnTo>
                  <a:lnTo>
                    <a:pt x="1638462" y="1161398"/>
                  </a:lnTo>
                  <a:lnTo>
                    <a:pt x="1642219" y="1164866"/>
                  </a:lnTo>
                  <a:cubicBezTo>
                    <a:pt x="1642219" y="1164866"/>
                    <a:pt x="1642544" y="1165261"/>
                    <a:pt x="1642544" y="1165524"/>
                  </a:cubicBezTo>
                  <a:lnTo>
                    <a:pt x="1644584" y="1183084"/>
                  </a:lnTo>
                  <a:cubicBezTo>
                    <a:pt x="1644584" y="1183084"/>
                    <a:pt x="1644584" y="1183348"/>
                    <a:pt x="1644584" y="1183436"/>
                  </a:cubicBezTo>
                  <a:lnTo>
                    <a:pt x="1643193" y="1188967"/>
                  </a:lnTo>
                  <a:lnTo>
                    <a:pt x="1644584" y="1194455"/>
                  </a:lnTo>
                  <a:cubicBezTo>
                    <a:pt x="1644677" y="1194718"/>
                    <a:pt x="1644584" y="1195025"/>
                    <a:pt x="1644445" y="1195289"/>
                  </a:cubicBezTo>
                  <a:lnTo>
                    <a:pt x="1640086" y="1201874"/>
                  </a:lnTo>
                  <a:cubicBezTo>
                    <a:pt x="1640086" y="1201874"/>
                    <a:pt x="1639807" y="1202181"/>
                    <a:pt x="1639575" y="1202313"/>
                  </a:cubicBezTo>
                  <a:lnTo>
                    <a:pt x="1633964" y="1204727"/>
                  </a:lnTo>
                  <a:lnTo>
                    <a:pt x="1634103" y="1205825"/>
                  </a:lnTo>
                  <a:lnTo>
                    <a:pt x="1642033" y="1207888"/>
                  </a:lnTo>
                  <a:lnTo>
                    <a:pt x="1644631" y="1205430"/>
                  </a:lnTo>
                  <a:lnTo>
                    <a:pt x="1647831" y="1199371"/>
                  </a:lnTo>
                  <a:lnTo>
                    <a:pt x="1649872" y="1194981"/>
                  </a:lnTo>
                  <a:lnTo>
                    <a:pt x="1651587" y="1191118"/>
                  </a:lnTo>
                  <a:lnTo>
                    <a:pt x="1654463" y="1197440"/>
                  </a:lnTo>
                  <a:lnTo>
                    <a:pt x="1656782" y="1196342"/>
                  </a:lnTo>
                  <a:lnTo>
                    <a:pt x="1658822" y="1194981"/>
                  </a:lnTo>
                  <a:lnTo>
                    <a:pt x="1658822" y="1201566"/>
                  </a:lnTo>
                  <a:lnTo>
                    <a:pt x="1664619" y="1202093"/>
                  </a:lnTo>
                  <a:lnTo>
                    <a:pt x="1668097" y="1202620"/>
                  </a:lnTo>
                  <a:lnTo>
                    <a:pt x="1670416" y="1203718"/>
                  </a:lnTo>
                  <a:lnTo>
                    <a:pt x="1674173" y="1204815"/>
                  </a:lnTo>
                  <a:cubicBezTo>
                    <a:pt x="1674173" y="1204815"/>
                    <a:pt x="1679089" y="1201786"/>
                    <a:pt x="1684330" y="1202620"/>
                  </a:cubicBezTo>
                  <a:cubicBezTo>
                    <a:pt x="1684330" y="1202620"/>
                    <a:pt x="1695646" y="1192743"/>
                    <a:pt x="1702880" y="1190811"/>
                  </a:cubicBezTo>
                  <a:lnTo>
                    <a:pt x="1705478" y="1188616"/>
                  </a:lnTo>
                  <a:lnTo>
                    <a:pt x="1705478" y="1184489"/>
                  </a:lnTo>
                  <a:lnTo>
                    <a:pt x="1709513" y="1184489"/>
                  </a:lnTo>
                  <a:lnTo>
                    <a:pt x="1711229" y="1179265"/>
                  </a:lnTo>
                  <a:cubicBezTo>
                    <a:pt x="1711229" y="1179265"/>
                    <a:pt x="1713269" y="1175709"/>
                    <a:pt x="1719345" y="1168554"/>
                  </a:cubicBezTo>
                  <a:cubicBezTo>
                    <a:pt x="1725420" y="1161442"/>
                    <a:pt x="1731820" y="1152925"/>
                    <a:pt x="1731820" y="1152925"/>
                  </a:cubicBezTo>
                  <a:cubicBezTo>
                    <a:pt x="1731820" y="1152925"/>
                    <a:pt x="1748933" y="1136199"/>
                    <a:pt x="1750371" y="1133433"/>
                  </a:cubicBezTo>
                  <a:cubicBezTo>
                    <a:pt x="1751809" y="1130712"/>
                    <a:pt x="1755008" y="1124653"/>
                    <a:pt x="1755008" y="1124653"/>
                  </a:cubicBezTo>
                  <a:lnTo>
                    <a:pt x="1757049" y="1118068"/>
                  </a:lnTo>
                  <a:cubicBezTo>
                    <a:pt x="1757049" y="1118068"/>
                    <a:pt x="1763727" y="1106830"/>
                    <a:pt x="1766325" y="1105996"/>
                  </a:cubicBezTo>
                  <a:lnTo>
                    <a:pt x="1769803" y="1098577"/>
                  </a:lnTo>
                  <a:lnTo>
                    <a:pt x="1773838" y="1094187"/>
                  </a:lnTo>
                  <a:lnTo>
                    <a:pt x="1782835" y="1084046"/>
                  </a:lnTo>
                  <a:lnTo>
                    <a:pt x="1785154" y="1073598"/>
                  </a:lnTo>
                  <a:lnTo>
                    <a:pt x="1787751" y="1061525"/>
                  </a:lnTo>
                  <a:cubicBezTo>
                    <a:pt x="1787751" y="1061525"/>
                    <a:pt x="1793270" y="1058233"/>
                    <a:pt x="1789188" y="1046687"/>
                  </a:cubicBezTo>
                  <a:lnTo>
                    <a:pt x="1790673" y="1042824"/>
                  </a:lnTo>
                  <a:lnTo>
                    <a:pt x="1788910" y="1029917"/>
                  </a:lnTo>
                  <a:lnTo>
                    <a:pt x="1790673" y="1024693"/>
                  </a:lnTo>
                  <a:lnTo>
                    <a:pt x="1790673" y="1018108"/>
                  </a:lnTo>
                  <a:lnTo>
                    <a:pt x="1794383" y="1015386"/>
                  </a:lnTo>
                  <a:lnTo>
                    <a:pt x="1794383" y="1009899"/>
                  </a:lnTo>
                  <a:lnTo>
                    <a:pt x="1796980" y="1007440"/>
                  </a:lnTo>
                  <a:lnTo>
                    <a:pt x="1800458" y="1003314"/>
                  </a:lnTo>
                  <a:lnTo>
                    <a:pt x="1802174" y="1001645"/>
                  </a:lnTo>
                  <a:cubicBezTo>
                    <a:pt x="1802174" y="1001645"/>
                    <a:pt x="1807091" y="993963"/>
                    <a:pt x="1799577" y="989002"/>
                  </a:cubicBezTo>
                  <a:lnTo>
                    <a:pt x="1800736" y="985710"/>
                  </a:lnTo>
                  <a:cubicBezTo>
                    <a:pt x="1800736" y="985710"/>
                    <a:pt x="1803055" y="978291"/>
                    <a:pt x="1792342" y="972276"/>
                  </a:cubicBezTo>
                  <a:lnTo>
                    <a:pt x="1786545" y="969555"/>
                  </a:lnTo>
                  <a:lnTo>
                    <a:pt x="1799299" y="973418"/>
                  </a:lnTo>
                  <a:lnTo>
                    <a:pt x="1801896" y="972891"/>
                  </a:lnTo>
                  <a:lnTo>
                    <a:pt x="1803751" y="967403"/>
                  </a:lnTo>
                  <a:lnTo>
                    <a:pt x="1790859" y="958623"/>
                  </a:lnTo>
                  <a:lnTo>
                    <a:pt x="1785339" y="952038"/>
                  </a:lnTo>
                  <a:lnTo>
                    <a:pt x="1785339" y="949009"/>
                  </a:lnTo>
                  <a:lnTo>
                    <a:pt x="1778986" y="944619"/>
                  </a:lnTo>
                  <a:lnTo>
                    <a:pt x="1776110" y="942161"/>
                  </a:lnTo>
                  <a:lnTo>
                    <a:pt x="1770591" y="944619"/>
                  </a:lnTo>
                  <a:lnTo>
                    <a:pt x="1760435" y="940493"/>
                  </a:lnTo>
                  <a:lnTo>
                    <a:pt x="1760991" y="948175"/>
                  </a:lnTo>
                  <a:lnTo>
                    <a:pt x="1760110" y="955024"/>
                  </a:lnTo>
                  <a:lnTo>
                    <a:pt x="1759554" y="959150"/>
                  </a:lnTo>
                  <a:lnTo>
                    <a:pt x="1752875" y="962179"/>
                  </a:lnTo>
                  <a:lnTo>
                    <a:pt x="1757235" y="956692"/>
                  </a:lnTo>
                  <a:lnTo>
                    <a:pt x="1758997" y="947912"/>
                  </a:lnTo>
                  <a:lnTo>
                    <a:pt x="1753803" y="956692"/>
                  </a:lnTo>
                  <a:lnTo>
                    <a:pt x="1746568" y="961916"/>
                  </a:lnTo>
                  <a:lnTo>
                    <a:pt x="1736736" y="960248"/>
                  </a:lnTo>
                  <a:lnTo>
                    <a:pt x="1741095" y="956692"/>
                  </a:lnTo>
                  <a:lnTo>
                    <a:pt x="1746289" y="953970"/>
                  </a:lnTo>
                  <a:lnTo>
                    <a:pt x="1746568" y="949843"/>
                  </a:lnTo>
                  <a:lnTo>
                    <a:pt x="1740214" y="949580"/>
                  </a:lnTo>
                  <a:lnTo>
                    <a:pt x="1740214" y="946287"/>
                  </a:lnTo>
                  <a:lnTo>
                    <a:pt x="1743693" y="944619"/>
                  </a:lnTo>
                  <a:lnTo>
                    <a:pt x="1744852" y="941327"/>
                  </a:lnTo>
                  <a:lnTo>
                    <a:pt x="1739333" y="942995"/>
                  </a:lnTo>
                  <a:lnTo>
                    <a:pt x="1736458" y="946858"/>
                  </a:lnTo>
                  <a:lnTo>
                    <a:pt x="1736458" y="950414"/>
                  </a:lnTo>
                  <a:lnTo>
                    <a:pt x="1730057" y="954541"/>
                  </a:lnTo>
                  <a:lnTo>
                    <a:pt x="1730057" y="946287"/>
                  </a:lnTo>
                  <a:cubicBezTo>
                    <a:pt x="1730057" y="946287"/>
                    <a:pt x="1731495" y="938034"/>
                    <a:pt x="1730336" y="935312"/>
                  </a:cubicBezTo>
                  <a:cubicBezTo>
                    <a:pt x="1729177" y="932591"/>
                    <a:pt x="1713547" y="934786"/>
                    <a:pt x="1713547" y="934786"/>
                  </a:cubicBezTo>
                  <a:lnTo>
                    <a:pt x="1704550" y="927674"/>
                  </a:lnTo>
                  <a:lnTo>
                    <a:pt x="1711507" y="921089"/>
                  </a:lnTo>
                  <a:cubicBezTo>
                    <a:pt x="1711507" y="921089"/>
                    <a:pt x="1719901" y="915865"/>
                    <a:pt x="1722544" y="911475"/>
                  </a:cubicBezTo>
                  <a:lnTo>
                    <a:pt x="1728064" y="906251"/>
                  </a:lnTo>
                  <a:cubicBezTo>
                    <a:pt x="1728064" y="906251"/>
                    <a:pt x="1748933" y="890359"/>
                    <a:pt x="1754452" y="879647"/>
                  </a:cubicBezTo>
                  <a:cubicBezTo>
                    <a:pt x="1759971" y="868936"/>
                    <a:pt x="1762290" y="869770"/>
                    <a:pt x="1762290" y="869770"/>
                  </a:cubicBezTo>
                  <a:lnTo>
                    <a:pt x="1764006" y="866477"/>
                  </a:lnTo>
                  <a:lnTo>
                    <a:pt x="1768922" y="862087"/>
                  </a:lnTo>
                  <a:lnTo>
                    <a:pt x="1772400" y="862087"/>
                  </a:lnTo>
                  <a:lnTo>
                    <a:pt x="1774162" y="858224"/>
                  </a:lnTo>
                  <a:lnTo>
                    <a:pt x="1777641" y="856292"/>
                  </a:lnTo>
                  <a:lnTo>
                    <a:pt x="1779079" y="852736"/>
                  </a:lnTo>
                  <a:lnTo>
                    <a:pt x="1783716" y="850015"/>
                  </a:lnTo>
                  <a:cubicBezTo>
                    <a:pt x="1783716" y="850015"/>
                    <a:pt x="1790070" y="848917"/>
                    <a:pt x="1790070" y="839874"/>
                  </a:cubicBezTo>
                  <a:cubicBezTo>
                    <a:pt x="1790070" y="830830"/>
                    <a:pt x="1803102" y="827538"/>
                    <a:pt x="1806580" y="824245"/>
                  </a:cubicBezTo>
                  <a:cubicBezTo>
                    <a:pt x="1810058" y="820953"/>
                    <a:pt x="1814696" y="811909"/>
                    <a:pt x="1814696" y="811909"/>
                  </a:cubicBezTo>
                  <a:lnTo>
                    <a:pt x="1829166" y="802603"/>
                  </a:lnTo>
                  <a:lnTo>
                    <a:pt x="1838163" y="802339"/>
                  </a:lnTo>
                  <a:cubicBezTo>
                    <a:pt x="1838163" y="802339"/>
                    <a:pt x="1854673" y="803173"/>
                    <a:pt x="1859914" y="802076"/>
                  </a:cubicBezTo>
                  <a:cubicBezTo>
                    <a:pt x="1865154" y="800978"/>
                    <a:pt x="1874383" y="801549"/>
                    <a:pt x="1874383" y="801549"/>
                  </a:cubicBezTo>
                  <a:cubicBezTo>
                    <a:pt x="1874383" y="801549"/>
                    <a:pt x="1873224" y="808661"/>
                    <a:pt x="1877584" y="808134"/>
                  </a:cubicBezTo>
                  <a:cubicBezTo>
                    <a:pt x="1881943" y="807607"/>
                    <a:pt x="1881340" y="801285"/>
                    <a:pt x="1881340" y="801285"/>
                  </a:cubicBezTo>
                  <a:lnTo>
                    <a:pt x="1884540" y="800188"/>
                  </a:lnTo>
                  <a:cubicBezTo>
                    <a:pt x="1884540" y="800188"/>
                    <a:pt x="1887740" y="802383"/>
                    <a:pt x="1892656" y="802646"/>
                  </a:cubicBezTo>
                  <a:cubicBezTo>
                    <a:pt x="1897572" y="802910"/>
                    <a:pt x="1899334" y="805939"/>
                    <a:pt x="1899334" y="805939"/>
                  </a:cubicBezTo>
                  <a:lnTo>
                    <a:pt x="1901097" y="805105"/>
                  </a:lnTo>
                  <a:lnTo>
                    <a:pt x="1903416" y="805105"/>
                  </a:lnTo>
                  <a:lnTo>
                    <a:pt x="1905735" y="802646"/>
                  </a:lnTo>
                  <a:lnTo>
                    <a:pt x="1911810" y="801812"/>
                  </a:lnTo>
                  <a:cubicBezTo>
                    <a:pt x="1911810" y="801812"/>
                    <a:pt x="1913851" y="805675"/>
                    <a:pt x="1917885" y="805675"/>
                  </a:cubicBezTo>
                  <a:lnTo>
                    <a:pt x="1923682" y="805675"/>
                  </a:lnTo>
                  <a:lnTo>
                    <a:pt x="1923682" y="804007"/>
                  </a:lnTo>
                  <a:lnTo>
                    <a:pt x="1919045" y="803173"/>
                  </a:lnTo>
                  <a:lnTo>
                    <a:pt x="1919323" y="799881"/>
                  </a:lnTo>
                  <a:cubicBezTo>
                    <a:pt x="1919323" y="799881"/>
                    <a:pt x="1925398" y="799881"/>
                    <a:pt x="1925677" y="798520"/>
                  </a:cubicBezTo>
                  <a:cubicBezTo>
                    <a:pt x="1925955" y="797159"/>
                    <a:pt x="1925677" y="795798"/>
                    <a:pt x="1925677" y="795798"/>
                  </a:cubicBezTo>
                  <a:cubicBezTo>
                    <a:pt x="1925677" y="795798"/>
                    <a:pt x="1925398" y="791145"/>
                    <a:pt x="1933793" y="791145"/>
                  </a:cubicBezTo>
                  <a:cubicBezTo>
                    <a:pt x="1933793" y="791145"/>
                    <a:pt x="1945665" y="796369"/>
                    <a:pt x="1948866" y="796369"/>
                  </a:cubicBezTo>
                  <a:lnTo>
                    <a:pt x="1948866" y="798300"/>
                  </a:lnTo>
                  <a:lnTo>
                    <a:pt x="1946825" y="799661"/>
                  </a:lnTo>
                  <a:lnTo>
                    <a:pt x="1953781" y="800759"/>
                  </a:lnTo>
                  <a:lnTo>
                    <a:pt x="1953781" y="796105"/>
                  </a:lnTo>
                  <a:lnTo>
                    <a:pt x="1962500" y="797466"/>
                  </a:lnTo>
                  <a:cubicBezTo>
                    <a:pt x="1962500" y="797466"/>
                    <a:pt x="1966257" y="805149"/>
                    <a:pt x="1974373" y="805412"/>
                  </a:cubicBezTo>
                  <a:lnTo>
                    <a:pt x="1974373" y="808968"/>
                  </a:lnTo>
                  <a:cubicBezTo>
                    <a:pt x="1974373" y="808968"/>
                    <a:pt x="1958141" y="806773"/>
                    <a:pt x="1957863" y="811997"/>
                  </a:cubicBezTo>
                  <a:cubicBezTo>
                    <a:pt x="1957585" y="817221"/>
                    <a:pt x="1962222" y="818319"/>
                    <a:pt x="1965979" y="817748"/>
                  </a:cubicBezTo>
                  <a:cubicBezTo>
                    <a:pt x="1969735" y="817221"/>
                    <a:pt x="1974373" y="817748"/>
                    <a:pt x="1974373" y="817748"/>
                  </a:cubicBezTo>
                  <a:lnTo>
                    <a:pt x="1974373" y="815290"/>
                  </a:lnTo>
                  <a:lnTo>
                    <a:pt x="1977248" y="812260"/>
                  </a:lnTo>
                  <a:cubicBezTo>
                    <a:pt x="1977248" y="812260"/>
                    <a:pt x="1981005" y="816387"/>
                    <a:pt x="1983602" y="816387"/>
                  </a:cubicBezTo>
                  <a:cubicBezTo>
                    <a:pt x="1986200" y="816387"/>
                    <a:pt x="1987359" y="812524"/>
                    <a:pt x="1987359" y="812524"/>
                  </a:cubicBezTo>
                  <a:lnTo>
                    <a:pt x="1991440" y="810856"/>
                  </a:lnTo>
                  <a:lnTo>
                    <a:pt x="1993481" y="808397"/>
                  </a:lnTo>
                  <a:lnTo>
                    <a:pt x="1998118" y="808134"/>
                  </a:lnTo>
                  <a:cubicBezTo>
                    <a:pt x="1998118" y="808134"/>
                    <a:pt x="2002756" y="812260"/>
                    <a:pt x="2004796" y="811690"/>
                  </a:cubicBezTo>
                  <a:lnTo>
                    <a:pt x="2006837" y="811163"/>
                  </a:lnTo>
                  <a:lnTo>
                    <a:pt x="2006837" y="808134"/>
                  </a:lnTo>
                  <a:lnTo>
                    <a:pt x="2011475" y="808134"/>
                  </a:lnTo>
                  <a:cubicBezTo>
                    <a:pt x="2011475" y="808134"/>
                    <a:pt x="2016113" y="811690"/>
                    <a:pt x="2016113" y="808397"/>
                  </a:cubicBezTo>
                  <a:cubicBezTo>
                    <a:pt x="2016113" y="808397"/>
                    <a:pt x="2023347" y="810592"/>
                    <a:pt x="2022791" y="805368"/>
                  </a:cubicBezTo>
                  <a:cubicBezTo>
                    <a:pt x="2022234" y="800144"/>
                    <a:pt x="2013794" y="796325"/>
                    <a:pt x="2007440" y="799617"/>
                  </a:cubicBezTo>
                  <a:lnTo>
                    <a:pt x="2003683" y="798256"/>
                  </a:lnTo>
                  <a:lnTo>
                    <a:pt x="2007440" y="794700"/>
                  </a:lnTo>
                  <a:lnTo>
                    <a:pt x="2006884" y="787589"/>
                  </a:lnTo>
                  <a:lnTo>
                    <a:pt x="2009759" y="784867"/>
                  </a:lnTo>
                  <a:lnTo>
                    <a:pt x="2010640" y="782408"/>
                  </a:lnTo>
                  <a:cubicBezTo>
                    <a:pt x="2010640" y="782408"/>
                    <a:pt x="2021678" y="767570"/>
                    <a:pt x="2032669" y="762390"/>
                  </a:cubicBezTo>
                  <a:lnTo>
                    <a:pt x="2034431" y="755542"/>
                  </a:lnTo>
                  <a:lnTo>
                    <a:pt x="2044263" y="746498"/>
                  </a:lnTo>
                  <a:lnTo>
                    <a:pt x="2044263" y="739079"/>
                  </a:lnTo>
                  <a:cubicBezTo>
                    <a:pt x="2044263" y="739079"/>
                    <a:pt x="2045701" y="736621"/>
                    <a:pt x="2048623" y="736621"/>
                  </a:cubicBezTo>
                  <a:lnTo>
                    <a:pt x="2052101" y="732494"/>
                  </a:lnTo>
                  <a:cubicBezTo>
                    <a:pt x="2052101" y="732494"/>
                    <a:pt x="2056739" y="727841"/>
                    <a:pt x="2066571" y="729772"/>
                  </a:cubicBezTo>
                  <a:lnTo>
                    <a:pt x="2071487" y="727841"/>
                  </a:lnTo>
                  <a:lnTo>
                    <a:pt x="2079325" y="727577"/>
                  </a:lnTo>
                  <a:cubicBezTo>
                    <a:pt x="2079325" y="727577"/>
                    <a:pt x="2084241" y="722353"/>
                    <a:pt x="2088600" y="728411"/>
                  </a:cubicBezTo>
                  <a:cubicBezTo>
                    <a:pt x="2088600" y="728411"/>
                    <a:pt x="2092079" y="730870"/>
                    <a:pt x="2091476" y="732801"/>
                  </a:cubicBezTo>
                  <a:lnTo>
                    <a:pt x="2096391" y="730080"/>
                  </a:lnTo>
                  <a:lnTo>
                    <a:pt x="2097829" y="726524"/>
                  </a:lnTo>
                  <a:cubicBezTo>
                    <a:pt x="2097829" y="726524"/>
                    <a:pt x="2104183" y="721607"/>
                    <a:pt x="2105065" y="724592"/>
                  </a:cubicBezTo>
                  <a:cubicBezTo>
                    <a:pt x="2105945" y="727621"/>
                    <a:pt x="2101864" y="732845"/>
                    <a:pt x="2101864" y="732845"/>
                  </a:cubicBezTo>
                  <a:lnTo>
                    <a:pt x="2100705" y="736972"/>
                  </a:lnTo>
                  <a:cubicBezTo>
                    <a:pt x="2100705" y="736972"/>
                    <a:pt x="2094027" y="744084"/>
                    <a:pt x="2097505" y="751239"/>
                  </a:cubicBezTo>
                  <a:cubicBezTo>
                    <a:pt x="2097505" y="751239"/>
                    <a:pt x="2094630" y="758088"/>
                    <a:pt x="2095743" y="756990"/>
                  </a:cubicBezTo>
                  <a:cubicBezTo>
                    <a:pt x="2096856" y="755893"/>
                    <a:pt x="2100380" y="752337"/>
                    <a:pt x="2100380" y="752337"/>
                  </a:cubicBezTo>
                  <a:lnTo>
                    <a:pt x="2105157" y="752600"/>
                  </a:lnTo>
                  <a:lnTo>
                    <a:pt x="2102143" y="756990"/>
                  </a:lnTo>
                  <a:lnTo>
                    <a:pt x="2100705" y="765770"/>
                  </a:lnTo>
                  <a:lnTo>
                    <a:pt x="2105157" y="762478"/>
                  </a:lnTo>
                  <a:lnTo>
                    <a:pt x="2110259" y="761117"/>
                  </a:lnTo>
                  <a:cubicBezTo>
                    <a:pt x="2110259" y="761117"/>
                    <a:pt x="2113459" y="755366"/>
                    <a:pt x="2116937" y="752337"/>
                  </a:cubicBezTo>
                  <a:cubicBezTo>
                    <a:pt x="2120415" y="749308"/>
                    <a:pt x="2133725" y="737806"/>
                    <a:pt x="2133725" y="737806"/>
                  </a:cubicBezTo>
                  <a:lnTo>
                    <a:pt x="2133725" y="734777"/>
                  </a:lnTo>
                  <a:lnTo>
                    <a:pt x="2136926" y="733416"/>
                  </a:lnTo>
                  <a:cubicBezTo>
                    <a:pt x="2136926" y="733416"/>
                    <a:pt x="2142444" y="730387"/>
                    <a:pt x="2143326" y="734514"/>
                  </a:cubicBezTo>
                  <a:cubicBezTo>
                    <a:pt x="2143326" y="734514"/>
                    <a:pt x="2144763" y="738640"/>
                    <a:pt x="2147406" y="734777"/>
                  </a:cubicBezTo>
                  <a:cubicBezTo>
                    <a:pt x="2150004" y="730914"/>
                    <a:pt x="2145969" y="729553"/>
                    <a:pt x="2145969" y="729553"/>
                  </a:cubicBezTo>
                  <a:lnTo>
                    <a:pt x="2146247" y="723802"/>
                  </a:lnTo>
                  <a:lnTo>
                    <a:pt x="2148288" y="722704"/>
                  </a:lnTo>
                  <a:lnTo>
                    <a:pt x="2148288" y="715856"/>
                  </a:lnTo>
                  <a:cubicBezTo>
                    <a:pt x="2148288" y="715856"/>
                    <a:pt x="2153529" y="711203"/>
                    <a:pt x="2148288" y="708437"/>
                  </a:cubicBezTo>
                  <a:cubicBezTo>
                    <a:pt x="2148288" y="708437"/>
                    <a:pt x="2146247" y="703783"/>
                    <a:pt x="2159001" y="702115"/>
                  </a:cubicBezTo>
                  <a:cubicBezTo>
                    <a:pt x="2159001" y="702115"/>
                    <a:pt x="2162758" y="698823"/>
                    <a:pt x="2170874" y="699920"/>
                  </a:cubicBezTo>
                  <a:cubicBezTo>
                    <a:pt x="2170874" y="699920"/>
                    <a:pt x="2172914" y="705144"/>
                    <a:pt x="2178109" y="705408"/>
                  </a:cubicBezTo>
                  <a:lnTo>
                    <a:pt x="2178109" y="708700"/>
                  </a:lnTo>
                  <a:lnTo>
                    <a:pt x="2175233" y="708964"/>
                  </a:lnTo>
                  <a:cubicBezTo>
                    <a:pt x="2175233" y="708964"/>
                    <a:pt x="2167117" y="707032"/>
                    <a:pt x="2163638" y="713881"/>
                  </a:cubicBezTo>
                  <a:cubicBezTo>
                    <a:pt x="2163638" y="713881"/>
                    <a:pt x="2162758" y="730606"/>
                    <a:pt x="2161320" y="731441"/>
                  </a:cubicBezTo>
                  <a:cubicBezTo>
                    <a:pt x="2159882" y="732275"/>
                    <a:pt x="2156404" y="737762"/>
                    <a:pt x="2158444" y="739694"/>
                  </a:cubicBezTo>
                  <a:cubicBezTo>
                    <a:pt x="2160485" y="741625"/>
                    <a:pt x="2161923" y="741362"/>
                    <a:pt x="2161923" y="741362"/>
                  </a:cubicBezTo>
                  <a:lnTo>
                    <a:pt x="2160485" y="745489"/>
                  </a:lnTo>
                  <a:lnTo>
                    <a:pt x="2153807" y="752600"/>
                  </a:lnTo>
                  <a:lnTo>
                    <a:pt x="2156404" y="755322"/>
                  </a:lnTo>
                  <a:lnTo>
                    <a:pt x="2150607" y="761644"/>
                  </a:lnTo>
                  <a:cubicBezTo>
                    <a:pt x="2150607" y="761644"/>
                    <a:pt x="2144531" y="759185"/>
                    <a:pt x="2141609" y="765200"/>
                  </a:cubicBezTo>
                  <a:cubicBezTo>
                    <a:pt x="2141609" y="765200"/>
                    <a:pt x="2130572" y="764673"/>
                    <a:pt x="2128856" y="776175"/>
                  </a:cubicBezTo>
                  <a:lnTo>
                    <a:pt x="2111464" y="795930"/>
                  </a:lnTo>
                  <a:cubicBezTo>
                    <a:pt x="2111464" y="795930"/>
                    <a:pt x="2105065" y="795403"/>
                    <a:pt x="2105065" y="802515"/>
                  </a:cubicBezTo>
                  <a:cubicBezTo>
                    <a:pt x="2105065" y="802515"/>
                    <a:pt x="2092311" y="809934"/>
                    <a:pt x="2093748" y="817616"/>
                  </a:cubicBezTo>
                  <a:lnTo>
                    <a:pt x="2083592" y="829689"/>
                  </a:lnTo>
                  <a:lnTo>
                    <a:pt x="2068519" y="843122"/>
                  </a:lnTo>
                  <a:cubicBezTo>
                    <a:pt x="2068519" y="843122"/>
                    <a:pt x="2061563" y="838996"/>
                    <a:pt x="2057203" y="848346"/>
                  </a:cubicBezTo>
                  <a:lnTo>
                    <a:pt x="2053168" y="848610"/>
                  </a:lnTo>
                  <a:lnTo>
                    <a:pt x="2049133" y="847249"/>
                  </a:lnTo>
                  <a:lnTo>
                    <a:pt x="2047974" y="850541"/>
                  </a:lnTo>
                  <a:cubicBezTo>
                    <a:pt x="2047974" y="850541"/>
                    <a:pt x="2050849" y="854097"/>
                    <a:pt x="2049412" y="859321"/>
                  </a:cubicBezTo>
                  <a:cubicBezTo>
                    <a:pt x="2047974" y="864545"/>
                    <a:pt x="2036379" y="875213"/>
                    <a:pt x="2032901" y="883993"/>
                  </a:cubicBezTo>
                  <a:cubicBezTo>
                    <a:pt x="2029423" y="892773"/>
                    <a:pt x="2026223" y="915250"/>
                    <a:pt x="2029701" y="933644"/>
                  </a:cubicBezTo>
                  <a:cubicBezTo>
                    <a:pt x="2033180" y="952038"/>
                    <a:pt x="2035777" y="969028"/>
                    <a:pt x="2035499" y="971223"/>
                  </a:cubicBezTo>
                  <a:cubicBezTo>
                    <a:pt x="2035220" y="973418"/>
                    <a:pt x="2037817" y="985490"/>
                    <a:pt x="2041296" y="986324"/>
                  </a:cubicBezTo>
                  <a:cubicBezTo>
                    <a:pt x="2041296" y="986324"/>
                    <a:pt x="2041296" y="1012928"/>
                    <a:pt x="2043336" y="1014596"/>
                  </a:cubicBezTo>
                  <a:cubicBezTo>
                    <a:pt x="2045376" y="1016264"/>
                    <a:pt x="2046536" y="1024210"/>
                    <a:pt x="2046536" y="1024210"/>
                  </a:cubicBezTo>
                  <a:cubicBezTo>
                    <a:pt x="2046536" y="1024210"/>
                    <a:pt x="2057249" y="1014903"/>
                    <a:pt x="2059290" y="1011304"/>
                  </a:cubicBezTo>
                  <a:cubicBezTo>
                    <a:pt x="2059290" y="1011304"/>
                    <a:pt x="2071441" y="1002787"/>
                    <a:pt x="2074641" y="991285"/>
                  </a:cubicBezTo>
                  <a:lnTo>
                    <a:pt x="2074362" y="982505"/>
                  </a:lnTo>
                  <a:lnTo>
                    <a:pt x="2073203" y="975920"/>
                  </a:lnTo>
                  <a:lnTo>
                    <a:pt x="2074965" y="973198"/>
                  </a:lnTo>
                  <a:lnTo>
                    <a:pt x="2078165" y="976491"/>
                  </a:lnTo>
                  <a:cubicBezTo>
                    <a:pt x="2078165" y="976491"/>
                    <a:pt x="2087441" y="968237"/>
                    <a:pt x="2091197" y="968808"/>
                  </a:cubicBezTo>
                  <a:cubicBezTo>
                    <a:pt x="2094954" y="969335"/>
                    <a:pt x="2096994" y="972364"/>
                    <a:pt x="2096994" y="972364"/>
                  </a:cubicBezTo>
                  <a:lnTo>
                    <a:pt x="2099592" y="970169"/>
                  </a:lnTo>
                  <a:cubicBezTo>
                    <a:pt x="2099592" y="970169"/>
                    <a:pt x="2092913" y="963057"/>
                    <a:pt x="2096113" y="949887"/>
                  </a:cubicBezTo>
                  <a:cubicBezTo>
                    <a:pt x="2096113" y="949887"/>
                    <a:pt x="2104229" y="936717"/>
                    <a:pt x="2110305" y="934522"/>
                  </a:cubicBezTo>
                  <a:cubicBezTo>
                    <a:pt x="2116380" y="932327"/>
                    <a:pt x="2116983" y="936190"/>
                    <a:pt x="2119302" y="936190"/>
                  </a:cubicBezTo>
                  <a:cubicBezTo>
                    <a:pt x="2121621" y="936190"/>
                    <a:pt x="2125377" y="936454"/>
                    <a:pt x="2127975" y="933469"/>
                  </a:cubicBezTo>
                  <a:cubicBezTo>
                    <a:pt x="2130572" y="930440"/>
                    <a:pt x="2132334" y="927718"/>
                    <a:pt x="2132334" y="927718"/>
                  </a:cubicBezTo>
                  <a:cubicBezTo>
                    <a:pt x="2132334" y="927718"/>
                    <a:pt x="2126537" y="921660"/>
                    <a:pt x="2126259" y="918938"/>
                  </a:cubicBezTo>
                  <a:cubicBezTo>
                    <a:pt x="2125980" y="916216"/>
                    <a:pt x="2125702" y="909060"/>
                    <a:pt x="2125702" y="908226"/>
                  </a:cubicBezTo>
                  <a:cubicBezTo>
                    <a:pt x="2125702" y="907392"/>
                    <a:pt x="2130061" y="899446"/>
                    <a:pt x="2130340" y="895056"/>
                  </a:cubicBezTo>
                  <a:cubicBezTo>
                    <a:pt x="2130340" y="895056"/>
                    <a:pt x="2137574" y="886803"/>
                    <a:pt x="2144531" y="896154"/>
                  </a:cubicBezTo>
                  <a:lnTo>
                    <a:pt x="2150050" y="892598"/>
                  </a:lnTo>
                  <a:lnTo>
                    <a:pt x="2148891" y="876969"/>
                  </a:lnTo>
                  <a:cubicBezTo>
                    <a:pt x="2148891" y="876969"/>
                    <a:pt x="2143094" y="876969"/>
                    <a:pt x="2142815" y="879691"/>
                  </a:cubicBezTo>
                  <a:lnTo>
                    <a:pt x="2141656" y="861034"/>
                  </a:lnTo>
                  <a:cubicBezTo>
                    <a:pt x="2141656" y="861034"/>
                    <a:pt x="2143094" y="858312"/>
                    <a:pt x="2144856" y="857741"/>
                  </a:cubicBezTo>
                  <a:cubicBezTo>
                    <a:pt x="2146618" y="857170"/>
                    <a:pt x="2152694" y="853614"/>
                    <a:pt x="2150375" y="848961"/>
                  </a:cubicBezTo>
                  <a:lnTo>
                    <a:pt x="2145737" y="847293"/>
                  </a:lnTo>
                  <a:cubicBezTo>
                    <a:pt x="2145737" y="847293"/>
                    <a:pt x="2140218" y="839610"/>
                    <a:pt x="2137343" y="847556"/>
                  </a:cubicBezTo>
                  <a:lnTo>
                    <a:pt x="2130989" y="848654"/>
                  </a:lnTo>
                  <a:cubicBezTo>
                    <a:pt x="2130989" y="848654"/>
                    <a:pt x="2127789" y="838205"/>
                    <a:pt x="2130108" y="832455"/>
                  </a:cubicBezTo>
                  <a:cubicBezTo>
                    <a:pt x="2132427" y="826704"/>
                    <a:pt x="2147778" y="813226"/>
                    <a:pt x="2144021" y="810768"/>
                  </a:cubicBezTo>
                  <a:lnTo>
                    <a:pt x="2149540" y="808836"/>
                  </a:lnTo>
                  <a:lnTo>
                    <a:pt x="2146665" y="806905"/>
                  </a:lnTo>
                  <a:cubicBezTo>
                    <a:pt x="2146665" y="806905"/>
                    <a:pt x="2151859" y="804973"/>
                    <a:pt x="2149262" y="798388"/>
                  </a:cubicBezTo>
                  <a:cubicBezTo>
                    <a:pt x="2149262" y="798388"/>
                    <a:pt x="2152462" y="793471"/>
                    <a:pt x="2152137" y="790706"/>
                  </a:cubicBezTo>
                  <a:lnTo>
                    <a:pt x="2158816" y="784647"/>
                  </a:lnTo>
                  <a:cubicBezTo>
                    <a:pt x="2158816" y="784647"/>
                    <a:pt x="2165494" y="786842"/>
                    <a:pt x="2166932" y="781355"/>
                  </a:cubicBezTo>
                  <a:cubicBezTo>
                    <a:pt x="2166932" y="781355"/>
                    <a:pt x="2173285" y="783023"/>
                    <a:pt x="2173610" y="785745"/>
                  </a:cubicBezTo>
                  <a:cubicBezTo>
                    <a:pt x="2173610" y="785745"/>
                    <a:pt x="2172729" y="790969"/>
                    <a:pt x="2175929" y="790969"/>
                  </a:cubicBezTo>
                  <a:lnTo>
                    <a:pt x="2180566" y="784647"/>
                  </a:lnTo>
                  <a:cubicBezTo>
                    <a:pt x="2180566" y="784647"/>
                    <a:pt x="2181448" y="781618"/>
                    <a:pt x="2179129" y="781618"/>
                  </a:cubicBezTo>
                  <a:cubicBezTo>
                    <a:pt x="2179129" y="781618"/>
                    <a:pt x="2191001" y="776394"/>
                    <a:pt x="2193599" y="770907"/>
                  </a:cubicBezTo>
                  <a:lnTo>
                    <a:pt x="2197633" y="771433"/>
                  </a:lnTo>
                  <a:cubicBezTo>
                    <a:pt x="2197633" y="771433"/>
                    <a:pt x="2197077" y="775560"/>
                    <a:pt x="2197633" y="777492"/>
                  </a:cubicBezTo>
                  <a:cubicBezTo>
                    <a:pt x="2197633" y="777492"/>
                    <a:pt x="2193877" y="786272"/>
                    <a:pt x="2194758" y="789301"/>
                  </a:cubicBezTo>
                  <a:cubicBezTo>
                    <a:pt x="2194758" y="789301"/>
                    <a:pt x="2197633" y="790662"/>
                    <a:pt x="2200555" y="784077"/>
                  </a:cubicBezTo>
                  <a:cubicBezTo>
                    <a:pt x="2200555" y="784077"/>
                    <a:pt x="2205749" y="781618"/>
                    <a:pt x="2206630" y="776658"/>
                  </a:cubicBezTo>
                  <a:cubicBezTo>
                    <a:pt x="2206630" y="776658"/>
                    <a:pt x="2224022" y="765683"/>
                    <a:pt x="2232694" y="766209"/>
                  </a:cubicBezTo>
                  <a:cubicBezTo>
                    <a:pt x="2232694" y="766209"/>
                    <a:pt x="2241089" y="767878"/>
                    <a:pt x="2246607" y="767878"/>
                  </a:cubicBezTo>
                  <a:cubicBezTo>
                    <a:pt x="2246607" y="767878"/>
                    <a:pt x="2248648" y="771170"/>
                    <a:pt x="2253008" y="774463"/>
                  </a:cubicBezTo>
                  <a:cubicBezTo>
                    <a:pt x="2253008" y="774463"/>
                    <a:pt x="2253564" y="784077"/>
                    <a:pt x="2262005" y="785438"/>
                  </a:cubicBezTo>
                  <a:lnTo>
                    <a:pt x="2263721" y="782408"/>
                  </a:lnTo>
                  <a:lnTo>
                    <a:pt x="2265761" y="772794"/>
                  </a:lnTo>
                  <a:lnTo>
                    <a:pt x="2277634" y="765375"/>
                  </a:lnTo>
                  <a:lnTo>
                    <a:pt x="2282828" y="759624"/>
                  </a:lnTo>
                  <a:lnTo>
                    <a:pt x="2289506" y="758527"/>
                  </a:lnTo>
                  <a:lnTo>
                    <a:pt x="2291825" y="755234"/>
                  </a:lnTo>
                  <a:lnTo>
                    <a:pt x="2289228" y="750318"/>
                  </a:lnTo>
                  <a:lnTo>
                    <a:pt x="2293866" y="754181"/>
                  </a:lnTo>
                  <a:lnTo>
                    <a:pt x="2293866" y="748123"/>
                  </a:lnTo>
                  <a:cubicBezTo>
                    <a:pt x="2293866" y="748123"/>
                    <a:pt x="2298782" y="750844"/>
                    <a:pt x="2301101" y="745664"/>
                  </a:cubicBezTo>
                  <a:lnTo>
                    <a:pt x="2303142" y="743996"/>
                  </a:lnTo>
                  <a:lnTo>
                    <a:pt x="2300544" y="741274"/>
                  </a:lnTo>
                  <a:lnTo>
                    <a:pt x="2301101" y="739343"/>
                  </a:lnTo>
                  <a:lnTo>
                    <a:pt x="2306017" y="742064"/>
                  </a:lnTo>
                  <a:lnTo>
                    <a:pt x="2312371" y="736006"/>
                  </a:lnTo>
                  <a:lnTo>
                    <a:pt x="2312371" y="731616"/>
                  </a:lnTo>
                  <a:lnTo>
                    <a:pt x="2314690" y="730255"/>
                  </a:lnTo>
                  <a:lnTo>
                    <a:pt x="2316730" y="733284"/>
                  </a:lnTo>
                  <a:lnTo>
                    <a:pt x="2319605" y="730563"/>
                  </a:lnTo>
                  <a:lnTo>
                    <a:pt x="2319605" y="727841"/>
                  </a:lnTo>
                  <a:cubicBezTo>
                    <a:pt x="2319605" y="727841"/>
                    <a:pt x="2326562" y="730036"/>
                    <a:pt x="2330922" y="724285"/>
                  </a:cubicBezTo>
                  <a:cubicBezTo>
                    <a:pt x="2330922" y="724285"/>
                    <a:pt x="2339594" y="724812"/>
                    <a:pt x="2345716" y="716339"/>
                  </a:cubicBezTo>
                  <a:cubicBezTo>
                    <a:pt x="2345716" y="716339"/>
                    <a:pt x="2361670" y="713310"/>
                    <a:pt x="2362226" y="705101"/>
                  </a:cubicBezTo>
                  <a:lnTo>
                    <a:pt x="2364823" y="702642"/>
                  </a:lnTo>
                  <a:lnTo>
                    <a:pt x="2364823" y="704837"/>
                  </a:lnTo>
                  <a:lnTo>
                    <a:pt x="2371780" y="705364"/>
                  </a:lnTo>
                  <a:lnTo>
                    <a:pt x="2367420" y="702642"/>
                  </a:lnTo>
                  <a:lnTo>
                    <a:pt x="2367142" y="699920"/>
                  </a:lnTo>
                  <a:lnTo>
                    <a:pt x="2368023" y="694696"/>
                  </a:lnTo>
                  <a:lnTo>
                    <a:pt x="2370342" y="698823"/>
                  </a:lnTo>
                  <a:lnTo>
                    <a:pt x="2371780" y="698823"/>
                  </a:lnTo>
                  <a:lnTo>
                    <a:pt x="2374377" y="696101"/>
                  </a:lnTo>
                  <a:lnTo>
                    <a:pt x="2374377" y="699130"/>
                  </a:lnTo>
                  <a:lnTo>
                    <a:pt x="2372661" y="702686"/>
                  </a:lnTo>
                  <a:lnTo>
                    <a:pt x="2374377" y="704354"/>
                  </a:lnTo>
                  <a:lnTo>
                    <a:pt x="2379015" y="704091"/>
                  </a:lnTo>
                  <a:lnTo>
                    <a:pt x="2394968" y="710412"/>
                  </a:lnTo>
                  <a:lnTo>
                    <a:pt x="2399885" y="712081"/>
                  </a:lnTo>
                  <a:lnTo>
                    <a:pt x="2399885" y="707954"/>
                  </a:lnTo>
                  <a:cubicBezTo>
                    <a:pt x="2399885" y="707954"/>
                    <a:pt x="2415235" y="702730"/>
                    <a:pt x="2403919" y="691228"/>
                  </a:cubicBezTo>
                  <a:lnTo>
                    <a:pt x="2404476" y="688199"/>
                  </a:lnTo>
                  <a:lnTo>
                    <a:pt x="2408047" y="687365"/>
                  </a:lnTo>
                  <a:lnTo>
                    <a:pt x="2396916" y="675292"/>
                  </a:lnTo>
                  <a:lnTo>
                    <a:pt x="2395479" y="677751"/>
                  </a:lnTo>
                  <a:lnTo>
                    <a:pt x="2394597" y="673624"/>
                  </a:lnTo>
                  <a:lnTo>
                    <a:pt x="2394041" y="669761"/>
                  </a:lnTo>
                  <a:lnTo>
                    <a:pt x="2395479" y="668093"/>
                  </a:lnTo>
                  <a:lnTo>
                    <a:pt x="2393438" y="659049"/>
                  </a:lnTo>
                  <a:lnTo>
                    <a:pt x="2388800" y="655493"/>
                  </a:lnTo>
                  <a:lnTo>
                    <a:pt x="2391398" y="653298"/>
                  </a:lnTo>
                  <a:cubicBezTo>
                    <a:pt x="2391398" y="653298"/>
                    <a:pt x="2391119" y="646187"/>
                    <a:pt x="2387038" y="645045"/>
                  </a:cubicBezTo>
                  <a:lnTo>
                    <a:pt x="2383838" y="649435"/>
                  </a:lnTo>
                  <a:lnTo>
                    <a:pt x="2373125" y="639821"/>
                  </a:lnTo>
                  <a:lnTo>
                    <a:pt x="2373403" y="636265"/>
                  </a:lnTo>
                  <a:lnTo>
                    <a:pt x="2375444" y="633543"/>
                  </a:lnTo>
                  <a:lnTo>
                    <a:pt x="2373728" y="630822"/>
                  </a:lnTo>
                  <a:cubicBezTo>
                    <a:pt x="2373728" y="630822"/>
                    <a:pt x="2367374" y="631348"/>
                    <a:pt x="2364174" y="636572"/>
                  </a:cubicBezTo>
                  <a:lnTo>
                    <a:pt x="2359815" y="633851"/>
                  </a:lnTo>
                  <a:cubicBezTo>
                    <a:pt x="2359815" y="633851"/>
                    <a:pt x="2354620" y="637407"/>
                    <a:pt x="2352301" y="640172"/>
                  </a:cubicBezTo>
                  <a:cubicBezTo>
                    <a:pt x="2352301" y="640172"/>
                    <a:pt x="2353461" y="634421"/>
                    <a:pt x="2357496" y="632490"/>
                  </a:cubicBezTo>
                  <a:lnTo>
                    <a:pt x="2354899" y="627002"/>
                  </a:lnTo>
                  <a:lnTo>
                    <a:pt x="2352580" y="625641"/>
                  </a:lnTo>
                  <a:lnTo>
                    <a:pt x="2348499" y="631392"/>
                  </a:lnTo>
                  <a:lnTo>
                    <a:pt x="2343582" y="630865"/>
                  </a:lnTo>
                  <a:lnTo>
                    <a:pt x="2337229" y="632534"/>
                  </a:lnTo>
                  <a:lnTo>
                    <a:pt x="2331432" y="634465"/>
                  </a:lnTo>
                  <a:lnTo>
                    <a:pt x="2331432" y="639382"/>
                  </a:lnTo>
                  <a:lnTo>
                    <a:pt x="2329113" y="642675"/>
                  </a:lnTo>
                  <a:lnTo>
                    <a:pt x="2323919" y="642675"/>
                  </a:lnTo>
                  <a:lnTo>
                    <a:pt x="2322481" y="638285"/>
                  </a:lnTo>
                  <a:lnTo>
                    <a:pt x="2328000" y="636924"/>
                  </a:lnTo>
                  <a:lnTo>
                    <a:pt x="2327443" y="634465"/>
                  </a:lnTo>
                  <a:lnTo>
                    <a:pt x="2321368" y="630075"/>
                  </a:lnTo>
                  <a:lnTo>
                    <a:pt x="2318771" y="624851"/>
                  </a:lnTo>
                  <a:lnTo>
                    <a:pt x="2315292" y="618793"/>
                  </a:lnTo>
                  <a:lnTo>
                    <a:pt x="2312417" y="617432"/>
                  </a:lnTo>
                  <a:lnTo>
                    <a:pt x="2313298" y="613305"/>
                  </a:lnTo>
                  <a:lnTo>
                    <a:pt x="2312417" y="608652"/>
                  </a:lnTo>
                  <a:lnTo>
                    <a:pt x="2309542" y="606457"/>
                  </a:lnTo>
                  <a:lnTo>
                    <a:pt x="2304348" y="605096"/>
                  </a:lnTo>
                  <a:lnTo>
                    <a:pt x="2305785" y="602374"/>
                  </a:lnTo>
                  <a:lnTo>
                    <a:pt x="2310423" y="604569"/>
                  </a:lnTo>
                  <a:lnTo>
                    <a:pt x="2315339" y="609793"/>
                  </a:lnTo>
                  <a:lnTo>
                    <a:pt x="2315339" y="615281"/>
                  </a:lnTo>
                  <a:lnTo>
                    <a:pt x="2320858" y="620198"/>
                  </a:lnTo>
                  <a:lnTo>
                    <a:pt x="2320301" y="623227"/>
                  </a:lnTo>
                  <a:lnTo>
                    <a:pt x="2322620" y="627617"/>
                  </a:lnTo>
                  <a:lnTo>
                    <a:pt x="2328139" y="632534"/>
                  </a:lnTo>
                  <a:lnTo>
                    <a:pt x="2334493" y="631436"/>
                  </a:lnTo>
                  <a:lnTo>
                    <a:pt x="2339130" y="630339"/>
                  </a:lnTo>
                  <a:lnTo>
                    <a:pt x="2346644" y="628978"/>
                  </a:lnTo>
                  <a:lnTo>
                    <a:pt x="2351281" y="623227"/>
                  </a:lnTo>
                  <a:lnTo>
                    <a:pt x="2358238" y="626519"/>
                  </a:lnTo>
                  <a:cubicBezTo>
                    <a:pt x="2358238" y="626519"/>
                    <a:pt x="2366864" y="625993"/>
                    <a:pt x="2367791" y="629241"/>
                  </a:cubicBezTo>
                  <a:lnTo>
                    <a:pt x="2371548" y="628407"/>
                  </a:lnTo>
                  <a:lnTo>
                    <a:pt x="2369832" y="624017"/>
                  </a:lnTo>
                  <a:lnTo>
                    <a:pt x="2365797" y="621559"/>
                  </a:lnTo>
                  <a:lnTo>
                    <a:pt x="2359722" y="622085"/>
                  </a:lnTo>
                  <a:lnTo>
                    <a:pt x="2358284" y="618530"/>
                  </a:lnTo>
                  <a:lnTo>
                    <a:pt x="2369276" y="620198"/>
                  </a:lnTo>
                  <a:lnTo>
                    <a:pt x="2374191" y="625115"/>
                  </a:lnTo>
                  <a:lnTo>
                    <a:pt x="2377948" y="633060"/>
                  </a:lnTo>
                  <a:lnTo>
                    <a:pt x="2395061" y="634158"/>
                  </a:lnTo>
                  <a:lnTo>
                    <a:pt x="2401461" y="630295"/>
                  </a:lnTo>
                  <a:cubicBezTo>
                    <a:pt x="2401461" y="630295"/>
                    <a:pt x="2410737" y="630295"/>
                    <a:pt x="2411015" y="622612"/>
                  </a:cubicBezTo>
                  <a:cubicBezTo>
                    <a:pt x="2411015" y="622612"/>
                    <a:pt x="2424047" y="617388"/>
                    <a:pt x="2422887" y="606150"/>
                  </a:cubicBezTo>
                  <a:cubicBezTo>
                    <a:pt x="2422887" y="606150"/>
                    <a:pt x="2430123" y="602287"/>
                    <a:pt x="2425485" y="597896"/>
                  </a:cubicBezTo>
                  <a:cubicBezTo>
                    <a:pt x="2420847" y="593506"/>
                    <a:pt x="2417369" y="591048"/>
                    <a:pt x="2417647" y="584726"/>
                  </a:cubicBezTo>
                  <a:cubicBezTo>
                    <a:pt x="2417925" y="578405"/>
                    <a:pt x="2423166" y="580336"/>
                    <a:pt x="2423166" y="580336"/>
                  </a:cubicBezTo>
                  <a:lnTo>
                    <a:pt x="2427015" y="579239"/>
                  </a:lnTo>
                  <a:lnTo>
                    <a:pt x="2427015" y="574322"/>
                  </a:lnTo>
                  <a:lnTo>
                    <a:pt x="2429241" y="575683"/>
                  </a:lnTo>
                  <a:lnTo>
                    <a:pt x="2431560" y="579239"/>
                  </a:lnTo>
                  <a:lnTo>
                    <a:pt x="2434157" y="578712"/>
                  </a:lnTo>
                  <a:lnTo>
                    <a:pt x="2436754" y="572391"/>
                  </a:lnTo>
                  <a:lnTo>
                    <a:pt x="2438795" y="572654"/>
                  </a:lnTo>
                  <a:lnTo>
                    <a:pt x="2438795" y="579502"/>
                  </a:lnTo>
                  <a:cubicBezTo>
                    <a:pt x="2438795" y="579502"/>
                    <a:pt x="2431839" y="584156"/>
                    <a:pt x="2431839" y="585561"/>
                  </a:cubicBezTo>
                  <a:cubicBezTo>
                    <a:pt x="2431839" y="586965"/>
                    <a:pt x="2433879" y="595438"/>
                    <a:pt x="2438795" y="595438"/>
                  </a:cubicBezTo>
                  <a:lnTo>
                    <a:pt x="2438795" y="603691"/>
                  </a:lnTo>
                  <a:cubicBezTo>
                    <a:pt x="2438795" y="603691"/>
                    <a:pt x="2445149" y="606150"/>
                    <a:pt x="2455027" y="604218"/>
                  </a:cubicBezTo>
                  <a:cubicBezTo>
                    <a:pt x="2455027" y="604218"/>
                    <a:pt x="2460546" y="597896"/>
                    <a:pt x="2466899" y="601189"/>
                  </a:cubicBezTo>
                  <a:cubicBezTo>
                    <a:pt x="2466899" y="601189"/>
                    <a:pt x="2471537" y="604745"/>
                    <a:pt x="2477937" y="605316"/>
                  </a:cubicBezTo>
                  <a:cubicBezTo>
                    <a:pt x="2477937" y="605316"/>
                    <a:pt x="2483132" y="614096"/>
                    <a:pt x="2481416" y="617959"/>
                  </a:cubicBezTo>
                  <a:cubicBezTo>
                    <a:pt x="2479700" y="621822"/>
                    <a:pt x="2481972" y="623446"/>
                    <a:pt x="2487816" y="627573"/>
                  </a:cubicBezTo>
                  <a:cubicBezTo>
                    <a:pt x="2493659" y="631700"/>
                    <a:pt x="2498251" y="628100"/>
                    <a:pt x="2498853" y="625641"/>
                  </a:cubicBezTo>
                  <a:lnTo>
                    <a:pt x="2498853" y="631129"/>
                  </a:lnTo>
                  <a:lnTo>
                    <a:pt x="2508685" y="638241"/>
                  </a:lnTo>
                  <a:cubicBezTo>
                    <a:pt x="2508685" y="638241"/>
                    <a:pt x="2509567" y="644562"/>
                    <a:pt x="2514761" y="644299"/>
                  </a:cubicBezTo>
                  <a:cubicBezTo>
                    <a:pt x="2519955" y="644036"/>
                    <a:pt x="2520836" y="638548"/>
                    <a:pt x="2520836" y="638548"/>
                  </a:cubicBezTo>
                  <a:cubicBezTo>
                    <a:pt x="2520836" y="638548"/>
                    <a:pt x="2520280" y="647855"/>
                    <a:pt x="2524037" y="647065"/>
                  </a:cubicBezTo>
                  <a:cubicBezTo>
                    <a:pt x="2527793" y="646231"/>
                    <a:pt x="2528952" y="643201"/>
                    <a:pt x="2528952" y="643201"/>
                  </a:cubicBezTo>
                  <a:lnTo>
                    <a:pt x="2526912" y="640172"/>
                  </a:lnTo>
                  <a:lnTo>
                    <a:pt x="2530668" y="642631"/>
                  </a:lnTo>
                  <a:close/>
                  <a:moveTo>
                    <a:pt x="896658" y="292923"/>
                  </a:moveTo>
                  <a:lnTo>
                    <a:pt x="891742" y="292923"/>
                  </a:lnTo>
                  <a:lnTo>
                    <a:pt x="893180" y="290464"/>
                  </a:lnTo>
                  <a:lnTo>
                    <a:pt x="891742" y="286074"/>
                  </a:lnTo>
                  <a:lnTo>
                    <a:pt x="893180" y="286074"/>
                  </a:lnTo>
                  <a:lnTo>
                    <a:pt x="900136" y="292923"/>
                  </a:lnTo>
                  <a:lnTo>
                    <a:pt x="896658" y="292923"/>
                  </a:lnTo>
                  <a:close/>
                  <a:moveTo>
                    <a:pt x="814895" y="360134"/>
                  </a:moveTo>
                  <a:lnTo>
                    <a:pt x="817075" y="364260"/>
                  </a:lnTo>
                  <a:lnTo>
                    <a:pt x="814895" y="367289"/>
                  </a:lnTo>
                  <a:lnTo>
                    <a:pt x="812576" y="363734"/>
                  </a:lnTo>
                  <a:lnTo>
                    <a:pt x="814895" y="360178"/>
                  </a:lnTo>
                  <a:close/>
                  <a:moveTo>
                    <a:pt x="814849" y="383664"/>
                  </a:moveTo>
                  <a:lnTo>
                    <a:pt x="809191" y="383664"/>
                  </a:lnTo>
                  <a:lnTo>
                    <a:pt x="810860" y="379713"/>
                  </a:lnTo>
                  <a:lnTo>
                    <a:pt x="817121" y="381864"/>
                  </a:lnTo>
                  <a:lnTo>
                    <a:pt x="814849" y="383708"/>
                  </a:lnTo>
                  <a:close/>
                  <a:moveTo>
                    <a:pt x="819255" y="376860"/>
                  </a:moveTo>
                  <a:lnTo>
                    <a:pt x="819255" y="371240"/>
                  </a:lnTo>
                  <a:lnTo>
                    <a:pt x="817075" y="367816"/>
                  </a:lnTo>
                  <a:lnTo>
                    <a:pt x="821434" y="365621"/>
                  </a:lnTo>
                  <a:lnTo>
                    <a:pt x="824959" y="370538"/>
                  </a:lnTo>
                  <a:lnTo>
                    <a:pt x="819208" y="376860"/>
                  </a:lnTo>
                  <a:close/>
                  <a:moveTo>
                    <a:pt x="700992" y="507506"/>
                  </a:moveTo>
                  <a:lnTo>
                    <a:pt x="698952" y="513564"/>
                  </a:lnTo>
                  <a:lnTo>
                    <a:pt x="693155" y="513564"/>
                  </a:lnTo>
                  <a:lnTo>
                    <a:pt x="697051" y="507506"/>
                  </a:lnTo>
                  <a:lnTo>
                    <a:pt x="700946" y="507506"/>
                  </a:lnTo>
                  <a:close/>
                  <a:moveTo>
                    <a:pt x="690558" y="509394"/>
                  </a:moveTo>
                  <a:lnTo>
                    <a:pt x="685363" y="505267"/>
                  </a:lnTo>
                  <a:lnTo>
                    <a:pt x="690140" y="504170"/>
                  </a:lnTo>
                  <a:lnTo>
                    <a:pt x="694917" y="507462"/>
                  </a:lnTo>
                  <a:lnTo>
                    <a:pt x="690558" y="509394"/>
                  </a:lnTo>
                  <a:close/>
                  <a:moveTo>
                    <a:pt x="690558" y="424096"/>
                  </a:moveTo>
                  <a:lnTo>
                    <a:pt x="690558" y="427959"/>
                  </a:lnTo>
                  <a:lnTo>
                    <a:pt x="685363" y="423701"/>
                  </a:lnTo>
                  <a:lnTo>
                    <a:pt x="687960" y="419443"/>
                  </a:lnTo>
                  <a:lnTo>
                    <a:pt x="690558" y="424096"/>
                  </a:lnTo>
                  <a:close/>
                  <a:moveTo>
                    <a:pt x="676644" y="419399"/>
                  </a:moveTo>
                  <a:lnTo>
                    <a:pt x="681004" y="417467"/>
                  </a:lnTo>
                  <a:lnTo>
                    <a:pt x="685363" y="415272"/>
                  </a:lnTo>
                  <a:lnTo>
                    <a:pt x="685363" y="421023"/>
                  </a:lnTo>
                  <a:lnTo>
                    <a:pt x="681004" y="423613"/>
                  </a:lnTo>
                  <a:lnTo>
                    <a:pt x="676644" y="424842"/>
                  </a:lnTo>
                  <a:lnTo>
                    <a:pt x="676644" y="419355"/>
                  </a:lnTo>
                  <a:close/>
                  <a:moveTo>
                    <a:pt x="655775" y="443193"/>
                  </a:moveTo>
                  <a:lnTo>
                    <a:pt x="661572" y="444949"/>
                  </a:lnTo>
                  <a:lnTo>
                    <a:pt x="661572" y="448066"/>
                  </a:lnTo>
                  <a:lnTo>
                    <a:pt x="655775" y="443193"/>
                  </a:lnTo>
                  <a:close/>
                  <a:moveTo>
                    <a:pt x="120117" y="508296"/>
                  </a:moveTo>
                  <a:lnTo>
                    <a:pt x="123596" y="506628"/>
                  </a:lnTo>
                  <a:lnTo>
                    <a:pt x="121277" y="520501"/>
                  </a:lnTo>
                  <a:lnTo>
                    <a:pt x="118680" y="520501"/>
                  </a:lnTo>
                  <a:lnTo>
                    <a:pt x="120117" y="508296"/>
                  </a:lnTo>
                  <a:close/>
                  <a:moveTo>
                    <a:pt x="105648" y="514618"/>
                  </a:moveTo>
                  <a:lnTo>
                    <a:pt x="107966" y="514618"/>
                  </a:lnTo>
                  <a:lnTo>
                    <a:pt x="109682" y="517911"/>
                  </a:lnTo>
                  <a:lnTo>
                    <a:pt x="113717" y="525022"/>
                  </a:lnTo>
                  <a:lnTo>
                    <a:pt x="110517" y="526383"/>
                  </a:lnTo>
                  <a:lnTo>
                    <a:pt x="107642" y="526383"/>
                  </a:lnTo>
                  <a:lnTo>
                    <a:pt x="105601" y="519271"/>
                  </a:lnTo>
                  <a:lnTo>
                    <a:pt x="105601" y="514618"/>
                  </a:lnTo>
                  <a:close/>
                  <a:moveTo>
                    <a:pt x="186808" y="766517"/>
                  </a:moveTo>
                  <a:lnTo>
                    <a:pt x="184350" y="772838"/>
                  </a:lnTo>
                  <a:lnTo>
                    <a:pt x="180732" y="766648"/>
                  </a:lnTo>
                  <a:lnTo>
                    <a:pt x="178692" y="760458"/>
                  </a:lnTo>
                  <a:lnTo>
                    <a:pt x="181892" y="760458"/>
                  </a:lnTo>
                  <a:lnTo>
                    <a:pt x="186808" y="766517"/>
                  </a:lnTo>
                  <a:close/>
                  <a:moveTo>
                    <a:pt x="180129" y="740440"/>
                  </a:moveTo>
                  <a:cubicBezTo>
                    <a:pt x="180129" y="740440"/>
                    <a:pt x="183005" y="748386"/>
                    <a:pt x="180129" y="748693"/>
                  </a:cubicBezTo>
                  <a:cubicBezTo>
                    <a:pt x="177254" y="749001"/>
                    <a:pt x="174935" y="744567"/>
                    <a:pt x="174935" y="744567"/>
                  </a:cubicBezTo>
                  <a:cubicBezTo>
                    <a:pt x="174935" y="744567"/>
                    <a:pt x="177532" y="736884"/>
                    <a:pt x="180129" y="740440"/>
                  </a:cubicBezTo>
                  <a:close/>
                  <a:moveTo>
                    <a:pt x="92662" y="659225"/>
                  </a:moveTo>
                  <a:lnTo>
                    <a:pt x="96094" y="666337"/>
                  </a:lnTo>
                  <a:lnTo>
                    <a:pt x="92662" y="667698"/>
                  </a:lnTo>
                  <a:lnTo>
                    <a:pt x="89137" y="659181"/>
                  </a:lnTo>
                  <a:lnTo>
                    <a:pt x="92662" y="659181"/>
                  </a:lnTo>
                  <a:close/>
                  <a:moveTo>
                    <a:pt x="78099" y="595658"/>
                  </a:moveTo>
                  <a:lnTo>
                    <a:pt x="77218" y="600794"/>
                  </a:lnTo>
                  <a:lnTo>
                    <a:pt x="81253" y="604086"/>
                  </a:lnTo>
                  <a:lnTo>
                    <a:pt x="81253" y="606808"/>
                  </a:lnTo>
                  <a:lnTo>
                    <a:pt x="73415" y="604086"/>
                  </a:lnTo>
                  <a:lnTo>
                    <a:pt x="62377" y="595658"/>
                  </a:lnTo>
                  <a:lnTo>
                    <a:pt x="66598" y="593111"/>
                  </a:lnTo>
                  <a:lnTo>
                    <a:pt x="66598" y="590390"/>
                  </a:lnTo>
                  <a:lnTo>
                    <a:pt x="71978" y="590390"/>
                  </a:lnTo>
                  <a:lnTo>
                    <a:pt x="71978" y="595701"/>
                  </a:lnTo>
                  <a:lnTo>
                    <a:pt x="78053" y="595701"/>
                  </a:lnTo>
                  <a:close/>
                  <a:moveTo>
                    <a:pt x="65346" y="574147"/>
                  </a:moveTo>
                  <a:lnTo>
                    <a:pt x="66644" y="572215"/>
                  </a:lnTo>
                  <a:lnTo>
                    <a:pt x="72024" y="574147"/>
                  </a:lnTo>
                  <a:lnTo>
                    <a:pt x="70586" y="578010"/>
                  </a:lnTo>
                  <a:lnTo>
                    <a:pt x="65392" y="574147"/>
                  </a:lnTo>
                  <a:close/>
                  <a:moveTo>
                    <a:pt x="80697" y="526427"/>
                  </a:moveTo>
                  <a:lnTo>
                    <a:pt x="83294" y="523705"/>
                  </a:lnTo>
                  <a:lnTo>
                    <a:pt x="86169" y="524539"/>
                  </a:lnTo>
                  <a:lnTo>
                    <a:pt x="86447" y="518789"/>
                  </a:lnTo>
                  <a:lnTo>
                    <a:pt x="83572" y="517691"/>
                  </a:lnTo>
                  <a:lnTo>
                    <a:pt x="84128" y="515233"/>
                  </a:lnTo>
                  <a:lnTo>
                    <a:pt x="86726" y="515233"/>
                  </a:lnTo>
                  <a:lnTo>
                    <a:pt x="85288" y="510579"/>
                  </a:lnTo>
                  <a:lnTo>
                    <a:pt x="90807" y="510579"/>
                  </a:lnTo>
                  <a:lnTo>
                    <a:pt x="89369" y="519096"/>
                  </a:lnTo>
                  <a:lnTo>
                    <a:pt x="89369" y="523486"/>
                  </a:lnTo>
                  <a:lnTo>
                    <a:pt x="90807" y="526778"/>
                  </a:lnTo>
                  <a:lnTo>
                    <a:pt x="88071" y="530071"/>
                  </a:lnTo>
                  <a:lnTo>
                    <a:pt x="83850" y="527876"/>
                  </a:lnTo>
                  <a:lnTo>
                    <a:pt x="80094" y="530071"/>
                  </a:lnTo>
                  <a:lnTo>
                    <a:pt x="72859" y="531432"/>
                  </a:lnTo>
                  <a:lnTo>
                    <a:pt x="70540" y="528973"/>
                  </a:lnTo>
                  <a:lnTo>
                    <a:pt x="80697" y="526515"/>
                  </a:lnTo>
                  <a:close/>
                  <a:moveTo>
                    <a:pt x="66644" y="550836"/>
                  </a:moveTo>
                  <a:lnTo>
                    <a:pt x="69380" y="554699"/>
                  </a:lnTo>
                  <a:lnTo>
                    <a:pt x="75178" y="554699"/>
                  </a:lnTo>
                  <a:lnTo>
                    <a:pt x="75178" y="562645"/>
                  </a:lnTo>
                  <a:lnTo>
                    <a:pt x="71839" y="562645"/>
                  </a:lnTo>
                  <a:lnTo>
                    <a:pt x="68639" y="557860"/>
                  </a:lnTo>
                  <a:lnTo>
                    <a:pt x="63583" y="558694"/>
                  </a:lnTo>
                  <a:lnTo>
                    <a:pt x="65346" y="554699"/>
                  </a:lnTo>
                  <a:lnTo>
                    <a:pt x="66644" y="550836"/>
                  </a:lnTo>
                  <a:close/>
                  <a:moveTo>
                    <a:pt x="54308" y="486346"/>
                  </a:moveTo>
                  <a:lnTo>
                    <a:pt x="51108" y="484415"/>
                  </a:lnTo>
                  <a:cubicBezTo>
                    <a:pt x="51108" y="484415"/>
                    <a:pt x="47073" y="480025"/>
                    <a:pt x="53148" y="479498"/>
                  </a:cubicBezTo>
                  <a:cubicBezTo>
                    <a:pt x="59224" y="478971"/>
                    <a:pt x="57786" y="484415"/>
                    <a:pt x="57786" y="484415"/>
                  </a:cubicBezTo>
                  <a:lnTo>
                    <a:pt x="65624" y="481912"/>
                  </a:lnTo>
                  <a:lnTo>
                    <a:pt x="65624" y="484415"/>
                  </a:lnTo>
                  <a:lnTo>
                    <a:pt x="57693" y="486346"/>
                  </a:lnTo>
                  <a:lnTo>
                    <a:pt x="57693" y="491000"/>
                  </a:lnTo>
                  <a:lnTo>
                    <a:pt x="49763" y="496224"/>
                  </a:lnTo>
                  <a:lnTo>
                    <a:pt x="54586" y="489902"/>
                  </a:lnTo>
                  <a:lnTo>
                    <a:pt x="54308" y="486346"/>
                  </a:lnTo>
                  <a:close/>
                  <a:moveTo>
                    <a:pt x="58528" y="585034"/>
                  </a:moveTo>
                  <a:lnTo>
                    <a:pt x="61264" y="588414"/>
                  </a:lnTo>
                  <a:lnTo>
                    <a:pt x="58528" y="592541"/>
                  </a:lnTo>
                  <a:lnTo>
                    <a:pt x="55189" y="588414"/>
                  </a:lnTo>
                  <a:lnTo>
                    <a:pt x="49392" y="585034"/>
                  </a:lnTo>
                  <a:lnTo>
                    <a:pt x="49392" y="578537"/>
                  </a:lnTo>
                  <a:lnTo>
                    <a:pt x="61264" y="570854"/>
                  </a:lnTo>
                  <a:lnTo>
                    <a:pt x="58064" y="576605"/>
                  </a:lnTo>
                  <a:lnTo>
                    <a:pt x="58482" y="585034"/>
                  </a:lnTo>
                  <a:close/>
                  <a:moveTo>
                    <a:pt x="56348" y="560977"/>
                  </a:moveTo>
                  <a:lnTo>
                    <a:pt x="58528" y="564006"/>
                  </a:lnTo>
                  <a:cubicBezTo>
                    <a:pt x="58528" y="564006"/>
                    <a:pt x="54308" y="569757"/>
                    <a:pt x="53751" y="568659"/>
                  </a:cubicBezTo>
                  <a:cubicBezTo>
                    <a:pt x="53195" y="567562"/>
                    <a:pt x="50691" y="560977"/>
                    <a:pt x="50691" y="560977"/>
                  </a:cubicBezTo>
                  <a:lnTo>
                    <a:pt x="56348" y="560977"/>
                  </a:lnTo>
                  <a:close/>
                  <a:moveTo>
                    <a:pt x="52314" y="550836"/>
                  </a:moveTo>
                  <a:lnTo>
                    <a:pt x="58528" y="550836"/>
                  </a:lnTo>
                  <a:lnTo>
                    <a:pt x="54633" y="554699"/>
                  </a:lnTo>
                  <a:lnTo>
                    <a:pt x="52314" y="550836"/>
                  </a:lnTo>
                  <a:close/>
                  <a:moveTo>
                    <a:pt x="44754" y="501975"/>
                  </a:moveTo>
                  <a:lnTo>
                    <a:pt x="49809" y="499516"/>
                  </a:lnTo>
                  <a:lnTo>
                    <a:pt x="49809" y="503380"/>
                  </a:lnTo>
                  <a:lnTo>
                    <a:pt x="44754" y="506672"/>
                  </a:lnTo>
                  <a:lnTo>
                    <a:pt x="44754" y="502019"/>
                  </a:lnTo>
                  <a:close/>
                  <a:moveTo>
                    <a:pt x="47676" y="623841"/>
                  </a:moveTo>
                  <a:lnTo>
                    <a:pt x="50737" y="619847"/>
                  </a:lnTo>
                  <a:lnTo>
                    <a:pt x="45079" y="619847"/>
                  </a:lnTo>
                  <a:lnTo>
                    <a:pt x="45079" y="617783"/>
                  </a:lnTo>
                  <a:lnTo>
                    <a:pt x="50737" y="617783"/>
                  </a:lnTo>
                  <a:lnTo>
                    <a:pt x="53798" y="614491"/>
                  </a:lnTo>
                  <a:lnTo>
                    <a:pt x="63954" y="614491"/>
                  </a:lnTo>
                  <a:lnTo>
                    <a:pt x="66691" y="619144"/>
                  </a:lnTo>
                  <a:lnTo>
                    <a:pt x="72070" y="625202"/>
                  </a:lnTo>
                  <a:lnTo>
                    <a:pt x="68036" y="625202"/>
                  </a:lnTo>
                  <a:lnTo>
                    <a:pt x="61357" y="619144"/>
                  </a:lnTo>
                  <a:lnTo>
                    <a:pt x="55282" y="619144"/>
                  </a:lnTo>
                  <a:lnTo>
                    <a:pt x="50783" y="625202"/>
                  </a:lnTo>
                  <a:lnTo>
                    <a:pt x="47722" y="623841"/>
                  </a:lnTo>
                  <a:close/>
                  <a:moveTo>
                    <a:pt x="56488" y="667742"/>
                  </a:moveTo>
                  <a:lnTo>
                    <a:pt x="52267" y="663483"/>
                  </a:lnTo>
                  <a:lnTo>
                    <a:pt x="54864" y="661420"/>
                  </a:lnTo>
                  <a:lnTo>
                    <a:pt x="58064" y="665283"/>
                  </a:lnTo>
                  <a:lnTo>
                    <a:pt x="56488" y="667742"/>
                  </a:lnTo>
                  <a:close/>
                  <a:moveTo>
                    <a:pt x="61264" y="642762"/>
                  </a:moveTo>
                  <a:lnTo>
                    <a:pt x="61264" y="639733"/>
                  </a:lnTo>
                  <a:lnTo>
                    <a:pt x="66644" y="639733"/>
                  </a:lnTo>
                  <a:lnTo>
                    <a:pt x="66644" y="636704"/>
                  </a:lnTo>
                  <a:lnTo>
                    <a:pt x="68824" y="636704"/>
                  </a:lnTo>
                  <a:lnTo>
                    <a:pt x="72024" y="641094"/>
                  </a:lnTo>
                  <a:lnTo>
                    <a:pt x="61311" y="642762"/>
                  </a:lnTo>
                  <a:close/>
                  <a:moveTo>
                    <a:pt x="54633" y="719851"/>
                  </a:moveTo>
                  <a:lnTo>
                    <a:pt x="57508" y="722880"/>
                  </a:lnTo>
                  <a:lnTo>
                    <a:pt x="54633" y="726436"/>
                  </a:lnTo>
                  <a:lnTo>
                    <a:pt x="52035" y="723143"/>
                  </a:lnTo>
                  <a:lnTo>
                    <a:pt x="54633" y="719851"/>
                  </a:lnTo>
                  <a:close/>
                  <a:moveTo>
                    <a:pt x="67108" y="839479"/>
                  </a:moveTo>
                  <a:lnTo>
                    <a:pt x="62470" y="834693"/>
                  </a:lnTo>
                  <a:lnTo>
                    <a:pt x="62470" y="839479"/>
                  </a:lnTo>
                  <a:lnTo>
                    <a:pt x="53195" y="837020"/>
                  </a:lnTo>
                  <a:lnTo>
                    <a:pt x="59270" y="829908"/>
                  </a:lnTo>
                  <a:cubicBezTo>
                    <a:pt x="71143" y="827977"/>
                    <a:pt x="67108" y="839523"/>
                    <a:pt x="67108" y="839523"/>
                  </a:cubicBezTo>
                  <a:close/>
                  <a:moveTo>
                    <a:pt x="84778" y="772355"/>
                  </a:moveTo>
                  <a:lnTo>
                    <a:pt x="81578" y="768975"/>
                  </a:lnTo>
                  <a:cubicBezTo>
                    <a:pt x="81578" y="768975"/>
                    <a:pt x="81856" y="773541"/>
                    <a:pt x="80418" y="776745"/>
                  </a:cubicBezTo>
                  <a:cubicBezTo>
                    <a:pt x="78981" y="779950"/>
                    <a:pt x="72905" y="776745"/>
                    <a:pt x="72905" y="776745"/>
                  </a:cubicBezTo>
                  <a:cubicBezTo>
                    <a:pt x="72905" y="776745"/>
                    <a:pt x="64511" y="774111"/>
                    <a:pt x="64511" y="781135"/>
                  </a:cubicBezTo>
                  <a:cubicBezTo>
                    <a:pt x="64511" y="788159"/>
                    <a:pt x="59873" y="787896"/>
                    <a:pt x="57554" y="785701"/>
                  </a:cubicBezTo>
                  <a:cubicBezTo>
                    <a:pt x="55235" y="783506"/>
                    <a:pt x="54957" y="776745"/>
                    <a:pt x="54957" y="776745"/>
                  </a:cubicBezTo>
                  <a:lnTo>
                    <a:pt x="51757" y="770599"/>
                  </a:lnTo>
                  <a:lnTo>
                    <a:pt x="47722" y="764541"/>
                  </a:lnTo>
                  <a:lnTo>
                    <a:pt x="47722" y="759888"/>
                  </a:lnTo>
                  <a:lnTo>
                    <a:pt x="39050" y="749176"/>
                  </a:lnTo>
                  <a:lnTo>
                    <a:pt x="39050" y="745620"/>
                  </a:lnTo>
                  <a:lnTo>
                    <a:pt x="46888" y="745620"/>
                  </a:lnTo>
                  <a:lnTo>
                    <a:pt x="44012" y="739869"/>
                  </a:lnTo>
                  <a:cubicBezTo>
                    <a:pt x="44012" y="739869"/>
                    <a:pt x="50691" y="738201"/>
                    <a:pt x="51850" y="733021"/>
                  </a:cubicBezTo>
                  <a:lnTo>
                    <a:pt x="51850" y="729158"/>
                  </a:lnTo>
                  <a:lnTo>
                    <a:pt x="59966" y="736006"/>
                  </a:lnTo>
                  <a:lnTo>
                    <a:pt x="63723" y="736006"/>
                  </a:lnTo>
                  <a:lnTo>
                    <a:pt x="65485" y="741230"/>
                  </a:lnTo>
                  <a:lnTo>
                    <a:pt x="76198" y="747552"/>
                  </a:lnTo>
                  <a:lnTo>
                    <a:pt x="84036" y="758000"/>
                  </a:lnTo>
                  <a:cubicBezTo>
                    <a:pt x="84036" y="758000"/>
                    <a:pt x="82274" y="761556"/>
                    <a:pt x="86355" y="765419"/>
                  </a:cubicBezTo>
                  <a:lnTo>
                    <a:pt x="84917" y="772355"/>
                  </a:lnTo>
                  <a:close/>
                  <a:moveTo>
                    <a:pt x="91734" y="726436"/>
                  </a:moveTo>
                  <a:lnTo>
                    <a:pt x="83897" y="723143"/>
                  </a:lnTo>
                  <a:lnTo>
                    <a:pt x="92894" y="721783"/>
                  </a:lnTo>
                  <a:lnTo>
                    <a:pt x="91734" y="726436"/>
                  </a:lnTo>
                  <a:close/>
                  <a:moveTo>
                    <a:pt x="92894" y="681175"/>
                  </a:moveTo>
                  <a:cubicBezTo>
                    <a:pt x="91734" y="677048"/>
                    <a:pt x="95491" y="675951"/>
                    <a:pt x="95491" y="675951"/>
                  </a:cubicBezTo>
                  <a:lnTo>
                    <a:pt x="102169" y="675951"/>
                  </a:lnTo>
                  <a:cubicBezTo>
                    <a:pt x="102169" y="675951"/>
                    <a:pt x="100129" y="679814"/>
                    <a:pt x="105045" y="683633"/>
                  </a:cubicBezTo>
                  <a:cubicBezTo>
                    <a:pt x="105045" y="683633"/>
                    <a:pt x="94053" y="685302"/>
                    <a:pt x="92894" y="681175"/>
                  </a:cubicBezTo>
                  <a:close/>
                  <a:moveTo>
                    <a:pt x="117520" y="672132"/>
                  </a:moveTo>
                  <a:lnTo>
                    <a:pt x="125358" y="673800"/>
                  </a:lnTo>
                  <a:lnTo>
                    <a:pt x="127677" y="676829"/>
                  </a:lnTo>
                  <a:lnTo>
                    <a:pt x="121323" y="678760"/>
                  </a:lnTo>
                  <a:lnTo>
                    <a:pt x="118448" y="676302"/>
                  </a:lnTo>
                  <a:lnTo>
                    <a:pt x="114969" y="676302"/>
                  </a:lnTo>
                  <a:lnTo>
                    <a:pt x="112094" y="673844"/>
                  </a:lnTo>
                  <a:lnTo>
                    <a:pt x="107456" y="661508"/>
                  </a:lnTo>
                  <a:cubicBezTo>
                    <a:pt x="107456" y="661508"/>
                    <a:pt x="118772" y="662869"/>
                    <a:pt x="117613" y="672219"/>
                  </a:cubicBezTo>
                  <a:close/>
                  <a:moveTo>
                    <a:pt x="118401" y="750318"/>
                  </a:moveTo>
                  <a:lnTo>
                    <a:pt x="118401" y="753873"/>
                  </a:lnTo>
                  <a:lnTo>
                    <a:pt x="115526" y="748693"/>
                  </a:lnTo>
                  <a:lnTo>
                    <a:pt x="118401" y="745664"/>
                  </a:lnTo>
                  <a:lnTo>
                    <a:pt x="118401" y="750318"/>
                  </a:lnTo>
                  <a:close/>
                  <a:moveTo>
                    <a:pt x="139828" y="748693"/>
                  </a:moveTo>
                  <a:cubicBezTo>
                    <a:pt x="136349" y="754444"/>
                    <a:pt x="131155" y="758834"/>
                    <a:pt x="127955" y="756376"/>
                  </a:cubicBezTo>
                  <a:cubicBezTo>
                    <a:pt x="124755" y="753917"/>
                    <a:pt x="129393" y="748693"/>
                    <a:pt x="129393" y="748693"/>
                  </a:cubicBezTo>
                  <a:cubicBezTo>
                    <a:pt x="129393" y="748693"/>
                    <a:pt x="123596" y="738245"/>
                    <a:pt x="121555" y="738245"/>
                  </a:cubicBezTo>
                  <a:cubicBezTo>
                    <a:pt x="119514" y="738245"/>
                    <a:pt x="110517" y="735216"/>
                    <a:pt x="108801" y="727533"/>
                  </a:cubicBezTo>
                  <a:cubicBezTo>
                    <a:pt x="108801" y="727533"/>
                    <a:pt x="113717" y="727797"/>
                    <a:pt x="108801" y="719017"/>
                  </a:cubicBezTo>
                  <a:cubicBezTo>
                    <a:pt x="108801" y="719017"/>
                    <a:pt x="112882" y="720948"/>
                    <a:pt x="113717" y="720114"/>
                  </a:cubicBezTo>
                  <a:cubicBezTo>
                    <a:pt x="114598" y="719280"/>
                    <a:pt x="110239" y="709403"/>
                    <a:pt x="110239" y="709403"/>
                  </a:cubicBezTo>
                  <a:lnTo>
                    <a:pt x="115433" y="715461"/>
                  </a:lnTo>
                  <a:lnTo>
                    <a:pt x="115990" y="711334"/>
                  </a:lnTo>
                  <a:lnTo>
                    <a:pt x="118308" y="719017"/>
                  </a:lnTo>
                  <a:lnTo>
                    <a:pt x="123224" y="725382"/>
                  </a:lnTo>
                  <a:lnTo>
                    <a:pt x="124894" y="721475"/>
                  </a:lnTo>
                  <a:lnTo>
                    <a:pt x="119190" y="715417"/>
                  </a:lnTo>
                  <a:cubicBezTo>
                    <a:pt x="119190" y="715417"/>
                    <a:pt x="132825" y="719544"/>
                    <a:pt x="127306" y="711290"/>
                  </a:cubicBezTo>
                  <a:cubicBezTo>
                    <a:pt x="121787" y="703037"/>
                    <a:pt x="116871" y="699218"/>
                    <a:pt x="116871" y="699218"/>
                  </a:cubicBezTo>
                  <a:lnTo>
                    <a:pt x="117149" y="706900"/>
                  </a:lnTo>
                  <a:cubicBezTo>
                    <a:pt x="117149" y="706900"/>
                    <a:pt x="110192" y="698120"/>
                    <a:pt x="110795" y="693730"/>
                  </a:cubicBezTo>
                  <a:lnTo>
                    <a:pt x="116314" y="695925"/>
                  </a:lnTo>
                  <a:lnTo>
                    <a:pt x="122714" y="699481"/>
                  </a:lnTo>
                  <a:cubicBezTo>
                    <a:pt x="122714" y="699481"/>
                    <a:pt x="138065" y="705232"/>
                    <a:pt x="129671" y="719763"/>
                  </a:cubicBezTo>
                  <a:lnTo>
                    <a:pt x="138668" y="739386"/>
                  </a:lnTo>
                  <a:cubicBezTo>
                    <a:pt x="138668" y="739386"/>
                    <a:pt x="143306" y="742811"/>
                    <a:pt x="139828" y="748562"/>
                  </a:cubicBezTo>
                  <a:close/>
                  <a:moveTo>
                    <a:pt x="151144" y="715197"/>
                  </a:moveTo>
                  <a:lnTo>
                    <a:pt x="147944" y="717129"/>
                  </a:lnTo>
                  <a:lnTo>
                    <a:pt x="144465" y="712739"/>
                  </a:lnTo>
                  <a:lnTo>
                    <a:pt x="147944" y="708349"/>
                  </a:lnTo>
                  <a:lnTo>
                    <a:pt x="151144" y="708349"/>
                  </a:lnTo>
                  <a:lnTo>
                    <a:pt x="151144" y="715197"/>
                  </a:lnTo>
                  <a:close/>
                  <a:moveTo>
                    <a:pt x="153184" y="781574"/>
                  </a:moveTo>
                  <a:lnTo>
                    <a:pt x="153184" y="774463"/>
                  </a:lnTo>
                  <a:lnTo>
                    <a:pt x="163341" y="774463"/>
                  </a:lnTo>
                  <a:cubicBezTo>
                    <a:pt x="163341" y="774463"/>
                    <a:pt x="171179" y="779379"/>
                    <a:pt x="167097" y="781574"/>
                  </a:cubicBezTo>
                  <a:cubicBezTo>
                    <a:pt x="163016" y="783769"/>
                    <a:pt x="153184" y="781574"/>
                    <a:pt x="153184" y="781574"/>
                  </a:cubicBezTo>
                  <a:close/>
                  <a:moveTo>
                    <a:pt x="178970" y="839479"/>
                  </a:moveTo>
                  <a:lnTo>
                    <a:pt x="174889" y="834562"/>
                  </a:lnTo>
                  <a:lnTo>
                    <a:pt x="169973" y="840839"/>
                  </a:lnTo>
                  <a:lnTo>
                    <a:pt x="158657" y="831225"/>
                  </a:lnTo>
                  <a:lnTo>
                    <a:pt x="158657" y="826001"/>
                  </a:lnTo>
                  <a:lnTo>
                    <a:pt x="164454" y="827362"/>
                  </a:lnTo>
                  <a:lnTo>
                    <a:pt x="167932" y="824333"/>
                  </a:lnTo>
                  <a:lnTo>
                    <a:pt x="165613" y="816694"/>
                  </a:lnTo>
                  <a:lnTo>
                    <a:pt x="160419" y="815553"/>
                  </a:lnTo>
                  <a:lnTo>
                    <a:pt x="160697" y="807870"/>
                  </a:lnTo>
                  <a:lnTo>
                    <a:pt x="178089" y="828460"/>
                  </a:lnTo>
                  <a:lnTo>
                    <a:pt x="181845" y="828460"/>
                  </a:lnTo>
                  <a:lnTo>
                    <a:pt x="178970" y="839435"/>
                  </a:lnTo>
                  <a:close/>
                  <a:moveTo>
                    <a:pt x="192605" y="799705"/>
                  </a:moveTo>
                  <a:lnTo>
                    <a:pt x="182773" y="789257"/>
                  </a:lnTo>
                  <a:lnTo>
                    <a:pt x="185370" y="789257"/>
                  </a:lnTo>
                  <a:lnTo>
                    <a:pt x="195527" y="799705"/>
                  </a:lnTo>
                  <a:lnTo>
                    <a:pt x="192651" y="799705"/>
                  </a:lnTo>
                  <a:close/>
                  <a:moveTo>
                    <a:pt x="250855" y="1136902"/>
                  </a:moveTo>
                  <a:lnTo>
                    <a:pt x="236942" y="1126190"/>
                  </a:lnTo>
                  <a:lnTo>
                    <a:pt x="236942" y="1123995"/>
                  </a:lnTo>
                  <a:lnTo>
                    <a:pt x="252292" y="1134443"/>
                  </a:lnTo>
                  <a:lnTo>
                    <a:pt x="250855" y="1136902"/>
                  </a:lnTo>
                  <a:close/>
                  <a:moveTo>
                    <a:pt x="248258" y="1089709"/>
                  </a:moveTo>
                  <a:cubicBezTo>
                    <a:pt x="248072" y="1096294"/>
                    <a:pt x="240420" y="1099323"/>
                    <a:pt x="240420" y="1099323"/>
                  </a:cubicBezTo>
                  <a:lnTo>
                    <a:pt x="238379" y="1101518"/>
                  </a:lnTo>
                  <a:lnTo>
                    <a:pt x="231423" y="1101518"/>
                  </a:lnTo>
                  <a:lnTo>
                    <a:pt x="236617" y="1094406"/>
                  </a:lnTo>
                  <a:lnTo>
                    <a:pt x="236617" y="1097962"/>
                  </a:lnTo>
                  <a:lnTo>
                    <a:pt x="242414" y="1094406"/>
                  </a:lnTo>
                  <a:cubicBezTo>
                    <a:pt x="242414" y="1085100"/>
                    <a:pt x="252246" y="1080710"/>
                    <a:pt x="252246" y="1080710"/>
                  </a:cubicBezTo>
                  <a:cubicBezTo>
                    <a:pt x="249927" y="1082378"/>
                    <a:pt x="248211" y="1089753"/>
                    <a:pt x="248211" y="1089753"/>
                  </a:cubicBezTo>
                  <a:close/>
                  <a:moveTo>
                    <a:pt x="252153" y="858795"/>
                  </a:moveTo>
                  <a:cubicBezTo>
                    <a:pt x="252153" y="858795"/>
                    <a:pt x="251968" y="858970"/>
                    <a:pt x="251921" y="859058"/>
                  </a:cubicBezTo>
                  <a:lnTo>
                    <a:pt x="251921" y="859058"/>
                  </a:lnTo>
                  <a:cubicBezTo>
                    <a:pt x="251087" y="860068"/>
                    <a:pt x="250391" y="861385"/>
                    <a:pt x="249788" y="862570"/>
                  </a:cubicBezTo>
                  <a:cubicBezTo>
                    <a:pt x="249185" y="863799"/>
                    <a:pt x="248814" y="865072"/>
                    <a:pt x="248582" y="866345"/>
                  </a:cubicBezTo>
                  <a:cubicBezTo>
                    <a:pt x="248397" y="867619"/>
                    <a:pt x="248397" y="868936"/>
                    <a:pt x="248721" y="870209"/>
                  </a:cubicBezTo>
                  <a:cubicBezTo>
                    <a:pt x="248861" y="870867"/>
                    <a:pt x="249092" y="871482"/>
                    <a:pt x="249324" y="872096"/>
                  </a:cubicBezTo>
                  <a:cubicBezTo>
                    <a:pt x="249556" y="872755"/>
                    <a:pt x="249974" y="873282"/>
                    <a:pt x="250252" y="873940"/>
                  </a:cubicBezTo>
                  <a:lnTo>
                    <a:pt x="250437" y="874335"/>
                  </a:lnTo>
                  <a:cubicBezTo>
                    <a:pt x="250669" y="876311"/>
                    <a:pt x="250808" y="878330"/>
                    <a:pt x="250855" y="880350"/>
                  </a:cubicBezTo>
                  <a:cubicBezTo>
                    <a:pt x="249974" y="878638"/>
                    <a:pt x="249185" y="876925"/>
                    <a:pt x="248489" y="875169"/>
                  </a:cubicBezTo>
                  <a:cubicBezTo>
                    <a:pt x="247979" y="874555"/>
                    <a:pt x="247376" y="873984"/>
                    <a:pt x="246959" y="873282"/>
                  </a:cubicBezTo>
                  <a:cubicBezTo>
                    <a:pt x="246495" y="872579"/>
                    <a:pt x="246032" y="871833"/>
                    <a:pt x="245800" y="870999"/>
                  </a:cubicBezTo>
                  <a:cubicBezTo>
                    <a:pt x="245197" y="869418"/>
                    <a:pt x="244965" y="867619"/>
                    <a:pt x="245197" y="865950"/>
                  </a:cubicBezTo>
                  <a:cubicBezTo>
                    <a:pt x="245382" y="864238"/>
                    <a:pt x="245939" y="862658"/>
                    <a:pt x="246727" y="861165"/>
                  </a:cubicBezTo>
                  <a:cubicBezTo>
                    <a:pt x="246727" y="861165"/>
                    <a:pt x="246727" y="861121"/>
                    <a:pt x="246774" y="861077"/>
                  </a:cubicBezTo>
                  <a:cubicBezTo>
                    <a:pt x="246588" y="861077"/>
                    <a:pt x="246402" y="861077"/>
                    <a:pt x="246217" y="860990"/>
                  </a:cubicBezTo>
                  <a:cubicBezTo>
                    <a:pt x="245243" y="860770"/>
                    <a:pt x="244408" y="860287"/>
                    <a:pt x="243620" y="859804"/>
                  </a:cubicBezTo>
                  <a:cubicBezTo>
                    <a:pt x="242832" y="859321"/>
                    <a:pt x="242136" y="858751"/>
                    <a:pt x="241533" y="858092"/>
                  </a:cubicBezTo>
                  <a:cubicBezTo>
                    <a:pt x="243202" y="858707"/>
                    <a:pt x="244918" y="859234"/>
                    <a:pt x="246495" y="859190"/>
                  </a:cubicBezTo>
                  <a:cubicBezTo>
                    <a:pt x="247191" y="859190"/>
                    <a:pt x="247748" y="859058"/>
                    <a:pt x="248211" y="858839"/>
                  </a:cubicBezTo>
                  <a:cubicBezTo>
                    <a:pt x="248675" y="858268"/>
                    <a:pt x="249139" y="857697"/>
                    <a:pt x="249695" y="857126"/>
                  </a:cubicBezTo>
                  <a:lnTo>
                    <a:pt x="249788" y="857039"/>
                  </a:lnTo>
                  <a:cubicBezTo>
                    <a:pt x="250345" y="856468"/>
                    <a:pt x="251272" y="856468"/>
                    <a:pt x="251875" y="856995"/>
                  </a:cubicBezTo>
                  <a:cubicBezTo>
                    <a:pt x="252385" y="857478"/>
                    <a:pt x="252478" y="858180"/>
                    <a:pt x="252107" y="858751"/>
                  </a:cubicBezTo>
                  <a:close/>
                  <a:moveTo>
                    <a:pt x="368236" y="914943"/>
                  </a:moveTo>
                  <a:lnTo>
                    <a:pt x="358682" y="914943"/>
                  </a:lnTo>
                  <a:lnTo>
                    <a:pt x="352885" y="917138"/>
                  </a:lnTo>
                  <a:lnTo>
                    <a:pt x="347088" y="922055"/>
                  </a:lnTo>
                  <a:lnTo>
                    <a:pt x="342450" y="923723"/>
                  </a:lnTo>
                  <a:lnTo>
                    <a:pt x="340131" y="927849"/>
                  </a:lnTo>
                  <a:lnTo>
                    <a:pt x="340131" y="933074"/>
                  </a:lnTo>
                  <a:lnTo>
                    <a:pt x="338693" y="935269"/>
                  </a:lnTo>
                  <a:lnTo>
                    <a:pt x="338137" y="937990"/>
                  </a:lnTo>
                  <a:lnTo>
                    <a:pt x="334102" y="938824"/>
                  </a:lnTo>
                  <a:cubicBezTo>
                    <a:pt x="334102" y="938824"/>
                    <a:pt x="331227" y="944049"/>
                    <a:pt x="340177" y="951468"/>
                  </a:cubicBezTo>
                  <a:lnTo>
                    <a:pt x="346856" y="945980"/>
                  </a:lnTo>
                  <a:lnTo>
                    <a:pt x="349731" y="946507"/>
                  </a:lnTo>
                  <a:cubicBezTo>
                    <a:pt x="349731" y="946507"/>
                    <a:pt x="331180" y="961345"/>
                    <a:pt x="347691" y="962970"/>
                  </a:cubicBezTo>
                  <a:lnTo>
                    <a:pt x="344212" y="968457"/>
                  </a:lnTo>
                  <a:lnTo>
                    <a:pt x="333777" y="973374"/>
                  </a:lnTo>
                  <a:lnTo>
                    <a:pt x="333499" y="976930"/>
                  </a:lnTo>
                  <a:cubicBezTo>
                    <a:pt x="333499" y="976930"/>
                    <a:pt x="326821" y="989002"/>
                    <a:pt x="327702" y="993129"/>
                  </a:cubicBezTo>
                  <a:lnTo>
                    <a:pt x="321024" y="998616"/>
                  </a:lnTo>
                  <a:lnTo>
                    <a:pt x="318055" y="998616"/>
                  </a:lnTo>
                  <a:lnTo>
                    <a:pt x="305070" y="1006035"/>
                  </a:lnTo>
                  <a:lnTo>
                    <a:pt x="298994" y="1006562"/>
                  </a:lnTo>
                  <a:lnTo>
                    <a:pt x="291760" y="1017274"/>
                  </a:lnTo>
                  <a:lnTo>
                    <a:pt x="295238" y="1027151"/>
                  </a:lnTo>
                  <a:lnTo>
                    <a:pt x="289719" y="1032068"/>
                  </a:lnTo>
                  <a:lnTo>
                    <a:pt x="293197" y="1038390"/>
                  </a:lnTo>
                  <a:lnTo>
                    <a:pt x="284200" y="1048838"/>
                  </a:lnTo>
                  <a:lnTo>
                    <a:pt x="285081" y="1053491"/>
                  </a:lnTo>
                  <a:lnTo>
                    <a:pt x="279284" y="1058716"/>
                  </a:lnTo>
                  <a:lnTo>
                    <a:pt x="278728" y="1063369"/>
                  </a:lnTo>
                  <a:lnTo>
                    <a:pt x="273812" y="1071886"/>
                  </a:lnTo>
                  <a:cubicBezTo>
                    <a:pt x="273812" y="1071886"/>
                    <a:pt x="269452" y="1080402"/>
                    <a:pt x="274971" y="1080666"/>
                  </a:cubicBezTo>
                  <a:cubicBezTo>
                    <a:pt x="280490" y="1080929"/>
                    <a:pt x="294403" y="1080666"/>
                    <a:pt x="294960" y="1091114"/>
                  </a:cubicBezTo>
                  <a:cubicBezTo>
                    <a:pt x="294960" y="1091114"/>
                    <a:pt x="285406" y="1083695"/>
                    <a:pt x="283644" y="1084002"/>
                  </a:cubicBezTo>
                  <a:cubicBezTo>
                    <a:pt x="281881" y="1084309"/>
                    <a:pt x="270890" y="1086987"/>
                    <a:pt x="269452" y="1084002"/>
                  </a:cubicBezTo>
                  <a:cubicBezTo>
                    <a:pt x="268014" y="1080973"/>
                    <a:pt x="266855" y="1074388"/>
                    <a:pt x="269452" y="1073027"/>
                  </a:cubicBezTo>
                  <a:cubicBezTo>
                    <a:pt x="272049" y="1071666"/>
                    <a:pt x="273209" y="1067540"/>
                    <a:pt x="273209" y="1067540"/>
                  </a:cubicBezTo>
                  <a:lnTo>
                    <a:pt x="276084" y="1062623"/>
                  </a:lnTo>
                  <a:lnTo>
                    <a:pt x="276965" y="1057135"/>
                  </a:lnTo>
                  <a:lnTo>
                    <a:pt x="281418" y="1053272"/>
                  </a:lnTo>
                  <a:lnTo>
                    <a:pt x="281418" y="1047521"/>
                  </a:lnTo>
                  <a:lnTo>
                    <a:pt x="288003" y="1039268"/>
                  </a:lnTo>
                  <a:lnTo>
                    <a:pt x="286844" y="1029961"/>
                  </a:lnTo>
                  <a:lnTo>
                    <a:pt x="291203" y="1026669"/>
                  </a:lnTo>
                  <a:lnTo>
                    <a:pt x="289162" y="1015430"/>
                  </a:lnTo>
                  <a:lnTo>
                    <a:pt x="298716" y="1004192"/>
                  </a:lnTo>
                  <a:lnTo>
                    <a:pt x="305394" y="1004192"/>
                  </a:lnTo>
                  <a:lnTo>
                    <a:pt x="316432" y="996509"/>
                  </a:lnTo>
                  <a:lnTo>
                    <a:pt x="319911" y="996509"/>
                  </a:lnTo>
                  <a:lnTo>
                    <a:pt x="324270" y="992119"/>
                  </a:lnTo>
                  <a:lnTo>
                    <a:pt x="326311" y="984437"/>
                  </a:lnTo>
                  <a:lnTo>
                    <a:pt x="330948" y="976754"/>
                  </a:lnTo>
                  <a:lnTo>
                    <a:pt x="330948" y="970696"/>
                  </a:lnTo>
                  <a:lnTo>
                    <a:pt x="337348" y="969335"/>
                  </a:lnTo>
                  <a:lnTo>
                    <a:pt x="343424" y="966042"/>
                  </a:lnTo>
                  <a:cubicBezTo>
                    <a:pt x="343424" y="966042"/>
                    <a:pt x="334751" y="963847"/>
                    <a:pt x="338508" y="953136"/>
                  </a:cubicBezTo>
                  <a:lnTo>
                    <a:pt x="329232" y="944619"/>
                  </a:lnTo>
                  <a:cubicBezTo>
                    <a:pt x="329232" y="944619"/>
                    <a:pt x="329232" y="934478"/>
                    <a:pt x="333314" y="933381"/>
                  </a:cubicBezTo>
                  <a:cubicBezTo>
                    <a:pt x="337395" y="932283"/>
                    <a:pt x="338230" y="926796"/>
                    <a:pt x="338230" y="926796"/>
                  </a:cubicBezTo>
                  <a:lnTo>
                    <a:pt x="339667" y="922142"/>
                  </a:lnTo>
                  <a:lnTo>
                    <a:pt x="343424" y="920474"/>
                  </a:lnTo>
                  <a:lnTo>
                    <a:pt x="343424" y="917182"/>
                  </a:lnTo>
                  <a:cubicBezTo>
                    <a:pt x="343424" y="917182"/>
                    <a:pt x="340224" y="912528"/>
                    <a:pt x="339667" y="910860"/>
                  </a:cubicBezTo>
                  <a:cubicBezTo>
                    <a:pt x="339111" y="909192"/>
                    <a:pt x="338786" y="904012"/>
                    <a:pt x="338786" y="904012"/>
                  </a:cubicBezTo>
                  <a:lnTo>
                    <a:pt x="332711" y="901817"/>
                  </a:lnTo>
                  <a:lnTo>
                    <a:pt x="318519" y="895495"/>
                  </a:lnTo>
                  <a:lnTo>
                    <a:pt x="311841" y="895495"/>
                  </a:lnTo>
                  <a:lnTo>
                    <a:pt x="305719" y="892773"/>
                  </a:lnTo>
                  <a:lnTo>
                    <a:pt x="301730" y="889217"/>
                  </a:lnTo>
                  <a:lnTo>
                    <a:pt x="296815" y="891939"/>
                  </a:lnTo>
                  <a:lnTo>
                    <a:pt x="295933" y="889217"/>
                  </a:lnTo>
                  <a:lnTo>
                    <a:pt x="303168" y="885354"/>
                  </a:lnTo>
                  <a:lnTo>
                    <a:pt x="307806" y="891412"/>
                  </a:lnTo>
                  <a:lnTo>
                    <a:pt x="314484" y="892773"/>
                  </a:lnTo>
                  <a:lnTo>
                    <a:pt x="321998" y="893871"/>
                  </a:lnTo>
                  <a:lnTo>
                    <a:pt x="335633" y="900192"/>
                  </a:lnTo>
                  <a:lnTo>
                    <a:pt x="340827" y="903221"/>
                  </a:lnTo>
                  <a:cubicBezTo>
                    <a:pt x="340827" y="903221"/>
                    <a:pt x="342589" y="913099"/>
                    <a:pt x="344908" y="915865"/>
                  </a:cubicBezTo>
                  <a:cubicBezTo>
                    <a:pt x="344908" y="915865"/>
                    <a:pt x="346670" y="910114"/>
                    <a:pt x="353905" y="913933"/>
                  </a:cubicBezTo>
                  <a:lnTo>
                    <a:pt x="357940" y="912265"/>
                  </a:lnTo>
                  <a:lnTo>
                    <a:pt x="368375" y="912792"/>
                  </a:lnTo>
                  <a:lnTo>
                    <a:pt x="368375" y="914987"/>
                  </a:lnTo>
                  <a:close/>
                  <a:moveTo>
                    <a:pt x="411181" y="901158"/>
                  </a:moveTo>
                  <a:cubicBezTo>
                    <a:pt x="410346" y="902212"/>
                    <a:pt x="409650" y="903485"/>
                    <a:pt x="409094" y="904626"/>
                  </a:cubicBezTo>
                  <a:lnTo>
                    <a:pt x="408306" y="906251"/>
                  </a:lnTo>
                  <a:lnTo>
                    <a:pt x="406590" y="904978"/>
                  </a:lnTo>
                  <a:cubicBezTo>
                    <a:pt x="405523" y="904187"/>
                    <a:pt x="404363" y="903265"/>
                    <a:pt x="403204" y="902563"/>
                  </a:cubicBezTo>
                  <a:cubicBezTo>
                    <a:pt x="402647" y="902212"/>
                    <a:pt x="402045" y="901817"/>
                    <a:pt x="401488" y="901553"/>
                  </a:cubicBezTo>
                  <a:cubicBezTo>
                    <a:pt x="400932" y="901290"/>
                    <a:pt x="400282" y="900983"/>
                    <a:pt x="399819" y="900851"/>
                  </a:cubicBezTo>
                  <a:cubicBezTo>
                    <a:pt x="399726" y="900763"/>
                    <a:pt x="399077" y="900719"/>
                    <a:pt x="398984" y="900675"/>
                  </a:cubicBezTo>
                  <a:cubicBezTo>
                    <a:pt x="398752" y="900675"/>
                    <a:pt x="398474" y="900631"/>
                    <a:pt x="398195" y="900675"/>
                  </a:cubicBezTo>
                  <a:cubicBezTo>
                    <a:pt x="397685" y="900719"/>
                    <a:pt x="397082" y="900939"/>
                    <a:pt x="396526" y="901246"/>
                  </a:cubicBezTo>
                  <a:cubicBezTo>
                    <a:pt x="395366" y="901861"/>
                    <a:pt x="394253" y="902826"/>
                    <a:pt x="393233" y="903968"/>
                  </a:cubicBezTo>
                  <a:cubicBezTo>
                    <a:pt x="393465" y="902475"/>
                    <a:pt x="394068" y="900983"/>
                    <a:pt x="395227" y="899753"/>
                  </a:cubicBezTo>
                  <a:cubicBezTo>
                    <a:pt x="395784" y="899139"/>
                    <a:pt x="396572" y="898568"/>
                    <a:pt x="397500" y="898261"/>
                  </a:cubicBezTo>
                  <a:cubicBezTo>
                    <a:pt x="397963" y="898085"/>
                    <a:pt x="398474" y="897997"/>
                    <a:pt x="398984" y="897910"/>
                  </a:cubicBezTo>
                  <a:cubicBezTo>
                    <a:pt x="399633" y="897910"/>
                    <a:pt x="399726" y="897910"/>
                    <a:pt x="400375" y="897954"/>
                  </a:cubicBezTo>
                  <a:cubicBezTo>
                    <a:pt x="401442" y="898085"/>
                    <a:pt x="402184" y="898349"/>
                    <a:pt x="403019" y="898700"/>
                  </a:cubicBezTo>
                  <a:cubicBezTo>
                    <a:pt x="403807" y="899051"/>
                    <a:pt x="404503" y="899446"/>
                    <a:pt x="405198" y="899841"/>
                  </a:cubicBezTo>
                  <a:cubicBezTo>
                    <a:pt x="406033" y="900412"/>
                    <a:pt x="406822" y="901026"/>
                    <a:pt x="407563" y="901685"/>
                  </a:cubicBezTo>
                  <a:cubicBezTo>
                    <a:pt x="408213" y="900939"/>
                    <a:pt x="408909" y="900280"/>
                    <a:pt x="409790" y="899666"/>
                  </a:cubicBezTo>
                  <a:cubicBezTo>
                    <a:pt x="410485" y="899183"/>
                    <a:pt x="411320" y="898788"/>
                    <a:pt x="412248" y="898656"/>
                  </a:cubicBezTo>
                  <a:cubicBezTo>
                    <a:pt x="413129" y="898480"/>
                    <a:pt x="414149" y="898700"/>
                    <a:pt x="414706" y="899270"/>
                  </a:cubicBezTo>
                  <a:cubicBezTo>
                    <a:pt x="412990" y="899051"/>
                    <a:pt x="412109" y="900105"/>
                    <a:pt x="411227" y="901158"/>
                  </a:cubicBezTo>
                  <a:close/>
                  <a:moveTo>
                    <a:pt x="442161" y="863360"/>
                  </a:moveTo>
                  <a:cubicBezTo>
                    <a:pt x="441048" y="863009"/>
                    <a:pt x="439935" y="862614"/>
                    <a:pt x="438822" y="862175"/>
                  </a:cubicBezTo>
                  <a:lnTo>
                    <a:pt x="436920" y="864019"/>
                  </a:lnTo>
                  <a:lnTo>
                    <a:pt x="436920" y="867750"/>
                  </a:lnTo>
                  <a:cubicBezTo>
                    <a:pt x="436920" y="867750"/>
                    <a:pt x="436874" y="868936"/>
                    <a:pt x="436874" y="868936"/>
                  </a:cubicBezTo>
                  <a:lnTo>
                    <a:pt x="435714" y="869243"/>
                  </a:lnTo>
                  <a:lnTo>
                    <a:pt x="430149" y="870691"/>
                  </a:lnTo>
                  <a:lnTo>
                    <a:pt x="429871" y="870779"/>
                  </a:lnTo>
                  <a:lnTo>
                    <a:pt x="429732" y="870779"/>
                  </a:lnTo>
                  <a:cubicBezTo>
                    <a:pt x="427645" y="870648"/>
                    <a:pt x="425511" y="870516"/>
                    <a:pt x="423425" y="870340"/>
                  </a:cubicBezTo>
                  <a:cubicBezTo>
                    <a:pt x="422590" y="872404"/>
                    <a:pt x="421755" y="874467"/>
                    <a:pt x="420781" y="876530"/>
                  </a:cubicBezTo>
                  <a:cubicBezTo>
                    <a:pt x="421059" y="874028"/>
                    <a:pt x="421477" y="871613"/>
                    <a:pt x="421894" y="869155"/>
                  </a:cubicBezTo>
                  <a:lnTo>
                    <a:pt x="421987" y="868540"/>
                  </a:lnTo>
                  <a:lnTo>
                    <a:pt x="422822" y="868453"/>
                  </a:lnTo>
                  <a:cubicBezTo>
                    <a:pt x="425048" y="868233"/>
                    <a:pt x="427228" y="868145"/>
                    <a:pt x="429454" y="868014"/>
                  </a:cubicBezTo>
                  <a:lnTo>
                    <a:pt x="433581" y="866609"/>
                  </a:lnTo>
                  <a:lnTo>
                    <a:pt x="433581" y="863316"/>
                  </a:lnTo>
                  <a:cubicBezTo>
                    <a:pt x="433581" y="863316"/>
                    <a:pt x="433535" y="862658"/>
                    <a:pt x="433535" y="862658"/>
                  </a:cubicBezTo>
                  <a:lnTo>
                    <a:pt x="434045" y="862175"/>
                  </a:lnTo>
                  <a:lnTo>
                    <a:pt x="437245" y="859190"/>
                  </a:lnTo>
                  <a:lnTo>
                    <a:pt x="438033" y="858443"/>
                  </a:lnTo>
                  <a:lnTo>
                    <a:pt x="439054" y="858839"/>
                  </a:lnTo>
                  <a:cubicBezTo>
                    <a:pt x="439842" y="859146"/>
                    <a:pt x="440584" y="859453"/>
                    <a:pt x="441326" y="859760"/>
                  </a:cubicBezTo>
                  <a:cubicBezTo>
                    <a:pt x="441465" y="857258"/>
                    <a:pt x="441604" y="854756"/>
                    <a:pt x="441836" y="852297"/>
                  </a:cubicBezTo>
                  <a:cubicBezTo>
                    <a:pt x="440677" y="850410"/>
                    <a:pt x="439471" y="848566"/>
                    <a:pt x="438404" y="846634"/>
                  </a:cubicBezTo>
                  <a:cubicBezTo>
                    <a:pt x="440167" y="848215"/>
                    <a:pt x="441790" y="849927"/>
                    <a:pt x="443506" y="851595"/>
                  </a:cubicBezTo>
                  <a:lnTo>
                    <a:pt x="443645" y="851727"/>
                  </a:lnTo>
                  <a:lnTo>
                    <a:pt x="443645" y="852122"/>
                  </a:lnTo>
                  <a:cubicBezTo>
                    <a:pt x="444016" y="855414"/>
                    <a:pt x="444248" y="858707"/>
                    <a:pt x="444341" y="861999"/>
                  </a:cubicBezTo>
                  <a:lnTo>
                    <a:pt x="444341" y="864106"/>
                  </a:lnTo>
                  <a:cubicBezTo>
                    <a:pt x="444341" y="864106"/>
                    <a:pt x="442161" y="863360"/>
                    <a:pt x="442161" y="863360"/>
                  </a:cubicBezTo>
                  <a:close/>
                  <a:moveTo>
                    <a:pt x="455193" y="808485"/>
                  </a:moveTo>
                  <a:lnTo>
                    <a:pt x="456631" y="817529"/>
                  </a:lnTo>
                  <a:lnTo>
                    <a:pt x="460712" y="817529"/>
                  </a:lnTo>
                  <a:lnTo>
                    <a:pt x="455193" y="821655"/>
                  </a:lnTo>
                  <a:lnTo>
                    <a:pt x="451436" y="827406"/>
                  </a:lnTo>
                  <a:lnTo>
                    <a:pt x="448839" y="823850"/>
                  </a:lnTo>
                  <a:lnTo>
                    <a:pt x="454358" y="819460"/>
                  </a:lnTo>
                  <a:lnTo>
                    <a:pt x="450277" y="814543"/>
                  </a:lnTo>
                  <a:lnTo>
                    <a:pt x="453755" y="814543"/>
                  </a:lnTo>
                  <a:lnTo>
                    <a:pt x="452874" y="806861"/>
                  </a:lnTo>
                  <a:lnTo>
                    <a:pt x="460109" y="801637"/>
                  </a:lnTo>
                  <a:lnTo>
                    <a:pt x="461547" y="801637"/>
                  </a:lnTo>
                  <a:lnTo>
                    <a:pt x="463263" y="804359"/>
                  </a:lnTo>
                  <a:lnTo>
                    <a:pt x="455147" y="808485"/>
                  </a:lnTo>
                  <a:close/>
                  <a:moveTo>
                    <a:pt x="669317" y="749044"/>
                  </a:moveTo>
                  <a:lnTo>
                    <a:pt x="663705" y="753127"/>
                  </a:lnTo>
                  <a:cubicBezTo>
                    <a:pt x="665514" y="757298"/>
                    <a:pt x="667276" y="761512"/>
                    <a:pt x="668992" y="765770"/>
                  </a:cubicBezTo>
                  <a:lnTo>
                    <a:pt x="669178" y="766253"/>
                  </a:lnTo>
                  <a:lnTo>
                    <a:pt x="668760" y="766429"/>
                  </a:lnTo>
                  <a:cubicBezTo>
                    <a:pt x="665421" y="767965"/>
                    <a:pt x="662035" y="769458"/>
                    <a:pt x="658650" y="770907"/>
                  </a:cubicBezTo>
                  <a:cubicBezTo>
                    <a:pt x="661665" y="769151"/>
                    <a:pt x="664725" y="767439"/>
                    <a:pt x="667786" y="765770"/>
                  </a:cubicBezTo>
                  <a:cubicBezTo>
                    <a:pt x="665607" y="761600"/>
                    <a:pt x="663473" y="757429"/>
                    <a:pt x="661433" y="753215"/>
                  </a:cubicBezTo>
                  <a:lnTo>
                    <a:pt x="661108" y="752557"/>
                  </a:lnTo>
                  <a:lnTo>
                    <a:pt x="661757" y="752030"/>
                  </a:lnTo>
                  <a:lnTo>
                    <a:pt x="666349" y="748342"/>
                  </a:lnTo>
                  <a:lnTo>
                    <a:pt x="664123" y="747113"/>
                  </a:lnTo>
                  <a:lnTo>
                    <a:pt x="662035" y="749176"/>
                  </a:lnTo>
                  <a:lnTo>
                    <a:pt x="661618" y="749571"/>
                  </a:lnTo>
                  <a:lnTo>
                    <a:pt x="660969" y="749571"/>
                  </a:lnTo>
                  <a:cubicBezTo>
                    <a:pt x="660969" y="749571"/>
                    <a:pt x="657537" y="749571"/>
                    <a:pt x="657537" y="749571"/>
                  </a:cubicBezTo>
                  <a:lnTo>
                    <a:pt x="655404" y="753478"/>
                  </a:lnTo>
                  <a:lnTo>
                    <a:pt x="654986" y="754269"/>
                  </a:lnTo>
                  <a:lnTo>
                    <a:pt x="654012" y="754269"/>
                  </a:lnTo>
                  <a:cubicBezTo>
                    <a:pt x="654012" y="754269"/>
                    <a:pt x="649978" y="754269"/>
                    <a:pt x="649978" y="754269"/>
                  </a:cubicBezTo>
                  <a:lnTo>
                    <a:pt x="649189" y="754269"/>
                  </a:lnTo>
                  <a:cubicBezTo>
                    <a:pt x="649189" y="754269"/>
                    <a:pt x="648679" y="753654"/>
                    <a:pt x="648679" y="753654"/>
                  </a:cubicBezTo>
                  <a:lnTo>
                    <a:pt x="643995" y="747947"/>
                  </a:lnTo>
                  <a:lnTo>
                    <a:pt x="643670" y="747552"/>
                  </a:lnTo>
                  <a:lnTo>
                    <a:pt x="643670" y="747025"/>
                  </a:lnTo>
                  <a:cubicBezTo>
                    <a:pt x="643670" y="747025"/>
                    <a:pt x="643624" y="740484"/>
                    <a:pt x="643624" y="740484"/>
                  </a:cubicBezTo>
                  <a:lnTo>
                    <a:pt x="634534" y="734338"/>
                  </a:lnTo>
                  <a:lnTo>
                    <a:pt x="634070" y="734031"/>
                  </a:lnTo>
                  <a:lnTo>
                    <a:pt x="633931" y="733548"/>
                  </a:lnTo>
                  <a:lnTo>
                    <a:pt x="630360" y="722792"/>
                  </a:lnTo>
                  <a:cubicBezTo>
                    <a:pt x="628551" y="720553"/>
                    <a:pt x="626696" y="718314"/>
                    <a:pt x="624934" y="716032"/>
                  </a:cubicBezTo>
                  <a:lnTo>
                    <a:pt x="618116" y="715856"/>
                  </a:lnTo>
                  <a:lnTo>
                    <a:pt x="617328" y="715856"/>
                  </a:lnTo>
                  <a:cubicBezTo>
                    <a:pt x="617328" y="715856"/>
                    <a:pt x="617050" y="715197"/>
                    <a:pt x="617050" y="715197"/>
                  </a:cubicBezTo>
                  <a:lnTo>
                    <a:pt x="615287" y="711378"/>
                  </a:lnTo>
                  <a:lnTo>
                    <a:pt x="611670" y="709798"/>
                  </a:lnTo>
                  <a:lnTo>
                    <a:pt x="611484" y="709710"/>
                  </a:lnTo>
                  <a:lnTo>
                    <a:pt x="611392" y="709622"/>
                  </a:lnTo>
                  <a:cubicBezTo>
                    <a:pt x="609397" y="707822"/>
                    <a:pt x="607450" y="706066"/>
                    <a:pt x="605502" y="704222"/>
                  </a:cubicBezTo>
                  <a:lnTo>
                    <a:pt x="605455" y="704222"/>
                  </a:lnTo>
                  <a:cubicBezTo>
                    <a:pt x="605455" y="704222"/>
                    <a:pt x="605455" y="704179"/>
                    <a:pt x="605455" y="704179"/>
                  </a:cubicBezTo>
                  <a:cubicBezTo>
                    <a:pt x="602348" y="700491"/>
                    <a:pt x="599194" y="696803"/>
                    <a:pt x="596134" y="693028"/>
                  </a:cubicBezTo>
                  <a:cubicBezTo>
                    <a:pt x="599658" y="696364"/>
                    <a:pt x="603044" y="699832"/>
                    <a:pt x="606476" y="703257"/>
                  </a:cubicBezTo>
                  <a:cubicBezTo>
                    <a:pt x="608563" y="704881"/>
                    <a:pt x="610557" y="706505"/>
                    <a:pt x="612597" y="708173"/>
                  </a:cubicBezTo>
                  <a:lnTo>
                    <a:pt x="616586" y="709666"/>
                  </a:lnTo>
                  <a:lnTo>
                    <a:pt x="616957" y="709798"/>
                  </a:lnTo>
                  <a:lnTo>
                    <a:pt x="617142" y="710193"/>
                  </a:lnTo>
                  <a:lnTo>
                    <a:pt x="618905" y="713573"/>
                  </a:lnTo>
                  <a:lnTo>
                    <a:pt x="625676" y="713398"/>
                  </a:lnTo>
                  <a:lnTo>
                    <a:pt x="626325" y="713398"/>
                  </a:lnTo>
                  <a:cubicBezTo>
                    <a:pt x="626325" y="713398"/>
                    <a:pt x="626789" y="713924"/>
                    <a:pt x="626789" y="713924"/>
                  </a:cubicBezTo>
                  <a:cubicBezTo>
                    <a:pt x="628876" y="716339"/>
                    <a:pt x="630917" y="718797"/>
                    <a:pt x="632957" y="721256"/>
                  </a:cubicBezTo>
                  <a:lnTo>
                    <a:pt x="633096" y="721431"/>
                  </a:lnTo>
                  <a:lnTo>
                    <a:pt x="633189" y="721695"/>
                  </a:lnTo>
                  <a:lnTo>
                    <a:pt x="636899" y="732143"/>
                  </a:lnTo>
                  <a:lnTo>
                    <a:pt x="646360" y="738377"/>
                  </a:lnTo>
                  <a:lnTo>
                    <a:pt x="647102" y="738860"/>
                  </a:lnTo>
                  <a:lnTo>
                    <a:pt x="647102" y="739738"/>
                  </a:lnTo>
                  <a:cubicBezTo>
                    <a:pt x="647102" y="739738"/>
                    <a:pt x="647009" y="746630"/>
                    <a:pt x="647009" y="746630"/>
                  </a:cubicBezTo>
                  <a:lnTo>
                    <a:pt x="650766" y="751415"/>
                  </a:lnTo>
                  <a:lnTo>
                    <a:pt x="653085" y="751415"/>
                  </a:lnTo>
                  <a:cubicBezTo>
                    <a:pt x="653085" y="751415"/>
                    <a:pt x="655265" y="747596"/>
                    <a:pt x="655265" y="747596"/>
                  </a:cubicBezTo>
                  <a:lnTo>
                    <a:pt x="655728" y="746806"/>
                  </a:lnTo>
                  <a:lnTo>
                    <a:pt x="656609" y="746806"/>
                  </a:lnTo>
                  <a:cubicBezTo>
                    <a:pt x="656609" y="746806"/>
                    <a:pt x="660366" y="746806"/>
                    <a:pt x="660366" y="746806"/>
                  </a:cubicBezTo>
                  <a:lnTo>
                    <a:pt x="662871" y="744523"/>
                  </a:lnTo>
                  <a:lnTo>
                    <a:pt x="663705" y="743776"/>
                  </a:lnTo>
                  <a:lnTo>
                    <a:pt x="664633" y="744347"/>
                  </a:lnTo>
                  <a:lnTo>
                    <a:pt x="669178" y="747201"/>
                  </a:lnTo>
                  <a:lnTo>
                    <a:pt x="670708" y="748166"/>
                  </a:lnTo>
                  <a:lnTo>
                    <a:pt x="669317" y="749176"/>
                  </a:lnTo>
                  <a:close/>
                  <a:moveTo>
                    <a:pt x="795509" y="931142"/>
                  </a:moveTo>
                  <a:lnTo>
                    <a:pt x="792634" y="933864"/>
                  </a:lnTo>
                  <a:cubicBezTo>
                    <a:pt x="792634" y="933864"/>
                    <a:pt x="789156" y="932766"/>
                    <a:pt x="789156" y="931405"/>
                  </a:cubicBezTo>
                  <a:lnTo>
                    <a:pt x="789156" y="924294"/>
                  </a:lnTo>
                  <a:lnTo>
                    <a:pt x="793191" y="921835"/>
                  </a:lnTo>
                  <a:lnTo>
                    <a:pt x="799869" y="924294"/>
                  </a:lnTo>
                  <a:lnTo>
                    <a:pt x="794072" y="929518"/>
                  </a:lnTo>
                  <a:lnTo>
                    <a:pt x="795509" y="931186"/>
                  </a:lnTo>
                  <a:close/>
                  <a:moveTo>
                    <a:pt x="807382" y="925611"/>
                  </a:moveTo>
                  <a:lnTo>
                    <a:pt x="807382" y="923679"/>
                  </a:lnTo>
                  <a:lnTo>
                    <a:pt x="810582" y="921747"/>
                  </a:lnTo>
                  <a:lnTo>
                    <a:pt x="812623" y="925611"/>
                  </a:lnTo>
                  <a:lnTo>
                    <a:pt x="807428" y="925611"/>
                  </a:lnTo>
                  <a:close/>
                  <a:moveTo>
                    <a:pt x="824773" y="978861"/>
                  </a:moveTo>
                  <a:lnTo>
                    <a:pt x="820414" y="973637"/>
                  </a:lnTo>
                  <a:lnTo>
                    <a:pt x="824634" y="969511"/>
                  </a:lnTo>
                  <a:lnTo>
                    <a:pt x="828855" y="973637"/>
                  </a:lnTo>
                  <a:lnTo>
                    <a:pt x="824773" y="978861"/>
                  </a:lnTo>
                  <a:close/>
                  <a:moveTo>
                    <a:pt x="830571" y="914372"/>
                  </a:moveTo>
                  <a:lnTo>
                    <a:pt x="828808" y="911080"/>
                  </a:lnTo>
                  <a:lnTo>
                    <a:pt x="834327" y="907787"/>
                  </a:lnTo>
                  <a:lnTo>
                    <a:pt x="836043" y="911080"/>
                  </a:lnTo>
                  <a:lnTo>
                    <a:pt x="830524" y="914372"/>
                  </a:lnTo>
                  <a:close/>
                  <a:moveTo>
                    <a:pt x="833771" y="382479"/>
                  </a:moveTo>
                  <a:lnTo>
                    <a:pt x="832055" y="379669"/>
                  </a:lnTo>
                  <a:lnTo>
                    <a:pt x="838130" y="376860"/>
                  </a:lnTo>
                  <a:lnTo>
                    <a:pt x="833771" y="382479"/>
                  </a:lnTo>
                  <a:close/>
                  <a:moveTo>
                    <a:pt x="851162" y="411189"/>
                  </a:moveTo>
                  <a:lnTo>
                    <a:pt x="860716" y="414043"/>
                  </a:lnTo>
                  <a:lnTo>
                    <a:pt x="859278" y="416677"/>
                  </a:lnTo>
                  <a:lnTo>
                    <a:pt x="851162" y="414043"/>
                  </a:lnTo>
                  <a:lnTo>
                    <a:pt x="851162" y="411189"/>
                  </a:lnTo>
                  <a:close/>
                  <a:moveTo>
                    <a:pt x="868229" y="938254"/>
                  </a:moveTo>
                  <a:lnTo>
                    <a:pt x="858072" y="944575"/>
                  </a:lnTo>
                  <a:lnTo>
                    <a:pt x="854316" y="948702"/>
                  </a:lnTo>
                  <a:lnTo>
                    <a:pt x="851116" y="951994"/>
                  </a:lnTo>
                  <a:lnTo>
                    <a:pt x="851116" y="947341"/>
                  </a:lnTo>
                  <a:lnTo>
                    <a:pt x="853991" y="945409"/>
                  </a:lnTo>
                  <a:lnTo>
                    <a:pt x="857469" y="941283"/>
                  </a:lnTo>
                  <a:lnTo>
                    <a:pt x="866142" y="936629"/>
                  </a:lnTo>
                  <a:lnTo>
                    <a:pt x="875139" y="927849"/>
                  </a:lnTo>
                  <a:lnTo>
                    <a:pt x="881214" y="927849"/>
                  </a:lnTo>
                  <a:lnTo>
                    <a:pt x="868182" y="938298"/>
                  </a:lnTo>
                  <a:close/>
                  <a:moveTo>
                    <a:pt x="918409" y="556587"/>
                  </a:moveTo>
                  <a:lnTo>
                    <a:pt x="915209" y="556587"/>
                  </a:lnTo>
                  <a:lnTo>
                    <a:pt x="912334" y="553865"/>
                  </a:lnTo>
                  <a:lnTo>
                    <a:pt x="918409" y="550836"/>
                  </a:lnTo>
                  <a:lnTo>
                    <a:pt x="918409" y="556587"/>
                  </a:lnTo>
                  <a:close/>
                  <a:moveTo>
                    <a:pt x="1079848" y="270709"/>
                  </a:moveTo>
                  <a:lnTo>
                    <a:pt x="1082167" y="269612"/>
                  </a:lnTo>
                  <a:lnTo>
                    <a:pt x="1082167" y="265749"/>
                  </a:lnTo>
                  <a:lnTo>
                    <a:pt x="1084486" y="265749"/>
                  </a:lnTo>
                  <a:lnTo>
                    <a:pt x="1084486" y="270665"/>
                  </a:lnTo>
                  <a:lnTo>
                    <a:pt x="1079848" y="273387"/>
                  </a:lnTo>
                  <a:lnTo>
                    <a:pt x="1079848" y="270665"/>
                  </a:lnTo>
                  <a:close/>
                  <a:moveTo>
                    <a:pt x="1052625" y="558518"/>
                  </a:moveTo>
                  <a:lnTo>
                    <a:pt x="1055825" y="567825"/>
                  </a:lnTo>
                  <a:lnTo>
                    <a:pt x="1052625" y="567825"/>
                  </a:lnTo>
                  <a:lnTo>
                    <a:pt x="1050028" y="560406"/>
                  </a:lnTo>
                  <a:cubicBezTo>
                    <a:pt x="1050028" y="560406"/>
                    <a:pt x="1047431" y="554655"/>
                    <a:pt x="1047709" y="554348"/>
                  </a:cubicBezTo>
                  <a:cubicBezTo>
                    <a:pt x="1047987" y="554084"/>
                    <a:pt x="1050028" y="548026"/>
                    <a:pt x="1050028" y="548026"/>
                  </a:cubicBezTo>
                  <a:lnTo>
                    <a:pt x="1050028" y="540914"/>
                  </a:lnTo>
                  <a:lnTo>
                    <a:pt x="1052625" y="547763"/>
                  </a:lnTo>
                  <a:lnTo>
                    <a:pt x="1051326" y="554874"/>
                  </a:lnTo>
                  <a:lnTo>
                    <a:pt x="1052625" y="558430"/>
                  </a:lnTo>
                  <a:close/>
                  <a:moveTo>
                    <a:pt x="1035512" y="499516"/>
                  </a:moveTo>
                  <a:lnTo>
                    <a:pt x="1028555" y="508033"/>
                  </a:lnTo>
                  <a:lnTo>
                    <a:pt x="1021320" y="516550"/>
                  </a:lnTo>
                  <a:lnTo>
                    <a:pt x="1018445" y="520676"/>
                  </a:lnTo>
                  <a:lnTo>
                    <a:pt x="1018445" y="514925"/>
                  </a:lnTo>
                  <a:lnTo>
                    <a:pt x="1025680" y="509438"/>
                  </a:lnTo>
                  <a:lnTo>
                    <a:pt x="1033796" y="498199"/>
                  </a:lnTo>
                  <a:lnTo>
                    <a:pt x="1035512" y="499560"/>
                  </a:lnTo>
                  <a:close/>
                  <a:moveTo>
                    <a:pt x="1029436" y="493766"/>
                  </a:moveTo>
                  <a:lnTo>
                    <a:pt x="1009726" y="493766"/>
                  </a:lnTo>
                  <a:lnTo>
                    <a:pt x="1003929" y="498156"/>
                  </a:lnTo>
                  <a:lnTo>
                    <a:pt x="999291" y="498156"/>
                  </a:lnTo>
                  <a:lnTo>
                    <a:pt x="994375" y="500614"/>
                  </a:lnTo>
                  <a:lnTo>
                    <a:pt x="987697" y="500614"/>
                  </a:lnTo>
                  <a:cubicBezTo>
                    <a:pt x="987697" y="500614"/>
                    <a:pt x="987419" y="493195"/>
                    <a:pt x="980462" y="498156"/>
                  </a:cubicBezTo>
                  <a:lnTo>
                    <a:pt x="976984" y="495565"/>
                  </a:lnTo>
                  <a:cubicBezTo>
                    <a:pt x="976984" y="495565"/>
                    <a:pt x="986444" y="491878"/>
                    <a:pt x="991778" y="495565"/>
                  </a:cubicBezTo>
                  <a:lnTo>
                    <a:pt x="995256" y="495565"/>
                  </a:lnTo>
                  <a:lnTo>
                    <a:pt x="1003233" y="494336"/>
                  </a:lnTo>
                  <a:lnTo>
                    <a:pt x="1008613" y="490473"/>
                  </a:lnTo>
                  <a:lnTo>
                    <a:pt x="1015848" y="491834"/>
                  </a:lnTo>
                  <a:lnTo>
                    <a:pt x="1022526" y="488278"/>
                  </a:lnTo>
                  <a:lnTo>
                    <a:pt x="1023686" y="490736"/>
                  </a:lnTo>
                  <a:lnTo>
                    <a:pt x="1029483" y="490473"/>
                  </a:lnTo>
                  <a:lnTo>
                    <a:pt x="1029483" y="493766"/>
                  </a:lnTo>
                  <a:close/>
                  <a:moveTo>
                    <a:pt x="990016" y="541485"/>
                  </a:moveTo>
                  <a:lnTo>
                    <a:pt x="981621" y="545875"/>
                  </a:lnTo>
                  <a:lnTo>
                    <a:pt x="976984" y="548070"/>
                  </a:lnTo>
                  <a:lnTo>
                    <a:pt x="965389" y="548070"/>
                  </a:lnTo>
                  <a:lnTo>
                    <a:pt x="960473" y="549431"/>
                  </a:lnTo>
                  <a:lnTo>
                    <a:pt x="970305" y="541485"/>
                  </a:lnTo>
                  <a:lnTo>
                    <a:pt x="971743" y="545480"/>
                  </a:lnTo>
                  <a:lnTo>
                    <a:pt x="977262" y="545480"/>
                  </a:lnTo>
                  <a:lnTo>
                    <a:pt x="981018" y="541485"/>
                  </a:lnTo>
                  <a:lnTo>
                    <a:pt x="990016" y="541485"/>
                  </a:lnTo>
                  <a:close/>
                  <a:moveTo>
                    <a:pt x="992613" y="475108"/>
                  </a:moveTo>
                  <a:lnTo>
                    <a:pt x="993169" y="478005"/>
                  </a:lnTo>
                  <a:lnTo>
                    <a:pt x="1000126" y="478400"/>
                  </a:lnTo>
                  <a:lnTo>
                    <a:pt x="1006804" y="476469"/>
                  </a:lnTo>
                  <a:lnTo>
                    <a:pt x="1009680" y="477961"/>
                  </a:lnTo>
                  <a:lnTo>
                    <a:pt x="1003140" y="480025"/>
                  </a:lnTo>
                  <a:lnTo>
                    <a:pt x="996601" y="481693"/>
                  </a:lnTo>
                  <a:lnTo>
                    <a:pt x="987326" y="479849"/>
                  </a:lnTo>
                  <a:lnTo>
                    <a:pt x="982410" y="475108"/>
                  </a:lnTo>
                  <a:lnTo>
                    <a:pt x="992566" y="475108"/>
                  </a:lnTo>
                  <a:close/>
                  <a:moveTo>
                    <a:pt x="984497" y="455616"/>
                  </a:moveTo>
                  <a:lnTo>
                    <a:pt x="987372" y="453158"/>
                  </a:lnTo>
                  <a:lnTo>
                    <a:pt x="1000404" y="455616"/>
                  </a:lnTo>
                  <a:lnTo>
                    <a:pt x="1000404" y="459480"/>
                  </a:lnTo>
                  <a:lnTo>
                    <a:pt x="984450" y="455616"/>
                  </a:lnTo>
                  <a:close/>
                  <a:moveTo>
                    <a:pt x="1026932" y="472913"/>
                  </a:moveTo>
                  <a:lnTo>
                    <a:pt x="1014039" y="484722"/>
                  </a:lnTo>
                  <a:lnTo>
                    <a:pt x="1011720" y="483361"/>
                  </a:lnTo>
                  <a:lnTo>
                    <a:pt x="1026932" y="471289"/>
                  </a:lnTo>
                  <a:lnTo>
                    <a:pt x="1026932" y="472957"/>
                  </a:lnTo>
                  <a:close/>
                  <a:moveTo>
                    <a:pt x="1021599" y="235589"/>
                  </a:moveTo>
                  <a:lnTo>
                    <a:pt x="1025958" y="233394"/>
                  </a:lnTo>
                  <a:lnTo>
                    <a:pt x="1025958" y="240506"/>
                  </a:lnTo>
                  <a:lnTo>
                    <a:pt x="1021599" y="240506"/>
                  </a:lnTo>
                  <a:lnTo>
                    <a:pt x="1021599" y="235589"/>
                  </a:lnTo>
                  <a:close/>
                  <a:moveTo>
                    <a:pt x="1012880" y="292923"/>
                  </a:moveTo>
                  <a:lnTo>
                    <a:pt x="1008242" y="295118"/>
                  </a:lnTo>
                  <a:lnTo>
                    <a:pt x="1005645" y="278084"/>
                  </a:lnTo>
                  <a:lnTo>
                    <a:pt x="1012880" y="292923"/>
                  </a:lnTo>
                  <a:close/>
                  <a:moveTo>
                    <a:pt x="983616" y="268734"/>
                  </a:moveTo>
                  <a:lnTo>
                    <a:pt x="988810" y="271631"/>
                  </a:lnTo>
                  <a:lnTo>
                    <a:pt x="995210" y="271631"/>
                  </a:lnTo>
                  <a:lnTo>
                    <a:pt x="1000404" y="268734"/>
                  </a:lnTo>
                  <a:lnTo>
                    <a:pt x="1005598" y="271236"/>
                  </a:lnTo>
                  <a:lnTo>
                    <a:pt x="1002398" y="274572"/>
                  </a:lnTo>
                  <a:lnTo>
                    <a:pt x="999801" y="271236"/>
                  </a:lnTo>
                  <a:lnTo>
                    <a:pt x="993726" y="274572"/>
                  </a:lnTo>
                  <a:lnTo>
                    <a:pt x="987372" y="274572"/>
                  </a:lnTo>
                  <a:lnTo>
                    <a:pt x="983337" y="271675"/>
                  </a:lnTo>
                  <a:lnTo>
                    <a:pt x="977818" y="274572"/>
                  </a:lnTo>
                  <a:lnTo>
                    <a:pt x="975778" y="271675"/>
                  </a:lnTo>
                  <a:lnTo>
                    <a:pt x="983616" y="268778"/>
                  </a:lnTo>
                  <a:close/>
                  <a:moveTo>
                    <a:pt x="975778" y="396351"/>
                  </a:moveTo>
                  <a:lnTo>
                    <a:pt x="987372" y="385464"/>
                  </a:lnTo>
                  <a:lnTo>
                    <a:pt x="984775" y="376596"/>
                  </a:lnTo>
                  <a:lnTo>
                    <a:pt x="975778" y="370845"/>
                  </a:lnTo>
                  <a:lnTo>
                    <a:pt x="975778" y="359870"/>
                  </a:lnTo>
                  <a:lnTo>
                    <a:pt x="980972" y="348061"/>
                  </a:lnTo>
                  <a:lnTo>
                    <a:pt x="987047" y="346393"/>
                  </a:lnTo>
                  <a:lnTo>
                    <a:pt x="988485" y="337876"/>
                  </a:lnTo>
                  <a:lnTo>
                    <a:pt x="995720" y="321677"/>
                  </a:lnTo>
                  <a:lnTo>
                    <a:pt x="997158" y="315356"/>
                  </a:lnTo>
                  <a:lnTo>
                    <a:pt x="1002074" y="313161"/>
                  </a:lnTo>
                  <a:lnTo>
                    <a:pt x="1011071" y="305215"/>
                  </a:lnTo>
                  <a:lnTo>
                    <a:pt x="1011349" y="300825"/>
                  </a:lnTo>
                  <a:lnTo>
                    <a:pt x="1013390" y="299464"/>
                  </a:lnTo>
                  <a:lnTo>
                    <a:pt x="1014271" y="305522"/>
                  </a:lnTo>
                  <a:lnTo>
                    <a:pt x="1004114" y="314039"/>
                  </a:lnTo>
                  <a:lnTo>
                    <a:pt x="999198" y="317331"/>
                  </a:lnTo>
                  <a:lnTo>
                    <a:pt x="997158" y="321984"/>
                  </a:lnTo>
                  <a:lnTo>
                    <a:pt x="990201" y="339018"/>
                  </a:lnTo>
                  <a:lnTo>
                    <a:pt x="989320" y="349159"/>
                  </a:lnTo>
                  <a:lnTo>
                    <a:pt x="981482" y="350520"/>
                  </a:lnTo>
                  <a:lnTo>
                    <a:pt x="977726" y="360660"/>
                  </a:lnTo>
                  <a:lnTo>
                    <a:pt x="977447" y="369177"/>
                  </a:lnTo>
                  <a:lnTo>
                    <a:pt x="986120" y="374401"/>
                  </a:lnTo>
                  <a:lnTo>
                    <a:pt x="988439" y="382479"/>
                  </a:lnTo>
                  <a:lnTo>
                    <a:pt x="994514" y="382479"/>
                  </a:lnTo>
                  <a:lnTo>
                    <a:pt x="1004068" y="376860"/>
                  </a:lnTo>
                  <a:lnTo>
                    <a:pt x="1018538" y="376596"/>
                  </a:lnTo>
                  <a:lnTo>
                    <a:pt x="1011581" y="379318"/>
                  </a:lnTo>
                  <a:lnTo>
                    <a:pt x="1002908" y="379318"/>
                  </a:lnTo>
                  <a:lnTo>
                    <a:pt x="995395" y="385464"/>
                  </a:lnTo>
                  <a:lnTo>
                    <a:pt x="989598" y="385464"/>
                  </a:lnTo>
                  <a:lnTo>
                    <a:pt x="975685" y="398810"/>
                  </a:lnTo>
                  <a:lnTo>
                    <a:pt x="975685" y="396351"/>
                  </a:lnTo>
                  <a:close/>
                  <a:moveTo>
                    <a:pt x="982456" y="446397"/>
                  </a:moveTo>
                  <a:cubicBezTo>
                    <a:pt x="982456" y="446397"/>
                    <a:pt x="987650" y="442446"/>
                    <a:pt x="992473" y="442754"/>
                  </a:cubicBezTo>
                  <a:cubicBezTo>
                    <a:pt x="997250" y="443017"/>
                    <a:pt x="1000451" y="447407"/>
                    <a:pt x="1000451" y="447407"/>
                  </a:cubicBezTo>
                  <a:lnTo>
                    <a:pt x="1013204" y="447934"/>
                  </a:lnTo>
                  <a:lnTo>
                    <a:pt x="1013204" y="449865"/>
                  </a:lnTo>
                  <a:lnTo>
                    <a:pt x="999291" y="449865"/>
                  </a:lnTo>
                  <a:cubicBezTo>
                    <a:pt x="999291" y="449865"/>
                    <a:pt x="995813" y="442754"/>
                    <a:pt x="984497" y="448900"/>
                  </a:cubicBezTo>
                  <a:cubicBezTo>
                    <a:pt x="984497" y="448900"/>
                    <a:pt x="978978" y="458382"/>
                    <a:pt x="971743" y="455616"/>
                  </a:cubicBezTo>
                  <a:cubicBezTo>
                    <a:pt x="964508" y="452895"/>
                    <a:pt x="982456" y="446397"/>
                    <a:pt x="982456" y="446397"/>
                  </a:cubicBezTo>
                  <a:close/>
                  <a:moveTo>
                    <a:pt x="966224" y="339852"/>
                  </a:moveTo>
                  <a:lnTo>
                    <a:pt x="968821" y="334364"/>
                  </a:lnTo>
                  <a:lnTo>
                    <a:pt x="972299" y="334364"/>
                  </a:lnTo>
                  <a:lnTo>
                    <a:pt x="968821" y="344242"/>
                  </a:lnTo>
                  <a:lnTo>
                    <a:pt x="966224" y="344242"/>
                  </a:lnTo>
                  <a:lnTo>
                    <a:pt x="966224" y="339852"/>
                  </a:lnTo>
                  <a:close/>
                  <a:moveTo>
                    <a:pt x="950595" y="424096"/>
                  </a:moveTo>
                  <a:cubicBezTo>
                    <a:pt x="950595" y="424096"/>
                    <a:pt x="954954" y="419706"/>
                    <a:pt x="957273" y="421374"/>
                  </a:cubicBezTo>
                  <a:cubicBezTo>
                    <a:pt x="959592" y="423042"/>
                    <a:pt x="958989" y="427432"/>
                    <a:pt x="953934" y="427432"/>
                  </a:cubicBezTo>
                  <a:cubicBezTo>
                    <a:pt x="953934" y="427432"/>
                    <a:pt x="961308" y="441656"/>
                    <a:pt x="959870" y="442798"/>
                  </a:cubicBezTo>
                  <a:cubicBezTo>
                    <a:pt x="958433" y="443895"/>
                    <a:pt x="958340" y="447188"/>
                    <a:pt x="955326" y="447188"/>
                  </a:cubicBezTo>
                  <a:cubicBezTo>
                    <a:pt x="952311" y="447188"/>
                    <a:pt x="954073" y="439768"/>
                    <a:pt x="954073" y="439768"/>
                  </a:cubicBezTo>
                  <a:cubicBezTo>
                    <a:pt x="954073" y="439768"/>
                    <a:pt x="948276" y="431822"/>
                    <a:pt x="948276" y="429320"/>
                  </a:cubicBezTo>
                  <a:cubicBezTo>
                    <a:pt x="948276" y="426818"/>
                    <a:pt x="950595" y="424096"/>
                    <a:pt x="950595" y="424096"/>
                  </a:cubicBezTo>
                  <a:close/>
                  <a:moveTo>
                    <a:pt x="945633" y="523135"/>
                  </a:moveTo>
                  <a:lnTo>
                    <a:pt x="948833" y="518745"/>
                  </a:lnTo>
                  <a:lnTo>
                    <a:pt x="945633" y="514881"/>
                  </a:lnTo>
                  <a:cubicBezTo>
                    <a:pt x="945633" y="514881"/>
                    <a:pt x="955186" y="510228"/>
                    <a:pt x="953749" y="501711"/>
                  </a:cubicBezTo>
                  <a:lnTo>
                    <a:pt x="948833" y="500043"/>
                  </a:lnTo>
                  <a:lnTo>
                    <a:pt x="949714" y="497848"/>
                  </a:lnTo>
                  <a:lnTo>
                    <a:pt x="955789" y="501404"/>
                  </a:lnTo>
                  <a:lnTo>
                    <a:pt x="958665" y="499473"/>
                  </a:lnTo>
                  <a:lnTo>
                    <a:pt x="954027" y="497804"/>
                  </a:lnTo>
                  <a:lnTo>
                    <a:pt x="955789" y="495346"/>
                  </a:lnTo>
                  <a:lnTo>
                    <a:pt x="965946" y="495346"/>
                  </a:lnTo>
                  <a:lnTo>
                    <a:pt x="979256" y="483844"/>
                  </a:lnTo>
                  <a:lnTo>
                    <a:pt x="975221" y="492361"/>
                  </a:lnTo>
                  <a:lnTo>
                    <a:pt x="970584" y="493722"/>
                  </a:lnTo>
                  <a:lnTo>
                    <a:pt x="966827" y="497585"/>
                  </a:lnTo>
                  <a:lnTo>
                    <a:pt x="975221" y="500043"/>
                  </a:lnTo>
                  <a:lnTo>
                    <a:pt x="971465" y="501711"/>
                  </a:lnTo>
                  <a:lnTo>
                    <a:pt x="963952" y="499516"/>
                  </a:lnTo>
                  <a:lnTo>
                    <a:pt x="958154" y="503380"/>
                  </a:lnTo>
                  <a:lnTo>
                    <a:pt x="957598" y="506936"/>
                  </a:lnTo>
                  <a:lnTo>
                    <a:pt x="955279" y="513521"/>
                  </a:lnTo>
                  <a:lnTo>
                    <a:pt x="965992" y="507462"/>
                  </a:lnTo>
                  <a:lnTo>
                    <a:pt x="958154" y="516242"/>
                  </a:lnTo>
                  <a:lnTo>
                    <a:pt x="952960" y="520896"/>
                  </a:lnTo>
                  <a:lnTo>
                    <a:pt x="954723" y="523354"/>
                  </a:lnTo>
                  <a:lnTo>
                    <a:pt x="952960" y="527481"/>
                  </a:lnTo>
                  <a:lnTo>
                    <a:pt x="950085" y="523618"/>
                  </a:lnTo>
                  <a:lnTo>
                    <a:pt x="948647" y="529939"/>
                  </a:lnTo>
                  <a:lnTo>
                    <a:pt x="945772" y="529939"/>
                  </a:lnTo>
                  <a:lnTo>
                    <a:pt x="945772" y="523091"/>
                  </a:lnTo>
                  <a:close/>
                  <a:moveTo>
                    <a:pt x="1025633" y="919026"/>
                  </a:moveTo>
                  <a:lnTo>
                    <a:pt x="1016636" y="921747"/>
                  </a:lnTo>
                  <a:lnTo>
                    <a:pt x="1010236" y="923108"/>
                  </a:lnTo>
                  <a:lnTo>
                    <a:pt x="1005042" y="926971"/>
                  </a:lnTo>
                  <a:lnTo>
                    <a:pt x="1005042" y="932459"/>
                  </a:lnTo>
                  <a:lnTo>
                    <a:pt x="1010561" y="937946"/>
                  </a:lnTo>
                  <a:lnTo>
                    <a:pt x="1016358" y="939615"/>
                  </a:lnTo>
                  <a:lnTo>
                    <a:pt x="1012880" y="942644"/>
                  </a:lnTo>
                  <a:lnTo>
                    <a:pt x="1015755" y="948702"/>
                  </a:lnTo>
                  <a:lnTo>
                    <a:pt x="1010839" y="954760"/>
                  </a:lnTo>
                  <a:lnTo>
                    <a:pt x="1009401" y="952302"/>
                  </a:lnTo>
                  <a:lnTo>
                    <a:pt x="1011998" y="949009"/>
                  </a:lnTo>
                  <a:lnTo>
                    <a:pt x="1009958" y="942688"/>
                  </a:lnTo>
                  <a:lnTo>
                    <a:pt x="1007917" y="937771"/>
                  </a:lnTo>
                  <a:lnTo>
                    <a:pt x="1001517" y="932547"/>
                  </a:lnTo>
                  <a:cubicBezTo>
                    <a:pt x="1001517" y="932547"/>
                    <a:pt x="1001285" y="920738"/>
                    <a:pt x="1012555" y="920211"/>
                  </a:cubicBezTo>
                  <a:lnTo>
                    <a:pt x="1024706" y="916655"/>
                  </a:lnTo>
                  <a:lnTo>
                    <a:pt x="1028787" y="903748"/>
                  </a:lnTo>
                  <a:lnTo>
                    <a:pt x="1028787" y="913626"/>
                  </a:lnTo>
                  <a:lnTo>
                    <a:pt x="1031662" y="916348"/>
                  </a:lnTo>
                  <a:lnTo>
                    <a:pt x="1025587" y="919069"/>
                  </a:lnTo>
                  <a:close/>
                  <a:moveTo>
                    <a:pt x="1083605" y="827669"/>
                  </a:moveTo>
                  <a:lnTo>
                    <a:pt x="1076927" y="830699"/>
                  </a:lnTo>
                  <a:lnTo>
                    <a:pt x="1065889" y="839215"/>
                  </a:lnTo>
                  <a:lnTo>
                    <a:pt x="1042700" y="839479"/>
                  </a:lnTo>
                  <a:lnTo>
                    <a:pt x="1032265" y="841147"/>
                  </a:lnTo>
                  <a:lnTo>
                    <a:pt x="1026746" y="837591"/>
                  </a:lnTo>
                  <a:lnTo>
                    <a:pt x="1022387" y="829645"/>
                  </a:lnTo>
                  <a:lnTo>
                    <a:pt x="1017749" y="819768"/>
                  </a:lnTo>
                  <a:lnTo>
                    <a:pt x="1014874" y="812919"/>
                  </a:lnTo>
                  <a:lnTo>
                    <a:pt x="1010793" y="808792"/>
                  </a:lnTo>
                  <a:lnTo>
                    <a:pt x="1005877" y="801944"/>
                  </a:lnTo>
                  <a:lnTo>
                    <a:pt x="1000358" y="791232"/>
                  </a:lnTo>
                  <a:lnTo>
                    <a:pt x="988485" y="775341"/>
                  </a:lnTo>
                  <a:lnTo>
                    <a:pt x="988485" y="766297"/>
                  </a:lnTo>
                  <a:lnTo>
                    <a:pt x="984450" y="759449"/>
                  </a:lnTo>
                  <a:lnTo>
                    <a:pt x="981250" y="746015"/>
                  </a:lnTo>
                  <a:lnTo>
                    <a:pt x="984729" y="739694"/>
                  </a:lnTo>
                  <a:lnTo>
                    <a:pt x="988485" y="735567"/>
                  </a:lnTo>
                  <a:lnTo>
                    <a:pt x="977494" y="727314"/>
                  </a:lnTo>
                  <a:lnTo>
                    <a:pt x="971418" y="709227"/>
                  </a:lnTo>
                  <a:lnTo>
                    <a:pt x="965621" y="702379"/>
                  </a:lnTo>
                  <a:lnTo>
                    <a:pt x="961540" y="694696"/>
                  </a:lnTo>
                  <a:lnTo>
                    <a:pt x="956624" y="688374"/>
                  </a:lnTo>
                  <a:lnTo>
                    <a:pt x="951708" y="682316"/>
                  </a:lnTo>
                  <a:lnTo>
                    <a:pt x="945030" y="678760"/>
                  </a:lnTo>
                  <a:lnTo>
                    <a:pt x="945586" y="665064"/>
                  </a:lnTo>
                  <a:lnTo>
                    <a:pt x="948462" y="659005"/>
                  </a:lnTo>
                  <a:lnTo>
                    <a:pt x="949018" y="654879"/>
                  </a:lnTo>
                  <a:lnTo>
                    <a:pt x="949018" y="637055"/>
                  </a:lnTo>
                  <a:lnTo>
                    <a:pt x="953377" y="628275"/>
                  </a:lnTo>
                  <a:lnTo>
                    <a:pt x="954259" y="617037"/>
                  </a:lnTo>
                  <a:lnTo>
                    <a:pt x="953702" y="608257"/>
                  </a:lnTo>
                  <a:lnTo>
                    <a:pt x="956578" y="603603"/>
                  </a:lnTo>
                  <a:lnTo>
                    <a:pt x="956578" y="596184"/>
                  </a:lnTo>
                  <a:lnTo>
                    <a:pt x="953099" y="591531"/>
                  </a:lnTo>
                  <a:lnTo>
                    <a:pt x="954815" y="587975"/>
                  </a:lnTo>
                  <a:lnTo>
                    <a:pt x="953377" y="582751"/>
                  </a:lnTo>
                  <a:lnTo>
                    <a:pt x="946699" y="582751"/>
                  </a:lnTo>
                  <a:lnTo>
                    <a:pt x="944659" y="579458"/>
                  </a:lnTo>
                  <a:lnTo>
                    <a:pt x="948740" y="574542"/>
                  </a:lnTo>
                  <a:lnTo>
                    <a:pt x="939186" y="565498"/>
                  </a:lnTo>
                  <a:lnTo>
                    <a:pt x="932090" y="565498"/>
                  </a:lnTo>
                  <a:lnTo>
                    <a:pt x="928751" y="563303"/>
                  </a:lnTo>
                  <a:lnTo>
                    <a:pt x="935430" y="554523"/>
                  </a:lnTo>
                  <a:lnTo>
                    <a:pt x="933853" y="534768"/>
                  </a:lnTo>
                  <a:lnTo>
                    <a:pt x="932090" y="529851"/>
                  </a:lnTo>
                  <a:lnTo>
                    <a:pt x="928751" y="521335"/>
                  </a:lnTo>
                  <a:lnTo>
                    <a:pt x="933853" y="513652"/>
                  </a:lnTo>
                  <a:lnTo>
                    <a:pt x="930189" y="508165"/>
                  </a:lnTo>
                  <a:lnTo>
                    <a:pt x="935383" y="499121"/>
                  </a:lnTo>
                  <a:lnTo>
                    <a:pt x="933806" y="507067"/>
                  </a:lnTo>
                  <a:lnTo>
                    <a:pt x="936543" y="513916"/>
                  </a:lnTo>
                  <a:lnTo>
                    <a:pt x="931627" y="522959"/>
                  </a:lnTo>
                  <a:lnTo>
                    <a:pt x="936821" y="533100"/>
                  </a:lnTo>
                  <a:lnTo>
                    <a:pt x="936821" y="541046"/>
                  </a:lnTo>
                  <a:lnTo>
                    <a:pt x="938861" y="556148"/>
                  </a:lnTo>
                  <a:lnTo>
                    <a:pt x="933806" y="562645"/>
                  </a:lnTo>
                  <a:lnTo>
                    <a:pt x="940577" y="562645"/>
                  </a:lnTo>
                  <a:lnTo>
                    <a:pt x="950410" y="571513"/>
                  </a:lnTo>
                  <a:lnTo>
                    <a:pt x="950966" y="575639"/>
                  </a:lnTo>
                  <a:lnTo>
                    <a:pt x="949204" y="580293"/>
                  </a:lnTo>
                  <a:lnTo>
                    <a:pt x="957041" y="581961"/>
                  </a:lnTo>
                  <a:lnTo>
                    <a:pt x="956763" y="591268"/>
                  </a:lnTo>
                  <a:lnTo>
                    <a:pt x="959639" y="595921"/>
                  </a:lnTo>
                  <a:lnTo>
                    <a:pt x="959360" y="603867"/>
                  </a:lnTo>
                  <a:lnTo>
                    <a:pt x="957644" y="607730"/>
                  </a:lnTo>
                  <a:lnTo>
                    <a:pt x="956207" y="625553"/>
                  </a:lnTo>
                  <a:lnTo>
                    <a:pt x="953610" y="632139"/>
                  </a:lnTo>
                  <a:lnTo>
                    <a:pt x="951569" y="640084"/>
                  </a:lnTo>
                  <a:lnTo>
                    <a:pt x="951569" y="659005"/>
                  </a:lnTo>
                  <a:lnTo>
                    <a:pt x="950131" y="661727"/>
                  </a:lnTo>
                  <a:lnTo>
                    <a:pt x="948091" y="664449"/>
                  </a:lnTo>
                  <a:lnTo>
                    <a:pt x="947534" y="676258"/>
                  </a:lnTo>
                  <a:lnTo>
                    <a:pt x="952728" y="680121"/>
                  </a:lnTo>
                  <a:lnTo>
                    <a:pt x="958247" y="686443"/>
                  </a:lnTo>
                  <a:lnTo>
                    <a:pt x="961447" y="690833"/>
                  </a:lnTo>
                  <a:lnTo>
                    <a:pt x="967847" y="700140"/>
                  </a:lnTo>
                  <a:lnTo>
                    <a:pt x="973041" y="705891"/>
                  </a:lnTo>
                  <a:lnTo>
                    <a:pt x="976520" y="705627"/>
                  </a:lnTo>
                  <a:lnTo>
                    <a:pt x="975360" y="711378"/>
                  </a:lnTo>
                  <a:lnTo>
                    <a:pt x="978560" y="724285"/>
                  </a:lnTo>
                  <a:lnTo>
                    <a:pt x="995349" y="736094"/>
                  </a:lnTo>
                  <a:lnTo>
                    <a:pt x="990433" y="738552"/>
                  </a:lnTo>
                  <a:lnTo>
                    <a:pt x="983755" y="746806"/>
                  </a:lnTo>
                  <a:lnTo>
                    <a:pt x="984914" y="753391"/>
                  </a:lnTo>
                  <a:lnTo>
                    <a:pt x="990990" y="765727"/>
                  </a:lnTo>
                  <a:lnTo>
                    <a:pt x="991871" y="774770"/>
                  </a:lnTo>
                  <a:cubicBezTo>
                    <a:pt x="995349" y="777492"/>
                    <a:pt x="1002306" y="790969"/>
                    <a:pt x="1002306" y="790969"/>
                  </a:cubicBezTo>
                  <a:lnTo>
                    <a:pt x="1009819" y="804402"/>
                  </a:lnTo>
                  <a:lnTo>
                    <a:pt x="1016775" y="812085"/>
                  </a:lnTo>
                  <a:lnTo>
                    <a:pt x="1021970" y="818933"/>
                  </a:lnTo>
                  <a:lnTo>
                    <a:pt x="1024289" y="827450"/>
                  </a:lnTo>
                  <a:lnTo>
                    <a:pt x="1028045" y="834562"/>
                  </a:lnTo>
                  <a:lnTo>
                    <a:pt x="1032683" y="838688"/>
                  </a:lnTo>
                  <a:lnTo>
                    <a:pt x="1039918" y="837020"/>
                  </a:lnTo>
                  <a:lnTo>
                    <a:pt x="1046874" y="837547"/>
                  </a:lnTo>
                  <a:lnTo>
                    <a:pt x="1064266" y="836713"/>
                  </a:lnTo>
                  <a:lnTo>
                    <a:pt x="1077298" y="827406"/>
                  </a:lnTo>
                  <a:lnTo>
                    <a:pt x="1083976" y="824948"/>
                  </a:lnTo>
                  <a:lnTo>
                    <a:pt x="1088336" y="828811"/>
                  </a:lnTo>
                  <a:lnTo>
                    <a:pt x="1083420" y="827713"/>
                  </a:lnTo>
                  <a:close/>
                  <a:moveTo>
                    <a:pt x="1185635" y="486083"/>
                  </a:moveTo>
                  <a:lnTo>
                    <a:pt x="1190273" y="489112"/>
                  </a:lnTo>
                  <a:lnTo>
                    <a:pt x="1186238" y="495697"/>
                  </a:lnTo>
                  <a:lnTo>
                    <a:pt x="1181044" y="489112"/>
                  </a:lnTo>
                  <a:lnTo>
                    <a:pt x="1185681" y="486083"/>
                  </a:lnTo>
                  <a:close/>
                  <a:moveTo>
                    <a:pt x="1241288" y="202928"/>
                  </a:moveTo>
                  <a:lnTo>
                    <a:pt x="1235769" y="204859"/>
                  </a:lnTo>
                  <a:lnTo>
                    <a:pt x="1235769" y="200469"/>
                  </a:lnTo>
                  <a:lnTo>
                    <a:pt x="1242725" y="200469"/>
                  </a:lnTo>
                  <a:lnTo>
                    <a:pt x="1241288" y="202928"/>
                  </a:lnTo>
                  <a:close/>
                  <a:moveTo>
                    <a:pt x="1257241" y="190284"/>
                  </a:moveTo>
                  <a:lnTo>
                    <a:pt x="1269717" y="200733"/>
                  </a:lnTo>
                  <a:lnTo>
                    <a:pt x="1272314" y="207318"/>
                  </a:lnTo>
                  <a:lnTo>
                    <a:pt x="1268558" y="207318"/>
                  </a:lnTo>
                  <a:lnTo>
                    <a:pt x="1266517" y="202928"/>
                  </a:lnTo>
                  <a:lnTo>
                    <a:pt x="1257241" y="200469"/>
                  </a:lnTo>
                  <a:lnTo>
                    <a:pt x="1257241" y="190328"/>
                  </a:lnTo>
                  <a:close/>
                  <a:moveTo>
                    <a:pt x="1260998" y="216932"/>
                  </a:moveTo>
                  <a:lnTo>
                    <a:pt x="1264755" y="219653"/>
                  </a:lnTo>
                  <a:cubicBezTo>
                    <a:pt x="1264755" y="219653"/>
                    <a:pt x="1263317" y="226765"/>
                    <a:pt x="1263317" y="227073"/>
                  </a:cubicBezTo>
                  <a:cubicBezTo>
                    <a:pt x="1263317" y="227380"/>
                    <a:pt x="1251723" y="219653"/>
                    <a:pt x="1251723" y="219653"/>
                  </a:cubicBezTo>
                  <a:lnTo>
                    <a:pt x="1260998" y="216932"/>
                  </a:lnTo>
                  <a:close/>
                  <a:moveTo>
                    <a:pt x="1200708" y="87865"/>
                  </a:moveTo>
                  <a:lnTo>
                    <a:pt x="1200708" y="90719"/>
                  </a:lnTo>
                  <a:lnTo>
                    <a:pt x="1194910" y="94011"/>
                  </a:lnTo>
                  <a:lnTo>
                    <a:pt x="1193333" y="93353"/>
                  </a:lnTo>
                  <a:lnTo>
                    <a:pt x="1200708" y="87865"/>
                  </a:lnTo>
                  <a:close/>
                  <a:moveTo>
                    <a:pt x="1164209" y="82378"/>
                  </a:moveTo>
                  <a:lnTo>
                    <a:pt x="1177519" y="85495"/>
                  </a:lnTo>
                  <a:lnTo>
                    <a:pt x="1184754" y="90938"/>
                  </a:lnTo>
                  <a:lnTo>
                    <a:pt x="1189670" y="87865"/>
                  </a:lnTo>
                  <a:cubicBezTo>
                    <a:pt x="1189948" y="89051"/>
                    <a:pt x="1190829" y="93353"/>
                    <a:pt x="1190829" y="93353"/>
                  </a:cubicBezTo>
                  <a:lnTo>
                    <a:pt x="1183594" y="93353"/>
                  </a:lnTo>
                  <a:lnTo>
                    <a:pt x="1175478" y="87865"/>
                  </a:lnTo>
                  <a:lnTo>
                    <a:pt x="1164162" y="86329"/>
                  </a:lnTo>
                  <a:lnTo>
                    <a:pt x="1164162" y="82378"/>
                  </a:lnTo>
                  <a:close/>
                  <a:moveTo>
                    <a:pt x="1118110" y="223517"/>
                  </a:moveTo>
                  <a:lnTo>
                    <a:pt x="1118110" y="225756"/>
                  </a:lnTo>
                  <a:lnTo>
                    <a:pt x="1114631" y="225756"/>
                  </a:lnTo>
                  <a:lnTo>
                    <a:pt x="1110272" y="228829"/>
                  </a:lnTo>
                  <a:lnTo>
                    <a:pt x="1110272" y="233394"/>
                  </a:lnTo>
                  <a:lnTo>
                    <a:pt x="1103037" y="233394"/>
                  </a:lnTo>
                  <a:lnTo>
                    <a:pt x="1103037" y="230936"/>
                  </a:lnTo>
                  <a:lnTo>
                    <a:pt x="1107118" y="230936"/>
                  </a:lnTo>
                  <a:lnTo>
                    <a:pt x="1108556" y="227073"/>
                  </a:lnTo>
                  <a:lnTo>
                    <a:pt x="1114631" y="222683"/>
                  </a:lnTo>
                  <a:lnTo>
                    <a:pt x="1118388" y="220751"/>
                  </a:lnTo>
                  <a:lnTo>
                    <a:pt x="1125901" y="222683"/>
                  </a:lnTo>
                  <a:lnTo>
                    <a:pt x="1137774" y="220751"/>
                  </a:lnTo>
                  <a:lnTo>
                    <a:pt x="1138933" y="222683"/>
                  </a:lnTo>
                  <a:lnTo>
                    <a:pt x="1125576" y="224790"/>
                  </a:lnTo>
                  <a:lnTo>
                    <a:pt x="1118063" y="223517"/>
                  </a:lnTo>
                  <a:close/>
                  <a:moveTo>
                    <a:pt x="1129147" y="325848"/>
                  </a:moveTo>
                  <a:lnTo>
                    <a:pt x="1127710" y="320931"/>
                  </a:lnTo>
                  <a:lnTo>
                    <a:pt x="1129147" y="318473"/>
                  </a:lnTo>
                  <a:lnTo>
                    <a:pt x="1132626" y="320404"/>
                  </a:lnTo>
                  <a:lnTo>
                    <a:pt x="1129147" y="325892"/>
                  </a:lnTo>
                  <a:close/>
                  <a:moveTo>
                    <a:pt x="1146214" y="320097"/>
                  </a:moveTo>
                  <a:cubicBezTo>
                    <a:pt x="1143617" y="323389"/>
                    <a:pt x="1137217" y="326945"/>
                    <a:pt x="1134342" y="318429"/>
                  </a:cubicBezTo>
                  <a:cubicBezTo>
                    <a:pt x="1134342" y="318429"/>
                    <a:pt x="1134620" y="312678"/>
                    <a:pt x="1138979" y="313512"/>
                  </a:cubicBezTo>
                  <a:cubicBezTo>
                    <a:pt x="1143339" y="314346"/>
                    <a:pt x="1148811" y="316804"/>
                    <a:pt x="1146214" y="320097"/>
                  </a:cubicBezTo>
                  <a:close/>
                  <a:moveTo>
                    <a:pt x="1148255" y="219390"/>
                  </a:moveTo>
                  <a:lnTo>
                    <a:pt x="1146493" y="232033"/>
                  </a:lnTo>
                  <a:lnTo>
                    <a:pt x="1143014" y="230936"/>
                  </a:lnTo>
                  <a:lnTo>
                    <a:pt x="1143014" y="217502"/>
                  </a:lnTo>
                  <a:lnTo>
                    <a:pt x="1138933" y="217766"/>
                  </a:lnTo>
                  <a:lnTo>
                    <a:pt x="1143571" y="210917"/>
                  </a:lnTo>
                  <a:lnTo>
                    <a:pt x="1138933" y="209556"/>
                  </a:lnTo>
                  <a:lnTo>
                    <a:pt x="1134852" y="204903"/>
                  </a:lnTo>
                  <a:lnTo>
                    <a:pt x="1141530" y="205737"/>
                  </a:lnTo>
                  <a:lnTo>
                    <a:pt x="1148208" y="208766"/>
                  </a:lnTo>
                  <a:lnTo>
                    <a:pt x="1156046" y="198625"/>
                  </a:lnTo>
                  <a:lnTo>
                    <a:pt x="1156046" y="193489"/>
                  </a:lnTo>
                  <a:lnTo>
                    <a:pt x="1154006" y="188616"/>
                  </a:lnTo>
                  <a:lnTo>
                    <a:pt x="1153124" y="186289"/>
                  </a:lnTo>
                  <a:lnTo>
                    <a:pt x="1149646" y="181636"/>
                  </a:lnTo>
                  <a:lnTo>
                    <a:pt x="1150527" y="178607"/>
                  </a:lnTo>
                  <a:lnTo>
                    <a:pt x="1154284" y="178607"/>
                  </a:lnTo>
                  <a:lnTo>
                    <a:pt x="1156000" y="173119"/>
                  </a:lnTo>
                  <a:lnTo>
                    <a:pt x="1149321" y="170398"/>
                  </a:lnTo>
                  <a:lnTo>
                    <a:pt x="1149043" y="163813"/>
                  </a:lnTo>
                  <a:lnTo>
                    <a:pt x="1151919" y="169300"/>
                  </a:lnTo>
                  <a:lnTo>
                    <a:pt x="1155953" y="171758"/>
                  </a:lnTo>
                  <a:lnTo>
                    <a:pt x="1157994" y="173690"/>
                  </a:lnTo>
                  <a:lnTo>
                    <a:pt x="1156556" y="186333"/>
                  </a:lnTo>
                  <a:lnTo>
                    <a:pt x="1168151" y="196650"/>
                  </a:lnTo>
                  <a:lnTo>
                    <a:pt x="1177704" y="195113"/>
                  </a:lnTo>
                  <a:lnTo>
                    <a:pt x="1189020" y="193577"/>
                  </a:lnTo>
                  <a:lnTo>
                    <a:pt x="1192499" y="196694"/>
                  </a:lnTo>
                  <a:lnTo>
                    <a:pt x="1194818" y="193577"/>
                  </a:lnTo>
                  <a:lnTo>
                    <a:pt x="1201496" y="192392"/>
                  </a:lnTo>
                  <a:lnTo>
                    <a:pt x="1210215" y="186333"/>
                  </a:lnTo>
                  <a:lnTo>
                    <a:pt x="1214853" y="186333"/>
                  </a:lnTo>
                  <a:lnTo>
                    <a:pt x="1217450" y="181680"/>
                  </a:lnTo>
                  <a:lnTo>
                    <a:pt x="1210493" y="181680"/>
                  </a:lnTo>
                  <a:lnTo>
                    <a:pt x="1207618" y="175797"/>
                  </a:lnTo>
                  <a:lnTo>
                    <a:pt x="1213693" y="169037"/>
                  </a:lnTo>
                  <a:lnTo>
                    <a:pt x="1214250" y="165744"/>
                  </a:lnTo>
                  <a:lnTo>
                    <a:pt x="1217450" y="165744"/>
                  </a:lnTo>
                  <a:lnTo>
                    <a:pt x="1220928" y="175797"/>
                  </a:lnTo>
                  <a:lnTo>
                    <a:pt x="1225844" y="179441"/>
                  </a:lnTo>
                  <a:lnTo>
                    <a:pt x="1231363" y="183304"/>
                  </a:lnTo>
                  <a:lnTo>
                    <a:pt x="1240035" y="181680"/>
                  </a:lnTo>
                  <a:lnTo>
                    <a:pt x="1251630" y="183304"/>
                  </a:lnTo>
                  <a:lnTo>
                    <a:pt x="1239479" y="183831"/>
                  </a:lnTo>
                  <a:lnTo>
                    <a:pt x="1229925" y="187562"/>
                  </a:lnTo>
                  <a:lnTo>
                    <a:pt x="1222412" y="186333"/>
                  </a:lnTo>
                  <a:lnTo>
                    <a:pt x="1214018" y="190987"/>
                  </a:lnTo>
                  <a:lnTo>
                    <a:pt x="1211142" y="188660"/>
                  </a:lnTo>
                  <a:lnTo>
                    <a:pt x="1210586" y="194850"/>
                  </a:lnTo>
                  <a:lnTo>
                    <a:pt x="1205670" y="193577"/>
                  </a:lnTo>
                  <a:lnTo>
                    <a:pt x="1199873" y="198011"/>
                  </a:lnTo>
                  <a:lnTo>
                    <a:pt x="1193333" y="198713"/>
                  </a:lnTo>
                  <a:lnTo>
                    <a:pt x="1190597" y="201874"/>
                  </a:lnTo>
                  <a:lnTo>
                    <a:pt x="1187397" y="200645"/>
                  </a:lnTo>
                  <a:lnTo>
                    <a:pt x="1177844" y="201874"/>
                  </a:lnTo>
                  <a:lnTo>
                    <a:pt x="1183038" y="217634"/>
                  </a:lnTo>
                  <a:lnTo>
                    <a:pt x="1168243" y="209952"/>
                  </a:lnTo>
                  <a:lnTo>
                    <a:pt x="1168800" y="203103"/>
                  </a:lnTo>
                  <a:lnTo>
                    <a:pt x="1165322" y="203103"/>
                  </a:lnTo>
                  <a:lnTo>
                    <a:pt x="1157484" y="208854"/>
                  </a:lnTo>
                  <a:lnTo>
                    <a:pt x="1165322" y="209688"/>
                  </a:lnTo>
                  <a:lnTo>
                    <a:pt x="1171397" y="230804"/>
                  </a:lnTo>
                  <a:lnTo>
                    <a:pt x="1171675" y="237916"/>
                  </a:lnTo>
                  <a:lnTo>
                    <a:pt x="1163003" y="236555"/>
                  </a:lnTo>
                  <a:lnTo>
                    <a:pt x="1165600" y="227248"/>
                  </a:lnTo>
                  <a:lnTo>
                    <a:pt x="1160962" y="215176"/>
                  </a:lnTo>
                  <a:lnTo>
                    <a:pt x="1157206" y="214342"/>
                  </a:lnTo>
                  <a:lnTo>
                    <a:pt x="1154609" y="211620"/>
                  </a:lnTo>
                  <a:lnTo>
                    <a:pt x="1148208" y="211883"/>
                  </a:lnTo>
                  <a:lnTo>
                    <a:pt x="1144730" y="215439"/>
                  </a:lnTo>
                  <a:lnTo>
                    <a:pt x="1148208" y="219566"/>
                  </a:lnTo>
                  <a:close/>
                  <a:moveTo>
                    <a:pt x="1167687" y="280587"/>
                  </a:moveTo>
                  <a:lnTo>
                    <a:pt x="1163652" y="286645"/>
                  </a:lnTo>
                  <a:lnTo>
                    <a:pt x="1161055" y="282123"/>
                  </a:lnTo>
                  <a:lnTo>
                    <a:pt x="1163652" y="277602"/>
                  </a:lnTo>
                  <a:lnTo>
                    <a:pt x="1167687" y="280631"/>
                  </a:lnTo>
                  <a:close/>
                  <a:moveTo>
                    <a:pt x="1152336" y="318429"/>
                  </a:moveTo>
                  <a:lnTo>
                    <a:pt x="1148580" y="314565"/>
                  </a:lnTo>
                  <a:lnTo>
                    <a:pt x="1153496" y="314565"/>
                  </a:lnTo>
                  <a:lnTo>
                    <a:pt x="1152336" y="318429"/>
                  </a:lnTo>
                  <a:close/>
                  <a:moveTo>
                    <a:pt x="1168846" y="873238"/>
                  </a:moveTo>
                  <a:lnTo>
                    <a:pt x="1169403" y="869375"/>
                  </a:lnTo>
                  <a:lnTo>
                    <a:pt x="1178400" y="869375"/>
                  </a:lnTo>
                  <a:lnTo>
                    <a:pt x="1183038" y="866653"/>
                  </a:lnTo>
                  <a:lnTo>
                    <a:pt x="1183038" y="861165"/>
                  </a:lnTo>
                  <a:lnTo>
                    <a:pt x="1185357" y="852385"/>
                  </a:lnTo>
                  <a:lnTo>
                    <a:pt x="1189438" y="843342"/>
                  </a:lnTo>
                  <a:lnTo>
                    <a:pt x="1191200" y="833201"/>
                  </a:lnTo>
                  <a:lnTo>
                    <a:pt x="1188325" y="821963"/>
                  </a:lnTo>
                  <a:lnTo>
                    <a:pt x="1178168" y="816475"/>
                  </a:lnTo>
                  <a:lnTo>
                    <a:pt x="1163977" y="817309"/>
                  </a:lnTo>
                  <a:lnTo>
                    <a:pt x="1156464" y="825255"/>
                  </a:lnTo>
                  <a:lnTo>
                    <a:pt x="1154423" y="824158"/>
                  </a:lnTo>
                  <a:lnTo>
                    <a:pt x="1163699" y="812919"/>
                  </a:lnTo>
                  <a:lnTo>
                    <a:pt x="1179049" y="812919"/>
                  </a:lnTo>
                  <a:lnTo>
                    <a:pt x="1190366" y="820031"/>
                  </a:lnTo>
                  <a:lnTo>
                    <a:pt x="1193566" y="829908"/>
                  </a:lnTo>
                  <a:lnTo>
                    <a:pt x="1194122" y="842244"/>
                  </a:lnTo>
                  <a:lnTo>
                    <a:pt x="1190644" y="848303"/>
                  </a:lnTo>
                  <a:lnTo>
                    <a:pt x="1187768" y="853219"/>
                  </a:lnTo>
                  <a:lnTo>
                    <a:pt x="1191247" y="856775"/>
                  </a:lnTo>
                  <a:lnTo>
                    <a:pt x="1195328" y="856775"/>
                  </a:lnTo>
                  <a:lnTo>
                    <a:pt x="1197925" y="854580"/>
                  </a:lnTo>
                  <a:lnTo>
                    <a:pt x="1197925" y="844132"/>
                  </a:lnTo>
                  <a:lnTo>
                    <a:pt x="1201542" y="854580"/>
                  </a:lnTo>
                  <a:lnTo>
                    <a:pt x="1197925" y="858136"/>
                  </a:lnTo>
                  <a:lnTo>
                    <a:pt x="1197925" y="861165"/>
                  </a:lnTo>
                  <a:lnTo>
                    <a:pt x="1202284" y="863097"/>
                  </a:lnTo>
                  <a:lnTo>
                    <a:pt x="1205160" y="869418"/>
                  </a:lnTo>
                  <a:lnTo>
                    <a:pt x="1192128" y="860638"/>
                  </a:lnTo>
                  <a:lnTo>
                    <a:pt x="1186052" y="859278"/>
                  </a:lnTo>
                  <a:lnTo>
                    <a:pt x="1185171" y="868058"/>
                  </a:lnTo>
                  <a:lnTo>
                    <a:pt x="1179791" y="871613"/>
                  </a:lnTo>
                  <a:lnTo>
                    <a:pt x="1168939" y="873282"/>
                  </a:lnTo>
                  <a:close/>
                  <a:moveTo>
                    <a:pt x="1206505" y="949229"/>
                  </a:moveTo>
                  <a:lnTo>
                    <a:pt x="1200986" y="945366"/>
                  </a:lnTo>
                  <a:lnTo>
                    <a:pt x="1198667" y="938781"/>
                  </a:lnTo>
                  <a:lnTo>
                    <a:pt x="1196070" y="945366"/>
                  </a:lnTo>
                  <a:lnTo>
                    <a:pt x="1201264" y="957701"/>
                  </a:lnTo>
                  <a:lnTo>
                    <a:pt x="1206458" y="959633"/>
                  </a:lnTo>
                  <a:lnTo>
                    <a:pt x="1201542" y="962662"/>
                  </a:lnTo>
                  <a:lnTo>
                    <a:pt x="1201542" y="968413"/>
                  </a:lnTo>
                  <a:lnTo>
                    <a:pt x="1199223" y="957701"/>
                  </a:lnTo>
                  <a:lnTo>
                    <a:pt x="1196905" y="955770"/>
                  </a:lnTo>
                  <a:lnTo>
                    <a:pt x="1196905" y="952741"/>
                  </a:lnTo>
                  <a:lnTo>
                    <a:pt x="1193148" y="945322"/>
                  </a:lnTo>
                  <a:lnTo>
                    <a:pt x="1195189" y="940932"/>
                  </a:lnTo>
                  <a:lnTo>
                    <a:pt x="1196348" y="935708"/>
                  </a:lnTo>
                  <a:lnTo>
                    <a:pt x="1194910" y="929957"/>
                  </a:lnTo>
                  <a:lnTo>
                    <a:pt x="1199826" y="919245"/>
                  </a:lnTo>
                  <a:lnTo>
                    <a:pt x="1196626" y="909368"/>
                  </a:lnTo>
                  <a:lnTo>
                    <a:pt x="1196070" y="903880"/>
                  </a:lnTo>
                  <a:lnTo>
                    <a:pt x="1193194" y="900851"/>
                  </a:lnTo>
                  <a:lnTo>
                    <a:pt x="1193194" y="895100"/>
                  </a:lnTo>
                  <a:cubicBezTo>
                    <a:pt x="1193194" y="895100"/>
                    <a:pt x="1187676" y="890710"/>
                    <a:pt x="1181878" y="895100"/>
                  </a:cubicBezTo>
                  <a:cubicBezTo>
                    <a:pt x="1176081" y="899490"/>
                    <a:pt x="1180719" y="905241"/>
                    <a:pt x="1183919" y="906338"/>
                  </a:cubicBezTo>
                  <a:lnTo>
                    <a:pt x="1186516" y="910202"/>
                  </a:lnTo>
                  <a:lnTo>
                    <a:pt x="1183038" y="915426"/>
                  </a:lnTo>
                  <a:lnTo>
                    <a:pt x="1181275" y="910509"/>
                  </a:lnTo>
                  <a:cubicBezTo>
                    <a:pt x="1181275" y="910509"/>
                    <a:pt x="1175757" y="906953"/>
                    <a:pt x="1175757" y="903397"/>
                  </a:cubicBezTo>
                  <a:lnTo>
                    <a:pt x="1170562" y="899534"/>
                  </a:lnTo>
                  <a:lnTo>
                    <a:pt x="1169078" y="898436"/>
                  </a:lnTo>
                  <a:lnTo>
                    <a:pt x="1174875" y="896505"/>
                  </a:lnTo>
                  <a:lnTo>
                    <a:pt x="1174319" y="893168"/>
                  </a:lnTo>
                  <a:lnTo>
                    <a:pt x="1176081" y="891017"/>
                  </a:lnTo>
                  <a:lnTo>
                    <a:pt x="1178122" y="894573"/>
                  </a:lnTo>
                  <a:lnTo>
                    <a:pt x="1187815" y="887461"/>
                  </a:lnTo>
                  <a:lnTo>
                    <a:pt x="1195189" y="891851"/>
                  </a:lnTo>
                  <a:lnTo>
                    <a:pt x="1195189" y="900368"/>
                  </a:lnTo>
                  <a:lnTo>
                    <a:pt x="1198064" y="904231"/>
                  </a:lnTo>
                  <a:lnTo>
                    <a:pt x="1201264" y="918235"/>
                  </a:lnTo>
                  <a:lnTo>
                    <a:pt x="1200708" y="921791"/>
                  </a:lnTo>
                  <a:lnTo>
                    <a:pt x="1196673" y="930571"/>
                  </a:lnTo>
                  <a:lnTo>
                    <a:pt x="1199548" y="935488"/>
                  </a:lnTo>
                  <a:lnTo>
                    <a:pt x="1203305" y="944268"/>
                  </a:lnTo>
                  <a:lnTo>
                    <a:pt x="1206505" y="944268"/>
                  </a:lnTo>
                  <a:lnTo>
                    <a:pt x="1206505" y="949185"/>
                  </a:lnTo>
                  <a:close/>
                  <a:moveTo>
                    <a:pt x="1299259" y="277821"/>
                  </a:moveTo>
                  <a:lnTo>
                    <a:pt x="1303619" y="277821"/>
                  </a:lnTo>
                  <a:lnTo>
                    <a:pt x="1303619" y="282343"/>
                  </a:lnTo>
                  <a:lnTo>
                    <a:pt x="1301578" y="282343"/>
                  </a:lnTo>
                  <a:lnTo>
                    <a:pt x="1302135" y="286864"/>
                  </a:lnTo>
                  <a:lnTo>
                    <a:pt x="1297219" y="284143"/>
                  </a:lnTo>
                  <a:lnTo>
                    <a:pt x="1299259" y="277821"/>
                  </a:lnTo>
                  <a:close/>
                  <a:moveTo>
                    <a:pt x="1301578" y="915206"/>
                  </a:moveTo>
                  <a:lnTo>
                    <a:pt x="1299120" y="931669"/>
                  </a:lnTo>
                  <a:cubicBezTo>
                    <a:pt x="1299120" y="931669"/>
                    <a:pt x="1295781" y="935795"/>
                    <a:pt x="1297543" y="946770"/>
                  </a:cubicBezTo>
                  <a:lnTo>
                    <a:pt x="1290865" y="957219"/>
                  </a:lnTo>
                  <a:lnTo>
                    <a:pt x="1289103" y="952302"/>
                  </a:lnTo>
                  <a:lnTo>
                    <a:pt x="1282424" y="961082"/>
                  </a:lnTo>
                  <a:lnTo>
                    <a:pt x="1288500" y="961082"/>
                  </a:lnTo>
                  <a:cubicBezTo>
                    <a:pt x="1288500" y="961082"/>
                    <a:pt x="1289659" y="965472"/>
                    <a:pt x="1285300" y="967667"/>
                  </a:cubicBezTo>
                  <a:cubicBezTo>
                    <a:pt x="1285300" y="967667"/>
                    <a:pt x="1282424" y="964374"/>
                    <a:pt x="1278343" y="973988"/>
                  </a:cubicBezTo>
                  <a:lnTo>
                    <a:pt x="1270227" y="980573"/>
                  </a:lnTo>
                  <a:cubicBezTo>
                    <a:pt x="1270227" y="980573"/>
                    <a:pt x="1259236" y="983032"/>
                    <a:pt x="1254598" y="990714"/>
                  </a:cubicBezTo>
                  <a:cubicBezTo>
                    <a:pt x="1254598" y="990714"/>
                    <a:pt x="1247085" y="987422"/>
                    <a:pt x="1244766" y="1000021"/>
                  </a:cubicBezTo>
                  <a:lnTo>
                    <a:pt x="1240128" y="1005509"/>
                  </a:lnTo>
                  <a:cubicBezTo>
                    <a:pt x="1240128" y="1005509"/>
                    <a:pt x="1226818" y="1008230"/>
                    <a:pt x="1220418" y="1012620"/>
                  </a:cubicBezTo>
                  <a:lnTo>
                    <a:pt x="1208267" y="1007704"/>
                  </a:lnTo>
                  <a:cubicBezTo>
                    <a:pt x="1208267" y="1007704"/>
                    <a:pt x="1212905" y="1003314"/>
                    <a:pt x="1220418" y="1003314"/>
                  </a:cubicBezTo>
                  <a:cubicBezTo>
                    <a:pt x="1227931" y="1003314"/>
                    <a:pt x="1236650" y="998397"/>
                    <a:pt x="1239247" y="990144"/>
                  </a:cubicBezTo>
                  <a:lnTo>
                    <a:pt x="1248244" y="985227"/>
                  </a:lnTo>
                  <a:lnTo>
                    <a:pt x="1253438" y="978642"/>
                  </a:lnTo>
                  <a:lnTo>
                    <a:pt x="1256500" y="975086"/>
                  </a:lnTo>
                  <a:lnTo>
                    <a:pt x="1262436" y="973418"/>
                  </a:lnTo>
                  <a:lnTo>
                    <a:pt x="1266192" y="970696"/>
                  </a:lnTo>
                  <a:lnTo>
                    <a:pt x="1268789" y="965208"/>
                  </a:lnTo>
                  <a:lnTo>
                    <a:pt x="1263595" y="968501"/>
                  </a:lnTo>
                  <a:lnTo>
                    <a:pt x="1256500" y="972057"/>
                  </a:lnTo>
                  <a:lnTo>
                    <a:pt x="1254320" y="973988"/>
                  </a:lnTo>
                  <a:lnTo>
                    <a:pt x="1264152" y="964111"/>
                  </a:lnTo>
                  <a:lnTo>
                    <a:pt x="1270830" y="957175"/>
                  </a:lnTo>
                  <a:lnTo>
                    <a:pt x="1276024" y="953707"/>
                  </a:lnTo>
                  <a:cubicBezTo>
                    <a:pt x="1276024" y="953707"/>
                    <a:pt x="1290819" y="920781"/>
                    <a:pt x="1293416" y="913362"/>
                  </a:cubicBezTo>
                  <a:cubicBezTo>
                    <a:pt x="1293416" y="913362"/>
                    <a:pt x="1294297" y="908138"/>
                    <a:pt x="1296013" y="905943"/>
                  </a:cubicBezTo>
                  <a:cubicBezTo>
                    <a:pt x="1297729" y="903748"/>
                    <a:pt x="1300929" y="900456"/>
                    <a:pt x="1303851" y="902080"/>
                  </a:cubicBezTo>
                  <a:cubicBezTo>
                    <a:pt x="1306772" y="903704"/>
                    <a:pt x="1301532" y="915250"/>
                    <a:pt x="1301532" y="915250"/>
                  </a:cubicBezTo>
                  <a:close/>
                  <a:moveTo>
                    <a:pt x="1335202" y="691052"/>
                  </a:moveTo>
                  <a:lnTo>
                    <a:pt x="1329126" y="695179"/>
                  </a:lnTo>
                  <a:lnTo>
                    <a:pt x="1329126" y="700930"/>
                  </a:lnTo>
                  <a:lnTo>
                    <a:pt x="1326529" y="706417"/>
                  </a:lnTo>
                  <a:lnTo>
                    <a:pt x="1326529" y="721519"/>
                  </a:lnTo>
                  <a:lnTo>
                    <a:pt x="1324210" y="722880"/>
                  </a:lnTo>
                  <a:lnTo>
                    <a:pt x="1324210" y="708876"/>
                  </a:lnTo>
                  <a:lnTo>
                    <a:pt x="1321613" y="703388"/>
                  </a:lnTo>
                  <a:lnTo>
                    <a:pt x="1324813" y="700667"/>
                  </a:lnTo>
                  <a:lnTo>
                    <a:pt x="1324813" y="695179"/>
                  </a:lnTo>
                  <a:lnTo>
                    <a:pt x="1319897" y="692282"/>
                  </a:lnTo>
                  <a:lnTo>
                    <a:pt x="1311781" y="686399"/>
                  </a:lnTo>
                  <a:lnTo>
                    <a:pt x="1310343" y="676522"/>
                  </a:lnTo>
                  <a:lnTo>
                    <a:pt x="1304268" y="674063"/>
                  </a:lnTo>
                  <a:lnTo>
                    <a:pt x="1305706" y="670507"/>
                  </a:lnTo>
                  <a:lnTo>
                    <a:pt x="1313219" y="675731"/>
                  </a:lnTo>
                  <a:lnTo>
                    <a:pt x="1314935" y="683414"/>
                  </a:lnTo>
                  <a:lnTo>
                    <a:pt x="1319711" y="686443"/>
                  </a:lnTo>
                  <a:lnTo>
                    <a:pt x="1321891" y="684511"/>
                  </a:lnTo>
                  <a:lnTo>
                    <a:pt x="1322773" y="677092"/>
                  </a:lnTo>
                  <a:lnTo>
                    <a:pt x="1324210" y="677356"/>
                  </a:lnTo>
                  <a:lnTo>
                    <a:pt x="1324210" y="685038"/>
                  </a:lnTo>
                  <a:lnTo>
                    <a:pt x="1323654" y="688331"/>
                  </a:lnTo>
                  <a:lnTo>
                    <a:pt x="1326529" y="689428"/>
                  </a:lnTo>
                  <a:lnTo>
                    <a:pt x="1329729" y="689955"/>
                  </a:lnTo>
                  <a:lnTo>
                    <a:pt x="1335248" y="686399"/>
                  </a:lnTo>
                  <a:lnTo>
                    <a:pt x="1335248" y="691052"/>
                  </a:lnTo>
                  <a:close/>
                  <a:moveTo>
                    <a:pt x="1341880" y="692413"/>
                  </a:moveTo>
                  <a:lnTo>
                    <a:pt x="1341880" y="698164"/>
                  </a:lnTo>
                  <a:lnTo>
                    <a:pt x="1338680" y="698164"/>
                  </a:lnTo>
                  <a:lnTo>
                    <a:pt x="1340999" y="686355"/>
                  </a:lnTo>
                  <a:lnTo>
                    <a:pt x="1343318" y="686355"/>
                  </a:lnTo>
                  <a:lnTo>
                    <a:pt x="1341880" y="692413"/>
                  </a:lnTo>
                  <a:close/>
                  <a:moveTo>
                    <a:pt x="1604792" y="937727"/>
                  </a:moveTo>
                  <a:lnTo>
                    <a:pt x="1596398" y="936366"/>
                  </a:lnTo>
                  <a:cubicBezTo>
                    <a:pt x="1589998" y="934171"/>
                    <a:pt x="1589720" y="938824"/>
                    <a:pt x="1589720" y="938824"/>
                  </a:cubicBezTo>
                  <a:lnTo>
                    <a:pt x="1589442" y="941546"/>
                  </a:lnTo>
                  <a:lnTo>
                    <a:pt x="1593662" y="942644"/>
                  </a:lnTo>
                  <a:lnTo>
                    <a:pt x="1589163" y="944005"/>
                  </a:lnTo>
                  <a:lnTo>
                    <a:pt x="1588004" y="946200"/>
                  </a:lnTo>
                  <a:cubicBezTo>
                    <a:pt x="1588004" y="946200"/>
                    <a:pt x="1584526" y="944005"/>
                    <a:pt x="1582810" y="938781"/>
                  </a:cubicBezTo>
                  <a:cubicBezTo>
                    <a:pt x="1581094" y="933556"/>
                    <a:pt x="1588329" y="934391"/>
                    <a:pt x="1588329" y="934391"/>
                  </a:cubicBezTo>
                  <a:lnTo>
                    <a:pt x="1590926" y="931493"/>
                  </a:lnTo>
                  <a:lnTo>
                    <a:pt x="1604839" y="931493"/>
                  </a:lnTo>
                  <a:lnTo>
                    <a:pt x="1600480" y="934391"/>
                  </a:lnTo>
                  <a:lnTo>
                    <a:pt x="1604839" y="937683"/>
                  </a:lnTo>
                  <a:close/>
                  <a:moveTo>
                    <a:pt x="1638092" y="1039487"/>
                  </a:moveTo>
                  <a:lnTo>
                    <a:pt x="1627054" y="1039487"/>
                  </a:lnTo>
                  <a:lnTo>
                    <a:pt x="1627054" y="1034571"/>
                  </a:lnTo>
                  <a:lnTo>
                    <a:pt x="1630254" y="1034571"/>
                  </a:lnTo>
                  <a:lnTo>
                    <a:pt x="1630254" y="1037029"/>
                  </a:lnTo>
                  <a:lnTo>
                    <a:pt x="1638092" y="1035668"/>
                  </a:lnTo>
                  <a:lnTo>
                    <a:pt x="1638092" y="1039531"/>
                  </a:lnTo>
                  <a:close/>
                  <a:moveTo>
                    <a:pt x="1779542" y="992031"/>
                  </a:moveTo>
                  <a:lnTo>
                    <a:pt x="1781583" y="993700"/>
                  </a:lnTo>
                  <a:lnTo>
                    <a:pt x="1775507" y="1001953"/>
                  </a:lnTo>
                  <a:lnTo>
                    <a:pt x="1773142" y="999231"/>
                  </a:lnTo>
                  <a:lnTo>
                    <a:pt x="1779542" y="992119"/>
                  </a:lnTo>
                  <a:close/>
                  <a:moveTo>
                    <a:pt x="1763032" y="1017010"/>
                  </a:moveTo>
                  <a:lnTo>
                    <a:pt x="1767067" y="1012884"/>
                  </a:lnTo>
                  <a:lnTo>
                    <a:pt x="1773142" y="1009591"/>
                  </a:lnTo>
                  <a:lnTo>
                    <a:pt x="1781537" y="1004675"/>
                  </a:lnTo>
                  <a:lnTo>
                    <a:pt x="1789050" y="1008801"/>
                  </a:lnTo>
                  <a:lnTo>
                    <a:pt x="1781537" y="1007133"/>
                  </a:lnTo>
                  <a:lnTo>
                    <a:pt x="1775461" y="1011655"/>
                  </a:lnTo>
                  <a:lnTo>
                    <a:pt x="1768458" y="1014552"/>
                  </a:lnTo>
                  <a:lnTo>
                    <a:pt x="1762939" y="1018679"/>
                  </a:lnTo>
                  <a:lnTo>
                    <a:pt x="1762939" y="1017010"/>
                  </a:lnTo>
                  <a:close/>
                  <a:moveTo>
                    <a:pt x="1725095" y="996421"/>
                  </a:moveTo>
                  <a:lnTo>
                    <a:pt x="1730011" y="996421"/>
                  </a:lnTo>
                  <a:lnTo>
                    <a:pt x="1730011" y="999450"/>
                  </a:lnTo>
                  <a:lnTo>
                    <a:pt x="1725095" y="1001909"/>
                  </a:lnTo>
                  <a:lnTo>
                    <a:pt x="1725095" y="996421"/>
                  </a:lnTo>
                  <a:close/>
                  <a:moveTo>
                    <a:pt x="1704782" y="1074081"/>
                  </a:moveTo>
                  <a:lnTo>
                    <a:pt x="1712295" y="1073247"/>
                  </a:lnTo>
                  <a:lnTo>
                    <a:pt x="1720690" y="1065564"/>
                  </a:lnTo>
                  <a:lnTo>
                    <a:pt x="1722406" y="1059813"/>
                  </a:lnTo>
                  <a:lnTo>
                    <a:pt x="1727321" y="1057618"/>
                  </a:lnTo>
                  <a:lnTo>
                    <a:pt x="1729919" y="1054896"/>
                  </a:lnTo>
                  <a:lnTo>
                    <a:pt x="1727461" y="1049980"/>
                  </a:lnTo>
                  <a:lnTo>
                    <a:pt x="1729919" y="1045589"/>
                  </a:lnTo>
                  <a:lnTo>
                    <a:pt x="1735994" y="1039531"/>
                  </a:lnTo>
                  <a:lnTo>
                    <a:pt x="1735113" y="1034614"/>
                  </a:lnTo>
                  <a:lnTo>
                    <a:pt x="1739889" y="1029698"/>
                  </a:lnTo>
                  <a:lnTo>
                    <a:pt x="1744666" y="1028864"/>
                  </a:lnTo>
                  <a:lnTo>
                    <a:pt x="1748748" y="1025571"/>
                  </a:lnTo>
                  <a:lnTo>
                    <a:pt x="1748748" y="1030224"/>
                  </a:lnTo>
                  <a:lnTo>
                    <a:pt x="1739889" y="1032156"/>
                  </a:lnTo>
                  <a:lnTo>
                    <a:pt x="1737432" y="1034614"/>
                  </a:lnTo>
                  <a:lnTo>
                    <a:pt x="1739889" y="1039531"/>
                  </a:lnTo>
                  <a:lnTo>
                    <a:pt x="1734834" y="1043394"/>
                  </a:lnTo>
                  <a:lnTo>
                    <a:pt x="1729919" y="1048311"/>
                  </a:lnTo>
                  <a:lnTo>
                    <a:pt x="1729919" y="1051867"/>
                  </a:lnTo>
                  <a:lnTo>
                    <a:pt x="1732516" y="1054326"/>
                  </a:lnTo>
                  <a:lnTo>
                    <a:pt x="1729919" y="1058979"/>
                  </a:lnTo>
                  <a:lnTo>
                    <a:pt x="1725002" y="1061437"/>
                  </a:lnTo>
                  <a:lnTo>
                    <a:pt x="1723240" y="1065827"/>
                  </a:lnTo>
                  <a:lnTo>
                    <a:pt x="1712805" y="1075134"/>
                  </a:lnTo>
                  <a:lnTo>
                    <a:pt x="1706127" y="1076802"/>
                  </a:lnTo>
                  <a:lnTo>
                    <a:pt x="1703808" y="1078997"/>
                  </a:lnTo>
                  <a:lnTo>
                    <a:pt x="1701489" y="1077637"/>
                  </a:lnTo>
                  <a:lnTo>
                    <a:pt x="1704689" y="107408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0" name="Freeform: Shape 2159">
              <a:extLst>
                <a:ext uri="{FF2B5EF4-FFF2-40B4-BE49-F238E27FC236}">
                  <a16:creationId xmlns:a16="http://schemas.microsoft.com/office/drawing/2014/main" id="{4313C7A3-5D4E-1783-4989-784861EFCA52}"/>
                </a:ext>
              </a:extLst>
            </p:cNvPr>
            <p:cNvSpPr>
              <a:spLocks/>
            </p:cNvSpPr>
            <p:nvPr/>
          </p:nvSpPr>
          <p:spPr>
            <a:xfrm>
              <a:off x="6329257" y="4745110"/>
              <a:ext cx="50131" cy="50783"/>
            </a:xfrm>
            <a:custGeom>
              <a:avLst/>
              <a:gdLst>
                <a:gd name="connsiteX0" fmla="*/ 22410 w 33586"/>
                <a:gd name="connsiteY0" fmla="*/ 44 h 34022"/>
                <a:gd name="connsiteX1" fmla="*/ 14108 w 33586"/>
                <a:gd name="connsiteY1" fmla="*/ 5971 h 34022"/>
                <a:gd name="connsiteX2" fmla="*/ 13180 w 33586"/>
                <a:gd name="connsiteY2" fmla="*/ 6629 h 34022"/>
                <a:gd name="connsiteX3" fmla="*/ 12114 w 33586"/>
                <a:gd name="connsiteY3" fmla="*/ 6146 h 34022"/>
                <a:gd name="connsiteX4" fmla="*/ 10583 w 33586"/>
                <a:gd name="connsiteY4" fmla="*/ 5137 h 34022"/>
                <a:gd name="connsiteX5" fmla="*/ 4276 w 33586"/>
                <a:gd name="connsiteY5" fmla="*/ 12029 h 34022"/>
                <a:gd name="connsiteX6" fmla="*/ 3859 w 33586"/>
                <a:gd name="connsiteY6" fmla="*/ 12468 h 34022"/>
                <a:gd name="connsiteX7" fmla="*/ 9 w 33586"/>
                <a:gd name="connsiteY7" fmla="*/ 17516 h 34022"/>
                <a:gd name="connsiteX8" fmla="*/ 3951 w 33586"/>
                <a:gd name="connsiteY8" fmla="*/ 24408 h 34022"/>
                <a:gd name="connsiteX9" fmla="*/ 4369 w 33586"/>
                <a:gd name="connsiteY9" fmla="*/ 25243 h 34022"/>
                <a:gd name="connsiteX10" fmla="*/ 4369 w 33586"/>
                <a:gd name="connsiteY10" fmla="*/ 29413 h 34022"/>
                <a:gd name="connsiteX11" fmla="*/ 13830 w 33586"/>
                <a:gd name="connsiteY11" fmla="*/ 34023 h 34022"/>
                <a:gd name="connsiteX12" fmla="*/ 14943 w 33586"/>
                <a:gd name="connsiteY12" fmla="*/ 28360 h 34022"/>
                <a:gd name="connsiteX13" fmla="*/ 15592 w 33586"/>
                <a:gd name="connsiteY13" fmla="*/ 27569 h 34022"/>
                <a:gd name="connsiteX14" fmla="*/ 28810 w 33586"/>
                <a:gd name="connsiteY14" fmla="*/ 22038 h 34022"/>
                <a:gd name="connsiteX15" fmla="*/ 29552 w 33586"/>
                <a:gd name="connsiteY15" fmla="*/ 18745 h 34022"/>
                <a:gd name="connsiteX16" fmla="*/ 29830 w 33586"/>
                <a:gd name="connsiteY16" fmla="*/ 18219 h 34022"/>
                <a:gd name="connsiteX17" fmla="*/ 33587 w 33586"/>
                <a:gd name="connsiteY17" fmla="*/ 14399 h 34022"/>
                <a:gd name="connsiteX18" fmla="*/ 33587 w 33586"/>
                <a:gd name="connsiteY18" fmla="*/ 9834 h 34022"/>
                <a:gd name="connsiteX19" fmla="*/ 22642 w 33586"/>
                <a:gd name="connsiteY19" fmla="*/ 0 h 34022"/>
                <a:gd name="connsiteX20" fmla="*/ 22363 w 33586"/>
                <a:gd name="connsiteY20" fmla="*/ 0 h 34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86" h="34022">
                  <a:moveTo>
                    <a:pt x="22410" y="44"/>
                  </a:moveTo>
                  <a:cubicBezTo>
                    <a:pt x="16798" y="44"/>
                    <a:pt x="14108" y="5927"/>
                    <a:pt x="14108" y="5971"/>
                  </a:cubicBezTo>
                  <a:cubicBezTo>
                    <a:pt x="13923" y="6322"/>
                    <a:pt x="13598" y="6585"/>
                    <a:pt x="13180" y="6629"/>
                  </a:cubicBezTo>
                  <a:cubicBezTo>
                    <a:pt x="12763" y="6629"/>
                    <a:pt x="12346" y="6497"/>
                    <a:pt x="12114" y="6146"/>
                  </a:cubicBezTo>
                  <a:cubicBezTo>
                    <a:pt x="11372" y="5137"/>
                    <a:pt x="10769" y="5137"/>
                    <a:pt x="10583" y="5137"/>
                  </a:cubicBezTo>
                  <a:cubicBezTo>
                    <a:pt x="8636" y="5137"/>
                    <a:pt x="5714" y="9175"/>
                    <a:pt x="4276" y="12029"/>
                  </a:cubicBezTo>
                  <a:cubicBezTo>
                    <a:pt x="4183" y="12204"/>
                    <a:pt x="4044" y="12380"/>
                    <a:pt x="3859" y="12468"/>
                  </a:cubicBezTo>
                  <a:cubicBezTo>
                    <a:pt x="1401" y="13960"/>
                    <a:pt x="148" y="15672"/>
                    <a:pt x="9" y="17516"/>
                  </a:cubicBezTo>
                  <a:cubicBezTo>
                    <a:pt x="-222" y="21116"/>
                    <a:pt x="3905" y="24408"/>
                    <a:pt x="3951" y="24408"/>
                  </a:cubicBezTo>
                  <a:cubicBezTo>
                    <a:pt x="4230" y="24628"/>
                    <a:pt x="4369" y="24935"/>
                    <a:pt x="4369" y="25243"/>
                  </a:cubicBezTo>
                  <a:lnTo>
                    <a:pt x="4369" y="29413"/>
                  </a:lnTo>
                  <a:cubicBezTo>
                    <a:pt x="6270" y="33232"/>
                    <a:pt x="11743" y="33891"/>
                    <a:pt x="13830" y="34023"/>
                  </a:cubicBezTo>
                  <a:lnTo>
                    <a:pt x="14943" y="28360"/>
                  </a:lnTo>
                  <a:cubicBezTo>
                    <a:pt x="15036" y="28008"/>
                    <a:pt x="15267" y="27701"/>
                    <a:pt x="15592" y="27569"/>
                  </a:cubicBezTo>
                  <a:lnTo>
                    <a:pt x="28810" y="22038"/>
                  </a:lnTo>
                  <a:lnTo>
                    <a:pt x="29552" y="18745"/>
                  </a:lnTo>
                  <a:cubicBezTo>
                    <a:pt x="29552" y="18745"/>
                    <a:pt x="29691" y="18394"/>
                    <a:pt x="29830" y="18219"/>
                  </a:cubicBezTo>
                  <a:lnTo>
                    <a:pt x="33587" y="14399"/>
                  </a:lnTo>
                  <a:lnTo>
                    <a:pt x="33587" y="9834"/>
                  </a:lnTo>
                  <a:lnTo>
                    <a:pt x="22642" y="0"/>
                  </a:lnTo>
                  <a:cubicBezTo>
                    <a:pt x="22642" y="0"/>
                    <a:pt x="22456" y="0"/>
                    <a:pt x="2236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1" name="Freeform: Shape 2160">
              <a:extLst>
                <a:ext uri="{FF2B5EF4-FFF2-40B4-BE49-F238E27FC236}">
                  <a16:creationId xmlns:a16="http://schemas.microsoft.com/office/drawing/2014/main" id="{D25BABE7-B263-889D-E470-2C94D5CA74FE}"/>
                </a:ext>
              </a:extLst>
            </p:cNvPr>
            <p:cNvSpPr>
              <a:spLocks/>
            </p:cNvSpPr>
            <p:nvPr/>
          </p:nvSpPr>
          <p:spPr>
            <a:xfrm>
              <a:off x="6076394" y="4586601"/>
              <a:ext cx="385993" cy="321888"/>
            </a:xfrm>
            <a:custGeom>
              <a:avLst/>
              <a:gdLst>
                <a:gd name="connsiteX0" fmla="*/ 246217 w 258599"/>
                <a:gd name="connsiteY0" fmla="*/ 84859 h 215651"/>
                <a:gd name="connsiteX1" fmla="*/ 245753 w 258599"/>
                <a:gd name="connsiteY1" fmla="*/ 85737 h 215651"/>
                <a:gd name="connsiteX2" fmla="*/ 245058 w 258599"/>
                <a:gd name="connsiteY2" fmla="*/ 85956 h 215651"/>
                <a:gd name="connsiteX3" fmla="*/ 244733 w 258599"/>
                <a:gd name="connsiteY3" fmla="*/ 85956 h 215651"/>
                <a:gd name="connsiteX4" fmla="*/ 230820 w 258599"/>
                <a:gd name="connsiteY4" fmla="*/ 82093 h 215651"/>
                <a:gd name="connsiteX5" fmla="*/ 230124 w 258599"/>
                <a:gd name="connsiteY5" fmla="*/ 81522 h 215651"/>
                <a:gd name="connsiteX6" fmla="*/ 224605 w 258599"/>
                <a:gd name="connsiteY6" fmla="*/ 70811 h 215651"/>
                <a:gd name="connsiteX7" fmla="*/ 224744 w 258599"/>
                <a:gd name="connsiteY7" fmla="*/ 69669 h 215651"/>
                <a:gd name="connsiteX8" fmla="*/ 235179 w 258599"/>
                <a:gd name="connsiteY8" fmla="*/ 56763 h 215651"/>
                <a:gd name="connsiteX9" fmla="*/ 236524 w 258599"/>
                <a:gd name="connsiteY9" fmla="*/ 56412 h 215651"/>
                <a:gd name="connsiteX10" fmla="*/ 243945 w 258599"/>
                <a:gd name="connsiteY10" fmla="*/ 59134 h 215651"/>
                <a:gd name="connsiteX11" fmla="*/ 243945 w 258599"/>
                <a:gd name="connsiteY11" fmla="*/ 34418 h 215651"/>
                <a:gd name="connsiteX12" fmla="*/ 236292 w 258599"/>
                <a:gd name="connsiteY12" fmla="*/ 22345 h 215651"/>
                <a:gd name="connsiteX13" fmla="*/ 236107 w 258599"/>
                <a:gd name="connsiteY13" fmla="*/ 21775 h 215651"/>
                <a:gd name="connsiteX14" fmla="*/ 236107 w 258599"/>
                <a:gd name="connsiteY14" fmla="*/ 17385 h 215651"/>
                <a:gd name="connsiteX15" fmla="*/ 233602 w 258599"/>
                <a:gd name="connsiteY15" fmla="*/ 5883 h 215651"/>
                <a:gd name="connsiteX16" fmla="*/ 229846 w 258599"/>
                <a:gd name="connsiteY16" fmla="*/ 2590 h 215651"/>
                <a:gd name="connsiteX17" fmla="*/ 216118 w 258599"/>
                <a:gd name="connsiteY17" fmla="*/ 2590 h 215651"/>
                <a:gd name="connsiteX18" fmla="*/ 215747 w 258599"/>
                <a:gd name="connsiteY18" fmla="*/ 2546 h 215651"/>
                <a:gd name="connsiteX19" fmla="*/ 209393 w 258599"/>
                <a:gd name="connsiteY19" fmla="*/ 439 h 215651"/>
                <a:gd name="connsiteX20" fmla="*/ 202669 w 258599"/>
                <a:gd name="connsiteY20" fmla="*/ 0 h 215651"/>
                <a:gd name="connsiteX21" fmla="*/ 198170 w 258599"/>
                <a:gd name="connsiteY21" fmla="*/ 2634 h 215651"/>
                <a:gd name="connsiteX22" fmla="*/ 198170 w 258599"/>
                <a:gd name="connsiteY22" fmla="*/ 4917 h 215651"/>
                <a:gd name="connsiteX23" fmla="*/ 197011 w 258599"/>
                <a:gd name="connsiteY23" fmla="*/ 6014 h 215651"/>
                <a:gd name="connsiteX24" fmla="*/ 191121 w 258599"/>
                <a:gd name="connsiteY24" fmla="*/ 6014 h 215651"/>
                <a:gd name="connsiteX25" fmla="*/ 177857 w 258599"/>
                <a:gd name="connsiteY25" fmla="*/ 18438 h 215651"/>
                <a:gd name="connsiteX26" fmla="*/ 177115 w 258599"/>
                <a:gd name="connsiteY26" fmla="*/ 18745 h 215651"/>
                <a:gd name="connsiteX27" fmla="*/ 165196 w 258599"/>
                <a:gd name="connsiteY27" fmla="*/ 33013 h 215651"/>
                <a:gd name="connsiteX28" fmla="*/ 164825 w 258599"/>
                <a:gd name="connsiteY28" fmla="*/ 33803 h 215651"/>
                <a:gd name="connsiteX29" fmla="*/ 156431 w 258599"/>
                <a:gd name="connsiteY29" fmla="*/ 41222 h 215651"/>
                <a:gd name="connsiteX30" fmla="*/ 155642 w 258599"/>
                <a:gd name="connsiteY30" fmla="*/ 41530 h 215651"/>
                <a:gd name="connsiteX31" fmla="*/ 148918 w 258599"/>
                <a:gd name="connsiteY31" fmla="*/ 41530 h 215651"/>
                <a:gd name="connsiteX32" fmla="*/ 140059 w 258599"/>
                <a:gd name="connsiteY32" fmla="*/ 59309 h 215651"/>
                <a:gd name="connsiteX33" fmla="*/ 125590 w 258599"/>
                <a:gd name="connsiteY33" fmla="*/ 59309 h 215651"/>
                <a:gd name="connsiteX34" fmla="*/ 125311 w 258599"/>
                <a:gd name="connsiteY34" fmla="*/ 59134 h 215651"/>
                <a:gd name="connsiteX35" fmla="*/ 121880 w 258599"/>
                <a:gd name="connsiteY35" fmla="*/ 56412 h 215651"/>
                <a:gd name="connsiteX36" fmla="*/ 117984 w 258599"/>
                <a:gd name="connsiteY36" fmla="*/ 56675 h 215651"/>
                <a:gd name="connsiteX37" fmla="*/ 117103 w 258599"/>
                <a:gd name="connsiteY37" fmla="*/ 56368 h 215651"/>
                <a:gd name="connsiteX38" fmla="*/ 111074 w 258599"/>
                <a:gd name="connsiteY38" fmla="*/ 50924 h 215651"/>
                <a:gd name="connsiteX39" fmla="*/ 103885 w 258599"/>
                <a:gd name="connsiteY39" fmla="*/ 51144 h 215651"/>
                <a:gd name="connsiteX40" fmla="*/ 96929 w 258599"/>
                <a:gd name="connsiteY40" fmla="*/ 66421 h 215651"/>
                <a:gd name="connsiteX41" fmla="*/ 96140 w 258599"/>
                <a:gd name="connsiteY41" fmla="*/ 67036 h 215651"/>
                <a:gd name="connsiteX42" fmla="*/ 90992 w 258599"/>
                <a:gd name="connsiteY42" fmla="*/ 68309 h 215651"/>
                <a:gd name="connsiteX43" fmla="*/ 82830 w 258599"/>
                <a:gd name="connsiteY43" fmla="*/ 77923 h 215651"/>
                <a:gd name="connsiteX44" fmla="*/ 81949 w 258599"/>
                <a:gd name="connsiteY44" fmla="*/ 78318 h 215651"/>
                <a:gd name="connsiteX45" fmla="*/ 69195 w 258599"/>
                <a:gd name="connsiteY45" fmla="*/ 78318 h 215651"/>
                <a:gd name="connsiteX46" fmla="*/ 68314 w 258599"/>
                <a:gd name="connsiteY46" fmla="*/ 77967 h 215651"/>
                <a:gd name="connsiteX47" fmla="*/ 63676 w 258599"/>
                <a:gd name="connsiteY47" fmla="*/ 73050 h 215651"/>
                <a:gd name="connsiteX48" fmla="*/ 63398 w 258599"/>
                <a:gd name="connsiteY48" fmla="*/ 72304 h 215651"/>
                <a:gd name="connsiteX49" fmla="*/ 63398 w 258599"/>
                <a:gd name="connsiteY49" fmla="*/ 69845 h 215651"/>
                <a:gd name="connsiteX50" fmla="*/ 63769 w 258599"/>
                <a:gd name="connsiteY50" fmla="*/ 69055 h 215651"/>
                <a:gd name="connsiteX51" fmla="*/ 67989 w 258599"/>
                <a:gd name="connsiteY51" fmla="*/ 65279 h 215651"/>
                <a:gd name="connsiteX52" fmla="*/ 56998 w 258599"/>
                <a:gd name="connsiteY52" fmla="*/ 44207 h 215651"/>
                <a:gd name="connsiteX53" fmla="*/ 56998 w 258599"/>
                <a:gd name="connsiteY53" fmla="*/ 103868 h 215651"/>
                <a:gd name="connsiteX54" fmla="*/ 56534 w 258599"/>
                <a:gd name="connsiteY54" fmla="*/ 104746 h 215651"/>
                <a:gd name="connsiteX55" fmla="*/ 55514 w 258599"/>
                <a:gd name="connsiteY55" fmla="*/ 104921 h 215651"/>
                <a:gd name="connsiteX56" fmla="*/ 43548 w 258599"/>
                <a:gd name="connsiteY56" fmla="*/ 112121 h 215651"/>
                <a:gd name="connsiteX57" fmla="*/ 42250 w 258599"/>
                <a:gd name="connsiteY57" fmla="*/ 112648 h 215651"/>
                <a:gd name="connsiteX58" fmla="*/ 37056 w 258599"/>
                <a:gd name="connsiteY58" fmla="*/ 111374 h 215651"/>
                <a:gd name="connsiteX59" fmla="*/ 27363 w 258599"/>
                <a:gd name="connsiteY59" fmla="*/ 112692 h 215651"/>
                <a:gd name="connsiteX60" fmla="*/ 14145 w 258599"/>
                <a:gd name="connsiteY60" fmla="*/ 108521 h 215651"/>
                <a:gd name="connsiteX61" fmla="*/ 13821 w 258599"/>
                <a:gd name="connsiteY61" fmla="*/ 107775 h 215651"/>
                <a:gd name="connsiteX62" fmla="*/ 13821 w 258599"/>
                <a:gd name="connsiteY62" fmla="*/ 102375 h 215651"/>
                <a:gd name="connsiteX63" fmla="*/ 10296 w 258599"/>
                <a:gd name="connsiteY63" fmla="*/ 97678 h 215651"/>
                <a:gd name="connsiteX64" fmla="*/ 5983 w 258599"/>
                <a:gd name="connsiteY64" fmla="*/ 99917 h 215651"/>
                <a:gd name="connsiteX65" fmla="*/ 5983 w 258599"/>
                <a:gd name="connsiteY65" fmla="*/ 105273 h 215651"/>
                <a:gd name="connsiteX66" fmla="*/ 4870 w 258599"/>
                <a:gd name="connsiteY66" fmla="*/ 106370 h 215651"/>
                <a:gd name="connsiteX67" fmla="*/ 93 w 258599"/>
                <a:gd name="connsiteY67" fmla="*/ 106633 h 215651"/>
                <a:gd name="connsiteX68" fmla="*/ 0 w 258599"/>
                <a:gd name="connsiteY68" fmla="*/ 106853 h 215651"/>
                <a:gd name="connsiteX69" fmla="*/ 5055 w 258599"/>
                <a:gd name="connsiteY69" fmla="*/ 115457 h 215651"/>
                <a:gd name="connsiteX70" fmla="*/ 25044 w 258599"/>
                <a:gd name="connsiteY70" fmla="*/ 157996 h 215651"/>
                <a:gd name="connsiteX71" fmla="*/ 27919 w 258599"/>
                <a:gd name="connsiteY71" fmla="*/ 178015 h 215651"/>
                <a:gd name="connsiteX72" fmla="*/ 22122 w 258599"/>
                <a:gd name="connsiteY72" fmla="*/ 178015 h 215651"/>
                <a:gd name="connsiteX73" fmla="*/ 22122 w 258599"/>
                <a:gd name="connsiteY73" fmla="*/ 183503 h 215651"/>
                <a:gd name="connsiteX74" fmla="*/ 25879 w 258599"/>
                <a:gd name="connsiteY74" fmla="*/ 191185 h 215651"/>
                <a:gd name="connsiteX75" fmla="*/ 30238 w 258599"/>
                <a:gd name="connsiteY75" fmla="*/ 197506 h 215651"/>
                <a:gd name="connsiteX76" fmla="*/ 38354 w 258599"/>
                <a:gd name="connsiteY76" fmla="*/ 207121 h 215651"/>
                <a:gd name="connsiteX77" fmla="*/ 42435 w 258599"/>
                <a:gd name="connsiteY77" fmla="*/ 208481 h 215651"/>
                <a:gd name="connsiteX78" fmla="*/ 45311 w 258599"/>
                <a:gd name="connsiteY78" fmla="*/ 212345 h 215651"/>
                <a:gd name="connsiteX79" fmla="*/ 55467 w 258599"/>
                <a:gd name="connsiteY79" fmla="*/ 215637 h 215651"/>
                <a:gd name="connsiteX80" fmla="*/ 67062 w 258599"/>
                <a:gd name="connsiteY80" fmla="*/ 210413 h 215651"/>
                <a:gd name="connsiteX81" fmla="*/ 71978 w 258599"/>
                <a:gd name="connsiteY81" fmla="*/ 208218 h 215651"/>
                <a:gd name="connsiteX82" fmla="*/ 75734 w 258599"/>
                <a:gd name="connsiteY82" fmla="*/ 209579 h 215651"/>
                <a:gd name="connsiteX83" fmla="*/ 79769 w 258599"/>
                <a:gd name="connsiteY83" fmla="*/ 207121 h 215651"/>
                <a:gd name="connsiteX84" fmla="*/ 90204 w 258599"/>
                <a:gd name="connsiteY84" fmla="*/ 202731 h 215651"/>
                <a:gd name="connsiteX85" fmla="*/ 98876 w 258599"/>
                <a:gd name="connsiteY85" fmla="*/ 201896 h 215651"/>
                <a:gd name="connsiteX86" fmla="*/ 110749 w 258599"/>
                <a:gd name="connsiteY86" fmla="*/ 201370 h 215651"/>
                <a:gd name="connsiteX87" fmla="*/ 123781 w 258599"/>
                <a:gd name="connsiteY87" fmla="*/ 203301 h 215651"/>
                <a:gd name="connsiteX88" fmla="*/ 133056 w 258599"/>
                <a:gd name="connsiteY88" fmla="*/ 204662 h 215651"/>
                <a:gd name="connsiteX89" fmla="*/ 133613 w 258599"/>
                <a:gd name="connsiteY89" fmla="*/ 200536 h 215651"/>
                <a:gd name="connsiteX90" fmla="*/ 138529 w 258599"/>
                <a:gd name="connsiteY90" fmla="*/ 200009 h 215651"/>
                <a:gd name="connsiteX91" fmla="*/ 142286 w 258599"/>
                <a:gd name="connsiteY91" fmla="*/ 202467 h 215651"/>
                <a:gd name="connsiteX92" fmla="*/ 145764 w 258599"/>
                <a:gd name="connsiteY92" fmla="*/ 200272 h 215651"/>
                <a:gd name="connsiteX93" fmla="*/ 144605 w 258599"/>
                <a:gd name="connsiteY93" fmla="*/ 197814 h 215651"/>
                <a:gd name="connsiteX94" fmla="*/ 153601 w 258599"/>
                <a:gd name="connsiteY94" fmla="*/ 195882 h 215651"/>
                <a:gd name="connsiteX95" fmla="*/ 170715 w 258599"/>
                <a:gd name="connsiteY95" fmla="*/ 190658 h 215651"/>
                <a:gd name="connsiteX96" fmla="*/ 203736 w 258599"/>
                <a:gd name="connsiteY96" fmla="*/ 159928 h 215651"/>
                <a:gd name="connsiteX97" fmla="*/ 230959 w 258599"/>
                <a:gd name="connsiteY97" fmla="*/ 125071 h 215651"/>
                <a:gd name="connsiteX98" fmla="*/ 234994 w 258599"/>
                <a:gd name="connsiteY98" fmla="*/ 119847 h 215651"/>
                <a:gd name="connsiteX99" fmla="*/ 238194 w 258599"/>
                <a:gd name="connsiteY99" fmla="*/ 114930 h 215651"/>
                <a:gd name="connsiteX100" fmla="*/ 243110 w 258599"/>
                <a:gd name="connsiteY100" fmla="*/ 112209 h 215651"/>
                <a:gd name="connsiteX101" fmla="*/ 247145 w 258599"/>
                <a:gd name="connsiteY101" fmla="*/ 109179 h 215651"/>
                <a:gd name="connsiteX102" fmla="*/ 251504 w 258599"/>
                <a:gd name="connsiteY102" fmla="*/ 106150 h 215651"/>
                <a:gd name="connsiteX103" fmla="*/ 252385 w 258599"/>
                <a:gd name="connsiteY103" fmla="*/ 99829 h 215651"/>
                <a:gd name="connsiteX104" fmla="*/ 252107 w 258599"/>
                <a:gd name="connsiteY104" fmla="*/ 94341 h 215651"/>
                <a:gd name="connsiteX105" fmla="*/ 254426 w 258599"/>
                <a:gd name="connsiteY105" fmla="*/ 92673 h 215651"/>
                <a:gd name="connsiteX106" fmla="*/ 256467 w 258599"/>
                <a:gd name="connsiteY106" fmla="*/ 87449 h 215651"/>
                <a:gd name="connsiteX107" fmla="*/ 258507 w 258599"/>
                <a:gd name="connsiteY107" fmla="*/ 78669 h 215651"/>
                <a:gd name="connsiteX108" fmla="*/ 258600 w 258599"/>
                <a:gd name="connsiteY108" fmla="*/ 77484 h 215651"/>
                <a:gd name="connsiteX109" fmla="*/ 246032 w 258599"/>
                <a:gd name="connsiteY109" fmla="*/ 76035 h 215651"/>
                <a:gd name="connsiteX110" fmla="*/ 246032 w 258599"/>
                <a:gd name="connsiteY110" fmla="*/ 84947 h 215651"/>
                <a:gd name="connsiteX111" fmla="*/ 205312 w 258599"/>
                <a:gd name="connsiteY111" fmla="*/ 121076 h 215651"/>
                <a:gd name="connsiteX112" fmla="*/ 204988 w 258599"/>
                <a:gd name="connsiteY112" fmla="*/ 121823 h 215651"/>
                <a:gd name="connsiteX113" fmla="*/ 201138 w 258599"/>
                <a:gd name="connsiteY113" fmla="*/ 125730 h 215651"/>
                <a:gd name="connsiteX114" fmla="*/ 200350 w 258599"/>
                <a:gd name="connsiteY114" fmla="*/ 129286 h 215651"/>
                <a:gd name="connsiteX115" fmla="*/ 199700 w 258599"/>
                <a:gd name="connsiteY115" fmla="*/ 130076 h 215651"/>
                <a:gd name="connsiteX116" fmla="*/ 186483 w 258599"/>
                <a:gd name="connsiteY116" fmla="*/ 135607 h 215651"/>
                <a:gd name="connsiteX117" fmla="*/ 185277 w 258599"/>
                <a:gd name="connsiteY117" fmla="*/ 141622 h 215651"/>
                <a:gd name="connsiteX118" fmla="*/ 184164 w 258599"/>
                <a:gd name="connsiteY118" fmla="*/ 142500 h 215651"/>
                <a:gd name="connsiteX119" fmla="*/ 183932 w 258599"/>
                <a:gd name="connsiteY119" fmla="*/ 142500 h 215651"/>
                <a:gd name="connsiteX120" fmla="*/ 171457 w 258599"/>
                <a:gd name="connsiteY120" fmla="*/ 136354 h 215651"/>
                <a:gd name="connsiteX121" fmla="*/ 171364 w 258599"/>
                <a:gd name="connsiteY121" fmla="*/ 135915 h 215651"/>
                <a:gd name="connsiteX122" fmla="*/ 171364 w 258599"/>
                <a:gd name="connsiteY122" fmla="*/ 132008 h 215651"/>
                <a:gd name="connsiteX123" fmla="*/ 167005 w 258599"/>
                <a:gd name="connsiteY123" fmla="*/ 123623 h 215651"/>
                <a:gd name="connsiteX124" fmla="*/ 171642 w 258599"/>
                <a:gd name="connsiteY124" fmla="*/ 117038 h 215651"/>
                <a:gd name="connsiteX125" fmla="*/ 179944 w 258599"/>
                <a:gd name="connsiteY125" fmla="*/ 109179 h 215651"/>
                <a:gd name="connsiteX126" fmla="*/ 182170 w 258599"/>
                <a:gd name="connsiteY126" fmla="*/ 109882 h 215651"/>
                <a:gd name="connsiteX127" fmla="*/ 192698 w 258599"/>
                <a:gd name="connsiteY127" fmla="*/ 104043 h 215651"/>
                <a:gd name="connsiteX128" fmla="*/ 193393 w 258599"/>
                <a:gd name="connsiteY128" fmla="*/ 104351 h 215651"/>
                <a:gd name="connsiteX129" fmla="*/ 204988 w 258599"/>
                <a:gd name="connsiteY129" fmla="*/ 114799 h 215651"/>
                <a:gd name="connsiteX130" fmla="*/ 205359 w 258599"/>
                <a:gd name="connsiteY130" fmla="*/ 115589 h 215651"/>
                <a:gd name="connsiteX131" fmla="*/ 205359 w 258599"/>
                <a:gd name="connsiteY131" fmla="*/ 121076 h 215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258599" h="215651">
                  <a:moveTo>
                    <a:pt x="246217" y="84859"/>
                  </a:moveTo>
                  <a:cubicBezTo>
                    <a:pt x="246217" y="85210"/>
                    <a:pt x="246032" y="85518"/>
                    <a:pt x="245753" y="85737"/>
                  </a:cubicBezTo>
                  <a:cubicBezTo>
                    <a:pt x="245568" y="85869"/>
                    <a:pt x="245289" y="85956"/>
                    <a:pt x="245058" y="85956"/>
                  </a:cubicBezTo>
                  <a:cubicBezTo>
                    <a:pt x="244965" y="85956"/>
                    <a:pt x="244826" y="85956"/>
                    <a:pt x="244733" y="85956"/>
                  </a:cubicBezTo>
                  <a:lnTo>
                    <a:pt x="230820" y="82093"/>
                  </a:lnTo>
                  <a:cubicBezTo>
                    <a:pt x="230495" y="82005"/>
                    <a:pt x="230263" y="81786"/>
                    <a:pt x="230124" y="81522"/>
                  </a:cubicBezTo>
                  <a:lnTo>
                    <a:pt x="224605" y="70811"/>
                  </a:lnTo>
                  <a:cubicBezTo>
                    <a:pt x="224420" y="70460"/>
                    <a:pt x="224466" y="69977"/>
                    <a:pt x="224744" y="69669"/>
                  </a:cubicBezTo>
                  <a:lnTo>
                    <a:pt x="235179" y="56763"/>
                  </a:lnTo>
                  <a:cubicBezTo>
                    <a:pt x="235504" y="56368"/>
                    <a:pt x="236060" y="56236"/>
                    <a:pt x="236524" y="56412"/>
                  </a:cubicBezTo>
                  <a:lnTo>
                    <a:pt x="243945" y="59134"/>
                  </a:lnTo>
                  <a:lnTo>
                    <a:pt x="243945" y="34418"/>
                  </a:lnTo>
                  <a:lnTo>
                    <a:pt x="236292" y="22345"/>
                  </a:lnTo>
                  <a:cubicBezTo>
                    <a:pt x="236292" y="22345"/>
                    <a:pt x="236107" y="21994"/>
                    <a:pt x="236107" y="21775"/>
                  </a:cubicBezTo>
                  <a:lnTo>
                    <a:pt x="236107" y="17385"/>
                  </a:lnTo>
                  <a:lnTo>
                    <a:pt x="233602" y="5883"/>
                  </a:lnTo>
                  <a:lnTo>
                    <a:pt x="229846" y="2590"/>
                  </a:lnTo>
                  <a:lnTo>
                    <a:pt x="216118" y="2590"/>
                  </a:lnTo>
                  <a:cubicBezTo>
                    <a:pt x="216118" y="2590"/>
                    <a:pt x="215840" y="2590"/>
                    <a:pt x="215747" y="2546"/>
                  </a:cubicBezTo>
                  <a:lnTo>
                    <a:pt x="209393" y="439"/>
                  </a:lnTo>
                  <a:cubicBezTo>
                    <a:pt x="206843" y="922"/>
                    <a:pt x="204570" y="746"/>
                    <a:pt x="202669" y="0"/>
                  </a:cubicBezTo>
                  <a:lnTo>
                    <a:pt x="198170" y="2634"/>
                  </a:lnTo>
                  <a:lnTo>
                    <a:pt x="198170" y="4917"/>
                  </a:lnTo>
                  <a:cubicBezTo>
                    <a:pt x="198170" y="5531"/>
                    <a:pt x="197660" y="6014"/>
                    <a:pt x="197011" y="6014"/>
                  </a:cubicBezTo>
                  <a:lnTo>
                    <a:pt x="191121" y="6014"/>
                  </a:lnTo>
                  <a:lnTo>
                    <a:pt x="177857" y="18438"/>
                  </a:lnTo>
                  <a:cubicBezTo>
                    <a:pt x="177857" y="18438"/>
                    <a:pt x="177393" y="18745"/>
                    <a:pt x="177115" y="18745"/>
                  </a:cubicBezTo>
                  <a:cubicBezTo>
                    <a:pt x="176651" y="18745"/>
                    <a:pt x="165428" y="19448"/>
                    <a:pt x="165196" y="33013"/>
                  </a:cubicBezTo>
                  <a:cubicBezTo>
                    <a:pt x="165196" y="33320"/>
                    <a:pt x="165057" y="33584"/>
                    <a:pt x="164825" y="33803"/>
                  </a:cubicBezTo>
                  <a:lnTo>
                    <a:pt x="156431" y="41222"/>
                  </a:lnTo>
                  <a:cubicBezTo>
                    <a:pt x="156431" y="41222"/>
                    <a:pt x="155920" y="41530"/>
                    <a:pt x="155642" y="41530"/>
                  </a:cubicBezTo>
                  <a:lnTo>
                    <a:pt x="148918" y="41530"/>
                  </a:lnTo>
                  <a:cubicBezTo>
                    <a:pt x="148686" y="45217"/>
                    <a:pt x="147387" y="56982"/>
                    <a:pt x="140059" y="59309"/>
                  </a:cubicBezTo>
                  <a:cubicBezTo>
                    <a:pt x="131897" y="61899"/>
                    <a:pt x="125868" y="59397"/>
                    <a:pt x="125590" y="59309"/>
                  </a:cubicBezTo>
                  <a:cubicBezTo>
                    <a:pt x="125497" y="59309"/>
                    <a:pt x="125404" y="59221"/>
                    <a:pt x="125311" y="59134"/>
                  </a:cubicBezTo>
                  <a:lnTo>
                    <a:pt x="121880" y="56412"/>
                  </a:lnTo>
                  <a:lnTo>
                    <a:pt x="117984" y="56675"/>
                  </a:lnTo>
                  <a:cubicBezTo>
                    <a:pt x="117613" y="56675"/>
                    <a:pt x="117335" y="56587"/>
                    <a:pt x="117103" y="56368"/>
                  </a:cubicBezTo>
                  <a:lnTo>
                    <a:pt x="111074" y="50924"/>
                  </a:lnTo>
                  <a:lnTo>
                    <a:pt x="103885" y="51144"/>
                  </a:lnTo>
                  <a:lnTo>
                    <a:pt x="96929" y="66421"/>
                  </a:lnTo>
                  <a:cubicBezTo>
                    <a:pt x="96789" y="66728"/>
                    <a:pt x="96511" y="66948"/>
                    <a:pt x="96140" y="67036"/>
                  </a:cubicBezTo>
                  <a:lnTo>
                    <a:pt x="90992" y="68309"/>
                  </a:lnTo>
                  <a:lnTo>
                    <a:pt x="82830" y="77923"/>
                  </a:lnTo>
                  <a:cubicBezTo>
                    <a:pt x="82598" y="78186"/>
                    <a:pt x="82274" y="78318"/>
                    <a:pt x="81949" y="78318"/>
                  </a:cubicBezTo>
                  <a:lnTo>
                    <a:pt x="69195" y="78318"/>
                  </a:lnTo>
                  <a:cubicBezTo>
                    <a:pt x="68870" y="78318"/>
                    <a:pt x="68546" y="78186"/>
                    <a:pt x="68314" y="77967"/>
                  </a:cubicBezTo>
                  <a:lnTo>
                    <a:pt x="63676" y="73050"/>
                  </a:lnTo>
                  <a:cubicBezTo>
                    <a:pt x="63676" y="73050"/>
                    <a:pt x="63398" y="72611"/>
                    <a:pt x="63398" y="72304"/>
                  </a:cubicBezTo>
                  <a:lnTo>
                    <a:pt x="63398" y="69845"/>
                  </a:lnTo>
                  <a:cubicBezTo>
                    <a:pt x="63398" y="69538"/>
                    <a:pt x="63537" y="69274"/>
                    <a:pt x="63769" y="69055"/>
                  </a:cubicBezTo>
                  <a:lnTo>
                    <a:pt x="67989" y="65279"/>
                  </a:lnTo>
                  <a:cubicBezTo>
                    <a:pt x="67711" y="62382"/>
                    <a:pt x="65949" y="47632"/>
                    <a:pt x="56998" y="44207"/>
                  </a:cubicBezTo>
                  <a:lnTo>
                    <a:pt x="56998" y="103868"/>
                  </a:lnTo>
                  <a:cubicBezTo>
                    <a:pt x="56998" y="104219"/>
                    <a:pt x="56812" y="104570"/>
                    <a:pt x="56534" y="104746"/>
                  </a:cubicBezTo>
                  <a:cubicBezTo>
                    <a:pt x="56256" y="104965"/>
                    <a:pt x="55838" y="105009"/>
                    <a:pt x="55514" y="104921"/>
                  </a:cubicBezTo>
                  <a:cubicBezTo>
                    <a:pt x="49253" y="102990"/>
                    <a:pt x="43595" y="112033"/>
                    <a:pt x="43548" y="112121"/>
                  </a:cubicBezTo>
                  <a:cubicBezTo>
                    <a:pt x="43270" y="112560"/>
                    <a:pt x="42760" y="112735"/>
                    <a:pt x="42250" y="112648"/>
                  </a:cubicBezTo>
                  <a:lnTo>
                    <a:pt x="37056" y="111374"/>
                  </a:lnTo>
                  <a:cubicBezTo>
                    <a:pt x="33345" y="112340"/>
                    <a:pt x="30099" y="112692"/>
                    <a:pt x="27363" y="112692"/>
                  </a:cubicBezTo>
                  <a:cubicBezTo>
                    <a:pt x="18319" y="112692"/>
                    <a:pt x="14377" y="108741"/>
                    <a:pt x="14145" y="108521"/>
                  </a:cubicBezTo>
                  <a:cubicBezTo>
                    <a:pt x="13960" y="108302"/>
                    <a:pt x="13821" y="108038"/>
                    <a:pt x="13821" y="107775"/>
                  </a:cubicBezTo>
                  <a:lnTo>
                    <a:pt x="13821" y="102375"/>
                  </a:lnTo>
                  <a:lnTo>
                    <a:pt x="10296" y="97678"/>
                  </a:lnTo>
                  <a:lnTo>
                    <a:pt x="5983" y="99917"/>
                  </a:lnTo>
                  <a:lnTo>
                    <a:pt x="5983" y="105273"/>
                  </a:lnTo>
                  <a:cubicBezTo>
                    <a:pt x="5983" y="105843"/>
                    <a:pt x="5519" y="106326"/>
                    <a:pt x="4870" y="106370"/>
                  </a:cubicBezTo>
                  <a:lnTo>
                    <a:pt x="93" y="106633"/>
                  </a:lnTo>
                  <a:lnTo>
                    <a:pt x="0" y="106853"/>
                  </a:lnTo>
                  <a:lnTo>
                    <a:pt x="5055" y="115457"/>
                  </a:lnTo>
                  <a:cubicBezTo>
                    <a:pt x="5055" y="115457"/>
                    <a:pt x="14887" y="148646"/>
                    <a:pt x="25044" y="157996"/>
                  </a:cubicBezTo>
                  <a:cubicBezTo>
                    <a:pt x="35200" y="167303"/>
                    <a:pt x="27919" y="178015"/>
                    <a:pt x="27919" y="178015"/>
                  </a:cubicBezTo>
                  <a:lnTo>
                    <a:pt x="22122" y="178015"/>
                  </a:lnTo>
                  <a:lnTo>
                    <a:pt x="22122" y="183503"/>
                  </a:lnTo>
                  <a:lnTo>
                    <a:pt x="25879" y="191185"/>
                  </a:lnTo>
                  <a:lnTo>
                    <a:pt x="30238" y="197506"/>
                  </a:lnTo>
                  <a:lnTo>
                    <a:pt x="38354" y="207121"/>
                  </a:lnTo>
                  <a:lnTo>
                    <a:pt x="42435" y="208481"/>
                  </a:lnTo>
                  <a:lnTo>
                    <a:pt x="45311" y="212345"/>
                  </a:lnTo>
                  <a:cubicBezTo>
                    <a:pt x="45311" y="212345"/>
                    <a:pt x="53148" y="215901"/>
                    <a:pt x="55467" y="215637"/>
                  </a:cubicBezTo>
                  <a:cubicBezTo>
                    <a:pt x="57786" y="215374"/>
                    <a:pt x="67062" y="210413"/>
                    <a:pt x="67062" y="210413"/>
                  </a:cubicBezTo>
                  <a:lnTo>
                    <a:pt x="71978" y="208218"/>
                  </a:lnTo>
                  <a:lnTo>
                    <a:pt x="75734" y="209579"/>
                  </a:lnTo>
                  <a:lnTo>
                    <a:pt x="79769" y="207121"/>
                  </a:lnTo>
                  <a:cubicBezTo>
                    <a:pt x="79769" y="207121"/>
                    <a:pt x="85844" y="209316"/>
                    <a:pt x="90204" y="202731"/>
                  </a:cubicBezTo>
                  <a:cubicBezTo>
                    <a:pt x="90204" y="202731"/>
                    <a:pt x="95723" y="201370"/>
                    <a:pt x="98876" y="201896"/>
                  </a:cubicBezTo>
                  <a:cubicBezTo>
                    <a:pt x="102076" y="202423"/>
                    <a:pt x="109311" y="204618"/>
                    <a:pt x="110749" y="201370"/>
                  </a:cubicBezTo>
                  <a:cubicBezTo>
                    <a:pt x="110749" y="201370"/>
                    <a:pt x="116824" y="200536"/>
                    <a:pt x="123781" y="203301"/>
                  </a:cubicBezTo>
                  <a:cubicBezTo>
                    <a:pt x="130738" y="206067"/>
                    <a:pt x="133056" y="204662"/>
                    <a:pt x="133056" y="204662"/>
                  </a:cubicBezTo>
                  <a:lnTo>
                    <a:pt x="133613" y="200536"/>
                  </a:lnTo>
                  <a:lnTo>
                    <a:pt x="138529" y="200009"/>
                  </a:lnTo>
                  <a:lnTo>
                    <a:pt x="142286" y="202467"/>
                  </a:lnTo>
                  <a:lnTo>
                    <a:pt x="145764" y="200272"/>
                  </a:lnTo>
                  <a:lnTo>
                    <a:pt x="144605" y="197814"/>
                  </a:lnTo>
                  <a:cubicBezTo>
                    <a:pt x="144605" y="197814"/>
                    <a:pt x="146321" y="194521"/>
                    <a:pt x="153601" y="195882"/>
                  </a:cubicBezTo>
                  <a:cubicBezTo>
                    <a:pt x="160837" y="197243"/>
                    <a:pt x="170715" y="190658"/>
                    <a:pt x="170715" y="190658"/>
                  </a:cubicBezTo>
                  <a:cubicBezTo>
                    <a:pt x="170715" y="190658"/>
                    <a:pt x="198819" y="170376"/>
                    <a:pt x="203736" y="159928"/>
                  </a:cubicBezTo>
                  <a:cubicBezTo>
                    <a:pt x="203736" y="159928"/>
                    <a:pt x="222008" y="148119"/>
                    <a:pt x="230959" y="125071"/>
                  </a:cubicBezTo>
                  <a:lnTo>
                    <a:pt x="234994" y="119847"/>
                  </a:lnTo>
                  <a:lnTo>
                    <a:pt x="238194" y="114930"/>
                  </a:lnTo>
                  <a:lnTo>
                    <a:pt x="243110" y="112209"/>
                  </a:lnTo>
                  <a:lnTo>
                    <a:pt x="247145" y="109179"/>
                  </a:lnTo>
                  <a:lnTo>
                    <a:pt x="251504" y="106150"/>
                  </a:lnTo>
                  <a:lnTo>
                    <a:pt x="252385" y="99829"/>
                  </a:lnTo>
                  <a:lnTo>
                    <a:pt x="252107" y="94341"/>
                  </a:lnTo>
                  <a:lnTo>
                    <a:pt x="254426" y="92673"/>
                  </a:lnTo>
                  <a:lnTo>
                    <a:pt x="256467" y="87449"/>
                  </a:lnTo>
                  <a:lnTo>
                    <a:pt x="258507" y="78669"/>
                  </a:lnTo>
                  <a:lnTo>
                    <a:pt x="258600" y="77484"/>
                  </a:lnTo>
                  <a:lnTo>
                    <a:pt x="246032" y="76035"/>
                  </a:lnTo>
                  <a:lnTo>
                    <a:pt x="246032" y="84947"/>
                  </a:lnTo>
                  <a:close/>
                  <a:moveTo>
                    <a:pt x="205312" y="121076"/>
                  </a:moveTo>
                  <a:cubicBezTo>
                    <a:pt x="205312" y="121340"/>
                    <a:pt x="205219" y="121603"/>
                    <a:pt x="204988" y="121823"/>
                  </a:cubicBezTo>
                  <a:lnTo>
                    <a:pt x="201138" y="125730"/>
                  </a:lnTo>
                  <a:lnTo>
                    <a:pt x="200350" y="129286"/>
                  </a:lnTo>
                  <a:cubicBezTo>
                    <a:pt x="200257" y="129637"/>
                    <a:pt x="200025" y="129900"/>
                    <a:pt x="199700" y="130076"/>
                  </a:cubicBezTo>
                  <a:lnTo>
                    <a:pt x="186483" y="135607"/>
                  </a:lnTo>
                  <a:lnTo>
                    <a:pt x="185277" y="141622"/>
                  </a:lnTo>
                  <a:cubicBezTo>
                    <a:pt x="185185" y="142148"/>
                    <a:pt x="184721" y="142500"/>
                    <a:pt x="184164" y="142500"/>
                  </a:cubicBezTo>
                  <a:lnTo>
                    <a:pt x="183932" y="142500"/>
                  </a:lnTo>
                  <a:cubicBezTo>
                    <a:pt x="182309" y="142500"/>
                    <a:pt x="174100" y="142192"/>
                    <a:pt x="171457" y="136354"/>
                  </a:cubicBezTo>
                  <a:cubicBezTo>
                    <a:pt x="171410" y="136222"/>
                    <a:pt x="171364" y="136090"/>
                    <a:pt x="171364" y="135915"/>
                  </a:cubicBezTo>
                  <a:lnTo>
                    <a:pt x="171364" y="132008"/>
                  </a:lnTo>
                  <a:cubicBezTo>
                    <a:pt x="170158" y="130954"/>
                    <a:pt x="166773" y="127574"/>
                    <a:pt x="167005" y="123623"/>
                  </a:cubicBezTo>
                  <a:cubicBezTo>
                    <a:pt x="167144" y="121120"/>
                    <a:pt x="168721" y="118881"/>
                    <a:pt x="171642" y="117038"/>
                  </a:cubicBezTo>
                  <a:cubicBezTo>
                    <a:pt x="172616" y="115194"/>
                    <a:pt x="176048" y="109179"/>
                    <a:pt x="179944" y="109179"/>
                  </a:cubicBezTo>
                  <a:cubicBezTo>
                    <a:pt x="180732" y="109179"/>
                    <a:pt x="181474" y="109443"/>
                    <a:pt x="182170" y="109882"/>
                  </a:cubicBezTo>
                  <a:cubicBezTo>
                    <a:pt x="183608" y="107643"/>
                    <a:pt x="186947" y="103648"/>
                    <a:pt x="192698" y="104043"/>
                  </a:cubicBezTo>
                  <a:cubicBezTo>
                    <a:pt x="192976" y="104043"/>
                    <a:pt x="193208" y="104175"/>
                    <a:pt x="193393" y="104351"/>
                  </a:cubicBezTo>
                  <a:lnTo>
                    <a:pt x="204988" y="114799"/>
                  </a:lnTo>
                  <a:cubicBezTo>
                    <a:pt x="204988" y="114799"/>
                    <a:pt x="205359" y="115282"/>
                    <a:pt x="205359" y="115589"/>
                  </a:cubicBezTo>
                  <a:lnTo>
                    <a:pt x="205359" y="12107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2" name="Freeform: Shape 2161">
              <a:extLst>
                <a:ext uri="{FF2B5EF4-FFF2-40B4-BE49-F238E27FC236}">
                  <a16:creationId xmlns:a16="http://schemas.microsoft.com/office/drawing/2014/main" id="{3DF41EE4-111A-0816-5EC4-685CF0DE99C0}"/>
                </a:ext>
              </a:extLst>
            </p:cNvPr>
            <p:cNvSpPr>
              <a:spLocks/>
            </p:cNvSpPr>
            <p:nvPr/>
          </p:nvSpPr>
          <p:spPr>
            <a:xfrm>
              <a:off x="6415109" y="4674209"/>
              <a:ext cx="30666" cy="36890"/>
            </a:xfrm>
            <a:custGeom>
              <a:avLst/>
              <a:gdLst>
                <a:gd name="connsiteX0" fmla="*/ 46 w 20545"/>
                <a:gd name="connsiteY0" fmla="*/ 11765 h 24715"/>
                <a:gd name="connsiteX1" fmla="*/ 5009 w 20545"/>
                <a:gd name="connsiteY1" fmla="*/ 21423 h 24715"/>
                <a:gd name="connsiteX2" fmla="*/ 16928 w 20545"/>
                <a:gd name="connsiteY2" fmla="*/ 24716 h 24715"/>
                <a:gd name="connsiteX3" fmla="*/ 16928 w 20545"/>
                <a:gd name="connsiteY3" fmla="*/ 16024 h 24715"/>
                <a:gd name="connsiteX4" fmla="*/ 16928 w 20545"/>
                <a:gd name="connsiteY4" fmla="*/ 15980 h 24715"/>
                <a:gd name="connsiteX5" fmla="*/ 16928 w 20545"/>
                <a:gd name="connsiteY5" fmla="*/ 15892 h 24715"/>
                <a:gd name="connsiteX6" fmla="*/ 17020 w 20545"/>
                <a:gd name="connsiteY6" fmla="*/ 15760 h 24715"/>
                <a:gd name="connsiteX7" fmla="*/ 17020 w 20545"/>
                <a:gd name="connsiteY7" fmla="*/ 15628 h 24715"/>
                <a:gd name="connsiteX8" fmla="*/ 20545 w 20545"/>
                <a:gd name="connsiteY8" fmla="*/ 6848 h 24715"/>
                <a:gd name="connsiteX9" fmla="*/ 17345 w 20545"/>
                <a:gd name="connsiteY9" fmla="*/ 2898 h 24715"/>
                <a:gd name="connsiteX10" fmla="*/ 9461 w 20545"/>
                <a:gd name="connsiteY10" fmla="*/ 0 h 24715"/>
                <a:gd name="connsiteX11" fmla="*/ 0 w 20545"/>
                <a:gd name="connsiteY11" fmla="*/ 11722 h 2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45" h="24715">
                  <a:moveTo>
                    <a:pt x="46" y="11765"/>
                  </a:moveTo>
                  <a:lnTo>
                    <a:pt x="5009" y="21423"/>
                  </a:lnTo>
                  <a:lnTo>
                    <a:pt x="16928" y="24716"/>
                  </a:lnTo>
                  <a:lnTo>
                    <a:pt x="16928" y="16024"/>
                  </a:lnTo>
                  <a:cubicBezTo>
                    <a:pt x="16928" y="16024"/>
                    <a:pt x="16928" y="16024"/>
                    <a:pt x="16928" y="15980"/>
                  </a:cubicBezTo>
                  <a:cubicBezTo>
                    <a:pt x="16928" y="15980"/>
                    <a:pt x="16928" y="15980"/>
                    <a:pt x="16928" y="15892"/>
                  </a:cubicBezTo>
                  <a:cubicBezTo>
                    <a:pt x="16928" y="15848"/>
                    <a:pt x="16974" y="15804"/>
                    <a:pt x="17020" y="15760"/>
                  </a:cubicBezTo>
                  <a:cubicBezTo>
                    <a:pt x="17020" y="15716"/>
                    <a:pt x="17020" y="15672"/>
                    <a:pt x="17020" y="15628"/>
                  </a:cubicBezTo>
                  <a:lnTo>
                    <a:pt x="20545" y="6848"/>
                  </a:lnTo>
                  <a:lnTo>
                    <a:pt x="17345" y="2898"/>
                  </a:lnTo>
                  <a:lnTo>
                    <a:pt x="9461" y="0"/>
                  </a:lnTo>
                  <a:lnTo>
                    <a:pt x="0" y="117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3" name="Freeform: Shape 2162">
              <a:extLst>
                <a:ext uri="{FF2B5EF4-FFF2-40B4-BE49-F238E27FC236}">
                  <a16:creationId xmlns:a16="http://schemas.microsoft.com/office/drawing/2014/main" id="{B40F52DE-2781-3729-36F4-ABCC5A9AF22C}"/>
                </a:ext>
              </a:extLst>
            </p:cNvPr>
            <p:cNvSpPr>
              <a:spLocks/>
            </p:cNvSpPr>
            <p:nvPr/>
          </p:nvSpPr>
          <p:spPr>
            <a:xfrm>
              <a:off x="6385066" y="4101769"/>
              <a:ext cx="257167" cy="362691"/>
            </a:xfrm>
            <a:custGeom>
              <a:avLst/>
              <a:gdLst>
                <a:gd name="connsiteX0" fmla="*/ 126935 w 172291"/>
                <a:gd name="connsiteY0" fmla="*/ 35998 h 242987"/>
                <a:gd name="connsiteX1" fmla="*/ 126935 w 172291"/>
                <a:gd name="connsiteY1" fmla="*/ 29764 h 242987"/>
                <a:gd name="connsiteX2" fmla="*/ 104627 w 172291"/>
                <a:gd name="connsiteY2" fmla="*/ 17999 h 242987"/>
                <a:gd name="connsiteX3" fmla="*/ 84639 w 172291"/>
                <a:gd name="connsiteY3" fmla="*/ 7858 h 242987"/>
                <a:gd name="connsiteX4" fmla="*/ 71096 w 172291"/>
                <a:gd name="connsiteY4" fmla="*/ 1317 h 242987"/>
                <a:gd name="connsiteX5" fmla="*/ 60569 w 172291"/>
                <a:gd name="connsiteY5" fmla="*/ 11809 h 242987"/>
                <a:gd name="connsiteX6" fmla="*/ 54772 w 172291"/>
                <a:gd name="connsiteY6" fmla="*/ 13170 h 242987"/>
                <a:gd name="connsiteX7" fmla="*/ 54772 w 172291"/>
                <a:gd name="connsiteY7" fmla="*/ 16463 h 242987"/>
                <a:gd name="connsiteX8" fmla="*/ 67804 w 172291"/>
                <a:gd name="connsiteY8" fmla="*/ 15365 h 242987"/>
                <a:gd name="connsiteX9" fmla="*/ 60847 w 172291"/>
                <a:gd name="connsiteY9" fmla="*/ 20853 h 242987"/>
                <a:gd name="connsiteX10" fmla="*/ 54772 w 172291"/>
                <a:gd name="connsiteY10" fmla="*/ 19755 h 242987"/>
                <a:gd name="connsiteX11" fmla="*/ 46656 w 172291"/>
                <a:gd name="connsiteY11" fmla="*/ 20853 h 242987"/>
                <a:gd name="connsiteX12" fmla="*/ 42296 w 172291"/>
                <a:gd name="connsiteY12" fmla="*/ 18131 h 242987"/>
                <a:gd name="connsiteX13" fmla="*/ 33299 w 172291"/>
                <a:gd name="connsiteY13" fmla="*/ 24716 h 242987"/>
                <a:gd name="connsiteX14" fmla="*/ 33299 w 172291"/>
                <a:gd name="connsiteY14" fmla="*/ 20062 h 242987"/>
                <a:gd name="connsiteX15" fmla="*/ 39374 w 172291"/>
                <a:gd name="connsiteY15" fmla="*/ 17033 h 242987"/>
                <a:gd name="connsiteX16" fmla="*/ 31536 w 172291"/>
                <a:gd name="connsiteY16" fmla="*/ 16199 h 242987"/>
                <a:gd name="connsiteX17" fmla="*/ 31536 w 172291"/>
                <a:gd name="connsiteY17" fmla="*/ 9614 h 242987"/>
                <a:gd name="connsiteX18" fmla="*/ 37612 w 172291"/>
                <a:gd name="connsiteY18" fmla="*/ 1668 h 242987"/>
                <a:gd name="connsiteX19" fmla="*/ 36731 w 172291"/>
                <a:gd name="connsiteY19" fmla="*/ 0 h 242987"/>
                <a:gd name="connsiteX20" fmla="*/ 16650 w 172291"/>
                <a:gd name="connsiteY20" fmla="*/ 0 h 242987"/>
                <a:gd name="connsiteX21" fmla="*/ 22957 w 172291"/>
                <a:gd name="connsiteY21" fmla="*/ 11019 h 242987"/>
                <a:gd name="connsiteX22" fmla="*/ 23003 w 172291"/>
                <a:gd name="connsiteY22" fmla="*/ 11941 h 242987"/>
                <a:gd name="connsiteX23" fmla="*/ 19525 w 172291"/>
                <a:gd name="connsiteY23" fmla="*/ 19887 h 242987"/>
                <a:gd name="connsiteX24" fmla="*/ 18458 w 172291"/>
                <a:gd name="connsiteY24" fmla="*/ 20545 h 242987"/>
                <a:gd name="connsiteX25" fmla="*/ 16000 w 172291"/>
                <a:gd name="connsiteY25" fmla="*/ 20545 h 242987"/>
                <a:gd name="connsiteX26" fmla="*/ 15397 w 172291"/>
                <a:gd name="connsiteY26" fmla="*/ 25418 h 242987"/>
                <a:gd name="connsiteX27" fmla="*/ 21333 w 172291"/>
                <a:gd name="connsiteY27" fmla="*/ 26603 h 242987"/>
                <a:gd name="connsiteX28" fmla="*/ 22261 w 172291"/>
                <a:gd name="connsiteY28" fmla="*/ 27877 h 242987"/>
                <a:gd name="connsiteX29" fmla="*/ 21380 w 172291"/>
                <a:gd name="connsiteY29" fmla="*/ 32793 h 242987"/>
                <a:gd name="connsiteX30" fmla="*/ 20684 w 172291"/>
                <a:gd name="connsiteY30" fmla="*/ 33628 h 242987"/>
                <a:gd name="connsiteX31" fmla="*/ 15026 w 172291"/>
                <a:gd name="connsiteY31" fmla="*/ 35910 h 242987"/>
                <a:gd name="connsiteX32" fmla="*/ 12893 w 172291"/>
                <a:gd name="connsiteY32" fmla="*/ 40476 h 242987"/>
                <a:gd name="connsiteX33" fmla="*/ 5241 w 172291"/>
                <a:gd name="connsiteY33" fmla="*/ 50529 h 242987"/>
                <a:gd name="connsiteX34" fmla="*/ 4313 w 172291"/>
                <a:gd name="connsiteY34" fmla="*/ 50968 h 242987"/>
                <a:gd name="connsiteX35" fmla="*/ 0 w 172291"/>
                <a:gd name="connsiteY35" fmla="*/ 50968 h 242987"/>
                <a:gd name="connsiteX36" fmla="*/ 0 w 172291"/>
                <a:gd name="connsiteY36" fmla="*/ 54831 h 242987"/>
                <a:gd name="connsiteX37" fmla="*/ 3710 w 172291"/>
                <a:gd name="connsiteY37" fmla="*/ 58387 h 242987"/>
                <a:gd name="connsiteX38" fmla="*/ 3710 w 172291"/>
                <a:gd name="connsiteY38" fmla="*/ 64972 h 242987"/>
                <a:gd name="connsiteX39" fmla="*/ 7188 w 172291"/>
                <a:gd name="connsiteY39" fmla="*/ 69889 h 242987"/>
                <a:gd name="connsiteX40" fmla="*/ 2551 w 172291"/>
                <a:gd name="connsiteY40" fmla="*/ 74806 h 242987"/>
                <a:gd name="connsiteX41" fmla="*/ 4916 w 172291"/>
                <a:gd name="connsiteY41" fmla="*/ 78098 h 242987"/>
                <a:gd name="connsiteX42" fmla="*/ 15861 w 172291"/>
                <a:gd name="connsiteY42" fmla="*/ 95131 h 242987"/>
                <a:gd name="connsiteX43" fmla="*/ 24255 w 172291"/>
                <a:gd name="connsiteY43" fmla="*/ 109882 h 242987"/>
                <a:gd name="connsiteX44" fmla="*/ 25368 w 172291"/>
                <a:gd name="connsiteY44" fmla="*/ 111287 h 242987"/>
                <a:gd name="connsiteX45" fmla="*/ 28893 w 172291"/>
                <a:gd name="connsiteY45" fmla="*/ 111287 h 242987"/>
                <a:gd name="connsiteX46" fmla="*/ 29774 w 172291"/>
                <a:gd name="connsiteY46" fmla="*/ 111682 h 242987"/>
                <a:gd name="connsiteX47" fmla="*/ 33948 w 172291"/>
                <a:gd name="connsiteY47" fmla="*/ 116423 h 242987"/>
                <a:gd name="connsiteX48" fmla="*/ 37751 w 172291"/>
                <a:gd name="connsiteY48" fmla="*/ 117959 h 242987"/>
                <a:gd name="connsiteX49" fmla="*/ 49531 w 172291"/>
                <a:gd name="connsiteY49" fmla="*/ 121779 h 242987"/>
                <a:gd name="connsiteX50" fmla="*/ 49809 w 172291"/>
                <a:gd name="connsiteY50" fmla="*/ 121911 h 242987"/>
                <a:gd name="connsiteX51" fmla="*/ 57647 w 172291"/>
                <a:gd name="connsiteY51" fmla="*/ 126827 h 242987"/>
                <a:gd name="connsiteX52" fmla="*/ 58111 w 172291"/>
                <a:gd name="connsiteY52" fmla="*/ 127398 h 242987"/>
                <a:gd name="connsiteX53" fmla="*/ 60383 w 172291"/>
                <a:gd name="connsiteY53" fmla="*/ 134115 h 242987"/>
                <a:gd name="connsiteX54" fmla="*/ 65809 w 172291"/>
                <a:gd name="connsiteY54" fmla="*/ 141666 h 242987"/>
                <a:gd name="connsiteX55" fmla="*/ 65624 w 172291"/>
                <a:gd name="connsiteY55" fmla="*/ 143114 h 242987"/>
                <a:gd name="connsiteX56" fmla="*/ 59688 w 172291"/>
                <a:gd name="connsiteY56" fmla="*/ 148031 h 242987"/>
                <a:gd name="connsiteX57" fmla="*/ 63259 w 172291"/>
                <a:gd name="connsiteY57" fmla="*/ 150753 h 242987"/>
                <a:gd name="connsiteX58" fmla="*/ 63444 w 172291"/>
                <a:gd name="connsiteY58" fmla="*/ 152289 h 242987"/>
                <a:gd name="connsiteX59" fmla="*/ 60198 w 172291"/>
                <a:gd name="connsiteY59" fmla="*/ 156153 h 242987"/>
                <a:gd name="connsiteX60" fmla="*/ 59409 w 172291"/>
                <a:gd name="connsiteY60" fmla="*/ 167479 h 242987"/>
                <a:gd name="connsiteX61" fmla="*/ 63259 w 172291"/>
                <a:gd name="connsiteY61" fmla="*/ 170245 h 242987"/>
                <a:gd name="connsiteX62" fmla="*/ 63722 w 172291"/>
                <a:gd name="connsiteY62" fmla="*/ 171210 h 242987"/>
                <a:gd name="connsiteX63" fmla="*/ 63119 w 172291"/>
                <a:gd name="connsiteY63" fmla="*/ 172088 h 242987"/>
                <a:gd name="connsiteX64" fmla="*/ 56209 w 172291"/>
                <a:gd name="connsiteY64" fmla="*/ 175600 h 242987"/>
                <a:gd name="connsiteX65" fmla="*/ 56209 w 172291"/>
                <a:gd name="connsiteY65" fmla="*/ 183195 h 242987"/>
                <a:gd name="connsiteX66" fmla="*/ 55885 w 172291"/>
                <a:gd name="connsiteY66" fmla="*/ 183985 h 242987"/>
                <a:gd name="connsiteX67" fmla="*/ 50922 w 172291"/>
                <a:gd name="connsiteY67" fmla="*/ 188682 h 242987"/>
                <a:gd name="connsiteX68" fmla="*/ 57322 w 172291"/>
                <a:gd name="connsiteY68" fmla="*/ 194741 h 242987"/>
                <a:gd name="connsiteX69" fmla="*/ 64882 w 172291"/>
                <a:gd name="connsiteY69" fmla="*/ 201633 h 242987"/>
                <a:gd name="connsiteX70" fmla="*/ 74667 w 172291"/>
                <a:gd name="connsiteY70" fmla="*/ 200755 h 242987"/>
                <a:gd name="connsiteX71" fmla="*/ 78424 w 172291"/>
                <a:gd name="connsiteY71" fmla="*/ 204091 h 242987"/>
                <a:gd name="connsiteX72" fmla="*/ 75920 w 172291"/>
                <a:gd name="connsiteY72" fmla="*/ 224022 h 242987"/>
                <a:gd name="connsiteX73" fmla="*/ 77543 w 172291"/>
                <a:gd name="connsiteY73" fmla="*/ 225383 h 242987"/>
                <a:gd name="connsiteX74" fmla="*/ 77867 w 172291"/>
                <a:gd name="connsiteY74" fmla="*/ 225822 h 242987"/>
                <a:gd name="connsiteX75" fmla="*/ 79491 w 172291"/>
                <a:gd name="connsiteY75" fmla="*/ 229993 h 242987"/>
                <a:gd name="connsiteX76" fmla="*/ 88580 w 172291"/>
                <a:gd name="connsiteY76" fmla="*/ 238334 h 242987"/>
                <a:gd name="connsiteX77" fmla="*/ 88952 w 172291"/>
                <a:gd name="connsiteY77" fmla="*/ 239124 h 242987"/>
                <a:gd name="connsiteX78" fmla="*/ 88952 w 172291"/>
                <a:gd name="connsiteY78" fmla="*/ 242987 h 242987"/>
                <a:gd name="connsiteX79" fmla="*/ 90111 w 172291"/>
                <a:gd name="connsiteY79" fmla="*/ 242987 h 242987"/>
                <a:gd name="connsiteX80" fmla="*/ 90111 w 172291"/>
                <a:gd name="connsiteY80" fmla="*/ 236753 h 242987"/>
                <a:gd name="connsiteX81" fmla="*/ 88024 w 172291"/>
                <a:gd name="connsiteY81" fmla="*/ 234031 h 242987"/>
                <a:gd name="connsiteX82" fmla="*/ 88024 w 172291"/>
                <a:gd name="connsiteY82" fmla="*/ 232758 h 242987"/>
                <a:gd name="connsiteX83" fmla="*/ 92940 w 172291"/>
                <a:gd name="connsiteY83" fmla="*/ 226173 h 242987"/>
                <a:gd name="connsiteX84" fmla="*/ 93682 w 172291"/>
                <a:gd name="connsiteY84" fmla="*/ 225734 h 242987"/>
                <a:gd name="connsiteX85" fmla="*/ 97160 w 172291"/>
                <a:gd name="connsiteY85" fmla="*/ 225207 h 242987"/>
                <a:gd name="connsiteX86" fmla="*/ 98227 w 172291"/>
                <a:gd name="connsiteY86" fmla="*/ 225207 h 242987"/>
                <a:gd name="connsiteX87" fmla="*/ 98227 w 172291"/>
                <a:gd name="connsiteY87" fmla="*/ 212037 h 242987"/>
                <a:gd name="connsiteX88" fmla="*/ 99572 w 172291"/>
                <a:gd name="connsiteY88" fmla="*/ 205540 h 242987"/>
                <a:gd name="connsiteX89" fmla="*/ 89508 w 172291"/>
                <a:gd name="connsiteY89" fmla="*/ 196541 h 242987"/>
                <a:gd name="connsiteX90" fmla="*/ 89508 w 172291"/>
                <a:gd name="connsiteY90" fmla="*/ 201062 h 242987"/>
                <a:gd name="connsiteX91" fmla="*/ 84870 w 172291"/>
                <a:gd name="connsiteY91" fmla="*/ 196145 h 242987"/>
                <a:gd name="connsiteX92" fmla="*/ 80789 w 172291"/>
                <a:gd name="connsiteY92" fmla="*/ 198604 h 242987"/>
                <a:gd name="connsiteX93" fmla="*/ 73601 w 172291"/>
                <a:gd name="connsiteY93" fmla="*/ 170245 h 242987"/>
                <a:gd name="connsiteX94" fmla="*/ 74992 w 172291"/>
                <a:gd name="connsiteY94" fmla="*/ 160718 h 242987"/>
                <a:gd name="connsiteX95" fmla="*/ 73972 w 172291"/>
                <a:gd name="connsiteY95" fmla="*/ 139031 h 242987"/>
                <a:gd name="connsiteX96" fmla="*/ 69473 w 172291"/>
                <a:gd name="connsiteY96" fmla="*/ 125598 h 242987"/>
                <a:gd name="connsiteX97" fmla="*/ 78470 w 172291"/>
                <a:gd name="connsiteY97" fmla="*/ 134905 h 242987"/>
                <a:gd name="connsiteX98" fmla="*/ 79120 w 172291"/>
                <a:gd name="connsiteY98" fmla="*/ 148602 h 242987"/>
                <a:gd name="connsiteX99" fmla="*/ 85427 w 172291"/>
                <a:gd name="connsiteY99" fmla="*/ 157119 h 242987"/>
                <a:gd name="connsiteX100" fmla="*/ 95259 w 172291"/>
                <a:gd name="connsiteY100" fmla="*/ 157119 h 242987"/>
                <a:gd name="connsiteX101" fmla="*/ 98459 w 172291"/>
                <a:gd name="connsiteY101" fmla="*/ 155099 h 242987"/>
                <a:gd name="connsiteX102" fmla="*/ 99711 w 172291"/>
                <a:gd name="connsiteY102" fmla="*/ 155099 h 242987"/>
                <a:gd name="connsiteX103" fmla="*/ 106158 w 172291"/>
                <a:gd name="connsiteY103" fmla="*/ 158830 h 242987"/>
                <a:gd name="connsiteX104" fmla="*/ 110981 w 172291"/>
                <a:gd name="connsiteY104" fmla="*/ 159533 h 242987"/>
                <a:gd name="connsiteX105" fmla="*/ 113763 w 172291"/>
                <a:gd name="connsiteY105" fmla="*/ 155450 h 242987"/>
                <a:gd name="connsiteX106" fmla="*/ 115340 w 172291"/>
                <a:gd name="connsiteY106" fmla="*/ 155099 h 242987"/>
                <a:gd name="connsiteX107" fmla="*/ 121833 w 172291"/>
                <a:gd name="connsiteY107" fmla="*/ 158699 h 242987"/>
                <a:gd name="connsiteX108" fmla="*/ 126332 w 172291"/>
                <a:gd name="connsiteY108" fmla="*/ 157294 h 242987"/>
                <a:gd name="connsiteX109" fmla="*/ 131943 w 172291"/>
                <a:gd name="connsiteY109" fmla="*/ 152772 h 242987"/>
                <a:gd name="connsiteX110" fmla="*/ 132964 w 172291"/>
                <a:gd name="connsiteY110" fmla="*/ 152553 h 242987"/>
                <a:gd name="connsiteX111" fmla="*/ 140801 w 172291"/>
                <a:gd name="connsiteY111" fmla="*/ 154353 h 242987"/>
                <a:gd name="connsiteX112" fmla="*/ 145578 w 172291"/>
                <a:gd name="connsiteY112" fmla="*/ 150577 h 242987"/>
                <a:gd name="connsiteX113" fmla="*/ 146320 w 172291"/>
                <a:gd name="connsiteY113" fmla="*/ 150314 h 242987"/>
                <a:gd name="connsiteX114" fmla="*/ 154390 w 172291"/>
                <a:gd name="connsiteY114" fmla="*/ 150314 h 242987"/>
                <a:gd name="connsiteX115" fmla="*/ 172292 w 172291"/>
                <a:gd name="connsiteY115" fmla="*/ 139690 h 242987"/>
                <a:gd name="connsiteX116" fmla="*/ 166587 w 172291"/>
                <a:gd name="connsiteY116" fmla="*/ 137671 h 242987"/>
                <a:gd name="connsiteX117" fmla="*/ 161393 w 172291"/>
                <a:gd name="connsiteY117" fmla="*/ 133807 h 242987"/>
                <a:gd name="connsiteX118" fmla="*/ 153880 w 172291"/>
                <a:gd name="connsiteY118" fmla="*/ 109926 h 242987"/>
                <a:gd name="connsiteX119" fmla="*/ 154436 w 172291"/>
                <a:gd name="connsiteY119" fmla="*/ 99214 h 242987"/>
                <a:gd name="connsiteX120" fmla="*/ 154436 w 172291"/>
                <a:gd name="connsiteY120" fmla="*/ 95658 h 242987"/>
                <a:gd name="connsiteX121" fmla="*/ 158517 w 172291"/>
                <a:gd name="connsiteY121" fmla="*/ 87712 h 242987"/>
                <a:gd name="connsiteX122" fmla="*/ 147804 w 172291"/>
                <a:gd name="connsiteY122" fmla="*/ 78405 h 242987"/>
                <a:gd name="connsiteX123" fmla="*/ 146088 w 172291"/>
                <a:gd name="connsiteY123" fmla="*/ 72084 h 242987"/>
                <a:gd name="connsiteX124" fmla="*/ 153045 w 172291"/>
                <a:gd name="connsiteY124" fmla="*/ 55358 h 242987"/>
                <a:gd name="connsiteX125" fmla="*/ 153509 w 172291"/>
                <a:gd name="connsiteY125" fmla="*/ 54700 h 242987"/>
                <a:gd name="connsiteX126" fmla="*/ 127445 w 172291"/>
                <a:gd name="connsiteY126" fmla="*/ 36788 h 242987"/>
                <a:gd name="connsiteX127" fmla="*/ 126981 w 172291"/>
                <a:gd name="connsiteY127" fmla="*/ 35910 h 242987"/>
                <a:gd name="connsiteX128" fmla="*/ 49856 w 172291"/>
                <a:gd name="connsiteY128" fmla="*/ 111155 h 242987"/>
                <a:gd name="connsiteX129" fmla="*/ 45496 w 172291"/>
                <a:gd name="connsiteY129" fmla="*/ 107599 h 242987"/>
                <a:gd name="connsiteX130" fmla="*/ 38818 w 172291"/>
                <a:gd name="connsiteY130" fmla="*/ 107599 h 242987"/>
                <a:gd name="connsiteX131" fmla="*/ 38818 w 172291"/>
                <a:gd name="connsiteY131" fmla="*/ 102946 h 242987"/>
                <a:gd name="connsiteX132" fmla="*/ 33299 w 172291"/>
                <a:gd name="connsiteY132" fmla="*/ 99082 h 242987"/>
                <a:gd name="connsiteX133" fmla="*/ 36499 w 172291"/>
                <a:gd name="connsiteY133" fmla="*/ 95527 h 242987"/>
                <a:gd name="connsiteX134" fmla="*/ 56209 w 172291"/>
                <a:gd name="connsiteY134" fmla="*/ 110058 h 242987"/>
                <a:gd name="connsiteX135" fmla="*/ 49856 w 172291"/>
                <a:gd name="connsiteY135" fmla="*/ 111155 h 24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172291" h="242987">
                  <a:moveTo>
                    <a:pt x="126935" y="35998"/>
                  </a:moveTo>
                  <a:lnTo>
                    <a:pt x="126935" y="29764"/>
                  </a:lnTo>
                  <a:lnTo>
                    <a:pt x="104627" y="17999"/>
                  </a:lnTo>
                  <a:lnTo>
                    <a:pt x="84639" y="7858"/>
                  </a:lnTo>
                  <a:lnTo>
                    <a:pt x="71096" y="1317"/>
                  </a:lnTo>
                  <a:lnTo>
                    <a:pt x="60569" y="11809"/>
                  </a:lnTo>
                  <a:lnTo>
                    <a:pt x="54772" y="13170"/>
                  </a:lnTo>
                  <a:lnTo>
                    <a:pt x="54772" y="16463"/>
                  </a:lnTo>
                  <a:lnTo>
                    <a:pt x="67804" y="15365"/>
                  </a:lnTo>
                  <a:lnTo>
                    <a:pt x="60847" y="20853"/>
                  </a:lnTo>
                  <a:lnTo>
                    <a:pt x="54772" y="19755"/>
                  </a:lnTo>
                  <a:lnTo>
                    <a:pt x="46656" y="20853"/>
                  </a:lnTo>
                  <a:lnTo>
                    <a:pt x="42296" y="18131"/>
                  </a:lnTo>
                  <a:lnTo>
                    <a:pt x="33299" y="24716"/>
                  </a:lnTo>
                  <a:lnTo>
                    <a:pt x="33299" y="20062"/>
                  </a:lnTo>
                  <a:lnTo>
                    <a:pt x="39374" y="17033"/>
                  </a:lnTo>
                  <a:lnTo>
                    <a:pt x="31536" y="16199"/>
                  </a:lnTo>
                  <a:lnTo>
                    <a:pt x="31536" y="9614"/>
                  </a:lnTo>
                  <a:lnTo>
                    <a:pt x="37612" y="1668"/>
                  </a:lnTo>
                  <a:lnTo>
                    <a:pt x="36731" y="0"/>
                  </a:lnTo>
                  <a:lnTo>
                    <a:pt x="16650" y="0"/>
                  </a:lnTo>
                  <a:lnTo>
                    <a:pt x="22957" y="11019"/>
                  </a:lnTo>
                  <a:cubicBezTo>
                    <a:pt x="23142" y="11326"/>
                    <a:pt x="23142" y="11678"/>
                    <a:pt x="23003" y="11941"/>
                  </a:cubicBezTo>
                  <a:lnTo>
                    <a:pt x="19525" y="19887"/>
                  </a:lnTo>
                  <a:cubicBezTo>
                    <a:pt x="19339" y="20282"/>
                    <a:pt x="18922" y="20545"/>
                    <a:pt x="18458" y="20545"/>
                  </a:cubicBezTo>
                  <a:lnTo>
                    <a:pt x="16000" y="20545"/>
                  </a:lnTo>
                  <a:lnTo>
                    <a:pt x="15397" y="25418"/>
                  </a:lnTo>
                  <a:lnTo>
                    <a:pt x="21333" y="26603"/>
                  </a:lnTo>
                  <a:cubicBezTo>
                    <a:pt x="21936" y="26735"/>
                    <a:pt x="22354" y="27262"/>
                    <a:pt x="22261" y="27877"/>
                  </a:cubicBezTo>
                  <a:lnTo>
                    <a:pt x="21380" y="32793"/>
                  </a:lnTo>
                  <a:cubicBezTo>
                    <a:pt x="21333" y="33145"/>
                    <a:pt x="21055" y="33496"/>
                    <a:pt x="20684" y="33628"/>
                  </a:cubicBezTo>
                  <a:lnTo>
                    <a:pt x="15026" y="35910"/>
                  </a:lnTo>
                  <a:lnTo>
                    <a:pt x="12893" y="40476"/>
                  </a:lnTo>
                  <a:lnTo>
                    <a:pt x="5241" y="50529"/>
                  </a:lnTo>
                  <a:cubicBezTo>
                    <a:pt x="5009" y="50836"/>
                    <a:pt x="4684" y="50968"/>
                    <a:pt x="4313" y="50968"/>
                  </a:cubicBezTo>
                  <a:lnTo>
                    <a:pt x="0" y="50968"/>
                  </a:lnTo>
                  <a:lnTo>
                    <a:pt x="0" y="54831"/>
                  </a:lnTo>
                  <a:lnTo>
                    <a:pt x="3710" y="58387"/>
                  </a:lnTo>
                  <a:lnTo>
                    <a:pt x="3710" y="64972"/>
                  </a:lnTo>
                  <a:lnTo>
                    <a:pt x="7188" y="69889"/>
                  </a:lnTo>
                  <a:lnTo>
                    <a:pt x="2551" y="74806"/>
                  </a:lnTo>
                  <a:lnTo>
                    <a:pt x="4916" y="78098"/>
                  </a:lnTo>
                  <a:cubicBezTo>
                    <a:pt x="4916" y="78098"/>
                    <a:pt x="17020" y="81961"/>
                    <a:pt x="15861" y="95131"/>
                  </a:cubicBezTo>
                  <a:cubicBezTo>
                    <a:pt x="15861" y="95131"/>
                    <a:pt x="22261" y="104087"/>
                    <a:pt x="24255" y="109882"/>
                  </a:cubicBezTo>
                  <a:cubicBezTo>
                    <a:pt x="24719" y="110496"/>
                    <a:pt x="25136" y="110980"/>
                    <a:pt x="25368" y="111287"/>
                  </a:cubicBezTo>
                  <a:lnTo>
                    <a:pt x="28893" y="111287"/>
                  </a:lnTo>
                  <a:cubicBezTo>
                    <a:pt x="29218" y="111287"/>
                    <a:pt x="29542" y="111418"/>
                    <a:pt x="29774" y="111682"/>
                  </a:cubicBezTo>
                  <a:lnTo>
                    <a:pt x="33948" y="116423"/>
                  </a:lnTo>
                  <a:lnTo>
                    <a:pt x="37751" y="117959"/>
                  </a:lnTo>
                  <a:lnTo>
                    <a:pt x="49531" y="121779"/>
                  </a:lnTo>
                  <a:cubicBezTo>
                    <a:pt x="49531" y="121779"/>
                    <a:pt x="49716" y="121867"/>
                    <a:pt x="49809" y="121911"/>
                  </a:cubicBezTo>
                  <a:lnTo>
                    <a:pt x="57647" y="126827"/>
                  </a:lnTo>
                  <a:cubicBezTo>
                    <a:pt x="57647" y="126827"/>
                    <a:pt x="58018" y="127179"/>
                    <a:pt x="58111" y="127398"/>
                  </a:cubicBezTo>
                  <a:lnTo>
                    <a:pt x="60383" y="134115"/>
                  </a:lnTo>
                  <a:lnTo>
                    <a:pt x="65809" y="141666"/>
                  </a:lnTo>
                  <a:cubicBezTo>
                    <a:pt x="66134" y="142105"/>
                    <a:pt x="66041" y="142763"/>
                    <a:pt x="65624" y="143114"/>
                  </a:cubicBezTo>
                  <a:lnTo>
                    <a:pt x="59688" y="148031"/>
                  </a:lnTo>
                  <a:lnTo>
                    <a:pt x="63259" y="150753"/>
                  </a:lnTo>
                  <a:cubicBezTo>
                    <a:pt x="63769" y="151148"/>
                    <a:pt x="63815" y="151807"/>
                    <a:pt x="63444" y="152289"/>
                  </a:cubicBezTo>
                  <a:lnTo>
                    <a:pt x="60198" y="156153"/>
                  </a:lnTo>
                  <a:lnTo>
                    <a:pt x="59409" y="167479"/>
                  </a:lnTo>
                  <a:lnTo>
                    <a:pt x="63259" y="170245"/>
                  </a:lnTo>
                  <a:cubicBezTo>
                    <a:pt x="63583" y="170464"/>
                    <a:pt x="63769" y="170815"/>
                    <a:pt x="63722" y="171210"/>
                  </a:cubicBezTo>
                  <a:cubicBezTo>
                    <a:pt x="63722" y="171562"/>
                    <a:pt x="63444" y="171913"/>
                    <a:pt x="63119" y="172088"/>
                  </a:cubicBezTo>
                  <a:lnTo>
                    <a:pt x="56209" y="175600"/>
                  </a:lnTo>
                  <a:lnTo>
                    <a:pt x="56209" y="183195"/>
                  </a:lnTo>
                  <a:cubicBezTo>
                    <a:pt x="56209" y="183502"/>
                    <a:pt x="56070" y="183766"/>
                    <a:pt x="55885" y="183985"/>
                  </a:cubicBezTo>
                  <a:lnTo>
                    <a:pt x="50922" y="188682"/>
                  </a:lnTo>
                  <a:lnTo>
                    <a:pt x="57322" y="194741"/>
                  </a:lnTo>
                  <a:lnTo>
                    <a:pt x="64882" y="201633"/>
                  </a:lnTo>
                  <a:cubicBezTo>
                    <a:pt x="66644" y="200975"/>
                    <a:pt x="71143" y="199570"/>
                    <a:pt x="74667" y="200755"/>
                  </a:cubicBezTo>
                  <a:cubicBezTo>
                    <a:pt x="76383" y="201370"/>
                    <a:pt x="77635" y="202467"/>
                    <a:pt x="78424" y="204091"/>
                  </a:cubicBezTo>
                  <a:cubicBezTo>
                    <a:pt x="81392" y="210325"/>
                    <a:pt x="78424" y="219193"/>
                    <a:pt x="75920" y="224022"/>
                  </a:cubicBezTo>
                  <a:lnTo>
                    <a:pt x="77543" y="225383"/>
                  </a:lnTo>
                  <a:cubicBezTo>
                    <a:pt x="77543" y="225383"/>
                    <a:pt x="77775" y="225646"/>
                    <a:pt x="77867" y="225822"/>
                  </a:cubicBezTo>
                  <a:lnTo>
                    <a:pt x="79491" y="229993"/>
                  </a:lnTo>
                  <a:lnTo>
                    <a:pt x="88580" y="238334"/>
                  </a:lnTo>
                  <a:cubicBezTo>
                    <a:pt x="88580" y="238334"/>
                    <a:pt x="88952" y="238817"/>
                    <a:pt x="88952" y="239124"/>
                  </a:cubicBezTo>
                  <a:lnTo>
                    <a:pt x="88952" y="242987"/>
                  </a:lnTo>
                  <a:lnTo>
                    <a:pt x="90111" y="242987"/>
                  </a:lnTo>
                  <a:lnTo>
                    <a:pt x="90111" y="236753"/>
                  </a:lnTo>
                  <a:lnTo>
                    <a:pt x="88024" y="234031"/>
                  </a:lnTo>
                  <a:cubicBezTo>
                    <a:pt x="87746" y="233636"/>
                    <a:pt x="87746" y="233153"/>
                    <a:pt x="88024" y="232758"/>
                  </a:cubicBezTo>
                  <a:lnTo>
                    <a:pt x="92940" y="226173"/>
                  </a:lnTo>
                  <a:cubicBezTo>
                    <a:pt x="93126" y="225954"/>
                    <a:pt x="93404" y="225778"/>
                    <a:pt x="93682" y="225734"/>
                  </a:cubicBezTo>
                  <a:lnTo>
                    <a:pt x="97160" y="225207"/>
                  </a:lnTo>
                  <a:lnTo>
                    <a:pt x="98227" y="225207"/>
                  </a:lnTo>
                  <a:lnTo>
                    <a:pt x="98227" y="212037"/>
                  </a:lnTo>
                  <a:lnTo>
                    <a:pt x="99572" y="205540"/>
                  </a:lnTo>
                  <a:lnTo>
                    <a:pt x="89508" y="196541"/>
                  </a:lnTo>
                  <a:lnTo>
                    <a:pt x="89508" y="201062"/>
                  </a:lnTo>
                  <a:lnTo>
                    <a:pt x="84870" y="196145"/>
                  </a:lnTo>
                  <a:lnTo>
                    <a:pt x="80789" y="198604"/>
                  </a:lnTo>
                  <a:cubicBezTo>
                    <a:pt x="77311" y="197243"/>
                    <a:pt x="73601" y="170245"/>
                    <a:pt x="73601" y="170245"/>
                  </a:cubicBezTo>
                  <a:cubicBezTo>
                    <a:pt x="68128" y="168225"/>
                    <a:pt x="74992" y="160718"/>
                    <a:pt x="74992" y="160718"/>
                  </a:cubicBezTo>
                  <a:lnTo>
                    <a:pt x="73972" y="139031"/>
                  </a:lnTo>
                  <a:cubicBezTo>
                    <a:pt x="73972" y="139031"/>
                    <a:pt x="66273" y="127793"/>
                    <a:pt x="69473" y="125598"/>
                  </a:cubicBezTo>
                  <a:cubicBezTo>
                    <a:pt x="72673" y="123403"/>
                    <a:pt x="78470" y="134905"/>
                    <a:pt x="78470" y="134905"/>
                  </a:cubicBezTo>
                  <a:lnTo>
                    <a:pt x="79120" y="148602"/>
                  </a:lnTo>
                  <a:cubicBezTo>
                    <a:pt x="83711" y="150972"/>
                    <a:pt x="85241" y="154133"/>
                    <a:pt x="85427" y="157119"/>
                  </a:cubicBezTo>
                  <a:lnTo>
                    <a:pt x="95259" y="157119"/>
                  </a:lnTo>
                  <a:lnTo>
                    <a:pt x="98459" y="155099"/>
                  </a:lnTo>
                  <a:cubicBezTo>
                    <a:pt x="98830" y="154880"/>
                    <a:pt x="99294" y="154836"/>
                    <a:pt x="99711" y="155099"/>
                  </a:cubicBezTo>
                  <a:lnTo>
                    <a:pt x="106158" y="158830"/>
                  </a:lnTo>
                  <a:lnTo>
                    <a:pt x="110981" y="159533"/>
                  </a:lnTo>
                  <a:lnTo>
                    <a:pt x="113763" y="155450"/>
                  </a:lnTo>
                  <a:cubicBezTo>
                    <a:pt x="114088" y="154967"/>
                    <a:pt x="114784" y="154792"/>
                    <a:pt x="115340" y="155099"/>
                  </a:cubicBezTo>
                  <a:lnTo>
                    <a:pt x="121833" y="158699"/>
                  </a:lnTo>
                  <a:lnTo>
                    <a:pt x="126332" y="157294"/>
                  </a:lnTo>
                  <a:lnTo>
                    <a:pt x="131943" y="152772"/>
                  </a:lnTo>
                  <a:cubicBezTo>
                    <a:pt x="132222" y="152553"/>
                    <a:pt x="132593" y="152465"/>
                    <a:pt x="132964" y="152553"/>
                  </a:cubicBezTo>
                  <a:lnTo>
                    <a:pt x="140801" y="154353"/>
                  </a:lnTo>
                  <a:lnTo>
                    <a:pt x="145578" y="150577"/>
                  </a:lnTo>
                  <a:cubicBezTo>
                    <a:pt x="145578" y="150577"/>
                    <a:pt x="146042" y="150314"/>
                    <a:pt x="146320" y="150314"/>
                  </a:cubicBezTo>
                  <a:lnTo>
                    <a:pt x="154390" y="150314"/>
                  </a:lnTo>
                  <a:lnTo>
                    <a:pt x="172292" y="139690"/>
                  </a:lnTo>
                  <a:cubicBezTo>
                    <a:pt x="171039" y="138154"/>
                    <a:pt x="169045" y="136617"/>
                    <a:pt x="166587" y="137671"/>
                  </a:cubicBezTo>
                  <a:lnTo>
                    <a:pt x="161393" y="133807"/>
                  </a:lnTo>
                  <a:cubicBezTo>
                    <a:pt x="161393" y="133807"/>
                    <a:pt x="159955" y="114316"/>
                    <a:pt x="153880" y="109926"/>
                  </a:cubicBezTo>
                  <a:cubicBezTo>
                    <a:pt x="153880" y="109926"/>
                    <a:pt x="159677" y="101146"/>
                    <a:pt x="154436" y="99214"/>
                  </a:cubicBezTo>
                  <a:lnTo>
                    <a:pt x="154436" y="95658"/>
                  </a:lnTo>
                  <a:cubicBezTo>
                    <a:pt x="154436" y="95658"/>
                    <a:pt x="159074" y="89337"/>
                    <a:pt x="158517" y="87712"/>
                  </a:cubicBezTo>
                  <a:cubicBezTo>
                    <a:pt x="157961" y="86088"/>
                    <a:pt x="147804" y="78405"/>
                    <a:pt x="147804" y="78405"/>
                  </a:cubicBezTo>
                  <a:lnTo>
                    <a:pt x="146088" y="72084"/>
                  </a:lnTo>
                  <a:cubicBezTo>
                    <a:pt x="146088" y="72084"/>
                    <a:pt x="150726" y="60582"/>
                    <a:pt x="153045" y="55358"/>
                  </a:cubicBezTo>
                  <a:cubicBezTo>
                    <a:pt x="153045" y="55358"/>
                    <a:pt x="153230" y="55095"/>
                    <a:pt x="153509" y="54700"/>
                  </a:cubicBezTo>
                  <a:lnTo>
                    <a:pt x="127445" y="36788"/>
                  </a:lnTo>
                  <a:cubicBezTo>
                    <a:pt x="127120" y="36569"/>
                    <a:pt x="126981" y="36262"/>
                    <a:pt x="126981" y="35910"/>
                  </a:cubicBezTo>
                  <a:close/>
                  <a:moveTo>
                    <a:pt x="49856" y="111155"/>
                  </a:moveTo>
                  <a:lnTo>
                    <a:pt x="45496" y="107599"/>
                  </a:lnTo>
                  <a:lnTo>
                    <a:pt x="38818" y="107599"/>
                  </a:lnTo>
                  <a:lnTo>
                    <a:pt x="38818" y="102946"/>
                  </a:lnTo>
                  <a:lnTo>
                    <a:pt x="33299" y="99082"/>
                  </a:lnTo>
                  <a:lnTo>
                    <a:pt x="36499" y="95527"/>
                  </a:lnTo>
                  <a:lnTo>
                    <a:pt x="56209" y="110058"/>
                  </a:lnTo>
                  <a:lnTo>
                    <a:pt x="49856" y="11115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4" name="Freeform: Shape 2163">
              <a:extLst>
                <a:ext uri="{FF2B5EF4-FFF2-40B4-BE49-F238E27FC236}">
                  <a16:creationId xmlns:a16="http://schemas.microsoft.com/office/drawing/2014/main" id="{97331947-B1D8-6151-6172-BE9B34D2C810}"/>
                </a:ext>
              </a:extLst>
            </p:cNvPr>
            <p:cNvSpPr>
              <a:spLocks/>
            </p:cNvSpPr>
            <p:nvPr/>
          </p:nvSpPr>
          <p:spPr>
            <a:xfrm>
              <a:off x="6401679" y="4313224"/>
              <a:ext cx="248998" cy="385689"/>
            </a:xfrm>
            <a:custGeom>
              <a:avLst/>
              <a:gdLst>
                <a:gd name="connsiteX0" fmla="*/ 143630 w 166818"/>
                <a:gd name="connsiteY0" fmla="*/ 10931 h 258395"/>
                <a:gd name="connsiteX1" fmla="*/ 135654 w 166818"/>
                <a:gd name="connsiteY1" fmla="*/ 10931 h 258395"/>
                <a:gd name="connsiteX2" fmla="*/ 130738 w 166818"/>
                <a:gd name="connsiteY2" fmla="*/ 14794 h 258395"/>
                <a:gd name="connsiteX3" fmla="*/ 129717 w 166818"/>
                <a:gd name="connsiteY3" fmla="*/ 15014 h 258395"/>
                <a:gd name="connsiteX4" fmla="*/ 121879 w 166818"/>
                <a:gd name="connsiteY4" fmla="*/ 13214 h 258395"/>
                <a:gd name="connsiteX5" fmla="*/ 116546 w 166818"/>
                <a:gd name="connsiteY5" fmla="*/ 17516 h 258395"/>
                <a:gd name="connsiteX6" fmla="*/ 116175 w 166818"/>
                <a:gd name="connsiteY6" fmla="*/ 17736 h 258395"/>
                <a:gd name="connsiteX7" fmla="*/ 110981 w 166818"/>
                <a:gd name="connsiteY7" fmla="*/ 19404 h 258395"/>
                <a:gd name="connsiteX8" fmla="*/ 110007 w 166818"/>
                <a:gd name="connsiteY8" fmla="*/ 19316 h 258395"/>
                <a:gd name="connsiteX9" fmla="*/ 104024 w 166818"/>
                <a:gd name="connsiteY9" fmla="*/ 16023 h 258395"/>
                <a:gd name="connsiteX10" fmla="*/ 101427 w 166818"/>
                <a:gd name="connsiteY10" fmla="*/ 19799 h 258395"/>
                <a:gd name="connsiteX11" fmla="*/ 100268 w 166818"/>
                <a:gd name="connsiteY11" fmla="*/ 20282 h 258395"/>
                <a:gd name="connsiteX12" fmla="*/ 94470 w 166818"/>
                <a:gd name="connsiteY12" fmla="*/ 19448 h 258395"/>
                <a:gd name="connsiteX13" fmla="*/ 94053 w 166818"/>
                <a:gd name="connsiteY13" fmla="*/ 19316 h 258395"/>
                <a:gd name="connsiteX14" fmla="*/ 88024 w 166818"/>
                <a:gd name="connsiteY14" fmla="*/ 15848 h 258395"/>
                <a:gd name="connsiteX15" fmla="*/ 85149 w 166818"/>
                <a:gd name="connsiteY15" fmla="*/ 17648 h 258395"/>
                <a:gd name="connsiteX16" fmla="*/ 84499 w 166818"/>
                <a:gd name="connsiteY16" fmla="*/ 17823 h 258395"/>
                <a:gd name="connsiteX17" fmla="*/ 74250 w 166818"/>
                <a:gd name="connsiteY17" fmla="*/ 17823 h 258395"/>
                <a:gd name="connsiteX18" fmla="*/ 71745 w 166818"/>
                <a:gd name="connsiteY18" fmla="*/ 24321 h 258395"/>
                <a:gd name="connsiteX19" fmla="*/ 69705 w 166818"/>
                <a:gd name="connsiteY19" fmla="*/ 28711 h 258395"/>
                <a:gd name="connsiteX20" fmla="*/ 71745 w 166818"/>
                <a:gd name="connsiteY20" fmla="*/ 33452 h 258395"/>
                <a:gd name="connsiteX21" fmla="*/ 72256 w 166818"/>
                <a:gd name="connsiteY21" fmla="*/ 46490 h 258395"/>
                <a:gd name="connsiteX22" fmla="*/ 90482 w 166818"/>
                <a:gd name="connsiteY22" fmla="*/ 62865 h 258395"/>
                <a:gd name="connsiteX23" fmla="*/ 90806 w 166818"/>
                <a:gd name="connsiteY23" fmla="*/ 63875 h 258395"/>
                <a:gd name="connsiteX24" fmla="*/ 89369 w 166818"/>
                <a:gd name="connsiteY24" fmla="*/ 70723 h 258395"/>
                <a:gd name="connsiteX25" fmla="*/ 89369 w 166818"/>
                <a:gd name="connsiteY25" fmla="*/ 84771 h 258395"/>
                <a:gd name="connsiteX26" fmla="*/ 88209 w 166818"/>
                <a:gd name="connsiteY26" fmla="*/ 85869 h 258395"/>
                <a:gd name="connsiteX27" fmla="*/ 86169 w 166818"/>
                <a:gd name="connsiteY27" fmla="*/ 85869 h 258395"/>
                <a:gd name="connsiteX28" fmla="*/ 83340 w 166818"/>
                <a:gd name="connsiteY28" fmla="*/ 86307 h 258395"/>
                <a:gd name="connsiteX29" fmla="*/ 79166 w 166818"/>
                <a:gd name="connsiteY29" fmla="*/ 91883 h 258395"/>
                <a:gd name="connsiteX30" fmla="*/ 80975 w 166818"/>
                <a:gd name="connsiteY30" fmla="*/ 94253 h 258395"/>
                <a:gd name="connsiteX31" fmla="*/ 81206 w 166818"/>
                <a:gd name="connsiteY31" fmla="*/ 94912 h 258395"/>
                <a:gd name="connsiteX32" fmla="*/ 81206 w 166818"/>
                <a:gd name="connsiteY32" fmla="*/ 102594 h 258395"/>
                <a:gd name="connsiteX33" fmla="*/ 80047 w 166818"/>
                <a:gd name="connsiteY33" fmla="*/ 103692 h 258395"/>
                <a:gd name="connsiteX34" fmla="*/ 76569 w 166818"/>
                <a:gd name="connsiteY34" fmla="*/ 103692 h 258395"/>
                <a:gd name="connsiteX35" fmla="*/ 75409 w 166818"/>
                <a:gd name="connsiteY35" fmla="*/ 102594 h 258395"/>
                <a:gd name="connsiteX36" fmla="*/ 75409 w 166818"/>
                <a:gd name="connsiteY36" fmla="*/ 98117 h 258395"/>
                <a:gd name="connsiteX37" fmla="*/ 66458 w 166818"/>
                <a:gd name="connsiteY37" fmla="*/ 89951 h 258395"/>
                <a:gd name="connsiteX38" fmla="*/ 66180 w 166818"/>
                <a:gd name="connsiteY38" fmla="*/ 89556 h 258395"/>
                <a:gd name="connsiteX39" fmla="*/ 64557 w 166818"/>
                <a:gd name="connsiteY39" fmla="*/ 85429 h 258395"/>
                <a:gd name="connsiteX40" fmla="*/ 62470 w 166818"/>
                <a:gd name="connsiteY40" fmla="*/ 83674 h 258395"/>
                <a:gd name="connsiteX41" fmla="*/ 62192 w 166818"/>
                <a:gd name="connsiteY41" fmla="*/ 82313 h 258395"/>
                <a:gd name="connsiteX42" fmla="*/ 65067 w 166818"/>
                <a:gd name="connsiteY42" fmla="*/ 63523 h 258395"/>
                <a:gd name="connsiteX43" fmla="*/ 62609 w 166818"/>
                <a:gd name="connsiteY43" fmla="*/ 61328 h 258395"/>
                <a:gd name="connsiteX44" fmla="*/ 53844 w 166818"/>
                <a:gd name="connsiteY44" fmla="*/ 62426 h 258395"/>
                <a:gd name="connsiteX45" fmla="*/ 52545 w 166818"/>
                <a:gd name="connsiteY45" fmla="*/ 62206 h 258395"/>
                <a:gd name="connsiteX46" fmla="*/ 44940 w 166818"/>
                <a:gd name="connsiteY46" fmla="*/ 55226 h 258395"/>
                <a:gd name="connsiteX47" fmla="*/ 0 w 166818"/>
                <a:gd name="connsiteY47" fmla="*/ 67913 h 258395"/>
                <a:gd name="connsiteX48" fmla="*/ 3154 w 166818"/>
                <a:gd name="connsiteY48" fmla="*/ 78669 h 258395"/>
                <a:gd name="connsiteX49" fmla="*/ 3154 w 166818"/>
                <a:gd name="connsiteY49" fmla="*/ 78844 h 258395"/>
                <a:gd name="connsiteX50" fmla="*/ 3200 w 166818"/>
                <a:gd name="connsiteY50" fmla="*/ 78976 h 258395"/>
                <a:gd name="connsiteX51" fmla="*/ 3200 w 166818"/>
                <a:gd name="connsiteY51" fmla="*/ 84156 h 258395"/>
                <a:gd name="connsiteX52" fmla="*/ 15954 w 166818"/>
                <a:gd name="connsiteY52" fmla="*/ 83893 h 258395"/>
                <a:gd name="connsiteX53" fmla="*/ 16649 w 166818"/>
                <a:gd name="connsiteY53" fmla="*/ 84112 h 258395"/>
                <a:gd name="connsiteX54" fmla="*/ 27177 w 166818"/>
                <a:gd name="connsiteY54" fmla="*/ 91093 h 258395"/>
                <a:gd name="connsiteX55" fmla="*/ 44058 w 166818"/>
                <a:gd name="connsiteY55" fmla="*/ 94341 h 258395"/>
                <a:gd name="connsiteX56" fmla="*/ 44940 w 166818"/>
                <a:gd name="connsiteY56" fmla="*/ 95044 h 258395"/>
                <a:gd name="connsiteX57" fmla="*/ 44754 w 166818"/>
                <a:gd name="connsiteY57" fmla="*/ 96097 h 258395"/>
                <a:gd name="connsiteX58" fmla="*/ 41879 w 166818"/>
                <a:gd name="connsiteY58" fmla="*/ 99521 h 258395"/>
                <a:gd name="connsiteX59" fmla="*/ 46238 w 166818"/>
                <a:gd name="connsiteY59" fmla="*/ 104614 h 258395"/>
                <a:gd name="connsiteX60" fmla="*/ 46470 w 166818"/>
                <a:gd name="connsiteY60" fmla="*/ 105492 h 258395"/>
                <a:gd name="connsiteX61" fmla="*/ 45032 w 166818"/>
                <a:gd name="connsiteY61" fmla="*/ 113438 h 258395"/>
                <a:gd name="connsiteX62" fmla="*/ 44847 w 166818"/>
                <a:gd name="connsiteY62" fmla="*/ 113921 h 258395"/>
                <a:gd name="connsiteX63" fmla="*/ 43084 w 166818"/>
                <a:gd name="connsiteY63" fmla="*/ 116203 h 258395"/>
                <a:gd name="connsiteX64" fmla="*/ 46192 w 166818"/>
                <a:gd name="connsiteY64" fmla="*/ 119364 h 258395"/>
                <a:gd name="connsiteX65" fmla="*/ 46192 w 166818"/>
                <a:gd name="connsiteY65" fmla="*/ 120857 h 258395"/>
                <a:gd name="connsiteX66" fmla="*/ 42481 w 166818"/>
                <a:gd name="connsiteY66" fmla="*/ 124632 h 258395"/>
                <a:gd name="connsiteX67" fmla="*/ 42713 w 166818"/>
                <a:gd name="connsiteY67" fmla="*/ 127178 h 258395"/>
                <a:gd name="connsiteX68" fmla="*/ 42157 w 166818"/>
                <a:gd name="connsiteY68" fmla="*/ 128232 h 258395"/>
                <a:gd name="connsiteX69" fmla="*/ 38632 w 166818"/>
                <a:gd name="connsiteY69" fmla="*/ 130164 h 258395"/>
                <a:gd name="connsiteX70" fmla="*/ 38493 w 166818"/>
                <a:gd name="connsiteY70" fmla="*/ 131173 h 258395"/>
                <a:gd name="connsiteX71" fmla="*/ 41600 w 166818"/>
                <a:gd name="connsiteY71" fmla="*/ 132008 h 258395"/>
                <a:gd name="connsiteX72" fmla="*/ 42435 w 166818"/>
                <a:gd name="connsiteY72" fmla="*/ 133193 h 258395"/>
                <a:gd name="connsiteX73" fmla="*/ 41415 w 166818"/>
                <a:gd name="connsiteY73" fmla="*/ 142105 h 258395"/>
                <a:gd name="connsiteX74" fmla="*/ 44197 w 166818"/>
                <a:gd name="connsiteY74" fmla="*/ 142719 h 258395"/>
                <a:gd name="connsiteX75" fmla="*/ 45079 w 166818"/>
                <a:gd name="connsiteY75" fmla="*/ 143773 h 258395"/>
                <a:gd name="connsiteX76" fmla="*/ 45079 w 166818"/>
                <a:gd name="connsiteY76" fmla="*/ 148163 h 258395"/>
                <a:gd name="connsiteX77" fmla="*/ 44337 w 166818"/>
                <a:gd name="connsiteY77" fmla="*/ 149216 h 258395"/>
                <a:gd name="connsiteX78" fmla="*/ 41693 w 166818"/>
                <a:gd name="connsiteY78" fmla="*/ 150138 h 258395"/>
                <a:gd name="connsiteX79" fmla="*/ 39838 w 166818"/>
                <a:gd name="connsiteY79" fmla="*/ 156460 h 258395"/>
                <a:gd name="connsiteX80" fmla="*/ 39096 w 166818"/>
                <a:gd name="connsiteY80" fmla="*/ 157206 h 258395"/>
                <a:gd name="connsiteX81" fmla="*/ 35803 w 166818"/>
                <a:gd name="connsiteY81" fmla="*/ 158304 h 258395"/>
                <a:gd name="connsiteX82" fmla="*/ 35525 w 166818"/>
                <a:gd name="connsiteY82" fmla="*/ 167962 h 258395"/>
                <a:gd name="connsiteX83" fmla="*/ 35200 w 166818"/>
                <a:gd name="connsiteY83" fmla="*/ 168664 h 258395"/>
                <a:gd name="connsiteX84" fmla="*/ 17113 w 166818"/>
                <a:gd name="connsiteY84" fmla="*/ 187409 h 258395"/>
                <a:gd name="connsiteX85" fmla="*/ 17438 w 166818"/>
                <a:gd name="connsiteY85" fmla="*/ 187717 h 258395"/>
                <a:gd name="connsiteX86" fmla="*/ 17762 w 166818"/>
                <a:gd name="connsiteY86" fmla="*/ 188287 h 258395"/>
                <a:gd name="connsiteX87" fmla="*/ 20359 w 166818"/>
                <a:gd name="connsiteY87" fmla="*/ 200360 h 258395"/>
                <a:gd name="connsiteX88" fmla="*/ 20359 w 166818"/>
                <a:gd name="connsiteY88" fmla="*/ 204662 h 258395"/>
                <a:gd name="connsiteX89" fmla="*/ 28058 w 166818"/>
                <a:gd name="connsiteY89" fmla="*/ 216735 h 258395"/>
                <a:gd name="connsiteX90" fmla="*/ 28244 w 166818"/>
                <a:gd name="connsiteY90" fmla="*/ 217305 h 258395"/>
                <a:gd name="connsiteX91" fmla="*/ 28244 w 166818"/>
                <a:gd name="connsiteY91" fmla="*/ 243558 h 258395"/>
                <a:gd name="connsiteX92" fmla="*/ 31768 w 166818"/>
                <a:gd name="connsiteY92" fmla="*/ 247904 h 258395"/>
                <a:gd name="connsiteX93" fmla="*/ 31954 w 166818"/>
                <a:gd name="connsiteY93" fmla="*/ 248957 h 258395"/>
                <a:gd name="connsiteX94" fmla="*/ 28708 w 166818"/>
                <a:gd name="connsiteY94" fmla="*/ 256991 h 258395"/>
                <a:gd name="connsiteX95" fmla="*/ 40997 w 166818"/>
                <a:gd name="connsiteY95" fmla="*/ 258396 h 258395"/>
                <a:gd name="connsiteX96" fmla="*/ 41879 w 166818"/>
                <a:gd name="connsiteY96" fmla="*/ 247772 h 258395"/>
                <a:gd name="connsiteX97" fmla="*/ 36360 w 166818"/>
                <a:gd name="connsiteY97" fmla="*/ 248299 h 258395"/>
                <a:gd name="connsiteX98" fmla="*/ 52592 w 166818"/>
                <a:gd name="connsiteY98" fmla="*/ 231573 h 258395"/>
                <a:gd name="connsiteX99" fmla="*/ 84777 w 166818"/>
                <a:gd name="connsiteY99" fmla="*/ 211554 h 258395"/>
                <a:gd name="connsiteX100" fmla="*/ 82459 w 166818"/>
                <a:gd name="connsiteY100" fmla="*/ 210720 h 258395"/>
                <a:gd name="connsiteX101" fmla="*/ 81577 w 166818"/>
                <a:gd name="connsiteY101" fmla="*/ 205496 h 258395"/>
                <a:gd name="connsiteX102" fmla="*/ 83293 w 166818"/>
                <a:gd name="connsiteY102" fmla="*/ 198384 h 258395"/>
                <a:gd name="connsiteX103" fmla="*/ 80093 w 166818"/>
                <a:gd name="connsiteY103" fmla="*/ 182493 h 258395"/>
                <a:gd name="connsiteX104" fmla="*/ 75456 w 166818"/>
                <a:gd name="connsiteY104" fmla="*/ 169323 h 258395"/>
                <a:gd name="connsiteX105" fmla="*/ 69380 w 166818"/>
                <a:gd name="connsiteY105" fmla="*/ 155889 h 258395"/>
                <a:gd name="connsiteX106" fmla="*/ 71977 w 166818"/>
                <a:gd name="connsiteY106" fmla="*/ 145441 h 258395"/>
                <a:gd name="connsiteX107" fmla="*/ 85891 w 166818"/>
                <a:gd name="connsiteY107" fmla="*/ 133105 h 258395"/>
                <a:gd name="connsiteX108" fmla="*/ 89369 w 166818"/>
                <a:gd name="connsiteY108" fmla="*/ 130910 h 258395"/>
                <a:gd name="connsiteX109" fmla="*/ 98366 w 166818"/>
                <a:gd name="connsiteY109" fmla="*/ 125993 h 258395"/>
                <a:gd name="connsiteX110" fmla="*/ 103282 w 166818"/>
                <a:gd name="connsiteY110" fmla="*/ 120242 h 258395"/>
                <a:gd name="connsiteX111" fmla="*/ 109357 w 166818"/>
                <a:gd name="connsiteY111" fmla="*/ 111989 h 258395"/>
                <a:gd name="connsiteX112" fmla="*/ 127630 w 166818"/>
                <a:gd name="connsiteY112" fmla="*/ 103209 h 258395"/>
                <a:gd name="connsiteX113" fmla="*/ 138065 w 166818"/>
                <a:gd name="connsiteY113" fmla="*/ 101014 h 258395"/>
                <a:gd name="connsiteX114" fmla="*/ 142424 w 166818"/>
                <a:gd name="connsiteY114" fmla="*/ 97458 h 258395"/>
                <a:gd name="connsiteX115" fmla="*/ 151422 w 166818"/>
                <a:gd name="connsiteY115" fmla="*/ 91971 h 258395"/>
                <a:gd name="connsiteX116" fmla="*/ 152303 w 166818"/>
                <a:gd name="connsiteY116" fmla="*/ 88415 h 258395"/>
                <a:gd name="connsiteX117" fmla="*/ 155178 w 166818"/>
                <a:gd name="connsiteY117" fmla="*/ 86220 h 258395"/>
                <a:gd name="connsiteX118" fmla="*/ 157219 w 166818"/>
                <a:gd name="connsiteY118" fmla="*/ 82357 h 258395"/>
                <a:gd name="connsiteX119" fmla="*/ 161856 w 166818"/>
                <a:gd name="connsiteY119" fmla="*/ 77440 h 258395"/>
                <a:gd name="connsiteX120" fmla="*/ 165057 w 166818"/>
                <a:gd name="connsiteY120" fmla="*/ 70855 h 258395"/>
                <a:gd name="connsiteX121" fmla="*/ 164778 w 166818"/>
                <a:gd name="connsiteY121" fmla="*/ 69187 h 258395"/>
                <a:gd name="connsiteX122" fmla="*/ 166541 w 166818"/>
                <a:gd name="connsiteY122" fmla="*/ 65894 h 258395"/>
                <a:gd name="connsiteX123" fmla="*/ 166819 w 166818"/>
                <a:gd name="connsiteY123" fmla="*/ 61241 h 258395"/>
                <a:gd name="connsiteX124" fmla="*/ 165103 w 166818"/>
                <a:gd name="connsiteY124" fmla="*/ 57685 h 258395"/>
                <a:gd name="connsiteX125" fmla="*/ 163665 w 166818"/>
                <a:gd name="connsiteY125" fmla="*/ 52461 h 258395"/>
                <a:gd name="connsiteX126" fmla="*/ 163387 w 166818"/>
                <a:gd name="connsiteY126" fmla="*/ 47807 h 258395"/>
                <a:gd name="connsiteX127" fmla="*/ 161949 w 166818"/>
                <a:gd name="connsiteY127" fmla="*/ 46973 h 258395"/>
                <a:gd name="connsiteX128" fmla="*/ 164546 w 166818"/>
                <a:gd name="connsiteY128" fmla="*/ 42847 h 258395"/>
                <a:gd name="connsiteX129" fmla="*/ 163990 w 166818"/>
                <a:gd name="connsiteY129" fmla="*/ 38457 h 258395"/>
                <a:gd name="connsiteX130" fmla="*/ 159955 w 166818"/>
                <a:gd name="connsiteY130" fmla="*/ 36525 h 258395"/>
                <a:gd name="connsiteX131" fmla="*/ 163155 w 166818"/>
                <a:gd name="connsiteY131" fmla="*/ 34857 h 258395"/>
                <a:gd name="connsiteX132" fmla="*/ 162877 w 166818"/>
                <a:gd name="connsiteY132" fmla="*/ 30467 h 258395"/>
                <a:gd name="connsiteX133" fmla="*/ 161996 w 166818"/>
                <a:gd name="connsiteY133" fmla="*/ 19755 h 258395"/>
                <a:gd name="connsiteX134" fmla="*/ 160558 w 166818"/>
                <a:gd name="connsiteY134" fmla="*/ 17560 h 258395"/>
                <a:gd name="connsiteX135" fmla="*/ 161439 w 166818"/>
                <a:gd name="connsiteY135" fmla="*/ 10975 h 258395"/>
                <a:gd name="connsiteX136" fmla="*/ 163758 w 166818"/>
                <a:gd name="connsiteY136" fmla="*/ 6585 h 258395"/>
                <a:gd name="connsiteX137" fmla="*/ 162877 w 166818"/>
                <a:gd name="connsiteY137" fmla="*/ 527 h 258395"/>
                <a:gd name="connsiteX138" fmla="*/ 162599 w 166818"/>
                <a:gd name="connsiteY138" fmla="*/ 0 h 258395"/>
                <a:gd name="connsiteX139" fmla="*/ 144372 w 166818"/>
                <a:gd name="connsiteY139" fmla="*/ 10799 h 258395"/>
                <a:gd name="connsiteX140" fmla="*/ 143770 w 166818"/>
                <a:gd name="connsiteY140" fmla="*/ 10975 h 258395"/>
                <a:gd name="connsiteX141" fmla="*/ 29449 w 166818"/>
                <a:gd name="connsiteY141" fmla="*/ 82005 h 258395"/>
                <a:gd name="connsiteX142" fmla="*/ 16974 w 166818"/>
                <a:gd name="connsiteY142" fmla="*/ 79942 h 258395"/>
                <a:gd name="connsiteX143" fmla="*/ 14655 w 166818"/>
                <a:gd name="connsiteY143" fmla="*/ 83366 h 258395"/>
                <a:gd name="connsiteX144" fmla="*/ 3942 w 166818"/>
                <a:gd name="connsiteY144" fmla="*/ 77879 h 258395"/>
                <a:gd name="connsiteX145" fmla="*/ 16974 w 166818"/>
                <a:gd name="connsiteY145" fmla="*/ 77879 h 258395"/>
                <a:gd name="connsiteX146" fmla="*/ 27687 w 166818"/>
                <a:gd name="connsiteY146" fmla="*/ 79240 h 258395"/>
                <a:gd name="connsiteX147" fmla="*/ 35803 w 166818"/>
                <a:gd name="connsiteY147" fmla="*/ 77879 h 258395"/>
                <a:gd name="connsiteX148" fmla="*/ 29449 w 166818"/>
                <a:gd name="connsiteY148" fmla="*/ 82005 h 25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166818" h="258395">
                  <a:moveTo>
                    <a:pt x="143630" y="10931"/>
                  </a:moveTo>
                  <a:lnTo>
                    <a:pt x="135654" y="10931"/>
                  </a:lnTo>
                  <a:lnTo>
                    <a:pt x="130738" y="14794"/>
                  </a:lnTo>
                  <a:cubicBezTo>
                    <a:pt x="130459" y="15014"/>
                    <a:pt x="130088" y="15102"/>
                    <a:pt x="129717" y="15014"/>
                  </a:cubicBezTo>
                  <a:lnTo>
                    <a:pt x="121879" y="13214"/>
                  </a:lnTo>
                  <a:lnTo>
                    <a:pt x="116546" y="17516"/>
                  </a:lnTo>
                  <a:cubicBezTo>
                    <a:pt x="116546" y="17516"/>
                    <a:pt x="116314" y="17692"/>
                    <a:pt x="116175" y="17736"/>
                  </a:cubicBezTo>
                  <a:lnTo>
                    <a:pt x="110981" y="19404"/>
                  </a:lnTo>
                  <a:cubicBezTo>
                    <a:pt x="110656" y="19492"/>
                    <a:pt x="110331" y="19448"/>
                    <a:pt x="110007" y="19316"/>
                  </a:cubicBezTo>
                  <a:lnTo>
                    <a:pt x="104024" y="16023"/>
                  </a:lnTo>
                  <a:lnTo>
                    <a:pt x="101427" y="19799"/>
                  </a:lnTo>
                  <a:cubicBezTo>
                    <a:pt x="101195" y="20150"/>
                    <a:pt x="100731" y="20370"/>
                    <a:pt x="100268" y="20282"/>
                  </a:cubicBezTo>
                  <a:lnTo>
                    <a:pt x="94470" y="19448"/>
                  </a:lnTo>
                  <a:cubicBezTo>
                    <a:pt x="94470" y="19448"/>
                    <a:pt x="94192" y="19360"/>
                    <a:pt x="94053" y="19316"/>
                  </a:cubicBezTo>
                  <a:lnTo>
                    <a:pt x="88024" y="15848"/>
                  </a:lnTo>
                  <a:lnTo>
                    <a:pt x="85149" y="17648"/>
                  </a:lnTo>
                  <a:cubicBezTo>
                    <a:pt x="85149" y="17648"/>
                    <a:pt x="84731" y="17823"/>
                    <a:pt x="84499" y="17823"/>
                  </a:cubicBezTo>
                  <a:lnTo>
                    <a:pt x="74250" y="17823"/>
                  </a:lnTo>
                  <a:cubicBezTo>
                    <a:pt x="73740" y="21423"/>
                    <a:pt x="71745" y="24321"/>
                    <a:pt x="71745" y="24321"/>
                  </a:cubicBezTo>
                  <a:lnTo>
                    <a:pt x="69705" y="28711"/>
                  </a:lnTo>
                  <a:lnTo>
                    <a:pt x="71745" y="33452"/>
                  </a:lnTo>
                  <a:lnTo>
                    <a:pt x="72256" y="46490"/>
                  </a:lnTo>
                  <a:lnTo>
                    <a:pt x="90482" y="62865"/>
                  </a:lnTo>
                  <a:cubicBezTo>
                    <a:pt x="90760" y="63128"/>
                    <a:pt x="90899" y="63523"/>
                    <a:pt x="90806" y="63875"/>
                  </a:cubicBezTo>
                  <a:lnTo>
                    <a:pt x="89369" y="70723"/>
                  </a:lnTo>
                  <a:lnTo>
                    <a:pt x="89369" y="84771"/>
                  </a:lnTo>
                  <a:cubicBezTo>
                    <a:pt x="89369" y="85386"/>
                    <a:pt x="88859" y="85869"/>
                    <a:pt x="88209" y="85869"/>
                  </a:cubicBezTo>
                  <a:lnTo>
                    <a:pt x="86169" y="85869"/>
                  </a:lnTo>
                  <a:lnTo>
                    <a:pt x="83340" y="86307"/>
                  </a:lnTo>
                  <a:lnTo>
                    <a:pt x="79166" y="91883"/>
                  </a:lnTo>
                  <a:lnTo>
                    <a:pt x="80975" y="94253"/>
                  </a:lnTo>
                  <a:cubicBezTo>
                    <a:pt x="80975" y="94253"/>
                    <a:pt x="81206" y="94649"/>
                    <a:pt x="81206" y="94912"/>
                  </a:cubicBezTo>
                  <a:lnTo>
                    <a:pt x="81206" y="102594"/>
                  </a:lnTo>
                  <a:cubicBezTo>
                    <a:pt x="81206" y="103209"/>
                    <a:pt x="80696" y="103692"/>
                    <a:pt x="80047" y="103692"/>
                  </a:cubicBezTo>
                  <a:lnTo>
                    <a:pt x="76569" y="103692"/>
                  </a:lnTo>
                  <a:cubicBezTo>
                    <a:pt x="75920" y="103692"/>
                    <a:pt x="75409" y="103209"/>
                    <a:pt x="75409" y="102594"/>
                  </a:cubicBezTo>
                  <a:lnTo>
                    <a:pt x="75409" y="98117"/>
                  </a:lnTo>
                  <a:lnTo>
                    <a:pt x="66458" y="89951"/>
                  </a:lnTo>
                  <a:cubicBezTo>
                    <a:pt x="66458" y="89951"/>
                    <a:pt x="66227" y="89688"/>
                    <a:pt x="66180" y="89556"/>
                  </a:cubicBezTo>
                  <a:lnTo>
                    <a:pt x="64557" y="85429"/>
                  </a:lnTo>
                  <a:lnTo>
                    <a:pt x="62470" y="83674"/>
                  </a:lnTo>
                  <a:cubicBezTo>
                    <a:pt x="62053" y="83322"/>
                    <a:pt x="61960" y="82795"/>
                    <a:pt x="62192" y="82313"/>
                  </a:cubicBezTo>
                  <a:cubicBezTo>
                    <a:pt x="64418" y="78362"/>
                    <a:pt x="67850" y="69318"/>
                    <a:pt x="65067" y="63523"/>
                  </a:cubicBezTo>
                  <a:cubicBezTo>
                    <a:pt x="64557" y="62426"/>
                    <a:pt x="63722" y="61723"/>
                    <a:pt x="62609" y="61328"/>
                  </a:cubicBezTo>
                  <a:cubicBezTo>
                    <a:pt x="59688" y="60319"/>
                    <a:pt x="55282" y="61767"/>
                    <a:pt x="53844" y="62426"/>
                  </a:cubicBezTo>
                  <a:cubicBezTo>
                    <a:pt x="53426" y="62602"/>
                    <a:pt x="52916" y="62558"/>
                    <a:pt x="52545" y="62206"/>
                  </a:cubicBezTo>
                  <a:lnTo>
                    <a:pt x="44940" y="55226"/>
                  </a:lnTo>
                  <a:lnTo>
                    <a:pt x="0" y="67913"/>
                  </a:lnTo>
                  <a:lnTo>
                    <a:pt x="3154" y="78669"/>
                  </a:lnTo>
                  <a:cubicBezTo>
                    <a:pt x="3154" y="78669"/>
                    <a:pt x="3154" y="78757"/>
                    <a:pt x="3154" y="78844"/>
                  </a:cubicBezTo>
                  <a:cubicBezTo>
                    <a:pt x="3154" y="78888"/>
                    <a:pt x="3200" y="78932"/>
                    <a:pt x="3200" y="78976"/>
                  </a:cubicBezTo>
                  <a:lnTo>
                    <a:pt x="3200" y="84156"/>
                  </a:lnTo>
                  <a:lnTo>
                    <a:pt x="15954" y="83893"/>
                  </a:lnTo>
                  <a:cubicBezTo>
                    <a:pt x="15954" y="83893"/>
                    <a:pt x="16464" y="83937"/>
                    <a:pt x="16649" y="84112"/>
                  </a:cubicBezTo>
                  <a:lnTo>
                    <a:pt x="27177" y="91093"/>
                  </a:lnTo>
                  <a:lnTo>
                    <a:pt x="44058" y="94341"/>
                  </a:lnTo>
                  <a:cubicBezTo>
                    <a:pt x="44429" y="94429"/>
                    <a:pt x="44800" y="94692"/>
                    <a:pt x="44940" y="95044"/>
                  </a:cubicBezTo>
                  <a:cubicBezTo>
                    <a:pt x="45079" y="95395"/>
                    <a:pt x="44986" y="95790"/>
                    <a:pt x="44754" y="96097"/>
                  </a:cubicBezTo>
                  <a:lnTo>
                    <a:pt x="41879" y="99521"/>
                  </a:lnTo>
                  <a:lnTo>
                    <a:pt x="46238" y="104614"/>
                  </a:lnTo>
                  <a:cubicBezTo>
                    <a:pt x="46423" y="104877"/>
                    <a:pt x="46516" y="105184"/>
                    <a:pt x="46470" y="105492"/>
                  </a:cubicBezTo>
                  <a:lnTo>
                    <a:pt x="45032" y="113438"/>
                  </a:lnTo>
                  <a:cubicBezTo>
                    <a:pt x="45032" y="113438"/>
                    <a:pt x="44940" y="113745"/>
                    <a:pt x="44847" y="113921"/>
                  </a:cubicBezTo>
                  <a:lnTo>
                    <a:pt x="43084" y="116203"/>
                  </a:lnTo>
                  <a:lnTo>
                    <a:pt x="46192" y="119364"/>
                  </a:lnTo>
                  <a:cubicBezTo>
                    <a:pt x="46609" y="119803"/>
                    <a:pt x="46609" y="120418"/>
                    <a:pt x="46192" y="120857"/>
                  </a:cubicBezTo>
                  <a:lnTo>
                    <a:pt x="42481" y="124632"/>
                  </a:lnTo>
                  <a:lnTo>
                    <a:pt x="42713" y="127178"/>
                  </a:lnTo>
                  <a:cubicBezTo>
                    <a:pt x="42713" y="127618"/>
                    <a:pt x="42528" y="128012"/>
                    <a:pt x="42157" y="128232"/>
                  </a:cubicBezTo>
                  <a:lnTo>
                    <a:pt x="38632" y="130164"/>
                  </a:lnTo>
                  <a:lnTo>
                    <a:pt x="38493" y="131173"/>
                  </a:lnTo>
                  <a:lnTo>
                    <a:pt x="41600" y="132008"/>
                  </a:lnTo>
                  <a:cubicBezTo>
                    <a:pt x="42157" y="132139"/>
                    <a:pt x="42481" y="132666"/>
                    <a:pt x="42435" y="133193"/>
                  </a:cubicBezTo>
                  <a:lnTo>
                    <a:pt x="41415" y="142105"/>
                  </a:lnTo>
                  <a:lnTo>
                    <a:pt x="44197" y="142719"/>
                  </a:lnTo>
                  <a:cubicBezTo>
                    <a:pt x="44707" y="142851"/>
                    <a:pt x="45079" y="143290"/>
                    <a:pt x="45079" y="143773"/>
                  </a:cubicBezTo>
                  <a:lnTo>
                    <a:pt x="45079" y="148163"/>
                  </a:lnTo>
                  <a:cubicBezTo>
                    <a:pt x="45079" y="148646"/>
                    <a:pt x="44754" y="149041"/>
                    <a:pt x="44337" y="149216"/>
                  </a:cubicBezTo>
                  <a:lnTo>
                    <a:pt x="41693" y="150138"/>
                  </a:lnTo>
                  <a:lnTo>
                    <a:pt x="39838" y="156460"/>
                  </a:lnTo>
                  <a:cubicBezTo>
                    <a:pt x="39745" y="156811"/>
                    <a:pt x="39467" y="157074"/>
                    <a:pt x="39096" y="157206"/>
                  </a:cubicBezTo>
                  <a:lnTo>
                    <a:pt x="35803" y="158304"/>
                  </a:lnTo>
                  <a:lnTo>
                    <a:pt x="35525" y="167962"/>
                  </a:lnTo>
                  <a:cubicBezTo>
                    <a:pt x="35525" y="168225"/>
                    <a:pt x="35432" y="168489"/>
                    <a:pt x="35200" y="168664"/>
                  </a:cubicBezTo>
                  <a:lnTo>
                    <a:pt x="17113" y="187409"/>
                  </a:lnTo>
                  <a:lnTo>
                    <a:pt x="17438" y="187717"/>
                  </a:lnTo>
                  <a:cubicBezTo>
                    <a:pt x="17438" y="187717"/>
                    <a:pt x="17716" y="188068"/>
                    <a:pt x="17762" y="188287"/>
                  </a:cubicBezTo>
                  <a:lnTo>
                    <a:pt x="20359" y="200360"/>
                  </a:lnTo>
                  <a:lnTo>
                    <a:pt x="20359" y="204662"/>
                  </a:lnTo>
                  <a:cubicBezTo>
                    <a:pt x="20359" y="204662"/>
                    <a:pt x="28058" y="216735"/>
                    <a:pt x="28058" y="216735"/>
                  </a:cubicBezTo>
                  <a:cubicBezTo>
                    <a:pt x="28151" y="216910"/>
                    <a:pt x="28244" y="217086"/>
                    <a:pt x="28244" y="217305"/>
                  </a:cubicBezTo>
                  <a:lnTo>
                    <a:pt x="28244" y="243558"/>
                  </a:lnTo>
                  <a:lnTo>
                    <a:pt x="31768" y="247904"/>
                  </a:lnTo>
                  <a:cubicBezTo>
                    <a:pt x="32000" y="248211"/>
                    <a:pt x="32093" y="248606"/>
                    <a:pt x="31954" y="248957"/>
                  </a:cubicBezTo>
                  <a:lnTo>
                    <a:pt x="28708" y="256991"/>
                  </a:lnTo>
                  <a:lnTo>
                    <a:pt x="40997" y="258396"/>
                  </a:lnTo>
                  <a:lnTo>
                    <a:pt x="41879" y="247772"/>
                  </a:lnTo>
                  <a:lnTo>
                    <a:pt x="36360" y="248299"/>
                  </a:lnTo>
                  <a:cubicBezTo>
                    <a:pt x="36360" y="248299"/>
                    <a:pt x="36360" y="236797"/>
                    <a:pt x="52592" y="231573"/>
                  </a:cubicBezTo>
                  <a:cubicBezTo>
                    <a:pt x="68824" y="226349"/>
                    <a:pt x="80418" y="223890"/>
                    <a:pt x="84777" y="211554"/>
                  </a:cubicBezTo>
                  <a:lnTo>
                    <a:pt x="82459" y="210720"/>
                  </a:lnTo>
                  <a:lnTo>
                    <a:pt x="81577" y="205496"/>
                  </a:lnTo>
                  <a:lnTo>
                    <a:pt x="83293" y="198384"/>
                  </a:lnTo>
                  <a:cubicBezTo>
                    <a:pt x="83293" y="198384"/>
                    <a:pt x="81856" y="184951"/>
                    <a:pt x="80093" y="182493"/>
                  </a:cubicBezTo>
                  <a:cubicBezTo>
                    <a:pt x="80093" y="182493"/>
                    <a:pt x="81253" y="170420"/>
                    <a:pt x="75456" y="169323"/>
                  </a:cubicBezTo>
                  <a:cubicBezTo>
                    <a:pt x="75456" y="169323"/>
                    <a:pt x="78656" y="156987"/>
                    <a:pt x="69380" y="155889"/>
                  </a:cubicBezTo>
                  <a:lnTo>
                    <a:pt x="71977" y="145441"/>
                  </a:lnTo>
                  <a:cubicBezTo>
                    <a:pt x="71977" y="145441"/>
                    <a:pt x="79490" y="144080"/>
                    <a:pt x="85891" y="133105"/>
                  </a:cubicBezTo>
                  <a:lnTo>
                    <a:pt x="89369" y="130910"/>
                  </a:lnTo>
                  <a:cubicBezTo>
                    <a:pt x="89369" y="130910"/>
                    <a:pt x="94888" y="134203"/>
                    <a:pt x="98366" y="125993"/>
                  </a:cubicBezTo>
                  <a:lnTo>
                    <a:pt x="103282" y="120242"/>
                  </a:lnTo>
                  <a:lnTo>
                    <a:pt x="109357" y="111989"/>
                  </a:lnTo>
                  <a:lnTo>
                    <a:pt x="127630" y="103209"/>
                  </a:lnTo>
                  <a:lnTo>
                    <a:pt x="138065" y="101014"/>
                  </a:lnTo>
                  <a:lnTo>
                    <a:pt x="142424" y="97458"/>
                  </a:lnTo>
                  <a:lnTo>
                    <a:pt x="151422" y="91971"/>
                  </a:lnTo>
                  <a:lnTo>
                    <a:pt x="152303" y="88415"/>
                  </a:lnTo>
                  <a:lnTo>
                    <a:pt x="155178" y="86220"/>
                  </a:lnTo>
                  <a:lnTo>
                    <a:pt x="157219" y="82357"/>
                  </a:lnTo>
                  <a:lnTo>
                    <a:pt x="161856" y="77440"/>
                  </a:lnTo>
                  <a:lnTo>
                    <a:pt x="165057" y="70855"/>
                  </a:lnTo>
                  <a:lnTo>
                    <a:pt x="164778" y="69187"/>
                  </a:lnTo>
                  <a:lnTo>
                    <a:pt x="166541" y="65894"/>
                  </a:lnTo>
                  <a:lnTo>
                    <a:pt x="166819" y="61241"/>
                  </a:lnTo>
                  <a:lnTo>
                    <a:pt x="165103" y="57685"/>
                  </a:lnTo>
                  <a:lnTo>
                    <a:pt x="163665" y="52461"/>
                  </a:lnTo>
                  <a:lnTo>
                    <a:pt x="163387" y="47807"/>
                  </a:lnTo>
                  <a:lnTo>
                    <a:pt x="161949" y="46973"/>
                  </a:lnTo>
                  <a:lnTo>
                    <a:pt x="164546" y="42847"/>
                  </a:lnTo>
                  <a:lnTo>
                    <a:pt x="163990" y="38457"/>
                  </a:lnTo>
                  <a:lnTo>
                    <a:pt x="159955" y="36525"/>
                  </a:lnTo>
                  <a:lnTo>
                    <a:pt x="163155" y="34857"/>
                  </a:lnTo>
                  <a:lnTo>
                    <a:pt x="162877" y="30467"/>
                  </a:lnTo>
                  <a:lnTo>
                    <a:pt x="161996" y="19755"/>
                  </a:lnTo>
                  <a:lnTo>
                    <a:pt x="160558" y="17560"/>
                  </a:lnTo>
                  <a:lnTo>
                    <a:pt x="161439" y="10975"/>
                  </a:lnTo>
                  <a:lnTo>
                    <a:pt x="163758" y="6585"/>
                  </a:lnTo>
                  <a:lnTo>
                    <a:pt x="162877" y="527"/>
                  </a:lnTo>
                  <a:cubicBezTo>
                    <a:pt x="162877" y="527"/>
                    <a:pt x="162738" y="307"/>
                    <a:pt x="162599" y="0"/>
                  </a:cubicBezTo>
                  <a:lnTo>
                    <a:pt x="144372" y="10799"/>
                  </a:lnTo>
                  <a:cubicBezTo>
                    <a:pt x="144372" y="10799"/>
                    <a:pt x="143955" y="10975"/>
                    <a:pt x="143770" y="10975"/>
                  </a:cubicBezTo>
                  <a:close/>
                  <a:moveTo>
                    <a:pt x="29449" y="82005"/>
                  </a:moveTo>
                  <a:lnTo>
                    <a:pt x="16974" y="79942"/>
                  </a:lnTo>
                  <a:lnTo>
                    <a:pt x="14655" y="83366"/>
                  </a:lnTo>
                  <a:lnTo>
                    <a:pt x="3942" y="77879"/>
                  </a:lnTo>
                  <a:lnTo>
                    <a:pt x="16974" y="77879"/>
                  </a:lnTo>
                  <a:lnTo>
                    <a:pt x="27687" y="79240"/>
                  </a:lnTo>
                  <a:lnTo>
                    <a:pt x="35803" y="77879"/>
                  </a:lnTo>
                  <a:lnTo>
                    <a:pt x="29449" y="8200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5" name="Freeform: Shape 2164">
              <a:extLst>
                <a:ext uri="{FF2B5EF4-FFF2-40B4-BE49-F238E27FC236}">
                  <a16:creationId xmlns:a16="http://schemas.microsoft.com/office/drawing/2014/main" id="{716899DB-CD87-61EA-575F-D6D9E9760363}"/>
                </a:ext>
              </a:extLst>
            </p:cNvPr>
            <p:cNvSpPr>
              <a:spLocks/>
            </p:cNvSpPr>
            <p:nvPr/>
          </p:nvSpPr>
          <p:spPr>
            <a:xfrm>
              <a:off x="6657185" y="3805049"/>
              <a:ext cx="240499" cy="307465"/>
            </a:xfrm>
            <a:custGeom>
              <a:avLst/>
              <a:gdLst>
                <a:gd name="connsiteX0" fmla="*/ 26296 w 161124"/>
                <a:gd name="connsiteY0" fmla="*/ 23189 h 205988"/>
                <a:gd name="connsiteX1" fmla="*/ 39606 w 161124"/>
                <a:gd name="connsiteY1" fmla="*/ 40529 h 205988"/>
                <a:gd name="connsiteX2" fmla="*/ 47258 w 161124"/>
                <a:gd name="connsiteY2" fmla="*/ 45095 h 205988"/>
                <a:gd name="connsiteX3" fmla="*/ 89508 w 161124"/>
                <a:gd name="connsiteY3" fmla="*/ 59494 h 205988"/>
                <a:gd name="connsiteX4" fmla="*/ 110795 w 161124"/>
                <a:gd name="connsiteY4" fmla="*/ 61118 h 205988"/>
                <a:gd name="connsiteX5" fmla="*/ 111769 w 161124"/>
                <a:gd name="connsiteY5" fmla="*/ 61821 h 205988"/>
                <a:gd name="connsiteX6" fmla="*/ 111491 w 161124"/>
                <a:gd name="connsiteY6" fmla="*/ 62962 h 205988"/>
                <a:gd name="connsiteX7" fmla="*/ 62238 w 161124"/>
                <a:gd name="connsiteY7" fmla="*/ 109321 h 205988"/>
                <a:gd name="connsiteX8" fmla="*/ 61125 w 161124"/>
                <a:gd name="connsiteY8" fmla="*/ 109628 h 205988"/>
                <a:gd name="connsiteX9" fmla="*/ 29032 w 161124"/>
                <a:gd name="connsiteY9" fmla="*/ 118452 h 205988"/>
                <a:gd name="connsiteX10" fmla="*/ 28058 w 161124"/>
                <a:gd name="connsiteY10" fmla="*/ 118979 h 205988"/>
                <a:gd name="connsiteX11" fmla="*/ 17902 w 161124"/>
                <a:gd name="connsiteY11" fmla="*/ 118979 h 205988"/>
                <a:gd name="connsiteX12" fmla="*/ 14191 w 161124"/>
                <a:gd name="connsiteY12" fmla="*/ 123764 h 205988"/>
                <a:gd name="connsiteX13" fmla="*/ 14191 w 161124"/>
                <a:gd name="connsiteY13" fmla="*/ 123764 h 205988"/>
                <a:gd name="connsiteX14" fmla="*/ 14191 w 161124"/>
                <a:gd name="connsiteY14" fmla="*/ 123808 h 205988"/>
                <a:gd name="connsiteX15" fmla="*/ 0 w 161124"/>
                <a:gd name="connsiteY15" fmla="*/ 139392 h 205988"/>
                <a:gd name="connsiteX16" fmla="*/ 278 w 161124"/>
                <a:gd name="connsiteY16" fmla="*/ 194750 h 205988"/>
                <a:gd name="connsiteX17" fmla="*/ 8673 w 161124"/>
                <a:gd name="connsiteY17" fmla="*/ 205989 h 205988"/>
                <a:gd name="connsiteX18" fmla="*/ 13357 w 161124"/>
                <a:gd name="connsiteY18" fmla="*/ 199096 h 205988"/>
                <a:gd name="connsiteX19" fmla="*/ 53334 w 161124"/>
                <a:gd name="connsiteY19" fmla="*/ 160684 h 205988"/>
                <a:gd name="connsiteX20" fmla="*/ 106668 w 161124"/>
                <a:gd name="connsiteY20" fmla="*/ 116520 h 205988"/>
                <a:gd name="connsiteX21" fmla="*/ 126981 w 161124"/>
                <a:gd name="connsiteY21" fmla="*/ 83332 h 205988"/>
                <a:gd name="connsiteX22" fmla="*/ 139735 w 161124"/>
                <a:gd name="connsiteY22" fmla="*/ 62479 h 205988"/>
                <a:gd name="connsiteX23" fmla="*/ 148454 w 161124"/>
                <a:gd name="connsiteY23" fmla="*/ 47948 h 205988"/>
                <a:gd name="connsiteX24" fmla="*/ 155410 w 161124"/>
                <a:gd name="connsiteY24" fmla="*/ 27667 h 205988"/>
                <a:gd name="connsiteX25" fmla="*/ 158286 w 161124"/>
                <a:gd name="connsiteY25" fmla="*/ 10370 h 205988"/>
                <a:gd name="connsiteX26" fmla="*/ 159538 w 161124"/>
                <a:gd name="connsiteY26" fmla="*/ 7077 h 205988"/>
                <a:gd name="connsiteX27" fmla="*/ 159538 w 161124"/>
                <a:gd name="connsiteY27" fmla="*/ 2951 h 205988"/>
                <a:gd name="connsiteX28" fmla="*/ 147851 w 161124"/>
                <a:gd name="connsiteY28" fmla="*/ 5146 h 205988"/>
                <a:gd name="connsiteX29" fmla="*/ 137138 w 161124"/>
                <a:gd name="connsiteY29" fmla="*/ 9799 h 205988"/>
                <a:gd name="connsiteX30" fmla="*/ 130459 w 161124"/>
                <a:gd name="connsiteY30" fmla="*/ 11467 h 205988"/>
                <a:gd name="connsiteX31" fmla="*/ 121462 w 161124"/>
                <a:gd name="connsiteY31" fmla="*/ 12828 h 205988"/>
                <a:gd name="connsiteX32" fmla="*/ 111305 w 161124"/>
                <a:gd name="connsiteY32" fmla="*/ 14189 h 205988"/>
                <a:gd name="connsiteX33" fmla="*/ 102030 w 161124"/>
                <a:gd name="connsiteY33" fmla="*/ 13355 h 205988"/>
                <a:gd name="connsiteX34" fmla="*/ 88673 w 161124"/>
                <a:gd name="connsiteY34" fmla="*/ 19677 h 205988"/>
                <a:gd name="connsiteX35" fmla="*/ 81438 w 161124"/>
                <a:gd name="connsiteY35" fmla="*/ 19940 h 205988"/>
                <a:gd name="connsiteX36" fmla="*/ 62006 w 161124"/>
                <a:gd name="connsiteY36" fmla="*/ 24593 h 205988"/>
                <a:gd name="connsiteX37" fmla="*/ 51293 w 161124"/>
                <a:gd name="connsiteY37" fmla="*/ 24067 h 205988"/>
                <a:gd name="connsiteX38" fmla="*/ 40395 w 161124"/>
                <a:gd name="connsiteY38" fmla="*/ 10019 h 205988"/>
                <a:gd name="connsiteX39" fmla="*/ 31583 w 161124"/>
                <a:gd name="connsiteY39" fmla="*/ 14979 h 205988"/>
                <a:gd name="connsiteX40" fmla="*/ 26342 w 161124"/>
                <a:gd name="connsiteY40" fmla="*/ 23189 h 20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1124" h="205988">
                  <a:moveTo>
                    <a:pt x="26296" y="23189"/>
                  </a:moveTo>
                  <a:lnTo>
                    <a:pt x="39606" y="40529"/>
                  </a:lnTo>
                  <a:lnTo>
                    <a:pt x="47258" y="45095"/>
                  </a:lnTo>
                  <a:lnTo>
                    <a:pt x="89508" y="59494"/>
                  </a:lnTo>
                  <a:lnTo>
                    <a:pt x="110795" y="61118"/>
                  </a:lnTo>
                  <a:cubicBezTo>
                    <a:pt x="111259" y="61118"/>
                    <a:pt x="111630" y="61426"/>
                    <a:pt x="111769" y="61821"/>
                  </a:cubicBezTo>
                  <a:cubicBezTo>
                    <a:pt x="111908" y="62216"/>
                    <a:pt x="111816" y="62655"/>
                    <a:pt x="111491" y="62962"/>
                  </a:cubicBezTo>
                  <a:lnTo>
                    <a:pt x="62238" y="109321"/>
                  </a:lnTo>
                  <a:cubicBezTo>
                    <a:pt x="61960" y="109584"/>
                    <a:pt x="61543" y="109716"/>
                    <a:pt x="61125" y="109628"/>
                  </a:cubicBezTo>
                  <a:cubicBezTo>
                    <a:pt x="60893" y="109584"/>
                    <a:pt x="38354" y="104492"/>
                    <a:pt x="29032" y="118452"/>
                  </a:cubicBezTo>
                  <a:cubicBezTo>
                    <a:pt x="28800" y="118759"/>
                    <a:pt x="28429" y="118979"/>
                    <a:pt x="28058" y="118979"/>
                  </a:cubicBezTo>
                  <a:lnTo>
                    <a:pt x="17902" y="118979"/>
                  </a:lnTo>
                  <a:lnTo>
                    <a:pt x="14191" y="123764"/>
                  </a:lnTo>
                  <a:cubicBezTo>
                    <a:pt x="14191" y="123764"/>
                    <a:pt x="14191" y="123764"/>
                    <a:pt x="14191" y="123764"/>
                  </a:cubicBezTo>
                  <a:cubicBezTo>
                    <a:pt x="14191" y="123764"/>
                    <a:pt x="14191" y="123764"/>
                    <a:pt x="14191" y="123808"/>
                  </a:cubicBezTo>
                  <a:lnTo>
                    <a:pt x="0" y="139392"/>
                  </a:lnTo>
                  <a:lnTo>
                    <a:pt x="278" y="194750"/>
                  </a:lnTo>
                  <a:lnTo>
                    <a:pt x="8673" y="205989"/>
                  </a:lnTo>
                  <a:cubicBezTo>
                    <a:pt x="10435" y="204057"/>
                    <a:pt x="12104" y="201774"/>
                    <a:pt x="13357" y="199096"/>
                  </a:cubicBezTo>
                  <a:cubicBezTo>
                    <a:pt x="17994" y="188955"/>
                    <a:pt x="44383" y="166698"/>
                    <a:pt x="53334" y="160684"/>
                  </a:cubicBezTo>
                  <a:cubicBezTo>
                    <a:pt x="62331" y="154625"/>
                    <a:pt x="89276" y="137373"/>
                    <a:pt x="106668" y="116520"/>
                  </a:cubicBezTo>
                  <a:cubicBezTo>
                    <a:pt x="124059" y="95668"/>
                    <a:pt x="127259" y="87151"/>
                    <a:pt x="126981" y="83332"/>
                  </a:cubicBezTo>
                  <a:cubicBezTo>
                    <a:pt x="126981" y="83332"/>
                    <a:pt x="137694" y="68801"/>
                    <a:pt x="139735" y="62479"/>
                  </a:cubicBezTo>
                  <a:cubicBezTo>
                    <a:pt x="139735" y="62479"/>
                    <a:pt x="147248" y="55367"/>
                    <a:pt x="148454" y="47948"/>
                  </a:cubicBezTo>
                  <a:cubicBezTo>
                    <a:pt x="148454" y="47948"/>
                    <a:pt x="158286" y="42461"/>
                    <a:pt x="155410" y="27667"/>
                  </a:cubicBezTo>
                  <a:cubicBezTo>
                    <a:pt x="155410" y="27667"/>
                    <a:pt x="162367" y="20555"/>
                    <a:pt x="158286" y="10370"/>
                  </a:cubicBezTo>
                  <a:lnTo>
                    <a:pt x="159538" y="7077"/>
                  </a:lnTo>
                  <a:cubicBezTo>
                    <a:pt x="159538" y="7077"/>
                    <a:pt x="163109" y="5146"/>
                    <a:pt x="159538" y="2951"/>
                  </a:cubicBezTo>
                  <a:cubicBezTo>
                    <a:pt x="155967" y="756"/>
                    <a:pt x="151329" y="-3371"/>
                    <a:pt x="147851" y="5146"/>
                  </a:cubicBezTo>
                  <a:lnTo>
                    <a:pt x="137138" y="9799"/>
                  </a:lnTo>
                  <a:cubicBezTo>
                    <a:pt x="137138" y="9799"/>
                    <a:pt x="133659" y="9272"/>
                    <a:pt x="130459" y="11467"/>
                  </a:cubicBezTo>
                  <a:lnTo>
                    <a:pt x="121462" y="12828"/>
                  </a:lnTo>
                  <a:cubicBezTo>
                    <a:pt x="121462" y="12828"/>
                    <a:pt x="117984" y="9272"/>
                    <a:pt x="111305" y="14189"/>
                  </a:cubicBezTo>
                  <a:cubicBezTo>
                    <a:pt x="111305" y="14189"/>
                    <a:pt x="105230" y="13662"/>
                    <a:pt x="102030" y="13355"/>
                  </a:cubicBezTo>
                  <a:cubicBezTo>
                    <a:pt x="98830" y="13092"/>
                    <a:pt x="88673" y="19677"/>
                    <a:pt x="88673" y="19677"/>
                  </a:cubicBezTo>
                  <a:cubicBezTo>
                    <a:pt x="88673" y="19677"/>
                    <a:pt x="84917" y="21872"/>
                    <a:pt x="81438" y="19940"/>
                  </a:cubicBezTo>
                  <a:cubicBezTo>
                    <a:pt x="77960" y="18008"/>
                    <a:pt x="67247" y="18579"/>
                    <a:pt x="62006" y="24593"/>
                  </a:cubicBezTo>
                  <a:cubicBezTo>
                    <a:pt x="62006" y="24593"/>
                    <a:pt x="55050" y="26788"/>
                    <a:pt x="51293" y="24067"/>
                  </a:cubicBezTo>
                  <a:cubicBezTo>
                    <a:pt x="47954" y="21652"/>
                    <a:pt x="44198" y="13311"/>
                    <a:pt x="40395" y="10019"/>
                  </a:cubicBezTo>
                  <a:lnTo>
                    <a:pt x="31583" y="14979"/>
                  </a:lnTo>
                  <a:lnTo>
                    <a:pt x="26342" y="2318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6" name="Freeform: Shape 2165">
              <a:extLst>
                <a:ext uri="{FF2B5EF4-FFF2-40B4-BE49-F238E27FC236}">
                  <a16:creationId xmlns:a16="http://schemas.microsoft.com/office/drawing/2014/main" id="{CECBF6F6-B0EE-1E49-8CCD-BE12444C4D6B}"/>
                </a:ext>
              </a:extLst>
            </p:cNvPr>
            <p:cNvSpPr>
              <a:spLocks/>
            </p:cNvSpPr>
            <p:nvPr/>
          </p:nvSpPr>
          <p:spPr>
            <a:xfrm>
              <a:off x="5285992" y="3444864"/>
              <a:ext cx="277380" cy="297686"/>
            </a:xfrm>
            <a:custGeom>
              <a:avLst/>
              <a:gdLst>
                <a:gd name="connsiteX0" fmla="*/ 11873 w 185833"/>
                <a:gd name="connsiteY0" fmla="*/ 170727 h 199437"/>
                <a:gd name="connsiteX1" fmla="*/ 40858 w 185833"/>
                <a:gd name="connsiteY1" fmla="*/ 169059 h 199437"/>
                <a:gd name="connsiteX2" fmla="*/ 41832 w 185833"/>
                <a:gd name="connsiteY2" fmla="*/ 169454 h 199437"/>
                <a:gd name="connsiteX3" fmla="*/ 48974 w 185833"/>
                <a:gd name="connsiteY3" fmla="*/ 177488 h 199437"/>
                <a:gd name="connsiteX4" fmla="*/ 55004 w 185833"/>
                <a:gd name="connsiteY4" fmla="*/ 176742 h 199437"/>
                <a:gd name="connsiteX5" fmla="*/ 56209 w 185833"/>
                <a:gd name="connsiteY5" fmla="*/ 177356 h 199437"/>
                <a:gd name="connsiteX6" fmla="*/ 60847 w 185833"/>
                <a:gd name="connsiteY6" fmla="*/ 186136 h 199437"/>
                <a:gd name="connsiteX7" fmla="*/ 64465 w 185833"/>
                <a:gd name="connsiteY7" fmla="*/ 191404 h 199437"/>
                <a:gd name="connsiteX8" fmla="*/ 74018 w 185833"/>
                <a:gd name="connsiteY8" fmla="*/ 199438 h 199437"/>
                <a:gd name="connsiteX9" fmla="*/ 80372 w 185833"/>
                <a:gd name="connsiteY9" fmla="*/ 197858 h 199437"/>
                <a:gd name="connsiteX10" fmla="*/ 80372 w 185833"/>
                <a:gd name="connsiteY10" fmla="*/ 188287 h 199437"/>
                <a:gd name="connsiteX11" fmla="*/ 80789 w 185833"/>
                <a:gd name="connsiteY11" fmla="*/ 187409 h 199437"/>
                <a:gd name="connsiteX12" fmla="*/ 85149 w 185833"/>
                <a:gd name="connsiteY12" fmla="*/ 184117 h 199437"/>
                <a:gd name="connsiteX13" fmla="*/ 86726 w 185833"/>
                <a:gd name="connsiteY13" fmla="*/ 184249 h 199437"/>
                <a:gd name="connsiteX14" fmla="*/ 95676 w 185833"/>
                <a:gd name="connsiteY14" fmla="*/ 193512 h 199437"/>
                <a:gd name="connsiteX15" fmla="*/ 96326 w 185833"/>
                <a:gd name="connsiteY15" fmla="*/ 193512 h 199437"/>
                <a:gd name="connsiteX16" fmla="*/ 96326 w 185833"/>
                <a:gd name="connsiteY16" fmla="*/ 189122 h 199437"/>
                <a:gd name="connsiteX17" fmla="*/ 97485 w 185833"/>
                <a:gd name="connsiteY17" fmla="*/ 188024 h 199437"/>
                <a:gd name="connsiteX18" fmla="*/ 178692 w 185833"/>
                <a:gd name="connsiteY18" fmla="*/ 188024 h 199437"/>
                <a:gd name="connsiteX19" fmla="*/ 183561 w 185833"/>
                <a:gd name="connsiteY19" fmla="*/ 175205 h 199437"/>
                <a:gd name="connsiteX20" fmla="*/ 179387 w 185833"/>
                <a:gd name="connsiteY20" fmla="*/ 173669 h 199437"/>
                <a:gd name="connsiteX21" fmla="*/ 178645 w 185833"/>
                <a:gd name="connsiteY21" fmla="*/ 172747 h 199437"/>
                <a:gd name="connsiteX22" fmla="*/ 163294 w 185833"/>
                <a:gd name="connsiteY22" fmla="*/ 35866 h 199437"/>
                <a:gd name="connsiteX23" fmla="*/ 163573 w 185833"/>
                <a:gd name="connsiteY23" fmla="*/ 35032 h 199437"/>
                <a:gd name="connsiteX24" fmla="*/ 164454 w 185833"/>
                <a:gd name="connsiteY24" fmla="*/ 34681 h 199437"/>
                <a:gd name="connsiteX25" fmla="*/ 185834 w 185833"/>
                <a:gd name="connsiteY25" fmla="*/ 34681 h 199437"/>
                <a:gd name="connsiteX26" fmla="*/ 132778 w 185833"/>
                <a:gd name="connsiteY26" fmla="*/ 0 h 199437"/>
                <a:gd name="connsiteX27" fmla="*/ 132778 w 185833"/>
                <a:gd name="connsiteY27" fmla="*/ 20238 h 199437"/>
                <a:gd name="connsiteX28" fmla="*/ 131619 w 185833"/>
                <a:gd name="connsiteY28" fmla="*/ 21336 h 199437"/>
                <a:gd name="connsiteX29" fmla="*/ 79444 w 185833"/>
                <a:gd name="connsiteY29" fmla="*/ 21336 h 199437"/>
                <a:gd name="connsiteX30" fmla="*/ 79444 w 185833"/>
                <a:gd name="connsiteY30" fmla="*/ 61197 h 199437"/>
                <a:gd name="connsiteX31" fmla="*/ 78795 w 185833"/>
                <a:gd name="connsiteY31" fmla="*/ 62163 h 199437"/>
                <a:gd name="connsiteX32" fmla="*/ 61682 w 185833"/>
                <a:gd name="connsiteY32" fmla="*/ 70284 h 199437"/>
                <a:gd name="connsiteX33" fmla="*/ 61682 w 185833"/>
                <a:gd name="connsiteY33" fmla="*/ 96317 h 199437"/>
                <a:gd name="connsiteX34" fmla="*/ 60522 w 185833"/>
                <a:gd name="connsiteY34" fmla="*/ 97414 h 199437"/>
                <a:gd name="connsiteX35" fmla="*/ 0 w 185833"/>
                <a:gd name="connsiteY35" fmla="*/ 97414 h 199437"/>
                <a:gd name="connsiteX36" fmla="*/ 4731 w 185833"/>
                <a:gd name="connsiteY36" fmla="*/ 107643 h 199437"/>
                <a:gd name="connsiteX37" fmla="*/ 7513 w 185833"/>
                <a:gd name="connsiteY37" fmla="*/ 106546 h 199437"/>
                <a:gd name="connsiteX38" fmla="*/ 12244 w 185833"/>
                <a:gd name="connsiteY38" fmla="*/ 114228 h 199437"/>
                <a:gd name="connsiteX39" fmla="*/ 10806 w 185833"/>
                <a:gd name="connsiteY39" fmla="*/ 120813 h 199437"/>
                <a:gd name="connsiteX40" fmla="*/ 7513 w 185833"/>
                <a:gd name="connsiteY40" fmla="*/ 120813 h 199437"/>
                <a:gd name="connsiteX41" fmla="*/ 7513 w 185833"/>
                <a:gd name="connsiteY41" fmla="*/ 128232 h 199437"/>
                <a:gd name="connsiteX42" fmla="*/ 13867 w 185833"/>
                <a:gd name="connsiteY42" fmla="*/ 151543 h 199437"/>
                <a:gd name="connsiteX43" fmla="*/ 6354 w 185833"/>
                <a:gd name="connsiteY43" fmla="*/ 176566 h 199437"/>
                <a:gd name="connsiteX44" fmla="*/ 11038 w 185833"/>
                <a:gd name="connsiteY44" fmla="*/ 171123 h 199437"/>
                <a:gd name="connsiteX45" fmla="*/ 11873 w 185833"/>
                <a:gd name="connsiteY45" fmla="*/ 170727 h 199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85833" h="199437">
                  <a:moveTo>
                    <a:pt x="11873" y="170727"/>
                  </a:moveTo>
                  <a:lnTo>
                    <a:pt x="40858" y="169059"/>
                  </a:lnTo>
                  <a:cubicBezTo>
                    <a:pt x="41276" y="169059"/>
                    <a:pt x="41601" y="169191"/>
                    <a:pt x="41832" y="169454"/>
                  </a:cubicBezTo>
                  <a:lnTo>
                    <a:pt x="48974" y="177488"/>
                  </a:lnTo>
                  <a:lnTo>
                    <a:pt x="55004" y="176742"/>
                  </a:lnTo>
                  <a:cubicBezTo>
                    <a:pt x="55514" y="176742"/>
                    <a:pt x="55977" y="176917"/>
                    <a:pt x="56209" y="177356"/>
                  </a:cubicBezTo>
                  <a:lnTo>
                    <a:pt x="60847" y="186136"/>
                  </a:lnTo>
                  <a:lnTo>
                    <a:pt x="64465" y="191404"/>
                  </a:lnTo>
                  <a:lnTo>
                    <a:pt x="74018" y="199438"/>
                  </a:lnTo>
                  <a:lnTo>
                    <a:pt x="80372" y="197858"/>
                  </a:lnTo>
                  <a:lnTo>
                    <a:pt x="80372" y="188287"/>
                  </a:lnTo>
                  <a:cubicBezTo>
                    <a:pt x="80372" y="187936"/>
                    <a:pt x="80511" y="187629"/>
                    <a:pt x="80789" y="187409"/>
                  </a:cubicBezTo>
                  <a:lnTo>
                    <a:pt x="85149" y="184117"/>
                  </a:lnTo>
                  <a:cubicBezTo>
                    <a:pt x="85613" y="183766"/>
                    <a:pt x="86308" y="183810"/>
                    <a:pt x="86726" y="184249"/>
                  </a:cubicBezTo>
                  <a:lnTo>
                    <a:pt x="95676" y="193512"/>
                  </a:lnTo>
                  <a:lnTo>
                    <a:pt x="96326" y="193512"/>
                  </a:lnTo>
                  <a:lnTo>
                    <a:pt x="96326" y="189122"/>
                  </a:lnTo>
                  <a:cubicBezTo>
                    <a:pt x="96326" y="188507"/>
                    <a:pt x="96836" y="188024"/>
                    <a:pt x="97485" y="188024"/>
                  </a:cubicBezTo>
                  <a:lnTo>
                    <a:pt x="178692" y="188024"/>
                  </a:lnTo>
                  <a:lnTo>
                    <a:pt x="183561" y="175205"/>
                  </a:lnTo>
                  <a:lnTo>
                    <a:pt x="179387" y="173669"/>
                  </a:lnTo>
                  <a:cubicBezTo>
                    <a:pt x="178970" y="173537"/>
                    <a:pt x="178692" y="173186"/>
                    <a:pt x="178645" y="172747"/>
                  </a:cubicBezTo>
                  <a:lnTo>
                    <a:pt x="163294" y="35866"/>
                  </a:lnTo>
                  <a:cubicBezTo>
                    <a:pt x="163294" y="35559"/>
                    <a:pt x="163387" y="35252"/>
                    <a:pt x="163573" y="35032"/>
                  </a:cubicBezTo>
                  <a:cubicBezTo>
                    <a:pt x="163805" y="34813"/>
                    <a:pt x="164129" y="34681"/>
                    <a:pt x="164454" y="34681"/>
                  </a:cubicBezTo>
                  <a:lnTo>
                    <a:pt x="185834" y="34681"/>
                  </a:lnTo>
                  <a:lnTo>
                    <a:pt x="132778" y="0"/>
                  </a:lnTo>
                  <a:lnTo>
                    <a:pt x="132778" y="20238"/>
                  </a:lnTo>
                  <a:cubicBezTo>
                    <a:pt x="132778" y="20853"/>
                    <a:pt x="132268" y="21336"/>
                    <a:pt x="131619" y="21336"/>
                  </a:cubicBezTo>
                  <a:lnTo>
                    <a:pt x="79444" y="21336"/>
                  </a:lnTo>
                  <a:lnTo>
                    <a:pt x="79444" y="61197"/>
                  </a:lnTo>
                  <a:cubicBezTo>
                    <a:pt x="79444" y="61592"/>
                    <a:pt x="79212" y="61987"/>
                    <a:pt x="78795" y="62163"/>
                  </a:cubicBezTo>
                  <a:lnTo>
                    <a:pt x="61682" y="70284"/>
                  </a:lnTo>
                  <a:lnTo>
                    <a:pt x="61682" y="96317"/>
                  </a:lnTo>
                  <a:cubicBezTo>
                    <a:pt x="61682" y="96931"/>
                    <a:pt x="61172" y="97414"/>
                    <a:pt x="60522" y="97414"/>
                  </a:cubicBezTo>
                  <a:lnTo>
                    <a:pt x="0" y="97414"/>
                  </a:lnTo>
                  <a:cubicBezTo>
                    <a:pt x="789" y="100356"/>
                    <a:pt x="2272" y="103736"/>
                    <a:pt x="4731" y="107643"/>
                  </a:cubicBezTo>
                  <a:cubicBezTo>
                    <a:pt x="4731" y="107643"/>
                    <a:pt x="5102" y="110936"/>
                    <a:pt x="7513" y="106546"/>
                  </a:cubicBezTo>
                  <a:lnTo>
                    <a:pt x="12244" y="114228"/>
                  </a:lnTo>
                  <a:lnTo>
                    <a:pt x="10806" y="120813"/>
                  </a:lnTo>
                  <a:lnTo>
                    <a:pt x="7513" y="120813"/>
                  </a:lnTo>
                  <a:lnTo>
                    <a:pt x="7513" y="128232"/>
                  </a:lnTo>
                  <a:cubicBezTo>
                    <a:pt x="7513" y="128232"/>
                    <a:pt x="16418" y="136178"/>
                    <a:pt x="13867" y="151543"/>
                  </a:cubicBezTo>
                  <a:cubicBezTo>
                    <a:pt x="12105" y="162474"/>
                    <a:pt x="8394" y="170947"/>
                    <a:pt x="6354" y="176566"/>
                  </a:cubicBezTo>
                  <a:lnTo>
                    <a:pt x="11038" y="171123"/>
                  </a:lnTo>
                  <a:cubicBezTo>
                    <a:pt x="11224" y="170903"/>
                    <a:pt x="11548" y="170727"/>
                    <a:pt x="11873" y="1707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7" name="Freeform: Shape 2166">
              <a:extLst>
                <a:ext uri="{FF2B5EF4-FFF2-40B4-BE49-F238E27FC236}">
                  <a16:creationId xmlns:a16="http://schemas.microsoft.com/office/drawing/2014/main" id="{DC170AED-F068-92D4-228B-4A0AA370FDEC}"/>
                </a:ext>
              </a:extLst>
            </p:cNvPr>
            <p:cNvSpPr>
              <a:spLocks/>
            </p:cNvSpPr>
            <p:nvPr/>
          </p:nvSpPr>
          <p:spPr>
            <a:xfrm>
              <a:off x="5288831" y="3763913"/>
              <a:ext cx="69293" cy="17822"/>
            </a:xfrm>
            <a:custGeom>
              <a:avLst/>
              <a:gdLst>
                <a:gd name="connsiteX0" fmla="*/ 3385 w 46423"/>
                <a:gd name="connsiteY0" fmla="*/ 9658 h 11940"/>
                <a:gd name="connsiteX1" fmla="*/ 16417 w 46423"/>
                <a:gd name="connsiteY1" fmla="*/ 9658 h 11940"/>
                <a:gd name="connsiteX2" fmla="*/ 16417 w 46423"/>
                <a:gd name="connsiteY2" fmla="*/ 8561 h 11940"/>
                <a:gd name="connsiteX3" fmla="*/ 17577 w 46423"/>
                <a:gd name="connsiteY3" fmla="*/ 7463 h 11940"/>
                <a:gd name="connsiteX4" fmla="*/ 23745 w 46423"/>
                <a:gd name="connsiteY4" fmla="*/ 7463 h 11940"/>
                <a:gd name="connsiteX5" fmla="*/ 28336 w 46423"/>
                <a:gd name="connsiteY5" fmla="*/ 3117 h 11940"/>
                <a:gd name="connsiteX6" fmla="*/ 29728 w 46423"/>
                <a:gd name="connsiteY6" fmla="*/ 2941 h 11940"/>
                <a:gd name="connsiteX7" fmla="*/ 39467 w 46423"/>
                <a:gd name="connsiteY7" fmla="*/ 8078 h 11940"/>
                <a:gd name="connsiteX8" fmla="*/ 46424 w 46423"/>
                <a:gd name="connsiteY8" fmla="*/ 6234 h 11940"/>
                <a:gd name="connsiteX9" fmla="*/ 44615 w 46423"/>
                <a:gd name="connsiteY9" fmla="*/ 5093 h 11940"/>
                <a:gd name="connsiteX10" fmla="*/ 39606 w 46423"/>
                <a:gd name="connsiteY10" fmla="*/ 6234 h 11940"/>
                <a:gd name="connsiteX11" fmla="*/ 38725 w 46423"/>
                <a:gd name="connsiteY11" fmla="*/ 6102 h 11940"/>
                <a:gd name="connsiteX12" fmla="*/ 28893 w 46423"/>
                <a:gd name="connsiteY12" fmla="*/ 0 h 11940"/>
                <a:gd name="connsiteX13" fmla="*/ 21102 w 46423"/>
                <a:gd name="connsiteY13" fmla="*/ 4083 h 11940"/>
                <a:gd name="connsiteX14" fmla="*/ 20592 w 46423"/>
                <a:gd name="connsiteY14" fmla="*/ 4215 h 11940"/>
                <a:gd name="connsiteX15" fmla="*/ 5519 w 46423"/>
                <a:gd name="connsiteY15" fmla="*/ 4609 h 11940"/>
                <a:gd name="connsiteX16" fmla="*/ 16232 w 46423"/>
                <a:gd name="connsiteY16" fmla="*/ 6146 h 11940"/>
                <a:gd name="connsiteX17" fmla="*/ 7560 w 46423"/>
                <a:gd name="connsiteY17" fmla="*/ 8605 h 11940"/>
                <a:gd name="connsiteX18" fmla="*/ 3200 w 46423"/>
                <a:gd name="connsiteY18" fmla="*/ 5312 h 11940"/>
                <a:gd name="connsiteX19" fmla="*/ 0 w 46423"/>
                <a:gd name="connsiteY19" fmla="*/ 8605 h 11940"/>
                <a:gd name="connsiteX20" fmla="*/ 185 w 46423"/>
                <a:gd name="connsiteY20" fmla="*/ 11941 h 11940"/>
                <a:gd name="connsiteX21" fmla="*/ 2736 w 46423"/>
                <a:gd name="connsiteY21" fmla="*/ 9965 h 11940"/>
                <a:gd name="connsiteX22" fmla="*/ 3478 w 46423"/>
                <a:gd name="connsiteY22" fmla="*/ 9702 h 1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6423" h="11940">
                  <a:moveTo>
                    <a:pt x="3385" y="9658"/>
                  </a:moveTo>
                  <a:lnTo>
                    <a:pt x="16417" y="9658"/>
                  </a:lnTo>
                  <a:lnTo>
                    <a:pt x="16417" y="8561"/>
                  </a:lnTo>
                  <a:cubicBezTo>
                    <a:pt x="16417" y="7946"/>
                    <a:pt x="16928" y="7463"/>
                    <a:pt x="17577" y="7463"/>
                  </a:cubicBezTo>
                  <a:lnTo>
                    <a:pt x="23745" y="7463"/>
                  </a:lnTo>
                  <a:lnTo>
                    <a:pt x="28336" y="3117"/>
                  </a:lnTo>
                  <a:cubicBezTo>
                    <a:pt x="28708" y="2766"/>
                    <a:pt x="29264" y="2722"/>
                    <a:pt x="29728" y="2941"/>
                  </a:cubicBezTo>
                  <a:lnTo>
                    <a:pt x="39467" y="8078"/>
                  </a:lnTo>
                  <a:lnTo>
                    <a:pt x="46424" y="6234"/>
                  </a:lnTo>
                  <a:lnTo>
                    <a:pt x="44615" y="5093"/>
                  </a:lnTo>
                  <a:lnTo>
                    <a:pt x="39606" y="6234"/>
                  </a:lnTo>
                  <a:cubicBezTo>
                    <a:pt x="39281" y="6322"/>
                    <a:pt x="38957" y="6234"/>
                    <a:pt x="38725" y="6102"/>
                  </a:cubicBezTo>
                  <a:lnTo>
                    <a:pt x="28893" y="0"/>
                  </a:lnTo>
                  <a:lnTo>
                    <a:pt x="21102" y="4083"/>
                  </a:lnTo>
                  <a:cubicBezTo>
                    <a:pt x="21102" y="4083"/>
                    <a:pt x="20777" y="4215"/>
                    <a:pt x="20592" y="4215"/>
                  </a:cubicBezTo>
                  <a:lnTo>
                    <a:pt x="5519" y="4609"/>
                  </a:lnTo>
                  <a:lnTo>
                    <a:pt x="16232" y="6146"/>
                  </a:lnTo>
                  <a:lnTo>
                    <a:pt x="7560" y="8605"/>
                  </a:lnTo>
                  <a:lnTo>
                    <a:pt x="3200" y="5312"/>
                  </a:lnTo>
                  <a:lnTo>
                    <a:pt x="0" y="8605"/>
                  </a:lnTo>
                  <a:lnTo>
                    <a:pt x="185" y="11941"/>
                  </a:lnTo>
                  <a:lnTo>
                    <a:pt x="2736" y="9965"/>
                  </a:lnTo>
                  <a:cubicBezTo>
                    <a:pt x="2736" y="9965"/>
                    <a:pt x="3200" y="9702"/>
                    <a:pt x="3478" y="970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8" name="Freeform: Shape 2167">
              <a:extLst>
                <a:ext uri="{FF2B5EF4-FFF2-40B4-BE49-F238E27FC236}">
                  <a16:creationId xmlns:a16="http://schemas.microsoft.com/office/drawing/2014/main" id="{A7D19FA5-49EE-6F97-01DD-A445EF75FF32}"/>
                </a:ext>
              </a:extLst>
            </p:cNvPr>
            <p:cNvSpPr>
              <a:spLocks/>
            </p:cNvSpPr>
            <p:nvPr/>
          </p:nvSpPr>
          <p:spPr>
            <a:xfrm>
              <a:off x="6006479" y="2889918"/>
              <a:ext cx="66523" cy="42199"/>
            </a:xfrm>
            <a:custGeom>
              <a:avLst/>
              <a:gdLst>
                <a:gd name="connsiteX0" fmla="*/ 41693 w 44568"/>
                <a:gd name="connsiteY0" fmla="*/ 44 h 28271"/>
                <a:gd name="connsiteX1" fmla="*/ 40812 w 44568"/>
                <a:gd name="connsiteY1" fmla="*/ 2327 h 28271"/>
                <a:gd name="connsiteX2" fmla="*/ 39699 w 44568"/>
                <a:gd name="connsiteY2" fmla="*/ 3073 h 28271"/>
                <a:gd name="connsiteX3" fmla="*/ 34922 w 44568"/>
                <a:gd name="connsiteY3" fmla="*/ 3073 h 28271"/>
                <a:gd name="connsiteX4" fmla="*/ 29264 w 44568"/>
                <a:gd name="connsiteY4" fmla="*/ 4566 h 28271"/>
                <a:gd name="connsiteX5" fmla="*/ 28939 w 44568"/>
                <a:gd name="connsiteY5" fmla="*/ 4566 h 28271"/>
                <a:gd name="connsiteX6" fmla="*/ 21333 w 44568"/>
                <a:gd name="connsiteY6" fmla="*/ 4566 h 28271"/>
                <a:gd name="connsiteX7" fmla="*/ 16186 w 44568"/>
                <a:gd name="connsiteY7" fmla="*/ 9570 h 28271"/>
                <a:gd name="connsiteX8" fmla="*/ 15351 w 44568"/>
                <a:gd name="connsiteY8" fmla="*/ 9921 h 28271"/>
                <a:gd name="connsiteX9" fmla="*/ 15212 w 44568"/>
                <a:gd name="connsiteY9" fmla="*/ 9921 h 28271"/>
                <a:gd name="connsiteX10" fmla="*/ 2736 w 44568"/>
                <a:gd name="connsiteY10" fmla="*/ 8341 h 28271"/>
                <a:gd name="connsiteX11" fmla="*/ 139 w 44568"/>
                <a:gd name="connsiteY11" fmla="*/ 10800 h 28271"/>
                <a:gd name="connsiteX12" fmla="*/ 1716 w 44568"/>
                <a:gd name="connsiteY12" fmla="*/ 12512 h 28271"/>
                <a:gd name="connsiteX13" fmla="*/ 1855 w 44568"/>
                <a:gd name="connsiteY13" fmla="*/ 13829 h 28271"/>
                <a:gd name="connsiteX14" fmla="*/ 0 w 44568"/>
                <a:gd name="connsiteY14" fmla="*/ 16638 h 28271"/>
                <a:gd name="connsiteX15" fmla="*/ 3107 w 44568"/>
                <a:gd name="connsiteY15" fmla="*/ 19580 h 28271"/>
                <a:gd name="connsiteX16" fmla="*/ 6957 w 44568"/>
                <a:gd name="connsiteY16" fmla="*/ 24365 h 28271"/>
                <a:gd name="connsiteX17" fmla="*/ 9415 w 44568"/>
                <a:gd name="connsiteY17" fmla="*/ 28272 h 28271"/>
                <a:gd name="connsiteX18" fmla="*/ 16000 w 44568"/>
                <a:gd name="connsiteY18" fmla="*/ 25374 h 28271"/>
                <a:gd name="connsiteX19" fmla="*/ 16278 w 44568"/>
                <a:gd name="connsiteY19" fmla="*/ 25286 h 28271"/>
                <a:gd name="connsiteX20" fmla="*/ 24673 w 44568"/>
                <a:gd name="connsiteY20" fmla="*/ 23926 h 28271"/>
                <a:gd name="connsiteX21" fmla="*/ 25183 w 44568"/>
                <a:gd name="connsiteY21" fmla="*/ 23926 h 28271"/>
                <a:gd name="connsiteX22" fmla="*/ 27873 w 44568"/>
                <a:gd name="connsiteY22" fmla="*/ 24628 h 28271"/>
                <a:gd name="connsiteX23" fmla="*/ 26992 w 44568"/>
                <a:gd name="connsiteY23" fmla="*/ 23004 h 28271"/>
                <a:gd name="connsiteX24" fmla="*/ 26992 w 44568"/>
                <a:gd name="connsiteY24" fmla="*/ 22082 h 28271"/>
                <a:gd name="connsiteX25" fmla="*/ 27687 w 44568"/>
                <a:gd name="connsiteY25" fmla="*/ 21467 h 28271"/>
                <a:gd name="connsiteX26" fmla="*/ 33252 w 44568"/>
                <a:gd name="connsiteY26" fmla="*/ 19799 h 28271"/>
                <a:gd name="connsiteX27" fmla="*/ 33252 w 44568"/>
                <a:gd name="connsiteY27" fmla="*/ 12907 h 28271"/>
                <a:gd name="connsiteX28" fmla="*/ 33531 w 44568"/>
                <a:gd name="connsiteY28" fmla="*/ 12204 h 28271"/>
                <a:gd name="connsiteX29" fmla="*/ 37287 w 44568"/>
                <a:gd name="connsiteY29" fmla="*/ 8078 h 28271"/>
                <a:gd name="connsiteX30" fmla="*/ 38168 w 44568"/>
                <a:gd name="connsiteY30" fmla="*/ 7683 h 28271"/>
                <a:gd name="connsiteX31" fmla="*/ 42528 w 44568"/>
                <a:gd name="connsiteY31" fmla="*/ 7683 h 28271"/>
                <a:gd name="connsiteX32" fmla="*/ 44568 w 44568"/>
                <a:gd name="connsiteY32" fmla="*/ 5136 h 28271"/>
                <a:gd name="connsiteX33" fmla="*/ 44568 w 44568"/>
                <a:gd name="connsiteY33" fmla="*/ 0 h 28271"/>
                <a:gd name="connsiteX34" fmla="*/ 41600 w 44568"/>
                <a:gd name="connsiteY34" fmla="*/ 0 h 28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4568" h="28271">
                  <a:moveTo>
                    <a:pt x="41693" y="44"/>
                  </a:moveTo>
                  <a:lnTo>
                    <a:pt x="40812" y="2327"/>
                  </a:lnTo>
                  <a:cubicBezTo>
                    <a:pt x="40627" y="2766"/>
                    <a:pt x="40209" y="3073"/>
                    <a:pt x="39699" y="3073"/>
                  </a:cubicBezTo>
                  <a:lnTo>
                    <a:pt x="34922" y="3073"/>
                  </a:lnTo>
                  <a:lnTo>
                    <a:pt x="29264" y="4566"/>
                  </a:lnTo>
                  <a:cubicBezTo>
                    <a:pt x="29264" y="4566"/>
                    <a:pt x="29079" y="4566"/>
                    <a:pt x="28939" y="4566"/>
                  </a:cubicBezTo>
                  <a:lnTo>
                    <a:pt x="21333" y="4566"/>
                  </a:lnTo>
                  <a:lnTo>
                    <a:pt x="16186" y="9570"/>
                  </a:lnTo>
                  <a:cubicBezTo>
                    <a:pt x="16186" y="9570"/>
                    <a:pt x="15676" y="9921"/>
                    <a:pt x="15351" y="9921"/>
                  </a:cubicBezTo>
                  <a:cubicBezTo>
                    <a:pt x="15304" y="9921"/>
                    <a:pt x="15258" y="9921"/>
                    <a:pt x="15212" y="9921"/>
                  </a:cubicBezTo>
                  <a:lnTo>
                    <a:pt x="2736" y="8341"/>
                  </a:lnTo>
                  <a:lnTo>
                    <a:pt x="139" y="10800"/>
                  </a:lnTo>
                  <a:lnTo>
                    <a:pt x="1716" y="12512"/>
                  </a:lnTo>
                  <a:cubicBezTo>
                    <a:pt x="2041" y="12863"/>
                    <a:pt x="2087" y="13390"/>
                    <a:pt x="1855" y="13829"/>
                  </a:cubicBezTo>
                  <a:lnTo>
                    <a:pt x="0" y="16638"/>
                  </a:lnTo>
                  <a:lnTo>
                    <a:pt x="3107" y="19580"/>
                  </a:lnTo>
                  <a:lnTo>
                    <a:pt x="6957" y="24365"/>
                  </a:lnTo>
                  <a:lnTo>
                    <a:pt x="9415" y="28272"/>
                  </a:lnTo>
                  <a:lnTo>
                    <a:pt x="16000" y="25374"/>
                  </a:lnTo>
                  <a:cubicBezTo>
                    <a:pt x="16000" y="25374"/>
                    <a:pt x="16186" y="25286"/>
                    <a:pt x="16278" y="25286"/>
                  </a:cubicBezTo>
                  <a:lnTo>
                    <a:pt x="24673" y="23926"/>
                  </a:lnTo>
                  <a:cubicBezTo>
                    <a:pt x="24673" y="23926"/>
                    <a:pt x="24997" y="23926"/>
                    <a:pt x="25183" y="23926"/>
                  </a:cubicBezTo>
                  <a:lnTo>
                    <a:pt x="27873" y="24628"/>
                  </a:lnTo>
                  <a:lnTo>
                    <a:pt x="26992" y="23004"/>
                  </a:lnTo>
                  <a:cubicBezTo>
                    <a:pt x="26852" y="22696"/>
                    <a:pt x="26806" y="22389"/>
                    <a:pt x="26992" y="22082"/>
                  </a:cubicBezTo>
                  <a:cubicBezTo>
                    <a:pt x="27131" y="21775"/>
                    <a:pt x="27363" y="21555"/>
                    <a:pt x="27687" y="21467"/>
                  </a:cubicBezTo>
                  <a:lnTo>
                    <a:pt x="33252" y="19799"/>
                  </a:lnTo>
                  <a:lnTo>
                    <a:pt x="33252" y="12907"/>
                  </a:lnTo>
                  <a:cubicBezTo>
                    <a:pt x="33252" y="12643"/>
                    <a:pt x="33345" y="12380"/>
                    <a:pt x="33531" y="12204"/>
                  </a:cubicBezTo>
                  <a:lnTo>
                    <a:pt x="37287" y="8078"/>
                  </a:lnTo>
                  <a:cubicBezTo>
                    <a:pt x="37519" y="7814"/>
                    <a:pt x="37844" y="7683"/>
                    <a:pt x="38168" y="7683"/>
                  </a:cubicBezTo>
                  <a:lnTo>
                    <a:pt x="42528" y="7683"/>
                  </a:lnTo>
                  <a:lnTo>
                    <a:pt x="44568" y="5136"/>
                  </a:lnTo>
                  <a:lnTo>
                    <a:pt x="44568" y="0"/>
                  </a:lnTo>
                  <a:lnTo>
                    <a:pt x="4160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9" name="Freeform: Shape 2168">
              <a:extLst>
                <a:ext uri="{FF2B5EF4-FFF2-40B4-BE49-F238E27FC236}">
                  <a16:creationId xmlns:a16="http://schemas.microsoft.com/office/drawing/2014/main" id="{5FB05395-5E72-54A1-BCAD-2BE83BADA0A6}"/>
                </a:ext>
              </a:extLst>
            </p:cNvPr>
            <p:cNvSpPr>
              <a:spLocks/>
            </p:cNvSpPr>
            <p:nvPr/>
          </p:nvSpPr>
          <p:spPr>
            <a:xfrm>
              <a:off x="8664895" y="3139379"/>
              <a:ext cx="79860" cy="119258"/>
            </a:xfrm>
            <a:custGeom>
              <a:avLst/>
              <a:gdLst>
                <a:gd name="connsiteX0" fmla="*/ 33670 w 53503"/>
                <a:gd name="connsiteY0" fmla="*/ 3205 h 79898"/>
                <a:gd name="connsiteX1" fmla="*/ 28151 w 53503"/>
                <a:gd name="connsiteY1" fmla="*/ 5663 h 79898"/>
                <a:gd name="connsiteX2" fmla="*/ 27641 w 53503"/>
                <a:gd name="connsiteY2" fmla="*/ 5751 h 79898"/>
                <a:gd name="connsiteX3" fmla="*/ 18087 w 53503"/>
                <a:gd name="connsiteY3" fmla="*/ 5751 h 79898"/>
                <a:gd name="connsiteX4" fmla="*/ 11687 w 53503"/>
                <a:gd name="connsiteY4" fmla="*/ 9395 h 79898"/>
                <a:gd name="connsiteX5" fmla="*/ 11687 w 53503"/>
                <a:gd name="connsiteY5" fmla="*/ 14268 h 79898"/>
                <a:gd name="connsiteX6" fmla="*/ 10528 w 53503"/>
                <a:gd name="connsiteY6" fmla="*/ 15365 h 79898"/>
                <a:gd name="connsiteX7" fmla="*/ 5009 w 53503"/>
                <a:gd name="connsiteY7" fmla="*/ 15365 h 79898"/>
                <a:gd name="connsiteX8" fmla="*/ 4452 w 53503"/>
                <a:gd name="connsiteY8" fmla="*/ 16024 h 79898"/>
                <a:gd name="connsiteX9" fmla="*/ 9043 w 53503"/>
                <a:gd name="connsiteY9" fmla="*/ 18087 h 79898"/>
                <a:gd name="connsiteX10" fmla="*/ 11641 w 53503"/>
                <a:gd name="connsiteY10" fmla="*/ 25769 h 79898"/>
                <a:gd name="connsiteX11" fmla="*/ 13078 w 53503"/>
                <a:gd name="connsiteY11" fmla="*/ 30423 h 79898"/>
                <a:gd name="connsiteX12" fmla="*/ 13078 w 53503"/>
                <a:gd name="connsiteY12" fmla="*/ 33715 h 79898"/>
                <a:gd name="connsiteX13" fmla="*/ 7560 w 53503"/>
                <a:gd name="connsiteY13" fmla="*/ 30159 h 79898"/>
                <a:gd name="connsiteX14" fmla="*/ 4359 w 53503"/>
                <a:gd name="connsiteY14" fmla="*/ 31828 h 79898"/>
                <a:gd name="connsiteX15" fmla="*/ 1484 w 53503"/>
                <a:gd name="connsiteY15" fmla="*/ 32091 h 79898"/>
                <a:gd name="connsiteX16" fmla="*/ 4081 w 53503"/>
                <a:gd name="connsiteY16" fmla="*/ 35954 h 79898"/>
                <a:gd name="connsiteX17" fmla="*/ 8719 w 53503"/>
                <a:gd name="connsiteY17" fmla="*/ 37622 h 79898"/>
                <a:gd name="connsiteX18" fmla="*/ 8997 w 53503"/>
                <a:gd name="connsiteY18" fmla="*/ 43110 h 79898"/>
                <a:gd name="connsiteX19" fmla="*/ 7560 w 53503"/>
                <a:gd name="connsiteY19" fmla="*/ 51890 h 79898"/>
                <a:gd name="connsiteX20" fmla="*/ 7560 w 53503"/>
                <a:gd name="connsiteY20" fmla="*/ 56017 h 79898"/>
                <a:gd name="connsiteX21" fmla="*/ 4081 w 53503"/>
                <a:gd name="connsiteY21" fmla="*/ 60143 h 79898"/>
                <a:gd name="connsiteX22" fmla="*/ 4359 w 53503"/>
                <a:gd name="connsiteY22" fmla="*/ 65367 h 79898"/>
                <a:gd name="connsiteX23" fmla="*/ 3478 w 53503"/>
                <a:gd name="connsiteY23" fmla="*/ 68923 h 79898"/>
                <a:gd name="connsiteX24" fmla="*/ 4916 w 53503"/>
                <a:gd name="connsiteY24" fmla="*/ 71952 h 79898"/>
                <a:gd name="connsiteX25" fmla="*/ 0 w 53503"/>
                <a:gd name="connsiteY25" fmla="*/ 77703 h 79898"/>
                <a:gd name="connsiteX26" fmla="*/ 557 w 53503"/>
                <a:gd name="connsiteY26" fmla="*/ 79898 h 79898"/>
                <a:gd name="connsiteX27" fmla="*/ 5472 w 53503"/>
                <a:gd name="connsiteY27" fmla="*/ 76869 h 79898"/>
                <a:gd name="connsiteX28" fmla="*/ 7513 w 53503"/>
                <a:gd name="connsiteY28" fmla="*/ 79327 h 79898"/>
                <a:gd name="connsiteX29" fmla="*/ 10388 w 53503"/>
                <a:gd name="connsiteY29" fmla="*/ 79327 h 79898"/>
                <a:gd name="connsiteX30" fmla="*/ 12985 w 53503"/>
                <a:gd name="connsiteY30" fmla="*/ 77132 h 79898"/>
                <a:gd name="connsiteX31" fmla="*/ 16742 w 53503"/>
                <a:gd name="connsiteY31" fmla="*/ 73006 h 79898"/>
                <a:gd name="connsiteX32" fmla="*/ 18782 w 53503"/>
                <a:gd name="connsiteY32" fmla="*/ 76869 h 79898"/>
                <a:gd name="connsiteX33" fmla="*/ 21101 w 53503"/>
                <a:gd name="connsiteY33" fmla="*/ 74937 h 79898"/>
                <a:gd name="connsiteX34" fmla="*/ 21101 w 53503"/>
                <a:gd name="connsiteY34" fmla="*/ 71382 h 79898"/>
                <a:gd name="connsiteX35" fmla="*/ 23420 w 53503"/>
                <a:gd name="connsiteY35" fmla="*/ 71908 h 79898"/>
                <a:gd name="connsiteX36" fmla="*/ 25739 w 53503"/>
                <a:gd name="connsiteY36" fmla="*/ 71645 h 79898"/>
                <a:gd name="connsiteX37" fmla="*/ 25739 w 53503"/>
                <a:gd name="connsiteY37" fmla="*/ 69187 h 79898"/>
                <a:gd name="connsiteX38" fmla="*/ 27780 w 53503"/>
                <a:gd name="connsiteY38" fmla="*/ 73050 h 79898"/>
                <a:gd name="connsiteX39" fmla="*/ 31815 w 53503"/>
                <a:gd name="connsiteY39" fmla="*/ 72523 h 79898"/>
                <a:gd name="connsiteX40" fmla="*/ 28614 w 53503"/>
                <a:gd name="connsiteY40" fmla="*/ 70591 h 79898"/>
                <a:gd name="connsiteX41" fmla="*/ 28336 w 53503"/>
                <a:gd name="connsiteY41" fmla="*/ 68133 h 79898"/>
                <a:gd name="connsiteX42" fmla="*/ 30377 w 53503"/>
                <a:gd name="connsiteY42" fmla="*/ 68133 h 79898"/>
                <a:gd name="connsiteX43" fmla="*/ 36174 w 53503"/>
                <a:gd name="connsiteY43" fmla="*/ 69231 h 79898"/>
                <a:gd name="connsiteX44" fmla="*/ 36174 w 53503"/>
                <a:gd name="connsiteY44" fmla="*/ 71689 h 79898"/>
                <a:gd name="connsiteX45" fmla="*/ 41693 w 53503"/>
                <a:gd name="connsiteY45" fmla="*/ 71689 h 79898"/>
                <a:gd name="connsiteX46" fmla="*/ 41693 w 53503"/>
                <a:gd name="connsiteY46" fmla="*/ 67562 h 79898"/>
                <a:gd name="connsiteX47" fmla="*/ 36777 w 53503"/>
                <a:gd name="connsiteY47" fmla="*/ 67299 h 79898"/>
                <a:gd name="connsiteX48" fmla="*/ 38539 w 53503"/>
                <a:gd name="connsiteY48" fmla="*/ 65367 h 79898"/>
                <a:gd name="connsiteX49" fmla="*/ 48974 w 53503"/>
                <a:gd name="connsiteY49" fmla="*/ 64840 h 79898"/>
                <a:gd name="connsiteX50" fmla="*/ 52452 w 53503"/>
                <a:gd name="connsiteY50" fmla="*/ 44251 h 79898"/>
                <a:gd name="connsiteX51" fmla="*/ 44939 w 53503"/>
                <a:gd name="connsiteY51" fmla="*/ 15189 h 79898"/>
                <a:gd name="connsiteX52" fmla="*/ 41740 w 53503"/>
                <a:gd name="connsiteY52" fmla="*/ 9965 h 79898"/>
                <a:gd name="connsiteX53" fmla="*/ 37380 w 53503"/>
                <a:gd name="connsiteY53" fmla="*/ 0 h 79898"/>
                <a:gd name="connsiteX54" fmla="*/ 33809 w 53503"/>
                <a:gd name="connsiteY54" fmla="*/ 3073 h 79898"/>
                <a:gd name="connsiteX55" fmla="*/ 33531 w 53503"/>
                <a:gd name="connsiteY55" fmla="*/ 3249 h 79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3503" h="79898">
                  <a:moveTo>
                    <a:pt x="33670" y="3205"/>
                  </a:moveTo>
                  <a:lnTo>
                    <a:pt x="28151" y="5663"/>
                  </a:lnTo>
                  <a:cubicBezTo>
                    <a:pt x="28151" y="5663"/>
                    <a:pt x="27826" y="5751"/>
                    <a:pt x="27641" y="5751"/>
                  </a:cubicBezTo>
                  <a:lnTo>
                    <a:pt x="18087" y="5751"/>
                  </a:lnTo>
                  <a:lnTo>
                    <a:pt x="11687" y="9395"/>
                  </a:lnTo>
                  <a:lnTo>
                    <a:pt x="11687" y="14268"/>
                  </a:lnTo>
                  <a:cubicBezTo>
                    <a:pt x="11687" y="14882"/>
                    <a:pt x="11177" y="15365"/>
                    <a:pt x="10528" y="15365"/>
                  </a:cubicBezTo>
                  <a:lnTo>
                    <a:pt x="5009" y="15365"/>
                  </a:lnTo>
                  <a:lnTo>
                    <a:pt x="4452" y="16024"/>
                  </a:lnTo>
                  <a:lnTo>
                    <a:pt x="9043" y="18087"/>
                  </a:lnTo>
                  <a:lnTo>
                    <a:pt x="11641" y="25769"/>
                  </a:lnTo>
                  <a:lnTo>
                    <a:pt x="13078" y="30423"/>
                  </a:lnTo>
                  <a:lnTo>
                    <a:pt x="13078" y="33715"/>
                  </a:lnTo>
                  <a:lnTo>
                    <a:pt x="7560" y="30159"/>
                  </a:lnTo>
                  <a:lnTo>
                    <a:pt x="4359" y="31828"/>
                  </a:lnTo>
                  <a:lnTo>
                    <a:pt x="1484" y="32091"/>
                  </a:lnTo>
                  <a:lnTo>
                    <a:pt x="4081" y="35954"/>
                  </a:lnTo>
                  <a:lnTo>
                    <a:pt x="8719" y="37622"/>
                  </a:lnTo>
                  <a:lnTo>
                    <a:pt x="8997" y="43110"/>
                  </a:lnTo>
                  <a:lnTo>
                    <a:pt x="7560" y="51890"/>
                  </a:lnTo>
                  <a:lnTo>
                    <a:pt x="7560" y="56017"/>
                  </a:lnTo>
                  <a:lnTo>
                    <a:pt x="4081" y="60143"/>
                  </a:lnTo>
                  <a:lnTo>
                    <a:pt x="4359" y="65367"/>
                  </a:lnTo>
                  <a:lnTo>
                    <a:pt x="3478" y="68923"/>
                  </a:lnTo>
                  <a:lnTo>
                    <a:pt x="4916" y="71952"/>
                  </a:lnTo>
                  <a:lnTo>
                    <a:pt x="0" y="77703"/>
                  </a:lnTo>
                  <a:lnTo>
                    <a:pt x="557" y="79898"/>
                  </a:lnTo>
                  <a:lnTo>
                    <a:pt x="5472" y="76869"/>
                  </a:lnTo>
                  <a:lnTo>
                    <a:pt x="7513" y="79327"/>
                  </a:lnTo>
                  <a:lnTo>
                    <a:pt x="10388" y="79327"/>
                  </a:lnTo>
                  <a:lnTo>
                    <a:pt x="12985" y="77132"/>
                  </a:lnTo>
                  <a:lnTo>
                    <a:pt x="16742" y="73006"/>
                  </a:lnTo>
                  <a:lnTo>
                    <a:pt x="18782" y="76869"/>
                  </a:lnTo>
                  <a:lnTo>
                    <a:pt x="21101" y="74937"/>
                  </a:lnTo>
                  <a:lnTo>
                    <a:pt x="21101" y="71382"/>
                  </a:lnTo>
                  <a:lnTo>
                    <a:pt x="23420" y="71908"/>
                  </a:lnTo>
                  <a:lnTo>
                    <a:pt x="25739" y="71645"/>
                  </a:lnTo>
                  <a:lnTo>
                    <a:pt x="25739" y="69187"/>
                  </a:lnTo>
                  <a:lnTo>
                    <a:pt x="27780" y="73050"/>
                  </a:lnTo>
                  <a:lnTo>
                    <a:pt x="31815" y="72523"/>
                  </a:lnTo>
                  <a:lnTo>
                    <a:pt x="28614" y="70591"/>
                  </a:lnTo>
                  <a:lnTo>
                    <a:pt x="28336" y="68133"/>
                  </a:lnTo>
                  <a:lnTo>
                    <a:pt x="30377" y="68133"/>
                  </a:lnTo>
                  <a:lnTo>
                    <a:pt x="36174" y="69231"/>
                  </a:lnTo>
                  <a:lnTo>
                    <a:pt x="36174" y="71689"/>
                  </a:lnTo>
                  <a:lnTo>
                    <a:pt x="41693" y="71689"/>
                  </a:lnTo>
                  <a:lnTo>
                    <a:pt x="41693" y="67562"/>
                  </a:lnTo>
                  <a:lnTo>
                    <a:pt x="36777" y="67299"/>
                  </a:lnTo>
                  <a:lnTo>
                    <a:pt x="38539" y="65367"/>
                  </a:lnTo>
                  <a:cubicBezTo>
                    <a:pt x="38539" y="65367"/>
                    <a:pt x="46377" y="67562"/>
                    <a:pt x="48974" y="64840"/>
                  </a:cubicBezTo>
                  <a:cubicBezTo>
                    <a:pt x="51571" y="62119"/>
                    <a:pt x="55050" y="54963"/>
                    <a:pt x="52452" y="44251"/>
                  </a:cubicBezTo>
                  <a:cubicBezTo>
                    <a:pt x="52452" y="44251"/>
                    <a:pt x="57647" y="25330"/>
                    <a:pt x="44939" y="15189"/>
                  </a:cubicBezTo>
                  <a:lnTo>
                    <a:pt x="41740" y="9965"/>
                  </a:lnTo>
                  <a:cubicBezTo>
                    <a:pt x="41740" y="9965"/>
                    <a:pt x="40302" y="4961"/>
                    <a:pt x="37380" y="0"/>
                  </a:cubicBezTo>
                  <a:lnTo>
                    <a:pt x="33809" y="3073"/>
                  </a:lnTo>
                  <a:cubicBezTo>
                    <a:pt x="33809" y="3073"/>
                    <a:pt x="33624" y="3205"/>
                    <a:pt x="33531" y="324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0" name="Freeform: Shape 2169">
              <a:extLst>
                <a:ext uri="{FF2B5EF4-FFF2-40B4-BE49-F238E27FC236}">
                  <a16:creationId xmlns:a16="http://schemas.microsoft.com/office/drawing/2014/main" id="{2FB1E0BF-4B45-BA95-DA71-9EA13D62D75E}"/>
                </a:ext>
              </a:extLst>
            </p:cNvPr>
            <p:cNvSpPr>
              <a:spLocks/>
            </p:cNvSpPr>
            <p:nvPr/>
          </p:nvSpPr>
          <p:spPr>
            <a:xfrm>
              <a:off x="8108333" y="3750742"/>
              <a:ext cx="117266" cy="93179"/>
            </a:xfrm>
            <a:custGeom>
              <a:avLst/>
              <a:gdLst>
                <a:gd name="connsiteX0" fmla="*/ 32047 w 78563"/>
                <a:gd name="connsiteY0" fmla="*/ 60494 h 62426"/>
                <a:gd name="connsiteX1" fmla="*/ 38586 w 78563"/>
                <a:gd name="connsiteY1" fmla="*/ 58168 h 62426"/>
                <a:gd name="connsiteX2" fmla="*/ 41276 w 78563"/>
                <a:gd name="connsiteY2" fmla="*/ 53602 h 62426"/>
                <a:gd name="connsiteX3" fmla="*/ 42667 w 78563"/>
                <a:gd name="connsiteY3" fmla="*/ 53075 h 62426"/>
                <a:gd name="connsiteX4" fmla="*/ 45774 w 78563"/>
                <a:gd name="connsiteY4" fmla="*/ 54041 h 62426"/>
                <a:gd name="connsiteX5" fmla="*/ 51803 w 78563"/>
                <a:gd name="connsiteY5" fmla="*/ 52241 h 62426"/>
                <a:gd name="connsiteX6" fmla="*/ 53102 w 78563"/>
                <a:gd name="connsiteY6" fmla="*/ 52680 h 62426"/>
                <a:gd name="connsiteX7" fmla="*/ 55096 w 78563"/>
                <a:gd name="connsiteY7" fmla="*/ 55490 h 62426"/>
                <a:gd name="connsiteX8" fmla="*/ 58111 w 78563"/>
                <a:gd name="connsiteY8" fmla="*/ 55490 h 62426"/>
                <a:gd name="connsiteX9" fmla="*/ 58435 w 78563"/>
                <a:gd name="connsiteY9" fmla="*/ 53207 h 62426"/>
                <a:gd name="connsiteX10" fmla="*/ 52546 w 78563"/>
                <a:gd name="connsiteY10" fmla="*/ 48641 h 62426"/>
                <a:gd name="connsiteX11" fmla="*/ 52128 w 78563"/>
                <a:gd name="connsiteY11" fmla="*/ 47895 h 62426"/>
                <a:gd name="connsiteX12" fmla="*/ 51850 w 78563"/>
                <a:gd name="connsiteY12" fmla="*/ 44603 h 62426"/>
                <a:gd name="connsiteX13" fmla="*/ 52221 w 78563"/>
                <a:gd name="connsiteY13" fmla="*/ 43681 h 62426"/>
                <a:gd name="connsiteX14" fmla="*/ 54818 w 78563"/>
                <a:gd name="connsiteY14" fmla="*/ 41486 h 62426"/>
                <a:gd name="connsiteX15" fmla="*/ 55606 w 78563"/>
                <a:gd name="connsiteY15" fmla="*/ 41222 h 62426"/>
                <a:gd name="connsiteX16" fmla="*/ 61032 w 78563"/>
                <a:gd name="connsiteY16" fmla="*/ 41222 h 62426"/>
                <a:gd name="connsiteX17" fmla="*/ 60847 w 78563"/>
                <a:gd name="connsiteY17" fmla="*/ 38852 h 62426"/>
                <a:gd name="connsiteX18" fmla="*/ 61172 w 78563"/>
                <a:gd name="connsiteY18" fmla="*/ 38018 h 62426"/>
                <a:gd name="connsiteX19" fmla="*/ 62006 w 78563"/>
                <a:gd name="connsiteY19" fmla="*/ 37666 h 62426"/>
                <a:gd name="connsiteX20" fmla="*/ 68406 w 78563"/>
                <a:gd name="connsiteY20" fmla="*/ 37666 h 62426"/>
                <a:gd name="connsiteX21" fmla="*/ 72117 w 78563"/>
                <a:gd name="connsiteY21" fmla="*/ 33145 h 62426"/>
                <a:gd name="connsiteX22" fmla="*/ 73044 w 78563"/>
                <a:gd name="connsiteY22" fmla="*/ 32706 h 62426"/>
                <a:gd name="connsiteX23" fmla="*/ 78563 w 78563"/>
                <a:gd name="connsiteY23" fmla="*/ 32706 h 62426"/>
                <a:gd name="connsiteX24" fmla="*/ 78563 w 78563"/>
                <a:gd name="connsiteY24" fmla="*/ 14399 h 62426"/>
                <a:gd name="connsiteX25" fmla="*/ 74714 w 78563"/>
                <a:gd name="connsiteY25" fmla="*/ 9483 h 62426"/>
                <a:gd name="connsiteX26" fmla="*/ 74575 w 78563"/>
                <a:gd name="connsiteY26" fmla="*/ 8429 h 62426"/>
                <a:gd name="connsiteX27" fmla="*/ 78007 w 78563"/>
                <a:gd name="connsiteY27" fmla="*/ 351 h 62426"/>
                <a:gd name="connsiteX28" fmla="*/ 76059 w 78563"/>
                <a:gd name="connsiteY28" fmla="*/ 351 h 62426"/>
                <a:gd name="connsiteX29" fmla="*/ 71467 w 78563"/>
                <a:gd name="connsiteY29" fmla="*/ 3951 h 62426"/>
                <a:gd name="connsiteX30" fmla="*/ 69937 w 78563"/>
                <a:gd name="connsiteY30" fmla="*/ 3951 h 62426"/>
                <a:gd name="connsiteX31" fmla="*/ 65253 w 78563"/>
                <a:gd name="connsiteY31" fmla="*/ 0 h 62426"/>
                <a:gd name="connsiteX32" fmla="*/ 57369 w 78563"/>
                <a:gd name="connsiteY32" fmla="*/ 3029 h 62426"/>
                <a:gd name="connsiteX33" fmla="*/ 57369 w 78563"/>
                <a:gd name="connsiteY33" fmla="*/ 8341 h 62426"/>
                <a:gd name="connsiteX34" fmla="*/ 56766 w 78563"/>
                <a:gd name="connsiteY34" fmla="*/ 9307 h 62426"/>
                <a:gd name="connsiteX35" fmla="*/ 55606 w 78563"/>
                <a:gd name="connsiteY35" fmla="*/ 9307 h 62426"/>
                <a:gd name="connsiteX36" fmla="*/ 49113 w 78563"/>
                <a:gd name="connsiteY36" fmla="*/ 5575 h 62426"/>
                <a:gd name="connsiteX37" fmla="*/ 39421 w 78563"/>
                <a:gd name="connsiteY37" fmla="*/ 3424 h 62426"/>
                <a:gd name="connsiteX38" fmla="*/ 11455 w 78563"/>
                <a:gd name="connsiteY38" fmla="*/ 3424 h 62426"/>
                <a:gd name="connsiteX39" fmla="*/ 3478 w 78563"/>
                <a:gd name="connsiteY39" fmla="*/ 10273 h 62426"/>
                <a:gd name="connsiteX40" fmla="*/ 3478 w 78563"/>
                <a:gd name="connsiteY40" fmla="*/ 13917 h 62426"/>
                <a:gd name="connsiteX41" fmla="*/ 3015 w 78563"/>
                <a:gd name="connsiteY41" fmla="*/ 14794 h 62426"/>
                <a:gd name="connsiteX42" fmla="*/ 1948 w 78563"/>
                <a:gd name="connsiteY42" fmla="*/ 14926 h 62426"/>
                <a:gd name="connsiteX43" fmla="*/ 0 w 78563"/>
                <a:gd name="connsiteY43" fmla="*/ 14311 h 62426"/>
                <a:gd name="connsiteX44" fmla="*/ 0 w 78563"/>
                <a:gd name="connsiteY44" fmla="*/ 22213 h 62426"/>
                <a:gd name="connsiteX45" fmla="*/ 5333 w 78563"/>
                <a:gd name="connsiteY45" fmla="*/ 27394 h 62426"/>
                <a:gd name="connsiteX46" fmla="*/ 5658 w 78563"/>
                <a:gd name="connsiteY46" fmla="*/ 28360 h 62426"/>
                <a:gd name="connsiteX47" fmla="*/ 4406 w 78563"/>
                <a:gd name="connsiteY47" fmla="*/ 34374 h 62426"/>
                <a:gd name="connsiteX48" fmla="*/ 6910 w 78563"/>
                <a:gd name="connsiteY48" fmla="*/ 41222 h 62426"/>
                <a:gd name="connsiteX49" fmla="*/ 6957 w 78563"/>
                <a:gd name="connsiteY49" fmla="*/ 41574 h 62426"/>
                <a:gd name="connsiteX50" fmla="*/ 6957 w 78563"/>
                <a:gd name="connsiteY50" fmla="*/ 43329 h 62426"/>
                <a:gd name="connsiteX51" fmla="*/ 9554 w 78563"/>
                <a:gd name="connsiteY51" fmla="*/ 50090 h 62426"/>
                <a:gd name="connsiteX52" fmla="*/ 13589 w 78563"/>
                <a:gd name="connsiteY52" fmla="*/ 55314 h 62426"/>
                <a:gd name="connsiteX53" fmla="*/ 15907 w 78563"/>
                <a:gd name="connsiteY53" fmla="*/ 53119 h 62426"/>
                <a:gd name="connsiteX54" fmla="*/ 18504 w 78563"/>
                <a:gd name="connsiteY54" fmla="*/ 52285 h 62426"/>
                <a:gd name="connsiteX55" fmla="*/ 19061 w 78563"/>
                <a:gd name="connsiteY55" fmla="*/ 54480 h 62426"/>
                <a:gd name="connsiteX56" fmla="*/ 16464 w 78563"/>
                <a:gd name="connsiteY56" fmla="*/ 57773 h 62426"/>
                <a:gd name="connsiteX57" fmla="*/ 19942 w 78563"/>
                <a:gd name="connsiteY57" fmla="*/ 62163 h 62426"/>
                <a:gd name="connsiteX58" fmla="*/ 22539 w 78563"/>
                <a:gd name="connsiteY58" fmla="*/ 59968 h 62426"/>
                <a:gd name="connsiteX59" fmla="*/ 26018 w 78563"/>
                <a:gd name="connsiteY59" fmla="*/ 60802 h 62426"/>
                <a:gd name="connsiteX60" fmla="*/ 30099 w 78563"/>
                <a:gd name="connsiteY60" fmla="*/ 61065 h 62426"/>
                <a:gd name="connsiteX61" fmla="*/ 29913 w 78563"/>
                <a:gd name="connsiteY61" fmla="*/ 62426 h 62426"/>
                <a:gd name="connsiteX62" fmla="*/ 31583 w 78563"/>
                <a:gd name="connsiteY62" fmla="*/ 60846 h 62426"/>
                <a:gd name="connsiteX63" fmla="*/ 32000 w 78563"/>
                <a:gd name="connsiteY63" fmla="*/ 60582 h 62426"/>
                <a:gd name="connsiteX64" fmla="*/ 30980 w 78563"/>
                <a:gd name="connsiteY64" fmla="*/ 31345 h 62426"/>
                <a:gd name="connsiteX65" fmla="*/ 25786 w 78563"/>
                <a:gd name="connsiteY65" fmla="*/ 26691 h 62426"/>
                <a:gd name="connsiteX66" fmla="*/ 17113 w 78563"/>
                <a:gd name="connsiteY66" fmla="*/ 19843 h 62426"/>
                <a:gd name="connsiteX67" fmla="*/ 24626 w 78563"/>
                <a:gd name="connsiteY67" fmla="*/ 19843 h 62426"/>
                <a:gd name="connsiteX68" fmla="*/ 28105 w 78563"/>
                <a:gd name="connsiteY68" fmla="*/ 24760 h 62426"/>
                <a:gd name="connsiteX69" fmla="*/ 30980 w 78563"/>
                <a:gd name="connsiteY69" fmla="*/ 28052 h 62426"/>
                <a:gd name="connsiteX70" fmla="*/ 30980 w 78563"/>
                <a:gd name="connsiteY70" fmla="*/ 31345 h 6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78563" h="62426">
                  <a:moveTo>
                    <a:pt x="32047" y="60494"/>
                  </a:moveTo>
                  <a:lnTo>
                    <a:pt x="38586" y="58168"/>
                  </a:lnTo>
                  <a:lnTo>
                    <a:pt x="41276" y="53602"/>
                  </a:lnTo>
                  <a:cubicBezTo>
                    <a:pt x="41554" y="53119"/>
                    <a:pt x="42111" y="52900"/>
                    <a:pt x="42667" y="53075"/>
                  </a:cubicBezTo>
                  <a:lnTo>
                    <a:pt x="45774" y="54041"/>
                  </a:lnTo>
                  <a:lnTo>
                    <a:pt x="51803" y="52241"/>
                  </a:lnTo>
                  <a:cubicBezTo>
                    <a:pt x="52313" y="52109"/>
                    <a:pt x="52824" y="52241"/>
                    <a:pt x="53102" y="52680"/>
                  </a:cubicBezTo>
                  <a:lnTo>
                    <a:pt x="55096" y="55490"/>
                  </a:lnTo>
                  <a:lnTo>
                    <a:pt x="58111" y="55490"/>
                  </a:lnTo>
                  <a:lnTo>
                    <a:pt x="58435" y="53207"/>
                  </a:lnTo>
                  <a:lnTo>
                    <a:pt x="52546" y="48641"/>
                  </a:lnTo>
                  <a:cubicBezTo>
                    <a:pt x="52313" y="48466"/>
                    <a:pt x="52174" y="48159"/>
                    <a:pt x="52128" y="47895"/>
                  </a:cubicBezTo>
                  <a:lnTo>
                    <a:pt x="51850" y="44603"/>
                  </a:lnTo>
                  <a:cubicBezTo>
                    <a:pt x="51850" y="44251"/>
                    <a:pt x="51943" y="43900"/>
                    <a:pt x="52221" y="43681"/>
                  </a:cubicBezTo>
                  <a:lnTo>
                    <a:pt x="54818" y="41486"/>
                  </a:lnTo>
                  <a:cubicBezTo>
                    <a:pt x="54818" y="41486"/>
                    <a:pt x="55282" y="41222"/>
                    <a:pt x="55606" y="41222"/>
                  </a:cubicBezTo>
                  <a:lnTo>
                    <a:pt x="61032" y="41222"/>
                  </a:lnTo>
                  <a:lnTo>
                    <a:pt x="60847" y="38852"/>
                  </a:lnTo>
                  <a:cubicBezTo>
                    <a:pt x="60847" y="38544"/>
                    <a:pt x="60940" y="38237"/>
                    <a:pt x="61172" y="38018"/>
                  </a:cubicBezTo>
                  <a:cubicBezTo>
                    <a:pt x="61403" y="37798"/>
                    <a:pt x="61682" y="37666"/>
                    <a:pt x="62006" y="37666"/>
                  </a:cubicBezTo>
                  <a:lnTo>
                    <a:pt x="68406" y="37666"/>
                  </a:lnTo>
                  <a:lnTo>
                    <a:pt x="72117" y="33145"/>
                  </a:lnTo>
                  <a:cubicBezTo>
                    <a:pt x="72348" y="32881"/>
                    <a:pt x="72673" y="32706"/>
                    <a:pt x="73044" y="32706"/>
                  </a:cubicBezTo>
                  <a:lnTo>
                    <a:pt x="78563" y="32706"/>
                  </a:lnTo>
                  <a:lnTo>
                    <a:pt x="78563" y="14399"/>
                  </a:lnTo>
                  <a:lnTo>
                    <a:pt x="74714" y="9483"/>
                  </a:lnTo>
                  <a:cubicBezTo>
                    <a:pt x="74482" y="9175"/>
                    <a:pt x="74435" y="8780"/>
                    <a:pt x="74575" y="8429"/>
                  </a:cubicBezTo>
                  <a:lnTo>
                    <a:pt x="78007" y="351"/>
                  </a:lnTo>
                  <a:lnTo>
                    <a:pt x="76059" y="351"/>
                  </a:lnTo>
                  <a:lnTo>
                    <a:pt x="71467" y="3951"/>
                  </a:lnTo>
                  <a:cubicBezTo>
                    <a:pt x="71004" y="4302"/>
                    <a:pt x="70401" y="4302"/>
                    <a:pt x="69937" y="3951"/>
                  </a:cubicBezTo>
                  <a:lnTo>
                    <a:pt x="65253" y="0"/>
                  </a:lnTo>
                  <a:lnTo>
                    <a:pt x="57369" y="3029"/>
                  </a:lnTo>
                  <a:lnTo>
                    <a:pt x="57369" y="8341"/>
                  </a:lnTo>
                  <a:cubicBezTo>
                    <a:pt x="57369" y="8736"/>
                    <a:pt x="57137" y="9087"/>
                    <a:pt x="56766" y="9307"/>
                  </a:cubicBezTo>
                  <a:cubicBezTo>
                    <a:pt x="56395" y="9483"/>
                    <a:pt x="55977" y="9483"/>
                    <a:pt x="55606" y="9307"/>
                  </a:cubicBezTo>
                  <a:lnTo>
                    <a:pt x="49113" y="5575"/>
                  </a:lnTo>
                  <a:lnTo>
                    <a:pt x="39421" y="3424"/>
                  </a:lnTo>
                  <a:lnTo>
                    <a:pt x="11455" y="3424"/>
                  </a:lnTo>
                  <a:cubicBezTo>
                    <a:pt x="11455" y="3424"/>
                    <a:pt x="3478" y="10273"/>
                    <a:pt x="3478" y="10273"/>
                  </a:cubicBezTo>
                  <a:lnTo>
                    <a:pt x="3478" y="13917"/>
                  </a:lnTo>
                  <a:cubicBezTo>
                    <a:pt x="3478" y="14268"/>
                    <a:pt x="3293" y="14619"/>
                    <a:pt x="3015" y="14794"/>
                  </a:cubicBezTo>
                  <a:cubicBezTo>
                    <a:pt x="2736" y="14970"/>
                    <a:pt x="2319" y="15058"/>
                    <a:pt x="1948" y="14926"/>
                  </a:cubicBezTo>
                  <a:lnTo>
                    <a:pt x="0" y="14311"/>
                  </a:lnTo>
                  <a:lnTo>
                    <a:pt x="0" y="22213"/>
                  </a:lnTo>
                  <a:lnTo>
                    <a:pt x="5333" y="27394"/>
                  </a:lnTo>
                  <a:cubicBezTo>
                    <a:pt x="5612" y="27657"/>
                    <a:pt x="5704" y="28008"/>
                    <a:pt x="5658" y="28360"/>
                  </a:cubicBezTo>
                  <a:lnTo>
                    <a:pt x="4406" y="34374"/>
                  </a:lnTo>
                  <a:lnTo>
                    <a:pt x="6910" y="41222"/>
                  </a:lnTo>
                  <a:cubicBezTo>
                    <a:pt x="6910" y="41222"/>
                    <a:pt x="6957" y="41442"/>
                    <a:pt x="6957" y="41574"/>
                  </a:cubicBezTo>
                  <a:lnTo>
                    <a:pt x="6957" y="43329"/>
                  </a:lnTo>
                  <a:cubicBezTo>
                    <a:pt x="8394" y="45656"/>
                    <a:pt x="9554" y="48115"/>
                    <a:pt x="9554" y="50090"/>
                  </a:cubicBezTo>
                  <a:cubicBezTo>
                    <a:pt x="9554" y="55314"/>
                    <a:pt x="11594" y="55007"/>
                    <a:pt x="13589" y="55314"/>
                  </a:cubicBezTo>
                  <a:cubicBezTo>
                    <a:pt x="15629" y="55578"/>
                    <a:pt x="15907" y="53119"/>
                    <a:pt x="15907" y="53119"/>
                  </a:cubicBezTo>
                  <a:lnTo>
                    <a:pt x="18504" y="52285"/>
                  </a:lnTo>
                  <a:lnTo>
                    <a:pt x="19061" y="54480"/>
                  </a:lnTo>
                  <a:lnTo>
                    <a:pt x="16464" y="57773"/>
                  </a:lnTo>
                  <a:lnTo>
                    <a:pt x="19942" y="62163"/>
                  </a:lnTo>
                  <a:lnTo>
                    <a:pt x="22539" y="59968"/>
                  </a:lnTo>
                  <a:lnTo>
                    <a:pt x="26018" y="60802"/>
                  </a:lnTo>
                  <a:lnTo>
                    <a:pt x="30099" y="61065"/>
                  </a:lnTo>
                  <a:cubicBezTo>
                    <a:pt x="30099" y="61065"/>
                    <a:pt x="29821" y="61680"/>
                    <a:pt x="29913" y="62426"/>
                  </a:cubicBezTo>
                  <a:lnTo>
                    <a:pt x="31583" y="60846"/>
                  </a:lnTo>
                  <a:cubicBezTo>
                    <a:pt x="31583" y="60846"/>
                    <a:pt x="31861" y="60670"/>
                    <a:pt x="32000" y="60582"/>
                  </a:cubicBezTo>
                  <a:close/>
                  <a:moveTo>
                    <a:pt x="30980" y="31345"/>
                  </a:moveTo>
                  <a:lnTo>
                    <a:pt x="25786" y="26691"/>
                  </a:lnTo>
                  <a:cubicBezTo>
                    <a:pt x="25786" y="26691"/>
                    <a:pt x="19710" y="26955"/>
                    <a:pt x="17113" y="19843"/>
                  </a:cubicBezTo>
                  <a:cubicBezTo>
                    <a:pt x="17113" y="19843"/>
                    <a:pt x="21751" y="17385"/>
                    <a:pt x="24626" y="19843"/>
                  </a:cubicBezTo>
                  <a:cubicBezTo>
                    <a:pt x="27502" y="22301"/>
                    <a:pt x="28105" y="24760"/>
                    <a:pt x="28105" y="24760"/>
                  </a:cubicBezTo>
                  <a:lnTo>
                    <a:pt x="30980" y="28052"/>
                  </a:lnTo>
                  <a:lnTo>
                    <a:pt x="30980" y="3134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1" name="Freeform: Shape 2170">
              <a:extLst>
                <a:ext uri="{FF2B5EF4-FFF2-40B4-BE49-F238E27FC236}">
                  <a16:creationId xmlns:a16="http://schemas.microsoft.com/office/drawing/2014/main" id="{7CA73505-AF41-5F9D-24E2-729B0722B0FA}"/>
                </a:ext>
              </a:extLst>
            </p:cNvPr>
            <p:cNvSpPr>
              <a:spLocks/>
            </p:cNvSpPr>
            <p:nvPr/>
          </p:nvSpPr>
          <p:spPr>
            <a:xfrm>
              <a:off x="5294576" y="3792221"/>
              <a:ext cx="65970" cy="36825"/>
            </a:xfrm>
            <a:custGeom>
              <a:avLst/>
              <a:gdLst>
                <a:gd name="connsiteX0" fmla="*/ 44058 w 44197"/>
                <a:gd name="connsiteY0" fmla="*/ 12292 h 24671"/>
                <a:gd name="connsiteX1" fmla="*/ 44198 w 44197"/>
                <a:gd name="connsiteY1" fmla="*/ 12292 h 24671"/>
                <a:gd name="connsiteX2" fmla="*/ 44198 w 44197"/>
                <a:gd name="connsiteY2" fmla="*/ 10009 h 24671"/>
                <a:gd name="connsiteX3" fmla="*/ 40766 w 44197"/>
                <a:gd name="connsiteY3" fmla="*/ 8385 h 24671"/>
                <a:gd name="connsiteX4" fmla="*/ 40116 w 44197"/>
                <a:gd name="connsiteY4" fmla="*/ 7507 h 24671"/>
                <a:gd name="connsiteX5" fmla="*/ 40534 w 44197"/>
                <a:gd name="connsiteY5" fmla="*/ 6541 h 24671"/>
                <a:gd name="connsiteX6" fmla="*/ 44151 w 44197"/>
                <a:gd name="connsiteY6" fmla="*/ 3863 h 24671"/>
                <a:gd name="connsiteX7" fmla="*/ 44151 w 44197"/>
                <a:gd name="connsiteY7" fmla="*/ 395 h 24671"/>
                <a:gd name="connsiteX8" fmla="*/ 21380 w 44197"/>
                <a:gd name="connsiteY8" fmla="*/ 0 h 24671"/>
                <a:gd name="connsiteX9" fmla="*/ 15026 w 44197"/>
                <a:gd name="connsiteY9" fmla="*/ 5224 h 24671"/>
                <a:gd name="connsiteX10" fmla="*/ 14284 w 44197"/>
                <a:gd name="connsiteY10" fmla="*/ 5488 h 24671"/>
                <a:gd name="connsiteX11" fmla="*/ 0 w 44197"/>
                <a:gd name="connsiteY11" fmla="*/ 5488 h 24671"/>
                <a:gd name="connsiteX12" fmla="*/ 1809 w 44197"/>
                <a:gd name="connsiteY12" fmla="*/ 6585 h 24671"/>
                <a:gd name="connsiteX13" fmla="*/ 4406 w 44197"/>
                <a:gd name="connsiteY13" fmla="*/ 6585 h 24671"/>
                <a:gd name="connsiteX14" fmla="*/ 2968 w 44197"/>
                <a:gd name="connsiteY14" fmla="*/ 12907 h 24671"/>
                <a:gd name="connsiteX15" fmla="*/ 7606 w 44197"/>
                <a:gd name="connsiteY15" fmla="*/ 12907 h 24671"/>
                <a:gd name="connsiteX16" fmla="*/ 10481 w 44197"/>
                <a:gd name="connsiteY16" fmla="*/ 10185 h 24671"/>
                <a:gd name="connsiteX17" fmla="*/ 11919 w 44197"/>
                <a:gd name="connsiteY17" fmla="*/ 12907 h 24671"/>
                <a:gd name="connsiteX18" fmla="*/ 15676 w 44197"/>
                <a:gd name="connsiteY18" fmla="*/ 12907 h 24671"/>
                <a:gd name="connsiteX19" fmla="*/ 18551 w 44197"/>
                <a:gd name="connsiteY19" fmla="*/ 9043 h 24671"/>
                <a:gd name="connsiteX20" fmla="*/ 22307 w 44197"/>
                <a:gd name="connsiteY20" fmla="*/ 10141 h 24671"/>
                <a:gd name="connsiteX21" fmla="*/ 17113 w 44197"/>
                <a:gd name="connsiteY21" fmla="*/ 14268 h 24671"/>
                <a:gd name="connsiteX22" fmla="*/ 17670 w 44197"/>
                <a:gd name="connsiteY22" fmla="*/ 16726 h 24671"/>
                <a:gd name="connsiteX23" fmla="*/ 21751 w 44197"/>
                <a:gd name="connsiteY23" fmla="*/ 14794 h 24671"/>
                <a:gd name="connsiteX24" fmla="*/ 17670 w 44197"/>
                <a:gd name="connsiteY24" fmla="*/ 19711 h 24671"/>
                <a:gd name="connsiteX25" fmla="*/ 22864 w 44197"/>
                <a:gd name="connsiteY25" fmla="*/ 24364 h 24671"/>
                <a:gd name="connsiteX26" fmla="*/ 23421 w 44197"/>
                <a:gd name="connsiteY26" fmla="*/ 24672 h 24671"/>
                <a:gd name="connsiteX27" fmla="*/ 43919 w 44197"/>
                <a:gd name="connsiteY27" fmla="*/ 12248 h 2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4197" h="24671">
                  <a:moveTo>
                    <a:pt x="44058" y="12292"/>
                  </a:moveTo>
                  <a:lnTo>
                    <a:pt x="44198" y="12292"/>
                  </a:lnTo>
                  <a:lnTo>
                    <a:pt x="44198" y="10009"/>
                  </a:lnTo>
                  <a:lnTo>
                    <a:pt x="40766" y="8385"/>
                  </a:lnTo>
                  <a:cubicBezTo>
                    <a:pt x="40395" y="8209"/>
                    <a:pt x="40163" y="7902"/>
                    <a:pt x="40116" y="7507"/>
                  </a:cubicBezTo>
                  <a:cubicBezTo>
                    <a:pt x="40116" y="7112"/>
                    <a:pt x="40256" y="6761"/>
                    <a:pt x="40534" y="6541"/>
                  </a:cubicBezTo>
                  <a:lnTo>
                    <a:pt x="44151" y="3863"/>
                  </a:lnTo>
                  <a:lnTo>
                    <a:pt x="44151" y="395"/>
                  </a:lnTo>
                  <a:lnTo>
                    <a:pt x="21380" y="0"/>
                  </a:lnTo>
                  <a:lnTo>
                    <a:pt x="15026" y="5224"/>
                  </a:lnTo>
                  <a:cubicBezTo>
                    <a:pt x="15026" y="5224"/>
                    <a:pt x="14563" y="5488"/>
                    <a:pt x="14284" y="5488"/>
                  </a:cubicBezTo>
                  <a:lnTo>
                    <a:pt x="0" y="5488"/>
                  </a:lnTo>
                  <a:lnTo>
                    <a:pt x="1809" y="6585"/>
                  </a:lnTo>
                  <a:lnTo>
                    <a:pt x="4406" y="6585"/>
                  </a:lnTo>
                  <a:lnTo>
                    <a:pt x="2968" y="12907"/>
                  </a:lnTo>
                  <a:lnTo>
                    <a:pt x="7606" y="12907"/>
                  </a:lnTo>
                  <a:lnTo>
                    <a:pt x="10481" y="10185"/>
                  </a:lnTo>
                  <a:lnTo>
                    <a:pt x="11919" y="12907"/>
                  </a:lnTo>
                  <a:lnTo>
                    <a:pt x="15676" y="12907"/>
                  </a:lnTo>
                  <a:lnTo>
                    <a:pt x="18551" y="9043"/>
                  </a:lnTo>
                  <a:lnTo>
                    <a:pt x="22307" y="10141"/>
                  </a:lnTo>
                  <a:lnTo>
                    <a:pt x="17113" y="14268"/>
                  </a:lnTo>
                  <a:lnTo>
                    <a:pt x="17670" y="16726"/>
                  </a:lnTo>
                  <a:lnTo>
                    <a:pt x="21751" y="14794"/>
                  </a:lnTo>
                  <a:lnTo>
                    <a:pt x="17670" y="19711"/>
                  </a:lnTo>
                  <a:lnTo>
                    <a:pt x="22864" y="24364"/>
                  </a:lnTo>
                  <a:lnTo>
                    <a:pt x="23421" y="24672"/>
                  </a:lnTo>
                  <a:cubicBezTo>
                    <a:pt x="29310" y="13389"/>
                    <a:pt x="40024" y="12248"/>
                    <a:pt x="43919" y="122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2" name="Freeform: Shape 2171">
              <a:extLst>
                <a:ext uri="{FF2B5EF4-FFF2-40B4-BE49-F238E27FC236}">
                  <a16:creationId xmlns:a16="http://schemas.microsoft.com/office/drawing/2014/main" id="{38325322-9D22-9055-A42F-0388D6A9B64D}"/>
                </a:ext>
              </a:extLst>
            </p:cNvPr>
            <p:cNvSpPr>
              <a:spLocks/>
            </p:cNvSpPr>
            <p:nvPr/>
          </p:nvSpPr>
          <p:spPr>
            <a:xfrm>
              <a:off x="8103071" y="3542041"/>
              <a:ext cx="170114" cy="344014"/>
            </a:xfrm>
            <a:custGeom>
              <a:avLst/>
              <a:gdLst>
                <a:gd name="connsiteX0" fmla="*/ 80697 w 113969"/>
                <a:gd name="connsiteY0" fmla="*/ 27657 h 230475"/>
                <a:gd name="connsiteX1" fmla="*/ 79769 w 113969"/>
                <a:gd name="connsiteY1" fmla="*/ 27306 h 230475"/>
                <a:gd name="connsiteX2" fmla="*/ 75178 w 113969"/>
                <a:gd name="connsiteY2" fmla="*/ 22696 h 230475"/>
                <a:gd name="connsiteX3" fmla="*/ 70169 w 113969"/>
                <a:gd name="connsiteY3" fmla="*/ 22696 h 230475"/>
                <a:gd name="connsiteX4" fmla="*/ 69056 w 113969"/>
                <a:gd name="connsiteY4" fmla="*/ 21906 h 230475"/>
                <a:gd name="connsiteX5" fmla="*/ 66737 w 113969"/>
                <a:gd name="connsiteY5" fmla="*/ 13960 h 230475"/>
                <a:gd name="connsiteX6" fmla="*/ 67015 w 113969"/>
                <a:gd name="connsiteY6" fmla="*/ 12950 h 230475"/>
                <a:gd name="connsiteX7" fmla="*/ 71885 w 113969"/>
                <a:gd name="connsiteY7" fmla="*/ 7858 h 230475"/>
                <a:gd name="connsiteX8" fmla="*/ 69380 w 113969"/>
                <a:gd name="connsiteY8" fmla="*/ 6322 h 230475"/>
                <a:gd name="connsiteX9" fmla="*/ 63769 w 113969"/>
                <a:gd name="connsiteY9" fmla="*/ 7595 h 230475"/>
                <a:gd name="connsiteX10" fmla="*/ 62795 w 113969"/>
                <a:gd name="connsiteY10" fmla="*/ 7419 h 230475"/>
                <a:gd name="connsiteX11" fmla="*/ 60383 w 113969"/>
                <a:gd name="connsiteY11" fmla="*/ 5751 h 230475"/>
                <a:gd name="connsiteX12" fmla="*/ 58203 w 113969"/>
                <a:gd name="connsiteY12" fmla="*/ 7639 h 230475"/>
                <a:gd name="connsiteX13" fmla="*/ 56673 w 113969"/>
                <a:gd name="connsiteY13" fmla="*/ 7639 h 230475"/>
                <a:gd name="connsiteX14" fmla="*/ 46980 w 113969"/>
                <a:gd name="connsiteY14" fmla="*/ 0 h 230475"/>
                <a:gd name="connsiteX15" fmla="*/ 41786 w 113969"/>
                <a:gd name="connsiteY15" fmla="*/ 4039 h 230475"/>
                <a:gd name="connsiteX16" fmla="*/ 41786 w 113969"/>
                <a:gd name="connsiteY16" fmla="*/ 8165 h 230475"/>
                <a:gd name="connsiteX17" fmla="*/ 41276 w 113969"/>
                <a:gd name="connsiteY17" fmla="*/ 9043 h 230475"/>
                <a:gd name="connsiteX18" fmla="*/ 40209 w 113969"/>
                <a:gd name="connsiteY18" fmla="*/ 9175 h 230475"/>
                <a:gd name="connsiteX19" fmla="*/ 36221 w 113969"/>
                <a:gd name="connsiteY19" fmla="*/ 7858 h 230475"/>
                <a:gd name="connsiteX20" fmla="*/ 34644 w 113969"/>
                <a:gd name="connsiteY20" fmla="*/ 10580 h 230475"/>
                <a:gd name="connsiteX21" fmla="*/ 33902 w 113969"/>
                <a:gd name="connsiteY21" fmla="*/ 11151 h 230475"/>
                <a:gd name="connsiteX22" fmla="*/ 32974 w 113969"/>
                <a:gd name="connsiteY22" fmla="*/ 10975 h 230475"/>
                <a:gd name="connsiteX23" fmla="*/ 29310 w 113969"/>
                <a:gd name="connsiteY23" fmla="*/ 8429 h 230475"/>
                <a:gd name="connsiteX24" fmla="*/ 29310 w 113969"/>
                <a:gd name="connsiteY24" fmla="*/ 13389 h 230475"/>
                <a:gd name="connsiteX25" fmla="*/ 28522 w 113969"/>
                <a:gd name="connsiteY25" fmla="*/ 14443 h 230475"/>
                <a:gd name="connsiteX26" fmla="*/ 27223 w 113969"/>
                <a:gd name="connsiteY26" fmla="*/ 14092 h 230475"/>
                <a:gd name="connsiteX27" fmla="*/ 23374 w 113969"/>
                <a:gd name="connsiteY27" fmla="*/ 9395 h 230475"/>
                <a:gd name="connsiteX28" fmla="*/ 22215 w 113969"/>
                <a:gd name="connsiteY28" fmla="*/ 11458 h 230475"/>
                <a:gd name="connsiteX29" fmla="*/ 20777 w 113969"/>
                <a:gd name="connsiteY29" fmla="*/ 11985 h 230475"/>
                <a:gd name="connsiteX30" fmla="*/ 15676 w 113969"/>
                <a:gd name="connsiteY30" fmla="*/ 10141 h 230475"/>
                <a:gd name="connsiteX31" fmla="*/ 13820 w 113969"/>
                <a:gd name="connsiteY31" fmla="*/ 13872 h 230475"/>
                <a:gd name="connsiteX32" fmla="*/ 13078 w 113969"/>
                <a:gd name="connsiteY32" fmla="*/ 14443 h 230475"/>
                <a:gd name="connsiteX33" fmla="*/ 12104 w 113969"/>
                <a:gd name="connsiteY33" fmla="*/ 14268 h 230475"/>
                <a:gd name="connsiteX34" fmla="*/ 4359 w 113969"/>
                <a:gd name="connsiteY34" fmla="*/ 9131 h 230475"/>
                <a:gd name="connsiteX35" fmla="*/ 0 w 113969"/>
                <a:gd name="connsiteY35" fmla="*/ 14970 h 230475"/>
                <a:gd name="connsiteX36" fmla="*/ 7235 w 113969"/>
                <a:gd name="connsiteY36" fmla="*/ 24057 h 230475"/>
                <a:gd name="connsiteX37" fmla="*/ 13032 w 113969"/>
                <a:gd name="connsiteY37" fmla="*/ 24057 h 230475"/>
                <a:gd name="connsiteX38" fmla="*/ 14006 w 113969"/>
                <a:gd name="connsiteY38" fmla="*/ 24584 h 230475"/>
                <a:gd name="connsiteX39" fmla="*/ 14006 w 113969"/>
                <a:gd name="connsiteY39" fmla="*/ 25682 h 230475"/>
                <a:gd name="connsiteX40" fmla="*/ 9693 w 113969"/>
                <a:gd name="connsiteY40" fmla="*/ 33101 h 230475"/>
                <a:gd name="connsiteX41" fmla="*/ 22122 w 113969"/>
                <a:gd name="connsiteY41" fmla="*/ 42320 h 230475"/>
                <a:gd name="connsiteX42" fmla="*/ 27502 w 113969"/>
                <a:gd name="connsiteY42" fmla="*/ 36744 h 230475"/>
                <a:gd name="connsiteX43" fmla="*/ 28847 w 113969"/>
                <a:gd name="connsiteY43" fmla="*/ 36481 h 230475"/>
                <a:gd name="connsiteX44" fmla="*/ 38122 w 113969"/>
                <a:gd name="connsiteY44" fmla="*/ 40608 h 230475"/>
                <a:gd name="connsiteX45" fmla="*/ 38771 w 113969"/>
                <a:gd name="connsiteY45" fmla="*/ 41442 h 230475"/>
                <a:gd name="connsiteX46" fmla="*/ 38401 w 113969"/>
                <a:gd name="connsiteY46" fmla="*/ 42407 h 230475"/>
                <a:gd name="connsiteX47" fmla="*/ 36638 w 113969"/>
                <a:gd name="connsiteY47" fmla="*/ 43900 h 230475"/>
                <a:gd name="connsiteX48" fmla="*/ 42621 w 113969"/>
                <a:gd name="connsiteY48" fmla="*/ 50748 h 230475"/>
                <a:gd name="connsiteX49" fmla="*/ 42806 w 113969"/>
                <a:gd name="connsiteY49" fmla="*/ 51802 h 230475"/>
                <a:gd name="connsiteX50" fmla="*/ 39328 w 113969"/>
                <a:gd name="connsiteY50" fmla="*/ 61416 h 230475"/>
                <a:gd name="connsiteX51" fmla="*/ 38725 w 113969"/>
                <a:gd name="connsiteY51" fmla="*/ 62031 h 230475"/>
                <a:gd name="connsiteX52" fmla="*/ 37844 w 113969"/>
                <a:gd name="connsiteY52" fmla="*/ 62031 h 230475"/>
                <a:gd name="connsiteX53" fmla="*/ 29032 w 113969"/>
                <a:gd name="connsiteY53" fmla="*/ 59002 h 230475"/>
                <a:gd name="connsiteX54" fmla="*/ 29960 w 113969"/>
                <a:gd name="connsiteY54" fmla="*/ 60450 h 230475"/>
                <a:gd name="connsiteX55" fmla="*/ 29728 w 113969"/>
                <a:gd name="connsiteY55" fmla="*/ 61855 h 230475"/>
                <a:gd name="connsiteX56" fmla="*/ 26760 w 113969"/>
                <a:gd name="connsiteY56" fmla="*/ 64314 h 230475"/>
                <a:gd name="connsiteX57" fmla="*/ 40487 w 113969"/>
                <a:gd name="connsiteY57" fmla="*/ 70196 h 230475"/>
                <a:gd name="connsiteX58" fmla="*/ 46099 w 113969"/>
                <a:gd name="connsiteY58" fmla="*/ 71513 h 230475"/>
                <a:gd name="connsiteX59" fmla="*/ 46980 w 113969"/>
                <a:gd name="connsiteY59" fmla="*/ 72567 h 230475"/>
                <a:gd name="connsiteX60" fmla="*/ 46980 w 113969"/>
                <a:gd name="connsiteY60" fmla="*/ 79327 h 230475"/>
                <a:gd name="connsiteX61" fmla="*/ 52777 w 113969"/>
                <a:gd name="connsiteY61" fmla="*/ 82576 h 230475"/>
                <a:gd name="connsiteX62" fmla="*/ 53287 w 113969"/>
                <a:gd name="connsiteY62" fmla="*/ 83191 h 230475"/>
                <a:gd name="connsiteX63" fmla="*/ 55514 w 113969"/>
                <a:gd name="connsiteY63" fmla="*/ 89468 h 230475"/>
                <a:gd name="connsiteX64" fmla="*/ 69195 w 113969"/>
                <a:gd name="connsiteY64" fmla="*/ 100531 h 230475"/>
                <a:gd name="connsiteX65" fmla="*/ 69612 w 113969"/>
                <a:gd name="connsiteY65" fmla="*/ 101365 h 230475"/>
                <a:gd name="connsiteX66" fmla="*/ 69612 w 113969"/>
                <a:gd name="connsiteY66" fmla="*/ 109311 h 230475"/>
                <a:gd name="connsiteX67" fmla="*/ 74528 w 113969"/>
                <a:gd name="connsiteY67" fmla="*/ 109311 h 230475"/>
                <a:gd name="connsiteX68" fmla="*/ 75038 w 113969"/>
                <a:gd name="connsiteY68" fmla="*/ 109443 h 230475"/>
                <a:gd name="connsiteX69" fmla="*/ 83711 w 113969"/>
                <a:gd name="connsiteY69" fmla="*/ 113569 h 230475"/>
                <a:gd name="connsiteX70" fmla="*/ 84360 w 113969"/>
                <a:gd name="connsiteY70" fmla="*/ 114404 h 230475"/>
                <a:gd name="connsiteX71" fmla="*/ 84036 w 113969"/>
                <a:gd name="connsiteY71" fmla="*/ 115369 h 230475"/>
                <a:gd name="connsiteX72" fmla="*/ 76522 w 113969"/>
                <a:gd name="connsiteY72" fmla="*/ 122218 h 230475"/>
                <a:gd name="connsiteX73" fmla="*/ 75734 w 113969"/>
                <a:gd name="connsiteY73" fmla="*/ 131876 h 230475"/>
                <a:gd name="connsiteX74" fmla="*/ 79815 w 113969"/>
                <a:gd name="connsiteY74" fmla="*/ 137934 h 230475"/>
                <a:gd name="connsiteX75" fmla="*/ 83247 w 113969"/>
                <a:gd name="connsiteY75" fmla="*/ 137934 h 230475"/>
                <a:gd name="connsiteX76" fmla="*/ 84221 w 113969"/>
                <a:gd name="connsiteY76" fmla="*/ 138417 h 230475"/>
                <a:gd name="connsiteX77" fmla="*/ 84360 w 113969"/>
                <a:gd name="connsiteY77" fmla="*/ 139427 h 230475"/>
                <a:gd name="connsiteX78" fmla="*/ 80557 w 113969"/>
                <a:gd name="connsiteY78" fmla="*/ 148470 h 230475"/>
                <a:gd name="connsiteX79" fmla="*/ 84221 w 113969"/>
                <a:gd name="connsiteY79" fmla="*/ 153211 h 230475"/>
                <a:gd name="connsiteX80" fmla="*/ 84453 w 113969"/>
                <a:gd name="connsiteY80" fmla="*/ 153870 h 230475"/>
                <a:gd name="connsiteX81" fmla="*/ 84453 w 113969"/>
                <a:gd name="connsiteY81" fmla="*/ 173625 h 230475"/>
                <a:gd name="connsiteX82" fmla="*/ 83294 w 113969"/>
                <a:gd name="connsiteY82" fmla="*/ 174722 h 230475"/>
                <a:gd name="connsiteX83" fmla="*/ 77172 w 113969"/>
                <a:gd name="connsiteY83" fmla="*/ 174722 h 230475"/>
                <a:gd name="connsiteX84" fmla="*/ 73462 w 113969"/>
                <a:gd name="connsiteY84" fmla="*/ 179244 h 230475"/>
                <a:gd name="connsiteX85" fmla="*/ 72534 w 113969"/>
                <a:gd name="connsiteY85" fmla="*/ 179683 h 230475"/>
                <a:gd name="connsiteX86" fmla="*/ 66830 w 113969"/>
                <a:gd name="connsiteY86" fmla="*/ 179683 h 230475"/>
                <a:gd name="connsiteX87" fmla="*/ 67015 w 113969"/>
                <a:gd name="connsiteY87" fmla="*/ 182053 h 230475"/>
                <a:gd name="connsiteX88" fmla="*/ 66691 w 113969"/>
                <a:gd name="connsiteY88" fmla="*/ 182888 h 230475"/>
                <a:gd name="connsiteX89" fmla="*/ 65856 w 113969"/>
                <a:gd name="connsiteY89" fmla="*/ 183239 h 230475"/>
                <a:gd name="connsiteX90" fmla="*/ 59641 w 113969"/>
                <a:gd name="connsiteY90" fmla="*/ 183239 h 230475"/>
                <a:gd name="connsiteX91" fmla="*/ 57786 w 113969"/>
                <a:gd name="connsiteY91" fmla="*/ 184775 h 230475"/>
                <a:gd name="connsiteX92" fmla="*/ 57972 w 113969"/>
                <a:gd name="connsiteY92" fmla="*/ 187058 h 230475"/>
                <a:gd name="connsiteX93" fmla="*/ 63954 w 113969"/>
                <a:gd name="connsiteY93" fmla="*/ 191712 h 230475"/>
                <a:gd name="connsiteX94" fmla="*/ 64372 w 113969"/>
                <a:gd name="connsiteY94" fmla="*/ 192721 h 230475"/>
                <a:gd name="connsiteX95" fmla="*/ 63815 w 113969"/>
                <a:gd name="connsiteY95" fmla="*/ 196584 h 230475"/>
                <a:gd name="connsiteX96" fmla="*/ 62656 w 113969"/>
                <a:gd name="connsiteY96" fmla="*/ 197506 h 230475"/>
                <a:gd name="connsiteX97" fmla="*/ 58018 w 113969"/>
                <a:gd name="connsiteY97" fmla="*/ 197506 h 230475"/>
                <a:gd name="connsiteX98" fmla="*/ 57044 w 113969"/>
                <a:gd name="connsiteY98" fmla="*/ 197024 h 230475"/>
                <a:gd name="connsiteX99" fmla="*/ 55189 w 113969"/>
                <a:gd name="connsiteY99" fmla="*/ 194433 h 230475"/>
                <a:gd name="connsiteX100" fmla="*/ 49624 w 113969"/>
                <a:gd name="connsiteY100" fmla="*/ 196102 h 230475"/>
                <a:gd name="connsiteX101" fmla="*/ 48882 w 113969"/>
                <a:gd name="connsiteY101" fmla="*/ 196102 h 230475"/>
                <a:gd name="connsiteX102" fmla="*/ 46331 w 113969"/>
                <a:gd name="connsiteY102" fmla="*/ 195311 h 230475"/>
                <a:gd name="connsiteX103" fmla="*/ 43919 w 113969"/>
                <a:gd name="connsiteY103" fmla="*/ 199438 h 230475"/>
                <a:gd name="connsiteX104" fmla="*/ 43316 w 113969"/>
                <a:gd name="connsiteY104" fmla="*/ 199921 h 230475"/>
                <a:gd name="connsiteX105" fmla="*/ 36592 w 113969"/>
                <a:gd name="connsiteY105" fmla="*/ 202292 h 230475"/>
                <a:gd name="connsiteX106" fmla="*/ 34690 w 113969"/>
                <a:gd name="connsiteY106" fmla="*/ 204091 h 230475"/>
                <a:gd name="connsiteX107" fmla="*/ 40302 w 113969"/>
                <a:gd name="connsiteY107" fmla="*/ 205496 h 230475"/>
                <a:gd name="connsiteX108" fmla="*/ 43502 w 113969"/>
                <a:gd name="connsiteY108" fmla="*/ 207955 h 230475"/>
                <a:gd name="connsiteX109" fmla="*/ 42064 w 113969"/>
                <a:gd name="connsiteY109" fmla="*/ 210984 h 230475"/>
                <a:gd name="connsiteX110" fmla="*/ 39745 w 113969"/>
                <a:gd name="connsiteY110" fmla="*/ 215901 h 230475"/>
                <a:gd name="connsiteX111" fmla="*/ 38864 w 113969"/>
                <a:gd name="connsiteY111" fmla="*/ 222222 h 230475"/>
                <a:gd name="connsiteX112" fmla="*/ 39745 w 113969"/>
                <a:gd name="connsiteY112" fmla="*/ 226085 h 230475"/>
                <a:gd name="connsiteX113" fmla="*/ 39467 w 113969"/>
                <a:gd name="connsiteY113" fmla="*/ 230475 h 230475"/>
                <a:gd name="connsiteX114" fmla="*/ 43548 w 113969"/>
                <a:gd name="connsiteY114" fmla="*/ 229641 h 230475"/>
                <a:gd name="connsiteX115" fmla="*/ 47630 w 113969"/>
                <a:gd name="connsiteY115" fmla="*/ 228807 h 230475"/>
                <a:gd name="connsiteX116" fmla="*/ 59224 w 113969"/>
                <a:gd name="connsiteY116" fmla="*/ 219193 h 230475"/>
                <a:gd name="connsiteX117" fmla="*/ 63862 w 113969"/>
                <a:gd name="connsiteY117" fmla="*/ 215901 h 230475"/>
                <a:gd name="connsiteX118" fmla="*/ 66737 w 113969"/>
                <a:gd name="connsiteY118" fmla="*/ 215066 h 230475"/>
                <a:gd name="connsiteX119" fmla="*/ 69612 w 113969"/>
                <a:gd name="connsiteY119" fmla="*/ 209579 h 230475"/>
                <a:gd name="connsiteX120" fmla="*/ 71931 w 113969"/>
                <a:gd name="connsiteY120" fmla="*/ 202467 h 230475"/>
                <a:gd name="connsiteX121" fmla="*/ 92523 w 113969"/>
                <a:gd name="connsiteY121" fmla="*/ 195619 h 230475"/>
                <a:gd name="connsiteX122" fmla="*/ 109914 w 113969"/>
                <a:gd name="connsiteY122" fmla="*/ 183546 h 230475"/>
                <a:gd name="connsiteX123" fmla="*/ 109914 w 113969"/>
                <a:gd name="connsiteY123" fmla="*/ 168181 h 230475"/>
                <a:gd name="connsiteX124" fmla="*/ 113949 w 113969"/>
                <a:gd name="connsiteY124" fmla="*/ 164055 h 230475"/>
                <a:gd name="connsiteX125" fmla="*/ 111630 w 113969"/>
                <a:gd name="connsiteY125" fmla="*/ 160499 h 230475"/>
                <a:gd name="connsiteX126" fmla="*/ 109033 w 113969"/>
                <a:gd name="connsiteY126" fmla="*/ 141578 h 230475"/>
                <a:gd name="connsiteX127" fmla="*/ 88163 w 113969"/>
                <a:gd name="connsiteY127" fmla="*/ 109487 h 230475"/>
                <a:gd name="connsiteX128" fmla="*/ 67850 w 113969"/>
                <a:gd name="connsiteY128" fmla="*/ 89995 h 230475"/>
                <a:gd name="connsiteX129" fmla="*/ 66691 w 113969"/>
                <a:gd name="connsiteY129" fmla="*/ 83937 h 230475"/>
                <a:gd name="connsiteX130" fmla="*/ 62331 w 113969"/>
                <a:gd name="connsiteY130" fmla="*/ 81215 h 230475"/>
                <a:gd name="connsiteX131" fmla="*/ 55374 w 113969"/>
                <a:gd name="connsiteY131" fmla="*/ 64753 h 230475"/>
                <a:gd name="connsiteX132" fmla="*/ 57090 w 113969"/>
                <a:gd name="connsiteY132" fmla="*/ 55973 h 230475"/>
                <a:gd name="connsiteX133" fmla="*/ 68406 w 113969"/>
                <a:gd name="connsiteY133" fmla="*/ 49124 h 230475"/>
                <a:gd name="connsiteX134" fmla="*/ 68963 w 113969"/>
                <a:gd name="connsiteY134" fmla="*/ 44207 h 230475"/>
                <a:gd name="connsiteX135" fmla="*/ 74482 w 113969"/>
                <a:gd name="connsiteY135" fmla="*/ 37886 h 230475"/>
                <a:gd name="connsiteX136" fmla="*/ 84639 w 113969"/>
                <a:gd name="connsiteY136" fmla="*/ 31828 h 230475"/>
                <a:gd name="connsiteX137" fmla="*/ 90482 w 113969"/>
                <a:gd name="connsiteY137" fmla="*/ 28930 h 230475"/>
                <a:gd name="connsiteX138" fmla="*/ 87560 w 113969"/>
                <a:gd name="connsiteY138" fmla="*/ 27218 h 230475"/>
                <a:gd name="connsiteX139" fmla="*/ 80697 w 113969"/>
                <a:gd name="connsiteY139" fmla="*/ 27745 h 23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13969" h="230475">
                  <a:moveTo>
                    <a:pt x="80697" y="27657"/>
                  </a:moveTo>
                  <a:cubicBezTo>
                    <a:pt x="80372" y="27657"/>
                    <a:pt x="80001" y="27569"/>
                    <a:pt x="79769" y="27306"/>
                  </a:cubicBezTo>
                  <a:lnTo>
                    <a:pt x="75178" y="22696"/>
                  </a:lnTo>
                  <a:lnTo>
                    <a:pt x="70169" y="22696"/>
                  </a:lnTo>
                  <a:cubicBezTo>
                    <a:pt x="69659" y="22696"/>
                    <a:pt x="69195" y="22345"/>
                    <a:pt x="69056" y="21906"/>
                  </a:cubicBezTo>
                  <a:lnTo>
                    <a:pt x="66737" y="13960"/>
                  </a:lnTo>
                  <a:cubicBezTo>
                    <a:pt x="66644" y="13609"/>
                    <a:pt x="66737" y="13214"/>
                    <a:pt x="67015" y="12950"/>
                  </a:cubicBezTo>
                  <a:lnTo>
                    <a:pt x="71885" y="7858"/>
                  </a:lnTo>
                  <a:lnTo>
                    <a:pt x="69380" y="6322"/>
                  </a:lnTo>
                  <a:lnTo>
                    <a:pt x="63769" y="7595"/>
                  </a:lnTo>
                  <a:cubicBezTo>
                    <a:pt x="63444" y="7683"/>
                    <a:pt x="63119" y="7595"/>
                    <a:pt x="62795" y="7419"/>
                  </a:cubicBezTo>
                  <a:lnTo>
                    <a:pt x="60383" y="5751"/>
                  </a:lnTo>
                  <a:lnTo>
                    <a:pt x="58203" y="7639"/>
                  </a:lnTo>
                  <a:cubicBezTo>
                    <a:pt x="57786" y="8034"/>
                    <a:pt x="57137" y="8034"/>
                    <a:pt x="56673" y="7639"/>
                  </a:cubicBezTo>
                  <a:lnTo>
                    <a:pt x="46980" y="0"/>
                  </a:lnTo>
                  <a:lnTo>
                    <a:pt x="41786" y="4039"/>
                  </a:lnTo>
                  <a:lnTo>
                    <a:pt x="41786" y="8165"/>
                  </a:lnTo>
                  <a:cubicBezTo>
                    <a:pt x="41786" y="8517"/>
                    <a:pt x="41601" y="8868"/>
                    <a:pt x="41276" y="9043"/>
                  </a:cubicBezTo>
                  <a:cubicBezTo>
                    <a:pt x="40951" y="9263"/>
                    <a:pt x="40580" y="9307"/>
                    <a:pt x="40209" y="9175"/>
                  </a:cubicBezTo>
                  <a:lnTo>
                    <a:pt x="36221" y="7858"/>
                  </a:lnTo>
                  <a:lnTo>
                    <a:pt x="34644" y="10580"/>
                  </a:lnTo>
                  <a:cubicBezTo>
                    <a:pt x="34505" y="10843"/>
                    <a:pt x="34226" y="11063"/>
                    <a:pt x="33902" y="11151"/>
                  </a:cubicBezTo>
                  <a:cubicBezTo>
                    <a:pt x="33577" y="11238"/>
                    <a:pt x="33252" y="11151"/>
                    <a:pt x="32974" y="10975"/>
                  </a:cubicBezTo>
                  <a:lnTo>
                    <a:pt x="29310" y="8429"/>
                  </a:lnTo>
                  <a:lnTo>
                    <a:pt x="29310" y="13389"/>
                  </a:lnTo>
                  <a:cubicBezTo>
                    <a:pt x="29310" y="13872"/>
                    <a:pt x="28986" y="14268"/>
                    <a:pt x="28522" y="14443"/>
                  </a:cubicBezTo>
                  <a:cubicBezTo>
                    <a:pt x="28058" y="14619"/>
                    <a:pt x="27548" y="14443"/>
                    <a:pt x="27223" y="14092"/>
                  </a:cubicBezTo>
                  <a:lnTo>
                    <a:pt x="23374" y="9395"/>
                  </a:lnTo>
                  <a:lnTo>
                    <a:pt x="22215" y="11458"/>
                  </a:lnTo>
                  <a:cubicBezTo>
                    <a:pt x="21936" y="11941"/>
                    <a:pt x="21333" y="12160"/>
                    <a:pt x="20777" y="11985"/>
                  </a:cubicBezTo>
                  <a:lnTo>
                    <a:pt x="15676" y="10141"/>
                  </a:lnTo>
                  <a:lnTo>
                    <a:pt x="13820" y="13872"/>
                  </a:lnTo>
                  <a:cubicBezTo>
                    <a:pt x="13681" y="14180"/>
                    <a:pt x="13403" y="14399"/>
                    <a:pt x="13078" y="14443"/>
                  </a:cubicBezTo>
                  <a:cubicBezTo>
                    <a:pt x="12754" y="14531"/>
                    <a:pt x="12383" y="14443"/>
                    <a:pt x="12104" y="14268"/>
                  </a:cubicBezTo>
                  <a:lnTo>
                    <a:pt x="4359" y="9131"/>
                  </a:lnTo>
                  <a:lnTo>
                    <a:pt x="0" y="14970"/>
                  </a:lnTo>
                  <a:lnTo>
                    <a:pt x="7235" y="24057"/>
                  </a:lnTo>
                  <a:lnTo>
                    <a:pt x="13032" y="24057"/>
                  </a:lnTo>
                  <a:cubicBezTo>
                    <a:pt x="13450" y="24057"/>
                    <a:pt x="13820" y="24277"/>
                    <a:pt x="14006" y="24584"/>
                  </a:cubicBezTo>
                  <a:cubicBezTo>
                    <a:pt x="14191" y="24935"/>
                    <a:pt x="14238" y="25330"/>
                    <a:pt x="14006" y="25682"/>
                  </a:cubicBezTo>
                  <a:lnTo>
                    <a:pt x="9693" y="33101"/>
                  </a:lnTo>
                  <a:lnTo>
                    <a:pt x="22122" y="42320"/>
                  </a:lnTo>
                  <a:lnTo>
                    <a:pt x="27502" y="36744"/>
                  </a:lnTo>
                  <a:cubicBezTo>
                    <a:pt x="27826" y="36393"/>
                    <a:pt x="28383" y="36305"/>
                    <a:pt x="28847" y="36481"/>
                  </a:cubicBezTo>
                  <a:lnTo>
                    <a:pt x="38122" y="40608"/>
                  </a:lnTo>
                  <a:cubicBezTo>
                    <a:pt x="38493" y="40783"/>
                    <a:pt x="38725" y="41090"/>
                    <a:pt x="38771" y="41442"/>
                  </a:cubicBezTo>
                  <a:cubicBezTo>
                    <a:pt x="38818" y="41793"/>
                    <a:pt x="38679" y="42188"/>
                    <a:pt x="38401" y="42407"/>
                  </a:cubicBezTo>
                  <a:lnTo>
                    <a:pt x="36638" y="43900"/>
                  </a:lnTo>
                  <a:lnTo>
                    <a:pt x="42621" y="50748"/>
                  </a:lnTo>
                  <a:cubicBezTo>
                    <a:pt x="42853" y="51056"/>
                    <a:pt x="42945" y="51451"/>
                    <a:pt x="42806" y="51802"/>
                  </a:cubicBezTo>
                  <a:lnTo>
                    <a:pt x="39328" y="61416"/>
                  </a:lnTo>
                  <a:cubicBezTo>
                    <a:pt x="39235" y="61680"/>
                    <a:pt x="39003" y="61943"/>
                    <a:pt x="38725" y="62031"/>
                  </a:cubicBezTo>
                  <a:cubicBezTo>
                    <a:pt x="38447" y="62163"/>
                    <a:pt x="38122" y="62163"/>
                    <a:pt x="37844" y="62031"/>
                  </a:cubicBezTo>
                  <a:lnTo>
                    <a:pt x="29032" y="59002"/>
                  </a:lnTo>
                  <a:lnTo>
                    <a:pt x="29960" y="60450"/>
                  </a:lnTo>
                  <a:cubicBezTo>
                    <a:pt x="30238" y="60889"/>
                    <a:pt x="30145" y="61504"/>
                    <a:pt x="29728" y="61855"/>
                  </a:cubicBezTo>
                  <a:lnTo>
                    <a:pt x="26760" y="64314"/>
                  </a:lnTo>
                  <a:lnTo>
                    <a:pt x="40487" y="70196"/>
                  </a:lnTo>
                  <a:lnTo>
                    <a:pt x="46099" y="71513"/>
                  </a:lnTo>
                  <a:cubicBezTo>
                    <a:pt x="46609" y="71645"/>
                    <a:pt x="46980" y="72084"/>
                    <a:pt x="46980" y="72567"/>
                  </a:cubicBezTo>
                  <a:lnTo>
                    <a:pt x="46980" y="79327"/>
                  </a:lnTo>
                  <a:lnTo>
                    <a:pt x="52777" y="82576"/>
                  </a:lnTo>
                  <a:cubicBezTo>
                    <a:pt x="53009" y="82708"/>
                    <a:pt x="53195" y="82927"/>
                    <a:pt x="53287" y="83191"/>
                  </a:cubicBezTo>
                  <a:lnTo>
                    <a:pt x="55514" y="89468"/>
                  </a:lnTo>
                  <a:lnTo>
                    <a:pt x="69195" y="100531"/>
                  </a:lnTo>
                  <a:cubicBezTo>
                    <a:pt x="69473" y="100751"/>
                    <a:pt x="69612" y="101058"/>
                    <a:pt x="69612" y="101365"/>
                  </a:cubicBezTo>
                  <a:lnTo>
                    <a:pt x="69612" y="109311"/>
                  </a:lnTo>
                  <a:lnTo>
                    <a:pt x="74528" y="109311"/>
                  </a:lnTo>
                  <a:cubicBezTo>
                    <a:pt x="74528" y="109311"/>
                    <a:pt x="74899" y="109311"/>
                    <a:pt x="75038" y="109443"/>
                  </a:cubicBezTo>
                  <a:lnTo>
                    <a:pt x="83711" y="113569"/>
                  </a:lnTo>
                  <a:cubicBezTo>
                    <a:pt x="84036" y="113745"/>
                    <a:pt x="84267" y="114052"/>
                    <a:pt x="84360" y="114404"/>
                  </a:cubicBezTo>
                  <a:cubicBezTo>
                    <a:pt x="84407" y="114755"/>
                    <a:pt x="84267" y="115106"/>
                    <a:pt x="84036" y="115369"/>
                  </a:cubicBezTo>
                  <a:lnTo>
                    <a:pt x="76522" y="122218"/>
                  </a:lnTo>
                  <a:lnTo>
                    <a:pt x="75734" y="131876"/>
                  </a:lnTo>
                  <a:lnTo>
                    <a:pt x="79815" y="137934"/>
                  </a:lnTo>
                  <a:lnTo>
                    <a:pt x="83247" y="137934"/>
                  </a:lnTo>
                  <a:cubicBezTo>
                    <a:pt x="83618" y="137934"/>
                    <a:pt x="83989" y="138110"/>
                    <a:pt x="84221" y="138417"/>
                  </a:cubicBezTo>
                  <a:cubicBezTo>
                    <a:pt x="84453" y="138724"/>
                    <a:pt x="84500" y="139119"/>
                    <a:pt x="84360" y="139427"/>
                  </a:cubicBezTo>
                  <a:lnTo>
                    <a:pt x="80557" y="148470"/>
                  </a:lnTo>
                  <a:lnTo>
                    <a:pt x="84221" y="153211"/>
                  </a:lnTo>
                  <a:cubicBezTo>
                    <a:pt x="84221" y="153211"/>
                    <a:pt x="84453" y="153606"/>
                    <a:pt x="84453" y="153870"/>
                  </a:cubicBezTo>
                  <a:lnTo>
                    <a:pt x="84453" y="173625"/>
                  </a:lnTo>
                  <a:cubicBezTo>
                    <a:pt x="84453" y="174239"/>
                    <a:pt x="83943" y="174722"/>
                    <a:pt x="83294" y="174722"/>
                  </a:cubicBezTo>
                  <a:lnTo>
                    <a:pt x="77172" y="174722"/>
                  </a:lnTo>
                  <a:lnTo>
                    <a:pt x="73462" y="179244"/>
                  </a:lnTo>
                  <a:cubicBezTo>
                    <a:pt x="73230" y="179507"/>
                    <a:pt x="72905" y="179683"/>
                    <a:pt x="72534" y="179683"/>
                  </a:cubicBezTo>
                  <a:lnTo>
                    <a:pt x="66830" y="179683"/>
                  </a:lnTo>
                  <a:lnTo>
                    <a:pt x="67015" y="182053"/>
                  </a:lnTo>
                  <a:cubicBezTo>
                    <a:pt x="67015" y="182361"/>
                    <a:pt x="66922" y="182668"/>
                    <a:pt x="66691" y="182888"/>
                  </a:cubicBezTo>
                  <a:cubicBezTo>
                    <a:pt x="66459" y="183107"/>
                    <a:pt x="66180" y="183239"/>
                    <a:pt x="65856" y="183239"/>
                  </a:cubicBezTo>
                  <a:lnTo>
                    <a:pt x="59641" y="183239"/>
                  </a:lnTo>
                  <a:lnTo>
                    <a:pt x="57786" y="184775"/>
                  </a:lnTo>
                  <a:lnTo>
                    <a:pt x="57972" y="187058"/>
                  </a:lnTo>
                  <a:lnTo>
                    <a:pt x="63954" y="191712"/>
                  </a:lnTo>
                  <a:cubicBezTo>
                    <a:pt x="64279" y="191975"/>
                    <a:pt x="64418" y="192326"/>
                    <a:pt x="64372" y="192721"/>
                  </a:cubicBezTo>
                  <a:lnTo>
                    <a:pt x="63815" y="196584"/>
                  </a:lnTo>
                  <a:cubicBezTo>
                    <a:pt x="63722" y="197111"/>
                    <a:pt x="63259" y="197506"/>
                    <a:pt x="62656" y="197506"/>
                  </a:cubicBezTo>
                  <a:lnTo>
                    <a:pt x="58018" y="197506"/>
                  </a:lnTo>
                  <a:cubicBezTo>
                    <a:pt x="57647" y="197506"/>
                    <a:pt x="57276" y="197331"/>
                    <a:pt x="57044" y="197024"/>
                  </a:cubicBezTo>
                  <a:lnTo>
                    <a:pt x="55189" y="194433"/>
                  </a:lnTo>
                  <a:lnTo>
                    <a:pt x="49624" y="196102"/>
                  </a:lnTo>
                  <a:cubicBezTo>
                    <a:pt x="49392" y="196145"/>
                    <a:pt x="49114" y="196189"/>
                    <a:pt x="48882" y="196102"/>
                  </a:cubicBezTo>
                  <a:lnTo>
                    <a:pt x="46331" y="195311"/>
                  </a:lnTo>
                  <a:lnTo>
                    <a:pt x="43919" y="199438"/>
                  </a:lnTo>
                  <a:cubicBezTo>
                    <a:pt x="43780" y="199657"/>
                    <a:pt x="43548" y="199833"/>
                    <a:pt x="43316" y="199921"/>
                  </a:cubicBezTo>
                  <a:lnTo>
                    <a:pt x="36592" y="202292"/>
                  </a:lnTo>
                  <a:lnTo>
                    <a:pt x="34690" y="204091"/>
                  </a:lnTo>
                  <a:cubicBezTo>
                    <a:pt x="35664" y="204794"/>
                    <a:pt x="37334" y="205364"/>
                    <a:pt x="40302" y="205496"/>
                  </a:cubicBezTo>
                  <a:lnTo>
                    <a:pt x="43502" y="207955"/>
                  </a:lnTo>
                  <a:lnTo>
                    <a:pt x="42064" y="210984"/>
                  </a:lnTo>
                  <a:lnTo>
                    <a:pt x="39745" y="215901"/>
                  </a:lnTo>
                  <a:lnTo>
                    <a:pt x="38864" y="222222"/>
                  </a:lnTo>
                  <a:lnTo>
                    <a:pt x="39745" y="226085"/>
                  </a:lnTo>
                  <a:lnTo>
                    <a:pt x="39467" y="230475"/>
                  </a:lnTo>
                  <a:lnTo>
                    <a:pt x="43548" y="229641"/>
                  </a:lnTo>
                  <a:lnTo>
                    <a:pt x="47630" y="228807"/>
                  </a:lnTo>
                  <a:cubicBezTo>
                    <a:pt x="47630" y="228807"/>
                    <a:pt x="49670" y="221695"/>
                    <a:pt x="59224" y="219193"/>
                  </a:cubicBezTo>
                  <a:lnTo>
                    <a:pt x="63862" y="215901"/>
                  </a:lnTo>
                  <a:lnTo>
                    <a:pt x="66737" y="215066"/>
                  </a:lnTo>
                  <a:cubicBezTo>
                    <a:pt x="66737" y="215066"/>
                    <a:pt x="70494" y="212871"/>
                    <a:pt x="69612" y="209579"/>
                  </a:cubicBezTo>
                  <a:cubicBezTo>
                    <a:pt x="69612" y="209579"/>
                    <a:pt x="72488" y="206286"/>
                    <a:pt x="71931" y="202467"/>
                  </a:cubicBezTo>
                  <a:cubicBezTo>
                    <a:pt x="71931" y="202467"/>
                    <a:pt x="85844" y="201940"/>
                    <a:pt x="92523" y="195619"/>
                  </a:cubicBezTo>
                  <a:cubicBezTo>
                    <a:pt x="92523" y="195619"/>
                    <a:pt x="109033" y="189560"/>
                    <a:pt x="109914" y="183546"/>
                  </a:cubicBezTo>
                  <a:cubicBezTo>
                    <a:pt x="110795" y="177488"/>
                    <a:pt x="109914" y="168181"/>
                    <a:pt x="109914" y="168181"/>
                  </a:cubicBezTo>
                  <a:cubicBezTo>
                    <a:pt x="109914" y="168181"/>
                    <a:pt x="113671" y="165152"/>
                    <a:pt x="113949" y="164055"/>
                  </a:cubicBezTo>
                  <a:cubicBezTo>
                    <a:pt x="114227" y="162957"/>
                    <a:pt x="111630" y="160499"/>
                    <a:pt x="111630" y="160499"/>
                  </a:cubicBezTo>
                  <a:cubicBezTo>
                    <a:pt x="111630" y="160499"/>
                    <a:pt x="113068" y="145660"/>
                    <a:pt x="109033" y="141578"/>
                  </a:cubicBezTo>
                  <a:cubicBezTo>
                    <a:pt x="109033" y="141578"/>
                    <a:pt x="99201" y="118267"/>
                    <a:pt x="88163" y="109487"/>
                  </a:cubicBezTo>
                  <a:cubicBezTo>
                    <a:pt x="77125" y="100707"/>
                    <a:pt x="67850" y="89995"/>
                    <a:pt x="67850" y="89995"/>
                  </a:cubicBezTo>
                  <a:lnTo>
                    <a:pt x="66691" y="83937"/>
                  </a:lnTo>
                  <a:lnTo>
                    <a:pt x="62331" y="81215"/>
                  </a:lnTo>
                  <a:cubicBezTo>
                    <a:pt x="62331" y="81215"/>
                    <a:pt x="51340" y="70504"/>
                    <a:pt x="55374" y="64753"/>
                  </a:cubicBezTo>
                  <a:cubicBezTo>
                    <a:pt x="55374" y="64753"/>
                    <a:pt x="58853" y="60363"/>
                    <a:pt x="57090" y="55973"/>
                  </a:cubicBezTo>
                  <a:lnTo>
                    <a:pt x="68406" y="49124"/>
                  </a:lnTo>
                  <a:lnTo>
                    <a:pt x="68963" y="44207"/>
                  </a:lnTo>
                  <a:lnTo>
                    <a:pt x="74482" y="37886"/>
                  </a:lnTo>
                  <a:cubicBezTo>
                    <a:pt x="74482" y="37886"/>
                    <a:pt x="83154" y="40915"/>
                    <a:pt x="84639" y="31828"/>
                  </a:cubicBezTo>
                  <a:cubicBezTo>
                    <a:pt x="84639" y="31828"/>
                    <a:pt x="86308" y="30072"/>
                    <a:pt x="90482" y="28930"/>
                  </a:cubicBezTo>
                  <a:lnTo>
                    <a:pt x="87560" y="27218"/>
                  </a:lnTo>
                  <a:lnTo>
                    <a:pt x="80697" y="2774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3" name="Freeform: Shape 2172">
              <a:extLst>
                <a:ext uri="{FF2B5EF4-FFF2-40B4-BE49-F238E27FC236}">
                  <a16:creationId xmlns:a16="http://schemas.microsoft.com/office/drawing/2014/main" id="{FF5E5B63-FD87-C1A4-A48A-523E2401C0B2}"/>
                </a:ext>
              </a:extLst>
            </p:cNvPr>
            <p:cNvSpPr>
              <a:spLocks/>
            </p:cNvSpPr>
            <p:nvPr/>
          </p:nvSpPr>
          <p:spPr>
            <a:xfrm>
              <a:off x="7425574" y="2654546"/>
              <a:ext cx="1442840" cy="961211"/>
            </a:xfrm>
            <a:custGeom>
              <a:avLst/>
              <a:gdLst>
                <a:gd name="connsiteX0" fmla="*/ 821017 w 966641"/>
                <a:gd name="connsiteY0" fmla="*/ 280170 h 643970"/>
                <a:gd name="connsiteX1" fmla="*/ 821481 w 966641"/>
                <a:gd name="connsiteY1" fmla="*/ 279951 h 643970"/>
                <a:gd name="connsiteX2" fmla="*/ 829504 w 966641"/>
                <a:gd name="connsiteY2" fmla="*/ 278326 h 643970"/>
                <a:gd name="connsiteX3" fmla="*/ 841144 w 966641"/>
                <a:gd name="connsiteY3" fmla="*/ 264893 h 643970"/>
                <a:gd name="connsiteX4" fmla="*/ 842026 w 966641"/>
                <a:gd name="connsiteY4" fmla="*/ 264498 h 643970"/>
                <a:gd name="connsiteX5" fmla="*/ 849168 w 966641"/>
                <a:gd name="connsiteY5" fmla="*/ 264498 h 643970"/>
                <a:gd name="connsiteX6" fmla="*/ 861921 w 966641"/>
                <a:gd name="connsiteY6" fmla="*/ 255147 h 643970"/>
                <a:gd name="connsiteX7" fmla="*/ 862756 w 966641"/>
                <a:gd name="connsiteY7" fmla="*/ 254928 h 643970"/>
                <a:gd name="connsiteX8" fmla="*/ 876206 w 966641"/>
                <a:gd name="connsiteY8" fmla="*/ 256245 h 643970"/>
                <a:gd name="connsiteX9" fmla="*/ 881354 w 966641"/>
                <a:gd name="connsiteY9" fmla="*/ 248079 h 643970"/>
                <a:gd name="connsiteX10" fmla="*/ 882327 w 966641"/>
                <a:gd name="connsiteY10" fmla="*/ 247552 h 643970"/>
                <a:gd name="connsiteX11" fmla="*/ 883301 w 966641"/>
                <a:gd name="connsiteY11" fmla="*/ 248079 h 643970"/>
                <a:gd name="connsiteX12" fmla="*/ 884646 w 966641"/>
                <a:gd name="connsiteY12" fmla="*/ 250143 h 643970"/>
                <a:gd name="connsiteX13" fmla="*/ 886780 w 966641"/>
                <a:gd name="connsiteY13" fmla="*/ 246850 h 643970"/>
                <a:gd name="connsiteX14" fmla="*/ 889330 w 966641"/>
                <a:gd name="connsiteY14" fmla="*/ 237938 h 643970"/>
                <a:gd name="connsiteX15" fmla="*/ 890444 w 966641"/>
                <a:gd name="connsiteY15" fmla="*/ 237148 h 643970"/>
                <a:gd name="connsiteX16" fmla="*/ 890490 w 966641"/>
                <a:gd name="connsiteY16" fmla="*/ 237148 h 643970"/>
                <a:gd name="connsiteX17" fmla="*/ 896287 w 966641"/>
                <a:gd name="connsiteY17" fmla="*/ 237412 h 643970"/>
                <a:gd name="connsiteX18" fmla="*/ 897400 w 966641"/>
                <a:gd name="connsiteY18" fmla="*/ 238509 h 643970"/>
                <a:gd name="connsiteX19" fmla="*/ 897400 w 966641"/>
                <a:gd name="connsiteY19" fmla="*/ 242811 h 643970"/>
                <a:gd name="connsiteX20" fmla="*/ 901574 w 966641"/>
                <a:gd name="connsiteY20" fmla="*/ 248255 h 643970"/>
                <a:gd name="connsiteX21" fmla="*/ 900878 w 966641"/>
                <a:gd name="connsiteY21" fmla="*/ 242197 h 643970"/>
                <a:gd name="connsiteX22" fmla="*/ 901574 w 966641"/>
                <a:gd name="connsiteY22" fmla="*/ 241099 h 643970"/>
                <a:gd name="connsiteX23" fmla="*/ 907649 w 966641"/>
                <a:gd name="connsiteY23" fmla="*/ 238509 h 643970"/>
                <a:gd name="connsiteX24" fmla="*/ 911545 w 966641"/>
                <a:gd name="connsiteY24" fmla="*/ 232583 h 643970"/>
                <a:gd name="connsiteX25" fmla="*/ 910200 w 966641"/>
                <a:gd name="connsiteY25" fmla="*/ 227271 h 643970"/>
                <a:gd name="connsiteX26" fmla="*/ 910200 w 966641"/>
                <a:gd name="connsiteY26" fmla="*/ 226744 h 643970"/>
                <a:gd name="connsiteX27" fmla="*/ 911592 w 966641"/>
                <a:gd name="connsiteY27" fmla="*/ 221169 h 643970"/>
                <a:gd name="connsiteX28" fmla="*/ 909644 w 966641"/>
                <a:gd name="connsiteY28" fmla="*/ 204179 h 643970"/>
                <a:gd name="connsiteX29" fmla="*/ 905238 w 966641"/>
                <a:gd name="connsiteY29" fmla="*/ 200053 h 643970"/>
                <a:gd name="connsiteX30" fmla="*/ 904913 w 966641"/>
                <a:gd name="connsiteY30" fmla="*/ 199175 h 643970"/>
                <a:gd name="connsiteX31" fmla="*/ 905377 w 966641"/>
                <a:gd name="connsiteY31" fmla="*/ 198384 h 643970"/>
                <a:gd name="connsiteX32" fmla="*/ 909829 w 966641"/>
                <a:gd name="connsiteY32" fmla="*/ 195355 h 643970"/>
                <a:gd name="connsiteX33" fmla="*/ 910200 w 966641"/>
                <a:gd name="connsiteY33" fmla="*/ 195180 h 643970"/>
                <a:gd name="connsiteX34" fmla="*/ 915580 w 966641"/>
                <a:gd name="connsiteY34" fmla="*/ 193731 h 643970"/>
                <a:gd name="connsiteX35" fmla="*/ 919383 w 966641"/>
                <a:gd name="connsiteY35" fmla="*/ 187980 h 643970"/>
                <a:gd name="connsiteX36" fmla="*/ 920774 w 966641"/>
                <a:gd name="connsiteY36" fmla="*/ 187541 h 643970"/>
                <a:gd name="connsiteX37" fmla="*/ 926154 w 966641"/>
                <a:gd name="connsiteY37" fmla="*/ 189517 h 643970"/>
                <a:gd name="connsiteX38" fmla="*/ 928195 w 966641"/>
                <a:gd name="connsiteY38" fmla="*/ 188551 h 643970"/>
                <a:gd name="connsiteX39" fmla="*/ 937238 w 966641"/>
                <a:gd name="connsiteY39" fmla="*/ 193336 h 643970"/>
                <a:gd name="connsiteX40" fmla="*/ 940763 w 966641"/>
                <a:gd name="connsiteY40" fmla="*/ 191668 h 643970"/>
                <a:gd name="connsiteX41" fmla="*/ 941551 w 966641"/>
                <a:gd name="connsiteY41" fmla="*/ 185653 h 643970"/>
                <a:gd name="connsiteX42" fmla="*/ 942294 w 966641"/>
                <a:gd name="connsiteY42" fmla="*/ 184775 h 643970"/>
                <a:gd name="connsiteX43" fmla="*/ 946328 w 966641"/>
                <a:gd name="connsiteY43" fmla="*/ 183371 h 643970"/>
                <a:gd name="connsiteX44" fmla="*/ 949389 w 966641"/>
                <a:gd name="connsiteY44" fmla="*/ 171035 h 643970"/>
                <a:gd name="connsiteX45" fmla="*/ 949807 w 966641"/>
                <a:gd name="connsiteY45" fmla="*/ 170420 h 643970"/>
                <a:gd name="connsiteX46" fmla="*/ 953192 w 966641"/>
                <a:gd name="connsiteY46" fmla="*/ 167874 h 643970"/>
                <a:gd name="connsiteX47" fmla="*/ 951430 w 966641"/>
                <a:gd name="connsiteY47" fmla="*/ 163133 h 643970"/>
                <a:gd name="connsiteX48" fmla="*/ 951476 w 966641"/>
                <a:gd name="connsiteY48" fmla="*/ 162255 h 643970"/>
                <a:gd name="connsiteX49" fmla="*/ 957180 w 966641"/>
                <a:gd name="connsiteY49" fmla="*/ 151719 h 643970"/>
                <a:gd name="connsiteX50" fmla="*/ 958015 w 966641"/>
                <a:gd name="connsiteY50" fmla="*/ 145309 h 643970"/>
                <a:gd name="connsiteX51" fmla="*/ 958433 w 966641"/>
                <a:gd name="connsiteY51" fmla="*/ 144563 h 643970"/>
                <a:gd name="connsiteX52" fmla="*/ 962468 w 966641"/>
                <a:gd name="connsiteY52" fmla="*/ 141534 h 643970"/>
                <a:gd name="connsiteX53" fmla="*/ 966363 w 966641"/>
                <a:gd name="connsiteY53" fmla="*/ 137144 h 643970"/>
                <a:gd name="connsiteX54" fmla="*/ 961957 w 966641"/>
                <a:gd name="connsiteY54" fmla="*/ 131261 h 643970"/>
                <a:gd name="connsiteX55" fmla="*/ 961957 w 966641"/>
                <a:gd name="connsiteY55" fmla="*/ 129988 h 643970"/>
                <a:gd name="connsiteX56" fmla="*/ 966642 w 966641"/>
                <a:gd name="connsiteY56" fmla="*/ 123974 h 643970"/>
                <a:gd name="connsiteX57" fmla="*/ 966642 w 966641"/>
                <a:gd name="connsiteY57" fmla="*/ 122437 h 643970"/>
                <a:gd name="connsiteX58" fmla="*/ 956624 w 966641"/>
                <a:gd name="connsiteY58" fmla="*/ 124588 h 643970"/>
                <a:gd name="connsiteX59" fmla="*/ 948647 w 966641"/>
                <a:gd name="connsiteY59" fmla="*/ 128627 h 643970"/>
                <a:gd name="connsiteX60" fmla="*/ 948137 w 966641"/>
                <a:gd name="connsiteY60" fmla="*/ 128759 h 643970"/>
                <a:gd name="connsiteX61" fmla="*/ 941551 w 966641"/>
                <a:gd name="connsiteY61" fmla="*/ 129022 h 643970"/>
                <a:gd name="connsiteX62" fmla="*/ 935337 w 966641"/>
                <a:gd name="connsiteY62" fmla="*/ 133412 h 643970"/>
                <a:gd name="connsiteX63" fmla="*/ 935337 w 966641"/>
                <a:gd name="connsiteY63" fmla="*/ 137275 h 643970"/>
                <a:gd name="connsiteX64" fmla="*/ 934178 w 966641"/>
                <a:gd name="connsiteY64" fmla="*/ 138373 h 643970"/>
                <a:gd name="connsiteX65" fmla="*/ 908114 w 966641"/>
                <a:gd name="connsiteY65" fmla="*/ 138373 h 643970"/>
                <a:gd name="connsiteX66" fmla="*/ 907139 w 966641"/>
                <a:gd name="connsiteY66" fmla="*/ 137846 h 643970"/>
                <a:gd name="connsiteX67" fmla="*/ 901621 w 966641"/>
                <a:gd name="connsiteY67" fmla="*/ 129593 h 643970"/>
                <a:gd name="connsiteX68" fmla="*/ 901481 w 966641"/>
                <a:gd name="connsiteY68" fmla="*/ 128671 h 643970"/>
                <a:gd name="connsiteX69" fmla="*/ 903151 w 966641"/>
                <a:gd name="connsiteY69" fmla="*/ 123886 h 643970"/>
                <a:gd name="connsiteX70" fmla="*/ 903151 w 966641"/>
                <a:gd name="connsiteY70" fmla="*/ 120067 h 643970"/>
                <a:gd name="connsiteX71" fmla="*/ 899162 w 966641"/>
                <a:gd name="connsiteY71" fmla="*/ 118179 h 643970"/>
                <a:gd name="connsiteX72" fmla="*/ 898606 w 966641"/>
                <a:gd name="connsiteY72" fmla="*/ 116774 h 643970"/>
                <a:gd name="connsiteX73" fmla="*/ 901064 w 966641"/>
                <a:gd name="connsiteY73" fmla="*/ 111462 h 643970"/>
                <a:gd name="connsiteX74" fmla="*/ 896473 w 966641"/>
                <a:gd name="connsiteY74" fmla="*/ 111462 h 643970"/>
                <a:gd name="connsiteX75" fmla="*/ 895684 w 966641"/>
                <a:gd name="connsiteY75" fmla="*/ 111155 h 643970"/>
                <a:gd name="connsiteX76" fmla="*/ 883163 w 966641"/>
                <a:gd name="connsiteY76" fmla="*/ 99785 h 643970"/>
                <a:gd name="connsiteX77" fmla="*/ 882003 w 966641"/>
                <a:gd name="connsiteY77" fmla="*/ 100795 h 643970"/>
                <a:gd name="connsiteX78" fmla="*/ 877365 w 966641"/>
                <a:gd name="connsiteY78" fmla="*/ 100795 h 643970"/>
                <a:gd name="connsiteX79" fmla="*/ 876623 w 966641"/>
                <a:gd name="connsiteY79" fmla="*/ 100531 h 643970"/>
                <a:gd name="connsiteX80" fmla="*/ 869945 w 966641"/>
                <a:gd name="connsiteY80" fmla="*/ 95263 h 643970"/>
                <a:gd name="connsiteX81" fmla="*/ 857887 w 966641"/>
                <a:gd name="connsiteY81" fmla="*/ 94736 h 643970"/>
                <a:gd name="connsiteX82" fmla="*/ 857099 w 966641"/>
                <a:gd name="connsiteY82" fmla="*/ 94429 h 643970"/>
                <a:gd name="connsiteX83" fmla="*/ 853063 w 966641"/>
                <a:gd name="connsiteY83" fmla="*/ 90566 h 643970"/>
                <a:gd name="connsiteX84" fmla="*/ 852739 w 966641"/>
                <a:gd name="connsiteY84" fmla="*/ 89776 h 643970"/>
                <a:gd name="connsiteX85" fmla="*/ 852739 w 966641"/>
                <a:gd name="connsiteY85" fmla="*/ 80644 h 643970"/>
                <a:gd name="connsiteX86" fmla="*/ 849631 w 966641"/>
                <a:gd name="connsiteY86" fmla="*/ 77967 h 643970"/>
                <a:gd name="connsiteX87" fmla="*/ 849260 w 966641"/>
                <a:gd name="connsiteY87" fmla="*/ 77176 h 643970"/>
                <a:gd name="connsiteX88" fmla="*/ 849260 w 966641"/>
                <a:gd name="connsiteY88" fmla="*/ 67694 h 643970"/>
                <a:gd name="connsiteX89" fmla="*/ 843139 w 966641"/>
                <a:gd name="connsiteY89" fmla="*/ 60845 h 643970"/>
                <a:gd name="connsiteX90" fmla="*/ 842860 w 966641"/>
                <a:gd name="connsiteY90" fmla="*/ 60143 h 643970"/>
                <a:gd name="connsiteX91" fmla="*/ 842860 w 966641"/>
                <a:gd name="connsiteY91" fmla="*/ 52900 h 643970"/>
                <a:gd name="connsiteX92" fmla="*/ 834930 w 966641"/>
                <a:gd name="connsiteY92" fmla="*/ 40959 h 643970"/>
                <a:gd name="connsiteX93" fmla="*/ 834930 w 966641"/>
                <a:gd name="connsiteY93" fmla="*/ 39861 h 643970"/>
                <a:gd name="connsiteX94" fmla="*/ 837434 w 966641"/>
                <a:gd name="connsiteY94" fmla="*/ 35340 h 643970"/>
                <a:gd name="connsiteX95" fmla="*/ 833956 w 966641"/>
                <a:gd name="connsiteY95" fmla="*/ 34549 h 643970"/>
                <a:gd name="connsiteX96" fmla="*/ 833075 w 966641"/>
                <a:gd name="connsiteY96" fmla="*/ 33496 h 643970"/>
                <a:gd name="connsiteX97" fmla="*/ 833075 w 966641"/>
                <a:gd name="connsiteY97" fmla="*/ 28272 h 643970"/>
                <a:gd name="connsiteX98" fmla="*/ 827417 w 966641"/>
                <a:gd name="connsiteY98" fmla="*/ 23925 h 643970"/>
                <a:gd name="connsiteX99" fmla="*/ 827092 w 966641"/>
                <a:gd name="connsiteY99" fmla="*/ 22565 h 643970"/>
                <a:gd name="connsiteX100" fmla="*/ 828854 w 966641"/>
                <a:gd name="connsiteY100" fmla="*/ 19184 h 643970"/>
                <a:gd name="connsiteX101" fmla="*/ 824170 w 966641"/>
                <a:gd name="connsiteY101" fmla="*/ 17165 h 643970"/>
                <a:gd name="connsiteX102" fmla="*/ 823567 w 966641"/>
                <a:gd name="connsiteY102" fmla="*/ 16550 h 643970"/>
                <a:gd name="connsiteX103" fmla="*/ 823614 w 966641"/>
                <a:gd name="connsiteY103" fmla="*/ 15672 h 643970"/>
                <a:gd name="connsiteX104" fmla="*/ 824959 w 966641"/>
                <a:gd name="connsiteY104" fmla="*/ 13126 h 643970"/>
                <a:gd name="connsiteX105" fmla="*/ 823382 w 966641"/>
                <a:gd name="connsiteY105" fmla="*/ 11809 h 643970"/>
                <a:gd name="connsiteX106" fmla="*/ 819208 w 966641"/>
                <a:gd name="connsiteY106" fmla="*/ 12073 h 643970"/>
                <a:gd name="connsiteX107" fmla="*/ 818373 w 966641"/>
                <a:gd name="connsiteY107" fmla="*/ 11809 h 643970"/>
                <a:gd name="connsiteX108" fmla="*/ 814570 w 966641"/>
                <a:gd name="connsiteY108" fmla="*/ 8648 h 643970"/>
                <a:gd name="connsiteX109" fmla="*/ 812159 w 966641"/>
                <a:gd name="connsiteY109" fmla="*/ 10931 h 643970"/>
                <a:gd name="connsiteX110" fmla="*/ 810721 w 966641"/>
                <a:gd name="connsiteY110" fmla="*/ 11063 h 643970"/>
                <a:gd name="connsiteX111" fmla="*/ 792216 w 966641"/>
                <a:gd name="connsiteY111" fmla="*/ 0 h 643970"/>
                <a:gd name="connsiteX112" fmla="*/ 771439 w 966641"/>
                <a:gd name="connsiteY112" fmla="*/ 2151 h 643970"/>
                <a:gd name="connsiteX113" fmla="*/ 770558 w 966641"/>
                <a:gd name="connsiteY113" fmla="*/ 1888 h 643970"/>
                <a:gd name="connsiteX114" fmla="*/ 770187 w 966641"/>
                <a:gd name="connsiteY114" fmla="*/ 1054 h 643970"/>
                <a:gd name="connsiteX115" fmla="*/ 770187 w 966641"/>
                <a:gd name="connsiteY115" fmla="*/ 307 h 643970"/>
                <a:gd name="connsiteX116" fmla="*/ 746767 w 966641"/>
                <a:gd name="connsiteY116" fmla="*/ 6673 h 643970"/>
                <a:gd name="connsiteX117" fmla="*/ 735729 w 966641"/>
                <a:gd name="connsiteY117" fmla="*/ 18175 h 643970"/>
                <a:gd name="connsiteX118" fmla="*/ 735914 w 966641"/>
                <a:gd name="connsiteY118" fmla="*/ 21028 h 643970"/>
                <a:gd name="connsiteX119" fmla="*/ 740599 w 966641"/>
                <a:gd name="connsiteY119" fmla="*/ 19755 h 643970"/>
                <a:gd name="connsiteX120" fmla="*/ 741526 w 966641"/>
                <a:gd name="connsiteY120" fmla="*/ 19887 h 643970"/>
                <a:gd name="connsiteX121" fmla="*/ 746720 w 966641"/>
                <a:gd name="connsiteY121" fmla="*/ 22916 h 643970"/>
                <a:gd name="connsiteX122" fmla="*/ 747277 w 966641"/>
                <a:gd name="connsiteY122" fmla="*/ 23838 h 643970"/>
                <a:gd name="connsiteX123" fmla="*/ 747277 w 966641"/>
                <a:gd name="connsiteY123" fmla="*/ 37008 h 643970"/>
                <a:gd name="connsiteX124" fmla="*/ 746674 w 966641"/>
                <a:gd name="connsiteY124" fmla="*/ 37974 h 643970"/>
                <a:gd name="connsiteX125" fmla="*/ 735404 w 966641"/>
                <a:gd name="connsiteY125" fmla="*/ 43680 h 643970"/>
                <a:gd name="connsiteX126" fmla="*/ 735404 w 966641"/>
                <a:gd name="connsiteY126" fmla="*/ 49870 h 643970"/>
                <a:gd name="connsiteX127" fmla="*/ 735265 w 966641"/>
                <a:gd name="connsiteY127" fmla="*/ 50397 h 643970"/>
                <a:gd name="connsiteX128" fmla="*/ 720703 w 966641"/>
                <a:gd name="connsiteY128" fmla="*/ 74411 h 643970"/>
                <a:gd name="connsiteX129" fmla="*/ 722604 w 966641"/>
                <a:gd name="connsiteY129" fmla="*/ 74279 h 643970"/>
                <a:gd name="connsiteX130" fmla="*/ 723485 w 966641"/>
                <a:gd name="connsiteY130" fmla="*/ 74586 h 643970"/>
                <a:gd name="connsiteX131" fmla="*/ 723856 w 966641"/>
                <a:gd name="connsiteY131" fmla="*/ 75376 h 643970"/>
                <a:gd name="connsiteX132" fmla="*/ 723856 w 966641"/>
                <a:gd name="connsiteY132" fmla="*/ 82795 h 643970"/>
                <a:gd name="connsiteX133" fmla="*/ 723022 w 966641"/>
                <a:gd name="connsiteY133" fmla="*/ 83849 h 643970"/>
                <a:gd name="connsiteX134" fmla="*/ 701503 w 966641"/>
                <a:gd name="connsiteY134" fmla="*/ 95922 h 643970"/>
                <a:gd name="connsiteX135" fmla="*/ 701085 w 966641"/>
                <a:gd name="connsiteY135" fmla="*/ 96185 h 643970"/>
                <a:gd name="connsiteX136" fmla="*/ 683694 w 966641"/>
                <a:gd name="connsiteY136" fmla="*/ 89951 h 643970"/>
                <a:gd name="connsiteX137" fmla="*/ 683508 w 966641"/>
                <a:gd name="connsiteY137" fmla="*/ 89863 h 643970"/>
                <a:gd name="connsiteX138" fmla="*/ 669688 w 966641"/>
                <a:gd name="connsiteY138" fmla="*/ 115940 h 643970"/>
                <a:gd name="connsiteX139" fmla="*/ 670708 w 966641"/>
                <a:gd name="connsiteY139" fmla="*/ 122569 h 643970"/>
                <a:gd name="connsiteX140" fmla="*/ 683276 w 966641"/>
                <a:gd name="connsiteY140" fmla="*/ 115501 h 643970"/>
                <a:gd name="connsiteX141" fmla="*/ 683276 w 966641"/>
                <a:gd name="connsiteY141" fmla="*/ 117433 h 643970"/>
                <a:gd name="connsiteX142" fmla="*/ 669641 w 966641"/>
                <a:gd name="connsiteY142" fmla="*/ 126213 h 643970"/>
                <a:gd name="connsiteX143" fmla="*/ 669641 w 966641"/>
                <a:gd name="connsiteY143" fmla="*/ 124413 h 643970"/>
                <a:gd name="connsiteX144" fmla="*/ 663937 w 966641"/>
                <a:gd name="connsiteY144" fmla="*/ 127222 h 643970"/>
                <a:gd name="connsiteX145" fmla="*/ 666256 w 966641"/>
                <a:gd name="connsiteY145" fmla="*/ 131569 h 643970"/>
                <a:gd name="connsiteX146" fmla="*/ 670059 w 966641"/>
                <a:gd name="connsiteY146" fmla="*/ 134949 h 643970"/>
                <a:gd name="connsiteX147" fmla="*/ 671775 w 966641"/>
                <a:gd name="connsiteY147" fmla="*/ 132666 h 643970"/>
                <a:gd name="connsiteX148" fmla="*/ 672656 w 966641"/>
                <a:gd name="connsiteY148" fmla="*/ 132227 h 643970"/>
                <a:gd name="connsiteX149" fmla="*/ 685271 w 966641"/>
                <a:gd name="connsiteY149" fmla="*/ 131700 h 643970"/>
                <a:gd name="connsiteX150" fmla="*/ 686198 w 966641"/>
                <a:gd name="connsiteY150" fmla="*/ 132051 h 643970"/>
                <a:gd name="connsiteX151" fmla="*/ 691300 w 966641"/>
                <a:gd name="connsiteY151" fmla="*/ 137319 h 643970"/>
                <a:gd name="connsiteX152" fmla="*/ 696587 w 966641"/>
                <a:gd name="connsiteY152" fmla="*/ 129725 h 643970"/>
                <a:gd name="connsiteX153" fmla="*/ 697607 w 966641"/>
                <a:gd name="connsiteY153" fmla="*/ 129242 h 643970"/>
                <a:gd name="connsiteX154" fmla="*/ 713236 w 966641"/>
                <a:gd name="connsiteY154" fmla="*/ 129769 h 643970"/>
                <a:gd name="connsiteX155" fmla="*/ 714071 w 966641"/>
                <a:gd name="connsiteY155" fmla="*/ 130164 h 643970"/>
                <a:gd name="connsiteX156" fmla="*/ 732622 w 966641"/>
                <a:gd name="connsiteY156" fmla="*/ 150446 h 643970"/>
                <a:gd name="connsiteX157" fmla="*/ 732900 w 966641"/>
                <a:gd name="connsiteY157" fmla="*/ 151148 h 643970"/>
                <a:gd name="connsiteX158" fmla="*/ 732900 w 966641"/>
                <a:gd name="connsiteY158" fmla="*/ 159401 h 643970"/>
                <a:gd name="connsiteX159" fmla="*/ 731926 w 966641"/>
                <a:gd name="connsiteY159" fmla="*/ 160499 h 643970"/>
                <a:gd name="connsiteX160" fmla="*/ 723207 w 966641"/>
                <a:gd name="connsiteY160" fmla="*/ 161860 h 643970"/>
                <a:gd name="connsiteX161" fmla="*/ 722419 w 966641"/>
                <a:gd name="connsiteY161" fmla="*/ 161684 h 643970"/>
                <a:gd name="connsiteX162" fmla="*/ 717178 w 966641"/>
                <a:gd name="connsiteY162" fmla="*/ 158523 h 643970"/>
                <a:gd name="connsiteX163" fmla="*/ 715972 w 966641"/>
                <a:gd name="connsiteY163" fmla="*/ 161157 h 643970"/>
                <a:gd name="connsiteX164" fmla="*/ 715276 w 966641"/>
                <a:gd name="connsiteY164" fmla="*/ 161772 h 643970"/>
                <a:gd name="connsiteX165" fmla="*/ 714303 w 966641"/>
                <a:gd name="connsiteY165" fmla="*/ 161684 h 643970"/>
                <a:gd name="connsiteX166" fmla="*/ 708273 w 966641"/>
                <a:gd name="connsiteY166" fmla="*/ 158216 h 643970"/>
                <a:gd name="connsiteX167" fmla="*/ 700482 w 966641"/>
                <a:gd name="connsiteY167" fmla="*/ 163572 h 643970"/>
                <a:gd name="connsiteX168" fmla="*/ 699787 w 966641"/>
                <a:gd name="connsiteY168" fmla="*/ 163791 h 643970"/>
                <a:gd name="connsiteX169" fmla="*/ 694685 w 966641"/>
                <a:gd name="connsiteY169" fmla="*/ 163791 h 643970"/>
                <a:gd name="connsiteX170" fmla="*/ 694268 w 966641"/>
                <a:gd name="connsiteY170" fmla="*/ 165898 h 643970"/>
                <a:gd name="connsiteX171" fmla="*/ 693340 w 966641"/>
                <a:gd name="connsiteY171" fmla="*/ 166776 h 643970"/>
                <a:gd name="connsiteX172" fmla="*/ 681885 w 966641"/>
                <a:gd name="connsiteY172" fmla="*/ 168884 h 643970"/>
                <a:gd name="connsiteX173" fmla="*/ 676042 w 966641"/>
                <a:gd name="connsiteY173" fmla="*/ 175908 h 643970"/>
                <a:gd name="connsiteX174" fmla="*/ 676320 w 966641"/>
                <a:gd name="connsiteY174" fmla="*/ 179332 h 643970"/>
                <a:gd name="connsiteX175" fmla="*/ 675809 w 966641"/>
                <a:gd name="connsiteY175" fmla="*/ 180298 h 643970"/>
                <a:gd name="connsiteX176" fmla="*/ 666534 w 966641"/>
                <a:gd name="connsiteY176" fmla="*/ 186356 h 643970"/>
                <a:gd name="connsiteX177" fmla="*/ 665977 w 966641"/>
                <a:gd name="connsiteY177" fmla="*/ 186531 h 643970"/>
                <a:gd name="connsiteX178" fmla="*/ 647241 w 966641"/>
                <a:gd name="connsiteY178" fmla="*/ 188112 h 643970"/>
                <a:gd name="connsiteX179" fmla="*/ 635369 w 966641"/>
                <a:gd name="connsiteY179" fmla="*/ 202335 h 643970"/>
                <a:gd name="connsiteX180" fmla="*/ 614499 w 966641"/>
                <a:gd name="connsiteY180" fmla="*/ 195311 h 643970"/>
                <a:gd name="connsiteX181" fmla="*/ 605502 w 966641"/>
                <a:gd name="connsiteY181" fmla="*/ 195575 h 643970"/>
                <a:gd name="connsiteX182" fmla="*/ 599751 w 966641"/>
                <a:gd name="connsiteY182" fmla="*/ 208964 h 643970"/>
                <a:gd name="connsiteX183" fmla="*/ 607496 w 966641"/>
                <a:gd name="connsiteY183" fmla="*/ 224066 h 643970"/>
                <a:gd name="connsiteX184" fmla="*/ 606800 w 966641"/>
                <a:gd name="connsiteY184" fmla="*/ 224637 h 643970"/>
                <a:gd name="connsiteX185" fmla="*/ 591496 w 966641"/>
                <a:gd name="connsiteY185" fmla="*/ 232934 h 643970"/>
                <a:gd name="connsiteX186" fmla="*/ 565617 w 966641"/>
                <a:gd name="connsiteY186" fmla="*/ 249923 h 643970"/>
                <a:gd name="connsiteX187" fmla="*/ 534220 w 966641"/>
                <a:gd name="connsiteY187" fmla="*/ 249923 h 643970"/>
                <a:gd name="connsiteX188" fmla="*/ 497953 w 966641"/>
                <a:gd name="connsiteY188" fmla="*/ 267483 h 643970"/>
                <a:gd name="connsiteX189" fmla="*/ 497211 w 966641"/>
                <a:gd name="connsiteY189" fmla="*/ 267747 h 643970"/>
                <a:gd name="connsiteX190" fmla="*/ 488214 w 966641"/>
                <a:gd name="connsiteY190" fmla="*/ 267747 h 643970"/>
                <a:gd name="connsiteX191" fmla="*/ 487054 w 966641"/>
                <a:gd name="connsiteY191" fmla="*/ 266649 h 643970"/>
                <a:gd name="connsiteX192" fmla="*/ 487054 w 966641"/>
                <a:gd name="connsiteY192" fmla="*/ 261161 h 643970"/>
                <a:gd name="connsiteX193" fmla="*/ 469987 w 966641"/>
                <a:gd name="connsiteY193" fmla="*/ 261425 h 643970"/>
                <a:gd name="connsiteX194" fmla="*/ 469987 w 966641"/>
                <a:gd name="connsiteY194" fmla="*/ 261425 h 643970"/>
                <a:gd name="connsiteX195" fmla="*/ 469060 w 966641"/>
                <a:gd name="connsiteY195" fmla="*/ 261030 h 643970"/>
                <a:gd name="connsiteX196" fmla="*/ 451251 w 966641"/>
                <a:gd name="connsiteY196" fmla="*/ 254313 h 643970"/>
                <a:gd name="connsiteX197" fmla="*/ 450184 w 966641"/>
                <a:gd name="connsiteY197" fmla="*/ 253874 h 643970"/>
                <a:gd name="connsiteX198" fmla="*/ 419529 w 966641"/>
                <a:gd name="connsiteY198" fmla="*/ 245796 h 643970"/>
                <a:gd name="connsiteX199" fmla="*/ 383354 w 966641"/>
                <a:gd name="connsiteY199" fmla="*/ 243909 h 643970"/>
                <a:gd name="connsiteX200" fmla="*/ 360908 w 966641"/>
                <a:gd name="connsiteY200" fmla="*/ 243645 h 643970"/>
                <a:gd name="connsiteX201" fmla="*/ 359656 w 966641"/>
                <a:gd name="connsiteY201" fmla="*/ 242987 h 643970"/>
                <a:gd name="connsiteX202" fmla="*/ 356548 w 966641"/>
                <a:gd name="connsiteY202" fmla="*/ 236314 h 643970"/>
                <a:gd name="connsiteX203" fmla="*/ 351771 w 966641"/>
                <a:gd name="connsiteY203" fmla="*/ 231792 h 643970"/>
                <a:gd name="connsiteX204" fmla="*/ 351493 w 966641"/>
                <a:gd name="connsiteY204" fmla="*/ 231397 h 643970"/>
                <a:gd name="connsiteX205" fmla="*/ 346438 w 966641"/>
                <a:gd name="connsiteY205" fmla="*/ 219149 h 643970"/>
                <a:gd name="connsiteX206" fmla="*/ 342728 w 966641"/>
                <a:gd name="connsiteY206" fmla="*/ 217130 h 643970"/>
                <a:gd name="connsiteX207" fmla="*/ 342264 w 966641"/>
                <a:gd name="connsiteY207" fmla="*/ 215681 h 643970"/>
                <a:gd name="connsiteX208" fmla="*/ 344398 w 966641"/>
                <a:gd name="connsiteY208" fmla="*/ 211906 h 643970"/>
                <a:gd name="connsiteX209" fmla="*/ 341429 w 966641"/>
                <a:gd name="connsiteY209" fmla="*/ 210106 h 643970"/>
                <a:gd name="connsiteX210" fmla="*/ 339713 w 966641"/>
                <a:gd name="connsiteY210" fmla="*/ 213179 h 643970"/>
                <a:gd name="connsiteX211" fmla="*/ 338972 w 966641"/>
                <a:gd name="connsiteY211" fmla="*/ 213749 h 643970"/>
                <a:gd name="connsiteX212" fmla="*/ 338044 w 966641"/>
                <a:gd name="connsiteY212" fmla="*/ 213574 h 643970"/>
                <a:gd name="connsiteX213" fmla="*/ 313418 w 966641"/>
                <a:gd name="connsiteY213" fmla="*/ 197024 h 643970"/>
                <a:gd name="connsiteX214" fmla="*/ 296073 w 966641"/>
                <a:gd name="connsiteY214" fmla="*/ 196497 h 643970"/>
                <a:gd name="connsiteX215" fmla="*/ 273348 w 966641"/>
                <a:gd name="connsiteY215" fmla="*/ 194038 h 643970"/>
                <a:gd name="connsiteX216" fmla="*/ 272420 w 966641"/>
                <a:gd name="connsiteY216" fmla="*/ 193380 h 643970"/>
                <a:gd name="connsiteX217" fmla="*/ 268942 w 966641"/>
                <a:gd name="connsiteY217" fmla="*/ 185961 h 643970"/>
                <a:gd name="connsiteX218" fmla="*/ 269035 w 966641"/>
                <a:gd name="connsiteY218" fmla="*/ 184951 h 643970"/>
                <a:gd name="connsiteX219" fmla="*/ 274136 w 966641"/>
                <a:gd name="connsiteY219" fmla="*/ 177181 h 643970"/>
                <a:gd name="connsiteX220" fmla="*/ 275064 w 966641"/>
                <a:gd name="connsiteY220" fmla="*/ 172220 h 643970"/>
                <a:gd name="connsiteX221" fmla="*/ 272188 w 966641"/>
                <a:gd name="connsiteY221" fmla="*/ 171166 h 643970"/>
                <a:gd name="connsiteX222" fmla="*/ 271446 w 966641"/>
                <a:gd name="connsiteY222" fmla="*/ 169981 h 643970"/>
                <a:gd name="connsiteX223" fmla="*/ 272327 w 966641"/>
                <a:gd name="connsiteY223" fmla="*/ 164757 h 643970"/>
                <a:gd name="connsiteX224" fmla="*/ 272791 w 966641"/>
                <a:gd name="connsiteY224" fmla="*/ 164055 h 643970"/>
                <a:gd name="connsiteX225" fmla="*/ 276687 w 966641"/>
                <a:gd name="connsiteY225" fmla="*/ 161289 h 643970"/>
                <a:gd name="connsiteX226" fmla="*/ 272838 w 966641"/>
                <a:gd name="connsiteY226" fmla="*/ 153519 h 643970"/>
                <a:gd name="connsiteX227" fmla="*/ 267504 w 966641"/>
                <a:gd name="connsiteY227" fmla="*/ 149304 h 643970"/>
                <a:gd name="connsiteX228" fmla="*/ 267133 w 966641"/>
                <a:gd name="connsiteY228" fmla="*/ 148646 h 643970"/>
                <a:gd name="connsiteX229" fmla="*/ 265510 w 966641"/>
                <a:gd name="connsiteY229" fmla="*/ 139690 h 643970"/>
                <a:gd name="connsiteX230" fmla="*/ 261243 w 966641"/>
                <a:gd name="connsiteY230" fmla="*/ 138241 h 643970"/>
                <a:gd name="connsiteX231" fmla="*/ 260547 w 966641"/>
                <a:gd name="connsiteY231" fmla="*/ 137627 h 643970"/>
                <a:gd name="connsiteX232" fmla="*/ 259249 w 966641"/>
                <a:gd name="connsiteY232" fmla="*/ 134729 h 643970"/>
                <a:gd name="connsiteX233" fmla="*/ 256234 w 966641"/>
                <a:gd name="connsiteY233" fmla="*/ 135739 h 643970"/>
                <a:gd name="connsiteX234" fmla="*/ 255353 w 966641"/>
                <a:gd name="connsiteY234" fmla="*/ 135695 h 643970"/>
                <a:gd name="connsiteX235" fmla="*/ 254750 w 966641"/>
                <a:gd name="connsiteY235" fmla="*/ 135080 h 643970"/>
                <a:gd name="connsiteX236" fmla="*/ 253313 w 966641"/>
                <a:gd name="connsiteY236" fmla="*/ 131130 h 643970"/>
                <a:gd name="connsiteX237" fmla="*/ 242368 w 966641"/>
                <a:gd name="connsiteY237" fmla="*/ 132271 h 643970"/>
                <a:gd name="connsiteX238" fmla="*/ 241394 w 966641"/>
                <a:gd name="connsiteY238" fmla="*/ 131920 h 643970"/>
                <a:gd name="connsiteX239" fmla="*/ 236478 w 966641"/>
                <a:gd name="connsiteY239" fmla="*/ 127003 h 643970"/>
                <a:gd name="connsiteX240" fmla="*/ 236153 w 966641"/>
                <a:gd name="connsiteY240" fmla="*/ 126257 h 643970"/>
                <a:gd name="connsiteX241" fmla="*/ 236153 w 966641"/>
                <a:gd name="connsiteY241" fmla="*/ 122393 h 643970"/>
                <a:gd name="connsiteX242" fmla="*/ 225115 w 966641"/>
                <a:gd name="connsiteY242" fmla="*/ 119320 h 643970"/>
                <a:gd name="connsiteX243" fmla="*/ 224280 w 966641"/>
                <a:gd name="connsiteY243" fmla="*/ 118399 h 643970"/>
                <a:gd name="connsiteX244" fmla="*/ 224883 w 966641"/>
                <a:gd name="connsiteY244" fmla="*/ 117301 h 643970"/>
                <a:gd name="connsiteX245" fmla="*/ 228269 w 966641"/>
                <a:gd name="connsiteY245" fmla="*/ 115501 h 643970"/>
                <a:gd name="connsiteX246" fmla="*/ 224883 w 966641"/>
                <a:gd name="connsiteY246" fmla="*/ 113701 h 643970"/>
                <a:gd name="connsiteX247" fmla="*/ 224327 w 966641"/>
                <a:gd name="connsiteY247" fmla="*/ 112955 h 643970"/>
                <a:gd name="connsiteX248" fmla="*/ 224512 w 966641"/>
                <a:gd name="connsiteY248" fmla="*/ 112077 h 643970"/>
                <a:gd name="connsiteX249" fmla="*/ 227434 w 966641"/>
                <a:gd name="connsiteY249" fmla="*/ 108389 h 643970"/>
                <a:gd name="connsiteX250" fmla="*/ 225069 w 966641"/>
                <a:gd name="connsiteY250" fmla="*/ 105668 h 643970"/>
                <a:gd name="connsiteX251" fmla="*/ 221544 w 966641"/>
                <a:gd name="connsiteY251" fmla="*/ 107204 h 643970"/>
                <a:gd name="connsiteX252" fmla="*/ 221080 w 966641"/>
                <a:gd name="connsiteY252" fmla="*/ 107292 h 643970"/>
                <a:gd name="connsiteX253" fmla="*/ 217880 w 966641"/>
                <a:gd name="connsiteY253" fmla="*/ 107292 h 643970"/>
                <a:gd name="connsiteX254" fmla="*/ 217834 w 966641"/>
                <a:gd name="connsiteY254" fmla="*/ 107292 h 643970"/>
                <a:gd name="connsiteX255" fmla="*/ 217788 w 966641"/>
                <a:gd name="connsiteY255" fmla="*/ 107292 h 643970"/>
                <a:gd name="connsiteX256" fmla="*/ 209208 w 966641"/>
                <a:gd name="connsiteY256" fmla="*/ 106589 h 643970"/>
                <a:gd name="connsiteX257" fmla="*/ 209486 w 966641"/>
                <a:gd name="connsiteY257" fmla="*/ 117169 h 643970"/>
                <a:gd name="connsiteX258" fmla="*/ 208512 w 966641"/>
                <a:gd name="connsiteY258" fmla="*/ 118267 h 643970"/>
                <a:gd name="connsiteX259" fmla="*/ 190008 w 966641"/>
                <a:gd name="connsiteY259" fmla="*/ 129374 h 643970"/>
                <a:gd name="connsiteX260" fmla="*/ 190425 w 966641"/>
                <a:gd name="connsiteY260" fmla="*/ 131788 h 643970"/>
                <a:gd name="connsiteX261" fmla="*/ 190471 w 966641"/>
                <a:gd name="connsiteY261" fmla="*/ 151982 h 643970"/>
                <a:gd name="connsiteX262" fmla="*/ 189590 w 966641"/>
                <a:gd name="connsiteY262" fmla="*/ 152597 h 643970"/>
                <a:gd name="connsiteX263" fmla="*/ 185045 w 966641"/>
                <a:gd name="connsiteY263" fmla="*/ 153123 h 643970"/>
                <a:gd name="connsiteX264" fmla="*/ 180686 w 966641"/>
                <a:gd name="connsiteY264" fmla="*/ 156987 h 643970"/>
                <a:gd name="connsiteX265" fmla="*/ 179758 w 966641"/>
                <a:gd name="connsiteY265" fmla="*/ 157294 h 643970"/>
                <a:gd name="connsiteX266" fmla="*/ 178924 w 966641"/>
                <a:gd name="connsiteY266" fmla="*/ 156811 h 643970"/>
                <a:gd name="connsiteX267" fmla="*/ 176419 w 966641"/>
                <a:gd name="connsiteY267" fmla="*/ 153255 h 643970"/>
                <a:gd name="connsiteX268" fmla="*/ 161161 w 966641"/>
                <a:gd name="connsiteY268" fmla="*/ 154572 h 643970"/>
                <a:gd name="connsiteX269" fmla="*/ 160512 w 966641"/>
                <a:gd name="connsiteY269" fmla="*/ 154440 h 643970"/>
                <a:gd name="connsiteX270" fmla="*/ 149938 w 966641"/>
                <a:gd name="connsiteY270" fmla="*/ 149085 h 643970"/>
                <a:gd name="connsiteX271" fmla="*/ 142471 w 966641"/>
                <a:gd name="connsiteY271" fmla="*/ 176786 h 643970"/>
                <a:gd name="connsiteX272" fmla="*/ 141358 w 966641"/>
                <a:gd name="connsiteY272" fmla="*/ 177620 h 643970"/>
                <a:gd name="connsiteX273" fmla="*/ 138204 w 966641"/>
                <a:gd name="connsiteY273" fmla="*/ 177620 h 643970"/>
                <a:gd name="connsiteX274" fmla="*/ 138436 w 966641"/>
                <a:gd name="connsiteY274" fmla="*/ 184205 h 643970"/>
                <a:gd name="connsiteX275" fmla="*/ 142054 w 966641"/>
                <a:gd name="connsiteY275" fmla="*/ 186926 h 643970"/>
                <a:gd name="connsiteX276" fmla="*/ 142471 w 966641"/>
                <a:gd name="connsiteY276" fmla="*/ 187585 h 643970"/>
                <a:gd name="connsiteX277" fmla="*/ 143352 w 966641"/>
                <a:gd name="connsiteY277" fmla="*/ 191712 h 643970"/>
                <a:gd name="connsiteX278" fmla="*/ 143120 w 966641"/>
                <a:gd name="connsiteY278" fmla="*/ 192634 h 643970"/>
                <a:gd name="connsiteX279" fmla="*/ 142239 w 966641"/>
                <a:gd name="connsiteY279" fmla="*/ 193029 h 643970"/>
                <a:gd name="connsiteX280" fmla="*/ 132407 w 966641"/>
                <a:gd name="connsiteY280" fmla="*/ 193029 h 643970"/>
                <a:gd name="connsiteX281" fmla="*/ 131712 w 966641"/>
                <a:gd name="connsiteY281" fmla="*/ 192809 h 643970"/>
                <a:gd name="connsiteX282" fmla="*/ 127074 w 966641"/>
                <a:gd name="connsiteY282" fmla="*/ 189429 h 643970"/>
                <a:gd name="connsiteX283" fmla="*/ 115572 w 966641"/>
                <a:gd name="connsiteY283" fmla="*/ 195399 h 643970"/>
                <a:gd name="connsiteX284" fmla="*/ 115016 w 966641"/>
                <a:gd name="connsiteY284" fmla="*/ 195531 h 643970"/>
                <a:gd name="connsiteX285" fmla="*/ 105045 w 966641"/>
                <a:gd name="connsiteY285" fmla="*/ 195531 h 643970"/>
                <a:gd name="connsiteX286" fmla="*/ 102262 w 966641"/>
                <a:gd name="connsiteY286" fmla="*/ 197989 h 643970"/>
                <a:gd name="connsiteX287" fmla="*/ 109126 w 966641"/>
                <a:gd name="connsiteY287" fmla="*/ 203784 h 643970"/>
                <a:gd name="connsiteX288" fmla="*/ 109497 w 966641"/>
                <a:gd name="connsiteY288" fmla="*/ 204662 h 643970"/>
                <a:gd name="connsiteX289" fmla="*/ 108940 w 966641"/>
                <a:gd name="connsiteY289" fmla="*/ 215681 h 643970"/>
                <a:gd name="connsiteX290" fmla="*/ 115526 w 966641"/>
                <a:gd name="connsiteY290" fmla="*/ 233329 h 643970"/>
                <a:gd name="connsiteX291" fmla="*/ 114969 w 966641"/>
                <a:gd name="connsiteY291" fmla="*/ 234690 h 643970"/>
                <a:gd name="connsiteX292" fmla="*/ 109728 w 966641"/>
                <a:gd name="connsiteY292" fmla="*/ 237148 h 643970"/>
                <a:gd name="connsiteX293" fmla="*/ 113068 w 966641"/>
                <a:gd name="connsiteY293" fmla="*/ 239387 h 643970"/>
                <a:gd name="connsiteX294" fmla="*/ 113531 w 966641"/>
                <a:gd name="connsiteY294" fmla="*/ 240441 h 643970"/>
                <a:gd name="connsiteX295" fmla="*/ 112697 w 966641"/>
                <a:gd name="connsiteY295" fmla="*/ 241319 h 643970"/>
                <a:gd name="connsiteX296" fmla="*/ 105740 w 966641"/>
                <a:gd name="connsiteY296" fmla="*/ 243250 h 643970"/>
                <a:gd name="connsiteX297" fmla="*/ 106575 w 966641"/>
                <a:gd name="connsiteY297" fmla="*/ 257474 h 643970"/>
                <a:gd name="connsiteX298" fmla="*/ 106250 w 966641"/>
                <a:gd name="connsiteY298" fmla="*/ 258308 h 643970"/>
                <a:gd name="connsiteX299" fmla="*/ 105415 w 966641"/>
                <a:gd name="connsiteY299" fmla="*/ 258659 h 643970"/>
                <a:gd name="connsiteX300" fmla="*/ 100963 w 966641"/>
                <a:gd name="connsiteY300" fmla="*/ 258659 h 643970"/>
                <a:gd name="connsiteX301" fmla="*/ 99526 w 966641"/>
                <a:gd name="connsiteY301" fmla="*/ 261601 h 643970"/>
                <a:gd name="connsiteX302" fmla="*/ 98923 w 966641"/>
                <a:gd name="connsiteY302" fmla="*/ 262171 h 643970"/>
                <a:gd name="connsiteX303" fmla="*/ 73786 w 966641"/>
                <a:gd name="connsiteY303" fmla="*/ 271522 h 643970"/>
                <a:gd name="connsiteX304" fmla="*/ 73554 w 966641"/>
                <a:gd name="connsiteY304" fmla="*/ 274332 h 643970"/>
                <a:gd name="connsiteX305" fmla="*/ 72395 w 966641"/>
                <a:gd name="connsiteY305" fmla="*/ 275341 h 643970"/>
                <a:gd name="connsiteX306" fmla="*/ 69751 w 966641"/>
                <a:gd name="connsiteY306" fmla="*/ 275341 h 643970"/>
                <a:gd name="connsiteX307" fmla="*/ 68546 w 966641"/>
                <a:gd name="connsiteY307" fmla="*/ 279029 h 643970"/>
                <a:gd name="connsiteX308" fmla="*/ 67340 w 966641"/>
                <a:gd name="connsiteY308" fmla="*/ 279775 h 643970"/>
                <a:gd name="connsiteX309" fmla="*/ 53798 w 966641"/>
                <a:gd name="connsiteY309" fmla="*/ 278458 h 643970"/>
                <a:gd name="connsiteX310" fmla="*/ 49763 w 966641"/>
                <a:gd name="connsiteY310" fmla="*/ 283682 h 643970"/>
                <a:gd name="connsiteX311" fmla="*/ 49763 w 966641"/>
                <a:gd name="connsiteY311" fmla="*/ 287458 h 643970"/>
                <a:gd name="connsiteX312" fmla="*/ 49021 w 966641"/>
                <a:gd name="connsiteY312" fmla="*/ 288467 h 643970"/>
                <a:gd name="connsiteX313" fmla="*/ 35108 w 966641"/>
                <a:gd name="connsiteY313" fmla="*/ 293691 h 643970"/>
                <a:gd name="connsiteX314" fmla="*/ 34134 w 966641"/>
                <a:gd name="connsiteY314" fmla="*/ 293648 h 643970"/>
                <a:gd name="connsiteX315" fmla="*/ 33531 w 966641"/>
                <a:gd name="connsiteY315" fmla="*/ 292901 h 643970"/>
                <a:gd name="connsiteX316" fmla="*/ 31954 w 966641"/>
                <a:gd name="connsiteY316" fmla="*/ 286580 h 643970"/>
                <a:gd name="connsiteX317" fmla="*/ 28522 w 966641"/>
                <a:gd name="connsiteY317" fmla="*/ 289828 h 643970"/>
                <a:gd name="connsiteX318" fmla="*/ 27455 w 966641"/>
                <a:gd name="connsiteY318" fmla="*/ 290136 h 643970"/>
                <a:gd name="connsiteX319" fmla="*/ 20731 w 966641"/>
                <a:gd name="connsiteY319" fmla="*/ 288775 h 643970"/>
                <a:gd name="connsiteX320" fmla="*/ 20731 w 966641"/>
                <a:gd name="connsiteY320" fmla="*/ 290706 h 643970"/>
                <a:gd name="connsiteX321" fmla="*/ 20081 w 966641"/>
                <a:gd name="connsiteY321" fmla="*/ 291672 h 643970"/>
                <a:gd name="connsiteX322" fmla="*/ 7560 w 966641"/>
                <a:gd name="connsiteY322" fmla="*/ 297467 h 643970"/>
                <a:gd name="connsiteX323" fmla="*/ 6215 w 966641"/>
                <a:gd name="connsiteY323" fmla="*/ 305413 h 643970"/>
                <a:gd name="connsiteX324" fmla="*/ 6215 w 966641"/>
                <a:gd name="connsiteY324" fmla="*/ 307696 h 643970"/>
                <a:gd name="connsiteX325" fmla="*/ 5380 w 966641"/>
                <a:gd name="connsiteY325" fmla="*/ 308749 h 643970"/>
                <a:gd name="connsiteX326" fmla="*/ 0 w 966641"/>
                <a:gd name="connsiteY326" fmla="*/ 310066 h 643970"/>
                <a:gd name="connsiteX327" fmla="*/ 4081 w 966641"/>
                <a:gd name="connsiteY327" fmla="*/ 319724 h 643970"/>
                <a:gd name="connsiteX328" fmla="*/ 8070 w 966641"/>
                <a:gd name="connsiteY328" fmla="*/ 324509 h 643970"/>
                <a:gd name="connsiteX329" fmla="*/ 14609 w 966641"/>
                <a:gd name="connsiteY329" fmla="*/ 325782 h 643970"/>
                <a:gd name="connsiteX330" fmla="*/ 15258 w 966641"/>
                <a:gd name="connsiteY330" fmla="*/ 326178 h 643970"/>
                <a:gd name="connsiteX331" fmla="*/ 19293 w 966641"/>
                <a:gd name="connsiteY331" fmla="*/ 330831 h 643970"/>
                <a:gd name="connsiteX332" fmla="*/ 19479 w 966641"/>
                <a:gd name="connsiteY332" fmla="*/ 331094 h 643970"/>
                <a:gd name="connsiteX333" fmla="*/ 23513 w 966641"/>
                <a:gd name="connsiteY333" fmla="*/ 340401 h 643970"/>
                <a:gd name="connsiteX334" fmla="*/ 23606 w 966641"/>
                <a:gd name="connsiteY334" fmla="*/ 340796 h 643970"/>
                <a:gd name="connsiteX335" fmla="*/ 23606 w 966641"/>
                <a:gd name="connsiteY335" fmla="*/ 349840 h 643970"/>
                <a:gd name="connsiteX336" fmla="*/ 22679 w 966641"/>
                <a:gd name="connsiteY336" fmla="*/ 350937 h 643970"/>
                <a:gd name="connsiteX337" fmla="*/ 15212 w 966641"/>
                <a:gd name="connsiteY337" fmla="*/ 352386 h 643970"/>
                <a:gd name="connsiteX338" fmla="*/ 15212 w 966641"/>
                <a:gd name="connsiteY338" fmla="*/ 354054 h 643970"/>
                <a:gd name="connsiteX339" fmla="*/ 26342 w 966641"/>
                <a:gd name="connsiteY339" fmla="*/ 355108 h 643970"/>
                <a:gd name="connsiteX340" fmla="*/ 26899 w 966641"/>
                <a:gd name="connsiteY340" fmla="*/ 355283 h 643970"/>
                <a:gd name="connsiteX341" fmla="*/ 38771 w 966641"/>
                <a:gd name="connsiteY341" fmla="*/ 362878 h 643970"/>
                <a:gd name="connsiteX342" fmla="*/ 49114 w 966641"/>
                <a:gd name="connsiteY342" fmla="*/ 368058 h 643970"/>
                <a:gd name="connsiteX343" fmla="*/ 49716 w 966641"/>
                <a:gd name="connsiteY343" fmla="*/ 368805 h 643970"/>
                <a:gd name="connsiteX344" fmla="*/ 51015 w 966641"/>
                <a:gd name="connsiteY344" fmla="*/ 375170 h 643970"/>
                <a:gd name="connsiteX345" fmla="*/ 54169 w 966641"/>
                <a:gd name="connsiteY345" fmla="*/ 375302 h 643970"/>
                <a:gd name="connsiteX346" fmla="*/ 55282 w 966641"/>
                <a:gd name="connsiteY346" fmla="*/ 376399 h 643970"/>
                <a:gd name="connsiteX347" fmla="*/ 55282 w 966641"/>
                <a:gd name="connsiteY347" fmla="*/ 379033 h 643970"/>
                <a:gd name="connsiteX348" fmla="*/ 60105 w 966641"/>
                <a:gd name="connsiteY348" fmla="*/ 377321 h 643970"/>
                <a:gd name="connsiteX349" fmla="*/ 61079 w 966641"/>
                <a:gd name="connsiteY349" fmla="*/ 377365 h 643970"/>
                <a:gd name="connsiteX350" fmla="*/ 61682 w 966641"/>
                <a:gd name="connsiteY350" fmla="*/ 378067 h 643970"/>
                <a:gd name="connsiteX351" fmla="*/ 62609 w 966641"/>
                <a:gd name="connsiteY351" fmla="*/ 381887 h 643970"/>
                <a:gd name="connsiteX352" fmla="*/ 70262 w 966641"/>
                <a:gd name="connsiteY352" fmla="*/ 381887 h 643970"/>
                <a:gd name="connsiteX353" fmla="*/ 75178 w 966641"/>
                <a:gd name="connsiteY353" fmla="*/ 378287 h 643970"/>
                <a:gd name="connsiteX354" fmla="*/ 83108 w 966641"/>
                <a:gd name="connsiteY354" fmla="*/ 373546 h 643970"/>
                <a:gd name="connsiteX355" fmla="*/ 83711 w 966641"/>
                <a:gd name="connsiteY355" fmla="*/ 373370 h 643970"/>
                <a:gd name="connsiteX356" fmla="*/ 92430 w 966641"/>
                <a:gd name="connsiteY356" fmla="*/ 373370 h 643970"/>
                <a:gd name="connsiteX357" fmla="*/ 93265 w 966641"/>
                <a:gd name="connsiteY357" fmla="*/ 373721 h 643970"/>
                <a:gd name="connsiteX358" fmla="*/ 99433 w 966641"/>
                <a:gd name="connsiteY358" fmla="*/ 379692 h 643970"/>
                <a:gd name="connsiteX359" fmla="*/ 107595 w 966641"/>
                <a:gd name="connsiteY359" fmla="*/ 382545 h 643970"/>
                <a:gd name="connsiteX360" fmla="*/ 108337 w 966641"/>
                <a:gd name="connsiteY360" fmla="*/ 383555 h 643970"/>
                <a:gd name="connsiteX361" fmla="*/ 108337 w 966641"/>
                <a:gd name="connsiteY361" fmla="*/ 389042 h 643970"/>
                <a:gd name="connsiteX362" fmla="*/ 108152 w 966641"/>
                <a:gd name="connsiteY362" fmla="*/ 389657 h 643970"/>
                <a:gd name="connsiteX363" fmla="*/ 104117 w 966641"/>
                <a:gd name="connsiteY363" fmla="*/ 395408 h 643970"/>
                <a:gd name="connsiteX364" fmla="*/ 98691 w 966641"/>
                <a:gd name="connsiteY364" fmla="*/ 400983 h 643970"/>
                <a:gd name="connsiteX365" fmla="*/ 97021 w 966641"/>
                <a:gd name="connsiteY365" fmla="*/ 406339 h 643970"/>
                <a:gd name="connsiteX366" fmla="*/ 96465 w 966641"/>
                <a:gd name="connsiteY366" fmla="*/ 406998 h 643970"/>
                <a:gd name="connsiteX367" fmla="*/ 88627 w 966641"/>
                <a:gd name="connsiteY367" fmla="*/ 411124 h 643970"/>
                <a:gd name="connsiteX368" fmla="*/ 88070 w 966641"/>
                <a:gd name="connsiteY368" fmla="*/ 411256 h 643970"/>
                <a:gd name="connsiteX369" fmla="*/ 82551 w 966641"/>
                <a:gd name="connsiteY369" fmla="*/ 411256 h 643970"/>
                <a:gd name="connsiteX370" fmla="*/ 82551 w 966641"/>
                <a:gd name="connsiteY370" fmla="*/ 411871 h 643970"/>
                <a:gd name="connsiteX371" fmla="*/ 89323 w 966641"/>
                <a:gd name="connsiteY371" fmla="*/ 414197 h 643970"/>
                <a:gd name="connsiteX372" fmla="*/ 90065 w 966641"/>
                <a:gd name="connsiteY372" fmla="*/ 415426 h 643970"/>
                <a:gd name="connsiteX373" fmla="*/ 89508 w 966641"/>
                <a:gd name="connsiteY373" fmla="*/ 418324 h 643970"/>
                <a:gd name="connsiteX374" fmla="*/ 88349 w 966641"/>
                <a:gd name="connsiteY374" fmla="*/ 419202 h 643970"/>
                <a:gd name="connsiteX375" fmla="*/ 84453 w 966641"/>
                <a:gd name="connsiteY375" fmla="*/ 419202 h 643970"/>
                <a:gd name="connsiteX376" fmla="*/ 92894 w 966641"/>
                <a:gd name="connsiteY376" fmla="*/ 426357 h 643970"/>
                <a:gd name="connsiteX377" fmla="*/ 93265 w 966641"/>
                <a:gd name="connsiteY377" fmla="*/ 426884 h 643970"/>
                <a:gd name="connsiteX378" fmla="*/ 95305 w 966641"/>
                <a:gd name="connsiteY378" fmla="*/ 433996 h 643970"/>
                <a:gd name="connsiteX379" fmla="*/ 94610 w 966641"/>
                <a:gd name="connsiteY379" fmla="*/ 435313 h 643970"/>
                <a:gd name="connsiteX380" fmla="*/ 91363 w 966641"/>
                <a:gd name="connsiteY380" fmla="*/ 436586 h 643970"/>
                <a:gd name="connsiteX381" fmla="*/ 87189 w 966641"/>
                <a:gd name="connsiteY381" fmla="*/ 440537 h 643970"/>
                <a:gd name="connsiteX382" fmla="*/ 86354 w 966641"/>
                <a:gd name="connsiteY382" fmla="*/ 440844 h 643970"/>
                <a:gd name="connsiteX383" fmla="*/ 86169 w 966641"/>
                <a:gd name="connsiteY383" fmla="*/ 440844 h 643970"/>
                <a:gd name="connsiteX384" fmla="*/ 85334 w 966641"/>
                <a:gd name="connsiteY384" fmla="*/ 440230 h 643970"/>
                <a:gd name="connsiteX385" fmla="*/ 82180 w 966641"/>
                <a:gd name="connsiteY385" fmla="*/ 434040 h 643970"/>
                <a:gd name="connsiteX386" fmla="*/ 77867 w 966641"/>
                <a:gd name="connsiteY386" fmla="*/ 437157 h 643970"/>
                <a:gd name="connsiteX387" fmla="*/ 80001 w 966641"/>
                <a:gd name="connsiteY387" fmla="*/ 443610 h 643970"/>
                <a:gd name="connsiteX388" fmla="*/ 82876 w 966641"/>
                <a:gd name="connsiteY388" fmla="*/ 446727 h 643970"/>
                <a:gd name="connsiteX389" fmla="*/ 83154 w 966641"/>
                <a:gd name="connsiteY389" fmla="*/ 447429 h 643970"/>
                <a:gd name="connsiteX390" fmla="*/ 83154 w 966641"/>
                <a:gd name="connsiteY390" fmla="*/ 457702 h 643970"/>
                <a:gd name="connsiteX391" fmla="*/ 86726 w 966641"/>
                <a:gd name="connsiteY391" fmla="*/ 461653 h 643970"/>
                <a:gd name="connsiteX392" fmla="*/ 87839 w 966641"/>
                <a:gd name="connsiteY392" fmla="*/ 458097 h 643970"/>
                <a:gd name="connsiteX393" fmla="*/ 88673 w 966641"/>
                <a:gd name="connsiteY393" fmla="*/ 457351 h 643970"/>
                <a:gd name="connsiteX394" fmla="*/ 89786 w 966641"/>
                <a:gd name="connsiteY394" fmla="*/ 457702 h 643970"/>
                <a:gd name="connsiteX395" fmla="*/ 94842 w 966641"/>
                <a:gd name="connsiteY395" fmla="*/ 463014 h 643970"/>
                <a:gd name="connsiteX396" fmla="*/ 105045 w 966641"/>
                <a:gd name="connsiteY396" fmla="*/ 467316 h 643970"/>
                <a:gd name="connsiteX397" fmla="*/ 105740 w 966641"/>
                <a:gd name="connsiteY397" fmla="*/ 468326 h 643970"/>
                <a:gd name="connsiteX398" fmla="*/ 105740 w 966641"/>
                <a:gd name="connsiteY398" fmla="*/ 470697 h 643970"/>
                <a:gd name="connsiteX399" fmla="*/ 117613 w 966641"/>
                <a:gd name="connsiteY399" fmla="*/ 476711 h 643970"/>
                <a:gd name="connsiteX400" fmla="*/ 117752 w 966641"/>
                <a:gd name="connsiteY400" fmla="*/ 476843 h 643970"/>
                <a:gd name="connsiteX401" fmla="*/ 117937 w 966641"/>
                <a:gd name="connsiteY401" fmla="*/ 476930 h 643970"/>
                <a:gd name="connsiteX402" fmla="*/ 120256 w 966641"/>
                <a:gd name="connsiteY402" fmla="*/ 479301 h 643970"/>
                <a:gd name="connsiteX403" fmla="*/ 122714 w 966641"/>
                <a:gd name="connsiteY403" fmla="*/ 474472 h 643970"/>
                <a:gd name="connsiteX404" fmla="*/ 123781 w 966641"/>
                <a:gd name="connsiteY404" fmla="*/ 473857 h 643970"/>
                <a:gd name="connsiteX405" fmla="*/ 135375 w 966641"/>
                <a:gd name="connsiteY405" fmla="*/ 473857 h 643970"/>
                <a:gd name="connsiteX406" fmla="*/ 136535 w 966641"/>
                <a:gd name="connsiteY406" fmla="*/ 474955 h 643970"/>
                <a:gd name="connsiteX407" fmla="*/ 136535 w 966641"/>
                <a:gd name="connsiteY407" fmla="*/ 478994 h 643970"/>
                <a:gd name="connsiteX408" fmla="*/ 143120 w 966641"/>
                <a:gd name="connsiteY408" fmla="*/ 480179 h 643970"/>
                <a:gd name="connsiteX409" fmla="*/ 143909 w 966641"/>
                <a:gd name="connsiteY409" fmla="*/ 480662 h 643970"/>
                <a:gd name="connsiteX410" fmla="*/ 148222 w 966641"/>
                <a:gd name="connsiteY410" fmla="*/ 487291 h 643970"/>
                <a:gd name="connsiteX411" fmla="*/ 153973 w 966641"/>
                <a:gd name="connsiteY411" fmla="*/ 487291 h 643970"/>
                <a:gd name="connsiteX412" fmla="*/ 155039 w 966641"/>
                <a:gd name="connsiteY412" fmla="*/ 487993 h 643970"/>
                <a:gd name="connsiteX413" fmla="*/ 157590 w 966641"/>
                <a:gd name="connsiteY413" fmla="*/ 494490 h 643970"/>
                <a:gd name="connsiteX414" fmla="*/ 165010 w 966641"/>
                <a:gd name="connsiteY414" fmla="*/ 492778 h 643970"/>
                <a:gd name="connsiteX415" fmla="*/ 166170 w 966641"/>
                <a:gd name="connsiteY415" fmla="*/ 493129 h 643970"/>
                <a:gd name="connsiteX416" fmla="*/ 173961 w 966641"/>
                <a:gd name="connsiteY416" fmla="*/ 501778 h 643970"/>
                <a:gd name="connsiteX417" fmla="*/ 182124 w 966641"/>
                <a:gd name="connsiteY417" fmla="*/ 501778 h 643970"/>
                <a:gd name="connsiteX418" fmla="*/ 183237 w 966641"/>
                <a:gd name="connsiteY418" fmla="*/ 502612 h 643970"/>
                <a:gd name="connsiteX419" fmla="*/ 185045 w 966641"/>
                <a:gd name="connsiteY419" fmla="*/ 509987 h 643970"/>
                <a:gd name="connsiteX420" fmla="*/ 192837 w 966641"/>
                <a:gd name="connsiteY420" fmla="*/ 509987 h 643970"/>
                <a:gd name="connsiteX421" fmla="*/ 193857 w 966641"/>
                <a:gd name="connsiteY421" fmla="*/ 510558 h 643970"/>
                <a:gd name="connsiteX422" fmla="*/ 196408 w 966641"/>
                <a:gd name="connsiteY422" fmla="*/ 514948 h 643970"/>
                <a:gd name="connsiteX423" fmla="*/ 203457 w 966641"/>
                <a:gd name="connsiteY423" fmla="*/ 514948 h 643970"/>
                <a:gd name="connsiteX424" fmla="*/ 203457 w 966641"/>
                <a:gd name="connsiteY424" fmla="*/ 513016 h 643970"/>
                <a:gd name="connsiteX425" fmla="*/ 204616 w 966641"/>
                <a:gd name="connsiteY425" fmla="*/ 511919 h 643970"/>
                <a:gd name="connsiteX426" fmla="*/ 211666 w 966641"/>
                <a:gd name="connsiteY426" fmla="*/ 511919 h 643970"/>
                <a:gd name="connsiteX427" fmla="*/ 212686 w 966641"/>
                <a:gd name="connsiteY427" fmla="*/ 512489 h 643970"/>
                <a:gd name="connsiteX428" fmla="*/ 215237 w 966641"/>
                <a:gd name="connsiteY428" fmla="*/ 516879 h 643970"/>
                <a:gd name="connsiteX429" fmla="*/ 230773 w 966641"/>
                <a:gd name="connsiteY429" fmla="*/ 516879 h 643970"/>
                <a:gd name="connsiteX430" fmla="*/ 236895 w 966641"/>
                <a:gd name="connsiteY430" fmla="*/ 513763 h 643970"/>
                <a:gd name="connsiteX431" fmla="*/ 237823 w 966641"/>
                <a:gd name="connsiteY431" fmla="*/ 513675 h 643970"/>
                <a:gd name="connsiteX432" fmla="*/ 242739 w 966641"/>
                <a:gd name="connsiteY432" fmla="*/ 515299 h 643970"/>
                <a:gd name="connsiteX433" fmla="*/ 243527 w 966641"/>
                <a:gd name="connsiteY433" fmla="*/ 516353 h 643970"/>
                <a:gd name="connsiteX434" fmla="*/ 243527 w 966641"/>
                <a:gd name="connsiteY434" fmla="*/ 521577 h 643970"/>
                <a:gd name="connsiteX435" fmla="*/ 249185 w 966641"/>
                <a:gd name="connsiteY435" fmla="*/ 518504 h 643970"/>
                <a:gd name="connsiteX436" fmla="*/ 258646 w 966641"/>
                <a:gd name="connsiteY436" fmla="*/ 509548 h 643970"/>
                <a:gd name="connsiteX437" fmla="*/ 260176 w 966641"/>
                <a:gd name="connsiteY437" fmla="*/ 509460 h 643970"/>
                <a:gd name="connsiteX438" fmla="*/ 265649 w 966641"/>
                <a:gd name="connsiteY438" fmla="*/ 513631 h 643970"/>
                <a:gd name="connsiteX439" fmla="*/ 283783 w 966641"/>
                <a:gd name="connsiteY439" fmla="*/ 513631 h 643970"/>
                <a:gd name="connsiteX440" fmla="*/ 284896 w 966641"/>
                <a:gd name="connsiteY440" fmla="*/ 514421 h 643970"/>
                <a:gd name="connsiteX441" fmla="*/ 286426 w 966641"/>
                <a:gd name="connsiteY441" fmla="*/ 519470 h 643970"/>
                <a:gd name="connsiteX442" fmla="*/ 300756 w 966641"/>
                <a:gd name="connsiteY442" fmla="*/ 519470 h 643970"/>
                <a:gd name="connsiteX443" fmla="*/ 301359 w 966641"/>
                <a:gd name="connsiteY443" fmla="*/ 514553 h 643970"/>
                <a:gd name="connsiteX444" fmla="*/ 301684 w 966641"/>
                <a:gd name="connsiteY444" fmla="*/ 513894 h 643970"/>
                <a:gd name="connsiteX445" fmla="*/ 304420 w 966641"/>
                <a:gd name="connsiteY445" fmla="*/ 511392 h 643970"/>
                <a:gd name="connsiteX446" fmla="*/ 312026 w 966641"/>
                <a:gd name="connsiteY446" fmla="*/ 505290 h 643970"/>
                <a:gd name="connsiteX447" fmla="*/ 312444 w 966641"/>
                <a:gd name="connsiteY447" fmla="*/ 505070 h 643970"/>
                <a:gd name="connsiteX448" fmla="*/ 322368 w 966641"/>
                <a:gd name="connsiteY448" fmla="*/ 502392 h 643970"/>
                <a:gd name="connsiteX449" fmla="*/ 328861 w 966641"/>
                <a:gd name="connsiteY449" fmla="*/ 497783 h 643970"/>
                <a:gd name="connsiteX450" fmla="*/ 330206 w 966641"/>
                <a:gd name="connsiteY450" fmla="*/ 493217 h 643970"/>
                <a:gd name="connsiteX451" fmla="*/ 331319 w 966641"/>
                <a:gd name="connsiteY451" fmla="*/ 492427 h 643970"/>
                <a:gd name="connsiteX452" fmla="*/ 335679 w 966641"/>
                <a:gd name="connsiteY452" fmla="*/ 492427 h 643970"/>
                <a:gd name="connsiteX453" fmla="*/ 336282 w 966641"/>
                <a:gd name="connsiteY453" fmla="*/ 492603 h 643970"/>
                <a:gd name="connsiteX454" fmla="*/ 343841 w 966641"/>
                <a:gd name="connsiteY454" fmla="*/ 496949 h 643970"/>
                <a:gd name="connsiteX455" fmla="*/ 353117 w 966641"/>
                <a:gd name="connsiteY455" fmla="*/ 492559 h 643970"/>
                <a:gd name="connsiteX456" fmla="*/ 353627 w 966641"/>
                <a:gd name="connsiteY456" fmla="*/ 492427 h 643970"/>
                <a:gd name="connsiteX457" fmla="*/ 358264 w 966641"/>
                <a:gd name="connsiteY457" fmla="*/ 492427 h 643970"/>
                <a:gd name="connsiteX458" fmla="*/ 359285 w 966641"/>
                <a:gd name="connsiteY458" fmla="*/ 492954 h 643970"/>
                <a:gd name="connsiteX459" fmla="*/ 363320 w 966641"/>
                <a:gd name="connsiteY459" fmla="*/ 499539 h 643970"/>
                <a:gd name="connsiteX460" fmla="*/ 363459 w 966641"/>
                <a:gd name="connsiteY460" fmla="*/ 500110 h 643970"/>
                <a:gd name="connsiteX461" fmla="*/ 363459 w 966641"/>
                <a:gd name="connsiteY461" fmla="*/ 505948 h 643970"/>
                <a:gd name="connsiteX462" fmla="*/ 368653 w 966641"/>
                <a:gd name="connsiteY462" fmla="*/ 505948 h 643970"/>
                <a:gd name="connsiteX463" fmla="*/ 369256 w 966641"/>
                <a:gd name="connsiteY463" fmla="*/ 506124 h 643970"/>
                <a:gd name="connsiteX464" fmla="*/ 376815 w 966641"/>
                <a:gd name="connsiteY464" fmla="*/ 510602 h 643970"/>
                <a:gd name="connsiteX465" fmla="*/ 378578 w 966641"/>
                <a:gd name="connsiteY465" fmla="*/ 506695 h 643970"/>
                <a:gd name="connsiteX466" fmla="*/ 379644 w 966641"/>
                <a:gd name="connsiteY466" fmla="*/ 506036 h 643970"/>
                <a:gd name="connsiteX467" fmla="*/ 384004 w 966641"/>
                <a:gd name="connsiteY467" fmla="*/ 506036 h 643970"/>
                <a:gd name="connsiteX468" fmla="*/ 384931 w 966641"/>
                <a:gd name="connsiteY468" fmla="*/ 506431 h 643970"/>
                <a:gd name="connsiteX469" fmla="*/ 391007 w 966641"/>
                <a:gd name="connsiteY469" fmla="*/ 513719 h 643970"/>
                <a:gd name="connsiteX470" fmla="*/ 391239 w 966641"/>
                <a:gd name="connsiteY470" fmla="*/ 514202 h 643970"/>
                <a:gd name="connsiteX471" fmla="*/ 392769 w 966641"/>
                <a:gd name="connsiteY471" fmla="*/ 522543 h 643970"/>
                <a:gd name="connsiteX472" fmla="*/ 395273 w 966641"/>
                <a:gd name="connsiteY472" fmla="*/ 521752 h 643970"/>
                <a:gd name="connsiteX473" fmla="*/ 396062 w 966641"/>
                <a:gd name="connsiteY473" fmla="*/ 521752 h 643970"/>
                <a:gd name="connsiteX474" fmla="*/ 399540 w 966641"/>
                <a:gd name="connsiteY474" fmla="*/ 522982 h 643970"/>
                <a:gd name="connsiteX475" fmla="*/ 400282 w 966641"/>
                <a:gd name="connsiteY475" fmla="*/ 523991 h 643970"/>
                <a:gd name="connsiteX476" fmla="*/ 400282 w 966641"/>
                <a:gd name="connsiteY476" fmla="*/ 542912 h 643970"/>
                <a:gd name="connsiteX477" fmla="*/ 400097 w 966641"/>
                <a:gd name="connsiteY477" fmla="*/ 543483 h 643970"/>
                <a:gd name="connsiteX478" fmla="*/ 396618 w 966641"/>
                <a:gd name="connsiteY478" fmla="*/ 549058 h 643970"/>
                <a:gd name="connsiteX479" fmla="*/ 397870 w 966641"/>
                <a:gd name="connsiteY479" fmla="*/ 552131 h 643970"/>
                <a:gd name="connsiteX480" fmla="*/ 397592 w 966641"/>
                <a:gd name="connsiteY480" fmla="*/ 553317 h 643970"/>
                <a:gd name="connsiteX481" fmla="*/ 391795 w 966641"/>
                <a:gd name="connsiteY481" fmla="*/ 558541 h 643970"/>
                <a:gd name="connsiteX482" fmla="*/ 390357 w 966641"/>
                <a:gd name="connsiteY482" fmla="*/ 558672 h 643970"/>
                <a:gd name="connsiteX483" fmla="*/ 388920 w 966641"/>
                <a:gd name="connsiteY483" fmla="*/ 557838 h 643970"/>
                <a:gd name="connsiteX484" fmla="*/ 388039 w 966641"/>
                <a:gd name="connsiteY484" fmla="*/ 561043 h 643970"/>
                <a:gd name="connsiteX485" fmla="*/ 387668 w 966641"/>
                <a:gd name="connsiteY485" fmla="*/ 561570 h 643970"/>
                <a:gd name="connsiteX486" fmla="*/ 382520 w 966641"/>
                <a:gd name="connsiteY486" fmla="*/ 565740 h 643970"/>
                <a:gd name="connsiteX487" fmla="*/ 383354 w 966641"/>
                <a:gd name="connsiteY487" fmla="*/ 566530 h 643970"/>
                <a:gd name="connsiteX488" fmla="*/ 383494 w 966641"/>
                <a:gd name="connsiteY488" fmla="*/ 567891 h 643970"/>
                <a:gd name="connsiteX489" fmla="*/ 380525 w 966641"/>
                <a:gd name="connsiteY489" fmla="*/ 572238 h 643970"/>
                <a:gd name="connsiteX490" fmla="*/ 380757 w 966641"/>
                <a:gd name="connsiteY490" fmla="*/ 574828 h 643970"/>
                <a:gd name="connsiteX491" fmla="*/ 384838 w 966641"/>
                <a:gd name="connsiteY491" fmla="*/ 577023 h 643970"/>
                <a:gd name="connsiteX492" fmla="*/ 385395 w 966641"/>
                <a:gd name="connsiteY492" fmla="*/ 577681 h 643970"/>
                <a:gd name="connsiteX493" fmla="*/ 385256 w 966641"/>
                <a:gd name="connsiteY493" fmla="*/ 578515 h 643970"/>
                <a:gd name="connsiteX494" fmla="*/ 381407 w 966641"/>
                <a:gd name="connsiteY494" fmla="*/ 584529 h 643970"/>
                <a:gd name="connsiteX495" fmla="*/ 382984 w 966641"/>
                <a:gd name="connsiteY495" fmla="*/ 584529 h 643970"/>
                <a:gd name="connsiteX496" fmla="*/ 389615 w 966641"/>
                <a:gd name="connsiteY496" fmla="*/ 579569 h 643970"/>
                <a:gd name="connsiteX497" fmla="*/ 390404 w 966641"/>
                <a:gd name="connsiteY497" fmla="*/ 579349 h 643970"/>
                <a:gd name="connsiteX498" fmla="*/ 402276 w 966641"/>
                <a:gd name="connsiteY498" fmla="*/ 579876 h 643970"/>
                <a:gd name="connsiteX499" fmla="*/ 403297 w 966641"/>
                <a:gd name="connsiteY499" fmla="*/ 580578 h 643970"/>
                <a:gd name="connsiteX500" fmla="*/ 403019 w 966641"/>
                <a:gd name="connsiteY500" fmla="*/ 581764 h 643970"/>
                <a:gd name="connsiteX501" fmla="*/ 399030 w 966641"/>
                <a:gd name="connsiteY501" fmla="*/ 585539 h 643970"/>
                <a:gd name="connsiteX502" fmla="*/ 402926 w 966641"/>
                <a:gd name="connsiteY502" fmla="*/ 588349 h 643970"/>
                <a:gd name="connsiteX503" fmla="*/ 403389 w 966641"/>
                <a:gd name="connsiteY503" fmla="*/ 589227 h 643970"/>
                <a:gd name="connsiteX504" fmla="*/ 403389 w 966641"/>
                <a:gd name="connsiteY504" fmla="*/ 595548 h 643970"/>
                <a:gd name="connsiteX505" fmla="*/ 411784 w 966641"/>
                <a:gd name="connsiteY505" fmla="*/ 595548 h 643970"/>
                <a:gd name="connsiteX506" fmla="*/ 412943 w 966641"/>
                <a:gd name="connsiteY506" fmla="*/ 596646 h 643970"/>
                <a:gd name="connsiteX507" fmla="*/ 412943 w 966641"/>
                <a:gd name="connsiteY507" fmla="*/ 600202 h 643970"/>
                <a:gd name="connsiteX508" fmla="*/ 412433 w 966641"/>
                <a:gd name="connsiteY508" fmla="*/ 601124 h 643970"/>
                <a:gd name="connsiteX509" fmla="*/ 408584 w 966641"/>
                <a:gd name="connsiteY509" fmla="*/ 603538 h 643970"/>
                <a:gd name="connsiteX510" fmla="*/ 408584 w 966641"/>
                <a:gd name="connsiteY510" fmla="*/ 607884 h 643970"/>
                <a:gd name="connsiteX511" fmla="*/ 407424 w 966641"/>
                <a:gd name="connsiteY511" fmla="*/ 612538 h 643970"/>
                <a:gd name="connsiteX512" fmla="*/ 417256 w 966641"/>
                <a:gd name="connsiteY512" fmla="*/ 612538 h 643970"/>
                <a:gd name="connsiteX513" fmla="*/ 418323 w 966641"/>
                <a:gd name="connsiteY513" fmla="*/ 613152 h 643970"/>
                <a:gd name="connsiteX514" fmla="*/ 422358 w 966641"/>
                <a:gd name="connsiteY514" fmla="*/ 621318 h 643970"/>
                <a:gd name="connsiteX515" fmla="*/ 428850 w 966641"/>
                <a:gd name="connsiteY515" fmla="*/ 621318 h 643970"/>
                <a:gd name="connsiteX516" fmla="*/ 435251 w 966641"/>
                <a:gd name="connsiteY516" fmla="*/ 617630 h 643970"/>
                <a:gd name="connsiteX517" fmla="*/ 436271 w 966641"/>
                <a:gd name="connsiteY517" fmla="*/ 617542 h 643970"/>
                <a:gd name="connsiteX518" fmla="*/ 436966 w 966641"/>
                <a:gd name="connsiteY518" fmla="*/ 618245 h 643970"/>
                <a:gd name="connsiteX519" fmla="*/ 439888 w 966641"/>
                <a:gd name="connsiteY519" fmla="*/ 626805 h 643970"/>
                <a:gd name="connsiteX520" fmla="*/ 446288 w 966641"/>
                <a:gd name="connsiteY520" fmla="*/ 626805 h 643970"/>
                <a:gd name="connsiteX521" fmla="*/ 446288 w 966641"/>
                <a:gd name="connsiteY521" fmla="*/ 622635 h 643970"/>
                <a:gd name="connsiteX522" fmla="*/ 441141 w 966641"/>
                <a:gd name="connsiteY522" fmla="*/ 611045 h 643970"/>
                <a:gd name="connsiteX523" fmla="*/ 441372 w 966641"/>
                <a:gd name="connsiteY523" fmla="*/ 609860 h 643970"/>
                <a:gd name="connsiteX524" fmla="*/ 444851 w 966641"/>
                <a:gd name="connsiteY524" fmla="*/ 606567 h 643970"/>
                <a:gd name="connsiteX525" fmla="*/ 446057 w 966641"/>
                <a:gd name="connsiteY525" fmla="*/ 606304 h 643970"/>
                <a:gd name="connsiteX526" fmla="*/ 452178 w 966641"/>
                <a:gd name="connsiteY526" fmla="*/ 608235 h 643970"/>
                <a:gd name="connsiteX527" fmla="*/ 457187 w 966641"/>
                <a:gd name="connsiteY527" fmla="*/ 601475 h 643970"/>
                <a:gd name="connsiteX528" fmla="*/ 458810 w 966641"/>
                <a:gd name="connsiteY528" fmla="*/ 601211 h 643970"/>
                <a:gd name="connsiteX529" fmla="*/ 466370 w 966641"/>
                <a:gd name="connsiteY529" fmla="*/ 606216 h 643970"/>
                <a:gd name="connsiteX530" fmla="*/ 468086 w 966641"/>
                <a:gd name="connsiteY530" fmla="*/ 602748 h 643970"/>
                <a:gd name="connsiteX531" fmla="*/ 469570 w 966641"/>
                <a:gd name="connsiteY531" fmla="*/ 602177 h 643970"/>
                <a:gd name="connsiteX532" fmla="*/ 474718 w 966641"/>
                <a:gd name="connsiteY532" fmla="*/ 604021 h 643970"/>
                <a:gd name="connsiteX533" fmla="*/ 476248 w 966641"/>
                <a:gd name="connsiteY533" fmla="*/ 601299 h 643970"/>
                <a:gd name="connsiteX534" fmla="*/ 477176 w 966641"/>
                <a:gd name="connsiteY534" fmla="*/ 600729 h 643970"/>
                <a:gd name="connsiteX535" fmla="*/ 478196 w 966641"/>
                <a:gd name="connsiteY535" fmla="*/ 601168 h 643970"/>
                <a:gd name="connsiteX536" fmla="*/ 481025 w 966641"/>
                <a:gd name="connsiteY536" fmla="*/ 604680 h 643970"/>
                <a:gd name="connsiteX537" fmla="*/ 481025 w 966641"/>
                <a:gd name="connsiteY537" fmla="*/ 600773 h 643970"/>
                <a:gd name="connsiteX538" fmla="*/ 481674 w 966641"/>
                <a:gd name="connsiteY538" fmla="*/ 599807 h 643970"/>
                <a:gd name="connsiteX539" fmla="*/ 482880 w 966641"/>
                <a:gd name="connsiteY539" fmla="*/ 599894 h 643970"/>
                <a:gd name="connsiteX540" fmla="*/ 487332 w 966641"/>
                <a:gd name="connsiteY540" fmla="*/ 602968 h 643970"/>
                <a:gd name="connsiteX541" fmla="*/ 488724 w 966641"/>
                <a:gd name="connsiteY541" fmla="*/ 600509 h 643970"/>
                <a:gd name="connsiteX542" fmla="*/ 490115 w 966641"/>
                <a:gd name="connsiteY542" fmla="*/ 599982 h 643970"/>
                <a:gd name="connsiteX543" fmla="*/ 493500 w 966641"/>
                <a:gd name="connsiteY543" fmla="*/ 601124 h 643970"/>
                <a:gd name="connsiteX544" fmla="*/ 493500 w 966641"/>
                <a:gd name="connsiteY544" fmla="*/ 598007 h 643970"/>
                <a:gd name="connsiteX545" fmla="*/ 493918 w 966641"/>
                <a:gd name="connsiteY545" fmla="*/ 597173 h 643970"/>
                <a:gd name="connsiteX546" fmla="*/ 500272 w 966641"/>
                <a:gd name="connsiteY546" fmla="*/ 592256 h 643970"/>
                <a:gd name="connsiteX547" fmla="*/ 501756 w 966641"/>
                <a:gd name="connsiteY547" fmla="*/ 592256 h 643970"/>
                <a:gd name="connsiteX548" fmla="*/ 511402 w 966641"/>
                <a:gd name="connsiteY548" fmla="*/ 599894 h 643970"/>
                <a:gd name="connsiteX549" fmla="*/ 513535 w 966641"/>
                <a:gd name="connsiteY549" fmla="*/ 598051 h 643970"/>
                <a:gd name="connsiteX550" fmla="*/ 514973 w 966641"/>
                <a:gd name="connsiteY550" fmla="*/ 597963 h 643970"/>
                <a:gd name="connsiteX551" fmla="*/ 517709 w 966641"/>
                <a:gd name="connsiteY551" fmla="*/ 599851 h 643970"/>
                <a:gd name="connsiteX552" fmla="*/ 523275 w 966641"/>
                <a:gd name="connsiteY552" fmla="*/ 598578 h 643970"/>
                <a:gd name="connsiteX553" fmla="*/ 524156 w 966641"/>
                <a:gd name="connsiteY553" fmla="*/ 598709 h 643970"/>
                <a:gd name="connsiteX554" fmla="*/ 528191 w 966641"/>
                <a:gd name="connsiteY554" fmla="*/ 601168 h 643970"/>
                <a:gd name="connsiteX555" fmla="*/ 528701 w 966641"/>
                <a:gd name="connsiteY555" fmla="*/ 601958 h 643970"/>
                <a:gd name="connsiteX556" fmla="*/ 528423 w 966641"/>
                <a:gd name="connsiteY556" fmla="*/ 602836 h 643970"/>
                <a:gd name="connsiteX557" fmla="*/ 523043 w 966641"/>
                <a:gd name="connsiteY557" fmla="*/ 608411 h 643970"/>
                <a:gd name="connsiteX558" fmla="*/ 524944 w 966641"/>
                <a:gd name="connsiteY558" fmla="*/ 614996 h 643970"/>
                <a:gd name="connsiteX559" fmla="*/ 529582 w 966641"/>
                <a:gd name="connsiteY559" fmla="*/ 614996 h 643970"/>
                <a:gd name="connsiteX560" fmla="*/ 530417 w 966641"/>
                <a:gd name="connsiteY560" fmla="*/ 615347 h 643970"/>
                <a:gd name="connsiteX561" fmla="*/ 534962 w 966641"/>
                <a:gd name="connsiteY561" fmla="*/ 619913 h 643970"/>
                <a:gd name="connsiteX562" fmla="*/ 541640 w 966641"/>
                <a:gd name="connsiteY562" fmla="*/ 619386 h 643970"/>
                <a:gd name="connsiteX563" fmla="*/ 542336 w 966641"/>
                <a:gd name="connsiteY563" fmla="*/ 619562 h 643970"/>
                <a:gd name="connsiteX564" fmla="*/ 546510 w 966641"/>
                <a:gd name="connsiteY564" fmla="*/ 622020 h 643970"/>
                <a:gd name="connsiteX565" fmla="*/ 546834 w 966641"/>
                <a:gd name="connsiteY565" fmla="*/ 622284 h 643970"/>
                <a:gd name="connsiteX566" fmla="*/ 547205 w 966641"/>
                <a:gd name="connsiteY566" fmla="*/ 622766 h 643970"/>
                <a:gd name="connsiteX567" fmla="*/ 551889 w 966641"/>
                <a:gd name="connsiteY567" fmla="*/ 622415 h 643970"/>
                <a:gd name="connsiteX568" fmla="*/ 553049 w 966641"/>
                <a:gd name="connsiteY568" fmla="*/ 618289 h 643970"/>
                <a:gd name="connsiteX569" fmla="*/ 555646 w 966641"/>
                <a:gd name="connsiteY569" fmla="*/ 621845 h 643970"/>
                <a:gd name="connsiteX570" fmla="*/ 558521 w 966641"/>
                <a:gd name="connsiteY570" fmla="*/ 621845 h 643970"/>
                <a:gd name="connsiteX571" fmla="*/ 563159 w 966641"/>
                <a:gd name="connsiteY571" fmla="*/ 622679 h 643970"/>
                <a:gd name="connsiteX572" fmla="*/ 563159 w 966641"/>
                <a:gd name="connsiteY572" fmla="*/ 624610 h 643970"/>
                <a:gd name="connsiteX573" fmla="*/ 566359 w 966641"/>
                <a:gd name="connsiteY573" fmla="*/ 624083 h 643970"/>
                <a:gd name="connsiteX574" fmla="*/ 569559 w 966641"/>
                <a:gd name="connsiteY574" fmla="*/ 623557 h 643970"/>
                <a:gd name="connsiteX575" fmla="*/ 571878 w 966641"/>
                <a:gd name="connsiteY575" fmla="*/ 622723 h 643970"/>
                <a:gd name="connsiteX576" fmla="*/ 573594 w 966641"/>
                <a:gd name="connsiteY576" fmla="*/ 625181 h 643970"/>
                <a:gd name="connsiteX577" fmla="*/ 573594 w 966641"/>
                <a:gd name="connsiteY577" fmla="*/ 637254 h 643970"/>
                <a:gd name="connsiteX578" fmla="*/ 579669 w 966641"/>
                <a:gd name="connsiteY578" fmla="*/ 643839 h 643970"/>
                <a:gd name="connsiteX579" fmla="*/ 584585 w 966641"/>
                <a:gd name="connsiteY579" fmla="*/ 640809 h 643970"/>
                <a:gd name="connsiteX580" fmla="*/ 581385 w 966641"/>
                <a:gd name="connsiteY580" fmla="*/ 633698 h 643970"/>
                <a:gd name="connsiteX581" fmla="*/ 579345 w 966641"/>
                <a:gd name="connsiteY581" fmla="*/ 632029 h 643970"/>
                <a:gd name="connsiteX582" fmla="*/ 584539 w 966641"/>
                <a:gd name="connsiteY582" fmla="*/ 632293 h 643970"/>
                <a:gd name="connsiteX583" fmla="*/ 583101 w 966641"/>
                <a:gd name="connsiteY583" fmla="*/ 629834 h 643970"/>
                <a:gd name="connsiteX584" fmla="*/ 584539 w 966641"/>
                <a:gd name="connsiteY584" fmla="*/ 628473 h 643970"/>
                <a:gd name="connsiteX585" fmla="*/ 588017 w 966641"/>
                <a:gd name="connsiteY585" fmla="*/ 626278 h 643970"/>
                <a:gd name="connsiteX586" fmla="*/ 598174 w 966641"/>
                <a:gd name="connsiteY586" fmla="*/ 623820 h 643970"/>
                <a:gd name="connsiteX587" fmla="*/ 606012 w 966641"/>
                <a:gd name="connsiteY587" fmla="*/ 620791 h 643970"/>
                <a:gd name="connsiteX588" fmla="*/ 610928 w 966641"/>
                <a:gd name="connsiteY588" fmla="*/ 619957 h 643970"/>
                <a:gd name="connsiteX589" fmla="*/ 613247 w 966641"/>
                <a:gd name="connsiteY589" fmla="*/ 620220 h 643970"/>
                <a:gd name="connsiteX590" fmla="*/ 615009 w 966641"/>
                <a:gd name="connsiteY590" fmla="*/ 619123 h 643970"/>
                <a:gd name="connsiteX591" fmla="*/ 617884 w 966641"/>
                <a:gd name="connsiteY591" fmla="*/ 619123 h 643970"/>
                <a:gd name="connsiteX592" fmla="*/ 619925 w 966641"/>
                <a:gd name="connsiteY592" fmla="*/ 617455 h 643970"/>
                <a:gd name="connsiteX593" fmla="*/ 623403 w 966641"/>
                <a:gd name="connsiteY593" fmla="*/ 617455 h 643970"/>
                <a:gd name="connsiteX594" fmla="*/ 625444 w 966641"/>
                <a:gd name="connsiteY594" fmla="*/ 614162 h 643970"/>
                <a:gd name="connsiteX595" fmla="*/ 626881 w 966641"/>
                <a:gd name="connsiteY595" fmla="*/ 615830 h 643970"/>
                <a:gd name="connsiteX596" fmla="*/ 633838 w 966641"/>
                <a:gd name="connsiteY596" fmla="*/ 608148 h 643970"/>
                <a:gd name="connsiteX597" fmla="*/ 639032 w 966641"/>
                <a:gd name="connsiteY597" fmla="*/ 604285 h 643970"/>
                <a:gd name="connsiteX598" fmla="*/ 648308 w 966641"/>
                <a:gd name="connsiteY598" fmla="*/ 605119 h 643970"/>
                <a:gd name="connsiteX599" fmla="*/ 654661 w 966641"/>
                <a:gd name="connsiteY599" fmla="*/ 599368 h 643970"/>
                <a:gd name="connsiteX600" fmla="*/ 660180 w 966641"/>
                <a:gd name="connsiteY600" fmla="*/ 602089 h 643970"/>
                <a:gd name="connsiteX601" fmla="*/ 671496 w 966641"/>
                <a:gd name="connsiteY601" fmla="*/ 600421 h 643970"/>
                <a:gd name="connsiteX602" fmla="*/ 685131 w 966641"/>
                <a:gd name="connsiteY602" fmla="*/ 593002 h 643970"/>
                <a:gd name="connsiteX603" fmla="*/ 694407 w 966641"/>
                <a:gd name="connsiteY603" fmla="*/ 589139 h 643970"/>
                <a:gd name="connsiteX604" fmla="*/ 696169 w 966641"/>
                <a:gd name="connsiteY604" fmla="*/ 585276 h 643970"/>
                <a:gd name="connsiteX605" fmla="*/ 699647 w 966641"/>
                <a:gd name="connsiteY605" fmla="*/ 581983 h 643970"/>
                <a:gd name="connsiteX606" fmla="*/ 704563 w 966641"/>
                <a:gd name="connsiteY606" fmla="*/ 577593 h 643970"/>
                <a:gd name="connsiteX607" fmla="*/ 704563 w 966641"/>
                <a:gd name="connsiteY607" fmla="*/ 573467 h 643970"/>
                <a:gd name="connsiteX608" fmla="*/ 708042 w 966641"/>
                <a:gd name="connsiteY608" fmla="*/ 573467 h 643970"/>
                <a:gd name="connsiteX609" fmla="*/ 713839 w 966641"/>
                <a:gd name="connsiteY609" fmla="*/ 573730 h 643970"/>
                <a:gd name="connsiteX610" fmla="*/ 713839 w 966641"/>
                <a:gd name="connsiteY610" fmla="*/ 569340 h 643970"/>
                <a:gd name="connsiteX611" fmla="*/ 715555 w 966641"/>
                <a:gd name="connsiteY611" fmla="*/ 569077 h 643970"/>
                <a:gd name="connsiteX612" fmla="*/ 717874 w 966641"/>
                <a:gd name="connsiteY612" fmla="*/ 564950 h 643970"/>
                <a:gd name="connsiteX613" fmla="*/ 717874 w 966641"/>
                <a:gd name="connsiteY613" fmla="*/ 563282 h 643970"/>
                <a:gd name="connsiteX614" fmla="*/ 721352 w 966641"/>
                <a:gd name="connsiteY614" fmla="*/ 563282 h 643970"/>
                <a:gd name="connsiteX615" fmla="*/ 722790 w 966641"/>
                <a:gd name="connsiteY615" fmla="*/ 560253 h 643970"/>
                <a:gd name="connsiteX616" fmla="*/ 722790 w 966641"/>
                <a:gd name="connsiteY616" fmla="*/ 558321 h 643970"/>
                <a:gd name="connsiteX617" fmla="*/ 726268 w 966641"/>
                <a:gd name="connsiteY617" fmla="*/ 559419 h 643970"/>
                <a:gd name="connsiteX618" fmla="*/ 732065 w 966641"/>
                <a:gd name="connsiteY618" fmla="*/ 557224 h 643970"/>
                <a:gd name="connsiteX619" fmla="*/ 727984 w 966641"/>
                <a:gd name="connsiteY619" fmla="*/ 555863 h 643970"/>
                <a:gd name="connsiteX620" fmla="*/ 729143 w 966641"/>
                <a:gd name="connsiteY620" fmla="*/ 553404 h 643970"/>
                <a:gd name="connsiteX621" fmla="*/ 729143 w 966641"/>
                <a:gd name="connsiteY621" fmla="*/ 549014 h 643970"/>
                <a:gd name="connsiteX622" fmla="*/ 728865 w 966641"/>
                <a:gd name="connsiteY622" fmla="*/ 546819 h 643970"/>
                <a:gd name="connsiteX623" fmla="*/ 732065 w 966641"/>
                <a:gd name="connsiteY623" fmla="*/ 540761 h 643970"/>
                <a:gd name="connsiteX624" fmla="*/ 728308 w 966641"/>
                <a:gd name="connsiteY624" fmla="*/ 539093 h 643970"/>
                <a:gd name="connsiteX625" fmla="*/ 730024 w 966641"/>
                <a:gd name="connsiteY625" fmla="*/ 537425 h 643970"/>
                <a:gd name="connsiteX626" fmla="*/ 732065 w 966641"/>
                <a:gd name="connsiteY626" fmla="*/ 537952 h 643970"/>
                <a:gd name="connsiteX627" fmla="*/ 734662 w 966641"/>
                <a:gd name="connsiteY627" fmla="*/ 539883 h 643970"/>
                <a:gd name="connsiteX628" fmla="*/ 736703 w 966641"/>
                <a:gd name="connsiteY628" fmla="*/ 538786 h 643970"/>
                <a:gd name="connsiteX629" fmla="*/ 736703 w 966641"/>
                <a:gd name="connsiteY629" fmla="*/ 536327 h 643970"/>
                <a:gd name="connsiteX630" fmla="*/ 739903 w 966641"/>
                <a:gd name="connsiteY630" fmla="*/ 530840 h 643970"/>
                <a:gd name="connsiteX631" fmla="*/ 744262 w 966641"/>
                <a:gd name="connsiteY631" fmla="*/ 525923 h 643970"/>
                <a:gd name="connsiteX632" fmla="*/ 746303 w 966641"/>
                <a:gd name="connsiteY632" fmla="*/ 519601 h 643970"/>
                <a:gd name="connsiteX633" fmla="*/ 752378 w 966641"/>
                <a:gd name="connsiteY633" fmla="*/ 512182 h 643970"/>
                <a:gd name="connsiteX634" fmla="*/ 753816 w 966641"/>
                <a:gd name="connsiteY634" fmla="*/ 513543 h 643970"/>
                <a:gd name="connsiteX635" fmla="*/ 757851 w 966641"/>
                <a:gd name="connsiteY635" fmla="*/ 511085 h 643970"/>
                <a:gd name="connsiteX636" fmla="*/ 761607 w 966641"/>
                <a:gd name="connsiteY636" fmla="*/ 509987 h 643970"/>
                <a:gd name="connsiteX637" fmla="*/ 761607 w 966641"/>
                <a:gd name="connsiteY637" fmla="*/ 507792 h 643970"/>
                <a:gd name="connsiteX638" fmla="*/ 758732 w 966641"/>
                <a:gd name="connsiteY638" fmla="*/ 505334 h 643970"/>
                <a:gd name="connsiteX639" fmla="*/ 756413 w 966641"/>
                <a:gd name="connsiteY639" fmla="*/ 503402 h 643970"/>
                <a:gd name="connsiteX640" fmla="*/ 761607 w 966641"/>
                <a:gd name="connsiteY640" fmla="*/ 501207 h 643970"/>
                <a:gd name="connsiteX641" fmla="*/ 758129 w 966641"/>
                <a:gd name="connsiteY641" fmla="*/ 496290 h 643970"/>
                <a:gd name="connsiteX642" fmla="*/ 761607 w 966641"/>
                <a:gd name="connsiteY642" fmla="*/ 495764 h 643970"/>
                <a:gd name="connsiteX643" fmla="*/ 763926 w 966641"/>
                <a:gd name="connsiteY643" fmla="*/ 497959 h 643970"/>
                <a:gd name="connsiteX644" fmla="*/ 766245 w 966641"/>
                <a:gd name="connsiteY644" fmla="*/ 497124 h 643970"/>
                <a:gd name="connsiteX645" fmla="*/ 766245 w 966641"/>
                <a:gd name="connsiteY645" fmla="*/ 488344 h 643970"/>
                <a:gd name="connsiteX646" fmla="*/ 761329 w 966641"/>
                <a:gd name="connsiteY646" fmla="*/ 489178 h 643970"/>
                <a:gd name="connsiteX647" fmla="*/ 766245 w 966641"/>
                <a:gd name="connsiteY647" fmla="*/ 484788 h 643970"/>
                <a:gd name="connsiteX648" fmla="*/ 760170 w 966641"/>
                <a:gd name="connsiteY648" fmla="*/ 479564 h 643970"/>
                <a:gd name="connsiteX649" fmla="*/ 755254 w 966641"/>
                <a:gd name="connsiteY649" fmla="*/ 475174 h 643970"/>
                <a:gd name="connsiteX650" fmla="*/ 749735 w 966641"/>
                <a:gd name="connsiteY650" fmla="*/ 478467 h 643970"/>
                <a:gd name="connsiteX651" fmla="*/ 746859 w 966641"/>
                <a:gd name="connsiteY651" fmla="*/ 476535 h 643970"/>
                <a:gd name="connsiteX652" fmla="*/ 757851 w 966641"/>
                <a:gd name="connsiteY652" fmla="*/ 469423 h 643970"/>
                <a:gd name="connsiteX653" fmla="*/ 761607 w 966641"/>
                <a:gd name="connsiteY653" fmla="*/ 466965 h 643970"/>
                <a:gd name="connsiteX654" fmla="*/ 766245 w 966641"/>
                <a:gd name="connsiteY654" fmla="*/ 467492 h 643970"/>
                <a:gd name="connsiteX655" fmla="*/ 755810 w 966641"/>
                <a:gd name="connsiteY655" fmla="*/ 453224 h 643970"/>
                <a:gd name="connsiteX656" fmla="*/ 761607 w 966641"/>
                <a:gd name="connsiteY656" fmla="*/ 448571 h 643970"/>
                <a:gd name="connsiteX657" fmla="*/ 757526 w 966641"/>
                <a:gd name="connsiteY657" fmla="*/ 444708 h 643970"/>
                <a:gd name="connsiteX658" fmla="*/ 756970 w 966641"/>
                <a:gd name="connsiteY658" fmla="*/ 441679 h 643970"/>
                <a:gd name="connsiteX659" fmla="*/ 754372 w 966641"/>
                <a:gd name="connsiteY659" fmla="*/ 436191 h 643970"/>
                <a:gd name="connsiteX660" fmla="*/ 746535 w 966641"/>
                <a:gd name="connsiteY660" fmla="*/ 425743 h 643970"/>
                <a:gd name="connsiteX661" fmla="*/ 743056 w 966641"/>
                <a:gd name="connsiteY661" fmla="*/ 418631 h 643970"/>
                <a:gd name="connsiteX662" fmla="*/ 736657 w 966641"/>
                <a:gd name="connsiteY662" fmla="*/ 403266 h 643970"/>
                <a:gd name="connsiteX663" fmla="*/ 732575 w 966641"/>
                <a:gd name="connsiteY663" fmla="*/ 401598 h 643970"/>
                <a:gd name="connsiteX664" fmla="*/ 728819 w 966641"/>
                <a:gd name="connsiteY664" fmla="*/ 399666 h 643970"/>
                <a:gd name="connsiteX665" fmla="*/ 721862 w 966641"/>
                <a:gd name="connsiteY665" fmla="*/ 393608 h 643970"/>
                <a:gd name="connsiteX666" fmla="*/ 730257 w 966641"/>
                <a:gd name="connsiteY666" fmla="*/ 379911 h 643970"/>
                <a:gd name="connsiteX667" fmla="*/ 735173 w 966641"/>
                <a:gd name="connsiteY667" fmla="*/ 375785 h 643970"/>
                <a:gd name="connsiteX668" fmla="*/ 737491 w 966641"/>
                <a:gd name="connsiteY668" fmla="*/ 373326 h 643970"/>
                <a:gd name="connsiteX669" fmla="*/ 736054 w 966641"/>
                <a:gd name="connsiteY669" fmla="*/ 371395 h 643970"/>
                <a:gd name="connsiteX670" fmla="*/ 738651 w 966641"/>
                <a:gd name="connsiteY670" fmla="*/ 369726 h 643970"/>
                <a:gd name="connsiteX671" fmla="*/ 740088 w 966641"/>
                <a:gd name="connsiteY671" fmla="*/ 371921 h 643970"/>
                <a:gd name="connsiteX672" fmla="*/ 743567 w 966641"/>
                <a:gd name="connsiteY672" fmla="*/ 371395 h 643970"/>
                <a:gd name="connsiteX673" fmla="*/ 744726 w 966641"/>
                <a:gd name="connsiteY673" fmla="*/ 366478 h 643970"/>
                <a:gd name="connsiteX674" fmla="*/ 748807 w 966641"/>
                <a:gd name="connsiteY674" fmla="*/ 364283 h 643970"/>
                <a:gd name="connsiteX675" fmla="*/ 749689 w 966641"/>
                <a:gd name="connsiteY675" fmla="*/ 361254 h 643970"/>
                <a:gd name="connsiteX676" fmla="*/ 763602 w 966641"/>
                <a:gd name="connsiteY676" fmla="*/ 357961 h 643970"/>
                <a:gd name="connsiteX677" fmla="*/ 766199 w 966641"/>
                <a:gd name="connsiteY677" fmla="*/ 357698 h 643970"/>
                <a:gd name="connsiteX678" fmla="*/ 774315 w 966641"/>
                <a:gd name="connsiteY678" fmla="*/ 356864 h 643970"/>
                <a:gd name="connsiteX679" fmla="*/ 774315 w 966641"/>
                <a:gd name="connsiteY679" fmla="*/ 346986 h 643970"/>
                <a:gd name="connsiteX680" fmla="*/ 767637 w 966641"/>
                <a:gd name="connsiteY680" fmla="*/ 345625 h 643970"/>
                <a:gd name="connsiteX681" fmla="*/ 764761 w 966641"/>
                <a:gd name="connsiteY681" fmla="*/ 345098 h 643970"/>
                <a:gd name="connsiteX682" fmla="*/ 760402 w 966641"/>
                <a:gd name="connsiteY682" fmla="*/ 346196 h 643970"/>
                <a:gd name="connsiteX683" fmla="*/ 751683 w 966641"/>
                <a:gd name="connsiteY683" fmla="*/ 342640 h 643970"/>
                <a:gd name="connsiteX684" fmla="*/ 736888 w 966641"/>
                <a:gd name="connsiteY684" fmla="*/ 344572 h 643970"/>
                <a:gd name="connsiteX685" fmla="*/ 730535 w 966641"/>
                <a:gd name="connsiteY685" fmla="*/ 353615 h 643970"/>
                <a:gd name="connsiteX686" fmla="*/ 718384 w 966641"/>
                <a:gd name="connsiteY686" fmla="*/ 350323 h 643970"/>
                <a:gd name="connsiteX687" fmla="*/ 719543 w 966641"/>
                <a:gd name="connsiteY687" fmla="*/ 340182 h 643970"/>
                <a:gd name="connsiteX688" fmla="*/ 713468 w 966641"/>
                <a:gd name="connsiteY688" fmla="*/ 333860 h 643970"/>
                <a:gd name="connsiteX689" fmla="*/ 709387 w 966641"/>
                <a:gd name="connsiteY689" fmla="*/ 333597 h 643970"/>
                <a:gd name="connsiteX690" fmla="*/ 704749 w 966641"/>
                <a:gd name="connsiteY690" fmla="*/ 333333 h 643970"/>
                <a:gd name="connsiteX691" fmla="*/ 703590 w 966641"/>
                <a:gd name="connsiteY691" fmla="*/ 336055 h 643970"/>
                <a:gd name="connsiteX692" fmla="*/ 701549 w 966641"/>
                <a:gd name="connsiteY692" fmla="*/ 336055 h 643970"/>
                <a:gd name="connsiteX693" fmla="*/ 702708 w 966641"/>
                <a:gd name="connsiteY693" fmla="*/ 331402 h 643970"/>
                <a:gd name="connsiteX694" fmla="*/ 699833 w 966641"/>
                <a:gd name="connsiteY694" fmla="*/ 329470 h 643970"/>
                <a:gd name="connsiteX695" fmla="*/ 697514 w 966641"/>
                <a:gd name="connsiteY695" fmla="*/ 317397 h 643970"/>
                <a:gd name="connsiteX696" fmla="*/ 704471 w 966641"/>
                <a:gd name="connsiteY696" fmla="*/ 311339 h 643970"/>
                <a:gd name="connsiteX697" fmla="*/ 711149 w 966641"/>
                <a:gd name="connsiteY697" fmla="*/ 318188 h 643970"/>
                <a:gd name="connsiteX698" fmla="*/ 712309 w 966641"/>
                <a:gd name="connsiteY698" fmla="*/ 314325 h 643970"/>
                <a:gd name="connsiteX699" fmla="*/ 723022 w 966641"/>
                <a:gd name="connsiteY699" fmla="*/ 303613 h 643970"/>
                <a:gd name="connsiteX700" fmla="*/ 740970 w 966641"/>
                <a:gd name="connsiteY700" fmla="*/ 293165 h 643970"/>
                <a:gd name="connsiteX701" fmla="*/ 749086 w 966641"/>
                <a:gd name="connsiteY701" fmla="*/ 282716 h 643970"/>
                <a:gd name="connsiteX702" fmla="*/ 752286 w 966641"/>
                <a:gd name="connsiteY702" fmla="*/ 279161 h 643970"/>
                <a:gd name="connsiteX703" fmla="*/ 755486 w 966641"/>
                <a:gd name="connsiteY703" fmla="*/ 280609 h 643970"/>
                <a:gd name="connsiteX704" fmla="*/ 761283 w 966641"/>
                <a:gd name="connsiteY704" fmla="*/ 280609 h 643970"/>
                <a:gd name="connsiteX705" fmla="*/ 762164 w 966641"/>
                <a:gd name="connsiteY705" fmla="*/ 278897 h 643970"/>
                <a:gd name="connsiteX706" fmla="*/ 769399 w 966641"/>
                <a:gd name="connsiteY706" fmla="*/ 286009 h 643970"/>
                <a:gd name="connsiteX707" fmla="*/ 767080 w 966641"/>
                <a:gd name="connsiteY707" fmla="*/ 292067 h 643970"/>
                <a:gd name="connsiteX708" fmla="*/ 757248 w 966641"/>
                <a:gd name="connsiteY708" fmla="*/ 303876 h 643970"/>
                <a:gd name="connsiteX709" fmla="*/ 753491 w 966641"/>
                <a:gd name="connsiteY709" fmla="*/ 305545 h 643970"/>
                <a:gd name="connsiteX710" fmla="*/ 760726 w 966641"/>
                <a:gd name="connsiteY710" fmla="*/ 309671 h 643970"/>
                <a:gd name="connsiteX711" fmla="*/ 759567 w 966641"/>
                <a:gd name="connsiteY711" fmla="*/ 312964 h 643970"/>
                <a:gd name="connsiteX712" fmla="*/ 755810 w 966641"/>
                <a:gd name="connsiteY712" fmla="*/ 316256 h 643970"/>
                <a:gd name="connsiteX713" fmla="*/ 750894 w 966641"/>
                <a:gd name="connsiteY713" fmla="*/ 318188 h 643970"/>
                <a:gd name="connsiteX714" fmla="*/ 751451 w 966641"/>
                <a:gd name="connsiteY714" fmla="*/ 320646 h 643970"/>
                <a:gd name="connsiteX715" fmla="*/ 757805 w 966641"/>
                <a:gd name="connsiteY715" fmla="*/ 319285 h 643970"/>
                <a:gd name="connsiteX716" fmla="*/ 761005 w 966641"/>
                <a:gd name="connsiteY716" fmla="*/ 318758 h 643970"/>
                <a:gd name="connsiteX717" fmla="*/ 761283 w 966641"/>
                <a:gd name="connsiteY717" fmla="*/ 316300 h 643970"/>
                <a:gd name="connsiteX718" fmla="*/ 765921 w 966641"/>
                <a:gd name="connsiteY718" fmla="*/ 315202 h 643970"/>
                <a:gd name="connsiteX719" fmla="*/ 778952 w 966641"/>
                <a:gd name="connsiteY719" fmla="*/ 305062 h 643970"/>
                <a:gd name="connsiteX720" fmla="*/ 798941 w 966641"/>
                <a:gd name="connsiteY720" fmla="*/ 300803 h 643970"/>
                <a:gd name="connsiteX721" fmla="*/ 809979 w 966641"/>
                <a:gd name="connsiteY721" fmla="*/ 288204 h 643970"/>
                <a:gd name="connsiteX722" fmla="*/ 820878 w 966641"/>
                <a:gd name="connsiteY722" fmla="*/ 279907 h 643970"/>
                <a:gd name="connsiteX723" fmla="*/ 697375 w 966641"/>
                <a:gd name="connsiteY723" fmla="*/ 107248 h 643970"/>
                <a:gd name="connsiteX724" fmla="*/ 689862 w 966641"/>
                <a:gd name="connsiteY724" fmla="*/ 117389 h 643970"/>
                <a:gd name="connsiteX725" fmla="*/ 686662 w 966641"/>
                <a:gd name="connsiteY725" fmla="*/ 111331 h 643970"/>
                <a:gd name="connsiteX726" fmla="*/ 697375 w 966641"/>
                <a:gd name="connsiteY726" fmla="*/ 100882 h 643970"/>
                <a:gd name="connsiteX727" fmla="*/ 697375 w 966641"/>
                <a:gd name="connsiteY727" fmla="*/ 107204 h 643970"/>
                <a:gd name="connsiteX728" fmla="*/ 145207 w 966641"/>
                <a:gd name="connsiteY728" fmla="*/ 201633 h 643970"/>
                <a:gd name="connsiteX729" fmla="*/ 143770 w 966641"/>
                <a:gd name="connsiteY729" fmla="*/ 198077 h 643970"/>
                <a:gd name="connsiteX730" fmla="*/ 148964 w 966641"/>
                <a:gd name="connsiteY730" fmla="*/ 198077 h 643970"/>
                <a:gd name="connsiteX731" fmla="*/ 151839 w 966641"/>
                <a:gd name="connsiteY731" fmla="*/ 201633 h 643970"/>
                <a:gd name="connsiteX732" fmla="*/ 145161 w 966641"/>
                <a:gd name="connsiteY732" fmla="*/ 201633 h 643970"/>
                <a:gd name="connsiteX733" fmla="*/ 193347 w 966641"/>
                <a:gd name="connsiteY733" fmla="*/ 466394 h 643970"/>
                <a:gd name="connsiteX734" fmla="*/ 185509 w 966641"/>
                <a:gd name="connsiteY734" fmla="*/ 464199 h 643970"/>
                <a:gd name="connsiteX735" fmla="*/ 188106 w 966641"/>
                <a:gd name="connsiteY735" fmla="*/ 461302 h 643970"/>
                <a:gd name="connsiteX736" fmla="*/ 195063 w 966641"/>
                <a:gd name="connsiteY736" fmla="*/ 464199 h 643970"/>
                <a:gd name="connsiteX737" fmla="*/ 193347 w 966641"/>
                <a:gd name="connsiteY737" fmla="*/ 466394 h 643970"/>
                <a:gd name="connsiteX738" fmla="*/ 207260 w 966641"/>
                <a:gd name="connsiteY738" fmla="*/ 462795 h 643970"/>
                <a:gd name="connsiteX739" fmla="*/ 204245 w 966641"/>
                <a:gd name="connsiteY739" fmla="*/ 468194 h 643970"/>
                <a:gd name="connsiteX740" fmla="*/ 202901 w 966641"/>
                <a:gd name="connsiteY740" fmla="*/ 468194 h 643970"/>
                <a:gd name="connsiteX741" fmla="*/ 204245 w 966641"/>
                <a:gd name="connsiteY741" fmla="*/ 461346 h 643970"/>
                <a:gd name="connsiteX742" fmla="*/ 207260 w 966641"/>
                <a:gd name="connsiteY742" fmla="*/ 457088 h 643970"/>
                <a:gd name="connsiteX743" fmla="*/ 211295 w 966641"/>
                <a:gd name="connsiteY743" fmla="*/ 461346 h 643970"/>
                <a:gd name="connsiteX744" fmla="*/ 207260 w 966641"/>
                <a:gd name="connsiteY744" fmla="*/ 462795 h 643970"/>
                <a:gd name="connsiteX745" fmla="*/ 211295 w 966641"/>
                <a:gd name="connsiteY745" fmla="*/ 464199 h 643970"/>
                <a:gd name="connsiteX746" fmla="*/ 215330 w 966641"/>
                <a:gd name="connsiteY746" fmla="*/ 461302 h 643970"/>
                <a:gd name="connsiteX747" fmla="*/ 218205 w 966641"/>
                <a:gd name="connsiteY747" fmla="*/ 464199 h 643970"/>
                <a:gd name="connsiteX748" fmla="*/ 211248 w 966641"/>
                <a:gd name="connsiteY748" fmla="*/ 464199 h 643970"/>
                <a:gd name="connsiteX749" fmla="*/ 218576 w 966641"/>
                <a:gd name="connsiteY749" fmla="*/ 260064 h 643970"/>
                <a:gd name="connsiteX750" fmla="*/ 207538 w 966641"/>
                <a:gd name="connsiteY750" fmla="*/ 260064 h 643970"/>
                <a:gd name="connsiteX751" fmla="*/ 209301 w 966641"/>
                <a:gd name="connsiteY751" fmla="*/ 256069 h 643970"/>
                <a:gd name="connsiteX752" fmla="*/ 218576 w 966641"/>
                <a:gd name="connsiteY752" fmla="*/ 256069 h 643970"/>
                <a:gd name="connsiteX753" fmla="*/ 218576 w 966641"/>
                <a:gd name="connsiteY753" fmla="*/ 260064 h 643970"/>
                <a:gd name="connsiteX754" fmla="*/ 220570 w 966641"/>
                <a:gd name="connsiteY754" fmla="*/ 147329 h 643970"/>
                <a:gd name="connsiteX755" fmla="*/ 215933 w 966641"/>
                <a:gd name="connsiteY755" fmla="*/ 150885 h 643970"/>
                <a:gd name="connsiteX756" fmla="*/ 212454 w 966641"/>
                <a:gd name="connsiteY756" fmla="*/ 144300 h 643970"/>
                <a:gd name="connsiteX757" fmla="*/ 220570 w 966641"/>
                <a:gd name="connsiteY757" fmla="*/ 144300 h 643970"/>
                <a:gd name="connsiteX758" fmla="*/ 220570 w 966641"/>
                <a:gd name="connsiteY758" fmla="*/ 147329 h 643970"/>
                <a:gd name="connsiteX759" fmla="*/ 235643 w 966641"/>
                <a:gd name="connsiteY759" fmla="*/ 464199 h 643970"/>
                <a:gd name="connsiteX760" fmla="*/ 227527 w 966641"/>
                <a:gd name="connsiteY760" fmla="*/ 458448 h 643970"/>
                <a:gd name="connsiteX761" fmla="*/ 230727 w 966641"/>
                <a:gd name="connsiteY761" fmla="*/ 458448 h 643970"/>
                <a:gd name="connsiteX762" fmla="*/ 237962 w 966641"/>
                <a:gd name="connsiteY762" fmla="*/ 462004 h 643970"/>
                <a:gd name="connsiteX763" fmla="*/ 235643 w 966641"/>
                <a:gd name="connsiteY763" fmla="*/ 464199 h 643970"/>
                <a:gd name="connsiteX764" fmla="*/ 244362 w 966641"/>
                <a:gd name="connsiteY764" fmla="*/ 455156 h 643970"/>
                <a:gd name="connsiteX765" fmla="*/ 240884 w 966641"/>
                <a:gd name="connsiteY765" fmla="*/ 451293 h 643970"/>
                <a:gd name="connsiteX766" fmla="*/ 238008 w 966641"/>
                <a:gd name="connsiteY766" fmla="*/ 455156 h 643970"/>
                <a:gd name="connsiteX767" fmla="*/ 238008 w 966641"/>
                <a:gd name="connsiteY767" fmla="*/ 448834 h 643970"/>
                <a:gd name="connsiteX768" fmla="*/ 245846 w 966641"/>
                <a:gd name="connsiteY768" fmla="*/ 447473 h 643970"/>
                <a:gd name="connsiteX769" fmla="*/ 244408 w 966641"/>
                <a:gd name="connsiteY769" fmla="*/ 455156 h 643970"/>
                <a:gd name="connsiteX770" fmla="*/ 276548 w 966641"/>
                <a:gd name="connsiteY770" fmla="*/ 468326 h 643970"/>
                <a:gd name="connsiteX771" fmla="*/ 271353 w 966641"/>
                <a:gd name="connsiteY771" fmla="*/ 472189 h 643970"/>
                <a:gd name="connsiteX772" fmla="*/ 264953 w 966641"/>
                <a:gd name="connsiteY772" fmla="*/ 472189 h 643970"/>
                <a:gd name="connsiteX773" fmla="*/ 264953 w 966641"/>
                <a:gd name="connsiteY773" fmla="*/ 469160 h 643970"/>
                <a:gd name="connsiteX774" fmla="*/ 270751 w 966641"/>
                <a:gd name="connsiteY774" fmla="*/ 468063 h 643970"/>
                <a:gd name="connsiteX775" fmla="*/ 274229 w 966641"/>
                <a:gd name="connsiteY775" fmla="*/ 464199 h 643970"/>
                <a:gd name="connsiteX776" fmla="*/ 276548 w 966641"/>
                <a:gd name="connsiteY776" fmla="*/ 466131 h 643970"/>
                <a:gd name="connsiteX777" fmla="*/ 276548 w 966641"/>
                <a:gd name="connsiteY777" fmla="*/ 468326 h 643970"/>
                <a:gd name="connsiteX778" fmla="*/ 373059 w 966641"/>
                <a:gd name="connsiteY778" fmla="*/ 395364 h 643970"/>
                <a:gd name="connsiteX779" fmla="*/ 369859 w 966641"/>
                <a:gd name="connsiteY779" fmla="*/ 392642 h 643970"/>
                <a:gd name="connsiteX780" fmla="*/ 373476 w 966641"/>
                <a:gd name="connsiteY780" fmla="*/ 392642 h 643970"/>
                <a:gd name="connsiteX781" fmla="*/ 377094 w 966641"/>
                <a:gd name="connsiteY781" fmla="*/ 394003 h 643970"/>
                <a:gd name="connsiteX782" fmla="*/ 373059 w 966641"/>
                <a:gd name="connsiteY782" fmla="*/ 395364 h 643970"/>
                <a:gd name="connsiteX783" fmla="*/ 380897 w 966641"/>
                <a:gd name="connsiteY783" fmla="*/ 396988 h 643970"/>
                <a:gd name="connsiteX784" fmla="*/ 379134 w 966641"/>
                <a:gd name="connsiteY784" fmla="*/ 395320 h 643970"/>
                <a:gd name="connsiteX785" fmla="*/ 380897 w 966641"/>
                <a:gd name="connsiteY785" fmla="*/ 390930 h 643970"/>
                <a:gd name="connsiteX786" fmla="*/ 384375 w 966641"/>
                <a:gd name="connsiteY786" fmla="*/ 393959 h 643970"/>
                <a:gd name="connsiteX787" fmla="*/ 380897 w 966641"/>
                <a:gd name="connsiteY787" fmla="*/ 396988 h 643970"/>
                <a:gd name="connsiteX788" fmla="*/ 379134 w 966641"/>
                <a:gd name="connsiteY788" fmla="*/ 332806 h 643970"/>
                <a:gd name="connsiteX789" fmla="*/ 375378 w 966641"/>
                <a:gd name="connsiteY789" fmla="*/ 328153 h 643970"/>
                <a:gd name="connsiteX790" fmla="*/ 381731 w 966641"/>
                <a:gd name="connsiteY790" fmla="*/ 328153 h 643970"/>
                <a:gd name="connsiteX791" fmla="*/ 384328 w 966641"/>
                <a:gd name="connsiteY791" fmla="*/ 331709 h 643970"/>
                <a:gd name="connsiteX792" fmla="*/ 379134 w 966641"/>
                <a:gd name="connsiteY792" fmla="*/ 332806 h 643970"/>
                <a:gd name="connsiteX793" fmla="*/ 424074 w 966641"/>
                <a:gd name="connsiteY793" fmla="*/ 361868 h 643970"/>
                <a:gd name="connsiteX794" fmla="*/ 412758 w 966641"/>
                <a:gd name="connsiteY794" fmla="*/ 358312 h 643970"/>
                <a:gd name="connsiteX795" fmla="*/ 426393 w 966641"/>
                <a:gd name="connsiteY795" fmla="*/ 358312 h 643970"/>
                <a:gd name="connsiteX796" fmla="*/ 430427 w 966641"/>
                <a:gd name="connsiteY796" fmla="*/ 361034 h 643970"/>
                <a:gd name="connsiteX797" fmla="*/ 424074 w 966641"/>
                <a:gd name="connsiteY797" fmla="*/ 361868 h 643970"/>
                <a:gd name="connsiteX798" fmla="*/ 680308 w 966641"/>
                <a:gd name="connsiteY798" fmla="*/ 499056 h 643970"/>
                <a:gd name="connsiteX799" fmla="*/ 680308 w 966641"/>
                <a:gd name="connsiteY799" fmla="*/ 502612 h 643970"/>
                <a:gd name="connsiteX800" fmla="*/ 677989 w 966641"/>
                <a:gd name="connsiteY800" fmla="*/ 502612 h 643970"/>
                <a:gd name="connsiteX801" fmla="*/ 675114 w 966641"/>
                <a:gd name="connsiteY801" fmla="*/ 509460 h 643970"/>
                <a:gd name="connsiteX802" fmla="*/ 673676 w 966641"/>
                <a:gd name="connsiteY802" fmla="*/ 500417 h 643970"/>
                <a:gd name="connsiteX803" fmla="*/ 670801 w 966641"/>
                <a:gd name="connsiteY803" fmla="*/ 496027 h 643970"/>
                <a:gd name="connsiteX804" fmla="*/ 670801 w 966641"/>
                <a:gd name="connsiteY804" fmla="*/ 489442 h 643970"/>
                <a:gd name="connsiteX805" fmla="*/ 673676 w 966641"/>
                <a:gd name="connsiteY805" fmla="*/ 486983 h 643970"/>
                <a:gd name="connsiteX806" fmla="*/ 673676 w 966641"/>
                <a:gd name="connsiteY806" fmla="*/ 493305 h 643970"/>
                <a:gd name="connsiteX807" fmla="*/ 680355 w 966641"/>
                <a:gd name="connsiteY807" fmla="*/ 495764 h 643970"/>
                <a:gd name="connsiteX808" fmla="*/ 680355 w 966641"/>
                <a:gd name="connsiteY808" fmla="*/ 499056 h 643970"/>
                <a:gd name="connsiteX809" fmla="*/ 689584 w 966641"/>
                <a:gd name="connsiteY809" fmla="*/ 400017 h 643970"/>
                <a:gd name="connsiteX810" fmla="*/ 680308 w 966641"/>
                <a:gd name="connsiteY810" fmla="*/ 391764 h 643970"/>
                <a:gd name="connsiteX811" fmla="*/ 684343 w 966641"/>
                <a:gd name="connsiteY811" fmla="*/ 389833 h 643970"/>
                <a:gd name="connsiteX812" fmla="*/ 692181 w 966641"/>
                <a:gd name="connsiteY812" fmla="*/ 399974 h 643970"/>
                <a:gd name="connsiteX813" fmla="*/ 689584 w 966641"/>
                <a:gd name="connsiteY813" fmla="*/ 399974 h 643970"/>
                <a:gd name="connsiteX814" fmla="*/ 739717 w 966641"/>
                <a:gd name="connsiteY814" fmla="*/ 455990 h 643970"/>
                <a:gd name="connsiteX815" fmla="*/ 741155 w 966641"/>
                <a:gd name="connsiteY815" fmla="*/ 461478 h 643970"/>
                <a:gd name="connsiteX816" fmla="*/ 743752 w 966641"/>
                <a:gd name="connsiteY816" fmla="*/ 463146 h 643970"/>
                <a:gd name="connsiteX817" fmla="*/ 741712 w 966641"/>
                <a:gd name="connsiteY817" fmla="*/ 466438 h 643970"/>
                <a:gd name="connsiteX818" fmla="*/ 733039 w 966641"/>
                <a:gd name="connsiteY818" fmla="*/ 461214 h 643970"/>
                <a:gd name="connsiteX819" fmla="*/ 739717 w 966641"/>
                <a:gd name="connsiteY819" fmla="*/ 455990 h 643970"/>
                <a:gd name="connsiteX820" fmla="*/ 710824 w 966641"/>
                <a:gd name="connsiteY820" fmla="*/ 424689 h 643970"/>
                <a:gd name="connsiteX821" fmla="*/ 711891 w 966641"/>
                <a:gd name="connsiteY821" fmla="*/ 417753 h 643970"/>
                <a:gd name="connsiteX822" fmla="*/ 716251 w 966641"/>
                <a:gd name="connsiteY822" fmla="*/ 423021 h 643970"/>
                <a:gd name="connsiteX823" fmla="*/ 711891 w 966641"/>
                <a:gd name="connsiteY823" fmla="*/ 428245 h 643970"/>
                <a:gd name="connsiteX824" fmla="*/ 705213 w 966641"/>
                <a:gd name="connsiteY824" fmla="*/ 424689 h 643970"/>
                <a:gd name="connsiteX825" fmla="*/ 710778 w 966641"/>
                <a:gd name="connsiteY825" fmla="*/ 424689 h 64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</a:cxnLst>
              <a:rect l="l" t="t" r="r" b="b"/>
              <a:pathLst>
                <a:path w="966641" h="643970">
                  <a:moveTo>
                    <a:pt x="821017" y="280170"/>
                  </a:moveTo>
                  <a:cubicBezTo>
                    <a:pt x="821017" y="280170"/>
                    <a:pt x="821341" y="279995"/>
                    <a:pt x="821481" y="279951"/>
                  </a:cubicBezTo>
                  <a:lnTo>
                    <a:pt x="829504" y="278326"/>
                  </a:lnTo>
                  <a:lnTo>
                    <a:pt x="841144" y="264893"/>
                  </a:lnTo>
                  <a:cubicBezTo>
                    <a:pt x="841377" y="264630"/>
                    <a:pt x="841701" y="264498"/>
                    <a:pt x="842026" y="264498"/>
                  </a:cubicBezTo>
                  <a:lnTo>
                    <a:pt x="849168" y="264498"/>
                  </a:lnTo>
                  <a:lnTo>
                    <a:pt x="861921" y="255147"/>
                  </a:lnTo>
                  <a:cubicBezTo>
                    <a:pt x="862153" y="254972"/>
                    <a:pt x="862478" y="254884"/>
                    <a:pt x="862756" y="254928"/>
                  </a:cubicBezTo>
                  <a:lnTo>
                    <a:pt x="876206" y="256245"/>
                  </a:lnTo>
                  <a:lnTo>
                    <a:pt x="881354" y="248079"/>
                  </a:lnTo>
                  <a:cubicBezTo>
                    <a:pt x="881539" y="247728"/>
                    <a:pt x="881910" y="247421"/>
                    <a:pt x="882327" y="247552"/>
                  </a:cubicBezTo>
                  <a:cubicBezTo>
                    <a:pt x="882745" y="247552"/>
                    <a:pt x="883116" y="247728"/>
                    <a:pt x="883301" y="248079"/>
                  </a:cubicBezTo>
                  <a:lnTo>
                    <a:pt x="884646" y="250143"/>
                  </a:lnTo>
                  <a:lnTo>
                    <a:pt x="886780" y="246850"/>
                  </a:lnTo>
                  <a:lnTo>
                    <a:pt x="889330" y="237938"/>
                  </a:lnTo>
                  <a:cubicBezTo>
                    <a:pt x="889470" y="237455"/>
                    <a:pt x="889933" y="237148"/>
                    <a:pt x="890444" y="237148"/>
                  </a:cubicBezTo>
                  <a:cubicBezTo>
                    <a:pt x="890444" y="237148"/>
                    <a:pt x="890444" y="237148"/>
                    <a:pt x="890490" y="237148"/>
                  </a:cubicBezTo>
                  <a:lnTo>
                    <a:pt x="896287" y="237412"/>
                  </a:lnTo>
                  <a:cubicBezTo>
                    <a:pt x="896890" y="237412"/>
                    <a:pt x="897400" y="237938"/>
                    <a:pt x="897400" y="238509"/>
                  </a:cubicBezTo>
                  <a:lnTo>
                    <a:pt x="897400" y="242811"/>
                  </a:lnTo>
                  <a:lnTo>
                    <a:pt x="901574" y="248255"/>
                  </a:lnTo>
                  <a:lnTo>
                    <a:pt x="900878" y="242197"/>
                  </a:lnTo>
                  <a:cubicBezTo>
                    <a:pt x="900832" y="241714"/>
                    <a:pt x="901110" y="241275"/>
                    <a:pt x="901574" y="241099"/>
                  </a:cubicBezTo>
                  <a:lnTo>
                    <a:pt x="907649" y="238509"/>
                  </a:lnTo>
                  <a:lnTo>
                    <a:pt x="911545" y="232583"/>
                  </a:lnTo>
                  <a:lnTo>
                    <a:pt x="910200" y="227271"/>
                  </a:lnTo>
                  <a:cubicBezTo>
                    <a:pt x="910200" y="227271"/>
                    <a:pt x="910200" y="226919"/>
                    <a:pt x="910200" y="226744"/>
                  </a:cubicBezTo>
                  <a:lnTo>
                    <a:pt x="911592" y="221169"/>
                  </a:lnTo>
                  <a:lnTo>
                    <a:pt x="909644" y="204179"/>
                  </a:lnTo>
                  <a:lnTo>
                    <a:pt x="905238" y="200053"/>
                  </a:lnTo>
                  <a:cubicBezTo>
                    <a:pt x="905006" y="199833"/>
                    <a:pt x="904867" y="199526"/>
                    <a:pt x="904913" y="199175"/>
                  </a:cubicBezTo>
                  <a:cubicBezTo>
                    <a:pt x="904913" y="198867"/>
                    <a:pt x="905099" y="198560"/>
                    <a:pt x="905377" y="198384"/>
                  </a:cubicBezTo>
                  <a:lnTo>
                    <a:pt x="909829" y="195355"/>
                  </a:lnTo>
                  <a:cubicBezTo>
                    <a:pt x="909829" y="195355"/>
                    <a:pt x="910061" y="195224"/>
                    <a:pt x="910200" y="195180"/>
                  </a:cubicBezTo>
                  <a:lnTo>
                    <a:pt x="915580" y="193731"/>
                  </a:lnTo>
                  <a:lnTo>
                    <a:pt x="919383" y="187980"/>
                  </a:lnTo>
                  <a:cubicBezTo>
                    <a:pt x="919661" y="187541"/>
                    <a:pt x="920264" y="187365"/>
                    <a:pt x="920774" y="187541"/>
                  </a:cubicBezTo>
                  <a:lnTo>
                    <a:pt x="926154" y="189517"/>
                  </a:lnTo>
                  <a:cubicBezTo>
                    <a:pt x="926664" y="189078"/>
                    <a:pt x="927267" y="188726"/>
                    <a:pt x="928195" y="188551"/>
                  </a:cubicBezTo>
                  <a:cubicBezTo>
                    <a:pt x="931997" y="187936"/>
                    <a:pt x="937331" y="189560"/>
                    <a:pt x="937238" y="193336"/>
                  </a:cubicBezTo>
                  <a:lnTo>
                    <a:pt x="940763" y="191668"/>
                  </a:lnTo>
                  <a:lnTo>
                    <a:pt x="941551" y="185653"/>
                  </a:lnTo>
                  <a:cubicBezTo>
                    <a:pt x="941598" y="185258"/>
                    <a:pt x="941876" y="184907"/>
                    <a:pt x="942294" y="184775"/>
                  </a:cubicBezTo>
                  <a:lnTo>
                    <a:pt x="946328" y="183371"/>
                  </a:lnTo>
                  <a:lnTo>
                    <a:pt x="949389" y="171035"/>
                  </a:lnTo>
                  <a:cubicBezTo>
                    <a:pt x="949435" y="170771"/>
                    <a:pt x="949575" y="170552"/>
                    <a:pt x="949807" y="170420"/>
                  </a:cubicBezTo>
                  <a:lnTo>
                    <a:pt x="953192" y="167874"/>
                  </a:lnTo>
                  <a:lnTo>
                    <a:pt x="951430" y="163133"/>
                  </a:lnTo>
                  <a:cubicBezTo>
                    <a:pt x="951337" y="162869"/>
                    <a:pt x="951337" y="162518"/>
                    <a:pt x="951476" y="162255"/>
                  </a:cubicBezTo>
                  <a:lnTo>
                    <a:pt x="957180" y="151719"/>
                  </a:lnTo>
                  <a:lnTo>
                    <a:pt x="958015" y="145309"/>
                  </a:lnTo>
                  <a:cubicBezTo>
                    <a:pt x="958015" y="145002"/>
                    <a:pt x="958201" y="144782"/>
                    <a:pt x="958433" y="144563"/>
                  </a:cubicBezTo>
                  <a:lnTo>
                    <a:pt x="962468" y="141534"/>
                  </a:lnTo>
                  <a:lnTo>
                    <a:pt x="966363" y="137144"/>
                  </a:lnTo>
                  <a:lnTo>
                    <a:pt x="961957" y="131261"/>
                  </a:lnTo>
                  <a:cubicBezTo>
                    <a:pt x="961679" y="130866"/>
                    <a:pt x="961679" y="130339"/>
                    <a:pt x="961957" y="129988"/>
                  </a:cubicBezTo>
                  <a:lnTo>
                    <a:pt x="966642" y="123974"/>
                  </a:lnTo>
                  <a:lnTo>
                    <a:pt x="966642" y="122437"/>
                  </a:lnTo>
                  <a:lnTo>
                    <a:pt x="956624" y="124588"/>
                  </a:lnTo>
                  <a:lnTo>
                    <a:pt x="948647" y="128627"/>
                  </a:lnTo>
                  <a:cubicBezTo>
                    <a:pt x="948647" y="128627"/>
                    <a:pt x="948322" y="128759"/>
                    <a:pt x="948137" y="128759"/>
                  </a:cubicBezTo>
                  <a:lnTo>
                    <a:pt x="941551" y="129022"/>
                  </a:lnTo>
                  <a:lnTo>
                    <a:pt x="935337" y="133412"/>
                  </a:lnTo>
                  <a:lnTo>
                    <a:pt x="935337" y="137275"/>
                  </a:lnTo>
                  <a:cubicBezTo>
                    <a:pt x="935337" y="137890"/>
                    <a:pt x="934826" y="138373"/>
                    <a:pt x="934178" y="138373"/>
                  </a:cubicBezTo>
                  <a:lnTo>
                    <a:pt x="908114" y="138373"/>
                  </a:lnTo>
                  <a:cubicBezTo>
                    <a:pt x="907696" y="138373"/>
                    <a:pt x="907371" y="138197"/>
                    <a:pt x="907139" y="137846"/>
                  </a:cubicBezTo>
                  <a:lnTo>
                    <a:pt x="901621" y="129593"/>
                  </a:lnTo>
                  <a:cubicBezTo>
                    <a:pt x="901435" y="129330"/>
                    <a:pt x="901388" y="128978"/>
                    <a:pt x="901481" y="128671"/>
                  </a:cubicBezTo>
                  <a:lnTo>
                    <a:pt x="903151" y="123886"/>
                  </a:lnTo>
                  <a:lnTo>
                    <a:pt x="903151" y="120067"/>
                  </a:lnTo>
                  <a:lnTo>
                    <a:pt x="899162" y="118179"/>
                  </a:lnTo>
                  <a:cubicBezTo>
                    <a:pt x="898606" y="117916"/>
                    <a:pt x="898374" y="117301"/>
                    <a:pt x="898606" y="116774"/>
                  </a:cubicBezTo>
                  <a:lnTo>
                    <a:pt x="901064" y="111462"/>
                  </a:lnTo>
                  <a:lnTo>
                    <a:pt x="896473" y="111462"/>
                  </a:lnTo>
                  <a:cubicBezTo>
                    <a:pt x="896194" y="111462"/>
                    <a:pt x="895870" y="111374"/>
                    <a:pt x="895684" y="111155"/>
                  </a:cubicBezTo>
                  <a:lnTo>
                    <a:pt x="883163" y="99785"/>
                  </a:lnTo>
                  <a:cubicBezTo>
                    <a:pt x="883116" y="100356"/>
                    <a:pt x="882606" y="100795"/>
                    <a:pt x="882003" y="100795"/>
                  </a:cubicBezTo>
                  <a:lnTo>
                    <a:pt x="877365" y="100795"/>
                  </a:lnTo>
                  <a:cubicBezTo>
                    <a:pt x="877087" y="100795"/>
                    <a:pt x="876809" y="100707"/>
                    <a:pt x="876623" y="100531"/>
                  </a:cubicBezTo>
                  <a:lnTo>
                    <a:pt x="869945" y="95263"/>
                  </a:lnTo>
                  <a:lnTo>
                    <a:pt x="857887" y="94736"/>
                  </a:lnTo>
                  <a:cubicBezTo>
                    <a:pt x="857609" y="94736"/>
                    <a:pt x="857330" y="94605"/>
                    <a:pt x="857099" y="94429"/>
                  </a:cubicBezTo>
                  <a:lnTo>
                    <a:pt x="853063" y="90566"/>
                  </a:lnTo>
                  <a:cubicBezTo>
                    <a:pt x="853063" y="90566"/>
                    <a:pt x="852739" y="90083"/>
                    <a:pt x="852739" y="89776"/>
                  </a:cubicBezTo>
                  <a:lnTo>
                    <a:pt x="852739" y="80644"/>
                  </a:lnTo>
                  <a:lnTo>
                    <a:pt x="849631" y="77967"/>
                  </a:lnTo>
                  <a:cubicBezTo>
                    <a:pt x="849400" y="77747"/>
                    <a:pt x="849260" y="77484"/>
                    <a:pt x="849260" y="77176"/>
                  </a:cubicBezTo>
                  <a:lnTo>
                    <a:pt x="849260" y="67694"/>
                  </a:lnTo>
                  <a:lnTo>
                    <a:pt x="843139" y="60845"/>
                  </a:lnTo>
                  <a:cubicBezTo>
                    <a:pt x="843139" y="60845"/>
                    <a:pt x="842860" y="60407"/>
                    <a:pt x="842860" y="60143"/>
                  </a:cubicBezTo>
                  <a:lnTo>
                    <a:pt x="842860" y="52900"/>
                  </a:lnTo>
                  <a:lnTo>
                    <a:pt x="834930" y="40959"/>
                  </a:lnTo>
                  <a:cubicBezTo>
                    <a:pt x="834698" y="40608"/>
                    <a:pt x="834698" y="40212"/>
                    <a:pt x="834930" y="39861"/>
                  </a:cubicBezTo>
                  <a:lnTo>
                    <a:pt x="837434" y="35340"/>
                  </a:lnTo>
                  <a:lnTo>
                    <a:pt x="833956" y="34549"/>
                  </a:lnTo>
                  <a:cubicBezTo>
                    <a:pt x="833446" y="34418"/>
                    <a:pt x="833075" y="33979"/>
                    <a:pt x="833075" y="33496"/>
                  </a:cubicBezTo>
                  <a:lnTo>
                    <a:pt x="833075" y="28272"/>
                  </a:lnTo>
                  <a:lnTo>
                    <a:pt x="827417" y="23925"/>
                  </a:lnTo>
                  <a:cubicBezTo>
                    <a:pt x="826999" y="23618"/>
                    <a:pt x="826860" y="23048"/>
                    <a:pt x="827092" y="22565"/>
                  </a:cubicBezTo>
                  <a:lnTo>
                    <a:pt x="828854" y="19184"/>
                  </a:lnTo>
                  <a:lnTo>
                    <a:pt x="824170" y="17165"/>
                  </a:lnTo>
                  <a:cubicBezTo>
                    <a:pt x="823892" y="17033"/>
                    <a:pt x="823660" y="16814"/>
                    <a:pt x="823567" y="16550"/>
                  </a:cubicBezTo>
                  <a:cubicBezTo>
                    <a:pt x="823475" y="16287"/>
                    <a:pt x="823475" y="15980"/>
                    <a:pt x="823614" y="15672"/>
                  </a:cubicBezTo>
                  <a:lnTo>
                    <a:pt x="824959" y="13126"/>
                  </a:lnTo>
                  <a:lnTo>
                    <a:pt x="823382" y="11809"/>
                  </a:lnTo>
                  <a:lnTo>
                    <a:pt x="819208" y="12073"/>
                  </a:lnTo>
                  <a:cubicBezTo>
                    <a:pt x="818883" y="12073"/>
                    <a:pt x="818605" y="11985"/>
                    <a:pt x="818373" y="11809"/>
                  </a:cubicBezTo>
                  <a:lnTo>
                    <a:pt x="814570" y="8648"/>
                  </a:lnTo>
                  <a:lnTo>
                    <a:pt x="812159" y="10931"/>
                  </a:lnTo>
                  <a:cubicBezTo>
                    <a:pt x="811788" y="11282"/>
                    <a:pt x="811185" y="11370"/>
                    <a:pt x="810721" y="11063"/>
                  </a:cubicBezTo>
                  <a:lnTo>
                    <a:pt x="792216" y="0"/>
                  </a:lnTo>
                  <a:lnTo>
                    <a:pt x="771439" y="2151"/>
                  </a:lnTo>
                  <a:cubicBezTo>
                    <a:pt x="771115" y="2151"/>
                    <a:pt x="770790" y="2063"/>
                    <a:pt x="770558" y="1888"/>
                  </a:cubicBezTo>
                  <a:cubicBezTo>
                    <a:pt x="770326" y="1668"/>
                    <a:pt x="770187" y="1361"/>
                    <a:pt x="770187" y="1054"/>
                  </a:cubicBezTo>
                  <a:lnTo>
                    <a:pt x="770187" y="307"/>
                  </a:lnTo>
                  <a:lnTo>
                    <a:pt x="746767" y="6673"/>
                  </a:lnTo>
                  <a:lnTo>
                    <a:pt x="735729" y="18175"/>
                  </a:lnTo>
                  <a:lnTo>
                    <a:pt x="735914" y="21028"/>
                  </a:lnTo>
                  <a:lnTo>
                    <a:pt x="740599" y="19755"/>
                  </a:lnTo>
                  <a:cubicBezTo>
                    <a:pt x="740923" y="19667"/>
                    <a:pt x="741248" y="19755"/>
                    <a:pt x="741526" y="19887"/>
                  </a:cubicBezTo>
                  <a:lnTo>
                    <a:pt x="746720" y="22916"/>
                  </a:lnTo>
                  <a:cubicBezTo>
                    <a:pt x="747092" y="23135"/>
                    <a:pt x="747277" y="23487"/>
                    <a:pt x="747277" y="23838"/>
                  </a:cubicBezTo>
                  <a:lnTo>
                    <a:pt x="747277" y="37008"/>
                  </a:lnTo>
                  <a:cubicBezTo>
                    <a:pt x="747277" y="37403"/>
                    <a:pt x="747045" y="37798"/>
                    <a:pt x="746674" y="37974"/>
                  </a:cubicBezTo>
                  <a:lnTo>
                    <a:pt x="735404" y="43680"/>
                  </a:lnTo>
                  <a:lnTo>
                    <a:pt x="735404" y="49870"/>
                  </a:lnTo>
                  <a:cubicBezTo>
                    <a:pt x="735404" y="49870"/>
                    <a:pt x="735358" y="50266"/>
                    <a:pt x="735265" y="50397"/>
                  </a:cubicBezTo>
                  <a:lnTo>
                    <a:pt x="720703" y="74411"/>
                  </a:lnTo>
                  <a:lnTo>
                    <a:pt x="722604" y="74279"/>
                  </a:lnTo>
                  <a:cubicBezTo>
                    <a:pt x="722929" y="74279"/>
                    <a:pt x="723254" y="74367"/>
                    <a:pt x="723485" y="74586"/>
                  </a:cubicBezTo>
                  <a:cubicBezTo>
                    <a:pt x="723717" y="74806"/>
                    <a:pt x="723856" y="75069"/>
                    <a:pt x="723856" y="75376"/>
                  </a:cubicBezTo>
                  <a:lnTo>
                    <a:pt x="723856" y="82795"/>
                  </a:lnTo>
                  <a:cubicBezTo>
                    <a:pt x="723856" y="83278"/>
                    <a:pt x="723532" y="83717"/>
                    <a:pt x="723022" y="83849"/>
                  </a:cubicBezTo>
                  <a:cubicBezTo>
                    <a:pt x="710129" y="87581"/>
                    <a:pt x="701595" y="95834"/>
                    <a:pt x="701503" y="95922"/>
                  </a:cubicBezTo>
                  <a:cubicBezTo>
                    <a:pt x="701363" y="96053"/>
                    <a:pt x="701224" y="96141"/>
                    <a:pt x="701085" y="96185"/>
                  </a:cubicBezTo>
                  <a:cubicBezTo>
                    <a:pt x="694175" y="98556"/>
                    <a:pt x="684111" y="90302"/>
                    <a:pt x="683694" y="89951"/>
                  </a:cubicBezTo>
                  <a:lnTo>
                    <a:pt x="683508" y="89863"/>
                  </a:lnTo>
                  <a:lnTo>
                    <a:pt x="669688" y="115940"/>
                  </a:lnTo>
                  <a:lnTo>
                    <a:pt x="670708" y="122569"/>
                  </a:lnTo>
                  <a:lnTo>
                    <a:pt x="683276" y="115501"/>
                  </a:lnTo>
                  <a:lnTo>
                    <a:pt x="683276" y="117433"/>
                  </a:lnTo>
                  <a:lnTo>
                    <a:pt x="669641" y="126213"/>
                  </a:lnTo>
                  <a:lnTo>
                    <a:pt x="669641" y="124413"/>
                  </a:lnTo>
                  <a:lnTo>
                    <a:pt x="663937" y="127222"/>
                  </a:lnTo>
                  <a:lnTo>
                    <a:pt x="666256" y="131569"/>
                  </a:lnTo>
                  <a:lnTo>
                    <a:pt x="670059" y="134949"/>
                  </a:lnTo>
                  <a:lnTo>
                    <a:pt x="671775" y="132666"/>
                  </a:lnTo>
                  <a:cubicBezTo>
                    <a:pt x="671960" y="132403"/>
                    <a:pt x="672331" y="132227"/>
                    <a:pt x="672656" y="132227"/>
                  </a:cubicBezTo>
                  <a:lnTo>
                    <a:pt x="685271" y="131700"/>
                  </a:lnTo>
                  <a:cubicBezTo>
                    <a:pt x="685595" y="131700"/>
                    <a:pt x="685966" y="131832"/>
                    <a:pt x="686198" y="132051"/>
                  </a:cubicBezTo>
                  <a:lnTo>
                    <a:pt x="691300" y="137319"/>
                  </a:lnTo>
                  <a:lnTo>
                    <a:pt x="696587" y="129725"/>
                  </a:lnTo>
                  <a:cubicBezTo>
                    <a:pt x="696818" y="129417"/>
                    <a:pt x="697143" y="129242"/>
                    <a:pt x="697607" y="129242"/>
                  </a:cubicBezTo>
                  <a:lnTo>
                    <a:pt x="713236" y="129769"/>
                  </a:lnTo>
                  <a:cubicBezTo>
                    <a:pt x="713561" y="129769"/>
                    <a:pt x="713839" y="129900"/>
                    <a:pt x="714071" y="130164"/>
                  </a:cubicBezTo>
                  <a:lnTo>
                    <a:pt x="732622" y="150446"/>
                  </a:lnTo>
                  <a:cubicBezTo>
                    <a:pt x="732622" y="150446"/>
                    <a:pt x="732900" y="150885"/>
                    <a:pt x="732900" y="151148"/>
                  </a:cubicBezTo>
                  <a:lnTo>
                    <a:pt x="732900" y="159401"/>
                  </a:lnTo>
                  <a:cubicBezTo>
                    <a:pt x="732900" y="159928"/>
                    <a:pt x="732483" y="160411"/>
                    <a:pt x="731926" y="160499"/>
                  </a:cubicBezTo>
                  <a:lnTo>
                    <a:pt x="723207" y="161860"/>
                  </a:lnTo>
                  <a:cubicBezTo>
                    <a:pt x="722929" y="161903"/>
                    <a:pt x="722651" y="161860"/>
                    <a:pt x="722419" y="161684"/>
                  </a:cubicBezTo>
                  <a:lnTo>
                    <a:pt x="717178" y="158523"/>
                  </a:lnTo>
                  <a:lnTo>
                    <a:pt x="715972" y="161157"/>
                  </a:lnTo>
                  <a:cubicBezTo>
                    <a:pt x="715833" y="161464"/>
                    <a:pt x="715601" y="161684"/>
                    <a:pt x="715276" y="161772"/>
                  </a:cubicBezTo>
                  <a:cubicBezTo>
                    <a:pt x="714952" y="161860"/>
                    <a:pt x="714581" y="161816"/>
                    <a:pt x="714303" y="161684"/>
                  </a:cubicBezTo>
                  <a:lnTo>
                    <a:pt x="708273" y="158216"/>
                  </a:lnTo>
                  <a:lnTo>
                    <a:pt x="700482" y="163572"/>
                  </a:lnTo>
                  <a:cubicBezTo>
                    <a:pt x="700482" y="163572"/>
                    <a:pt x="700065" y="163791"/>
                    <a:pt x="699787" y="163791"/>
                  </a:cubicBezTo>
                  <a:lnTo>
                    <a:pt x="694685" y="163791"/>
                  </a:lnTo>
                  <a:lnTo>
                    <a:pt x="694268" y="165898"/>
                  </a:lnTo>
                  <a:cubicBezTo>
                    <a:pt x="694175" y="166337"/>
                    <a:pt x="693804" y="166689"/>
                    <a:pt x="693340" y="166776"/>
                  </a:cubicBezTo>
                  <a:lnTo>
                    <a:pt x="681885" y="168884"/>
                  </a:lnTo>
                  <a:lnTo>
                    <a:pt x="676042" y="175908"/>
                  </a:lnTo>
                  <a:lnTo>
                    <a:pt x="676320" y="179332"/>
                  </a:lnTo>
                  <a:cubicBezTo>
                    <a:pt x="676320" y="179727"/>
                    <a:pt x="676180" y="180078"/>
                    <a:pt x="675809" y="180298"/>
                  </a:cubicBezTo>
                  <a:lnTo>
                    <a:pt x="666534" y="186356"/>
                  </a:lnTo>
                  <a:cubicBezTo>
                    <a:pt x="666534" y="186356"/>
                    <a:pt x="666163" y="186531"/>
                    <a:pt x="665977" y="186531"/>
                  </a:cubicBezTo>
                  <a:lnTo>
                    <a:pt x="647241" y="188112"/>
                  </a:lnTo>
                  <a:cubicBezTo>
                    <a:pt x="646035" y="190570"/>
                    <a:pt x="641259" y="199789"/>
                    <a:pt x="635369" y="202335"/>
                  </a:cubicBezTo>
                  <a:cubicBezTo>
                    <a:pt x="628922" y="205145"/>
                    <a:pt x="617003" y="197067"/>
                    <a:pt x="614499" y="195311"/>
                  </a:cubicBezTo>
                  <a:lnTo>
                    <a:pt x="605502" y="195575"/>
                  </a:lnTo>
                  <a:lnTo>
                    <a:pt x="599751" y="208964"/>
                  </a:lnTo>
                  <a:cubicBezTo>
                    <a:pt x="602302" y="210984"/>
                    <a:pt x="610603" y="218183"/>
                    <a:pt x="607496" y="224066"/>
                  </a:cubicBezTo>
                  <a:cubicBezTo>
                    <a:pt x="607357" y="224329"/>
                    <a:pt x="607125" y="224549"/>
                    <a:pt x="606800" y="224637"/>
                  </a:cubicBezTo>
                  <a:cubicBezTo>
                    <a:pt x="603368" y="225690"/>
                    <a:pt x="593907" y="229202"/>
                    <a:pt x="591496" y="232934"/>
                  </a:cubicBezTo>
                  <a:cubicBezTo>
                    <a:pt x="588342" y="237807"/>
                    <a:pt x="576423" y="249616"/>
                    <a:pt x="565617" y="249923"/>
                  </a:cubicBezTo>
                  <a:cubicBezTo>
                    <a:pt x="556110" y="250186"/>
                    <a:pt x="536539" y="249923"/>
                    <a:pt x="534220" y="249923"/>
                  </a:cubicBezTo>
                  <a:cubicBezTo>
                    <a:pt x="531715" y="250845"/>
                    <a:pt x="506811" y="260108"/>
                    <a:pt x="497953" y="267483"/>
                  </a:cubicBezTo>
                  <a:cubicBezTo>
                    <a:pt x="497721" y="267659"/>
                    <a:pt x="497489" y="267747"/>
                    <a:pt x="497211" y="267747"/>
                  </a:cubicBezTo>
                  <a:lnTo>
                    <a:pt x="488214" y="267747"/>
                  </a:lnTo>
                  <a:cubicBezTo>
                    <a:pt x="487564" y="267747"/>
                    <a:pt x="487054" y="267264"/>
                    <a:pt x="487054" y="266649"/>
                  </a:cubicBezTo>
                  <a:lnTo>
                    <a:pt x="487054" y="261161"/>
                  </a:lnTo>
                  <a:lnTo>
                    <a:pt x="469987" y="261425"/>
                  </a:lnTo>
                  <a:lnTo>
                    <a:pt x="469987" y="261425"/>
                  </a:lnTo>
                  <a:cubicBezTo>
                    <a:pt x="469616" y="261425"/>
                    <a:pt x="469292" y="261293"/>
                    <a:pt x="469060" y="261030"/>
                  </a:cubicBezTo>
                  <a:cubicBezTo>
                    <a:pt x="469013" y="260942"/>
                    <a:pt x="462335" y="253260"/>
                    <a:pt x="451251" y="254313"/>
                  </a:cubicBezTo>
                  <a:cubicBezTo>
                    <a:pt x="450834" y="254313"/>
                    <a:pt x="450462" y="254181"/>
                    <a:pt x="450184" y="253874"/>
                  </a:cubicBezTo>
                  <a:cubicBezTo>
                    <a:pt x="449767" y="253347"/>
                    <a:pt x="439656" y="240836"/>
                    <a:pt x="419529" y="245796"/>
                  </a:cubicBezTo>
                  <a:cubicBezTo>
                    <a:pt x="418277" y="245796"/>
                    <a:pt x="395227" y="246060"/>
                    <a:pt x="383354" y="243909"/>
                  </a:cubicBezTo>
                  <a:cubicBezTo>
                    <a:pt x="371806" y="241758"/>
                    <a:pt x="361001" y="243601"/>
                    <a:pt x="360908" y="243645"/>
                  </a:cubicBezTo>
                  <a:cubicBezTo>
                    <a:pt x="360398" y="243733"/>
                    <a:pt x="359841" y="243470"/>
                    <a:pt x="359656" y="242987"/>
                  </a:cubicBezTo>
                  <a:lnTo>
                    <a:pt x="356548" y="236314"/>
                  </a:lnTo>
                  <a:lnTo>
                    <a:pt x="351771" y="231792"/>
                  </a:lnTo>
                  <a:cubicBezTo>
                    <a:pt x="351771" y="231792"/>
                    <a:pt x="351586" y="231573"/>
                    <a:pt x="351493" y="231397"/>
                  </a:cubicBezTo>
                  <a:lnTo>
                    <a:pt x="346438" y="219149"/>
                  </a:lnTo>
                  <a:lnTo>
                    <a:pt x="342728" y="217130"/>
                  </a:lnTo>
                  <a:cubicBezTo>
                    <a:pt x="342172" y="216822"/>
                    <a:pt x="341986" y="216208"/>
                    <a:pt x="342264" y="215681"/>
                  </a:cubicBezTo>
                  <a:lnTo>
                    <a:pt x="344398" y="211906"/>
                  </a:lnTo>
                  <a:lnTo>
                    <a:pt x="341429" y="210106"/>
                  </a:lnTo>
                  <a:lnTo>
                    <a:pt x="339713" y="213179"/>
                  </a:lnTo>
                  <a:cubicBezTo>
                    <a:pt x="339574" y="213442"/>
                    <a:pt x="339296" y="213662"/>
                    <a:pt x="338972" y="213749"/>
                  </a:cubicBezTo>
                  <a:cubicBezTo>
                    <a:pt x="338647" y="213837"/>
                    <a:pt x="338322" y="213749"/>
                    <a:pt x="338044" y="213574"/>
                  </a:cubicBezTo>
                  <a:lnTo>
                    <a:pt x="313418" y="197024"/>
                  </a:lnTo>
                  <a:lnTo>
                    <a:pt x="296073" y="196497"/>
                  </a:lnTo>
                  <a:lnTo>
                    <a:pt x="273348" y="194038"/>
                  </a:lnTo>
                  <a:cubicBezTo>
                    <a:pt x="272930" y="193994"/>
                    <a:pt x="272606" y="193731"/>
                    <a:pt x="272420" y="193380"/>
                  </a:cubicBezTo>
                  <a:lnTo>
                    <a:pt x="268942" y="185961"/>
                  </a:lnTo>
                  <a:cubicBezTo>
                    <a:pt x="268803" y="185610"/>
                    <a:pt x="268803" y="185258"/>
                    <a:pt x="269035" y="184951"/>
                  </a:cubicBezTo>
                  <a:lnTo>
                    <a:pt x="274136" y="177181"/>
                  </a:lnTo>
                  <a:lnTo>
                    <a:pt x="275064" y="172220"/>
                  </a:lnTo>
                  <a:lnTo>
                    <a:pt x="272188" y="171166"/>
                  </a:lnTo>
                  <a:cubicBezTo>
                    <a:pt x="271678" y="170991"/>
                    <a:pt x="271353" y="170464"/>
                    <a:pt x="271446" y="169981"/>
                  </a:cubicBezTo>
                  <a:lnTo>
                    <a:pt x="272327" y="164757"/>
                  </a:lnTo>
                  <a:cubicBezTo>
                    <a:pt x="272374" y="164494"/>
                    <a:pt x="272513" y="164230"/>
                    <a:pt x="272791" y="164055"/>
                  </a:cubicBezTo>
                  <a:lnTo>
                    <a:pt x="276687" y="161289"/>
                  </a:lnTo>
                  <a:lnTo>
                    <a:pt x="272838" y="153519"/>
                  </a:lnTo>
                  <a:lnTo>
                    <a:pt x="267504" y="149304"/>
                  </a:lnTo>
                  <a:cubicBezTo>
                    <a:pt x="267504" y="149304"/>
                    <a:pt x="267133" y="148909"/>
                    <a:pt x="267133" y="148646"/>
                  </a:cubicBezTo>
                  <a:lnTo>
                    <a:pt x="265510" y="139690"/>
                  </a:lnTo>
                  <a:lnTo>
                    <a:pt x="261243" y="138241"/>
                  </a:lnTo>
                  <a:cubicBezTo>
                    <a:pt x="260919" y="138154"/>
                    <a:pt x="260687" y="137934"/>
                    <a:pt x="260547" y="137627"/>
                  </a:cubicBezTo>
                  <a:lnTo>
                    <a:pt x="259249" y="134729"/>
                  </a:lnTo>
                  <a:lnTo>
                    <a:pt x="256234" y="135739"/>
                  </a:lnTo>
                  <a:cubicBezTo>
                    <a:pt x="255956" y="135827"/>
                    <a:pt x="255631" y="135827"/>
                    <a:pt x="255353" y="135695"/>
                  </a:cubicBezTo>
                  <a:cubicBezTo>
                    <a:pt x="255075" y="135563"/>
                    <a:pt x="254843" y="135344"/>
                    <a:pt x="254750" y="135080"/>
                  </a:cubicBezTo>
                  <a:lnTo>
                    <a:pt x="253313" y="131130"/>
                  </a:lnTo>
                  <a:lnTo>
                    <a:pt x="242368" y="132271"/>
                  </a:lnTo>
                  <a:cubicBezTo>
                    <a:pt x="241997" y="132271"/>
                    <a:pt x="241625" y="132183"/>
                    <a:pt x="241394" y="131920"/>
                  </a:cubicBezTo>
                  <a:lnTo>
                    <a:pt x="236478" y="127003"/>
                  </a:lnTo>
                  <a:cubicBezTo>
                    <a:pt x="236478" y="127003"/>
                    <a:pt x="236153" y="126520"/>
                    <a:pt x="236153" y="126257"/>
                  </a:cubicBezTo>
                  <a:lnTo>
                    <a:pt x="236153" y="122393"/>
                  </a:lnTo>
                  <a:lnTo>
                    <a:pt x="225115" y="119320"/>
                  </a:lnTo>
                  <a:cubicBezTo>
                    <a:pt x="224651" y="119189"/>
                    <a:pt x="224327" y="118838"/>
                    <a:pt x="224280" y="118399"/>
                  </a:cubicBezTo>
                  <a:cubicBezTo>
                    <a:pt x="224234" y="117959"/>
                    <a:pt x="224466" y="117520"/>
                    <a:pt x="224883" y="117301"/>
                  </a:cubicBezTo>
                  <a:lnTo>
                    <a:pt x="228269" y="115501"/>
                  </a:lnTo>
                  <a:lnTo>
                    <a:pt x="224883" y="113701"/>
                  </a:lnTo>
                  <a:cubicBezTo>
                    <a:pt x="224605" y="113526"/>
                    <a:pt x="224373" y="113262"/>
                    <a:pt x="224327" y="112955"/>
                  </a:cubicBezTo>
                  <a:cubicBezTo>
                    <a:pt x="224234" y="112648"/>
                    <a:pt x="224327" y="112340"/>
                    <a:pt x="224512" y="112077"/>
                  </a:cubicBezTo>
                  <a:lnTo>
                    <a:pt x="227434" y="108389"/>
                  </a:lnTo>
                  <a:lnTo>
                    <a:pt x="225069" y="105668"/>
                  </a:lnTo>
                  <a:lnTo>
                    <a:pt x="221544" y="107204"/>
                  </a:lnTo>
                  <a:cubicBezTo>
                    <a:pt x="221544" y="107204"/>
                    <a:pt x="221220" y="107292"/>
                    <a:pt x="221080" y="107292"/>
                  </a:cubicBezTo>
                  <a:lnTo>
                    <a:pt x="217880" y="107292"/>
                  </a:lnTo>
                  <a:cubicBezTo>
                    <a:pt x="217880" y="107292"/>
                    <a:pt x="217880" y="107292"/>
                    <a:pt x="217834" y="107292"/>
                  </a:cubicBezTo>
                  <a:cubicBezTo>
                    <a:pt x="217834" y="107292"/>
                    <a:pt x="217834" y="107292"/>
                    <a:pt x="217788" y="107292"/>
                  </a:cubicBezTo>
                  <a:lnTo>
                    <a:pt x="209208" y="106589"/>
                  </a:lnTo>
                  <a:lnTo>
                    <a:pt x="209486" y="117169"/>
                  </a:lnTo>
                  <a:cubicBezTo>
                    <a:pt x="209486" y="117696"/>
                    <a:pt x="209115" y="118179"/>
                    <a:pt x="208512" y="118267"/>
                  </a:cubicBezTo>
                  <a:cubicBezTo>
                    <a:pt x="202993" y="119189"/>
                    <a:pt x="188987" y="123052"/>
                    <a:pt x="190008" y="129374"/>
                  </a:cubicBezTo>
                  <a:lnTo>
                    <a:pt x="190425" y="131788"/>
                  </a:lnTo>
                  <a:cubicBezTo>
                    <a:pt x="191770" y="139734"/>
                    <a:pt x="193022" y="147197"/>
                    <a:pt x="190471" y="151982"/>
                  </a:cubicBezTo>
                  <a:cubicBezTo>
                    <a:pt x="190286" y="152333"/>
                    <a:pt x="189961" y="152553"/>
                    <a:pt x="189590" y="152597"/>
                  </a:cubicBezTo>
                  <a:lnTo>
                    <a:pt x="185045" y="153123"/>
                  </a:lnTo>
                  <a:lnTo>
                    <a:pt x="180686" y="156987"/>
                  </a:lnTo>
                  <a:cubicBezTo>
                    <a:pt x="180454" y="157206"/>
                    <a:pt x="180037" y="157294"/>
                    <a:pt x="179758" y="157294"/>
                  </a:cubicBezTo>
                  <a:cubicBezTo>
                    <a:pt x="179434" y="157294"/>
                    <a:pt x="179109" y="157074"/>
                    <a:pt x="178924" y="156811"/>
                  </a:cubicBezTo>
                  <a:lnTo>
                    <a:pt x="176419" y="153255"/>
                  </a:lnTo>
                  <a:lnTo>
                    <a:pt x="161161" y="154572"/>
                  </a:lnTo>
                  <a:cubicBezTo>
                    <a:pt x="161161" y="154572"/>
                    <a:pt x="160697" y="154572"/>
                    <a:pt x="160512" y="154440"/>
                  </a:cubicBezTo>
                  <a:lnTo>
                    <a:pt x="149938" y="149085"/>
                  </a:lnTo>
                  <a:lnTo>
                    <a:pt x="142471" y="176786"/>
                  </a:lnTo>
                  <a:cubicBezTo>
                    <a:pt x="142332" y="177269"/>
                    <a:pt x="141868" y="177620"/>
                    <a:pt x="141358" y="177620"/>
                  </a:cubicBezTo>
                  <a:lnTo>
                    <a:pt x="138204" y="177620"/>
                  </a:lnTo>
                  <a:lnTo>
                    <a:pt x="138436" y="184205"/>
                  </a:lnTo>
                  <a:lnTo>
                    <a:pt x="142054" y="186926"/>
                  </a:lnTo>
                  <a:cubicBezTo>
                    <a:pt x="142054" y="186926"/>
                    <a:pt x="142425" y="187322"/>
                    <a:pt x="142471" y="187585"/>
                  </a:cubicBezTo>
                  <a:lnTo>
                    <a:pt x="143352" y="191712"/>
                  </a:lnTo>
                  <a:cubicBezTo>
                    <a:pt x="143398" y="192019"/>
                    <a:pt x="143352" y="192370"/>
                    <a:pt x="143120" y="192634"/>
                  </a:cubicBezTo>
                  <a:cubicBezTo>
                    <a:pt x="142888" y="192897"/>
                    <a:pt x="142564" y="193029"/>
                    <a:pt x="142239" y="193029"/>
                  </a:cubicBezTo>
                  <a:lnTo>
                    <a:pt x="132407" y="193029"/>
                  </a:lnTo>
                  <a:cubicBezTo>
                    <a:pt x="132129" y="193029"/>
                    <a:pt x="131897" y="192941"/>
                    <a:pt x="131712" y="192809"/>
                  </a:cubicBezTo>
                  <a:lnTo>
                    <a:pt x="127074" y="189429"/>
                  </a:lnTo>
                  <a:lnTo>
                    <a:pt x="115572" y="195399"/>
                  </a:lnTo>
                  <a:cubicBezTo>
                    <a:pt x="115572" y="195399"/>
                    <a:pt x="115201" y="195531"/>
                    <a:pt x="115016" y="195531"/>
                  </a:cubicBezTo>
                  <a:lnTo>
                    <a:pt x="105045" y="195531"/>
                  </a:lnTo>
                  <a:lnTo>
                    <a:pt x="102262" y="197989"/>
                  </a:lnTo>
                  <a:lnTo>
                    <a:pt x="109126" y="203784"/>
                  </a:lnTo>
                  <a:cubicBezTo>
                    <a:pt x="109404" y="204004"/>
                    <a:pt x="109543" y="204311"/>
                    <a:pt x="109497" y="204662"/>
                  </a:cubicBezTo>
                  <a:lnTo>
                    <a:pt x="108940" y="215681"/>
                  </a:lnTo>
                  <a:lnTo>
                    <a:pt x="115526" y="233329"/>
                  </a:lnTo>
                  <a:cubicBezTo>
                    <a:pt x="115711" y="233856"/>
                    <a:pt x="115480" y="234426"/>
                    <a:pt x="114969" y="234690"/>
                  </a:cubicBezTo>
                  <a:lnTo>
                    <a:pt x="109728" y="237148"/>
                  </a:lnTo>
                  <a:lnTo>
                    <a:pt x="113068" y="239387"/>
                  </a:lnTo>
                  <a:cubicBezTo>
                    <a:pt x="113439" y="239650"/>
                    <a:pt x="113624" y="240046"/>
                    <a:pt x="113531" y="240441"/>
                  </a:cubicBezTo>
                  <a:cubicBezTo>
                    <a:pt x="113439" y="240836"/>
                    <a:pt x="113161" y="241187"/>
                    <a:pt x="112697" y="241319"/>
                  </a:cubicBezTo>
                  <a:lnTo>
                    <a:pt x="105740" y="243250"/>
                  </a:lnTo>
                  <a:lnTo>
                    <a:pt x="106575" y="257474"/>
                  </a:lnTo>
                  <a:cubicBezTo>
                    <a:pt x="106575" y="257781"/>
                    <a:pt x="106482" y="258089"/>
                    <a:pt x="106250" y="258308"/>
                  </a:cubicBezTo>
                  <a:cubicBezTo>
                    <a:pt x="106018" y="258527"/>
                    <a:pt x="105740" y="258659"/>
                    <a:pt x="105415" y="258659"/>
                  </a:cubicBezTo>
                  <a:lnTo>
                    <a:pt x="100963" y="258659"/>
                  </a:lnTo>
                  <a:lnTo>
                    <a:pt x="99526" y="261601"/>
                  </a:lnTo>
                  <a:cubicBezTo>
                    <a:pt x="99386" y="261864"/>
                    <a:pt x="99155" y="262040"/>
                    <a:pt x="98923" y="262171"/>
                  </a:cubicBezTo>
                  <a:lnTo>
                    <a:pt x="73786" y="271522"/>
                  </a:lnTo>
                  <a:lnTo>
                    <a:pt x="73554" y="274332"/>
                  </a:lnTo>
                  <a:cubicBezTo>
                    <a:pt x="73554" y="274902"/>
                    <a:pt x="72998" y="275341"/>
                    <a:pt x="72395" y="275341"/>
                  </a:cubicBezTo>
                  <a:lnTo>
                    <a:pt x="69751" y="275341"/>
                  </a:lnTo>
                  <a:lnTo>
                    <a:pt x="68546" y="279029"/>
                  </a:lnTo>
                  <a:cubicBezTo>
                    <a:pt x="68360" y="279512"/>
                    <a:pt x="67850" y="279863"/>
                    <a:pt x="67340" y="279775"/>
                  </a:cubicBezTo>
                  <a:lnTo>
                    <a:pt x="53798" y="278458"/>
                  </a:lnTo>
                  <a:lnTo>
                    <a:pt x="49763" y="283682"/>
                  </a:lnTo>
                  <a:lnTo>
                    <a:pt x="49763" y="287458"/>
                  </a:lnTo>
                  <a:cubicBezTo>
                    <a:pt x="49763" y="287897"/>
                    <a:pt x="49484" y="288292"/>
                    <a:pt x="49021" y="288467"/>
                  </a:cubicBezTo>
                  <a:lnTo>
                    <a:pt x="35108" y="293691"/>
                  </a:lnTo>
                  <a:cubicBezTo>
                    <a:pt x="34783" y="293823"/>
                    <a:pt x="34458" y="293779"/>
                    <a:pt x="34134" y="293648"/>
                  </a:cubicBezTo>
                  <a:cubicBezTo>
                    <a:pt x="33855" y="293516"/>
                    <a:pt x="33624" y="293252"/>
                    <a:pt x="33531" y="292901"/>
                  </a:cubicBezTo>
                  <a:lnTo>
                    <a:pt x="31954" y="286580"/>
                  </a:lnTo>
                  <a:lnTo>
                    <a:pt x="28522" y="289828"/>
                  </a:lnTo>
                  <a:cubicBezTo>
                    <a:pt x="28244" y="290092"/>
                    <a:pt x="27826" y="290180"/>
                    <a:pt x="27455" y="290136"/>
                  </a:cubicBezTo>
                  <a:lnTo>
                    <a:pt x="20731" y="288775"/>
                  </a:lnTo>
                  <a:lnTo>
                    <a:pt x="20731" y="290706"/>
                  </a:lnTo>
                  <a:cubicBezTo>
                    <a:pt x="20731" y="291145"/>
                    <a:pt x="20499" y="291496"/>
                    <a:pt x="20081" y="291672"/>
                  </a:cubicBezTo>
                  <a:lnTo>
                    <a:pt x="7560" y="297467"/>
                  </a:lnTo>
                  <a:lnTo>
                    <a:pt x="6215" y="305413"/>
                  </a:lnTo>
                  <a:lnTo>
                    <a:pt x="6215" y="307696"/>
                  </a:lnTo>
                  <a:cubicBezTo>
                    <a:pt x="6215" y="308178"/>
                    <a:pt x="5890" y="308617"/>
                    <a:pt x="5380" y="308749"/>
                  </a:cubicBezTo>
                  <a:lnTo>
                    <a:pt x="0" y="310066"/>
                  </a:lnTo>
                  <a:lnTo>
                    <a:pt x="4081" y="319724"/>
                  </a:lnTo>
                  <a:lnTo>
                    <a:pt x="8070" y="324509"/>
                  </a:lnTo>
                  <a:lnTo>
                    <a:pt x="14609" y="325782"/>
                  </a:lnTo>
                  <a:cubicBezTo>
                    <a:pt x="14887" y="325826"/>
                    <a:pt x="15119" y="325958"/>
                    <a:pt x="15258" y="326178"/>
                  </a:cubicBezTo>
                  <a:lnTo>
                    <a:pt x="19293" y="330831"/>
                  </a:lnTo>
                  <a:cubicBezTo>
                    <a:pt x="19293" y="330831"/>
                    <a:pt x="19432" y="331007"/>
                    <a:pt x="19479" y="331094"/>
                  </a:cubicBezTo>
                  <a:lnTo>
                    <a:pt x="23513" y="340401"/>
                  </a:lnTo>
                  <a:cubicBezTo>
                    <a:pt x="23513" y="340401"/>
                    <a:pt x="23606" y="340665"/>
                    <a:pt x="23606" y="340796"/>
                  </a:cubicBezTo>
                  <a:lnTo>
                    <a:pt x="23606" y="349840"/>
                  </a:lnTo>
                  <a:cubicBezTo>
                    <a:pt x="23606" y="350366"/>
                    <a:pt x="23235" y="350806"/>
                    <a:pt x="22679" y="350937"/>
                  </a:cubicBezTo>
                  <a:lnTo>
                    <a:pt x="15212" y="352386"/>
                  </a:lnTo>
                  <a:lnTo>
                    <a:pt x="15212" y="354054"/>
                  </a:lnTo>
                  <a:lnTo>
                    <a:pt x="26342" y="355108"/>
                  </a:lnTo>
                  <a:cubicBezTo>
                    <a:pt x="26342" y="355108"/>
                    <a:pt x="26713" y="355196"/>
                    <a:pt x="26899" y="355283"/>
                  </a:cubicBezTo>
                  <a:lnTo>
                    <a:pt x="38771" y="362878"/>
                  </a:lnTo>
                  <a:lnTo>
                    <a:pt x="49114" y="368058"/>
                  </a:lnTo>
                  <a:cubicBezTo>
                    <a:pt x="49438" y="368234"/>
                    <a:pt x="49670" y="368497"/>
                    <a:pt x="49716" y="368805"/>
                  </a:cubicBezTo>
                  <a:lnTo>
                    <a:pt x="51015" y="375170"/>
                  </a:lnTo>
                  <a:lnTo>
                    <a:pt x="54169" y="375302"/>
                  </a:lnTo>
                  <a:cubicBezTo>
                    <a:pt x="54772" y="375302"/>
                    <a:pt x="55282" y="375828"/>
                    <a:pt x="55282" y="376399"/>
                  </a:cubicBezTo>
                  <a:lnTo>
                    <a:pt x="55282" y="379033"/>
                  </a:lnTo>
                  <a:lnTo>
                    <a:pt x="60105" y="377321"/>
                  </a:lnTo>
                  <a:cubicBezTo>
                    <a:pt x="60430" y="377233"/>
                    <a:pt x="60754" y="377233"/>
                    <a:pt x="61079" y="377365"/>
                  </a:cubicBezTo>
                  <a:cubicBezTo>
                    <a:pt x="61357" y="377497"/>
                    <a:pt x="61589" y="377760"/>
                    <a:pt x="61682" y="378067"/>
                  </a:cubicBezTo>
                  <a:lnTo>
                    <a:pt x="62609" y="381887"/>
                  </a:lnTo>
                  <a:lnTo>
                    <a:pt x="70262" y="381887"/>
                  </a:lnTo>
                  <a:lnTo>
                    <a:pt x="75178" y="378287"/>
                  </a:lnTo>
                  <a:lnTo>
                    <a:pt x="83108" y="373546"/>
                  </a:lnTo>
                  <a:cubicBezTo>
                    <a:pt x="83108" y="373546"/>
                    <a:pt x="83526" y="373370"/>
                    <a:pt x="83711" y="373370"/>
                  </a:cubicBezTo>
                  <a:lnTo>
                    <a:pt x="92430" y="373370"/>
                  </a:lnTo>
                  <a:cubicBezTo>
                    <a:pt x="92755" y="373370"/>
                    <a:pt x="93033" y="373502"/>
                    <a:pt x="93265" y="373721"/>
                  </a:cubicBezTo>
                  <a:lnTo>
                    <a:pt x="99433" y="379692"/>
                  </a:lnTo>
                  <a:lnTo>
                    <a:pt x="107595" y="382545"/>
                  </a:lnTo>
                  <a:cubicBezTo>
                    <a:pt x="108059" y="382721"/>
                    <a:pt x="108337" y="383116"/>
                    <a:pt x="108337" y="383555"/>
                  </a:cubicBezTo>
                  <a:lnTo>
                    <a:pt x="108337" y="389042"/>
                  </a:lnTo>
                  <a:cubicBezTo>
                    <a:pt x="108337" y="389042"/>
                    <a:pt x="108291" y="389481"/>
                    <a:pt x="108152" y="389657"/>
                  </a:cubicBezTo>
                  <a:lnTo>
                    <a:pt x="104117" y="395408"/>
                  </a:lnTo>
                  <a:lnTo>
                    <a:pt x="98691" y="400983"/>
                  </a:lnTo>
                  <a:lnTo>
                    <a:pt x="97021" y="406339"/>
                  </a:lnTo>
                  <a:cubicBezTo>
                    <a:pt x="96929" y="406602"/>
                    <a:pt x="96743" y="406866"/>
                    <a:pt x="96465" y="406998"/>
                  </a:cubicBezTo>
                  <a:lnTo>
                    <a:pt x="88627" y="411124"/>
                  </a:lnTo>
                  <a:cubicBezTo>
                    <a:pt x="88627" y="411124"/>
                    <a:pt x="88256" y="411256"/>
                    <a:pt x="88070" y="411256"/>
                  </a:cubicBezTo>
                  <a:lnTo>
                    <a:pt x="82551" y="411256"/>
                  </a:lnTo>
                  <a:lnTo>
                    <a:pt x="82551" y="411871"/>
                  </a:lnTo>
                  <a:lnTo>
                    <a:pt x="89323" y="414197"/>
                  </a:lnTo>
                  <a:cubicBezTo>
                    <a:pt x="89879" y="414373"/>
                    <a:pt x="90157" y="414900"/>
                    <a:pt x="90065" y="415426"/>
                  </a:cubicBezTo>
                  <a:lnTo>
                    <a:pt x="89508" y="418324"/>
                  </a:lnTo>
                  <a:cubicBezTo>
                    <a:pt x="89416" y="418851"/>
                    <a:pt x="88905" y="419202"/>
                    <a:pt x="88349" y="419202"/>
                  </a:cubicBezTo>
                  <a:lnTo>
                    <a:pt x="84453" y="419202"/>
                  </a:lnTo>
                  <a:lnTo>
                    <a:pt x="92894" y="426357"/>
                  </a:lnTo>
                  <a:cubicBezTo>
                    <a:pt x="92894" y="426357"/>
                    <a:pt x="93172" y="426665"/>
                    <a:pt x="93265" y="426884"/>
                  </a:cubicBezTo>
                  <a:lnTo>
                    <a:pt x="95305" y="433996"/>
                  </a:lnTo>
                  <a:cubicBezTo>
                    <a:pt x="95444" y="434523"/>
                    <a:pt x="95166" y="435094"/>
                    <a:pt x="94610" y="435313"/>
                  </a:cubicBezTo>
                  <a:lnTo>
                    <a:pt x="91363" y="436586"/>
                  </a:lnTo>
                  <a:lnTo>
                    <a:pt x="87189" y="440537"/>
                  </a:lnTo>
                  <a:cubicBezTo>
                    <a:pt x="87189" y="440537"/>
                    <a:pt x="86679" y="440844"/>
                    <a:pt x="86354" y="440844"/>
                  </a:cubicBezTo>
                  <a:cubicBezTo>
                    <a:pt x="86308" y="440844"/>
                    <a:pt x="86215" y="440844"/>
                    <a:pt x="86169" y="440844"/>
                  </a:cubicBezTo>
                  <a:cubicBezTo>
                    <a:pt x="85798" y="440801"/>
                    <a:pt x="85473" y="440581"/>
                    <a:pt x="85334" y="440230"/>
                  </a:cubicBezTo>
                  <a:lnTo>
                    <a:pt x="82180" y="434040"/>
                  </a:lnTo>
                  <a:lnTo>
                    <a:pt x="77867" y="437157"/>
                  </a:lnTo>
                  <a:lnTo>
                    <a:pt x="80001" y="443610"/>
                  </a:lnTo>
                  <a:lnTo>
                    <a:pt x="82876" y="446727"/>
                  </a:lnTo>
                  <a:cubicBezTo>
                    <a:pt x="82876" y="446727"/>
                    <a:pt x="83154" y="447166"/>
                    <a:pt x="83154" y="447429"/>
                  </a:cubicBezTo>
                  <a:lnTo>
                    <a:pt x="83154" y="457702"/>
                  </a:lnTo>
                  <a:lnTo>
                    <a:pt x="86726" y="461653"/>
                  </a:lnTo>
                  <a:lnTo>
                    <a:pt x="87839" y="458097"/>
                  </a:lnTo>
                  <a:cubicBezTo>
                    <a:pt x="87978" y="457702"/>
                    <a:pt x="88302" y="457439"/>
                    <a:pt x="88673" y="457351"/>
                  </a:cubicBezTo>
                  <a:cubicBezTo>
                    <a:pt x="89091" y="457263"/>
                    <a:pt x="89508" y="457351"/>
                    <a:pt x="89786" y="457702"/>
                  </a:cubicBezTo>
                  <a:lnTo>
                    <a:pt x="94842" y="463014"/>
                  </a:lnTo>
                  <a:lnTo>
                    <a:pt x="105045" y="467316"/>
                  </a:lnTo>
                  <a:cubicBezTo>
                    <a:pt x="105462" y="467492"/>
                    <a:pt x="105740" y="467887"/>
                    <a:pt x="105740" y="468326"/>
                  </a:cubicBezTo>
                  <a:lnTo>
                    <a:pt x="105740" y="470697"/>
                  </a:lnTo>
                  <a:lnTo>
                    <a:pt x="117613" y="476711"/>
                  </a:lnTo>
                  <a:cubicBezTo>
                    <a:pt x="117613" y="476711"/>
                    <a:pt x="117706" y="476799"/>
                    <a:pt x="117752" y="476843"/>
                  </a:cubicBezTo>
                  <a:cubicBezTo>
                    <a:pt x="117798" y="476843"/>
                    <a:pt x="117891" y="476843"/>
                    <a:pt x="117937" y="476930"/>
                  </a:cubicBezTo>
                  <a:lnTo>
                    <a:pt x="120256" y="479301"/>
                  </a:lnTo>
                  <a:lnTo>
                    <a:pt x="122714" y="474472"/>
                  </a:lnTo>
                  <a:cubicBezTo>
                    <a:pt x="122900" y="474077"/>
                    <a:pt x="123317" y="473857"/>
                    <a:pt x="123781" y="473857"/>
                  </a:cubicBezTo>
                  <a:lnTo>
                    <a:pt x="135375" y="473857"/>
                  </a:lnTo>
                  <a:cubicBezTo>
                    <a:pt x="136025" y="473857"/>
                    <a:pt x="136535" y="474340"/>
                    <a:pt x="136535" y="474955"/>
                  </a:cubicBezTo>
                  <a:lnTo>
                    <a:pt x="136535" y="478994"/>
                  </a:lnTo>
                  <a:lnTo>
                    <a:pt x="143120" y="480179"/>
                  </a:lnTo>
                  <a:cubicBezTo>
                    <a:pt x="143445" y="480223"/>
                    <a:pt x="143723" y="480398"/>
                    <a:pt x="143909" y="480662"/>
                  </a:cubicBezTo>
                  <a:lnTo>
                    <a:pt x="148222" y="487291"/>
                  </a:lnTo>
                  <a:lnTo>
                    <a:pt x="153973" y="487291"/>
                  </a:lnTo>
                  <a:cubicBezTo>
                    <a:pt x="154436" y="487291"/>
                    <a:pt x="154900" y="487598"/>
                    <a:pt x="155039" y="487993"/>
                  </a:cubicBezTo>
                  <a:lnTo>
                    <a:pt x="157590" y="494490"/>
                  </a:lnTo>
                  <a:lnTo>
                    <a:pt x="165010" y="492778"/>
                  </a:lnTo>
                  <a:cubicBezTo>
                    <a:pt x="165428" y="492690"/>
                    <a:pt x="165892" y="492778"/>
                    <a:pt x="166170" y="493129"/>
                  </a:cubicBezTo>
                  <a:lnTo>
                    <a:pt x="173961" y="501778"/>
                  </a:lnTo>
                  <a:lnTo>
                    <a:pt x="182124" y="501778"/>
                  </a:lnTo>
                  <a:cubicBezTo>
                    <a:pt x="182680" y="501778"/>
                    <a:pt x="183144" y="502129"/>
                    <a:pt x="183237" y="502612"/>
                  </a:cubicBezTo>
                  <a:lnTo>
                    <a:pt x="185045" y="509987"/>
                  </a:lnTo>
                  <a:lnTo>
                    <a:pt x="192837" y="509987"/>
                  </a:lnTo>
                  <a:cubicBezTo>
                    <a:pt x="193254" y="509987"/>
                    <a:pt x="193625" y="510207"/>
                    <a:pt x="193857" y="510558"/>
                  </a:cubicBezTo>
                  <a:lnTo>
                    <a:pt x="196408" y="514948"/>
                  </a:lnTo>
                  <a:lnTo>
                    <a:pt x="203457" y="514948"/>
                  </a:lnTo>
                  <a:lnTo>
                    <a:pt x="203457" y="513016"/>
                  </a:lnTo>
                  <a:cubicBezTo>
                    <a:pt x="203457" y="512402"/>
                    <a:pt x="203967" y="511919"/>
                    <a:pt x="204616" y="511919"/>
                  </a:cubicBezTo>
                  <a:lnTo>
                    <a:pt x="211666" y="511919"/>
                  </a:lnTo>
                  <a:cubicBezTo>
                    <a:pt x="212083" y="511919"/>
                    <a:pt x="212454" y="512138"/>
                    <a:pt x="212686" y="512489"/>
                  </a:cubicBezTo>
                  <a:lnTo>
                    <a:pt x="215237" y="516879"/>
                  </a:lnTo>
                  <a:lnTo>
                    <a:pt x="230773" y="516879"/>
                  </a:lnTo>
                  <a:lnTo>
                    <a:pt x="236895" y="513763"/>
                  </a:lnTo>
                  <a:cubicBezTo>
                    <a:pt x="237173" y="513631"/>
                    <a:pt x="237498" y="513587"/>
                    <a:pt x="237823" y="513675"/>
                  </a:cubicBezTo>
                  <a:lnTo>
                    <a:pt x="242739" y="515299"/>
                  </a:lnTo>
                  <a:cubicBezTo>
                    <a:pt x="243202" y="515475"/>
                    <a:pt x="243527" y="515870"/>
                    <a:pt x="243527" y="516353"/>
                  </a:cubicBezTo>
                  <a:lnTo>
                    <a:pt x="243527" y="521577"/>
                  </a:lnTo>
                  <a:lnTo>
                    <a:pt x="249185" y="518504"/>
                  </a:lnTo>
                  <a:lnTo>
                    <a:pt x="258646" y="509548"/>
                  </a:lnTo>
                  <a:cubicBezTo>
                    <a:pt x="259063" y="509153"/>
                    <a:pt x="259759" y="509109"/>
                    <a:pt x="260176" y="509460"/>
                  </a:cubicBezTo>
                  <a:lnTo>
                    <a:pt x="265649" y="513631"/>
                  </a:lnTo>
                  <a:lnTo>
                    <a:pt x="283783" y="513631"/>
                  </a:lnTo>
                  <a:cubicBezTo>
                    <a:pt x="284293" y="513631"/>
                    <a:pt x="284757" y="513938"/>
                    <a:pt x="284896" y="514421"/>
                  </a:cubicBezTo>
                  <a:lnTo>
                    <a:pt x="286426" y="519470"/>
                  </a:lnTo>
                  <a:lnTo>
                    <a:pt x="300756" y="519470"/>
                  </a:lnTo>
                  <a:lnTo>
                    <a:pt x="301359" y="514553"/>
                  </a:lnTo>
                  <a:cubicBezTo>
                    <a:pt x="301359" y="514289"/>
                    <a:pt x="301499" y="514070"/>
                    <a:pt x="301684" y="513894"/>
                  </a:cubicBezTo>
                  <a:lnTo>
                    <a:pt x="304420" y="511392"/>
                  </a:lnTo>
                  <a:lnTo>
                    <a:pt x="312026" y="505290"/>
                  </a:lnTo>
                  <a:cubicBezTo>
                    <a:pt x="312026" y="505290"/>
                    <a:pt x="312305" y="505114"/>
                    <a:pt x="312444" y="505070"/>
                  </a:cubicBezTo>
                  <a:lnTo>
                    <a:pt x="322368" y="502392"/>
                  </a:lnTo>
                  <a:lnTo>
                    <a:pt x="328861" y="497783"/>
                  </a:lnTo>
                  <a:lnTo>
                    <a:pt x="330206" y="493217"/>
                  </a:lnTo>
                  <a:cubicBezTo>
                    <a:pt x="330345" y="492734"/>
                    <a:pt x="330809" y="492427"/>
                    <a:pt x="331319" y="492427"/>
                  </a:cubicBezTo>
                  <a:lnTo>
                    <a:pt x="335679" y="492427"/>
                  </a:lnTo>
                  <a:cubicBezTo>
                    <a:pt x="335679" y="492427"/>
                    <a:pt x="336096" y="492471"/>
                    <a:pt x="336282" y="492603"/>
                  </a:cubicBezTo>
                  <a:lnTo>
                    <a:pt x="343841" y="496949"/>
                  </a:lnTo>
                  <a:lnTo>
                    <a:pt x="353117" y="492559"/>
                  </a:lnTo>
                  <a:cubicBezTo>
                    <a:pt x="353117" y="492559"/>
                    <a:pt x="353441" y="492427"/>
                    <a:pt x="353627" y="492427"/>
                  </a:cubicBezTo>
                  <a:lnTo>
                    <a:pt x="358264" y="492427"/>
                  </a:lnTo>
                  <a:cubicBezTo>
                    <a:pt x="358682" y="492427"/>
                    <a:pt x="359053" y="492647"/>
                    <a:pt x="359285" y="492954"/>
                  </a:cubicBezTo>
                  <a:lnTo>
                    <a:pt x="363320" y="499539"/>
                  </a:lnTo>
                  <a:cubicBezTo>
                    <a:pt x="363320" y="499539"/>
                    <a:pt x="363459" y="499890"/>
                    <a:pt x="363459" y="500110"/>
                  </a:cubicBezTo>
                  <a:lnTo>
                    <a:pt x="363459" y="505948"/>
                  </a:lnTo>
                  <a:lnTo>
                    <a:pt x="368653" y="505948"/>
                  </a:lnTo>
                  <a:cubicBezTo>
                    <a:pt x="368653" y="505948"/>
                    <a:pt x="369070" y="505992"/>
                    <a:pt x="369256" y="506124"/>
                  </a:cubicBezTo>
                  <a:lnTo>
                    <a:pt x="376815" y="510602"/>
                  </a:lnTo>
                  <a:lnTo>
                    <a:pt x="378578" y="506695"/>
                  </a:lnTo>
                  <a:cubicBezTo>
                    <a:pt x="378763" y="506299"/>
                    <a:pt x="379181" y="506036"/>
                    <a:pt x="379644" y="506036"/>
                  </a:cubicBezTo>
                  <a:lnTo>
                    <a:pt x="384004" y="506036"/>
                  </a:lnTo>
                  <a:cubicBezTo>
                    <a:pt x="384375" y="506036"/>
                    <a:pt x="384699" y="506212"/>
                    <a:pt x="384931" y="506431"/>
                  </a:cubicBezTo>
                  <a:lnTo>
                    <a:pt x="391007" y="513719"/>
                  </a:lnTo>
                  <a:cubicBezTo>
                    <a:pt x="391007" y="513719"/>
                    <a:pt x="391192" y="514026"/>
                    <a:pt x="391239" y="514202"/>
                  </a:cubicBezTo>
                  <a:lnTo>
                    <a:pt x="392769" y="522543"/>
                  </a:lnTo>
                  <a:lnTo>
                    <a:pt x="395273" y="521752"/>
                  </a:lnTo>
                  <a:cubicBezTo>
                    <a:pt x="395552" y="521665"/>
                    <a:pt x="395830" y="521665"/>
                    <a:pt x="396062" y="521752"/>
                  </a:cubicBezTo>
                  <a:lnTo>
                    <a:pt x="399540" y="522982"/>
                  </a:lnTo>
                  <a:cubicBezTo>
                    <a:pt x="400004" y="523157"/>
                    <a:pt x="400282" y="523552"/>
                    <a:pt x="400282" y="523991"/>
                  </a:cubicBezTo>
                  <a:lnTo>
                    <a:pt x="400282" y="542912"/>
                  </a:lnTo>
                  <a:cubicBezTo>
                    <a:pt x="400282" y="542912"/>
                    <a:pt x="400236" y="543307"/>
                    <a:pt x="400097" y="543483"/>
                  </a:cubicBezTo>
                  <a:lnTo>
                    <a:pt x="396618" y="549058"/>
                  </a:lnTo>
                  <a:lnTo>
                    <a:pt x="397870" y="552131"/>
                  </a:lnTo>
                  <a:cubicBezTo>
                    <a:pt x="398056" y="552526"/>
                    <a:pt x="397917" y="553009"/>
                    <a:pt x="397592" y="553317"/>
                  </a:cubicBezTo>
                  <a:lnTo>
                    <a:pt x="391795" y="558541"/>
                  </a:lnTo>
                  <a:cubicBezTo>
                    <a:pt x="391424" y="558892"/>
                    <a:pt x="390821" y="558936"/>
                    <a:pt x="390357" y="558672"/>
                  </a:cubicBezTo>
                  <a:lnTo>
                    <a:pt x="388920" y="557838"/>
                  </a:lnTo>
                  <a:lnTo>
                    <a:pt x="388039" y="561043"/>
                  </a:lnTo>
                  <a:cubicBezTo>
                    <a:pt x="388039" y="561043"/>
                    <a:pt x="387853" y="561438"/>
                    <a:pt x="387668" y="561570"/>
                  </a:cubicBezTo>
                  <a:lnTo>
                    <a:pt x="382520" y="565740"/>
                  </a:lnTo>
                  <a:lnTo>
                    <a:pt x="383354" y="566530"/>
                  </a:lnTo>
                  <a:cubicBezTo>
                    <a:pt x="383725" y="566882"/>
                    <a:pt x="383818" y="567452"/>
                    <a:pt x="383494" y="567891"/>
                  </a:cubicBezTo>
                  <a:lnTo>
                    <a:pt x="380525" y="572238"/>
                  </a:lnTo>
                  <a:lnTo>
                    <a:pt x="380757" y="574828"/>
                  </a:lnTo>
                  <a:lnTo>
                    <a:pt x="384838" y="577023"/>
                  </a:lnTo>
                  <a:cubicBezTo>
                    <a:pt x="385117" y="577154"/>
                    <a:pt x="385302" y="577418"/>
                    <a:pt x="385395" y="577681"/>
                  </a:cubicBezTo>
                  <a:cubicBezTo>
                    <a:pt x="385488" y="577988"/>
                    <a:pt x="385395" y="578296"/>
                    <a:pt x="385256" y="578515"/>
                  </a:cubicBezTo>
                  <a:lnTo>
                    <a:pt x="381407" y="584529"/>
                  </a:lnTo>
                  <a:lnTo>
                    <a:pt x="382984" y="584529"/>
                  </a:lnTo>
                  <a:lnTo>
                    <a:pt x="389615" y="579569"/>
                  </a:lnTo>
                  <a:cubicBezTo>
                    <a:pt x="389615" y="579569"/>
                    <a:pt x="390126" y="579349"/>
                    <a:pt x="390404" y="579349"/>
                  </a:cubicBezTo>
                  <a:lnTo>
                    <a:pt x="402276" y="579876"/>
                  </a:lnTo>
                  <a:cubicBezTo>
                    <a:pt x="402740" y="579876"/>
                    <a:pt x="403158" y="580183"/>
                    <a:pt x="403297" y="580578"/>
                  </a:cubicBezTo>
                  <a:cubicBezTo>
                    <a:pt x="403482" y="580974"/>
                    <a:pt x="403343" y="581456"/>
                    <a:pt x="403019" y="581764"/>
                  </a:cubicBezTo>
                  <a:lnTo>
                    <a:pt x="399030" y="585539"/>
                  </a:lnTo>
                  <a:lnTo>
                    <a:pt x="402926" y="588349"/>
                  </a:lnTo>
                  <a:cubicBezTo>
                    <a:pt x="403204" y="588568"/>
                    <a:pt x="403389" y="588876"/>
                    <a:pt x="403389" y="589227"/>
                  </a:cubicBezTo>
                  <a:lnTo>
                    <a:pt x="403389" y="595548"/>
                  </a:lnTo>
                  <a:lnTo>
                    <a:pt x="411784" y="595548"/>
                  </a:lnTo>
                  <a:cubicBezTo>
                    <a:pt x="412433" y="595548"/>
                    <a:pt x="412943" y="596031"/>
                    <a:pt x="412943" y="596646"/>
                  </a:cubicBezTo>
                  <a:lnTo>
                    <a:pt x="412943" y="600202"/>
                  </a:lnTo>
                  <a:cubicBezTo>
                    <a:pt x="412943" y="600553"/>
                    <a:pt x="412758" y="600904"/>
                    <a:pt x="412433" y="601124"/>
                  </a:cubicBezTo>
                  <a:lnTo>
                    <a:pt x="408584" y="603538"/>
                  </a:lnTo>
                  <a:lnTo>
                    <a:pt x="408584" y="607884"/>
                  </a:lnTo>
                  <a:lnTo>
                    <a:pt x="407424" y="612538"/>
                  </a:lnTo>
                  <a:lnTo>
                    <a:pt x="417256" y="612538"/>
                  </a:lnTo>
                  <a:cubicBezTo>
                    <a:pt x="417720" y="612538"/>
                    <a:pt x="418137" y="612801"/>
                    <a:pt x="418323" y="613152"/>
                  </a:cubicBezTo>
                  <a:lnTo>
                    <a:pt x="422358" y="621318"/>
                  </a:lnTo>
                  <a:lnTo>
                    <a:pt x="428850" y="621318"/>
                  </a:lnTo>
                  <a:lnTo>
                    <a:pt x="435251" y="617630"/>
                  </a:lnTo>
                  <a:cubicBezTo>
                    <a:pt x="435575" y="617455"/>
                    <a:pt x="435946" y="617411"/>
                    <a:pt x="436271" y="617542"/>
                  </a:cubicBezTo>
                  <a:cubicBezTo>
                    <a:pt x="436596" y="617674"/>
                    <a:pt x="436874" y="617894"/>
                    <a:pt x="436966" y="618245"/>
                  </a:cubicBezTo>
                  <a:lnTo>
                    <a:pt x="439888" y="626805"/>
                  </a:lnTo>
                  <a:lnTo>
                    <a:pt x="446288" y="626805"/>
                  </a:lnTo>
                  <a:lnTo>
                    <a:pt x="446288" y="622635"/>
                  </a:lnTo>
                  <a:lnTo>
                    <a:pt x="441141" y="611045"/>
                  </a:lnTo>
                  <a:cubicBezTo>
                    <a:pt x="440955" y="610650"/>
                    <a:pt x="441048" y="610167"/>
                    <a:pt x="441372" y="609860"/>
                  </a:cubicBezTo>
                  <a:lnTo>
                    <a:pt x="444851" y="606567"/>
                  </a:lnTo>
                  <a:cubicBezTo>
                    <a:pt x="445175" y="606260"/>
                    <a:pt x="445639" y="606172"/>
                    <a:pt x="446057" y="606304"/>
                  </a:cubicBezTo>
                  <a:lnTo>
                    <a:pt x="452178" y="608235"/>
                  </a:lnTo>
                  <a:lnTo>
                    <a:pt x="457187" y="601475"/>
                  </a:lnTo>
                  <a:cubicBezTo>
                    <a:pt x="457558" y="600992"/>
                    <a:pt x="458300" y="600860"/>
                    <a:pt x="458810" y="601211"/>
                  </a:cubicBezTo>
                  <a:lnTo>
                    <a:pt x="466370" y="606216"/>
                  </a:lnTo>
                  <a:lnTo>
                    <a:pt x="468086" y="602748"/>
                  </a:lnTo>
                  <a:cubicBezTo>
                    <a:pt x="468364" y="602221"/>
                    <a:pt x="468967" y="601958"/>
                    <a:pt x="469570" y="602177"/>
                  </a:cubicBezTo>
                  <a:lnTo>
                    <a:pt x="474718" y="604021"/>
                  </a:lnTo>
                  <a:lnTo>
                    <a:pt x="476248" y="601299"/>
                  </a:lnTo>
                  <a:cubicBezTo>
                    <a:pt x="476434" y="600948"/>
                    <a:pt x="476805" y="600773"/>
                    <a:pt x="477176" y="600729"/>
                  </a:cubicBezTo>
                  <a:cubicBezTo>
                    <a:pt x="477547" y="600641"/>
                    <a:pt x="477964" y="600860"/>
                    <a:pt x="478196" y="601168"/>
                  </a:cubicBezTo>
                  <a:lnTo>
                    <a:pt x="481025" y="604680"/>
                  </a:lnTo>
                  <a:lnTo>
                    <a:pt x="481025" y="600773"/>
                  </a:lnTo>
                  <a:cubicBezTo>
                    <a:pt x="481025" y="600377"/>
                    <a:pt x="481257" y="599982"/>
                    <a:pt x="481674" y="599807"/>
                  </a:cubicBezTo>
                  <a:cubicBezTo>
                    <a:pt x="482045" y="599631"/>
                    <a:pt x="482555" y="599675"/>
                    <a:pt x="482880" y="599894"/>
                  </a:cubicBezTo>
                  <a:lnTo>
                    <a:pt x="487332" y="602968"/>
                  </a:lnTo>
                  <a:lnTo>
                    <a:pt x="488724" y="600509"/>
                  </a:lnTo>
                  <a:cubicBezTo>
                    <a:pt x="489002" y="600026"/>
                    <a:pt x="489605" y="599807"/>
                    <a:pt x="490115" y="599982"/>
                  </a:cubicBezTo>
                  <a:lnTo>
                    <a:pt x="493500" y="601124"/>
                  </a:lnTo>
                  <a:lnTo>
                    <a:pt x="493500" y="598007"/>
                  </a:lnTo>
                  <a:cubicBezTo>
                    <a:pt x="493500" y="597656"/>
                    <a:pt x="493640" y="597348"/>
                    <a:pt x="493918" y="597173"/>
                  </a:cubicBezTo>
                  <a:lnTo>
                    <a:pt x="500272" y="592256"/>
                  </a:lnTo>
                  <a:cubicBezTo>
                    <a:pt x="500689" y="591905"/>
                    <a:pt x="501338" y="591949"/>
                    <a:pt x="501756" y="592256"/>
                  </a:cubicBezTo>
                  <a:lnTo>
                    <a:pt x="511402" y="599894"/>
                  </a:lnTo>
                  <a:lnTo>
                    <a:pt x="513535" y="598051"/>
                  </a:lnTo>
                  <a:cubicBezTo>
                    <a:pt x="513953" y="597699"/>
                    <a:pt x="514556" y="597656"/>
                    <a:pt x="514973" y="597963"/>
                  </a:cubicBezTo>
                  <a:lnTo>
                    <a:pt x="517709" y="599851"/>
                  </a:lnTo>
                  <a:lnTo>
                    <a:pt x="523275" y="598578"/>
                  </a:lnTo>
                  <a:cubicBezTo>
                    <a:pt x="523553" y="598490"/>
                    <a:pt x="523924" y="598578"/>
                    <a:pt x="524156" y="598709"/>
                  </a:cubicBezTo>
                  <a:lnTo>
                    <a:pt x="528191" y="601168"/>
                  </a:lnTo>
                  <a:cubicBezTo>
                    <a:pt x="528469" y="601343"/>
                    <a:pt x="528654" y="601607"/>
                    <a:pt x="528701" y="601958"/>
                  </a:cubicBezTo>
                  <a:cubicBezTo>
                    <a:pt x="528701" y="602265"/>
                    <a:pt x="528654" y="602616"/>
                    <a:pt x="528423" y="602836"/>
                  </a:cubicBezTo>
                  <a:lnTo>
                    <a:pt x="523043" y="608411"/>
                  </a:lnTo>
                  <a:lnTo>
                    <a:pt x="524944" y="614996"/>
                  </a:lnTo>
                  <a:lnTo>
                    <a:pt x="529582" y="614996"/>
                  </a:lnTo>
                  <a:cubicBezTo>
                    <a:pt x="529907" y="614996"/>
                    <a:pt x="530185" y="615128"/>
                    <a:pt x="530417" y="615347"/>
                  </a:cubicBezTo>
                  <a:lnTo>
                    <a:pt x="534962" y="619913"/>
                  </a:lnTo>
                  <a:lnTo>
                    <a:pt x="541640" y="619386"/>
                  </a:lnTo>
                  <a:cubicBezTo>
                    <a:pt x="541640" y="619386"/>
                    <a:pt x="542150" y="619386"/>
                    <a:pt x="542336" y="619562"/>
                  </a:cubicBezTo>
                  <a:lnTo>
                    <a:pt x="546510" y="622020"/>
                  </a:lnTo>
                  <a:cubicBezTo>
                    <a:pt x="546510" y="622020"/>
                    <a:pt x="546742" y="622196"/>
                    <a:pt x="546834" y="622284"/>
                  </a:cubicBezTo>
                  <a:lnTo>
                    <a:pt x="547205" y="622766"/>
                  </a:lnTo>
                  <a:cubicBezTo>
                    <a:pt x="548597" y="622547"/>
                    <a:pt x="550081" y="622415"/>
                    <a:pt x="551889" y="622415"/>
                  </a:cubicBezTo>
                  <a:lnTo>
                    <a:pt x="553049" y="618289"/>
                  </a:lnTo>
                  <a:lnTo>
                    <a:pt x="555646" y="621845"/>
                  </a:lnTo>
                  <a:lnTo>
                    <a:pt x="558521" y="621845"/>
                  </a:lnTo>
                  <a:lnTo>
                    <a:pt x="563159" y="622679"/>
                  </a:lnTo>
                  <a:lnTo>
                    <a:pt x="563159" y="624610"/>
                  </a:lnTo>
                  <a:lnTo>
                    <a:pt x="566359" y="624083"/>
                  </a:lnTo>
                  <a:lnTo>
                    <a:pt x="569559" y="623557"/>
                  </a:lnTo>
                  <a:lnTo>
                    <a:pt x="571878" y="622723"/>
                  </a:lnTo>
                  <a:lnTo>
                    <a:pt x="573594" y="625181"/>
                  </a:lnTo>
                  <a:cubicBezTo>
                    <a:pt x="573594" y="625181"/>
                    <a:pt x="567519" y="631239"/>
                    <a:pt x="573594" y="637254"/>
                  </a:cubicBezTo>
                  <a:cubicBezTo>
                    <a:pt x="573594" y="637254"/>
                    <a:pt x="570997" y="643575"/>
                    <a:pt x="579669" y="643839"/>
                  </a:cubicBezTo>
                  <a:cubicBezTo>
                    <a:pt x="579669" y="643839"/>
                    <a:pt x="584585" y="644936"/>
                    <a:pt x="584585" y="640809"/>
                  </a:cubicBezTo>
                  <a:cubicBezTo>
                    <a:pt x="584585" y="636683"/>
                    <a:pt x="581385" y="633698"/>
                    <a:pt x="581385" y="633698"/>
                  </a:cubicBezTo>
                  <a:lnTo>
                    <a:pt x="579345" y="632029"/>
                  </a:lnTo>
                  <a:lnTo>
                    <a:pt x="584539" y="632293"/>
                  </a:lnTo>
                  <a:lnTo>
                    <a:pt x="583101" y="629834"/>
                  </a:lnTo>
                  <a:lnTo>
                    <a:pt x="584539" y="628473"/>
                  </a:lnTo>
                  <a:lnTo>
                    <a:pt x="588017" y="626278"/>
                  </a:lnTo>
                  <a:cubicBezTo>
                    <a:pt x="588017" y="626278"/>
                    <a:pt x="597849" y="625752"/>
                    <a:pt x="598174" y="623820"/>
                  </a:cubicBezTo>
                  <a:cubicBezTo>
                    <a:pt x="598174" y="623820"/>
                    <a:pt x="604249" y="623820"/>
                    <a:pt x="606012" y="620791"/>
                  </a:cubicBezTo>
                  <a:cubicBezTo>
                    <a:pt x="607774" y="617762"/>
                    <a:pt x="610928" y="619957"/>
                    <a:pt x="610928" y="619957"/>
                  </a:cubicBezTo>
                  <a:lnTo>
                    <a:pt x="613247" y="620220"/>
                  </a:lnTo>
                  <a:lnTo>
                    <a:pt x="615009" y="619123"/>
                  </a:lnTo>
                  <a:lnTo>
                    <a:pt x="617884" y="619123"/>
                  </a:lnTo>
                  <a:lnTo>
                    <a:pt x="619925" y="617455"/>
                  </a:lnTo>
                  <a:lnTo>
                    <a:pt x="623403" y="617455"/>
                  </a:lnTo>
                  <a:lnTo>
                    <a:pt x="625444" y="614162"/>
                  </a:lnTo>
                  <a:lnTo>
                    <a:pt x="626881" y="615830"/>
                  </a:lnTo>
                  <a:cubicBezTo>
                    <a:pt x="626881" y="615830"/>
                    <a:pt x="634719" y="616094"/>
                    <a:pt x="633838" y="608148"/>
                  </a:cubicBezTo>
                  <a:cubicBezTo>
                    <a:pt x="633838" y="608148"/>
                    <a:pt x="632957" y="600202"/>
                    <a:pt x="639032" y="604285"/>
                  </a:cubicBezTo>
                  <a:cubicBezTo>
                    <a:pt x="645108" y="608411"/>
                    <a:pt x="648586" y="609772"/>
                    <a:pt x="648308" y="605119"/>
                  </a:cubicBezTo>
                  <a:lnTo>
                    <a:pt x="654661" y="599368"/>
                  </a:lnTo>
                  <a:lnTo>
                    <a:pt x="660180" y="602089"/>
                  </a:lnTo>
                  <a:cubicBezTo>
                    <a:pt x="660180" y="602089"/>
                    <a:pt x="665375" y="604285"/>
                    <a:pt x="671496" y="600421"/>
                  </a:cubicBezTo>
                  <a:cubicBezTo>
                    <a:pt x="677572" y="596558"/>
                    <a:pt x="683647" y="597963"/>
                    <a:pt x="685131" y="593002"/>
                  </a:cubicBezTo>
                  <a:cubicBezTo>
                    <a:pt x="686569" y="588085"/>
                    <a:pt x="694407" y="589139"/>
                    <a:pt x="694407" y="589139"/>
                  </a:cubicBezTo>
                  <a:lnTo>
                    <a:pt x="696169" y="585276"/>
                  </a:lnTo>
                  <a:lnTo>
                    <a:pt x="699647" y="581983"/>
                  </a:lnTo>
                  <a:lnTo>
                    <a:pt x="704563" y="577593"/>
                  </a:lnTo>
                  <a:lnTo>
                    <a:pt x="704563" y="573467"/>
                  </a:lnTo>
                  <a:lnTo>
                    <a:pt x="708042" y="573467"/>
                  </a:lnTo>
                  <a:lnTo>
                    <a:pt x="713839" y="573730"/>
                  </a:lnTo>
                  <a:lnTo>
                    <a:pt x="713839" y="569340"/>
                  </a:lnTo>
                  <a:lnTo>
                    <a:pt x="715555" y="569077"/>
                  </a:lnTo>
                  <a:lnTo>
                    <a:pt x="717874" y="564950"/>
                  </a:lnTo>
                  <a:lnTo>
                    <a:pt x="717874" y="563282"/>
                  </a:lnTo>
                  <a:lnTo>
                    <a:pt x="721352" y="563282"/>
                  </a:lnTo>
                  <a:lnTo>
                    <a:pt x="722790" y="560253"/>
                  </a:lnTo>
                  <a:lnTo>
                    <a:pt x="722790" y="558321"/>
                  </a:lnTo>
                  <a:lnTo>
                    <a:pt x="726268" y="559419"/>
                  </a:lnTo>
                  <a:lnTo>
                    <a:pt x="732065" y="557224"/>
                  </a:lnTo>
                  <a:lnTo>
                    <a:pt x="727984" y="555863"/>
                  </a:lnTo>
                  <a:lnTo>
                    <a:pt x="729143" y="553404"/>
                  </a:lnTo>
                  <a:lnTo>
                    <a:pt x="729143" y="549014"/>
                  </a:lnTo>
                  <a:lnTo>
                    <a:pt x="728865" y="546819"/>
                  </a:lnTo>
                  <a:cubicBezTo>
                    <a:pt x="728865" y="546819"/>
                    <a:pt x="732343" y="545722"/>
                    <a:pt x="732065" y="540761"/>
                  </a:cubicBezTo>
                  <a:lnTo>
                    <a:pt x="728308" y="539093"/>
                  </a:lnTo>
                  <a:lnTo>
                    <a:pt x="730024" y="537425"/>
                  </a:lnTo>
                  <a:lnTo>
                    <a:pt x="732065" y="537952"/>
                  </a:lnTo>
                  <a:lnTo>
                    <a:pt x="734662" y="539883"/>
                  </a:lnTo>
                  <a:lnTo>
                    <a:pt x="736703" y="538786"/>
                  </a:lnTo>
                  <a:lnTo>
                    <a:pt x="736703" y="536327"/>
                  </a:lnTo>
                  <a:cubicBezTo>
                    <a:pt x="736703" y="536327"/>
                    <a:pt x="739903" y="534396"/>
                    <a:pt x="739903" y="530840"/>
                  </a:cubicBezTo>
                  <a:cubicBezTo>
                    <a:pt x="739903" y="530840"/>
                    <a:pt x="743103" y="533298"/>
                    <a:pt x="744262" y="525923"/>
                  </a:cubicBezTo>
                  <a:lnTo>
                    <a:pt x="746303" y="519601"/>
                  </a:lnTo>
                  <a:cubicBezTo>
                    <a:pt x="746303" y="519601"/>
                    <a:pt x="750941" y="518504"/>
                    <a:pt x="752378" y="512182"/>
                  </a:cubicBezTo>
                  <a:lnTo>
                    <a:pt x="753816" y="513543"/>
                  </a:lnTo>
                  <a:lnTo>
                    <a:pt x="757851" y="511085"/>
                  </a:lnTo>
                  <a:lnTo>
                    <a:pt x="761607" y="509987"/>
                  </a:lnTo>
                  <a:lnTo>
                    <a:pt x="761607" y="507792"/>
                  </a:lnTo>
                  <a:lnTo>
                    <a:pt x="758732" y="505334"/>
                  </a:lnTo>
                  <a:lnTo>
                    <a:pt x="756413" y="503402"/>
                  </a:lnTo>
                  <a:cubicBezTo>
                    <a:pt x="756413" y="503402"/>
                    <a:pt x="761932" y="505334"/>
                    <a:pt x="761607" y="501207"/>
                  </a:cubicBezTo>
                  <a:cubicBezTo>
                    <a:pt x="761329" y="497080"/>
                    <a:pt x="758129" y="496290"/>
                    <a:pt x="758129" y="496290"/>
                  </a:cubicBezTo>
                  <a:lnTo>
                    <a:pt x="761607" y="495764"/>
                  </a:lnTo>
                  <a:lnTo>
                    <a:pt x="763926" y="497959"/>
                  </a:lnTo>
                  <a:lnTo>
                    <a:pt x="766245" y="497124"/>
                  </a:lnTo>
                  <a:lnTo>
                    <a:pt x="766245" y="488344"/>
                  </a:lnTo>
                  <a:lnTo>
                    <a:pt x="761329" y="489178"/>
                  </a:lnTo>
                  <a:lnTo>
                    <a:pt x="766245" y="484788"/>
                  </a:lnTo>
                  <a:lnTo>
                    <a:pt x="760170" y="479564"/>
                  </a:lnTo>
                  <a:lnTo>
                    <a:pt x="755254" y="475174"/>
                  </a:lnTo>
                  <a:lnTo>
                    <a:pt x="749735" y="478467"/>
                  </a:lnTo>
                  <a:lnTo>
                    <a:pt x="746859" y="476535"/>
                  </a:lnTo>
                  <a:cubicBezTo>
                    <a:pt x="746859" y="476535"/>
                    <a:pt x="753213" y="470477"/>
                    <a:pt x="757851" y="469423"/>
                  </a:cubicBezTo>
                  <a:lnTo>
                    <a:pt x="761607" y="466965"/>
                  </a:lnTo>
                  <a:lnTo>
                    <a:pt x="766245" y="467492"/>
                  </a:lnTo>
                  <a:cubicBezTo>
                    <a:pt x="766245" y="467492"/>
                    <a:pt x="763648" y="460643"/>
                    <a:pt x="755810" y="453224"/>
                  </a:cubicBezTo>
                  <a:lnTo>
                    <a:pt x="761607" y="448571"/>
                  </a:lnTo>
                  <a:lnTo>
                    <a:pt x="757526" y="444708"/>
                  </a:lnTo>
                  <a:lnTo>
                    <a:pt x="756970" y="441679"/>
                  </a:lnTo>
                  <a:lnTo>
                    <a:pt x="754372" y="436191"/>
                  </a:lnTo>
                  <a:lnTo>
                    <a:pt x="746535" y="425743"/>
                  </a:lnTo>
                  <a:lnTo>
                    <a:pt x="743056" y="418631"/>
                  </a:lnTo>
                  <a:cubicBezTo>
                    <a:pt x="743056" y="418631"/>
                    <a:pt x="741619" y="409851"/>
                    <a:pt x="736657" y="403266"/>
                  </a:cubicBezTo>
                  <a:lnTo>
                    <a:pt x="732575" y="401598"/>
                  </a:lnTo>
                  <a:lnTo>
                    <a:pt x="728819" y="399666"/>
                  </a:lnTo>
                  <a:cubicBezTo>
                    <a:pt x="728819" y="399666"/>
                    <a:pt x="721306" y="396944"/>
                    <a:pt x="721862" y="393608"/>
                  </a:cubicBezTo>
                  <a:cubicBezTo>
                    <a:pt x="722419" y="390272"/>
                    <a:pt x="727659" y="381799"/>
                    <a:pt x="730257" y="379911"/>
                  </a:cubicBezTo>
                  <a:cubicBezTo>
                    <a:pt x="730257" y="379911"/>
                    <a:pt x="734894" y="376619"/>
                    <a:pt x="735173" y="375785"/>
                  </a:cubicBezTo>
                  <a:cubicBezTo>
                    <a:pt x="735451" y="374951"/>
                    <a:pt x="737491" y="373326"/>
                    <a:pt x="737491" y="373326"/>
                  </a:cubicBezTo>
                  <a:lnTo>
                    <a:pt x="736054" y="371395"/>
                  </a:lnTo>
                  <a:lnTo>
                    <a:pt x="738651" y="369726"/>
                  </a:lnTo>
                  <a:lnTo>
                    <a:pt x="740088" y="371921"/>
                  </a:lnTo>
                  <a:lnTo>
                    <a:pt x="743567" y="371395"/>
                  </a:lnTo>
                  <a:lnTo>
                    <a:pt x="744726" y="366478"/>
                  </a:lnTo>
                  <a:lnTo>
                    <a:pt x="748807" y="364283"/>
                  </a:lnTo>
                  <a:lnTo>
                    <a:pt x="749689" y="361254"/>
                  </a:lnTo>
                  <a:cubicBezTo>
                    <a:pt x="749689" y="361254"/>
                    <a:pt x="758361" y="363449"/>
                    <a:pt x="763602" y="357961"/>
                  </a:cubicBezTo>
                  <a:lnTo>
                    <a:pt x="766199" y="357698"/>
                  </a:lnTo>
                  <a:cubicBezTo>
                    <a:pt x="766199" y="357698"/>
                    <a:pt x="773712" y="360727"/>
                    <a:pt x="774315" y="356864"/>
                  </a:cubicBezTo>
                  <a:cubicBezTo>
                    <a:pt x="774918" y="353001"/>
                    <a:pt x="774315" y="346986"/>
                    <a:pt x="774315" y="346986"/>
                  </a:cubicBezTo>
                  <a:lnTo>
                    <a:pt x="767637" y="345625"/>
                  </a:lnTo>
                  <a:lnTo>
                    <a:pt x="764761" y="345098"/>
                  </a:lnTo>
                  <a:lnTo>
                    <a:pt x="760402" y="346196"/>
                  </a:lnTo>
                  <a:cubicBezTo>
                    <a:pt x="760402" y="346196"/>
                    <a:pt x="753723" y="345362"/>
                    <a:pt x="751683" y="342640"/>
                  </a:cubicBezTo>
                  <a:cubicBezTo>
                    <a:pt x="749642" y="339918"/>
                    <a:pt x="741248" y="337416"/>
                    <a:pt x="736888" y="344572"/>
                  </a:cubicBezTo>
                  <a:cubicBezTo>
                    <a:pt x="736888" y="344572"/>
                    <a:pt x="730210" y="346240"/>
                    <a:pt x="730535" y="353615"/>
                  </a:cubicBezTo>
                  <a:cubicBezTo>
                    <a:pt x="730535" y="353615"/>
                    <a:pt x="723300" y="356908"/>
                    <a:pt x="718384" y="350323"/>
                  </a:cubicBezTo>
                  <a:cubicBezTo>
                    <a:pt x="713468" y="343738"/>
                    <a:pt x="719543" y="342069"/>
                    <a:pt x="719543" y="340182"/>
                  </a:cubicBezTo>
                  <a:cubicBezTo>
                    <a:pt x="719543" y="338294"/>
                    <a:pt x="717225" y="332236"/>
                    <a:pt x="713468" y="333860"/>
                  </a:cubicBezTo>
                  <a:lnTo>
                    <a:pt x="709387" y="333597"/>
                  </a:lnTo>
                  <a:lnTo>
                    <a:pt x="704749" y="333333"/>
                  </a:lnTo>
                  <a:lnTo>
                    <a:pt x="703590" y="336055"/>
                  </a:lnTo>
                  <a:lnTo>
                    <a:pt x="701549" y="336055"/>
                  </a:lnTo>
                  <a:lnTo>
                    <a:pt x="702708" y="331402"/>
                  </a:lnTo>
                  <a:lnTo>
                    <a:pt x="699833" y="329470"/>
                  </a:lnTo>
                  <a:cubicBezTo>
                    <a:pt x="699833" y="329470"/>
                    <a:pt x="694639" y="325914"/>
                    <a:pt x="697514" y="317397"/>
                  </a:cubicBezTo>
                  <a:cubicBezTo>
                    <a:pt x="697514" y="317397"/>
                    <a:pt x="699230" y="311076"/>
                    <a:pt x="704471" y="311339"/>
                  </a:cubicBezTo>
                  <a:lnTo>
                    <a:pt x="711149" y="318188"/>
                  </a:lnTo>
                  <a:lnTo>
                    <a:pt x="712309" y="314325"/>
                  </a:lnTo>
                  <a:cubicBezTo>
                    <a:pt x="712309" y="314325"/>
                    <a:pt x="723346" y="312393"/>
                    <a:pt x="723022" y="303613"/>
                  </a:cubicBezTo>
                  <a:cubicBezTo>
                    <a:pt x="722743" y="294833"/>
                    <a:pt x="737491" y="295930"/>
                    <a:pt x="740970" y="293165"/>
                  </a:cubicBezTo>
                  <a:cubicBezTo>
                    <a:pt x="744448" y="290399"/>
                    <a:pt x="749086" y="282716"/>
                    <a:pt x="749086" y="282716"/>
                  </a:cubicBezTo>
                  <a:lnTo>
                    <a:pt x="752286" y="279161"/>
                  </a:lnTo>
                  <a:lnTo>
                    <a:pt x="755486" y="280609"/>
                  </a:lnTo>
                  <a:lnTo>
                    <a:pt x="761283" y="280609"/>
                  </a:lnTo>
                  <a:lnTo>
                    <a:pt x="762164" y="278897"/>
                  </a:lnTo>
                  <a:cubicBezTo>
                    <a:pt x="762164" y="278897"/>
                    <a:pt x="769677" y="284648"/>
                    <a:pt x="769399" y="286009"/>
                  </a:cubicBezTo>
                  <a:cubicBezTo>
                    <a:pt x="769120" y="287370"/>
                    <a:pt x="769399" y="289872"/>
                    <a:pt x="767080" y="292067"/>
                  </a:cubicBezTo>
                  <a:cubicBezTo>
                    <a:pt x="764761" y="294262"/>
                    <a:pt x="755764" y="300584"/>
                    <a:pt x="757248" y="303876"/>
                  </a:cubicBezTo>
                  <a:lnTo>
                    <a:pt x="753491" y="305545"/>
                  </a:lnTo>
                  <a:cubicBezTo>
                    <a:pt x="753491" y="305545"/>
                    <a:pt x="755254" y="311032"/>
                    <a:pt x="760726" y="309671"/>
                  </a:cubicBezTo>
                  <a:lnTo>
                    <a:pt x="759567" y="312964"/>
                  </a:lnTo>
                  <a:lnTo>
                    <a:pt x="755810" y="316256"/>
                  </a:lnTo>
                  <a:lnTo>
                    <a:pt x="750894" y="318188"/>
                  </a:lnTo>
                  <a:lnTo>
                    <a:pt x="751451" y="320646"/>
                  </a:lnTo>
                  <a:lnTo>
                    <a:pt x="757805" y="319285"/>
                  </a:lnTo>
                  <a:lnTo>
                    <a:pt x="761005" y="318758"/>
                  </a:lnTo>
                  <a:lnTo>
                    <a:pt x="761283" y="316300"/>
                  </a:lnTo>
                  <a:lnTo>
                    <a:pt x="765921" y="315202"/>
                  </a:lnTo>
                  <a:cubicBezTo>
                    <a:pt x="765921" y="315202"/>
                    <a:pt x="770280" y="308617"/>
                    <a:pt x="778952" y="305062"/>
                  </a:cubicBezTo>
                  <a:cubicBezTo>
                    <a:pt x="784100" y="302954"/>
                    <a:pt x="791475" y="300584"/>
                    <a:pt x="798941" y="300803"/>
                  </a:cubicBezTo>
                  <a:lnTo>
                    <a:pt x="809979" y="288204"/>
                  </a:lnTo>
                  <a:lnTo>
                    <a:pt x="820878" y="279907"/>
                  </a:lnTo>
                  <a:close/>
                  <a:moveTo>
                    <a:pt x="697375" y="107248"/>
                  </a:moveTo>
                  <a:lnTo>
                    <a:pt x="689862" y="117389"/>
                  </a:lnTo>
                  <a:lnTo>
                    <a:pt x="686662" y="111331"/>
                  </a:lnTo>
                  <a:lnTo>
                    <a:pt x="697375" y="100882"/>
                  </a:lnTo>
                  <a:lnTo>
                    <a:pt x="697375" y="107204"/>
                  </a:lnTo>
                  <a:close/>
                  <a:moveTo>
                    <a:pt x="145207" y="201633"/>
                  </a:moveTo>
                  <a:lnTo>
                    <a:pt x="143770" y="198077"/>
                  </a:lnTo>
                  <a:lnTo>
                    <a:pt x="148964" y="198077"/>
                  </a:lnTo>
                  <a:lnTo>
                    <a:pt x="151839" y="201633"/>
                  </a:lnTo>
                  <a:lnTo>
                    <a:pt x="145161" y="201633"/>
                  </a:lnTo>
                  <a:close/>
                  <a:moveTo>
                    <a:pt x="193347" y="466394"/>
                  </a:moveTo>
                  <a:lnTo>
                    <a:pt x="185509" y="464199"/>
                  </a:lnTo>
                  <a:lnTo>
                    <a:pt x="188106" y="461302"/>
                  </a:lnTo>
                  <a:lnTo>
                    <a:pt x="195063" y="464199"/>
                  </a:lnTo>
                  <a:lnTo>
                    <a:pt x="193347" y="466394"/>
                  </a:lnTo>
                  <a:close/>
                  <a:moveTo>
                    <a:pt x="207260" y="462795"/>
                  </a:moveTo>
                  <a:lnTo>
                    <a:pt x="204245" y="468194"/>
                  </a:lnTo>
                  <a:lnTo>
                    <a:pt x="202901" y="468194"/>
                  </a:lnTo>
                  <a:lnTo>
                    <a:pt x="204245" y="461346"/>
                  </a:lnTo>
                  <a:lnTo>
                    <a:pt x="207260" y="457088"/>
                  </a:lnTo>
                  <a:lnTo>
                    <a:pt x="211295" y="461346"/>
                  </a:lnTo>
                  <a:lnTo>
                    <a:pt x="207260" y="462795"/>
                  </a:lnTo>
                  <a:close/>
                  <a:moveTo>
                    <a:pt x="211295" y="464199"/>
                  </a:moveTo>
                  <a:lnTo>
                    <a:pt x="215330" y="461302"/>
                  </a:lnTo>
                  <a:lnTo>
                    <a:pt x="218205" y="464199"/>
                  </a:lnTo>
                  <a:lnTo>
                    <a:pt x="211248" y="464199"/>
                  </a:lnTo>
                  <a:close/>
                  <a:moveTo>
                    <a:pt x="218576" y="260064"/>
                  </a:moveTo>
                  <a:lnTo>
                    <a:pt x="207538" y="260064"/>
                  </a:lnTo>
                  <a:lnTo>
                    <a:pt x="209301" y="256069"/>
                  </a:lnTo>
                  <a:lnTo>
                    <a:pt x="218576" y="256069"/>
                  </a:lnTo>
                  <a:lnTo>
                    <a:pt x="218576" y="260064"/>
                  </a:lnTo>
                  <a:close/>
                  <a:moveTo>
                    <a:pt x="220570" y="147329"/>
                  </a:moveTo>
                  <a:lnTo>
                    <a:pt x="215933" y="150885"/>
                  </a:lnTo>
                  <a:lnTo>
                    <a:pt x="212454" y="144300"/>
                  </a:lnTo>
                  <a:lnTo>
                    <a:pt x="220570" y="144300"/>
                  </a:lnTo>
                  <a:lnTo>
                    <a:pt x="220570" y="147329"/>
                  </a:lnTo>
                  <a:close/>
                  <a:moveTo>
                    <a:pt x="235643" y="464199"/>
                  </a:moveTo>
                  <a:lnTo>
                    <a:pt x="227527" y="458448"/>
                  </a:lnTo>
                  <a:lnTo>
                    <a:pt x="230727" y="458448"/>
                  </a:lnTo>
                  <a:lnTo>
                    <a:pt x="237962" y="462004"/>
                  </a:lnTo>
                  <a:lnTo>
                    <a:pt x="235643" y="464199"/>
                  </a:lnTo>
                  <a:close/>
                  <a:moveTo>
                    <a:pt x="244362" y="455156"/>
                  </a:moveTo>
                  <a:lnTo>
                    <a:pt x="240884" y="451293"/>
                  </a:lnTo>
                  <a:lnTo>
                    <a:pt x="238008" y="455156"/>
                  </a:lnTo>
                  <a:lnTo>
                    <a:pt x="238008" y="448834"/>
                  </a:lnTo>
                  <a:lnTo>
                    <a:pt x="245846" y="447473"/>
                  </a:lnTo>
                  <a:cubicBezTo>
                    <a:pt x="245846" y="447473"/>
                    <a:pt x="253684" y="451337"/>
                    <a:pt x="244408" y="455156"/>
                  </a:cubicBezTo>
                  <a:close/>
                  <a:moveTo>
                    <a:pt x="276548" y="468326"/>
                  </a:moveTo>
                  <a:lnTo>
                    <a:pt x="271353" y="472189"/>
                  </a:lnTo>
                  <a:lnTo>
                    <a:pt x="264953" y="472189"/>
                  </a:lnTo>
                  <a:lnTo>
                    <a:pt x="264953" y="469160"/>
                  </a:lnTo>
                  <a:lnTo>
                    <a:pt x="270751" y="468063"/>
                  </a:lnTo>
                  <a:lnTo>
                    <a:pt x="274229" y="464199"/>
                  </a:lnTo>
                  <a:lnTo>
                    <a:pt x="276548" y="466131"/>
                  </a:lnTo>
                  <a:lnTo>
                    <a:pt x="276548" y="468326"/>
                  </a:lnTo>
                  <a:close/>
                  <a:moveTo>
                    <a:pt x="373059" y="395364"/>
                  </a:moveTo>
                  <a:lnTo>
                    <a:pt x="369859" y="392642"/>
                  </a:lnTo>
                  <a:lnTo>
                    <a:pt x="373476" y="392642"/>
                  </a:lnTo>
                  <a:lnTo>
                    <a:pt x="377094" y="394003"/>
                  </a:lnTo>
                  <a:lnTo>
                    <a:pt x="373059" y="395364"/>
                  </a:lnTo>
                  <a:close/>
                  <a:moveTo>
                    <a:pt x="380897" y="396988"/>
                  </a:moveTo>
                  <a:lnTo>
                    <a:pt x="379134" y="395320"/>
                  </a:lnTo>
                  <a:lnTo>
                    <a:pt x="380897" y="390930"/>
                  </a:lnTo>
                  <a:lnTo>
                    <a:pt x="384375" y="393959"/>
                  </a:lnTo>
                  <a:lnTo>
                    <a:pt x="380897" y="396988"/>
                  </a:lnTo>
                  <a:close/>
                  <a:moveTo>
                    <a:pt x="379134" y="332806"/>
                  </a:moveTo>
                  <a:lnTo>
                    <a:pt x="375378" y="328153"/>
                  </a:lnTo>
                  <a:lnTo>
                    <a:pt x="381731" y="328153"/>
                  </a:lnTo>
                  <a:lnTo>
                    <a:pt x="384328" y="331709"/>
                  </a:lnTo>
                  <a:lnTo>
                    <a:pt x="379134" y="332806"/>
                  </a:lnTo>
                  <a:close/>
                  <a:moveTo>
                    <a:pt x="424074" y="361868"/>
                  </a:moveTo>
                  <a:cubicBezTo>
                    <a:pt x="424074" y="361868"/>
                    <a:pt x="412201" y="364063"/>
                    <a:pt x="412758" y="358312"/>
                  </a:cubicBezTo>
                  <a:cubicBezTo>
                    <a:pt x="413314" y="352561"/>
                    <a:pt x="423471" y="348435"/>
                    <a:pt x="426393" y="358312"/>
                  </a:cubicBezTo>
                  <a:cubicBezTo>
                    <a:pt x="426393" y="358312"/>
                    <a:pt x="430752" y="358839"/>
                    <a:pt x="430427" y="361034"/>
                  </a:cubicBezTo>
                  <a:cubicBezTo>
                    <a:pt x="430149" y="363229"/>
                    <a:pt x="426671" y="366258"/>
                    <a:pt x="424074" y="361868"/>
                  </a:cubicBezTo>
                  <a:close/>
                  <a:moveTo>
                    <a:pt x="680308" y="499056"/>
                  </a:moveTo>
                  <a:lnTo>
                    <a:pt x="680308" y="502612"/>
                  </a:lnTo>
                  <a:lnTo>
                    <a:pt x="677989" y="502612"/>
                  </a:lnTo>
                  <a:lnTo>
                    <a:pt x="675114" y="509460"/>
                  </a:lnTo>
                  <a:lnTo>
                    <a:pt x="673676" y="500417"/>
                  </a:lnTo>
                  <a:lnTo>
                    <a:pt x="670801" y="496027"/>
                  </a:lnTo>
                  <a:lnTo>
                    <a:pt x="670801" y="489442"/>
                  </a:lnTo>
                  <a:lnTo>
                    <a:pt x="673676" y="486983"/>
                  </a:lnTo>
                  <a:lnTo>
                    <a:pt x="673676" y="493305"/>
                  </a:lnTo>
                  <a:lnTo>
                    <a:pt x="680355" y="495764"/>
                  </a:lnTo>
                  <a:lnTo>
                    <a:pt x="680355" y="499056"/>
                  </a:lnTo>
                  <a:close/>
                  <a:moveTo>
                    <a:pt x="689584" y="400017"/>
                  </a:moveTo>
                  <a:lnTo>
                    <a:pt x="680308" y="391764"/>
                  </a:lnTo>
                  <a:lnTo>
                    <a:pt x="684343" y="389833"/>
                  </a:lnTo>
                  <a:lnTo>
                    <a:pt x="692181" y="399974"/>
                  </a:lnTo>
                  <a:lnTo>
                    <a:pt x="689584" y="399974"/>
                  </a:lnTo>
                  <a:close/>
                  <a:moveTo>
                    <a:pt x="739717" y="455990"/>
                  </a:moveTo>
                  <a:lnTo>
                    <a:pt x="741155" y="461478"/>
                  </a:lnTo>
                  <a:lnTo>
                    <a:pt x="743752" y="463146"/>
                  </a:lnTo>
                  <a:lnTo>
                    <a:pt x="741712" y="466438"/>
                  </a:lnTo>
                  <a:cubicBezTo>
                    <a:pt x="741712" y="466438"/>
                    <a:pt x="732158" y="466175"/>
                    <a:pt x="733039" y="461214"/>
                  </a:cubicBezTo>
                  <a:cubicBezTo>
                    <a:pt x="733920" y="456297"/>
                    <a:pt x="739717" y="455990"/>
                    <a:pt x="739717" y="455990"/>
                  </a:cubicBezTo>
                  <a:close/>
                  <a:moveTo>
                    <a:pt x="710824" y="424689"/>
                  </a:moveTo>
                  <a:lnTo>
                    <a:pt x="711891" y="417753"/>
                  </a:lnTo>
                  <a:cubicBezTo>
                    <a:pt x="711891" y="417753"/>
                    <a:pt x="714766" y="422758"/>
                    <a:pt x="716251" y="423021"/>
                  </a:cubicBezTo>
                  <a:cubicBezTo>
                    <a:pt x="717688" y="423284"/>
                    <a:pt x="711891" y="428245"/>
                    <a:pt x="711891" y="428245"/>
                  </a:cubicBezTo>
                  <a:cubicBezTo>
                    <a:pt x="711891" y="428245"/>
                    <a:pt x="704378" y="424689"/>
                    <a:pt x="705213" y="424689"/>
                  </a:cubicBezTo>
                  <a:lnTo>
                    <a:pt x="710778" y="42468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4" name="Freeform: Shape 2173">
              <a:extLst>
                <a:ext uri="{FF2B5EF4-FFF2-40B4-BE49-F238E27FC236}">
                  <a16:creationId xmlns:a16="http://schemas.microsoft.com/office/drawing/2014/main" id="{5600A3ED-D28E-AFCC-403A-A59E5D3F65AF}"/>
                </a:ext>
              </a:extLst>
            </p:cNvPr>
            <p:cNvSpPr>
              <a:spLocks/>
            </p:cNvSpPr>
            <p:nvPr/>
          </p:nvSpPr>
          <p:spPr>
            <a:xfrm>
              <a:off x="5611554" y="3825901"/>
              <a:ext cx="100997" cy="142716"/>
            </a:xfrm>
            <a:custGeom>
              <a:avLst/>
              <a:gdLst>
                <a:gd name="connsiteX0" fmla="*/ 57693 w 67664"/>
                <a:gd name="connsiteY0" fmla="*/ 65762 h 95614"/>
                <a:gd name="connsiteX1" fmla="*/ 60105 w 67664"/>
                <a:gd name="connsiteY1" fmla="*/ 58168 h 95614"/>
                <a:gd name="connsiteX2" fmla="*/ 59131 w 67664"/>
                <a:gd name="connsiteY2" fmla="*/ 57246 h 95614"/>
                <a:gd name="connsiteX3" fmla="*/ 58806 w 67664"/>
                <a:gd name="connsiteY3" fmla="*/ 56455 h 95614"/>
                <a:gd name="connsiteX4" fmla="*/ 58806 w 67664"/>
                <a:gd name="connsiteY4" fmla="*/ 29106 h 95614"/>
                <a:gd name="connsiteX5" fmla="*/ 51757 w 67664"/>
                <a:gd name="connsiteY5" fmla="*/ 26735 h 95614"/>
                <a:gd name="connsiteX6" fmla="*/ 51015 w 67664"/>
                <a:gd name="connsiteY6" fmla="*/ 25901 h 95614"/>
                <a:gd name="connsiteX7" fmla="*/ 51386 w 67664"/>
                <a:gd name="connsiteY7" fmla="*/ 24847 h 95614"/>
                <a:gd name="connsiteX8" fmla="*/ 55328 w 67664"/>
                <a:gd name="connsiteY8" fmla="*/ 21599 h 95614"/>
                <a:gd name="connsiteX9" fmla="*/ 55328 w 67664"/>
                <a:gd name="connsiteY9" fmla="*/ 13521 h 95614"/>
                <a:gd name="connsiteX10" fmla="*/ 49021 w 67664"/>
                <a:gd name="connsiteY10" fmla="*/ 8077 h 95614"/>
                <a:gd name="connsiteX11" fmla="*/ 48650 w 67664"/>
                <a:gd name="connsiteY11" fmla="*/ 7287 h 95614"/>
                <a:gd name="connsiteX12" fmla="*/ 48650 w 67664"/>
                <a:gd name="connsiteY12" fmla="*/ 1449 h 95614"/>
                <a:gd name="connsiteX13" fmla="*/ 44568 w 67664"/>
                <a:gd name="connsiteY13" fmla="*/ 0 h 95614"/>
                <a:gd name="connsiteX14" fmla="*/ 41183 w 67664"/>
                <a:gd name="connsiteY14" fmla="*/ 2853 h 95614"/>
                <a:gd name="connsiteX15" fmla="*/ 40394 w 67664"/>
                <a:gd name="connsiteY15" fmla="*/ 3117 h 95614"/>
                <a:gd name="connsiteX16" fmla="*/ 4916 w 67664"/>
                <a:gd name="connsiteY16" fmla="*/ 3117 h 95614"/>
                <a:gd name="connsiteX17" fmla="*/ 3849 w 67664"/>
                <a:gd name="connsiteY17" fmla="*/ 6014 h 95614"/>
                <a:gd name="connsiteX18" fmla="*/ 6632 w 67664"/>
                <a:gd name="connsiteY18" fmla="*/ 10536 h 95614"/>
                <a:gd name="connsiteX19" fmla="*/ 6771 w 67664"/>
                <a:gd name="connsiteY19" fmla="*/ 11107 h 95614"/>
                <a:gd name="connsiteX20" fmla="*/ 6771 w 67664"/>
                <a:gd name="connsiteY20" fmla="*/ 23662 h 95614"/>
                <a:gd name="connsiteX21" fmla="*/ 9600 w 67664"/>
                <a:gd name="connsiteY21" fmla="*/ 27613 h 95614"/>
                <a:gd name="connsiteX22" fmla="*/ 9786 w 67664"/>
                <a:gd name="connsiteY22" fmla="*/ 28228 h 95614"/>
                <a:gd name="connsiteX23" fmla="*/ 9786 w 67664"/>
                <a:gd name="connsiteY23" fmla="*/ 33320 h 95614"/>
                <a:gd name="connsiteX24" fmla="*/ 12383 w 67664"/>
                <a:gd name="connsiteY24" fmla="*/ 44076 h 95614"/>
                <a:gd name="connsiteX25" fmla="*/ 12104 w 67664"/>
                <a:gd name="connsiteY25" fmla="*/ 45042 h 95614"/>
                <a:gd name="connsiteX26" fmla="*/ 6307 w 67664"/>
                <a:gd name="connsiteY26" fmla="*/ 51319 h 95614"/>
                <a:gd name="connsiteX27" fmla="*/ 6029 w 67664"/>
                <a:gd name="connsiteY27" fmla="*/ 57246 h 95614"/>
                <a:gd name="connsiteX28" fmla="*/ 5890 w 67664"/>
                <a:gd name="connsiteY28" fmla="*/ 57685 h 95614"/>
                <a:gd name="connsiteX29" fmla="*/ 0 w 67664"/>
                <a:gd name="connsiteY29" fmla="*/ 68572 h 95614"/>
                <a:gd name="connsiteX30" fmla="*/ 2690 w 67664"/>
                <a:gd name="connsiteY30" fmla="*/ 80557 h 95614"/>
                <a:gd name="connsiteX31" fmla="*/ 7420 w 67664"/>
                <a:gd name="connsiteY31" fmla="*/ 82795 h 95614"/>
                <a:gd name="connsiteX32" fmla="*/ 8070 w 67664"/>
                <a:gd name="connsiteY32" fmla="*/ 83893 h 95614"/>
                <a:gd name="connsiteX33" fmla="*/ 7188 w 67664"/>
                <a:gd name="connsiteY33" fmla="*/ 91971 h 95614"/>
                <a:gd name="connsiteX34" fmla="*/ 7049 w 67664"/>
                <a:gd name="connsiteY34" fmla="*/ 92278 h 95614"/>
                <a:gd name="connsiteX35" fmla="*/ 15026 w 67664"/>
                <a:gd name="connsiteY35" fmla="*/ 95614 h 95614"/>
                <a:gd name="connsiteX36" fmla="*/ 25739 w 67664"/>
                <a:gd name="connsiteY36" fmla="*/ 92058 h 95614"/>
                <a:gd name="connsiteX37" fmla="*/ 54122 w 67664"/>
                <a:gd name="connsiteY37" fmla="*/ 78054 h 95614"/>
                <a:gd name="connsiteX38" fmla="*/ 62516 w 67664"/>
                <a:gd name="connsiteY38" fmla="*/ 81610 h 95614"/>
                <a:gd name="connsiteX39" fmla="*/ 64557 w 67664"/>
                <a:gd name="connsiteY39" fmla="*/ 77483 h 95614"/>
                <a:gd name="connsiteX40" fmla="*/ 67664 w 67664"/>
                <a:gd name="connsiteY40" fmla="*/ 76693 h 95614"/>
                <a:gd name="connsiteX41" fmla="*/ 57925 w 67664"/>
                <a:gd name="connsiteY41" fmla="*/ 66684 h 95614"/>
                <a:gd name="connsiteX42" fmla="*/ 57647 w 67664"/>
                <a:gd name="connsiteY42" fmla="*/ 65631 h 95614"/>
                <a:gd name="connsiteX43" fmla="*/ 54169 w 67664"/>
                <a:gd name="connsiteY43" fmla="*/ 55929 h 95614"/>
                <a:gd name="connsiteX44" fmla="*/ 54169 w 67664"/>
                <a:gd name="connsiteY44" fmla="*/ 69933 h 95614"/>
                <a:gd name="connsiteX45" fmla="*/ 50087 w 67664"/>
                <a:gd name="connsiteY45" fmla="*/ 72128 h 95614"/>
                <a:gd name="connsiteX46" fmla="*/ 39050 w 67664"/>
                <a:gd name="connsiteY46" fmla="*/ 66640 h 95614"/>
                <a:gd name="connsiteX47" fmla="*/ 41925 w 67664"/>
                <a:gd name="connsiteY47" fmla="*/ 65543 h 95614"/>
                <a:gd name="connsiteX48" fmla="*/ 48325 w 67664"/>
                <a:gd name="connsiteY48" fmla="*/ 68572 h 95614"/>
                <a:gd name="connsiteX49" fmla="*/ 50922 w 67664"/>
                <a:gd name="connsiteY49" fmla="*/ 66377 h 95614"/>
                <a:gd name="connsiteX50" fmla="*/ 48325 w 67664"/>
                <a:gd name="connsiteY50" fmla="*/ 61460 h 95614"/>
                <a:gd name="connsiteX51" fmla="*/ 48325 w 67664"/>
                <a:gd name="connsiteY51" fmla="*/ 52417 h 95614"/>
                <a:gd name="connsiteX52" fmla="*/ 39050 w 67664"/>
                <a:gd name="connsiteY52" fmla="*/ 46666 h 95614"/>
                <a:gd name="connsiteX53" fmla="*/ 39050 w 67664"/>
                <a:gd name="connsiteY53" fmla="*/ 42539 h 95614"/>
                <a:gd name="connsiteX54" fmla="*/ 48882 w 67664"/>
                <a:gd name="connsiteY54" fmla="*/ 48027 h 95614"/>
                <a:gd name="connsiteX55" fmla="*/ 52082 w 67664"/>
                <a:gd name="connsiteY55" fmla="*/ 45305 h 95614"/>
                <a:gd name="connsiteX56" fmla="*/ 54122 w 67664"/>
                <a:gd name="connsiteY56" fmla="*/ 49432 h 95614"/>
                <a:gd name="connsiteX57" fmla="*/ 54122 w 67664"/>
                <a:gd name="connsiteY57" fmla="*/ 56017 h 9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7664" h="95614">
                  <a:moveTo>
                    <a:pt x="57693" y="65762"/>
                  </a:moveTo>
                  <a:lnTo>
                    <a:pt x="60105" y="58168"/>
                  </a:lnTo>
                  <a:lnTo>
                    <a:pt x="59131" y="57246"/>
                  </a:lnTo>
                  <a:cubicBezTo>
                    <a:pt x="59131" y="57246"/>
                    <a:pt x="58806" y="56763"/>
                    <a:pt x="58806" y="56455"/>
                  </a:cubicBezTo>
                  <a:lnTo>
                    <a:pt x="58806" y="29106"/>
                  </a:lnTo>
                  <a:lnTo>
                    <a:pt x="51757" y="26735"/>
                  </a:lnTo>
                  <a:cubicBezTo>
                    <a:pt x="51386" y="26603"/>
                    <a:pt x="51061" y="26296"/>
                    <a:pt x="51015" y="25901"/>
                  </a:cubicBezTo>
                  <a:cubicBezTo>
                    <a:pt x="50922" y="25506"/>
                    <a:pt x="51061" y="25111"/>
                    <a:pt x="51386" y="24847"/>
                  </a:cubicBezTo>
                  <a:lnTo>
                    <a:pt x="55328" y="21599"/>
                  </a:lnTo>
                  <a:lnTo>
                    <a:pt x="55328" y="13521"/>
                  </a:lnTo>
                  <a:lnTo>
                    <a:pt x="49021" y="8077"/>
                  </a:lnTo>
                  <a:cubicBezTo>
                    <a:pt x="48789" y="7858"/>
                    <a:pt x="48650" y="7595"/>
                    <a:pt x="48650" y="7287"/>
                  </a:cubicBezTo>
                  <a:lnTo>
                    <a:pt x="48650" y="1449"/>
                  </a:lnTo>
                  <a:lnTo>
                    <a:pt x="44568" y="0"/>
                  </a:lnTo>
                  <a:lnTo>
                    <a:pt x="41183" y="2853"/>
                  </a:lnTo>
                  <a:cubicBezTo>
                    <a:pt x="41183" y="2853"/>
                    <a:pt x="40719" y="3117"/>
                    <a:pt x="40394" y="3117"/>
                  </a:cubicBezTo>
                  <a:lnTo>
                    <a:pt x="4916" y="3117"/>
                  </a:lnTo>
                  <a:lnTo>
                    <a:pt x="3849" y="6014"/>
                  </a:lnTo>
                  <a:lnTo>
                    <a:pt x="6632" y="10536"/>
                  </a:lnTo>
                  <a:cubicBezTo>
                    <a:pt x="6632" y="10536"/>
                    <a:pt x="6771" y="10887"/>
                    <a:pt x="6771" y="11107"/>
                  </a:cubicBezTo>
                  <a:lnTo>
                    <a:pt x="6771" y="23662"/>
                  </a:lnTo>
                  <a:lnTo>
                    <a:pt x="9600" y="27613"/>
                  </a:lnTo>
                  <a:cubicBezTo>
                    <a:pt x="9600" y="27613"/>
                    <a:pt x="9786" y="28008"/>
                    <a:pt x="9786" y="28228"/>
                  </a:cubicBezTo>
                  <a:lnTo>
                    <a:pt x="9786" y="33320"/>
                  </a:lnTo>
                  <a:lnTo>
                    <a:pt x="12383" y="44076"/>
                  </a:lnTo>
                  <a:cubicBezTo>
                    <a:pt x="12475" y="44427"/>
                    <a:pt x="12383" y="44778"/>
                    <a:pt x="12104" y="45042"/>
                  </a:cubicBezTo>
                  <a:lnTo>
                    <a:pt x="6307" y="51319"/>
                  </a:lnTo>
                  <a:lnTo>
                    <a:pt x="6029" y="57246"/>
                  </a:lnTo>
                  <a:cubicBezTo>
                    <a:pt x="6029" y="57246"/>
                    <a:pt x="5983" y="57553"/>
                    <a:pt x="5890" y="57685"/>
                  </a:cubicBezTo>
                  <a:lnTo>
                    <a:pt x="0" y="68572"/>
                  </a:lnTo>
                  <a:lnTo>
                    <a:pt x="2690" y="80557"/>
                  </a:lnTo>
                  <a:lnTo>
                    <a:pt x="7420" y="82795"/>
                  </a:lnTo>
                  <a:cubicBezTo>
                    <a:pt x="7838" y="83015"/>
                    <a:pt x="8116" y="83454"/>
                    <a:pt x="8070" y="83893"/>
                  </a:cubicBezTo>
                  <a:lnTo>
                    <a:pt x="7188" y="91971"/>
                  </a:lnTo>
                  <a:cubicBezTo>
                    <a:pt x="7188" y="91971"/>
                    <a:pt x="7096" y="92190"/>
                    <a:pt x="7049" y="92278"/>
                  </a:cubicBezTo>
                  <a:lnTo>
                    <a:pt x="15026" y="95614"/>
                  </a:lnTo>
                  <a:lnTo>
                    <a:pt x="25739" y="92058"/>
                  </a:lnTo>
                  <a:cubicBezTo>
                    <a:pt x="25739" y="92058"/>
                    <a:pt x="52128" y="85210"/>
                    <a:pt x="54122" y="78054"/>
                  </a:cubicBezTo>
                  <a:lnTo>
                    <a:pt x="62516" y="81610"/>
                  </a:lnTo>
                  <a:lnTo>
                    <a:pt x="64557" y="77483"/>
                  </a:lnTo>
                  <a:cubicBezTo>
                    <a:pt x="64557" y="77483"/>
                    <a:pt x="65717" y="77176"/>
                    <a:pt x="67664" y="76693"/>
                  </a:cubicBezTo>
                  <a:lnTo>
                    <a:pt x="57925" y="66684"/>
                  </a:lnTo>
                  <a:cubicBezTo>
                    <a:pt x="57647" y="66377"/>
                    <a:pt x="57554" y="65982"/>
                    <a:pt x="57647" y="65631"/>
                  </a:cubicBezTo>
                  <a:close/>
                  <a:moveTo>
                    <a:pt x="54169" y="55929"/>
                  </a:moveTo>
                  <a:lnTo>
                    <a:pt x="54169" y="69933"/>
                  </a:lnTo>
                  <a:lnTo>
                    <a:pt x="50087" y="72128"/>
                  </a:lnTo>
                  <a:lnTo>
                    <a:pt x="39050" y="66640"/>
                  </a:lnTo>
                  <a:lnTo>
                    <a:pt x="41925" y="65543"/>
                  </a:lnTo>
                  <a:lnTo>
                    <a:pt x="48325" y="68572"/>
                  </a:lnTo>
                  <a:lnTo>
                    <a:pt x="50922" y="66377"/>
                  </a:lnTo>
                  <a:lnTo>
                    <a:pt x="48325" y="61460"/>
                  </a:lnTo>
                  <a:lnTo>
                    <a:pt x="48325" y="52417"/>
                  </a:lnTo>
                  <a:lnTo>
                    <a:pt x="39050" y="46666"/>
                  </a:lnTo>
                  <a:lnTo>
                    <a:pt x="39050" y="42539"/>
                  </a:lnTo>
                  <a:lnTo>
                    <a:pt x="48882" y="48027"/>
                  </a:lnTo>
                  <a:lnTo>
                    <a:pt x="52082" y="45305"/>
                  </a:lnTo>
                  <a:lnTo>
                    <a:pt x="54122" y="49432"/>
                  </a:lnTo>
                  <a:lnTo>
                    <a:pt x="54122" y="560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5" name="Freeform: Shape 2174">
              <a:extLst>
                <a:ext uri="{FF2B5EF4-FFF2-40B4-BE49-F238E27FC236}">
                  <a16:creationId xmlns:a16="http://schemas.microsoft.com/office/drawing/2014/main" id="{9C553897-3F70-7D1E-759E-806BB69DF9AD}"/>
                </a:ext>
              </a:extLst>
            </p:cNvPr>
            <p:cNvSpPr>
              <a:spLocks/>
            </p:cNvSpPr>
            <p:nvPr/>
          </p:nvSpPr>
          <p:spPr>
            <a:xfrm>
              <a:off x="5487089" y="3837434"/>
              <a:ext cx="139416" cy="142323"/>
            </a:xfrm>
            <a:custGeom>
              <a:avLst/>
              <a:gdLst>
                <a:gd name="connsiteX0" fmla="*/ 89044 w 93403"/>
                <a:gd name="connsiteY0" fmla="*/ 76825 h 95350"/>
                <a:gd name="connsiteX1" fmla="*/ 84546 w 93403"/>
                <a:gd name="connsiteY1" fmla="*/ 74674 h 95350"/>
                <a:gd name="connsiteX2" fmla="*/ 83943 w 93403"/>
                <a:gd name="connsiteY2" fmla="*/ 73928 h 95350"/>
                <a:gd name="connsiteX3" fmla="*/ 81068 w 93403"/>
                <a:gd name="connsiteY3" fmla="*/ 61021 h 95350"/>
                <a:gd name="connsiteX4" fmla="*/ 81160 w 93403"/>
                <a:gd name="connsiteY4" fmla="*/ 60275 h 95350"/>
                <a:gd name="connsiteX5" fmla="*/ 87143 w 93403"/>
                <a:gd name="connsiteY5" fmla="*/ 49256 h 95350"/>
                <a:gd name="connsiteX6" fmla="*/ 87421 w 93403"/>
                <a:gd name="connsiteY6" fmla="*/ 43198 h 95350"/>
                <a:gd name="connsiteX7" fmla="*/ 87700 w 93403"/>
                <a:gd name="connsiteY7" fmla="*/ 42539 h 95350"/>
                <a:gd name="connsiteX8" fmla="*/ 93404 w 93403"/>
                <a:gd name="connsiteY8" fmla="*/ 36393 h 95350"/>
                <a:gd name="connsiteX9" fmla="*/ 90946 w 93403"/>
                <a:gd name="connsiteY9" fmla="*/ 25945 h 95350"/>
                <a:gd name="connsiteX10" fmla="*/ 90946 w 93403"/>
                <a:gd name="connsiteY10" fmla="*/ 20984 h 95350"/>
                <a:gd name="connsiteX11" fmla="*/ 85010 w 93403"/>
                <a:gd name="connsiteY11" fmla="*/ 12731 h 95350"/>
                <a:gd name="connsiteX12" fmla="*/ 79908 w 93403"/>
                <a:gd name="connsiteY12" fmla="*/ 11765 h 95350"/>
                <a:gd name="connsiteX13" fmla="*/ 70586 w 93403"/>
                <a:gd name="connsiteY13" fmla="*/ 13828 h 95350"/>
                <a:gd name="connsiteX14" fmla="*/ 67062 w 93403"/>
                <a:gd name="connsiteY14" fmla="*/ 16945 h 95350"/>
                <a:gd name="connsiteX15" fmla="*/ 65578 w 93403"/>
                <a:gd name="connsiteY15" fmla="*/ 17033 h 95350"/>
                <a:gd name="connsiteX16" fmla="*/ 63583 w 93403"/>
                <a:gd name="connsiteY16" fmla="*/ 15584 h 95350"/>
                <a:gd name="connsiteX17" fmla="*/ 58482 w 93403"/>
                <a:gd name="connsiteY17" fmla="*/ 15584 h 95350"/>
                <a:gd name="connsiteX18" fmla="*/ 57833 w 93403"/>
                <a:gd name="connsiteY18" fmla="*/ 15409 h 95350"/>
                <a:gd name="connsiteX19" fmla="*/ 54215 w 93403"/>
                <a:gd name="connsiteY19" fmla="*/ 13214 h 95350"/>
                <a:gd name="connsiteX20" fmla="*/ 53705 w 93403"/>
                <a:gd name="connsiteY20" fmla="*/ 12511 h 95350"/>
                <a:gd name="connsiteX21" fmla="*/ 52499 w 93403"/>
                <a:gd name="connsiteY21" fmla="*/ 6541 h 95350"/>
                <a:gd name="connsiteX22" fmla="*/ 46934 w 93403"/>
                <a:gd name="connsiteY22" fmla="*/ 4609 h 95350"/>
                <a:gd name="connsiteX23" fmla="*/ 42760 w 93403"/>
                <a:gd name="connsiteY23" fmla="*/ 4609 h 95350"/>
                <a:gd name="connsiteX24" fmla="*/ 41276 w 93403"/>
                <a:gd name="connsiteY24" fmla="*/ 8780 h 95350"/>
                <a:gd name="connsiteX25" fmla="*/ 40163 w 93403"/>
                <a:gd name="connsiteY25" fmla="*/ 9526 h 95350"/>
                <a:gd name="connsiteX26" fmla="*/ 35247 w 93403"/>
                <a:gd name="connsiteY26" fmla="*/ 9526 h 95350"/>
                <a:gd name="connsiteX27" fmla="*/ 34087 w 93403"/>
                <a:gd name="connsiteY27" fmla="*/ 8429 h 95350"/>
                <a:gd name="connsiteX28" fmla="*/ 34087 w 93403"/>
                <a:gd name="connsiteY28" fmla="*/ 0 h 95350"/>
                <a:gd name="connsiteX29" fmla="*/ 29450 w 93403"/>
                <a:gd name="connsiteY29" fmla="*/ 1273 h 95350"/>
                <a:gd name="connsiteX30" fmla="*/ 29450 w 93403"/>
                <a:gd name="connsiteY30" fmla="*/ 5531 h 95350"/>
                <a:gd name="connsiteX31" fmla="*/ 28290 w 93403"/>
                <a:gd name="connsiteY31" fmla="*/ 6629 h 95350"/>
                <a:gd name="connsiteX32" fmla="*/ 24534 w 93403"/>
                <a:gd name="connsiteY32" fmla="*/ 6629 h 95350"/>
                <a:gd name="connsiteX33" fmla="*/ 24534 w 93403"/>
                <a:gd name="connsiteY33" fmla="*/ 8429 h 95350"/>
                <a:gd name="connsiteX34" fmla="*/ 23374 w 93403"/>
                <a:gd name="connsiteY34" fmla="*/ 9526 h 95350"/>
                <a:gd name="connsiteX35" fmla="*/ 20499 w 93403"/>
                <a:gd name="connsiteY35" fmla="*/ 9526 h 95350"/>
                <a:gd name="connsiteX36" fmla="*/ 19710 w 93403"/>
                <a:gd name="connsiteY36" fmla="*/ 9219 h 95350"/>
                <a:gd name="connsiteX37" fmla="*/ 14052 w 93403"/>
                <a:gd name="connsiteY37" fmla="*/ 4127 h 95350"/>
                <a:gd name="connsiteX38" fmla="*/ 9368 w 93403"/>
                <a:gd name="connsiteY38" fmla="*/ 7639 h 95350"/>
                <a:gd name="connsiteX39" fmla="*/ 5519 w 93403"/>
                <a:gd name="connsiteY39" fmla="*/ 11019 h 95350"/>
                <a:gd name="connsiteX40" fmla="*/ 6678 w 93403"/>
                <a:gd name="connsiteY40" fmla="*/ 16945 h 95350"/>
                <a:gd name="connsiteX41" fmla="*/ 10064 w 93403"/>
                <a:gd name="connsiteY41" fmla="*/ 16945 h 95350"/>
                <a:gd name="connsiteX42" fmla="*/ 11177 w 93403"/>
                <a:gd name="connsiteY42" fmla="*/ 17692 h 95350"/>
                <a:gd name="connsiteX43" fmla="*/ 13218 w 93403"/>
                <a:gd name="connsiteY43" fmla="*/ 23442 h 95350"/>
                <a:gd name="connsiteX44" fmla="*/ 13125 w 93403"/>
                <a:gd name="connsiteY44" fmla="*/ 24321 h 95350"/>
                <a:gd name="connsiteX45" fmla="*/ 12429 w 93403"/>
                <a:gd name="connsiteY45" fmla="*/ 24847 h 95350"/>
                <a:gd name="connsiteX46" fmla="*/ 8348 w 93403"/>
                <a:gd name="connsiteY46" fmla="*/ 25901 h 95350"/>
                <a:gd name="connsiteX47" fmla="*/ 8951 w 93403"/>
                <a:gd name="connsiteY47" fmla="*/ 27832 h 95350"/>
                <a:gd name="connsiteX48" fmla="*/ 12383 w 93403"/>
                <a:gd name="connsiteY48" fmla="*/ 28754 h 95350"/>
                <a:gd name="connsiteX49" fmla="*/ 13218 w 93403"/>
                <a:gd name="connsiteY49" fmla="*/ 29808 h 95350"/>
                <a:gd name="connsiteX50" fmla="*/ 13218 w 93403"/>
                <a:gd name="connsiteY50" fmla="*/ 38061 h 95350"/>
                <a:gd name="connsiteX51" fmla="*/ 12754 w 93403"/>
                <a:gd name="connsiteY51" fmla="*/ 38939 h 95350"/>
                <a:gd name="connsiteX52" fmla="*/ 6725 w 93403"/>
                <a:gd name="connsiteY52" fmla="*/ 43110 h 95350"/>
                <a:gd name="connsiteX53" fmla="*/ 5658 w 93403"/>
                <a:gd name="connsiteY53" fmla="*/ 46841 h 95350"/>
                <a:gd name="connsiteX54" fmla="*/ 4545 w 93403"/>
                <a:gd name="connsiteY54" fmla="*/ 47675 h 95350"/>
                <a:gd name="connsiteX55" fmla="*/ 1531 w 93403"/>
                <a:gd name="connsiteY55" fmla="*/ 47675 h 95350"/>
                <a:gd name="connsiteX56" fmla="*/ 2783 w 93403"/>
                <a:gd name="connsiteY56" fmla="*/ 55489 h 95350"/>
                <a:gd name="connsiteX57" fmla="*/ 2690 w 93403"/>
                <a:gd name="connsiteY57" fmla="*/ 56104 h 95350"/>
                <a:gd name="connsiteX58" fmla="*/ 0 w 93403"/>
                <a:gd name="connsiteY58" fmla="*/ 61460 h 95350"/>
                <a:gd name="connsiteX59" fmla="*/ 8580 w 93403"/>
                <a:gd name="connsiteY59" fmla="*/ 65630 h 95350"/>
                <a:gd name="connsiteX60" fmla="*/ 9044 w 93403"/>
                <a:gd name="connsiteY60" fmla="*/ 66026 h 95350"/>
                <a:gd name="connsiteX61" fmla="*/ 12754 w 93403"/>
                <a:gd name="connsiteY61" fmla="*/ 71557 h 95350"/>
                <a:gd name="connsiteX62" fmla="*/ 16464 w 93403"/>
                <a:gd name="connsiteY62" fmla="*/ 71557 h 95350"/>
                <a:gd name="connsiteX63" fmla="*/ 17624 w 93403"/>
                <a:gd name="connsiteY63" fmla="*/ 72655 h 95350"/>
                <a:gd name="connsiteX64" fmla="*/ 17624 w 93403"/>
                <a:gd name="connsiteY64" fmla="*/ 78976 h 95350"/>
                <a:gd name="connsiteX65" fmla="*/ 17577 w 93403"/>
                <a:gd name="connsiteY65" fmla="*/ 79327 h 95350"/>
                <a:gd name="connsiteX66" fmla="*/ 14470 w 93403"/>
                <a:gd name="connsiteY66" fmla="*/ 87580 h 95350"/>
                <a:gd name="connsiteX67" fmla="*/ 15537 w 93403"/>
                <a:gd name="connsiteY67" fmla="*/ 95351 h 95350"/>
                <a:gd name="connsiteX68" fmla="*/ 44893 w 93403"/>
                <a:gd name="connsiteY68" fmla="*/ 83630 h 95350"/>
                <a:gd name="connsiteX69" fmla="*/ 64882 w 93403"/>
                <a:gd name="connsiteY69" fmla="*/ 82532 h 95350"/>
                <a:gd name="connsiteX70" fmla="*/ 71839 w 93403"/>
                <a:gd name="connsiteY70" fmla="*/ 81435 h 95350"/>
                <a:gd name="connsiteX71" fmla="*/ 74157 w 93403"/>
                <a:gd name="connsiteY71" fmla="*/ 82532 h 95350"/>
                <a:gd name="connsiteX72" fmla="*/ 79352 w 93403"/>
                <a:gd name="connsiteY72" fmla="*/ 82532 h 95350"/>
                <a:gd name="connsiteX73" fmla="*/ 86587 w 93403"/>
                <a:gd name="connsiteY73" fmla="*/ 83059 h 95350"/>
                <a:gd name="connsiteX74" fmla="*/ 87839 w 93403"/>
                <a:gd name="connsiteY74" fmla="*/ 83586 h 95350"/>
                <a:gd name="connsiteX75" fmla="*/ 88395 w 93403"/>
                <a:gd name="connsiteY75" fmla="*/ 83410 h 95350"/>
                <a:gd name="connsiteX76" fmla="*/ 89091 w 93403"/>
                <a:gd name="connsiteY76" fmla="*/ 76825 h 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3403" h="95350">
                  <a:moveTo>
                    <a:pt x="89044" y="76825"/>
                  </a:moveTo>
                  <a:lnTo>
                    <a:pt x="84546" y="74674"/>
                  </a:lnTo>
                  <a:cubicBezTo>
                    <a:pt x="84221" y="74542"/>
                    <a:pt x="83989" y="74235"/>
                    <a:pt x="83943" y="73928"/>
                  </a:cubicBezTo>
                  <a:lnTo>
                    <a:pt x="81068" y="61021"/>
                  </a:lnTo>
                  <a:cubicBezTo>
                    <a:pt x="81021" y="60758"/>
                    <a:pt x="81068" y="60538"/>
                    <a:pt x="81160" y="60275"/>
                  </a:cubicBezTo>
                  <a:lnTo>
                    <a:pt x="87143" y="49256"/>
                  </a:lnTo>
                  <a:lnTo>
                    <a:pt x="87421" y="43198"/>
                  </a:lnTo>
                  <a:cubicBezTo>
                    <a:pt x="87421" y="42934"/>
                    <a:pt x="87514" y="42715"/>
                    <a:pt x="87700" y="42539"/>
                  </a:cubicBezTo>
                  <a:lnTo>
                    <a:pt x="93404" y="36393"/>
                  </a:lnTo>
                  <a:lnTo>
                    <a:pt x="90946" y="25945"/>
                  </a:lnTo>
                  <a:lnTo>
                    <a:pt x="90946" y="20984"/>
                  </a:lnTo>
                  <a:cubicBezTo>
                    <a:pt x="90946" y="20984"/>
                    <a:pt x="85010" y="12731"/>
                    <a:pt x="85010" y="12731"/>
                  </a:cubicBezTo>
                  <a:lnTo>
                    <a:pt x="79908" y="11765"/>
                  </a:lnTo>
                  <a:lnTo>
                    <a:pt x="70586" y="13828"/>
                  </a:lnTo>
                  <a:lnTo>
                    <a:pt x="67062" y="16945"/>
                  </a:lnTo>
                  <a:cubicBezTo>
                    <a:pt x="66644" y="17297"/>
                    <a:pt x="66041" y="17340"/>
                    <a:pt x="65578" y="17033"/>
                  </a:cubicBezTo>
                  <a:lnTo>
                    <a:pt x="63583" y="15584"/>
                  </a:lnTo>
                  <a:lnTo>
                    <a:pt x="58482" y="15584"/>
                  </a:lnTo>
                  <a:cubicBezTo>
                    <a:pt x="58482" y="15584"/>
                    <a:pt x="58064" y="15541"/>
                    <a:pt x="57833" y="15409"/>
                  </a:cubicBezTo>
                  <a:lnTo>
                    <a:pt x="54215" y="13214"/>
                  </a:lnTo>
                  <a:cubicBezTo>
                    <a:pt x="53937" y="13038"/>
                    <a:pt x="53751" y="12775"/>
                    <a:pt x="53705" y="12511"/>
                  </a:cubicBezTo>
                  <a:lnTo>
                    <a:pt x="52499" y="6541"/>
                  </a:lnTo>
                  <a:lnTo>
                    <a:pt x="46934" y="4609"/>
                  </a:lnTo>
                  <a:lnTo>
                    <a:pt x="42760" y="4609"/>
                  </a:lnTo>
                  <a:lnTo>
                    <a:pt x="41276" y="8780"/>
                  </a:lnTo>
                  <a:cubicBezTo>
                    <a:pt x="41137" y="9219"/>
                    <a:pt x="40673" y="9526"/>
                    <a:pt x="40163" y="9526"/>
                  </a:cubicBezTo>
                  <a:lnTo>
                    <a:pt x="35247" y="9526"/>
                  </a:lnTo>
                  <a:cubicBezTo>
                    <a:pt x="34598" y="9526"/>
                    <a:pt x="34087" y="9043"/>
                    <a:pt x="34087" y="8429"/>
                  </a:cubicBezTo>
                  <a:lnTo>
                    <a:pt x="34087" y="0"/>
                  </a:lnTo>
                  <a:lnTo>
                    <a:pt x="29450" y="1273"/>
                  </a:lnTo>
                  <a:lnTo>
                    <a:pt x="29450" y="5531"/>
                  </a:lnTo>
                  <a:cubicBezTo>
                    <a:pt x="29450" y="6146"/>
                    <a:pt x="28940" y="6629"/>
                    <a:pt x="28290" y="6629"/>
                  </a:cubicBezTo>
                  <a:lnTo>
                    <a:pt x="24534" y="6629"/>
                  </a:lnTo>
                  <a:lnTo>
                    <a:pt x="24534" y="8429"/>
                  </a:lnTo>
                  <a:cubicBezTo>
                    <a:pt x="24534" y="9043"/>
                    <a:pt x="24024" y="9526"/>
                    <a:pt x="23374" y="9526"/>
                  </a:cubicBezTo>
                  <a:lnTo>
                    <a:pt x="20499" y="9526"/>
                  </a:lnTo>
                  <a:cubicBezTo>
                    <a:pt x="20221" y="9526"/>
                    <a:pt x="19896" y="9438"/>
                    <a:pt x="19710" y="9219"/>
                  </a:cubicBezTo>
                  <a:lnTo>
                    <a:pt x="14052" y="4127"/>
                  </a:lnTo>
                  <a:lnTo>
                    <a:pt x="9368" y="7639"/>
                  </a:lnTo>
                  <a:lnTo>
                    <a:pt x="5519" y="11019"/>
                  </a:lnTo>
                  <a:lnTo>
                    <a:pt x="6678" y="16945"/>
                  </a:lnTo>
                  <a:lnTo>
                    <a:pt x="10064" y="16945"/>
                  </a:lnTo>
                  <a:cubicBezTo>
                    <a:pt x="10574" y="16945"/>
                    <a:pt x="10992" y="17253"/>
                    <a:pt x="11177" y="17692"/>
                  </a:cubicBezTo>
                  <a:lnTo>
                    <a:pt x="13218" y="23442"/>
                  </a:lnTo>
                  <a:cubicBezTo>
                    <a:pt x="13311" y="23750"/>
                    <a:pt x="13311" y="24057"/>
                    <a:pt x="13125" y="24321"/>
                  </a:cubicBezTo>
                  <a:cubicBezTo>
                    <a:pt x="12986" y="24584"/>
                    <a:pt x="12708" y="24803"/>
                    <a:pt x="12429" y="24847"/>
                  </a:cubicBezTo>
                  <a:lnTo>
                    <a:pt x="8348" y="25901"/>
                  </a:lnTo>
                  <a:lnTo>
                    <a:pt x="8951" y="27832"/>
                  </a:lnTo>
                  <a:lnTo>
                    <a:pt x="12383" y="28754"/>
                  </a:lnTo>
                  <a:cubicBezTo>
                    <a:pt x="12893" y="28886"/>
                    <a:pt x="13218" y="29325"/>
                    <a:pt x="13218" y="29808"/>
                  </a:cubicBezTo>
                  <a:lnTo>
                    <a:pt x="13218" y="38061"/>
                  </a:lnTo>
                  <a:cubicBezTo>
                    <a:pt x="13218" y="38413"/>
                    <a:pt x="13032" y="38764"/>
                    <a:pt x="12754" y="38939"/>
                  </a:cubicBezTo>
                  <a:lnTo>
                    <a:pt x="6725" y="43110"/>
                  </a:lnTo>
                  <a:lnTo>
                    <a:pt x="5658" y="46841"/>
                  </a:lnTo>
                  <a:cubicBezTo>
                    <a:pt x="5519" y="47324"/>
                    <a:pt x="5055" y="47675"/>
                    <a:pt x="4545" y="47675"/>
                  </a:cubicBezTo>
                  <a:lnTo>
                    <a:pt x="1531" y="47675"/>
                  </a:lnTo>
                  <a:lnTo>
                    <a:pt x="2783" y="55489"/>
                  </a:lnTo>
                  <a:cubicBezTo>
                    <a:pt x="2783" y="55489"/>
                    <a:pt x="2783" y="55929"/>
                    <a:pt x="2690" y="56104"/>
                  </a:cubicBezTo>
                  <a:lnTo>
                    <a:pt x="0" y="61460"/>
                  </a:lnTo>
                  <a:lnTo>
                    <a:pt x="8580" y="65630"/>
                  </a:lnTo>
                  <a:cubicBezTo>
                    <a:pt x="8580" y="65630"/>
                    <a:pt x="8905" y="65850"/>
                    <a:pt x="9044" y="66026"/>
                  </a:cubicBezTo>
                  <a:lnTo>
                    <a:pt x="12754" y="71557"/>
                  </a:lnTo>
                  <a:lnTo>
                    <a:pt x="16464" y="71557"/>
                  </a:lnTo>
                  <a:cubicBezTo>
                    <a:pt x="17113" y="71557"/>
                    <a:pt x="17624" y="72040"/>
                    <a:pt x="17624" y="72655"/>
                  </a:cubicBezTo>
                  <a:lnTo>
                    <a:pt x="17624" y="78976"/>
                  </a:lnTo>
                  <a:cubicBezTo>
                    <a:pt x="17624" y="78976"/>
                    <a:pt x="17624" y="79240"/>
                    <a:pt x="17577" y="79327"/>
                  </a:cubicBezTo>
                  <a:lnTo>
                    <a:pt x="14470" y="87580"/>
                  </a:lnTo>
                  <a:lnTo>
                    <a:pt x="15537" y="95351"/>
                  </a:lnTo>
                  <a:cubicBezTo>
                    <a:pt x="20545" y="93112"/>
                    <a:pt x="38447" y="85254"/>
                    <a:pt x="44893" y="83630"/>
                  </a:cubicBezTo>
                  <a:cubicBezTo>
                    <a:pt x="52407" y="81698"/>
                    <a:pt x="64882" y="82532"/>
                    <a:pt x="64882" y="82532"/>
                  </a:cubicBezTo>
                  <a:lnTo>
                    <a:pt x="71839" y="81435"/>
                  </a:lnTo>
                  <a:lnTo>
                    <a:pt x="74157" y="82532"/>
                  </a:lnTo>
                  <a:lnTo>
                    <a:pt x="79352" y="82532"/>
                  </a:lnTo>
                  <a:lnTo>
                    <a:pt x="86587" y="83059"/>
                  </a:lnTo>
                  <a:lnTo>
                    <a:pt x="87839" y="83586"/>
                  </a:lnTo>
                  <a:lnTo>
                    <a:pt x="88395" y="83410"/>
                  </a:lnTo>
                  <a:lnTo>
                    <a:pt x="89091" y="7682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6" name="Freeform: Shape 2175">
              <a:extLst>
                <a:ext uri="{FF2B5EF4-FFF2-40B4-BE49-F238E27FC236}">
                  <a16:creationId xmlns:a16="http://schemas.microsoft.com/office/drawing/2014/main" id="{DF1FD08B-1353-2CA1-7AC8-1BAD1EC2C583}"/>
                </a:ext>
              </a:extLst>
            </p:cNvPr>
            <p:cNvSpPr>
              <a:spLocks/>
            </p:cNvSpPr>
            <p:nvPr/>
          </p:nvSpPr>
          <p:spPr>
            <a:xfrm>
              <a:off x="5484319" y="3182692"/>
              <a:ext cx="483253" cy="460587"/>
            </a:xfrm>
            <a:custGeom>
              <a:avLst/>
              <a:gdLst>
                <a:gd name="connsiteX0" fmla="*/ 109172 w 323759"/>
                <a:gd name="connsiteY0" fmla="*/ 43241 h 308573"/>
                <a:gd name="connsiteX1" fmla="*/ 107734 w 323759"/>
                <a:gd name="connsiteY1" fmla="*/ 46973 h 308573"/>
                <a:gd name="connsiteX2" fmla="*/ 109218 w 323759"/>
                <a:gd name="connsiteY2" fmla="*/ 53602 h 308573"/>
                <a:gd name="connsiteX3" fmla="*/ 109218 w 323759"/>
                <a:gd name="connsiteY3" fmla="*/ 71074 h 308573"/>
                <a:gd name="connsiteX4" fmla="*/ 120117 w 323759"/>
                <a:gd name="connsiteY4" fmla="*/ 81698 h 308573"/>
                <a:gd name="connsiteX5" fmla="*/ 120813 w 323759"/>
                <a:gd name="connsiteY5" fmla="*/ 82400 h 308573"/>
                <a:gd name="connsiteX6" fmla="*/ 120674 w 323759"/>
                <a:gd name="connsiteY6" fmla="*/ 83366 h 308573"/>
                <a:gd name="connsiteX7" fmla="*/ 118123 w 323759"/>
                <a:gd name="connsiteY7" fmla="*/ 86834 h 308573"/>
                <a:gd name="connsiteX8" fmla="*/ 117381 w 323759"/>
                <a:gd name="connsiteY8" fmla="*/ 90610 h 308573"/>
                <a:gd name="connsiteX9" fmla="*/ 116221 w 323759"/>
                <a:gd name="connsiteY9" fmla="*/ 91532 h 308573"/>
                <a:gd name="connsiteX10" fmla="*/ 91502 w 323759"/>
                <a:gd name="connsiteY10" fmla="*/ 91532 h 308573"/>
                <a:gd name="connsiteX11" fmla="*/ 91502 w 323759"/>
                <a:gd name="connsiteY11" fmla="*/ 96273 h 308573"/>
                <a:gd name="connsiteX12" fmla="*/ 90529 w 323759"/>
                <a:gd name="connsiteY12" fmla="*/ 97370 h 308573"/>
                <a:gd name="connsiteX13" fmla="*/ 77404 w 323759"/>
                <a:gd name="connsiteY13" fmla="*/ 100224 h 308573"/>
                <a:gd name="connsiteX14" fmla="*/ 75595 w 323759"/>
                <a:gd name="connsiteY14" fmla="*/ 107292 h 308573"/>
                <a:gd name="connsiteX15" fmla="*/ 79583 w 323759"/>
                <a:gd name="connsiteY15" fmla="*/ 107292 h 308573"/>
                <a:gd name="connsiteX16" fmla="*/ 80464 w 323759"/>
                <a:gd name="connsiteY16" fmla="*/ 107687 h 308573"/>
                <a:gd name="connsiteX17" fmla="*/ 80743 w 323759"/>
                <a:gd name="connsiteY17" fmla="*/ 108565 h 308573"/>
                <a:gd name="connsiteX18" fmla="*/ 79954 w 323759"/>
                <a:gd name="connsiteY18" fmla="*/ 114052 h 308573"/>
                <a:gd name="connsiteX19" fmla="*/ 79166 w 323759"/>
                <a:gd name="connsiteY19" fmla="*/ 114974 h 308573"/>
                <a:gd name="connsiteX20" fmla="*/ 48464 w 323759"/>
                <a:gd name="connsiteY20" fmla="*/ 137232 h 308573"/>
                <a:gd name="connsiteX21" fmla="*/ 46934 w 323759"/>
                <a:gd name="connsiteY21" fmla="*/ 137539 h 308573"/>
                <a:gd name="connsiteX22" fmla="*/ 41647 w 323759"/>
                <a:gd name="connsiteY22" fmla="*/ 134554 h 308573"/>
                <a:gd name="connsiteX23" fmla="*/ 34458 w 323759"/>
                <a:gd name="connsiteY23" fmla="*/ 137627 h 308573"/>
                <a:gd name="connsiteX24" fmla="*/ 33995 w 323759"/>
                <a:gd name="connsiteY24" fmla="*/ 137715 h 308573"/>
                <a:gd name="connsiteX25" fmla="*/ 24348 w 323759"/>
                <a:gd name="connsiteY25" fmla="*/ 137715 h 308573"/>
                <a:gd name="connsiteX26" fmla="*/ 0 w 323759"/>
                <a:gd name="connsiteY26" fmla="*/ 149919 h 308573"/>
                <a:gd name="connsiteX27" fmla="*/ 0 w 323759"/>
                <a:gd name="connsiteY27" fmla="*/ 172966 h 308573"/>
                <a:gd name="connsiteX28" fmla="*/ 57462 w 323759"/>
                <a:gd name="connsiteY28" fmla="*/ 210545 h 308573"/>
                <a:gd name="connsiteX29" fmla="*/ 153509 w 323759"/>
                <a:gd name="connsiteY29" fmla="*/ 273366 h 308573"/>
                <a:gd name="connsiteX30" fmla="*/ 153973 w 323759"/>
                <a:gd name="connsiteY30" fmla="*/ 274024 h 308573"/>
                <a:gd name="connsiteX31" fmla="*/ 155549 w 323759"/>
                <a:gd name="connsiteY31" fmla="*/ 280960 h 308573"/>
                <a:gd name="connsiteX32" fmla="*/ 159770 w 323759"/>
                <a:gd name="connsiteY32" fmla="*/ 281970 h 308573"/>
                <a:gd name="connsiteX33" fmla="*/ 160280 w 323759"/>
                <a:gd name="connsiteY33" fmla="*/ 282233 h 308573"/>
                <a:gd name="connsiteX34" fmla="*/ 166680 w 323759"/>
                <a:gd name="connsiteY34" fmla="*/ 288028 h 308573"/>
                <a:gd name="connsiteX35" fmla="*/ 171178 w 323759"/>
                <a:gd name="connsiteY35" fmla="*/ 286141 h 308573"/>
                <a:gd name="connsiteX36" fmla="*/ 172152 w 323759"/>
                <a:gd name="connsiteY36" fmla="*/ 286141 h 308573"/>
                <a:gd name="connsiteX37" fmla="*/ 172755 w 323759"/>
                <a:gd name="connsiteY37" fmla="*/ 286843 h 308573"/>
                <a:gd name="connsiteX38" fmla="*/ 174239 w 323759"/>
                <a:gd name="connsiteY38" fmla="*/ 291540 h 308573"/>
                <a:gd name="connsiteX39" fmla="*/ 180640 w 323759"/>
                <a:gd name="connsiteY39" fmla="*/ 291540 h 308573"/>
                <a:gd name="connsiteX40" fmla="*/ 181103 w 323759"/>
                <a:gd name="connsiteY40" fmla="*/ 291628 h 308573"/>
                <a:gd name="connsiteX41" fmla="*/ 188338 w 323759"/>
                <a:gd name="connsiteY41" fmla="*/ 294657 h 308573"/>
                <a:gd name="connsiteX42" fmla="*/ 189034 w 323759"/>
                <a:gd name="connsiteY42" fmla="*/ 295667 h 308573"/>
                <a:gd name="connsiteX43" fmla="*/ 189034 w 323759"/>
                <a:gd name="connsiteY43" fmla="*/ 301725 h 308573"/>
                <a:gd name="connsiteX44" fmla="*/ 188895 w 323759"/>
                <a:gd name="connsiteY44" fmla="*/ 302252 h 308573"/>
                <a:gd name="connsiteX45" fmla="*/ 186390 w 323759"/>
                <a:gd name="connsiteY45" fmla="*/ 306510 h 308573"/>
                <a:gd name="connsiteX46" fmla="*/ 188384 w 323759"/>
                <a:gd name="connsiteY46" fmla="*/ 308574 h 308573"/>
                <a:gd name="connsiteX47" fmla="*/ 195109 w 323759"/>
                <a:gd name="connsiteY47" fmla="*/ 308574 h 308573"/>
                <a:gd name="connsiteX48" fmla="*/ 202158 w 323759"/>
                <a:gd name="connsiteY48" fmla="*/ 307125 h 308573"/>
                <a:gd name="connsiteX49" fmla="*/ 202158 w 323759"/>
                <a:gd name="connsiteY49" fmla="*/ 307125 h 308573"/>
                <a:gd name="connsiteX50" fmla="*/ 202158 w 323759"/>
                <a:gd name="connsiteY50" fmla="*/ 307125 h 308573"/>
                <a:gd name="connsiteX51" fmla="*/ 227573 w 323759"/>
                <a:gd name="connsiteY51" fmla="*/ 302076 h 308573"/>
                <a:gd name="connsiteX52" fmla="*/ 254008 w 323759"/>
                <a:gd name="connsiteY52" fmla="*/ 278414 h 308573"/>
                <a:gd name="connsiteX53" fmla="*/ 323760 w 323759"/>
                <a:gd name="connsiteY53" fmla="*/ 235743 h 308573"/>
                <a:gd name="connsiteX54" fmla="*/ 318751 w 323759"/>
                <a:gd name="connsiteY54" fmla="*/ 225295 h 308573"/>
                <a:gd name="connsiteX55" fmla="*/ 316154 w 323759"/>
                <a:gd name="connsiteY55" fmla="*/ 225690 h 308573"/>
                <a:gd name="connsiteX56" fmla="*/ 315273 w 323759"/>
                <a:gd name="connsiteY56" fmla="*/ 225515 h 308573"/>
                <a:gd name="connsiteX57" fmla="*/ 307481 w 323759"/>
                <a:gd name="connsiteY57" fmla="*/ 220247 h 308573"/>
                <a:gd name="connsiteX58" fmla="*/ 298577 w 323759"/>
                <a:gd name="connsiteY58" fmla="*/ 220510 h 308573"/>
                <a:gd name="connsiteX59" fmla="*/ 297603 w 323759"/>
                <a:gd name="connsiteY59" fmla="*/ 220071 h 308573"/>
                <a:gd name="connsiteX60" fmla="*/ 295887 w 323759"/>
                <a:gd name="connsiteY60" fmla="*/ 217876 h 308573"/>
                <a:gd name="connsiteX61" fmla="*/ 295701 w 323759"/>
                <a:gd name="connsiteY61" fmla="*/ 217481 h 308573"/>
                <a:gd name="connsiteX62" fmla="*/ 292548 w 323759"/>
                <a:gd name="connsiteY62" fmla="*/ 206111 h 308573"/>
                <a:gd name="connsiteX63" fmla="*/ 283921 w 323759"/>
                <a:gd name="connsiteY63" fmla="*/ 192809 h 308573"/>
                <a:gd name="connsiteX64" fmla="*/ 284014 w 323759"/>
                <a:gd name="connsiteY64" fmla="*/ 191536 h 308573"/>
                <a:gd name="connsiteX65" fmla="*/ 287493 w 323759"/>
                <a:gd name="connsiteY65" fmla="*/ 187673 h 308573"/>
                <a:gd name="connsiteX66" fmla="*/ 291574 w 323759"/>
                <a:gd name="connsiteY66" fmla="*/ 184556 h 308573"/>
                <a:gd name="connsiteX67" fmla="*/ 291574 w 323759"/>
                <a:gd name="connsiteY67" fmla="*/ 178454 h 308573"/>
                <a:gd name="connsiteX68" fmla="*/ 289626 w 323759"/>
                <a:gd name="connsiteY68" fmla="*/ 173976 h 308573"/>
                <a:gd name="connsiteX69" fmla="*/ 289626 w 323759"/>
                <a:gd name="connsiteY69" fmla="*/ 173142 h 308573"/>
                <a:gd name="connsiteX70" fmla="*/ 291574 w 323759"/>
                <a:gd name="connsiteY70" fmla="*/ 168445 h 308573"/>
                <a:gd name="connsiteX71" fmla="*/ 289951 w 323759"/>
                <a:gd name="connsiteY71" fmla="*/ 139822 h 308573"/>
                <a:gd name="connsiteX72" fmla="*/ 282716 w 323759"/>
                <a:gd name="connsiteY72" fmla="*/ 126300 h 308573"/>
                <a:gd name="connsiteX73" fmla="*/ 282762 w 323759"/>
                <a:gd name="connsiteY73" fmla="*/ 125203 h 308573"/>
                <a:gd name="connsiteX74" fmla="*/ 284803 w 323759"/>
                <a:gd name="connsiteY74" fmla="*/ 122174 h 308573"/>
                <a:gd name="connsiteX75" fmla="*/ 285591 w 323759"/>
                <a:gd name="connsiteY75" fmla="*/ 121691 h 308573"/>
                <a:gd name="connsiteX76" fmla="*/ 285823 w 323759"/>
                <a:gd name="connsiteY76" fmla="*/ 121691 h 308573"/>
                <a:gd name="connsiteX77" fmla="*/ 278356 w 323759"/>
                <a:gd name="connsiteY77" fmla="*/ 90566 h 308573"/>
                <a:gd name="connsiteX78" fmla="*/ 267179 w 323759"/>
                <a:gd name="connsiteY78" fmla="*/ 84244 h 308573"/>
                <a:gd name="connsiteX79" fmla="*/ 266623 w 323759"/>
                <a:gd name="connsiteY79" fmla="*/ 83322 h 308573"/>
                <a:gd name="connsiteX80" fmla="*/ 266623 w 323759"/>
                <a:gd name="connsiteY80" fmla="*/ 77089 h 308573"/>
                <a:gd name="connsiteX81" fmla="*/ 259110 w 323759"/>
                <a:gd name="connsiteY81" fmla="*/ 71820 h 308573"/>
                <a:gd name="connsiteX82" fmla="*/ 258043 w 323759"/>
                <a:gd name="connsiteY82" fmla="*/ 71118 h 308573"/>
                <a:gd name="connsiteX83" fmla="*/ 253405 w 323759"/>
                <a:gd name="connsiteY83" fmla="*/ 59616 h 308573"/>
                <a:gd name="connsiteX84" fmla="*/ 253405 w 323759"/>
                <a:gd name="connsiteY84" fmla="*/ 58914 h 308573"/>
                <a:gd name="connsiteX85" fmla="*/ 255121 w 323759"/>
                <a:gd name="connsiteY85" fmla="*/ 53163 h 308573"/>
                <a:gd name="connsiteX86" fmla="*/ 256234 w 323759"/>
                <a:gd name="connsiteY86" fmla="*/ 52373 h 308573"/>
                <a:gd name="connsiteX87" fmla="*/ 259295 w 323759"/>
                <a:gd name="connsiteY87" fmla="*/ 52373 h 308573"/>
                <a:gd name="connsiteX88" fmla="*/ 259713 w 323759"/>
                <a:gd name="connsiteY88" fmla="*/ 49475 h 308573"/>
                <a:gd name="connsiteX89" fmla="*/ 260084 w 323759"/>
                <a:gd name="connsiteY89" fmla="*/ 48817 h 308573"/>
                <a:gd name="connsiteX90" fmla="*/ 265510 w 323759"/>
                <a:gd name="connsiteY90" fmla="*/ 43944 h 308573"/>
                <a:gd name="connsiteX91" fmla="*/ 265232 w 323759"/>
                <a:gd name="connsiteY91" fmla="*/ 40081 h 308573"/>
                <a:gd name="connsiteX92" fmla="*/ 265463 w 323759"/>
                <a:gd name="connsiteY92" fmla="*/ 39378 h 308573"/>
                <a:gd name="connsiteX93" fmla="*/ 269313 w 323759"/>
                <a:gd name="connsiteY93" fmla="*/ 34330 h 308573"/>
                <a:gd name="connsiteX94" fmla="*/ 267133 w 323759"/>
                <a:gd name="connsiteY94" fmla="*/ 32662 h 308573"/>
                <a:gd name="connsiteX95" fmla="*/ 266716 w 323759"/>
                <a:gd name="connsiteY95" fmla="*/ 31564 h 308573"/>
                <a:gd name="connsiteX96" fmla="*/ 267458 w 323759"/>
                <a:gd name="connsiteY96" fmla="*/ 28579 h 308573"/>
                <a:gd name="connsiteX97" fmla="*/ 266484 w 323759"/>
                <a:gd name="connsiteY97" fmla="*/ 27657 h 308573"/>
                <a:gd name="connsiteX98" fmla="*/ 266159 w 323759"/>
                <a:gd name="connsiteY98" fmla="*/ 26999 h 308573"/>
                <a:gd name="connsiteX99" fmla="*/ 265278 w 323759"/>
                <a:gd name="connsiteY99" fmla="*/ 18745 h 308573"/>
                <a:gd name="connsiteX100" fmla="*/ 265556 w 323759"/>
                <a:gd name="connsiteY100" fmla="*/ 17911 h 308573"/>
                <a:gd name="connsiteX101" fmla="*/ 267736 w 323759"/>
                <a:gd name="connsiteY101" fmla="*/ 15584 h 308573"/>
                <a:gd name="connsiteX102" fmla="*/ 268385 w 323759"/>
                <a:gd name="connsiteY102" fmla="*/ 14180 h 308573"/>
                <a:gd name="connsiteX103" fmla="*/ 263979 w 323759"/>
                <a:gd name="connsiteY103" fmla="*/ 11941 h 308573"/>
                <a:gd name="connsiteX104" fmla="*/ 263376 w 323759"/>
                <a:gd name="connsiteY104" fmla="*/ 11063 h 308573"/>
                <a:gd name="connsiteX105" fmla="*/ 263840 w 323759"/>
                <a:gd name="connsiteY105" fmla="*/ 10097 h 308573"/>
                <a:gd name="connsiteX106" fmla="*/ 271771 w 323759"/>
                <a:gd name="connsiteY106" fmla="*/ 4741 h 308573"/>
                <a:gd name="connsiteX107" fmla="*/ 271214 w 323759"/>
                <a:gd name="connsiteY107" fmla="*/ 1844 h 308573"/>
                <a:gd name="connsiteX108" fmla="*/ 258553 w 323759"/>
                <a:gd name="connsiteY108" fmla="*/ 5795 h 308573"/>
                <a:gd name="connsiteX109" fmla="*/ 256234 w 323759"/>
                <a:gd name="connsiteY109" fmla="*/ 1932 h 308573"/>
                <a:gd name="connsiteX110" fmla="*/ 251597 w 323759"/>
                <a:gd name="connsiteY110" fmla="*/ 834 h 308573"/>
                <a:gd name="connsiteX111" fmla="*/ 247562 w 323759"/>
                <a:gd name="connsiteY111" fmla="*/ 4127 h 308573"/>
                <a:gd name="connsiteX112" fmla="*/ 239168 w 323759"/>
                <a:gd name="connsiteY112" fmla="*/ 0 h 308573"/>
                <a:gd name="connsiteX113" fmla="*/ 236292 w 323759"/>
                <a:gd name="connsiteY113" fmla="*/ 834 h 308573"/>
                <a:gd name="connsiteX114" fmla="*/ 229892 w 323759"/>
                <a:gd name="connsiteY114" fmla="*/ 3556 h 308573"/>
                <a:gd name="connsiteX115" fmla="*/ 219457 w 323759"/>
                <a:gd name="connsiteY115" fmla="*/ 8473 h 308573"/>
                <a:gd name="connsiteX116" fmla="*/ 213938 w 323759"/>
                <a:gd name="connsiteY116" fmla="*/ 4609 h 308573"/>
                <a:gd name="connsiteX117" fmla="*/ 194228 w 323759"/>
                <a:gd name="connsiteY117" fmla="*/ 3512 h 308573"/>
                <a:gd name="connsiteX118" fmla="*/ 191353 w 323759"/>
                <a:gd name="connsiteY118" fmla="*/ 4873 h 308573"/>
                <a:gd name="connsiteX119" fmla="*/ 182958 w 323759"/>
                <a:gd name="connsiteY119" fmla="*/ 5136 h 308573"/>
                <a:gd name="connsiteX120" fmla="*/ 177439 w 323759"/>
                <a:gd name="connsiteY120" fmla="*/ 8165 h 308573"/>
                <a:gd name="connsiteX121" fmla="*/ 134819 w 323759"/>
                <a:gd name="connsiteY121" fmla="*/ 24057 h 308573"/>
                <a:gd name="connsiteX122" fmla="*/ 113949 w 323759"/>
                <a:gd name="connsiteY122" fmla="*/ 32574 h 308573"/>
                <a:gd name="connsiteX123" fmla="*/ 106436 w 323759"/>
                <a:gd name="connsiteY123" fmla="*/ 35603 h 308573"/>
                <a:gd name="connsiteX124" fmla="*/ 100221 w 323759"/>
                <a:gd name="connsiteY124" fmla="*/ 35691 h 308573"/>
                <a:gd name="connsiteX125" fmla="*/ 108894 w 323759"/>
                <a:gd name="connsiteY125" fmla="*/ 42144 h 308573"/>
                <a:gd name="connsiteX126" fmla="*/ 109265 w 323759"/>
                <a:gd name="connsiteY126" fmla="*/ 43373 h 308573"/>
                <a:gd name="connsiteX127" fmla="*/ 231840 w 323759"/>
                <a:gd name="connsiteY127" fmla="*/ 48905 h 308573"/>
                <a:gd name="connsiteX128" fmla="*/ 234715 w 323759"/>
                <a:gd name="connsiteY128" fmla="*/ 50968 h 308573"/>
                <a:gd name="connsiteX129" fmla="*/ 239353 w 323759"/>
                <a:gd name="connsiteY129" fmla="*/ 48905 h 308573"/>
                <a:gd name="connsiteX130" fmla="*/ 242831 w 323759"/>
                <a:gd name="connsiteY130" fmla="*/ 50968 h 308573"/>
                <a:gd name="connsiteX131" fmla="*/ 237312 w 323759"/>
                <a:gd name="connsiteY131" fmla="*/ 53031 h 308573"/>
                <a:gd name="connsiteX132" fmla="*/ 231793 w 323759"/>
                <a:gd name="connsiteY132" fmla="*/ 53031 h 308573"/>
                <a:gd name="connsiteX133" fmla="*/ 231793 w 323759"/>
                <a:gd name="connsiteY133" fmla="*/ 48905 h 308573"/>
                <a:gd name="connsiteX134" fmla="*/ 235040 w 323759"/>
                <a:gd name="connsiteY134" fmla="*/ 55226 h 308573"/>
                <a:gd name="connsiteX135" fmla="*/ 231840 w 323759"/>
                <a:gd name="connsiteY135" fmla="*/ 59880 h 308573"/>
                <a:gd name="connsiteX136" fmla="*/ 229243 w 323759"/>
                <a:gd name="connsiteY136" fmla="*/ 55226 h 308573"/>
                <a:gd name="connsiteX137" fmla="*/ 235040 w 323759"/>
                <a:gd name="connsiteY137" fmla="*/ 55226 h 308573"/>
                <a:gd name="connsiteX138" fmla="*/ 207214 w 323759"/>
                <a:gd name="connsiteY138" fmla="*/ 28623 h 308573"/>
                <a:gd name="connsiteX139" fmla="*/ 217046 w 323759"/>
                <a:gd name="connsiteY139" fmla="*/ 30423 h 308573"/>
                <a:gd name="connsiteX140" fmla="*/ 213289 w 323759"/>
                <a:gd name="connsiteY140" fmla="*/ 32223 h 308573"/>
                <a:gd name="connsiteX141" fmla="*/ 207214 w 323759"/>
                <a:gd name="connsiteY141" fmla="*/ 32223 h 308573"/>
                <a:gd name="connsiteX142" fmla="*/ 207214 w 323759"/>
                <a:gd name="connsiteY142" fmla="*/ 28667 h 308573"/>
                <a:gd name="connsiteX143" fmla="*/ 130135 w 323759"/>
                <a:gd name="connsiteY143" fmla="*/ 55490 h 308573"/>
                <a:gd name="connsiteX144" fmla="*/ 150448 w 323759"/>
                <a:gd name="connsiteY144" fmla="*/ 46183 h 308573"/>
                <a:gd name="connsiteX145" fmla="*/ 155364 w 323759"/>
                <a:gd name="connsiteY145" fmla="*/ 46183 h 308573"/>
                <a:gd name="connsiteX146" fmla="*/ 135375 w 323759"/>
                <a:gd name="connsiteY146" fmla="*/ 56894 h 308573"/>
                <a:gd name="connsiteX147" fmla="*/ 128140 w 323759"/>
                <a:gd name="connsiteY147" fmla="*/ 59924 h 308573"/>
                <a:gd name="connsiteX148" fmla="*/ 130181 w 323759"/>
                <a:gd name="connsiteY148" fmla="*/ 55534 h 30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323759" h="308573">
                  <a:moveTo>
                    <a:pt x="109172" y="43241"/>
                  </a:moveTo>
                  <a:lnTo>
                    <a:pt x="107734" y="46973"/>
                  </a:lnTo>
                  <a:lnTo>
                    <a:pt x="109218" y="53602"/>
                  </a:lnTo>
                  <a:lnTo>
                    <a:pt x="109218" y="71074"/>
                  </a:lnTo>
                  <a:cubicBezTo>
                    <a:pt x="111166" y="73840"/>
                    <a:pt x="116407" y="80381"/>
                    <a:pt x="120117" y="81698"/>
                  </a:cubicBezTo>
                  <a:cubicBezTo>
                    <a:pt x="120442" y="81830"/>
                    <a:pt x="120720" y="82093"/>
                    <a:pt x="120813" y="82400"/>
                  </a:cubicBezTo>
                  <a:cubicBezTo>
                    <a:pt x="120906" y="82708"/>
                    <a:pt x="120813" y="83059"/>
                    <a:pt x="120674" y="83366"/>
                  </a:cubicBezTo>
                  <a:lnTo>
                    <a:pt x="118123" y="86834"/>
                  </a:lnTo>
                  <a:lnTo>
                    <a:pt x="117381" y="90610"/>
                  </a:lnTo>
                  <a:cubicBezTo>
                    <a:pt x="117288" y="91136"/>
                    <a:pt x="116778" y="91532"/>
                    <a:pt x="116221" y="91532"/>
                  </a:cubicBezTo>
                  <a:lnTo>
                    <a:pt x="91502" y="91532"/>
                  </a:lnTo>
                  <a:lnTo>
                    <a:pt x="91502" y="96273"/>
                  </a:lnTo>
                  <a:cubicBezTo>
                    <a:pt x="91502" y="96800"/>
                    <a:pt x="91085" y="97283"/>
                    <a:pt x="90529" y="97370"/>
                  </a:cubicBezTo>
                  <a:cubicBezTo>
                    <a:pt x="84917" y="98161"/>
                    <a:pt x="78285" y="99478"/>
                    <a:pt x="77404" y="100224"/>
                  </a:cubicBezTo>
                  <a:cubicBezTo>
                    <a:pt x="77033" y="100926"/>
                    <a:pt x="76198" y="104526"/>
                    <a:pt x="75595" y="107292"/>
                  </a:cubicBezTo>
                  <a:lnTo>
                    <a:pt x="79583" y="107292"/>
                  </a:lnTo>
                  <a:cubicBezTo>
                    <a:pt x="79908" y="107292"/>
                    <a:pt x="80233" y="107423"/>
                    <a:pt x="80464" y="107687"/>
                  </a:cubicBezTo>
                  <a:cubicBezTo>
                    <a:pt x="80696" y="107906"/>
                    <a:pt x="80789" y="108258"/>
                    <a:pt x="80743" y="108565"/>
                  </a:cubicBezTo>
                  <a:lnTo>
                    <a:pt x="79954" y="114052"/>
                  </a:lnTo>
                  <a:cubicBezTo>
                    <a:pt x="79908" y="114491"/>
                    <a:pt x="79583" y="114843"/>
                    <a:pt x="79166" y="114974"/>
                  </a:cubicBezTo>
                  <a:cubicBezTo>
                    <a:pt x="78980" y="115018"/>
                    <a:pt x="60476" y="120550"/>
                    <a:pt x="48464" y="137232"/>
                  </a:cubicBezTo>
                  <a:cubicBezTo>
                    <a:pt x="48140" y="137715"/>
                    <a:pt x="47444" y="137846"/>
                    <a:pt x="46934" y="137539"/>
                  </a:cubicBezTo>
                  <a:lnTo>
                    <a:pt x="41647" y="134554"/>
                  </a:lnTo>
                  <a:lnTo>
                    <a:pt x="34458" y="137627"/>
                  </a:lnTo>
                  <a:cubicBezTo>
                    <a:pt x="34458" y="137627"/>
                    <a:pt x="34134" y="137715"/>
                    <a:pt x="33995" y="137715"/>
                  </a:cubicBezTo>
                  <a:lnTo>
                    <a:pt x="24348" y="137715"/>
                  </a:lnTo>
                  <a:cubicBezTo>
                    <a:pt x="24116" y="137715"/>
                    <a:pt x="16325" y="137012"/>
                    <a:pt x="0" y="149919"/>
                  </a:cubicBezTo>
                  <a:lnTo>
                    <a:pt x="0" y="172966"/>
                  </a:lnTo>
                  <a:lnTo>
                    <a:pt x="57462" y="210545"/>
                  </a:lnTo>
                  <a:lnTo>
                    <a:pt x="153509" y="273366"/>
                  </a:lnTo>
                  <a:cubicBezTo>
                    <a:pt x="153740" y="273541"/>
                    <a:pt x="153926" y="273761"/>
                    <a:pt x="153973" y="274024"/>
                  </a:cubicBezTo>
                  <a:lnTo>
                    <a:pt x="155549" y="280960"/>
                  </a:lnTo>
                  <a:lnTo>
                    <a:pt x="159770" y="281970"/>
                  </a:lnTo>
                  <a:cubicBezTo>
                    <a:pt x="159770" y="281970"/>
                    <a:pt x="160141" y="282102"/>
                    <a:pt x="160280" y="282233"/>
                  </a:cubicBezTo>
                  <a:lnTo>
                    <a:pt x="166680" y="288028"/>
                  </a:lnTo>
                  <a:lnTo>
                    <a:pt x="171178" y="286141"/>
                  </a:lnTo>
                  <a:cubicBezTo>
                    <a:pt x="171503" y="286009"/>
                    <a:pt x="171828" y="286009"/>
                    <a:pt x="172152" y="286141"/>
                  </a:cubicBezTo>
                  <a:cubicBezTo>
                    <a:pt x="172431" y="286272"/>
                    <a:pt x="172662" y="286536"/>
                    <a:pt x="172755" y="286843"/>
                  </a:cubicBezTo>
                  <a:lnTo>
                    <a:pt x="174239" y="291540"/>
                  </a:lnTo>
                  <a:lnTo>
                    <a:pt x="180640" y="291540"/>
                  </a:lnTo>
                  <a:cubicBezTo>
                    <a:pt x="180640" y="291540"/>
                    <a:pt x="180964" y="291540"/>
                    <a:pt x="181103" y="291628"/>
                  </a:cubicBezTo>
                  <a:lnTo>
                    <a:pt x="188338" y="294657"/>
                  </a:lnTo>
                  <a:cubicBezTo>
                    <a:pt x="188756" y="294833"/>
                    <a:pt x="189034" y="295228"/>
                    <a:pt x="189034" y="295667"/>
                  </a:cubicBezTo>
                  <a:lnTo>
                    <a:pt x="189034" y="301725"/>
                  </a:lnTo>
                  <a:cubicBezTo>
                    <a:pt x="189034" y="301725"/>
                    <a:pt x="188987" y="302076"/>
                    <a:pt x="188895" y="302252"/>
                  </a:cubicBezTo>
                  <a:lnTo>
                    <a:pt x="186390" y="306510"/>
                  </a:lnTo>
                  <a:lnTo>
                    <a:pt x="188384" y="308574"/>
                  </a:lnTo>
                  <a:lnTo>
                    <a:pt x="195109" y="308574"/>
                  </a:lnTo>
                  <a:lnTo>
                    <a:pt x="202158" y="307125"/>
                  </a:lnTo>
                  <a:lnTo>
                    <a:pt x="202158" y="307125"/>
                  </a:lnTo>
                  <a:cubicBezTo>
                    <a:pt x="202158" y="307125"/>
                    <a:pt x="202158" y="307125"/>
                    <a:pt x="202158" y="307125"/>
                  </a:cubicBezTo>
                  <a:lnTo>
                    <a:pt x="227573" y="302076"/>
                  </a:lnTo>
                  <a:lnTo>
                    <a:pt x="254008" y="278414"/>
                  </a:lnTo>
                  <a:lnTo>
                    <a:pt x="323760" y="235743"/>
                  </a:lnTo>
                  <a:lnTo>
                    <a:pt x="318751" y="225295"/>
                  </a:lnTo>
                  <a:lnTo>
                    <a:pt x="316154" y="225690"/>
                  </a:lnTo>
                  <a:cubicBezTo>
                    <a:pt x="315829" y="225690"/>
                    <a:pt x="315551" y="225690"/>
                    <a:pt x="315273" y="225515"/>
                  </a:cubicBezTo>
                  <a:lnTo>
                    <a:pt x="307481" y="220247"/>
                  </a:lnTo>
                  <a:lnTo>
                    <a:pt x="298577" y="220510"/>
                  </a:lnTo>
                  <a:cubicBezTo>
                    <a:pt x="298206" y="220510"/>
                    <a:pt x="297835" y="220334"/>
                    <a:pt x="297603" y="220071"/>
                  </a:cubicBezTo>
                  <a:lnTo>
                    <a:pt x="295887" y="217876"/>
                  </a:lnTo>
                  <a:cubicBezTo>
                    <a:pt x="295887" y="217876"/>
                    <a:pt x="295748" y="217613"/>
                    <a:pt x="295701" y="217481"/>
                  </a:cubicBezTo>
                  <a:lnTo>
                    <a:pt x="292548" y="206111"/>
                  </a:lnTo>
                  <a:lnTo>
                    <a:pt x="283921" y="192809"/>
                  </a:lnTo>
                  <a:cubicBezTo>
                    <a:pt x="283643" y="192414"/>
                    <a:pt x="283690" y="191887"/>
                    <a:pt x="284014" y="191536"/>
                  </a:cubicBezTo>
                  <a:lnTo>
                    <a:pt x="287493" y="187673"/>
                  </a:lnTo>
                  <a:lnTo>
                    <a:pt x="291574" y="184556"/>
                  </a:lnTo>
                  <a:lnTo>
                    <a:pt x="291574" y="178454"/>
                  </a:lnTo>
                  <a:lnTo>
                    <a:pt x="289626" y="173976"/>
                  </a:lnTo>
                  <a:cubicBezTo>
                    <a:pt x="289533" y="173712"/>
                    <a:pt x="289533" y="173449"/>
                    <a:pt x="289626" y="173142"/>
                  </a:cubicBezTo>
                  <a:lnTo>
                    <a:pt x="291574" y="168445"/>
                  </a:lnTo>
                  <a:lnTo>
                    <a:pt x="289951" y="139822"/>
                  </a:lnTo>
                  <a:lnTo>
                    <a:pt x="282716" y="126300"/>
                  </a:lnTo>
                  <a:cubicBezTo>
                    <a:pt x="282530" y="125949"/>
                    <a:pt x="282530" y="125554"/>
                    <a:pt x="282762" y="125203"/>
                  </a:cubicBezTo>
                  <a:lnTo>
                    <a:pt x="284803" y="122174"/>
                  </a:lnTo>
                  <a:cubicBezTo>
                    <a:pt x="284988" y="121910"/>
                    <a:pt x="285267" y="121735"/>
                    <a:pt x="285591" y="121691"/>
                  </a:cubicBezTo>
                  <a:lnTo>
                    <a:pt x="285823" y="121691"/>
                  </a:lnTo>
                  <a:cubicBezTo>
                    <a:pt x="285823" y="121691"/>
                    <a:pt x="278356" y="90566"/>
                    <a:pt x="278356" y="90566"/>
                  </a:cubicBezTo>
                  <a:lnTo>
                    <a:pt x="267179" y="84244"/>
                  </a:lnTo>
                  <a:cubicBezTo>
                    <a:pt x="266808" y="84025"/>
                    <a:pt x="266623" y="83674"/>
                    <a:pt x="266623" y="83322"/>
                  </a:cubicBezTo>
                  <a:lnTo>
                    <a:pt x="266623" y="77089"/>
                  </a:lnTo>
                  <a:cubicBezTo>
                    <a:pt x="265324" y="75376"/>
                    <a:pt x="261985" y="71820"/>
                    <a:pt x="259110" y="71820"/>
                  </a:cubicBezTo>
                  <a:cubicBezTo>
                    <a:pt x="258646" y="71820"/>
                    <a:pt x="258182" y="71557"/>
                    <a:pt x="258043" y="71118"/>
                  </a:cubicBezTo>
                  <a:lnTo>
                    <a:pt x="253405" y="59616"/>
                  </a:lnTo>
                  <a:cubicBezTo>
                    <a:pt x="253313" y="59397"/>
                    <a:pt x="253313" y="59133"/>
                    <a:pt x="253405" y="58914"/>
                  </a:cubicBezTo>
                  <a:lnTo>
                    <a:pt x="255121" y="53163"/>
                  </a:lnTo>
                  <a:cubicBezTo>
                    <a:pt x="255260" y="52680"/>
                    <a:pt x="255724" y="52373"/>
                    <a:pt x="256234" y="52373"/>
                  </a:cubicBezTo>
                  <a:lnTo>
                    <a:pt x="259295" y="52373"/>
                  </a:lnTo>
                  <a:lnTo>
                    <a:pt x="259713" y="49475"/>
                  </a:lnTo>
                  <a:cubicBezTo>
                    <a:pt x="259713" y="49212"/>
                    <a:pt x="259852" y="48992"/>
                    <a:pt x="260084" y="48817"/>
                  </a:cubicBezTo>
                  <a:lnTo>
                    <a:pt x="265510" y="43944"/>
                  </a:lnTo>
                  <a:lnTo>
                    <a:pt x="265232" y="40081"/>
                  </a:lnTo>
                  <a:cubicBezTo>
                    <a:pt x="265232" y="39817"/>
                    <a:pt x="265278" y="39554"/>
                    <a:pt x="265463" y="39378"/>
                  </a:cubicBezTo>
                  <a:lnTo>
                    <a:pt x="269313" y="34330"/>
                  </a:lnTo>
                  <a:lnTo>
                    <a:pt x="267133" y="32662"/>
                  </a:lnTo>
                  <a:cubicBezTo>
                    <a:pt x="266808" y="32398"/>
                    <a:pt x="266623" y="31959"/>
                    <a:pt x="266716" y="31564"/>
                  </a:cubicBezTo>
                  <a:lnTo>
                    <a:pt x="267458" y="28579"/>
                  </a:lnTo>
                  <a:lnTo>
                    <a:pt x="266484" y="27657"/>
                  </a:lnTo>
                  <a:cubicBezTo>
                    <a:pt x="266484" y="27657"/>
                    <a:pt x="266159" y="27262"/>
                    <a:pt x="266159" y="26999"/>
                  </a:cubicBezTo>
                  <a:lnTo>
                    <a:pt x="265278" y="18745"/>
                  </a:lnTo>
                  <a:cubicBezTo>
                    <a:pt x="265278" y="18438"/>
                    <a:pt x="265371" y="18131"/>
                    <a:pt x="265556" y="17911"/>
                  </a:cubicBezTo>
                  <a:lnTo>
                    <a:pt x="267736" y="15584"/>
                  </a:lnTo>
                  <a:lnTo>
                    <a:pt x="268385" y="14180"/>
                  </a:lnTo>
                  <a:lnTo>
                    <a:pt x="263979" y="11941"/>
                  </a:lnTo>
                  <a:cubicBezTo>
                    <a:pt x="263608" y="11765"/>
                    <a:pt x="263423" y="11414"/>
                    <a:pt x="263376" y="11063"/>
                  </a:cubicBezTo>
                  <a:cubicBezTo>
                    <a:pt x="263376" y="10668"/>
                    <a:pt x="263562" y="10316"/>
                    <a:pt x="263840" y="10097"/>
                  </a:cubicBezTo>
                  <a:lnTo>
                    <a:pt x="271771" y="4741"/>
                  </a:lnTo>
                  <a:lnTo>
                    <a:pt x="271214" y="1844"/>
                  </a:lnTo>
                  <a:cubicBezTo>
                    <a:pt x="266391" y="2678"/>
                    <a:pt x="259295" y="4170"/>
                    <a:pt x="258553" y="5795"/>
                  </a:cubicBezTo>
                  <a:lnTo>
                    <a:pt x="256234" y="1932"/>
                  </a:lnTo>
                  <a:lnTo>
                    <a:pt x="251597" y="834"/>
                  </a:lnTo>
                  <a:lnTo>
                    <a:pt x="247562" y="4127"/>
                  </a:lnTo>
                  <a:lnTo>
                    <a:pt x="239168" y="0"/>
                  </a:lnTo>
                  <a:lnTo>
                    <a:pt x="236292" y="834"/>
                  </a:lnTo>
                  <a:lnTo>
                    <a:pt x="229892" y="3556"/>
                  </a:lnTo>
                  <a:lnTo>
                    <a:pt x="219457" y="8473"/>
                  </a:lnTo>
                  <a:lnTo>
                    <a:pt x="213938" y="4609"/>
                  </a:lnTo>
                  <a:lnTo>
                    <a:pt x="194228" y="3512"/>
                  </a:lnTo>
                  <a:lnTo>
                    <a:pt x="191353" y="4873"/>
                  </a:lnTo>
                  <a:lnTo>
                    <a:pt x="182958" y="5136"/>
                  </a:lnTo>
                  <a:lnTo>
                    <a:pt x="177439" y="8165"/>
                  </a:lnTo>
                  <a:cubicBezTo>
                    <a:pt x="177439" y="8165"/>
                    <a:pt x="148175" y="7331"/>
                    <a:pt x="134819" y="24057"/>
                  </a:cubicBezTo>
                  <a:cubicBezTo>
                    <a:pt x="134819" y="24057"/>
                    <a:pt x="119746" y="20765"/>
                    <a:pt x="113949" y="32574"/>
                  </a:cubicBezTo>
                  <a:lnTo>
                    <a:pt x="106436" y="35603"/>
                  </a:lnTo>
                  <a:lnTo>
                    <a:pt x="100221" y="35691"/>
                  </a:lnTo>
                  <a:lnTo>
                    <a:pt x="108894" y="42144"/>
                  </a:lnTo>
                  <a:cubicBezTo>
                    <a:pt x="109265" y="42451"/>
                    <a:pt x="109450" y="42934"/>
                    <a:pt x="109265" y="43373"/>
                  </a:cubicBezTo>
                  <a:close/>
                  <a:moveTo>
                    <a:pt x="231840" y="48905"/>
                  </a:moveTo>
                  <a:lnTo>
                    <a:pt x="234715" y="50968"/>
                  </a:lnTo>
                  <a:lnTo>
                    <a:pt x="239353" y="48905"/>
                  </a:lnTo>
                  <a:lnTo>
                    <a:pt x="242831" y="50968"/>
                  </a:lnTo>
                  <a:lnTo>
                    <a:pt x="237312" y="53031"/>
                  </a:lnTo>
                  <a:lnTo>
                    <a:pt x="231793" y="53031"/>
                  </a:lnTo>
                  <a:lnTo>
                    <a:pt x="231793" y="48905"/>
                  </a:lnTo>
                  <a:close/>
                  <a:moveTo>
                    <a:pt x="235040" y="55226"/>
                  </a:moveTo>
                  <a:lnTo>
                    <a:pt x="231840" y="59880"/>
                  </a:lnTo>
                  <a:lnTo>
                    <a:pt x="229243" y="55226"/>
                  </a:lnTo>
                  <a:lnTo>
                    <a:pt x="235040" y="55226"/>
                  </a:lnTo>
                  <a:close/>
                  <a:moveTo>
                    <a:pt x="207214" y="28623"/>
                  </a:moveTo>
                  <a:lnTo>
                    <a:pt x="217046" y="30423"/>
                  </a:lnTo>
                  <a:lnTo>
                    <a:pt x="213289" y="32223"/>
                  </a:lnTo>
                  <a:lnTo>
                    <a:pt x="207214" y="32223"/>
                  </a:lnTo>
                  <a:lnTo>
                    <a:pt x="207214" y="28667"/>
                  </a:lnTo>
                  <a:close/>
                  <a:moveTo>
                    <a:pt x="130135" y="55490"/>
                  </a:moveTo>
                  <a:cubicBezTo>
                    <a:pt x="130135" y="55490"/>
                    <a:pt x="142610" y="55753"/>
                    <a:pt x="150448" y="46183"/>
                  </a:cubicBezTo>
                  <a:lnTo>
                    <a:pt x="155364" y="46183"/>
                  </a:lnTo>
                  <a:cubicBezTo>
                    <a:pt x="155364" y="46183"/>
                    <a:pt x="152164" y="56324"/>
                    <a:pt x="135375" y="56894"/>
                  </a:cubicBezTo>
                  <a:lnTo>
                    <a:pt x="128140" y="59924"/>
                  </a:lnTo>
                  <a:lnTo>
                    <a:pt x="130181" y="555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7" name="Freeform: Shape 2176">
              <a:extLst>
                <a:ext uri="{FF2B5EF4-FFF2-40B4-BE49-F238E27FC236}">
                  <a16:creationId xmlns:a16="http://schemas.microsoft.com/office/drawing/2014/main" id="{618ECBA8-9486-B476-CFF4-882DFAF6EEC2}"/>
                </a:ext>
              </a:extLst>
            </p:cNvPr>
            <p:cNvSpPr>
              <a:spLocks/>
            </p:cNvSpPr>
            <p:nvPr/>
          </p:nvSpPr>
          <p:spPr>
            <a:xfrm>
              <a:off x="7991690" y="3613792"/>
              <a:ext cx="188498" cy="334578"/>
            </a:xfrm>
            <a:custGeom>
              <a:avLst/>
              <a:gdLst>
                <a:gd name="connsiteX0" fmla="*/ 80186 w 126285"/>
                <a:gd name="connsiteY0" fmla="*/ 125906 h 224153"/>
                <a:gd name="connsiteX1" fmla="*/ 81392 w 126285"/>
                <a:gd name="connsiteY1" fmla="*/ 120155 h 224153"/>
                <a:gd name="connsiteX2" fmla="*/ 76151 w 126285"/>
                <a:gd name="connsiteY2" fmla="*/ 115062 h 224153"/>
                <a:gd name="connsiteX3" fmla="*/ 75827 w 126285"/>
                <a:gd name="connsiteY3" fmla="*/ 114316 h 224153"/>
                <a:gd name="connsiteX4" fmla="*/ 75827 w 126285"/>
                <a:gd name="connsiteY4" fmla="*/ 104438 h 224153"/>
                <a:gd name="connsiteX5" fmla="*/ 76290 w 126285"/>
                <a:gd name="connsiteY5" fmla="*/ 103560 h 224153"/>
                <a:gd name="connsiteX6" fmla="*/ 77357 w 126285"/>
                <a:gd name="connsiteY6" fmla="*/ 103429 h 224153"/>
                <a:gd name="connsiteX7" fmla="*/ 79305 w 126285"/>
                <a:gd name="connsiteY7" fmla="*/ 104043 h 224153"/>
                <a:gd name="connsiteX8" fmla="*/ 79305 w 126285"/>
                <a:gd name="connsiteY8" fmla="*/ 101453 h 224153"/>
                <a:gd name="connsiteX9" fmla="*/ 79676 w 126285"/>
                <a:gd name="connsiteY9" fmla="*/ 100619 h 224153"/>
                <a:gd name="connsiteX10" fmla="*/ 88395 w 126285"/>
                <a:gd name="connsiteY10" fmla="*/ 93200 h 224153"/>
                <a:gd name="connsiteX11" fmla="*/ 89183 w 126285"/>
                <a:gd name="connsiteY11" fmla="*/ 92937 h 224153"/>
                <a:gd name="connsiteX12" fmla="*/ 117891 w 126285"/>
                <a:gd name="connsiteY12" fmla="*/ 92937 h 224153"/>
                <a:gd name="connsiteX13" fmla="*/ 120905 w 126285"/>
                <a:gd name="connsiteY13" fmla="*/ 93595 h 224153"/>
                <a:gd name="connsiteX14" fmla="*/ 126285 w 126285"/>
                <a:gd name="connsiteY14" fmla="*/ 89907 h 224153"/>
                <a:gd name="connsiteX15" fmla="*/ 126285 w 126285"/>
                <a:gd name="connsiteY15" fmla="*/ 85210 h 224153"/>
                <a:gd name="connsiteX16" fmla="*/ 124940 w 126285"/>
                <a:gd name="connsiteY16" fmla="*/ 82400 h 224153"/>
                <a:gd name="connsiteX17" fmla="*/ 124848 w 126285"/>
                <a:gd name="connsiteY17" fmla="*/ 81742 h 224153"/>
                <a:gd name="connsiteX18" fmla="*/ 126239 w 126285"/>
                <a:gd name="connsiteY18" fmla="*/ 75157 h 224153"/>
                <a:gd name="connsiteX19" fmla="*/ 124245 w 126285"/>
                <a:gd name="connsiteY19" fmla="*/ 68528 h 224153"/>
                <a:gd name="connsiteX20" fmla="*/ 119607 w 126285"/>
                <a:gd name="connsiteY20" fmla="*/ 68528 h 224153"/>
                <a:gd name="connsiteX21" fmla="*/ 118772 w 126285"/>
                <a:gd name="connsiteY21" fmla="*/ 68177 h 224153"/>
                <a:gd name="connsiteX22" fmla="*/ 112975 w 126285"/>
                <a:gd name="connsiteY22" fmla="*/ 62558 h 224153"/>
                <a:gd name="connsiteX23" fmla="*/ 112650 w 126285"/>
                <a:gd name="connsiteY23" fmla="*/ 61811 h 224153"/>
                <a:gd name="connsiteX24" fmla="*/ 112650 w 126285"/>
                <a:gd name="connsiteY24" fmla="*/ 43944 h 224153"/>
                <a:gd name="connsiteX25" fmla="*/ 102401 w 126285"/>
                <a:gd name="connsiteY25" fmla="*/ 32135 h 224153"/>
                <a:gd name="connsiteX26" fmla="*/ 92522 w 126285"/>
                <a:gd name="connsiteY26" fmla="*/ 29106 h 224153"/>
                <a:gd name="connsiteX27" fmla="*/ 83664 w 126285"/>
                <a:gd name="connsiteY27" fmla="*/ 41398 h 224153"/>
                <a:gd name="connsiteX28" fmla="*/ 82412 w 126285"/>
                <a:gd name="connsiteY28" fmla="*/ 41486 h 224153"/>
                <a:gd name="connsiteX29" fmla="*/ 71143 w 126285"/>
                <a:gd name="connsiteY29" fmla="*/ 35559 h 224153"/>
                <a:gd name="connsiteX30" fmla="*/ 58574 w 126285"/>
                <a:gd name="connsiteY30" fmla="*/ 46797 h 224153"/>
                <a:gd name="connsiteX31" fmla="*/ 57739 w 126285"/>
                <a:gd name="connsiteY31" fmla="*/ 47105 h 224153"/>
                <a:gd name="connsiteX32" fmla="*/ 56905 w 126285"/>
                <a:gd name="connsiteY32" fmla="*/ 46754 h 224153"/>
                <a:gd name="connsiteX33" fmla="*/ 53566 w 126285"/>
                <a:gd name="connsiteY33" fmla="*/ 43198 h 224153"/>
                <a:gd name="connsiteX34" fmla="*/ 53334 w 126285"/>
                <a:gd name="connsiteY34" fmla="*/ 42056 h 224153"/>
                <a:gd name="connsiteX35" fmla="*/ 56487 w 126285"/>
                <a:gd name="connsiteY35" fmla="*/ 34286 h 224153"/>
                <a:gd name="connsiteX36" fmla="*/ 54261 w 126285"/>
                <a:gd name="connsiteY36" fmla="*/ 30072 h 224153"/>
                <a:gd name="connsiteX37" fmla="*/ 54261 w 126285"/>
                <a:gd name="connsiteY37" fmla="*/ 29194 h 224153"/>
                <a:gd name="connsiteX38" fmla="*/ 58760 w 126285"/>
                <a:gd name="connsiteY38" fmla="*/ 18175 h 224153"/>
                <a:gd name="connsiteX39" fmla="*/ 56998 w 126285"/>
                <a:gd name="connsiteY39" fmla="*/ 12424 h 224153"/>
                <a:gd name="connsiteX40" fmla="*/ 53658 w 126285"/>
                <a:gd name="connsiteY40" fmla="*/ 12819 h 224153"/>
                <a:gd name="connsiteX41" fmla="*/ 52499 w 126285"/>
                <a:gd name="connsiteY41" fmla="*/ 14136 h 224153"/>
                <a:gd name="connsiteX42" fmla="*/ 51618 w 126285"/>
                <a:gd name="connsiteY42" fmla="*/ 14531 h 224153"/>
                <a:gd name="connsiteX43" fmla="*/ 47537 w 126285"/>
                <a:gd name="connsiteY43" fmla="*/ 14531 h 224153"/>
                <a:gd name="connsiteX44" fmla="*/ 46470 w 126285"/>
                <a:gd name="connsiteY44" fmla="*/ 13916 h 224153"/>
                <a:gd name="connsiteX45" fmla="*/ 39560 w 126285"/>
                <a:gd name="connsiteY45" fmla="*/ 0 h 224153"/>
                <a:gd name="connsiteX46" fmla="*/ 34551 w 126285"/>
                <a:gd name="connsiteY46" fmla="*/ 0 h 224153"/>
                <a:gd name="connsiteX47" fmla="*/ 31397 w 126285"/>
                <a:gd name="connsiteY47" fmla="*/ 4434 h 224153"/>
                <a:gd name="connsiteX48" fmla="*/ 30423 w 126285"/>
                <a:gd name="connsiteY48" fmla="*/ 4917 h 224153"/>
                <a:gd name="connsiteX49" fmla="*/ 25183 w 126285"/>
                <a:gd name="connsiteY49" fmla="*/ 4917 h 224153"/>
                <a:gd name="connsiteX50" fmla="*/ 23420 w 126285"/>
                <a:gd name="connsiteY50" fmla="*/ 10448 h 224153"/>
                <a:gd name="connsiteX51" fmla="*/ 22307 w 126285"/>
                <a:gd name="connsiteY51" fmla="*/ 11238 h 224153"/>
                <a:gd name="connsiteX52" fmla="*/ 8348 w 126285"/>
                <a:gd name="connsiteY52" fmla="*/ 11238 h 224153"/>
                <a:gd name="connsiteX53" fmla="*/ 4916 w 126285"/>
                <a:gd name="connsiteY53" fmla="*/ 20721 h 224153"/>
                <a:gd name="connsiteX54" fmla="*/ 5472 w 126285"/>
                <a:gd name="connsiteY54" fmla="*/ 26779 h 224153"/>
                <a:gd name="connsiteX55" fmla="*/ 4684 w 126285"/>
                <a:gd name="connsiteY55" fmla="*/ 27921 h 224153"/>
                <a:gd name="connsiteX56" fmla="*/ 0 w 126285"/>
                <a:gd name="connsiteY56" fmla="*/ 29325 h 224153"/>
                <a:gd name="connsiteX57" fmla="*/ 2875 w 126285"/>
                <a:gd name="connsiteY57" fmla="*/ 32442 h 224153"/>
                <a:gd name="connsiteX58" fmla="*/ 3154 w 126285"/>
                <a:gd name="connsiteY58" fmla="*/ 33145 h 224153"/>
                <a:gd name="connsiteX59" fmla="*/ 3154 w 126285"/>
                <a:gd name="connsiteY59" fmla="*/ 39773 h 224153"/>
                <a:gd name="connsiteX60" fmla="*/ 14377 w 126285"/>
                <a:gd name="connsiteY60" fmla="*/ 49344 h 224153"/>
                <a:gd name="connsiteX61" fmla="*/ 14748 w 126285"/>
                <a:gd name="connsiteY61" fmla="*/ 50002 h 224153"/>
                <a:gd name="connsiteX62" fmla="*/ 16325 w 126285"/>
                <a:gd name="connsiteY62" fmla="*/ 60582 h 224153"/>
                <a:gd name="connsiteX63" fmla="*/ 22261 w 126285"/>
                <a:gd name="connsiteY63" fmla="*/ 60582 h 224153"/>
                <a:gd name="connsiteX64" fmla="*/ 23420 w 126285"/>
                <a:gd name="connsiteY64" fmla="*/ 61680 h 224153"/>
                <a:gd name="connsiteX65" fmla="*/ 23420 w 126285"/>
                <a:gd name="connsiteY65" fmla="*/ 66596 h 224153"/>
                <a:gd name="connsiteX66" fmla="*/ 22632 w 126285"/>
                <a:gd name="connsiteY66" fmla="*/ 67650 h 224153"/>
                <a:gd name="connsiteX67" fmla="*/ 17855 w 126285"/>
                <a:gd name="connsiteY67" fmla="*/ 69055 h 224153"/>
                <a:gd name="connsiteX68" fmla="*/ 17067 w 126285"/>
                <a:gd name="connsiteY68" fmla="*/ 78186 h 224153"/>
                <a:gd name="connsiteX69" fmla="*/ 16417 w 126285"/>
                <a:gd name="connsiteY69" fmla="*/ 79064 h 224153"/>
                <a:gd name="connsiteX70" fmla="*/ 11873 w 126285"/>
                <a:gd name="connsiteY70" fmla="*/ 81215 h 224153"/>
                <a:gd name="connsiteX71" fmla="*/ 26342 w 126285"/>
                <a:gd name="connsiteY71" fmla="*/ 99346 h 224153"/>
                <a:gd name="connsiteX72" fmla="*/ 26899 w 126285"/>
                <a:gd name="connsiteY72" fmla="*/ 100268 h 224153"/>
                <a:gd name="connsiteX73" fmla="*/ 26899 w 126285"/>
                <a:gd name="connsiteY73" fmla="*/ 110409 h 224153"/>
                <a:gd name="connsiteX74" fmla="*/ 29728 w 126285"/>
                <a:gd name="connsiteY74" fmla="*/ 122613 h 224153"/>
                <a:gd name="connsiteX75" fmla="*/ 34829 w 126285"/>
                <a:gd name="connsiteY75" fmla="*/ 130690 h 224153"/>
                <a:gd name="connsiteX76" fmla="*/ 34829 w 126285"/>
                <a:gd name="connsiteY76" fmla="*/ 131744 h 224153"/>
                <a:gd name="connsiteX77" fmla="*/ 30191 w 126285"/>
                <a:gd name="connsiteY77" fmla="*/ 140524 h 224153"/>
                <a:gd name="connsiteX78" fmla="*/ 29913 w 126285"/>
                <a:gd name="connsiteY78" fmla="*/ 140831 h 224153"/>
                <a:gd name="connsiteX79" fmla="*/ 20638 w 126285"/>
                <a:gd name="connsiteY79" fmla="*/ 148821 h 224153"/>
                <a:gd name="connsiteX80" fmla="*/ 18412 w 126285"/>
                <a:gd name="connsiteY80" fmla="*/ 159709 h 224153"/>
                <a:gd name="connsiteX81" fmla="*/ 18041 w 126285"/>
                <a:gd name="connsiteY81" fmla="*/ 160323 h 224153"/>
                <a:gd name="connsiteX82" fmla="*/ 14980 w 126285"/>
                <a:gd name="connsiteY82" fmla="*/ 162781 h 224153"/>
                <a:gd name="connsiteX83" fmla="*/ 13496 w 126285"/>
                <a:gd name="connsiteY83" fmla="*/ 174020 h 224153"/>
                <a:gd name="connsiteX84" fmla="*/ 12336 w 126285"/>
                <a:gd name="connsiteY84" fmla="*/ 188551 h 224153"/>
                <a:gd name="connsiteX85" fmla="*/ 14377 w 126285"/>
                <a:gd name="connsiteY85" fmla="*/ 188024 h 224153"/>
                <a:gd name="connsiteX86" fmla="*/ 16974 w 126285"/>
                <a:gd name="connsiteY86" fmla="*/ 186092 h 224153"/>
                <a:gd name="connsiteX87" fmla="*/ 22771 w 126285"/>
                <a:gd name="connsiteY87" fmla="*/ 193775 h 224153"/>
                <a:gd name="connsiteX88" fmla="*/ 24812 w 126285"/>
                <a:gd name="connsiteY88" fmla="*/ 197901 h 224153"/>
                <a:gd name="connsiteX89" fmla="*/ 28012 w 126285"/>
                <a:gd name="connsiteY89" fmla="*/ 197375 h 224153"/>
                <a:gd name="connsiteX90" fmla="*/ 28012 w 126285"/>
                <a:gd name="connsiteY90" fmla="*/ 200667 h 224153"/>
                <a:gd name="connsiteX91" fmla="*/ 33531 w 126285"/>
                <a:gd name="connsiteY91" fmla="*/ 202862 h 224153"/>
                <a:gd name="connsiteX92" fmla="*/ 39050 w 126285"/>
                <a:gd name="connsiteY92" fmla="*/ 213574 h 224153"/>
                <a:gd name="connsiteX93" fmla="*/ 40209 w 126285"/>
                <a:gd name="connsiteY93" fmla="*/ 208920 h 224153"/>
                <a:gd name="connsiteX94" fmla="*/ 41090 w 126285"/>
                <a:gd name="connsiteY94" fmla="*/ 208086 h 224153"/>
                <a:gd name="connsiteX95" fmla="*/ 42250 w 126285"/>
                <a:gd name="connsiteY95" fmla="*/ 208525 h 224153"/>
                <a:gd name="connsiteX96" fmla="*/ 44800 w 126285"/>
                <a:gd name="connsiteY96" fmla="*/ 211774 h 224153"/>
                <a:gd name="connsiteX97" fmla="*/ 51479 w 126285"/>
                <a:gd name="connsiteY97" fmla="*/ 211774 h 224153"/>
                <a:gd name="connsiteX98" fmla="*/ 52638 w 126285"/>
                <a:gd name="connsiteY98" fmla="*/ 212872 h 224153"/>
                <a:gd name="connsiteX99" fmla="*/ 52638 w 126285"/>
                <a:gd name="connsiteY99" fmla="*/ 216296 h 224153"/>
                <a:gd name="connsiteX100" fmla="*/ 56116 w 126285"/>
                <a:gd name="connsiteY100" fmla="*/ 216296 h 224153"/>
                <a:gd name="connsiteX101" fmla="*/ 57044 w 126285"/>
                <a:gd name="connsiteY101" fmla="*/ 216735 h 224153"/>
                <a:gd name="connsiteX102" fmla="*/ 57276 w 126285"/>
                <a:gd name="connsiteY102" fmla="*/ 217657 h 224153"/>
                <a:gd name="connsiteX103" fmla="*/ 55699 w 126285"/>
                <a:gd name="connsiteY103" fmla="*/ 223803 h 224153"/>
                <a:gd name="connsiteX104" fmla="*/ 56209 w 126285"/>
                <a:gd name="connsiteY104" fmla="*/ 224154 h 224153"/>
                <a:gd name="connsiteX105" fmla="*/ 63398 w 126285"/>
                <a:gd name="connsiteY105" fmla="*/ 220422 h 224153"/>
                <a:gd name="connsiteX106" fmla="*/ 64789 w 126285"/>
                <a:gd name="connsiteY106" fmla="*/ 220642 h 224153"/>
                <a:gd name="connsiteX107" fmla="*/ 67757 w 126285"/>
                <a:gd name="connsiteY107" fmla="*/ 223627 h 224153"/>
                <a:gd name="connsiteX108" fmla="*/ 71792 w 126285"/>
                <a:gd name="connsiteY108" fmla="*/ 216471 h 224153"/>
                <a:gd name="connsiteX109" fmla="*/ 66273 w 126285"/>
                <a:gd name="connsiteY109" fmla="*/ 211686 h 224153"/>
                <a:gd name="connsiteX110" fmla="*/ 54400 w 126285"/>
                <a:gd name="connsiteY110" fmla="*/ 207823 h 224153"/>
                <a:gd name="connsiteX111" fmla="*/ 41044 w 126285"/>
                <a:gd name="connsiteY111" fmla="*/ 194916 h 224153"/>
                <a:gd name="connsiteX112" fmla="*/ 44244 w 126285"/>
                <a:gd name="connsiteY112" fmla="*/ 189692 h 224153"/>
                <a:gd name="connsiteX113" fmla="*/ 38725 w 126285"/>
                <a:gd name="connsiteY113" fmla="*/ 181746 h 224153"/>
                <a:gd name="connsiteX114" fmla="*/ 28893 w 126285"/>
                <a:gd name="connsiteY114" fmla="*/ 171298 h 224153"/>
                <a:gd name="connsiteX115" fmla="*/ 25415 w 126285"/>
                <a:gd name="connsiteY115" fmla="*/ 166074 h 224153"/>
                <a:gd name="connsiteX116" fmla="*/ 26296 w 126285"/>
                <a:gd name="connsiteY116" fmla="*/ 153431 h 224153"/>
                <a:gd name="connsiteX117" fmla="*/ 33252 w 126285"/>
                <a:gd name="connsiteY117" fmla="*/ 136134 h 224153"/>
                <a:gd name="connsiteX118" fmla="*/ 38771 w 126285"/>
                <a:gd name="connsiteY118" fmla="*/ 108126 h 224153"/>
                <a:gd name="connsiteX119" fmla="*/ 46284 w 126285"/>
                <a:gd name="connsiteY119" fmla="*/ 106458 h 224153"/>
                <a:gd name="connsiteX120" fmla="*/ 53241 w 126285"/>
                <a:gd name="connsiteY120" fmla="*/ 107555 h 224153"/>
                <a:gd name="connsiteX121" fmla="*/ 63398 w 126285"/>
                <a:gd name="connsiteY121" fmla="*/ 119628 h 224153"/>
                <a:gd name="connsiteX122" fmla="*/ 69751 w 126285"/>
                <a:gd name="connsiteY122" fmla="*/ 120725 h 224153"/>
                <a:gd name="connsiteX123" fmla="*/ 79583 w 126285"/>
                <a:gd name="connsiteY123" fmla="*/ 127574 h 224153"/>
                <a:gd name="connsiteX124" fmla="*/ 81531 w 126285"/>
                <a:gd name="connsiteY124" fmla="*/ 129900 h 224153"/>
                <a:gd name="connsiteX125" fmla="*/ 80233 w 126285"/>
                <a:gd name="connsiteY125" fmla="*/ 126300 h 224153"/>
                <a:gd name="connsiteX126" fmla="*/ 80233 w 126285"/>
                <a:gd name="connsiteY126" fmla="*/ 125730 h 224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126285" h="224153">
                  <a:moveTo>
                    <a:pt x="80186" y="125906"/>
                  </a:moveTo>
                  <a:lnTo>
                    <a:pt x="81392" y="120155"/>
                  </a:lnTo>
                  <a:lnTo>
                    <a:pt x="76151" y="115062"/>
                  </a:lnTo>
                  <a:cubicBezTo>
                    <a:pt x="76151" y="115062"/>
                    <a:pt x="75827" y="114579"/>
                    <a:pt x="75827" y="114316"/>
                  </a:cubicBezTo>
                  <a:lnTo>
                    <a:pt x="75827" y="104438"/>
                  </a:lnTo>
                  <a:cubicBezTo>
                    <a:pt x="75827" y="104087"/>
                    <a:pt x="76012" y="103736"/>
                    <a:pt x="76290" y="103560"/>
                  </a:cubicBezTo>
                  <a:cubicBezTo>
                    <a:pt x="76569" y="103341"/>
                    <a:pt x="76986" y="103297"/>
                    <a:pt x="77357" y="103429"/>
                  </a:cubicBezTo>
                  <a:lnTo>
                    <a:pt x="79305" y="104043"/>
                  </a:lnTo>
                  <a:lnTo>
                    <a:pt x="79305" y="101453"/>
                  </a:lnTo>
                  <a:cubicBezTo>
                    <a:pt x="79305" y="101146"/>
                    <a:pt x="79444" y="100838"/>
                    <a:pt x="79676" y="100619"/>
                  </a:cubicBezTo>
                  <a:lnTo>
                    <a:pt x="88395" y="93200"/>
                  </a:lnTo>
                  <a:cubicBezTo>
                    <a:pt x="88395" y="93200"/>
                    <a:pt x="88905" y="92937"/>
                    <a:pt x="89183" y="92937"/>
                  </a:cubicBezTo>
                  <a:lnTo>
                    <a:pt x="117891" y="92937"/>
                  </a:lnTo>
                  <a:lnTo>
                    <a:pt x="120905" y="93595"/>
                  </a:lnTo>
                  <a:lnTo>
                    <a:pt x="126285" y="89907"/>
                  </a:lnTo>
                  <a:lnTo>
                    <a:pt x="126285" y="85210"/>
                  </a:lnTo>
                  <a:lnTo>
                    <a:pt x="124940" y="82400"/>
                  </a:lnTo>
                  <a:cubicBezTo>
                    <a:pt x="124940" y="82400"/>
                    <a:pt x="124801" y="81961"/>
                    <a:pt x="124848" y="81742"/>
                  </a:cubicBezTo>
                  <a:lnTo>
                    <a:pt x="126239" y="75157"/>
                  </a:lnTo>
                  <a:lnTo>
                    <a:pt x="124245" y="68528"/>
                  </a:lnTo>
                  <a:lnTo>
                    <a:pt x="119607" y="68528"/>
                  </a:lnTo>
                  <a:cubicBezTo>
                    <a:pt x="119282" y="68528"/>
                    <a:pt x="119004" y="68396"/>
                    <a:pt x="118772" y="68177"/>
                  </a:cubicBezTo>
                  <a:lnTo>
                    <a:pt x="112975" y="62558"/>
                  </a:lnTo>
                  <a:cubicBezTo>
                    <a:pt x="112975" y="62558"/>
                    <a:pt x="112650" y="62075"/>
                    <a:pt x="112650" y="61811"/>
                  </a:cubicBezTo>
                  <a:lnTo>
                    <a:pt x="112650" y="43944"/>
                  </a:lnTo>
                  <a:lnTo>
                    <a:pt x="102401" y="32135"/>
                  </a:lnTo>
                  <a:lnTo>
                    <a:pt x="92522" y="29106"/>
                  </a:lnTo>
                  <a:cubicBezTo>
                    <a:pt x="91456" y="35559"/>
                    <a:pt x="83989" y="41134"/>
                    <a:pt x="83664" y="41398"/>
                  </a:cubicBezTo>
                  <a:cubicBezTo>
                    <a:pt x="83293" y="41661"/>
                    <a:pt x="82783" y="41705"/>
                    <a:pt x="82412" y="41486"/>
                  </a:cubicBezTo>
                  <a:lnTo>
                    <a:pt x="71143" y="35559"/>
                  </a:lnTo>
                  <a:lnTo>
                    <a:pt x="58574" y="46797"/>
                  </a:lnTo>
                  <a:cubicBezTo>
                    <a:pt x="58574" y="46797"/>
                    <a:pt x="58018" y="47105"/>
                    <a:pt x="57739" y="47105"/>
                  </a:cubicBezTo>
                  <a:cubicBezTo>
                    <a:pt x="57415" y="47105"/>
                    <a:pt x="57137" y="46973"/>
                    <a:pt x="56905" y="46754"/>
                  </a:cubicBezTo>
                  <a:lnTo>
                    <a:pt x="53566" y="43198"/>
                  </a:lnTo>
                  <a:cubicBezTo>
                    <a:pt x="53287" y="42890"/>
                    <a:pt x="53195" y="42451"/>
                    <a:pt x="53334" y="42056"/>
                  </a:cubicBezTo>
                  <a:lnTo>
                    <a:pt x="56487" y="34286"/>
                  </a:lnTo>
                  <a:lnTo>
                    <a:pt x="54261" y="30072"/>
                  </a:lnTo>
                  <a:cubicBezTo>
                    <a:pt x="54122" y="29808"/>
                    <a:pt x="54076" y="29457"/>
                    <a:pt x="54261" y="29194"/>
                  </a:cubicBezTo>
                  <a:lnTo>
                    <a:pt x="58760" y="18175"/>
                  </a:lnTo>
                  <a:lnTo>
                    <a:pt x="56998" y="12424"/>
                  </a:lnTo>
                  <a:lnTo>
                    <a:pt x="53658" y="12819"/>
                  </a:lnTo>
                  <a:lnTo>
                    <a:pt x="52499" y="14136"/>
                  </a:lnTo>
                  <a:cubicBezTo>
                    <a:pt x="52267" y="14399"/>
                    <a:pt x="51942" y="14531"/>
                    <a:pt x="51618" y="14531"/>
                  </a:cubicBezTo>
                  <a:lnTo>
                    <a:pt x="47537" y="14531"/>
                  </a:lnTo>
                  <a:cubicBezTo>
                    <a:pt x="47073" y="14531"/>
                    <a:pt x="46702" y="14268"/>
                    <a:pt x="46470" y="13916"/>
                  </a:cubicBezTo>
                  <a:lnTo>
                    <a:pt x="39560" y="0"/>
                  </a:lnTo>
                  <a:lnTo>
                    <a:pt x="34551" y="0"/>
                  </a:lnTo>
                  <a:lnTo>
                    <a:pt x="31397" y="4434"/>
                  </a:lnTo>
                  <a:cubicBezTo>
                    <a:pt x="31165" y="4741"/>
                    <a:pt x="30841" y="4917"/>
                    <a:pt x="30423" y="4917"/>
                  </a:cubicBezTo>
                  <a:lnTo>
                    <a:pt x="25183" y="4917"/>
                  </a:lnTo>
                  <a:lnTo>
                    <a:pt x="23420" y="10448"/>
                  </a:lnTo>
                  <a:cubicBezTo>
                    <a:pt x="23281" y="10887"/>
                    <a:pt x="22818" y="11238"/>
                    <a:pt x="22307" y="11238"/>
                  </a:cubicBezTo>
                  <a:lnTo>
                    <a:pt x="8348" y="11238"/>
                  </a:lnTo>
                  <a:lnTo>
                    <a:pt x="4916" y="20721"/>
                  </a:lnTo>
                  <a:lnTo>
                    <a:pt x="5472" y="26779"/>
                  </a:lnTo>
                  <a:cubicBezTo>
                    <a:pt x="5472" y="27306"/>
                    <a:pt x="5194" y="27745"/>
                    <a:pt x="4684" y="27921"/>
                  </a:cubicBezTo>
                  <a:lnTo>
                    <a:pt x="0" y="29325"/>
                  </a:lnTo>
                  <a:lnTo>
                    <a:pt x="2875" y="32442"/>
                  </a:lnTo>
                  <a:cubicBezTo>
                    <a:pt x="2875" y="32442"/>
                    <a:pt x="3154" y="32881"/>
                    <a:pt x="3154" y="33145"/>
                  </a:cubicBezTo>
                  <a:lnTo>
                    <a:pt x="3154" y="39773"/>
                  </a:lnTo>
                  <a:lnTo>
                    <a:pt x="14377" y="49344"/>
                  </a:lnTo>
                  <a:cubicBezTo>
                    <a:pt x="14377" y="49344"/>
                    <a:pt x="14702" y="49739"/>
                    <a:pt x="14748" y="50002"/>
                  </a:cubicBezTo>
                  <a:lnTo>
                    <a:pt x="16325" y="60582"/>
                  </a:lnTo>
                  <a:lnTo>
                    <a:pt x="22261" y="60582"/>
                  </a:lnTo>
                  <a:cubicBezTo>
                    <a:pt x="22910" y="60582"/>
                    <a:pt x="23420" y="61065"/>
                    <a:pt x="23420" y="61680"/>
                  </a:cubicBezTo>
                  <a:lnTo>
                    <a:pt x="23420" y="66596"/>
                  </a:lnTo>
                  <a:cubicBezTo>
                    <a:pt x="23420" y="67079"/>
                    <a:pt x="23096" y="67518"/>
                    <a:pt x="22632" y="67650"/>
                  </a:cubicBezTo>
                  <a:lnTo>
                    <a:pt x="17855" y="69055"/>
                  </a:lnTo>
                  <a:lnTo>
                    <a:pt x="17067" y="78186"/>
                  </a:lnTo>
                  <a:cubicBezTo>
                    <a:pt x="17067" y="78581"/>
                    <a:pt x="16789" y="78888"/>
                    <a:pt x="16417" y="79064"/>
                  </a:cubicBezTo>
                  <a:lnTo>
                    <a:pt x="11873" y="81215"/>
                  </a:lnTo>
                  <a:cubicBezTo>
                    <a:pt x="12475" y="91400"/>
                    <a:pt x="26203" y="99258"/>
                    <a:pt x="26342" y="99346"/>
                  </a:cubicBezTo>
                  <a:cubicBezTo>
                    <a:pt x="26713" y="99522"/>
                    <a:pt x="26899" y="99917"/>
                    <a:pt x="26899" y="100268"/>
                  </a:cubicBezTo>
                  <a:lnTo>
                    <a:pt x="26899" y="110409"/>
                  </a:lnTo>
                  <a:lnTo>
                    <a:pt x="29728" y="122613"/>
                  </a:lnTo>
                  <a:lnTo>
                    <a:pt x="34829" y="130690"/>
                  </a:lnTo>
                  <a:cubicBezTo>
                    <a:pt x="35015" y="130998"/>
                    <a:pt x="35061" y="131393"/>
                    <a:pt x="34829" y="131744"/>
                  </a:cubicBezTo>
                  <a:lnTo>
                    <a:pt x="30191" y="140524"/>
                  </a:lnTo>
                  <a:cubicBezTo>
                    <a:pt x="30191" y="140524"/>
                    <a:pt x="30052" y="140744"/>
                    <a:pt x="29913" y="140831"/>
                  </a:cubicBezTo>
                  <a:lnTo>
                    <a:pt x="20638" y="148821"/>
                  </a:lnTo>
                  <a:lnTo>
                    <a:pt x="18412" y="159709"/>
                  </a:lnTo>
                  <a:cubicBezTo>
                    <a:pt x="18365" y="159972"/>
                    <a:pt x="18226" y="160191"/>
                    <a:pt x="18041" y="160323"/>
                  </a:cubicBezTo>
                  <a:lnTo>
                    <a:pt x="14980" y="162781"/>
                  </a:lnTo>
                  <a:cubicBezTo>
                    <a:pt x="14887" y="166996"/>
                    <a:pt x="14516" y="171737"/>
                    <a:pt x="13496" y="174020"/>
                  </a:cubicBezTo>
                  <a:cubicBezTo>
                    <a:pt x="11455" y="178673"/>
                    <a:pt x="9461" y="186356"/>
                    <a:pt x="12336" y="188551"/>
                  </a:cubicBezTo>
                  <a:lnTo>
                    <a:pt x="14377" y="188024"/>
                  </a:lnTo>
                  <a:lnTo>
                    <a:pt x="16974" y="186092"/>
                  </a:lnTo>
                  <a:cubicBezTo>
                    <a:pt x="16974" y="186092"/>
                    <a:pt x="19571" y="191009"/>
                    <a:pt x="22771" y="193775"/>
                  </a:cubicBezTo>
                  <a:lnTo>
                    <a:pt x="24812" y="197901"/>
                  </a:lnTo>
                  <a:lnTo>
                    <a:pt x="28012" y="197375"/>
                  </a:lnTo>
                  <a:lnTo>
                    <a:pt x="28012" y="200667"/>
                  </a:lnTo>
                  <a:lnTo>
                    <a:pt x="33531" y="202862"/>
                  </a:lnTo>
                  <a:cubicBezTo>
                    <a:pt x="33531" y="202862"/>
                    <a:pt x="31861" y="206857"/>
                    <a:pt x="39050" y="213574"/>
                  </a:cubicBezTo>
                  <a:lnTo>
                    <a:pt x="40209" y="208920"/>
                  </a:lnTo>
                  <a:cubicBezTo>
                    <a:pt x="40302" y="208525"/>
                    <a:pt x="40673" y="208174"/>
                    <a:pt x="41090" y="208086"/>
                  </a:cubicBezTo>
                  <a:cubicBezTo>
                    <a:pt x="41507" y="207999"/>
                    <a:pt x="41971" y="208174"/>
                    <a:pt x="42250" y="208525"/>
                  </a:cubicBezTo>
                  <a:lnTo>
                    <a:pt x="44800" y="211774"/>
                  </a:lnTo>
                  <a:lnTo>
                    <a:pt x="51479" y="211774"/>
                  </a:lnTo>
                  <a:cubicBezTo>
                    <a:pt x="52128" y="211774"/>
                    <a:pt x="52638" y="212257"/>
                    <a:pt x="52638" y="212872"/>
                  </a:cubicBezTo>
                  <a:lnTo>
                    <a:pt x="52638" y="216296"/>
                  </a:lnTo>
                  <a:lnTo>
                    <a:pt x="56116" y="216296"/>
                  </a:lnTo>
                  <a:cubicBezTo>
                    <a:pt x="56487" y="216296"/>
                    <a:pt x="56812" y="216471"/>
                    <a:pt x="57044" y="216735"/>
                  </a:cubicBezTo>
                  <a:cubicBezTo>
                    <a:pt x="57276" y="216998"/>
                    <a:pt x="57322" y="217349"/>
                    <a:pt x="57276" y="217657"/>
                  </a:cubicBezTo>
                  <a:lnTo>
                    <a:pt x="55699" y="223803"/>
                  </a:lnTo>
                  <a:lnTo>
                    <a:pt x="56209" y="224154"/>
                  </a:lnTo>
                  <a:lnTo>
                    <a:pt x="63398" y="220422"/>
                  </a:lnTo>
                  <a:cubicBezTo>
                    <a:pt x="63861" y="220159"/>
                    <a:pt x="64418" y="220247"/>
                    <a:pt x="64789" y="220642"/>
                  </a:cubicBezTo>
                  <a:lnTo>
                    <a:pt x="67757" y="223627"/>
                  </a:lnTo>
                  <a:lnTo>
                    <a:pt x="71792" y="216471"/>
                  </a:lnTo>
                  <a:lnTo>
                    <a:pt x="66273" y="211686"/>
                  </a:lnTo>
                  <a:cubicBezTo>
                    <a:pt x="66273" y="211686"/>
                    <a:pt x="64232" y="206199"/>
                    <a:pt x="54400" y="207823"/>
                  </a:cubicBezTo>
                  <a:cubicBezTo>
                    <a:pt x="54400" y="207823"/>
                    <a:pt x="43687" y="202599"/>
                    <a:pt x="41044" y="194916"/>
                  </a:cubicBezTo>
                  <a:cubicBezTo>
                    <a:pt x="41044" y="194916"/>
                    <a:pt x="44800" y="196585"/>
                    <a:pt x="44244" y="189692"/>
                  </a:cubicBezTo>
                  <a:cubicBezTo>
                    <a:pt x="43687" y="182800"/>
                    <a:pt x="38725" y="181746"/>
                    <a:pt x="38725" y="181746"/>
                  </a:cubicBezTo>
                  <a:cubicBezTo>
                    <a:pt x="38725" y="181746"/>
                    <a:pt x="35247" y="171298"/>
                    <a:pt x="28893" y="171298"/>
                  </a:cubicBezTo>
                  <a:cubicBezTo>
                    <a:pt x="28893" y="171298"/>
                    <a:pt x="27734" y="166645"/>
                    <a:pt x="25415" y="166074"/>
                  </a:cubicBezTo>
                  <a:lnTo>
                    <a:pt x="26296" y="153431"/>
                  </a:lnTo>
                  <a:cubicBezTo>
                    <a:pt x="26296" y="153431"/>
                    <a:pt x="34134" y="141929"/>
                    <a:pt x="33252" y="136134"/>
                  </a:cubicBezTo>
                  <a:cubicBezTo>
                    <a:pt x="33252" y="136134"/>
                    <a:pt x="42806" y="126827"/>
                    <a:pt x="38771" y="108126"/>
                  </a:cubicBezTo>
                  <a:cubicBezTo>
                    <a:pt x="38771" y="108126"/>
                    <a:pt x="43687" y="106458"/>
                    <a:pt x="46284" y="106458"/>
                  </a:cubicBezTo>
                  <a:cubicBezTo>
                    <a:pt x="48882" y="106458"/>
                    <a:pt x="53241" y="107555"/>
                    <a:pt x="53241" y="107555"/>
                  </a:cubicBezTo>
                  <a:cubicBezTo>
                    <a:pt x="53241" y="107555"/>
                    <a:pt x="48603" y="120725"/>
                    <a:pt x="63398" y="119628"/>
                  </a:cubicBezTo>
                  <a:lnTo>
                    <a:pt x="69751" y="120725"/>
                  </a:lnTo>
                  <a:cubicBezTo>
                    <a:pt x="69751" y="120725"/>
                    <a:pt x="74111" y="127310"/>
                    <a:pt x="79583" y="127574"/>
                  </a:cubicBezTo>
                  <a:cubicBezTo>
                    <a:pt x="79583" y="127574"/>
                    <a:pt x="80418" y="128495"/>
                    <a:pt x="81531" y="129900"/>
                  </a:cubicBezTo>
                  <a:lnTo>
                    <a:pt x="80233" y="126300"/>
                  </a:lnTo>
                  <a:cubicBezTo>
                    <a:pt x="80233" y="126300"/>
                    <a:pt x="80140" y="125906"/>
                    <a:pt x="80233" y="12573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8" name="Freeform: Shape 2177">
              <a:extLst>
                <a:ext uri="{FF2B5EF4-FFF2-40B4-BE49-F238E27FC236}">
                  <a16:creationId xmlns:a16="http://schemas.microsoft.com/office/drawing/2014/main" id="{2806F546-7AFB-D371-ED59-FD5A49580D0D}"/>
                </a:ext>
              </a:extLst>
            </p:cNvPr>
            <p:cNvSpPr>
              <a:spLocks/>
            </p:cNvSpPr>
            <p:nvPr/>
          </p:nvSpPr>
          <p:spPr>
            <a:xfrm>
              <a:off x="5865953" y="3175559"/>
              <a:ext cx="92898" cy="188050"/>
            </a:xfrm>
            <a:custGeom>
              <a:avLst/>
              <a:gdLst>
                <a:gd name="connsiteX0" fmla="*/ 17994 w 62238"/>
                <a:gd name="connsiteY0" fmla="*/ 10705 h 125986"/>
                <a:gd name="connsiteX1" fmla="*/ 10945 w 62238"/>
                <a:gd name="connsiteY1" fmla="*/ 15446 h 125986"/>
                <a:gd name="connsiteX2" fmla="*/ 14655 w 62238"/>
                <a:gd name="connsiteY2" fmla="*/ 17334 h 125986"/>
                <a:gd name="connsiteX3" fmla="*/ 15165 w 62238"/>
                <a:gd name="connsiteY3" fmla="*/ 18739 h 125986"/>
                <a:gd name="connsiteX4" fmla="*/ 14006 w 62238"/>
                <a:gd name="connsiteY4" fmla="*/ 21197 h 125986"/>
                <a:gd name="connsiteX5" fmla="*/ 13820 w 62238"/>
                <a:gd name="connsiteY5" fmla="*/ 21460 h 125986"/>
                <a:gd name="connsiteX6" fmla="*/ 11826 w 62238"/>
                <a:gd name="connsiteY6" fmla="*/ 23568 h 125986"/>
                <a:gd name="connsiteX7" fmla="*/ 12614 w 62238"/>
                <a:gd name="connsiteY7" fmla="*/ 30943 h 125986"/>
                <a:gd name="connsiteX8" fmla="*/ 13774 w 62238"/>
                <a:gd name="connsiteY8" fmla="*/ 32040 h 125986"/>
                <a:gd name="connsiteX9" fmla="*/ 14099 w 62238"/>
                <a:gd name="connsiteY9" fmla="*/ 33050 h 125986"/>
                <a:gd name="connsiteX10" fmla="*/ 13403 w 62238"/>
                <a:gd name="connsiteY10" fmla="*/ 35947 h 125986"/>
                <a:gd name="connsiteX11" fmla="*/ 15907 w 62238"/>
                <a:gd name="connsiteY11" fmla="*/ 37835 h 125986"/>
                <a:gd name="connsiteX12" fmla="*/ 16139 w 62238"/>
                <a:gd name="connsiteY12" fmla="*/ 39328 h 125986"/>
                <a:gd name="connsiteX13" fmla="*/ 11873 w 62238"/>
                <a:gd name="connsiteY13" fmla="*/ 44903 h 125986"/>
                <a:gd name="connsiteX14" fmla="*/ 12151 w 62238"/>
                <a:gd name="connsiteY14" fmla="*/ 48898 h 125986"/>
                <a:gd name="connsiteX15" fmla="*/ 11780 w 62238"/>
                <a:gd name="connsiteY15" fmla="*/ 49776 h 125986"/>
                <a:gd name="connsiteX16" fmla="*/ 6261 w 62238"/>
                <a:gd name="connsiteY16" fmla="*/ 54737 h 125986"/>
                <a:gd name="connsiteX17" fmla="*/ 5751 w 62238"/>
                <a:gd name="connsiteY17" fmla="*/ 58205 h 125986"/>
                <a:gd name="connsiteX18" fmla="*/ 4591 w 62238"/>
                <a:gd name="connsiteY18" fmla="*/ 59127 h 125986"/>
                <a:gd name="connsiteX19" fmla="*/ 1391 w 62238"/>
                <a:gd name="connsiteY19" fmla="*/ 59127 h 125986"/>
                <a:gd name="connsiteX20" fmla="*/ 0 w 62238"/>
                <a:gd name="connsiteY20" fmla="*/ 63736 h 125986"/>
                <a:gd name="connsiteX21" fmla="*/ 4220 w 62238"/>
                <a:gd name="connsiteY21" fmla="*/ 74272 h 125986"/>
                <a:gd name="connsiteX22" fmla="*/ 13078 w 62238"/>
                <a:gd name="connsiteY22" fmla="*/ 80726 h 125986"/>
                <a:gd name="connsiteX23" fmla="*/ 13264 w 62238"/>
                <a:gd name="connsiteY23" fmla="*/ 81340 h 125986"/>
                <a:gd name="connsiteX24" fmla="*/ 13264 w 62238"/>
                <a:gd name="connsiteY24" fmla="*/ 87311 h 125986"/>
                <a:gd name="connsiteX25" fmla="*/ 24302 w 62238"/>
                <a:gd name="connsiteY25" fmla="*/ 93588 h 125986"/>
                <a:gd name="connsiteX26" fmla="*/ 24858 w 62238"/>
                <a:gd name="connsiteY26" fmla="*/ 94291 h 125986"/>
                <a:gd name="connsiteX27" fmla="*/ 32464 w 62238"/>
                <a:gd name="connsiteY27" fmla="*/ 125987 h 125986"/>
                <a:gd name="connsiteX28" fmla="*/ 34737 w 62238"/>
                <a:gd name="connsiteY28" fmla="*/ 125635 h 125986"/>
                <a:gd name="connsiteX29" fmla="*/ 39931 w 62238"/>
                <a:gd name="connsiteY29" fmla="*/ 118611 h 125986"/>
                <a:gd name="connsiteX30" fmla="*/ 39931 w 62238"/>
                <a:gd name="connsiteY30" fmla="*/ 104695 h 125986"/>
                <a:gd name="connsiteX31" fmla="*/ 40209 w 62238"/>
                <a:gd name="connsiteY31" fmla="*/ 103993 h 125986"/>
                <a:gd name="connsiteX32" fmla="*/ 42806 w 62238"/>
                <a:gd name="connsiteY32" fmla="*/ 100964 h 125986"/>
                <a:gd name="connsiteX33" fmla="*/ 43687 w 62238"/>
                <a:gd name="connsiteY33" fmla="*/ 100568 h 125986"/>
                <a:gd name="connsiteX34" fmla="*/ 46887 w 62238"/>
                <a:gd name="connsiteY34" fmla="*/ 100568 h 125986"/>
                <a:gd name="connsiteX35" fmla="*/ 51154 w 62238"/>
                <a:gd name="connsiteY35" fmla="*/ 94993 h 125986"/>
                <a:gd name="connsiteX36" fmla="*/ 51479 w 62238"/>
                <a:gd name="connsiteY36" fmla="*/ 94686 h 125986"/>
                <a:gd name="connsiteX37" fmla="*/ 60986 w 62238"/>
                <a:gd name="connsiteY37" fmla="*/ 89286 h 125986"/>
                <a:gd name="connsiteX38" fmla="*/ 60244 w 62238"/>
                <a:gd name="connsiteY38" fmla="*/ 84238 h 125986"/>
                <a:gd name="connsiteX39" fmla="*/ 60244 w 62238"/>
                <a:gd name="connsiteY39" fmla="*/ 83842 h 125986"/>
                <a:gd name="connsiteX40" fmla="*/ 62238 w 62238"/>
                <a:gd name="connsiteY40" fmla="*/ 75106 h 125986"/>
                <a:gd name="connsiteX41" fmla="*/ 59363 w 62238"/>
                <a:gd name="connsiteY41" fmla="*/ 74228 h 125986"/>
                <a:gd name="connsiteX42" fmla="*/ 51850 w 62238"/>
                <a:gd name="connsiteY42" fmla="*/ 68477 h 125986"/>
                <a:gd name="connsiteX43" fmla="*/ 42574 w 62238"/>
                <a:gd name="connsiteY43" fmla="*/ 65756 h 125986"/>
                <a:gd name="connsiteX44" fmla="*/ 39096 w 62238"/>
                <a:gd name="connsiteY44" fmla="*/ 61629 h 125986"/>
                <a:gd name="connsiteX45" fmla="*/ 43455 w 62238"/>
                <a:gd name="connsiteY45" fmla="*/ 58907 h 125986"/>
                <a:gd name="connsiteX46" fmla="*/ 48650 w 62238"/>
                <a:gd name="connsiteY46" fmla="*/ 55615 h 125986"/>
                <a:gd name="connsiteX47" fmla="*/ 49206 w 62238"/>
                <a:gd name="connsiteY47" fmla="*/ 50391 h 125986"/>
                <a:gd name="connsiteX48" fmla="*/ 54725 w 62238"/>
                <a:gd name="connsiteY48" fmla="*/ 36386 h 125986"/>
                <a:gd name="connsiteX49" fmla="*/ 51850 w 62238"/>
                <a:gd name="connsiteY49" fmla="*/ 29275 h 125986"/>
                <a:gd name="connsiteX50" fmla="*/ 45171 w 62238"/>
                <a:gd name="connsiteY50" fmla="*/ 25148 h 125986"/>
                <a:gd name="connsiteX51" fmla="*/ 47769 w 62238"/>
                <a:gd name="connsiteY51" fmla="*/ 17729 h 125986"/>
                <a:gd name="connsiteX52" fmla="*/ 53844 w 62238"/>
                <a:gd name="connsiteY52" fmla="*/ 11144 h 125986"/>
                <a:gd name="connsiteX53" fmla="*/ 56719 w 62238"/>
                <a:gd name="connsiteY53" fmla="*/ 7588 h 125986"/>
                <a:gd name="connsiteX54" fmla="*/ 53519 w 62238"/>
                <a:gd name="connsiteY54" fmla="*/ 4559 h 125986"/>
                <a:gd name="connsiteX55" fmla="*/ 45681 w 62238"/>
                <a:gd name="connsiteY55" fmla="*/ 11407 h 125986"/>
                <a:gd name="connsiteX56" fmla="*/ 43084 w 62238"/>
                <a:gd name="connsiteY56" fmla="*/ 11407 h 125986"/>
                <a:gd name="connsiteX57" fmla="*/ 43641 w 62238"/>
                <a:gd name="connsiteY57" fmla="*/ 7544 h 125986"/>
                <a:gd name="connsiteX58" fmla="*/ 36406 w 62238"/>
                <a:gd name="connsiteY58" fmla="*/ 125 h 125986"/>
                <a:gd name="connsiteX59" fmla="*/ 19896 w 62238"/>
                <a:gd name="connsiteY59" fmla="*/ 5613 h 125986"/>
                <a:gd name="connsiteX60" fmla="*/ 17763 w 62238"/>
                <a:gd name="connsiteY60" fmla="*/ 5920 h 125986"/>
                <a:gd name="connsiteX61" fmla="*/ 18412 w 62238"/>
                <a:gd name="connsiteY61" fmla="*/ 9520 h 125986"/>
                <a:gd name="connsiteX62" fmla="*/ 17948 w 62238"/>
                <a:gd name="connsiteY62" fmla="*/ 10617 h 125986"/>
                <a:gd name="connsiteX63" fmla="*/ 20220 w 62238"/>
                <a:gd name="connsiteY63" fmla="*/ 62331 h 125986"/>
                <a:gd name="connsiteX64" fmla="*/ 23420 w 62238"/>
                <a:gd name="connsiteY64" fmla="*/ 60005 h 125986"/>
                <a:gd name="connsiteX65" fmla="*/ 24858 w 62238"/>
                <a:gd name="connsiteY65" fmla="*/ 62331 h 125986"/>
                <a:gd name="connsiteX66" fmla="*/ 30377 w 62238"/>
                <a:gd name="connsiteY66" fmla="*/ 62331 h 125986"/>
                <a:gd name="connsiteX67" fmla="*/ 22076 w 62238"/>
                <a:gd name="connsiteY67" fmla="*/ 69048 h 125986"/>
                <a:gd name="connsiteX68" fmla="*/ 14145 w 62238"/>
                <a:gd name="connsiteY68" fmla="*/ 72077 h 125986"/>
                <a:gd name="connsiteX69" fmla="*/ 2551 w 62238"/>
                <a:gd name="connsiteY69" fmla="*/ 64658 h 125986"/>
                <a:gd name="connsiteX70" fmla="*/ 13589 w 62238"/>
                <a:gd name="connsiteY70" fmla="*/ 64658 h 125986"/>
                <a:gd name="connsiteX71" fmla="*/ 16464 w 62238"/>
                <a:gd name="connsiteY71" fmla="*/ 61366 h 125986"/>
                <a:gd name="connsiteX72" fmla="*/ 16464 w 62238"/>
                <a:gd name="connsiteY72" fmla="*/ 65492 h 125986"/>
                <a:gd name="connsiteX73" fmla="*/ 23142 w 62238"/>
                <a:gd name="connsiteY73" fmla="*/ 64658 h 125986"/>
                <a:gd name="connsiteX74" fmla="*/ 20267 w 62238"/>
                <a:gd name="connsiteY74" fmla="*/ 62331 h 12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62238" h="125986">
                  <a:moveTo>
                    <a:pt x="17994" y="10705"/>
                  </a:moveTo>
                  <a:lnTo>
                    <a:pt x="10945" y="15446"/>
                  </a:lnTo>
                  <a:lnTo>
                    <a:pt x="14655" y="17334"/>
                  </a:lnTo>
                  <a:cubicBezTo>
                    <a:pt x="15165" y="17597"/>
                    <a:pt x="15397" y="18212"/>
                    <a:pt x="15165" y="18739"/>
                  </a:cubicBezTo>
                  <a:lnTo>
                    <a:pt x="14006" y="21197"/>
                  </a:lnTo>
                  <a:cubicBezTo>
                    <a:pt x="14006" y="21197"/>
                    <a:pt x="13913" y="21373"/>
                    <a:pt x="13820" y="21460"/>
                  </a:cubicBezTo>
                  <a:lnTo>
                    <a:pt x="11826" y="23568"/>
                  </a:lnTo>
                  <a:lnTo>
                    <a:pt x="12614" y="30943"/>
                  </a:lnTo>
                  <a:lnTo>
                    <a:pt x="13774" y="32040"/>
                  </a:lnTo>
                  <a:cubicBezTo>
                    <a:pt x="14052" y="32304"/>
                    <a:pt x="14191" y="32699"/>
                    <a:pt x="14099" y="33050"/>
                  </a:cubicBezTo>
                  <a:lnTo>
                    <a:pt x="13403" y="35947"/>
                  </a:lnTo>
                  <a:lnTo>
                    <a:pt x="15907" y="37835"/>
                  </a:lnTo>
                  <a:cubicBezTo>
                    <a:pt x="16371" y="38186"/>
                    <a:pt x="16464" y="38845"/>
                    <a:pt x="16139" y="39328"/>
                  </a:cubicBezTo>
                  <a:lnTo>
                    <a:pt x="11873" y="44903"/>
                  </a:lnTo>
                  <a:lnTo>
                    <a:pt x="12151" y="48898"/>
                  </a:lnTo>
                  <a:cubicBezTo>
                    <a:pt x="12151" y="49205"/>
                    <a:pt x="12058" y="49556"/>
                    <a:pt x="11780" y="49776"/>
                  </a:cubicBezTo>
                  <a:lnTo>
                    <a:pt x="6261" y="54737"/>
                  </a:lnTo>
                  <a:lnTo>
                    <a:pt x="5751" y="58205"/>
                  </a:lnTo>
                  <a:cubicBezTo>
                    <a:pt x="5658" y="58732"/>
                    <a:pt x="5194" y="59127"/>
                    <a:pt x="4591" y="59127"/>
                  </a:cubicBezTo>
                  <a:lnTo>
                    <a:pt x="1391" y="59127"/>
                  </a:lnTo>
                  <a:lnTo>
                    <a:pt x="0" y="63736"/>
                  </a:lnTo>
                  <a:lnTo>
                    <a:pt x="4220" y="74272"/>
                  </a:lnTo>
                  <a:cubicBezTo>
                    <a:pt x="8812" y="74887"/>
                    <a:pt x="12893" y="80462"/>
                    <a:pt x="13078" y="80726"/>
                  </a:cubicBezTo>
                  <a:cubicBezTo>
                    <a:pt x="13217" y="80901"/>
                    <a:pt x="13264" y="81121"/>
                    <a:pt x="13264" y="81340"/>
                  </a:cubicBezTo>
                  <a:lnTo>
                    <a:pt x="13264" y="87311"/>
                  </a:lnTo>
                  <a:lnTo>
                    <a:pt x="24302" y="93588"/>
                  </a:lnTo>
                  <a:cubicBezTo>
                    <a:pt x="24580" y="93764"/>
                    <a:pt x="24765" y="93983"/>
                    <a:pt x="24858" y="94291"/>
                  </a:cubicBezTo>
                  <a:lnTo>
                    <a:pt x="32464" y="125987"/>
                  </a:lnTo>
                  <a:lnTo>
                    <a:pt x="34737" y="125635"/>
                  </a:lnTo>
                  <a:lnTo>
                    <a:pt x="39931" y="118611"/>
                  </a:lnTo>
                  <a:lnTo>
                    <a:pt x="39931" y="104695"/>
                  </a:lnTo>
                  <a:cubicBezTo>
                    <a:pt x="39931" y="104432"/>
                    <a:pt x="40024" y="104212"/>
                    <a:pt x="40209" y="103993"/>
                  </a:cubicBezTo>
                  <a:lnTo>
                    <a:pt x="42806" y="100964"/>
                  </a:lnTo>
                  <a:cubicBezTo>
                    <a:pt x="43038" y="100700"/>
                    <a:pt x="43363" y="100568"/>
                    <a:pt x="43687" y="100568"/>
                  </a:cubicBezTo>
                  <a:lnTo>
                    <a:pt x="46887" y="100568"/>
                  </a:lnTo>
                  <a:lnTo>
                    <a:pt x="51154" y="94993"/>
                  </a:lnTo>
                  <a:cubicBezTo>
                    <a:pt x="51154" y="94993"/>
                    <a:pt x="51340" y="94774"/>
                    <a:pt x="51479" y="94686"/>
                  </a:cubicBezTo>
                  <a:lnTo>
                    <a:pt x="60986" y="89286"/>
                  </a:lnTo>
                  <a:lnTo>
                    <a:pt x="60244" y="84238"/>
                  </a:lnTo>
                  <a:cubicBezTo>
                    <a:pt x="60244" y="84238"/>
                    <a:pt x="60244" y="83974"/>
                    <a:pt x="60244" y="83842"/>
                  </a:cubicBezTo>
                  <a:lnTo>
                    <a:pt x="62238" y="75106"/>
                  </a:lnTo>
                  <a:cubicBezTo>
                    <a:pt x="61172" y="74667"/>
                    <a:pt x="60151" y="74316"/>
                    <a:pt x="59363" y="74228"/>
                  </a:cubicBezTo>
                  <a:lnTo>
                    <a:pt x="51850" y="68477"/>
                  </a:lnTo>
                  <a:lnTo>
                    <a:pt x="42574" y="65756"/>
                  </a:lnTo>
                  <a:lnTo>
                    <a:pt x="39096" y="61629"/>
                  </a:lnTo>
                  <a:lnTo>
                    <a:pt x="43455" y="58907"/>
                  </a:lnTo>
                  <a:lnTo>
                    <a:pt x="48650" y="55615"/>
                  </a:lnTo>
                  <a:lnTo>
                    <a:pt x="49206" y="50391"/>
                  </a:lnTo>
                  <a:cubicBezTo>
                    <a:pt x="49206" y="50391"/>
                    <a:pt x="54122" y="42445"/>
                    <a:pt x="54725" y="36386"/>
                  </a:cubicBezTo>
                  <a:cubicBezTo>
                    <a:pt x="55328" y="30328"/>
                    <a:pt x="51850" y="29275"/>
                    <a:pt x="51850" y="29275"/>
                  </a:cubicBezTo>
                  <a:lnTo>
                    <a:pt x="45171" y="25148"/>
                  </a:lnTo>
                  <a:cubicBezTo>
                    <a:pt x="45171" y="25148"/>
                    <a:pt x="43131" y="20231"/>
                    <a:pt x="47769" y="17729"/>
                  </a:cubicBezTo>
                  <a:cubicBezTo>
                    <a:pt x="52406" y="15227"/>
                    <a:pt x="53844" y="11144"/>
                    <a:pt x="53844" y="11144"/>
                  </a:cubicBezTo>
                  <a:lnTo>
                    <a:pt x="56719" y="7588"/>
                  </a:lnTo>
                  <a:lnTo>
                    <a:pt x="53519" y="4559"/>
                  </a:lnTo>
                  <a:lnTo>
                    <a:pt x="45681" y="11407"/>
                  </a:lnTo>
                  <a:lnTo>
                    <a:pt x="43084" y="11407"/>
                  </a:lnTo>
                  <a:lnTo>
                    <a:pt x="43641" y="7544"/>
                  </a:lnTo>
                  <a:cubicBezTo>
                    <a:pt x="43641" y="7544"/>
                    <a:pt x="39884" y="432"/>
                    <a:pt x="36406" y="125"/>
                  </a:cubicBezTo>
                  <a:cubicBezTo>
                    <a:pt x="32928" y="-182"/>
                    <a:pt x="22493" y="-402"/>
                    <a:pt x="19896" y="5613"/>
                  </a:cubicBezTo>
                  <a:cubicBezTo>
                    <a:pt x="19896" y="5613"/>
                    <a:pt x="19061" y="5744"/>
                    <a:pt x="17763" y="5920"/>
                  </a:cubicBezTo>
                  <a:lnTo>
                    <a:pt x="18412" y="9520"/>
                  </a:lnTo>
                  <a:cubicBezTo>
                    <a:pt x="18504" y="9915"/>
                    <a:pt x="18319" y="10354"/>
                    <a:pt x="17948" y="10617"/>
                  </a:cubicBezTo>
                  <a:close/>
                  <a:moveTo>
                    <a:pt x="20220" y="62331"/>
                  </a:moveTo>
                  <a:lnTo>
                    <a:pt x="23420" y="60005"/>
                  </a:lnTo>
                  <a:lnTo>
                    <a:pt x="24858" y="62331"/>
                  </a:lnTo>
                  <a:lnTo>
                    <a:pt x="30377" y="62331"/>
                  </a:lnTo>
                  <a:lnTo>
                    <a:pt x="22076" y="69048"/>
                  </a:lnTo>
                  <a:lnTo>
                    <a:pt x="14145" y="72077"/>
                  </a:lnTo>
                  <a:lnTo>
                    <a:pt x="2551" y="64658"/>
                  </a:lnTo>
                  <a:lnTo>
                    <a:pt x="13589" y="64658"/>
                  </a:lnTo>
                  <a:lnTo>
                    <a:pt x="16464" y="61366"/>
                  </a:lnTo>
                  <a:lnTo>
                    <a:pt x="16464" y="65492"/>
                  </a:lnTo>
                  <a:lnTo>
                    <a:pt x="23142" y="64658"/>
                  </a:lnTo>
                  <a:lnTo>
                    <a:pt x="20267" y="623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9" name="Freeform: Shape 2178">
              <a:extLst>
                <a:ext uri="{FF2B5EF4-FFF2-40B4-BE49-F238E27FC236}">
                  <a16:creationId xmlns:a16="http://schemas.microsoft.com/office/drawing/2014/main" id="{49C38834-FA1D-22D5-24BA-5C153810076C}"/>
                </a:ext>
              </a:extLst>
            </p:cNvPr>
            <p:cNvSpPr>
              <a:spLocks/>
            </p:cNvSpPr>
            <p:nvPr/>
          </p:nvSpPr>
          <p:spPr>
            <a:xfrm>
              <a:off x="5416965" y="3888021"/>
              <a:ext cx="92829" cy="91933"/>
            </a:xfrm>
            <a:custGeom>
              <a:avLst/>
              <a:gdLst>
                <a:gd name="connsiteX0" fmla="*/ 59085 w 62191"/>
                <a:gd name="connsiteY0" fmla="*/ 53163 h 61591"/>
                <a:gd name="connsiteX1" fmla="*/ 62192 w 62191"/>
                <a:gd name="connsiteY1" fmla="*/ 44822 h 61591"/>
                <a:gd name="connsiteX2" fmla="*/ 62192 w 62191"/>
                <a:gd name="connsiteY2" fmla="*/ 39817 h 61591"/>
                <a:gd name="connsiteX3" fmla="*/ 58992 w 62191"/>
                <a:gd name="connsiteY3" fmla="*/ 39817 h 61591"/>
                <a:gd name="connsiteX4" fmla="*/ 58018 w 62191"/>
                <a:gd name="connsiteY4" fmla="*/ 39291 h 61591"/>
                <a:gd name="connsiteX5" fmla="*/ 54122 w 62191"/>
                <a:gd name="connsiteY5" fmla="*/ 33496 h 61591"/>
                <a:gd name="connsiteX6" fmla="*/ 44847 w 62191"/>
                <a:gd name="connsiteY6" fmla="*/ 28974 h 61591"/>
                <a:gd name="connsiteX7" fmla="*/ 44337 w 62191"/>
                <a:gd name="connsiteY7" fmla="*/ 27525 h 61591"/>
                <a:gd name="connsiteX8" fmla="*/ 47351 w 62191"/>
                <a:gd name="connsiteY8" fmla="*/ 21511 h 61591"/>
                <a:gd name="connsiteX9" fmla="*/ 46006 w 62191"/>
                <a:gd name="connsiteY9" fmla="*/ 13214 h 61591"/>
                <a:gd name="connsiteX10" fmla="*/ 43641 w 62191"/>
                <a:gd name="connsiteY10" fmla="*/ 11458 h 61591"/>
                <a:gd name="connsiteX11" fmla="*/ 41554 w 62191"/>
                <a:gd name="connsiteY11" fmla="*/ 17911 h 61591"/>
                <a:gd name="connsiteX12" fmla="*/ 40441 w 62191"/>
                <a:gd name="connsiteY12" fmla="*/ 18701 h 61591"/>
                <a:gd name="connsiteX13" fmla="*/ 35803 w 62191"/>
                <a:gd name="connsiteY13" fmla="*/ 18701 h 61591"/>
                <a:gd name="connsiteX14" fmla="*/ 34644 w 62191"/>
                <a:gd name="connsiteY14" fmla="*/ 17604 h 61591"/>
                <a:gd name="connsiteX15" fmla="*/ 34644 w 62191"/>
                <a:gd name="connsiteY15" fmla="*/ 15277 h 61591"/>
                <a:gd name="connsiteX16" fmla="*/ 31907 w 62191"/>
                <a:gd name="connsiteY16" fmla="*/ 16375 h 61591"/>
                <a:gd name="connsiteX17" fmla="*/ 30794 w 62191"/>
                <a:gd name="connsiteY17" fmla="*/ 16287 h 61591"/>
                <a:gd name="connsiteX18" fmla="*/ 30284 w 62191"/>
                <a:gd name="connsiteY18" fmla="*/ 15365 h 61591"/>
                <a:gd name="connsiteX19" fmla="*/ 30284 w 62191"/>
                <a:gd name="connsiteY19" fmla="*/ 5531 h 61591"/>
                <a:gd name="connsiteX20" fmla="*/ 26713 w 62191"/>
                <a:gd name="connsiteY20" fmla="*/ 0 h 61591"/>
                <a:gd name="connsiteX21" fmla="*/ 19478 w 62191"/>
                <a:gd name="connsiteY21" fmla="*/ 0 h 61591"/>
                <a:gd name="connsiteX22" fmla="*/ 14470 w 62191"/>
                <a:gd name="connsiteY22" fmla="*/ 5005 h 61591"/>
                <a:gd name="connsiteX23" fmla="*/ 11965 w 62191"/>
                <a:gd name="connsiteY23" fmla="*/ 10316 h 61591"/>
                <a:gd name="connsiteX24" fmla="*/ 11733 w 62191"/>
                <a:gd name="connsiteY24" fmla="*/ 10668 h 61591"/>
                <a:gd name="connsiteX25" fmla="*/ 3432 w 62191"/>
                <a:gd name="connsiteY25" fmla="*/ 18263 h 61591"/>
                <a:gd name="connsiteX26" fmla="*/ 0 w 62191"/>
                <a:gd name="connsiteY26" fmla="*/ 23662 h 61591"/>
                <a:gd name="connsiteX27" fmla="*/ 25971 w 62191"/>
                <a:gd name="connsiteY27" fmla="*/ 40915 h 61591"/>
                <a:gd name="connsiteX28" fmla="*/ 53798 w 62191"/>
                <a:gd name="connsiteY28" fmla="*/ 58738 h 61591"/>
                <a:gd name="connsiteX29" fmla="*/ 60105 w 62191"/>
                <a:gd name="connsiteY29" fmla="*/ 61592 h 61591"/>
                <a:gd name="connsiteX30" fmla="*/ 59038 w 62191"/>
                <a:gd name="connsiteY30" fmla="*/ 53646 h 61591"/>
                <a:gd name="connsiteX31" fmla="*/ 59085 w 62191"/>
                <a:gd name="connsiteY31" fmla="*/ 53119 h 6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2191" h="61591">
                  <a:moveTo>
                    <a:pt x="59085" y="53163"/>
                  </a:moveTo>
                  <a:lnTo>
                    <a:pt x="62192" y="44822"/>
                  </a:lnTo>
                  <a:lnTo>
                    <a:pt x="62192" y="39817"/>
                  </a:lnTo>
                  <a:lnTo>
                    <a:pt x="58992" y="39817"/>
                  </a:lnTo>
                  <a:cubicBezTo>
                    <a:pt x="58574" y="39817"/>
                    <a:pt x="58250" y="39642"/>
                    <a:pt x="58018" y="39291"/>
                  </a:cubicBezTo>
                  <a:lnTo>
                    <a:pt x="54122" y="33496"/>
                  </a:lnTo>
                  <a:lnTo>
                    <a:pt x="44847" y="28974"/>
                  </a:lnTo>
                  <a:cubicBezTo>
                    <a:pt x="44290" y="28711"/>
                    <a:pt x="44058" y="28052"/>
                    <a:pt x="44337" y="27525"/>
                  </a:cubicBezTo>
                  <a:lnTo>
                    <a:pt x="47351" y="21511"/>
                  </a:lnTo>
                  <a:lnTo>
                    <a:pt x="46006" y="13214"/>
                  </a:lnTo>
                  <a:lnTo>
                    <a:pt x="43641" y="11458"/>
                  </a:lnTo>
                  <a:lnTo>
                    <a:pt x="41554" y="17911"/>
                  </a:lnTo>
                  <a:cubicBezTo>
                    <a:pt x="41415" y="18350"/>
                    <a:pt x="40951" y="18701"/>
                    <a:pt x="40441" y="18701"/>
                  </a:cubicBezTo>
                  <a:lnTo>
                    <a:pt x="35803" y="18701"/>
                  </a:lnTo>
                  <a:cubicBezTo>
                    <a:pt x="35154" y="18701"/>
                    <a:pt x="34644" y="18219"/>
                    <a:pt x="34644" y="17604"/>
                  </a:cubicBezTo>
                  <a:lnTo>
                    <a:pt x="34644" y="15277"/>
                  </a:lnTo>
                  <a:lnTo>
                    <a:pt x="31907" y="16375"/>
                  </a:lnTo>
                  <a:cubicBezTo>
                    <a:pt x="31536" y="16506"/>
                    <a:pt x="31119" y="16506"/>
                    <a:pt x="30794" y="16287"/>
                  </a:cubicBezTo>
                  <a:cubicBezTo>
                    <a:pt x="30470" y="16068"/>
                    <a:pt x="30284" y="15760"/>
                    <a:pt x="30284" y="15365"/>
                  </a:cubicBezTo>
                  <a:lnTo>
                    <a:pt x="30284" y="5531"/>
                  </a:lnTo>
                  <a:lnTo>
                    <a:pt x="26713" y="0"/>
                  </a:lnTo>
                  <a:lnTo>
                    <a:pt x="19478" y="0"/>
                  </a:lnTo>
                  <a:lnTo>
                    <a:pt x="14470" y="5005"/>
                  </a:lnTo>
                  <a:lnTo>
                    <a:pt x="11965" y="10316"/>
                  </a:lnTo>
                  <a:cubicBezTo>
                    <a:pt x="11965" y="10316"/>
                    <a:pt x="11826" y="10580"/>
                    <a:pt x="11733" y="10668"/>
                  </a:cubicBezTo>
                  <a:lnTo>
                    <a:pt x="3432" y="18263"/>
                  </a:lnTo>
                  <a:lnTo>
                    <a:pt x="0" y="23662"/>
                  </a:lnTo>
                  <a:lnTo>
                    <a:pt x="25971" y="40915"/>
                  </a:lnTo>
                  <a:cubicBezTo>
                    <a:pt x="25971" y="40915"/>
                    <a:pt x="33484" y="52987"/>
                    <a:pt x="53798" y="58738"/>
                  </a:cubicBezTo>
                  <a:lnTo>
                    <a:pt x="60105" y="61592"/>
                  </a:lnTo>
                  <a:lnTo>
                    <a:pt x="59038" y="53646"/>
                  </a:lnTo>
                  <a:cubicBezTo>
                    <a:pt x="59038" y="53646"/>
                    <a:pt x="59038" y="53295"/>
                    <a:pt x="59085" y="531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0" name="Freeform: Shape 2179">
              <a:extLst>
                <a:ext uri="{FF2B5EF4-FFF2-40B4-BE49-F238E27FC236}">
                  <a16:creationId xmlns:a16="http://schemas.microsoft.com/office/drawing/2014/main" id="{6E6B370B-3875-31B8-6D94-1874317CB003}"/>
                </a:ext>
              </a:extLst>
            </p:cNvPr>
            <p:cNvSpPr>
              <a:spLocks/>
            </p:cNvSpPr>
            <p:nvPr/>
          </p:nvSpPr>
          <p:spPr>
            <a:xfrm>
              <a:off x="5687493" y="3829768"/>
              <a:ext cx="40773" cy="110018"/>
            </a:xfrm>
            <a:custGeom>
              <a:avLst/>
              <a:gdLst>
                <a:gd name="connsiteX0" fmla="*/ 23374 w 27316"/>
                <a:gd name="connsiteY0" fmla="*/ 62602 h 73708"/>
                <a:gd name="connsiteX1" fmla="*/ 23235 w 27316"/>
                <a:gd name="connsiteY1" fmla="*/ 62119 h 73708"/>
                <a:gd name="connsiteX2" fmla="*/ 23235 w 27316"/>
                <a:gd name="connsiteY2" fmla="*/ 31564 h 73708"/>
                <a:gd name="connsiteX3" fmla="*/ 20963 w 27316"/>
                <a:gd name="connsiteY3" fmla="*/ 24584 h 73708"/>
                <a:gd name="connsiteX4" fmla="*/ 17113 w 27316"/>
                <a:gd name="connsiteY4" fmla="*/ 14311 h 73708"/>
                <a:gd name="connsiteX5" fmla="*/ 11038 w 27316"/>
                <a:gd name="connsiteY5" fmla="*/ 10931 h 73708"/>
                <a:gd name="connsiteX6" fmla="*/ 10481 w 27316"/>
                <a:gd name="connsiteY6" fmla="*/ 9746 h 73708"/>
                <a:gd name="connsiteX7" fmla="*/ 12707 w 27316"/>
                <a:gd name="connsiteY7" fmla="*/ 922 h 73708"/>
                <a:gd name="connsiteX8" fmla="*/ 5148 w 27316"/>
                <a:gd name="connsiteY8" fmla="*/ 2063 h 73708"/>
                <a:gd name="connsiteX9" fmla="*/ 4962 w 27316"/>
                <a:gd name="connsiteY9" fmla="*/ 2063 h 73708"/>
                <a:gd name="connsiteX10" fmla="*/ 4452 w 27316"/>
                <a:gd name="connsiteY10" fmla="*/ 1976 h 73708"/>
                <a:gd name="connsiteX11" fmla="*/ 0 w 27316"/>
                <a:gd name="connsiteY11" fmla="*/ 0 h 73708"/>
                <a:gd name="connsiteX12" fmla="*/ 0 w 27316"/>
                <a:gd name="connsiteY12" fmla="*/ 4346 h 73708"/>
                <a:gd name="connsiteX13" fmla="*/ 6308 w 27316"/>
                <a:gd name="connsiteY13" fmla="*/ 9790 h 73708"/>
                <a:gd name="connsiteX14" fmla="*/ 6678 w 27316"/>
                <a:gd name="connsiteY14" fmla="*/ 10580 h 73708"/>
                <a:gd name="connsiteX15" fmla="*/ 6678 w 27316"/>
                <a:gd name="connsiteY15" fmla="*/ 19623 h 73708"/>
                <a:gd name="connsiteX16" fmla="*/ 6261 w 27316"/>
                <a:gd name="connsiteY16" fmla="*/ 20458 h 73708"/>
                <a:gd name="connsiteX17" fmla="*/ 3432 w 27316"/>
                <a:gd name="connsiteY17" fmla="*/ 22784 h 73708"/>
                <a:gd name="connsiteX18" fmla="*/ 9368 w 27316"/>
                <a:gd name="connsiteY18" fmla="*/ 24760 h 73708"/>
                <a:gd name="connsiteX19" fmla="*/ 10157 w 27316"/>
                <a:gd name="connsiteY19" fmla="*/ 25813 h 73708"/>
                <a:gd name="connsiteX20" fmla="*/ 10157 w 27316"/>
                <a:gd name="connsiteY20" fmla="*/ 53470 h 73708"/>
                <a:gd name="connsiteX21" fmla="*/ 11270 w 27316"/>
                <a:gd name="connsiteY21" fmla="*/ 54524 h 73708"/>
                <a:gd name="connsiteX22" fmla="*/ 11548 w 27316"/>
                <a:gd name="connsiteY22" fmla="*/ 55622 h 73708"/>
                <a:gd name="connsiteX23" fmla="*/ 9136 w 27316"/>
                <a:gd name="connsiteY23" fmla="*/ 63260 h 73708"/>
                <a:gd name="connsiteX24" fmla="*/ 18876 w 27316"/>
                <a:gd name="connsiteY24" fmla="*/ 73225 h 73708"/>
                <a:gd name="connsiteX25" fmla="*/ 19061 w 27316"/>
                <a:gd name="connsiteY25" fmla="*/ 73708 h 73708"/>
                <a:gd name="connsiteX26" fmla="*/ 25137 w 27316"/>
                <a:gd name="connsiteY26" fmla="*/ 72435 h 73708"/>
                <a:gd name="connsiteX27" fmla="*/ 27316 w 27316"/>
                <a:gd name="connsiteY27" fmla="*/ 70196 h 73708"/>
                <a:gd name="connsiteX28" fmla="*/ 23328 w 27316"/>
                <a:gd name="connsiteY28" fmla="*/ 62645 h 7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316" h="73708">
                  <a:moveTo>
                    <a:pt x="23374" y="62602"/>
                  </a:moveTo>
                  <a:cubicBezTo>
                    <a:pt x="23374" y="62602"/>
                    <a:pt x="23235" y="62294"/>
                    <a:pt x="23235" y="62119"/>
                  </a:cubicBezTo>
                  <a:lnTo>
                    <a:pt x="23235" y="31564"/>
                  </a:lnTo>
                  <a:lnTo>
                    <a:pt x="20963" y="24584"/>
                  </a:lnTo>
                  <a:lnTo>
                    <a:pt x="17113" y="14311"/>
                  </a:lnTo>
                  <a:lnTo>
                    <a:pt x="11038" y="10931"/>
                  </a:lnTo>
                  <a:cubicBezTo>
                    <a:pt x="10621" y="10668"/>
                    <a:pt x="10388" y="10185"/>
                    <a:pt x="10481" y="9746"/>
                  </a:cubicBezTo>
                  <a:lnTo>
                    <a:pt x="12707" y="922"/>
                  </a:lnTo>
                  <a:lnTo>
                    <a:pt x="5148" y="2063"/>
                  </a:lnTo>
                  <a:cubicBezTo>
                    <a:pt x="5148" y="2063"/>
                    <a:pt x="5009" y="2063"/>
                    <a:pt x="4962" y="2063"/>
                  </a:cubicBezTo>
                  <a:cubicBezTo>
                    <a:pt x="4777" y="2063"/>
                    <a:pt x="4638" y="2063"/>
                    <a:pt x="4452" y="1976"/>
                  </a:cubicBezTo>
                  <a:lnTo>
                    <a:pt x="0" y="0"/>
                  </a:lnTo>
                  <a:lnTo>
                    <a:pt x="0" y="4346"/>
                  </a:lnTo>
                  <a:lnTo>
                    <a:pt x="6308" y="9790"/>
                  </a:lnTo>
                  <a:cubicBezTo>
                    <a:pt x="6539" y="10009"/>
                    <a:pt x="6678" y="10273"/>
                    <a:pt x="6678" y="10580"/>
                  </a:cubicBezTo>
                  <a:lnTo>
                    <a:pt x="6678" y="19623"/>
                  </a:lnTo>
                  <a:cubicBezTo>
                    <a:pt x="6678" y="19931"/>
                    <a:pt x="6539" y="20238"/>
                    <a:pt x="6261" y="20458"/>
                  </a:cubicBezTo>
                  <a:lnTo>
                    <a:pt x="3432" y="22784"/>
                  </a:lnTo>
                  <a:lnTo>
                    <a:pt x="9368" y="24760"/>
                  </a:lnTo>
                  <a:cubicBezTo>
                    <a:pt x="9832" y="24935"/>
                    <a:pt x="10157" y="25330"/>
                    <a:pt x="10157" y="25813"/>
                  </a:cubicBezTo>
                  <a:lnTo>
                    <a:pt x="10157" y="53470"/>
                  </a:lnTo>
                  <a:lnTo>
                    <a:pt x="11270" y="54524"/>
                  </a:lnTo>
                  <a:cubicBezTo>
                    <a:pt x="11548" y="54831"/>
                    <a:pt x="11687" y="55226"/>
                    <a:pt x="11548" y="55622"/>
                  </a:cubicBezTo>
                  <a:lnTo>
                    <a:pt x="9136" y="63260"/>
                  </a:lnTo>
                  <a:lnTo>
                    <a:pt x="18876" y="73225"/>
                  </a:lnTo>
                  <a:cubicBezTo>
                    <a:pt x="18876" y="73225"/>
                    <a:pt x="19015" y="73533"/>
                    <a:pt x="19061" y="73708"/>
                  </a:cubicBezTo>
                  <a:cubicBezTo>
                    <a:pt x="20777" y="73313"/>
                    <a:pt x="22818" y="72874"/>
                    <a:pt x="25137" y="72435"/>
                  </a:cubicBezTo>
                  <a:lnTo>
                    <a:pt x="27316" y="70196"/>
                  </a:lnTo>
                  <a:lnTo>
                    <a:pt x="23328" y="6264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1" name="Freeform: Shape 2180">
              <a:extLst>
                <a:ext uri="{FF2B5EF4-FFF2-40B4-BE49-F238E27FC236}">
                  <a16:creationId xmlns:a16="http://schemas.microsoft.com/office/drawing/2014/main" id="{5491E65E-0960-0EF0-0CF1-3ACB75AEBE2C}"/>
                </a:ext>
              </a:extLst>
            </p:cNvPr>
            <p:cNvSpPr>
              <a:spLocks/>
            </p:cNvSpPr>
            <p:nvPr/>
          </p:nvSpPr>
          <p:spPr>
            <a:xfrm>
              <a:off x="5332858" y="3792811"/>
              <a:ext cx="170361" cy="119979"/>
            </a:xfrm>
            <a:custGeom>
              <a:avLst/>
              <a:gdLst>
                <a:gd name="connsiteX0" fmla="*/ 37519 w 114134"/>
                <a:gd name="connsiteY0" fmla="*/ 45393 h 80381"/>
                <a:gd name="connsiteX1" fmla="*/ 40348 w 114134"/>
                <a:gd name="connsiteY1" fmla="*/ 37929 h 80381"/>
                <a:gd name="connsiteX2" fmla="*/ 41647 w 114134"/>
                <a:gd name="connsiteY2" fmla="*/ 37227 h 80381"/>
                <a:gd name="connsiteX3" fmla="*/ 54400 w 114134"/>
                <a:gd name="connsiteY3" fmla="*/ 39642 h 80381"/>
                <a:gd name="connsiteX4" fmla="*/ 61635 w 114134"/>
                <a:gd name="connsiteY4" fmla="*/ 37271 h 80381"/>
                <a:gd name="connsiteX5" fmla="*/ 62934 w 114134"/>
                <a:gd name="connsiteY5" fmla="*/ 37622 h 80381"/>
                <a:gd name="connsiteX6" fmla="*/ 66412 w 114134"/>
                <a:gd name="connsiteY6" fmla="*/ 41749 h 80381"/>
                <a:gd name="connsiteX7" fmla="*/ 66644 w 114134"/>
                <a:gd name="connsiteY7" fmla="*/ 42451 h 80381"/>
                <a:gd name="connsiteX8" fmla="*/ 66644 w 114134"/>
                <a:gd name="connsiteY8" fmla="*/ 47412 h 80381"/>
                <a:gd name="connsiteX9" fmla="*/ 71096 w 114134"/>
                <a:gd name="connsiteY9" fmla="*/ 50661 h 80381"/>
                <a:gd name="connsiteX10" fmla="*/ 71375 w 114134"/>
                <a:gd name="connsiteY10" fmla="*/ 52109 h 80381"/>
                <a:gd name="connsiteX11" fmla="*/ 70030 w 114134"/>
                <a:gd name="connsiteY11" fmla="*/ 54216 h 80381"/>
                <a:gd name="connsiteX12" fmla="*/ 75873 w 114134"/>
                <a:gd name="connsiteY12" fmla="*/ 61680 h 80381"/>
                <a:gd name="connsiteX13" fmla="*/ 83711 w 114134"/>
                <a:gd name="connsiteY13" fmla="*/ 61680 h 80381"/>
                <a:gd name="connsiteX14" fmla="*/ 84685 w 114134"/>
                <a:gd name="connsiteY14" fmla="*/ 62206 h 80381"/>
                <a:gd name="connsiteX15" fmla="*/ 88720 w 114134"/>
                <a:gd name="connsiteY15" fmla="*/ 68528 h 80381"/>
                <a:gd name="connsiteX16" fmla="*/ 88905 w 114134"/>
                <a:gd name="connsiteY16" fmla="*/ 69099 h 80381"/>
                <a:gd name="connsiteX17" fmla="*/ 88905 w 114134"/>
                <a:gd name="connsiteY17" fmla="*/ 77571 h 80381"/>
                <a:gd name="connsiteX18" fmla="*/ 91642 w 114134"/>
                <a:gd name="connsiteY18" fmla="*/ 76474 h 80381"/>
                <a:gd name="connsiteX19" fmla="*/ 92755 w 114134"/>
                <a:gd name="connsiteY19" fmla="*/ 76562 h 80381"/>
                <a:gd name="connsiteX20" fmla="*/ 93265 w 114134"/>
                <a:gd name="connsiteY20" fmla="*/ 77483 h 80381"/>
                <a:gd name="connsiteX21" fmla="*/ 93265 w 114134"/>
                <a:gd name="connsiteY21" fmla="*/ 80381 h 80381"/>
                <a:gd name="connsiteX22" fmla="*/ 95908 w 114134"/>
                <a:gd name="connsiteY22" fmla="*/ 80381 h 80381"/>
                <a:gd name="connsiteX23" fmla="*/ 98273 w 114134"/>
                <a:gd name="connsiteY23" fmla="*/ 73181 h 80381"/>
                <a:gd name="connsiteX24" fmla="*/ 99015 w 114134"/>
                <a:gd name="connsiteY24" fmla="*/ 72479 h 80381"/>
                <a:gd name="connsiteX25" fmla="*/ 100082 w 114134"/>
                <a:gd name="connsiteY25" fmla="*/ 72655 h 80381"/>
                <a:gd name="connsiteX26" fmla="*/ 103839 w 114134"/>
                <a:gd name="connsiteY26" fmla="*/ 75420 h 80381"/>
                <a:gd name="connsiteX27" fmla="*/ 106900 w 114134"/>
                <a:gd name="connsiteY27" fmla="*/ 75420 h 80381"/>
                <a:gd name="connsiteX28" fmla="*/ 107827 w 114134"/>
                <a:gd name="connsiteY28" fmla="*/ 72128 h 80381"/>
                <a:gd name="connsiteX29" fmla="*/ 108245 w 114134"/>
                <a:gd name="connsiteY29" fmla="*/ 71513 h 80381"/>
                <a:gd name="connsiteX30" fmla="*/ 114134 w 114134"/>
                <a:gd name="connsiteY30" fmla="*/ 67474 h 80381"/>
                <a:gd name="connsiteX31" fmla="*/ 114134 w 114134"/>
                <a:gd name="connsiteY31" fmla="*/ 60626 h 80381"/>
                <a:gd name="connsiteX32" fmla="*/ 110934 w 114134"/>
                <a:gd name="connsiteY32" fmla="*/ 59748 h 80381"/>
                <a:gd name="connsiteX33" fmla="*/ 110146 w 114134"/>
                <a:gd name="connsiteY33" fmla="*/ 59002 h 80381"/>
                <a:gd name="connsiteX34" fmla="*/ 108987 w 114134"/>
                <a:gd name="connsiteY34" fmla="*/ 55446 h 80381"/>
                <a:gd name="connsiteX35" fmla="*/ 109079 w 114134"/>
                <a:gd name="connsiteY35" fmla="*/ 54612 h 80381"/>
                <a:gd name="connsiteX36" fmla="*/ 109775 w 114134"/>
                <a:gd name="connsiteY36" fmla="*/ 54085 h 80381"/>
                <a:gd name="connsiteX37" fmla="*/ 113810 w 114134"/>
                <a:gd name="connsiteY37" fmla="*/ 53031 h 80381"/>
                <a:gd name="connsiteX38" fmla="*/ 112418 w 114134"/>
                <a:gd name="connsiteY38" fmla="*/ 49124 h 80381"/>
                <a:gd name="connsiteX39" fmla="*/ 108894 w 114134"/>
                <a:gd name="connsiteY39" fmla="*/ 49124 h 80381"/>
                <a:gd name="connsiteX40" fmla="*/ 107734 w 114134"/>
                <a:gd name="connsiteY40" fmla="*/ 48246 h 80381"/>
                <a:gd name="connsiteX41" fmla="*/ 106297 w 114134"/>
                <a:gd name="connsiteY41" fmla="*/ 40827 h 80381"/>
                <a:gd name="connsiteX42" fmla="*/ 106668 w 114134"/>
                <a:gd name="connsiteY42" fmla="*/ 39817 h 80381"/>
                <a:gd name="connsiteX43" fmla="*/ 110100 w 114134"/>
                <a:gd name="connsiteY43" fmla="*/ 36788 h 80381"/>
                <a:gd name="connsiteX44" fmla="*/ 105787 w 114134"/>
                <a:gd name="connsiteY44" fmla="*/ 32925 h 80381"/>
                <a:gd name="connsiteX45" fmla="*/ 105415 w 114134"/>
                <a:gd name="connsiteY45" fmla="*/ 32135 h 80381"/>
                <a:gd name="connsiteX46" fmla="*/ 105415 w 114134"/>
                <a:gd name="connsiteY46" fmla="*/ 24715 h 80381"/>
                <a:gd name="connsiteX47" fmla="*/ 99062 w 114134"/>
                <a:gd name="connsiteY47" fmla="*/ 24715 h 80381"/>
                <a:gd name="connsiteX48" fmla="*/ 97949 w 114134"/>
                <a:gd name="connsiteY48" fmla="*/ 23969 h 80381"/>
                <a:gd name="connsiteX49" fmla="*/ 98320 w 114134"/>
                <a:gd name="connsiteY49" fmla="*/ 22740 h 80381"/>
                <a:gd name="connsiteX50" fmla="*/ 103143 w 114134"/>
                <a:gd name="connsiteY50" fmla="*/ 19009 h 80381"/>
                <a:gd name="connsiteX51" fmla="*/ 96094 w 114134"/>
                <a:gd name="connsiteY51" fmla="*/ 14662 h 80381"/>
                <a:gd name="connsiteX52" fmla="*/ 95583 w 114134"/>
                <a:gd name="connsiteY52" fmla="*/ 13872 h 80381"/>
                <a:gd name="connsiteX53" fmla="*/ 95908 w 114134"/>
                <a:gd name="connsiteY53" fmla="*/ 12994 h 80381"/>
                <a:gd name="connsiteX54" fmla="*/ 98645 w 114134"/>
                <a:gd name="connsiteY54" fmla="*/ 10272 h 80381"/>
                <a:gd name="connsiteX55" fmla="*/ 94795 w 114134"/>
                <a:gd name="connsiteY55" fmla="*/ 4917 h 80381"/>
                <a:gd name="connsiteX56" fmla="*/ 91549 w 114134"/>
                <a:gd name="connsiteY56" fmla="*/ 3205 h 80381"/>
                <a:gd name="connsiteX57" fmla="*/ 91549 w 114134"/>
                <a:gd name="connsiteY57" fmla="*/ 4083 h 80381"/>
                <a:gd name="connsiteX58" fmla="*/ 91085 w 114134"/>
                <a:gd name="connsiteY58" fmla="*/ 4960 h 80381"/>
                <a:gd name="connsiteX59" fmla="*/ 87607 w 114134"/>
                <a:gd name="connsiteY59" fmla="*/ 7419 h 80381"/>
                <a:gd name="connsiteX60" fmla="*/ 84360 w 114134"/>
                <a:gd name="connsiteY60" fmla="*/ 9394 h 80381"/>
                <a:gd name="connsiteX61" fmla="*/ 83201 w 114134"/>
                <a:gd name="connsiteY61" fmla="*/ 9394 h 80381"/>
                <a:gd name="connsiteX62" fmla="*/ 79444 w 114134"/>
                <a:gd name="connsiteY62" fmla="*/ 7463 h 80381"/>
                <a:gd name="connsiteX63" fmla="*/ 74296 w 114134"/>
                <a:gd name="connsiteY63" fmla="*/ 5400 h 80381"/>
                <a:gd name="connsiteX64" fmla="*/ 69937 w 114134"/>
                <a:gd name="connsiteY64" fmla="*/ 11019 h 80381"/>
                <a:gd name="connsiteX65" fmla="*/ 68360 w 114134"/>
                <a:gd name="connsiteY65" fmla="*/ 11282 h 80381"/>
                <a:gd name="connsiteX66" fmla="*/ 63073 w 114134"/>
                <a:gd name="connsiteY66" fmla="*/ 7946 h 80381"/>
                <a:gd name="connsiteX67" fmla="*/ 59688 w 114134"/>
                <a:gd name="connsiteY67" fmla="*/ 11151 h 80381"/>
                <a:gd name="connsiteX68" fmla="*/ 58064 w 114134"/>
                <a:gd name="connsiteY68" fmla="*/ 11151 h 80381"/>
                <a:gd name="connsiteX69" fmla="*/ 55189 w 114134"/>
                <a:gd name="connsiteY69" fmla="*/ 8429 h 80381"/>
                <a:gd name="connsiteX70" fmla="*/ 54864 w 114134"/>
                <a:gd name="connsiteY70" fmla="*/ 7639 h 80381"/>
                <a:gd name="connsiteX71" fmla="*/ 54864 w 114134"/>
                <a:gd name="connsiteY71" fmla="*/ 3775 h 80381"/>
                <a:gd name="connsiteX72" fmla="*/ 42714 w 114134"/>
                <a:gd name="connsiteY72" fmla="*/ 3775 h 80381"/>
                <a:gd name="connsiteX73" fmla="*/ 40673 w 114134"/>
                <a:gd name="connsiteY73" fmla="*/ 4960 h 80381"/>
                <a:gd name="connsiteX74" fmla="*/ 39514 w 114134"/>
                <a:gd name="connsiteY74" fmla="*/ 4960 h 80381"/>
                <a:gd name="connsiteX75" fmla="*/ 33763 w 114134"/>
                <a:gd name="connsiteY75" fmla="*/ 1975 h 80381"/>
                <a:gd name="connsiteX76" fmla="*/ 31722 w 114134"/>
                <a:gd name="connsiteY76" fmla="*/ 3249 h 80381"/>
                <a:gd name="connsiteX77" fmla="*/ 30099 w 114134"/>
                <a:gd name="connsiteY77" fmla="*/ 2941 h 80381"/>
                <a:gd name="connsiteX78" fmla="*/ 28105 w 114134"/>
                <a:gd name="connsiteY78" fmla="*/ 132 h 80381"/>
                <a:gd name="connsiteX79" fmla="*/ 20916 w 114134"/>
                <a:gd name="connsiteY79" fmla="*/ 0 h 80381"/>
                <a:gd name="connsiteX80" fmla="*/ 20916 w 114134"/>
                <a:gd name="connsiteY80" fmla="*/ 3951 h 80381"/>
                <a:gd name="connsiteX81" fmla="*/ 20452 w 114134"/>
                <a:gd name="connsiteY81" fmla="*/ 4829 h 80381"/>
                <a:gd name="connsiteX82" fmla="*/ 17855 w 114134"/>
                <a:gd name="connsiteY82" fmla="*/ 6761 h 80381"/>
                <a:gd name="connsiteX83" fmla="*/ 20267 w 114134"/>
                <a:gd name="connsiteY83" fmla="*/ 7902 h 80381"/>
                <a:gd name="connsiteX84" fmla="*/ 20916 w 114134"/>
                <a:gd name="connsiteY84" fmla="*/ 8868 h 80381"/>
                <a:gd name="connsiteX85" fmla="*/ 20916 w 114134"/>
                <a:gd name="connsiteY85" fmla="*/ 12994 h 80381"/>
                <a:gd name="connsiteX86" fmla="*/ 20545 w 114134"/>
                <a:gd name="connsiteY86" fmla="*/ 13828 h 80381"/>
                <a:gd name="connsiteX87" fmla="*/ 19617 w 114134"/>
                <a:gd name="connsiteY87" fmla="*/ 14092 h 80381"/>
                <a:gd name="connsiteX88" fmla="*/ 0 w 114134"/>
                <a:gd name="connsiteY88" fmla="*/ 25330 h 80381"/>
                <a:gd name="connsiteX89" fmla="*/ 4684 w 114134"/>
                <a:gd name="connsiteY89" fmla="*/ 27789 h 80381"/>
                <a:gd name="connsiteX90" fmla="*/ 6122 w 114134"/>
                <a:gd name="connsiteY90" fmla="*/ 35208 h 80381"/>
                <a:gd name="connsiteX91" fmla="*/ 11038 w 114134"/>
                <a:gd name="connsiteY91" fmla="*/ 37139 h 80381"/>
                <a:gd name="connsiteX92" fmla="*/ 18551 w 114134"/>
                <a:gd name="connsiteY92" fmla="*/ 43198 h 80381"/>
                <a:gd name="connsiteX93" fmla="*/ 22307 w 114134"/>
                <a:gd name="connsiteY93" fmla="*/ 44866 h 80381"/>
                <a:gd name="connsiteX94" fmla="*/ 25183 w 114134"/>
                <a:gd name="connsiteY94" fmla="*/ 51187 h 80381"/>
                <a:gd name="connsiteX95" fmla="*/ 25368 w 114134"/>
                <a:gd name="connsiteY95" fmla="*/ 53119 h 80381"/>
                <a:gd name="connsiteX96" fmla="*/ 29357 w 114134"/>
                <a:gd name="connsiteY96" fmla="*/ 53119 h 80381"/>
                <a:gd name="connsiteX97" fmla="*/ 37519 w 114134"/>
                <a:gd name="connsiteY97" fmla="*/ 45393 h 8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4134" h="80381">
                  <a:moveTo>
                    <a:pt x="37519" y="45393"/>
                  </a:moveTo>
                  <a:lnTo>
                    <a:pt x="40348" y="37929"/>
                  </a:lnTo>
                  <a:cubicBezTo>
                    <a:pt x="40534" y="37403"/>
                    <a:pt x="41137" y="37139"/>
                    <a:pt x="41647" y="37227"/>
                  </a:cubicBezTo>
                  <a:lnTo>
                    <a:pt x="54400" y="39642"/>
                  </a:lnTo>
                  <a:lnTo>
                    <a:pt x="61635" y="37271"/>
                  </a:lnTo>
                  <a:cubicBezTo>
                    <a:pt x="62099" y="37139"/>
                    <a:pt x="62609" y="37271"/>
                    <a:pt x="62934" y="37622"/>
                  </a:cubicBezTo>
                  <a:lnTo>
                    <a:pt x="66412" y="41749"/>
                  </a:lnTo>
                  <a:cubicBezTo>
                    <a:pt x="66412" y="41749"/>
                    <a:pt x="66644" y="42188"/>
                    <a:pt x="66644" y="42451"/>
                  </a:cubicBezTo>
                  <a:lnTo>
                    <a:pt x="66644" y="47412"/>
                  </a:lnTo>
                  <a:lnTo>
                    <a:pt x="71096" y="50661"/>
                  </a:lnTo>
                  <a:cubicBezTo>
                    <a:pt x="71560" y="51012"/>
                    <a:pt x="71699" y="51626"/>
                    <a:pt x="71375" y="52109"/>
                  </a:cubicBezTo>
                  <a:lnTo>
                    <a:pt x="70030" y="54216"/>
                  </a:lnTo>
                  <a:lnTo>
                    <a:pt x="75873" y="61680"/>
                  </a:lnTo>
                  <a:lnTo>
                    <a:pt x="83711" y="61680"/>
                  </a:lnTo>
                  <a:cubicBezTo>
                    <a:pt x="84128" y="61680"/>
                    <a:pt x="84499" y="61899"/>
                    <a:pt x="84685" y="62206"/>
                  </a:cubicBezTo>
                  <a:lnTo>
                    <a:pt x="88720" y="68528"/>
                  </a:lnTo>
                  <a:cubicBezTo>
                    <a:pt x="88720" y="68528"/>
                    <a:pt x="88905" y="68879"/>
                    <a:pt x="88905" y="69099"/>
                  </a:cubicBezTo>
                  <a:lnTo>
                    <a:pt x="88905" y="77571"/>
                  </a:lnTo>
                  <a:lnTo>
                    <a:pt x="91642" y="76474"/>
                  </a:lnTo>
                  <a:cubicBezTo>
                    <a:pt x="92013" y="76342"/>
                    <a:pt x="92430" y="76342"/>
                    <a:pt x="92755" y="76562"/>
                  </a:cubicBezTo>
                  <a:cubicBezTo>
                    <a:pt x="93079" y="76781"/>
                    <a:pt x="93265" y="77089"/>
                    <a:pt x="93265" y="77483"/>
                  </a:cubicBezTo>
                  <a:lnTo>
                    <a:pt x="93265" y="80381"/>
                  </a:lnTo>
                  <a:lnTo>
                    <a:pt x="95908" y="80381"/>
                  </a:lnTo>
                  <a:lnTo>
                    <a:pt x="98273" y="73181"/>
                  </a:lnTo>
                  <a:cubicBezTo>
                    <a:pt x="98366" y="72830"/>
                    <a:pt x="98691" y="72567"/>
                    <a:pt x="99015" y="72479"/>
                  </a:cubicBezTo>
                  <a:cubicBezTo>
                    <a:pt x="99340" y="72391"/>
                    <a:pt x="99758" y="72479"/>
                    <a:pt x="100082" y="72655"/>
                  </a:cubicBezTo>
                  <a:lnTo>
                    <a:pt x="103839" y="75420"/>
                  </a:lnTo>
                  <a:lnTo>
                    <a:pt x="106900" y="75420"/>
                  </a:lnTo>
                  <a:lnTo>
                    <a:pt x="107827" y="72128"/>
                  </a:lnTo>
                  <a:cubicBezTo>
                    <a:pt x="107920" y="71864"/>
                    <a:pt x="108059" y="71689"/>
                    <a:pt x="108245" y="71513"/>
                  </a:cubicBezTo>
                  <a:lnTo>
                    <a:pt x="114134" y="67474"/>
                  </a:lnTo>
                  <a:lnTo>
                    <a:pt x="114134" y="60626"/>
                  </a:lnTo>
                  <a:lnTo>
                    <a:pt x="110934" y="59748"/>
                  </a:lnTo>
                  <a:cubicBezTo>
                    <a:pt x="110564" y="59660"/>
                    <a:pt x="110239" y="59353"/>
                    <a:pt x="110146" y="59002"/>
                  </a:cubicBezTo>
                  <a:lnTo>
                    <a:pt x="108987" y="55446"/>
                  </a:lnTo>
                  <a:cubicBezTo>
                    <a:pt x="108894" y="55182"/>
                    <a:pt x="108940" y="54875"/>
                    <a:pt x="109079" y="54612"/>
                  </a:cubicBezTo>
                  <a:cubicBezTo>
                    <a:pt x="109218" y="54348"/>
                    <a:pt x="109497" y="54173"/>
                    <a:pt x="109775" y="54085"/>
                  </a:cubicBezTo>
                  <a:lnTo>
                    <a:pt x="113810" y="53031"/>
                  </a:lnTo>
                  <a:lnTo>
                    <a:pt x="112418" y="49124"/>
                  </a:lnTo>
                  <a:lnTo>
                    <a:pt x="108894" y="49124"/>
                  </a:lnTo>
                  <a:cubicBezTo>
                    <a:pt x="108337" y="49124"/>
                    <a:pt x="107874" y="48729"/>
                    <a:pt x="107734" y="48246"/>
                  </a:cubicBezTo>
                  <a:lnTo>
                    <a:pt x="106297" y="40827"/>
                  </a:lnTo>
                  <a:cubicBezTo>
                    <a:pt x="106204" y="40476"/>
                    <a:pt x="106343" y="40081"/>
                    <a:pt x="106668" y="39817"/>
                  </a:cubicBezTo>
                  <a:lnTo>
                    <a:pt x="110100" y="36788"/>
                  </a:lnTo>
                  <a:lnTo>
                    <a:pt x="105787" y="32925"/>
                  </a:lnTo>
                  <a:cubicBezTo>
                    <a:pt x="105787" y="32925"/>
                    <a:pt x="105415" y="32442"/>
                    <a:pt x="105415" y="32135"/>
                  </a:cubicBezTo>
                  <a:lnTo>
                    <a:pt x="105415" y="24715"/>
                  </a:lnTo>
                  <a:lnTo>
                    <a:pt x="99062" y="24715"/>
                  </a:lnTo>
                  <a:cubicBezTo>
                    <a:pt x="98552" y="24715"/>
                    <a:pt x="98134" y="24408"/>
                    <a:pt x="97949" y="23969"/>
                  </a:cubicBezTo>
                  <a:cubicBezTo>
                    <a:pt x="97763" y="23530"/>
                    <a:pt x="97949" y="23048"/>
                    <a:pt x="98320" y="22740"/>
                  </a:cubicBezTo>
                  <a:lnTo>
                    <a:pt x="103143" y="19009"/>
                  </a:lnTo>
                  <a:lnTo>
                    <a:pt x="96094" y="14662"/>
                  </a:lnTo>
                  <a:cubicBezTo>
                    <a:pt x="95815" y="14487"/>
                    <a:pt x="95630" y="14180"/>
                    <a:pt x="95583" y="13872"/>
                  </a:cubicBezTo>
                  <a:cubicBezTo>
                    <a:pt x="95583" y="13565"/>
                    <a:pt x="95676" y="13214"/>
                    <a:pt x="95908" y="12994"/>
                  </a:cubicBezTo>
                  <a:lnTo>
                    <a:pt x="98645" y="10272"/>
                  </a:lnTo>
                  <a:lnTo>
                    <a:pt x="94795" y="4917"/>
                  </a:lnTo>
                  <a:lnTo>
                    <a:pt x="91549" y="3205"/>
                  </a:lnTo>
                  <a:lnTo>
                    <a:pt x="91549" y="4083"/>
                  </a:lnTo>
                  <a:cubicBezTo>
                    <a:pt x="91549" y="4434"/>
                    <a:pt x="91363" y="4741"/>
                    <a:pt x="91085" y="4960"/>
                  </a:cubicBezTo>
                  <a:lnTo>
                    <a:pt x="87607" y="7419"/>
                  </a:lnTo>
                  <a:lnTo>
                    <a:pt x="84360" y="9394"/>
                  </a:lnTo>
                  <a:cubicBezTo>
                    <a:pt x="83989" y="9614"/>
                    <a:pt x="83572" y="9614"/>
                    <a:pt x="83201" y="9394"/>
                  </a:cubicBezTo>
                  <a:lnTo>
                    <a:pt x="79444" y="7463"/>
                  </a:lnTo>
                  <a:lnTo>
                    <a:pt x="74296" y="5400"/>
                  </a:lnTo>
                  <a:lnTo>
                    <a:pt x="69937" y="11019"/>
                  </a:lnTo>
                  <a:cubicBezTo>
                    <a:pt x="69566" y="11502"/>
                    <a:pt x="68870" y="11589"/>
                    <a:pt x="68360" y="11282"/>
                  </a:cubicBezTo>
                  <a:lnTo>
                    <a:pt x="63073" y="7946"/>
                  </a:lnTo>
                  <a:lnTo>
                    <a:pt x="59688" y="11151"/>
                  </a:lnTo>
                  <a:cubicBezTo>
                    <a:pt x="59224" y="11589"/>
                    <a:pt x="58482" y="11589"/>
                    <a:pt x="58064" y="11151"/>
                  </a:cubicBezTo>
                  <a:lnTo>
                    <a:pt x="55189" y="8429"/>
                  </a:lnTo>
                  <a:cubicBezTo>
                    <a:pt x="55189" y="8429"/>
                    <a:pt x="54864" y="7946"/>
                    <a:pt x="54864" y="7639"/>
                  </a:cubicBezTo>
                  <a:lnTo>
                    <a:pt x="54864" y="3775"/>
                  </a:lnTo>
                  <a:lnTo>
                    <a:pt x="42714" y="3775"/>
                  </a:lnTo>
                  <a:lnTo>
                    <a:pt x="40673" y="4960"/>
                  </a:lnTo>
                  <a:cubicBezTo>
                    <a:pt x="40302" y="5180"/>
                    <a:pt x="39884" y="5180"/>
                    <a:pt x="39514" y="4960"/>
                  </a:cubicBezTo>
                  <a:lnTo>
                    <a:pt x="33763" y="1975"/>
                  </a:lnTo>
                  <a:lnTo>
                    <a:pt x="31722" y="3249"/>
                  </a:lnTo>
                  <a:cubicBezTo>
                    <a:pt x="31212" y="3600"/>
                    <a:pt x="30470" y="3468"/>
                    <a:pt x="30099" y="2941"/>
                  </a:cubicBezTo>
                  <a:lnTo>
                    <a:pt x="28105" y="132"/>
                  </a:lnTo>
                  <a:lnTo>
                    <a:pt x="20916" y="0"/>
                  </a:lnTo>
                  <a:lnTo>
                    <a:pt x="20916" y="3951"/>
                  </a:lnTo>
                  <a:cubicBezTo>
                    <a:pt x="20916" y="4302"/>
                    <a:pt x="20731" y="4609"/>
                    <a:pt x="20452" y="4829"/>
                  </a:cubicBezTo>
                  <a:lnTo>
                    <a:pt x="17855" y="6761"/>
                  </a:lnTo>
                  <a:lnTo>
                    <a:pt x="20267" y="7902"/>
                  </a:lnTo>
                  <a:cubicBezTo>
                    <a:pt x="20638" y="8077"/>
                    <a:pt x="20916" y="8473"/>
                    <a:pt x="20916" y="8868"/>
                  </a:cubicBezTo>
                  <a:lnTo>
                    <a:pt x="20916" y="12994"/>
                  </a:lnTo>
                  <a:cubicBezTo>
                    <a:pt x="20916" y="13302"/>
                    <a:pt x="20777" y="13609"/>
                    <a:pt x="20545" y="13828"/>
                  </a:cubicBezTo>
                  <a:cubicBezTo>
                    <a:pt x="20313" y="14048"/>
                    <a:pt x="19989" y="14136"/>
                    <a:pt x="19617" y="14092"/>
                  </a:cubicBezTo>
                  <a:cubicBezTo>
                    <a:pt x="19015" y="14004"/>
                    <a:pt x="6447" y="12775"/>
                    <a:pt x="0" y="25330"/>
                  </a:cubicBezTo>
                  <a:lnTo>
                    <a:pt x="4684" y="27789"/>
                  </a:lnTo>
                  <a:lnTo>
                    <a:pt x="6122" y="35208"/>
                  </a:lnTo>
                  <a:lnTo>
                    <a:pt x="11038" y="37139"/>
                  </a:lnTo>
                  <a:lnTo>
                    <a:pt x="18551" y="43198"/>
                  </a:lnTo>
                  <a:lnTo>
                    <a:pt x="22307" y="44866"/>
                  </a:lnTo>
                  <a:lnTo>
                    <a:pt x="25183" y="51187"/>
                  </a:lnTo>
                  <a:lnTo>
                    <a:pt x="25368" y="53119"/>
                  </a:lnTo>
                  <a:lnTo>
                    <a:pt x="29357" y="53119"/>
                  </a:lnTo>
                  <a:lnTo>
                    <a:pt x="37519" y="453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2" name="Freeform: Shape 2181">
              <a:extLst>
                <a:ext uri="{FF2B5EF4-FFF2-40B4-BE49-F238E27FC236}">
                  <a16:creationId xmlns:a16="http://schemas.microsoft.com/office/drawing/2014/main" id="{D61AFCB5-C378-8A5C-6D0C-C0C4634E0C1D}"/>
                </a:ext>
              </a:extLst>
            </p:cNvPr>
            <p:cNvSpPr>
              <a:spLocks/>
            </p:cNvSpPr>
            <p:nvPr/>
          </p:nvSpPr>
          <p:spPr>
            <a:xfrm>
              <a:off x="5284701" y="3214472"/>
              <a:ext cx="375655" cy="372454"/>
            </a:xfrm>
            <a:custGeom>
              <a:avLst/>
              <a:gdLst>
                <a:gd name="connsiteX0" fmla="*/ 60182 w 251673"/>
                <a:gd name="connsiteY0" fmla="*/ 223890 h 249528"/>
                <a:gd name="connsiteX1" fmla="*/ 60831 w 251673"/>
                <a:gd name="connsiteY1" fmla="*/ 222925 h 249528"/>
                <a:gd name="connsiteX2" fmla="*/ 77945 w 251673"/>
                <a:gd name="connsiteY2" fmla="*/ 214803 h 249528"/>
                <a:gd name="connsiteX3" fmla="*/ 77945 w 251673"/>
                <a:gd name="connsiteY3" fmla="*/ 174503 h 249528"/>
                <a:gd name="connsiteX4" fmla="*/ 79104 w 251673"/>
                <a:gd name="connsiteY4" fmla="*/ 173405 h 249528"/>
                <a:gd name="connsiteX5" fmla="*/ 131278 w 251673"/>
                <a:gd name="connsiteY5" fmla="*/ 173405 h 249528"/>
                <a:gd name="connsiteX6" fmla="*/ 131278 w 251673"/>
                <a:gd name="connsiteY6" fmla="*/ 128057 h 249528"/>
                <a:gd name="connsiteX7" fmla="*/ 131696 w 251673"/>
                <a:gd name="connsiteY7" fmla="*/ 127222 h 249528"/>
                <a:gd name="connsiteX8" fmla="*/ 158131 w 251673"/>
                <a:gd name="connsiteY8" fmla="*/ 114184 h 249528"/>
                <a:gd name="connsiteX9" fmla="*/ 167360 w 251673"/>
                <a:gd name="connsiteY9" fmla="*/ 114184 h 249528"/>
                <a:gd name="connsiteX10" fmla="*/ 174873 w 251673"/>
                <a:gd name="connsiteY10" fmla="*/ 110979 h 249528"/>
                <a:gd name="connsiteX11" fmla="*/ 175940 w 251673"/>
                <a:gd name="connsiteY11" fmla="*/ 111023 h 249528"/>
                <a:gd name="connsiteX12" fmla="*/ 180809 w 251673"/>
                <a:gd name="connsiteY12" fmla="*/ 113789 h 249528"/>
                <a:gd name="connsiteX13" fmla="*/ 211372 w 251673"/>
                <a:gd name="connsiteY13" fmla="*/ 91751 h 249528"/>
                <a:gd name="connsiteX14" fmla="*/ 211882 w 251673"/>
                <a:gd name="connsiteY14" fmla="*/ 88195 h 249528"/>
                <a:gd name="connsiteX15" fmla="*/ 207801 w 251673"/>
                <a:gd name="connsiteY15" fmla="*/ 88195 h 249528"/>
                <a:gd name="connsiteX16" fmla="*/ 206920 w 251673"/>
                <a:gd name="connsiteY16" fmla="*/ 87800 h 249528"/>
                <a:gd name="connsiteX17" fmla="*/ 206688 w 251673"/>
                <a:gd name="connsiteY17" fmla="*/ 86878 h 249528"/>
                <a:gd name="connsiteX18" fmla="*/ 209100 w 251673"/>
                <a:gd name="connsiteY18" fmla="*/ 77835 h 249528"/>
                <a:gd name="connsiteX19" fmla="*/ 222873 w 251673"/>
                <a:gd name="connsiteY19" fmla="*/ 74103 h 249528"/>
                <a:gd name="connsiteX20" fmla="*/ 222873 w 251673"/>
                <a:gd name="connsiteY20" fmla="*/ 69187 h 249528"/>
                <a:gd name="connsiteX21" fmla="*/ 224033 w 251673"/>
                <a:gd name="connsiteY21" fmla="*/ 68089 h 249528"/>
                <a:gd name="connsiteX22" fmla="*/ 248937 w 251673"/>
                <a:gd name="connsiteY22" fmla="*/ 68089 h 249528"/>
                <a:gd name="connsiteX23" fmla="*/ 249540 w 251673"/>
                <a:gd name="connsiteY23" fmla="*/ 64972 h 249528"/>
                <a:gd name="connsiteX24" fmla="*/ 249726 w 251673"/>
                <a:gd name="connsiteY24" fmla="*/ 64533 h 249528"/>
                <a:gd name="connsiteX25" fmla="*/ 251674 w 251673"/>
                <a:gd name="connsiteY25" fmla="*/ 61943 h 249528"/>
                <a:gd name="connsiteX26" fmla="*/ 240821 w 251673"/>
                <a:gd name="connsiteY26" fmla="*/ 50792 h 249528"/>
                <a:gd name="connsiteX27" fmla="*/ 240636 w 251673"/>
                <a:gd name="connsiteY27" fmla="*/ 50178 h 249528"/>
                <a:gd name="connsiteX28" fmla="*/ 240636 w 251673"/>
                <a:gd name="connsiteY28" fmla="*/ 32618 h 249528"/>
                <a:gd name="connsiteX29" fmla="*/ 239106 w 251673"/>
                <a:gd name="connsiteY29" fmla="*/ 25901 h 249528"/>
                <a:gd name="connsiteX30" fmla="*/ 239106 w 251673"/>
                <a:gd name="connsiteY30" fmla="*/ 25286 h 249528"/>
                <a:gd name="connsiteX31" fmla="*/ 240358 w 251673"/>
                <a:gd name="connsiteY31" fmla="*/ 21994 h 249528"/>
                <a:gd name="connsiteX32" fmla="*/ 230108 w 251673"/>
                <a:gd name="connsiteY32" fmla="*/ 14355 h 249528"/>
                <a:gd name="connsiteX33" fmla="*/ 223152 w 251673"/>
                <a:gd name="connsiteY33" fmla="*/ 14487 h 249528"/>
                <a:gd name="connsiteX34" fmla="*/ 222873 w 251673"/>
                <a:gd name="connsiteY34" fmla="*/ 9570 h 249528"/>
                <a:gd name="connsiteX35" fmla="*/ 219998 w 251673"/>
                <a:gd name="connsiteY35" fmla="*/ 11239 h 249528"/>
                <a:gd name="connsiteX36" fmla="*/ 214479 w 251673"/>
                <a:gd name="connsiteY36" fmla="*/ 14531 h 249528"/>
                <a:gd name="connsiteX37" fmla="*/ 197969 w 251673"/>
                <a:gd name="connsiteY37" fmla="*/ 15365 h 249528"/>
                <a:gd name="connsiteX38" fmla="*/ 185215 w 251673"/>
                <a:gd name="connsiteY38" fmla="*/ 4127 h 249528"/>
                <a:gd name="connsiteX39" fmla="*/ 185215 w 251673"/>
                <a:gd name="connsiteY39" fmla="*/ 0 h 249528"/>
                <a:gd name="connsiteX40" fmla="*/ 173899 w 251673"/>
                <a:gd name="connsiteY40" fmla="*/ 4917 h 249528"/>
                <a:gd name="connsiteX41" fmla="*/ 169540 w 251673"/>
                <a:gd name="connsiteY41" fmla="*/ 20545 h 249528"/>
                <a:gd name="connsiteX42" fmla="*/ 147510 w 251673"/>
                <a:gd name="connsiteY42" fmla="*/ 43022 h 249528"/>
                <a:gd name="connsiteX43" fmla="*/ 122884 w 251673"/>
                <a:gd name="connsiteY43" fmla="*/ 62514 h 249528"/>
                <a:gd name="connsiteX44" fmla="*/ 122003 w 251673"/>
                <a:gd name="connsiteY44" fmla="*/ 68001 h 249528"/>
                <a:gd name="connsiteX45" fmla="*/ 112727 w 251673"/>
                <a:gd name="connsiteY45" fmla="*/ 91620 h 249528"/>
                <a:gd name="connsiteX46" fmla="*/ 116484 w 251673"/>
                <a:gd name="connsiteY46" fmla="*/ 98468 h 249528"/>
                <a:gd name="connsiteX47" fmla="*/ 98490 w 251673"/>
                <a:gd name="connsiteY47" fmla="*/ 125335 h 249528"/>
                <a:gd name="connsiteX48" fmla="*/ 85736 w 251673"/>
                <a:gd name="connsiteY48" fmla="*/ 136310 h 249528"/>
                <a:gd name="connsiteX49" fmla="*/ 75904 w 251673"/>
                <a:gd name="connsiteY49" fmla="*/ 139032 h 249528"/>
                <a:gd name="connsiteX50" fmla="*/ 69829 w 251673"/>
                <a:gd name="connsiteY50" fmla="*/ 140524 h 249528"/>
                <a:gd name="connsiteX51" fmla="*/ 59997 w 251673"/>
                <a:gd name="connsiteY51" fmla="*/ 147812 h 249528"/>
                <a:gd name="connsiteX52" fmla="*/ 46454 w 251673"/>
                <a:gd name="connsiteY52" fmla="*/ 166733 h 249528"/>
                <a:gd name="connsiteX53" fmla="*/ 37643 w 251673"/>
                <a:gd name="connsiteY53" fmla="*/ 182098 h 249528"/>
                <a:gd name="connsiteX54" fmla="*/ 34164 w 251673"/>
                <a:gd name="connsiteY54" fmla="*/ 195004 h 249528"/>
                <a:gd name="connsiteX55" fmla="*/ 8286 w 251673"/>
                <a:gd name="connsiteY55" fmla="*/ 233987 h 249528"/>
                <a:gd name="connsiteX56" fmla="*/ 263 w 251673"/>
                <a:gd name="connsiteY56" fmla="*/ 249528 h 249528"/>
                <a:gd name="connsiteX57" fmla="*/ 60089 w 251673"/>
                <a:gd name="connsiteY57" fmla="*/ 249528 h 249528"/>
                <a:gd name="connsiteX58" fmla="*/ 60089 w 251673"/>
                <a:gd name="connsiteY58" fmla="*/ 223934 h 24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51673" h="249528">
                  <a:moveTo>
                    <a:pt x="60182" y="223890"/>
                  </a:moveTo>
                  <a:cubicBezTo>
                    <a:pt x="60182" y="223495"/>
                    <a:pt x="60414" y="223100"/>
                    <a:pt x="60831" y="222925"/>
                  </a:cubicBezTo>
                  <a:lnTo>
                    <a:pt x="77945" y="214803"/>
                  </a:lnTo>
                  <a:lnTo>
                    <a:pt x="77945" y="174503"/>
                  </a:lnTo>
                  <a:cubicBezTo>
                    <a:pt x="77945" y="173888"/>
                    <a:pt x="78455" y="173405"/>
                    <a:pt x="79104" y="173405"/>
                  </a:cubicBezTo>
                  <a:lnTo>
                    <a:pt x="131278" y="173405"/>
                  </a:lnTo>
                  <a:lnTo>
                    <a:pt x="131278" y="128057"/>
                  </a:lnTo>
                  <a:cubicBezTo>
                    <a:pt x="131278" y="127749"/>
                    <a:pt x="131418" y="127442"/>
                    <a:pt x="131696" y="127222"/>
                  </a:cubicBezTo>
                  <a:cubicBezTo>
                    <a:pt x="149273" y="113174"/>
                    <a:pt x="157760" y="114096"/>
                    <a:pt x="158131" y="114184"/>
                  </a:cubicBezTo>
                  <a:lnTo>
                    <a:pt x="167360" y="114184"/>
                  </a:lnTo>
                  <a:cubicBezTo>
                    <a:pt x="167360" y="114184"/>
                    <a:pt x="174873" y="110979"/>
                    <a:pt x="174873" y="110979"/>
                  </a:cubicBezTo>
                  <a:cubicBezTo>
                    <a:pt x="175244" y="110804"/>
                    <a:pt x="175615" y="110848"/>
                    <a:pt x="175940" y="111023"/>
                  </a:cubicBezTo>
                  <a:lnTo>
                    <a:pt x="180809" y="113789"/>
                  </a:lnTo>
                  <a:cubicBezTo>
                    <a:pt x="192033" y="98775"/>
                    <a:pt x="207801" y="92937"/>
                    <a:pt x="211372" y="91751"/>
                  </a:cubicBezTo>
                  <a:lnTo>
                    <a:pt x="211882" y="88195"/>
                  </a:lnTo>
                  <a:lnTo>
                    <a:pt x="207801" y="88195"/>
                  </a:lnTo>
                  <a:cubicBezTo>
                    <a:pt x="207476" y="88195"/>
                    <a:pt x="207105" y="88064"/>
                    <a:pt x="206920" y="87800"/>
                  </a:cubicBezTo>
                  <a:cubicBezTo>
                    <a:pt x="206688" y="87537"/>
                    <a:pt x="206595" y="87230"/>
                    <a:pt x="206688" y="86878"/>
                  </a:cubicBezTo>
                  <a:cubicBezTo>
                    <a:pt x="206827" y="86132"/>
                    <a:pt x="208311" y="79371"/>
                    <a:pt x="209100" y="77835"/>
                  </a:cubicBezTo>
                  <a:cubicBezTo>
                    <a:pt x="209331" y="77352"/>
                    <a:pt x="210120" y="75947"/>
                    <a:pt x="222873" y="74103"/>
                  </a:cubicBezTo>
                  <a:lnTo>
                    <a:pt x="222873" y="69187"/>
                  </a:lnTo>
                  <a:cubicBezTo>
                    <a:pt x="222873" y="68572"/>
                    <a:pt x="223384" y="68089"/>
                    <a:pt x="224033" y="68089"/>
                  </a:cubicBezTo>
                  <a:lnTo>
                    <a:pt x="248937" y="68089"/>
                  </a:lnTo>
                  <a:lnTo>
                    <a:pt x="249540" y="64972"/>
                  </a:lnTo>
                  <a:cubicBezTo>
                    <a:pt x="249540" y="64972"/>
                    <a:pt x="249633" y="64665"/>
                    <a:pt x="249726" y="64533"/>
                  </a:cubicBezTo>
                  <a:lnTo>
                    <a:pt x="251674" y="61943"/>
                  </a:lnTo>
                  <a:cubicBezTo>
                    <a:pt x="246665" y="59133"/>
                    <a:pt x="241100" y="51144"/>
                    <a:pt x="240821" y="50792"/>
                  </a:cubicBezTo>
                  <a:cubicBezTo>
                    <a:pt x="240682" y="50617"/>
                    <a:pt x="240636" y="50397"/>
                    <a:pt x="240636" y="50178"/>
                  </a:cubicBezTo>
                  <a:lnTo>
                    <a:pt x="240636" y="32618"/>
                  </a:lnTo>
                  <a:lnTo>
                    <a:pt x="239106" y="25901"/>
                  </a:lnTo>
                  <a:cubicBezTo>
                    <a:pt x="239106" y="25901"/>
                    <a:pt x="239106" y="25506"/>
                    <a:pt x="239106" y="25286"/>
                  </a:cubicBezTo>
                  <a:lnTo>
                    <a:pt x="240358" y="21994"/>
                  </a:lnTo>
                  <a:lnTo>
                    <a:pt x="230108" y="14355"/>
                  </a:lnTo>
                  <a:lnTo>
                    <a:pt x="223152" y="14487"/>
                  </a:lnTo>
                  <a:lnTo>
                    <a:pt x="222873" y="9570"/>
                  </a:lnTo>
                  <a:lnTo>
                    <a:pt x="219998" y="11239"/>
                  </a:lnTo>
                  <a:lnTo>
                    <a:pt x="214479" y="14531"/>
                  </a:lnTo>
                  <a:cubicBezTo>
                    <a:pt x="214479" y="14531"/>
                    <a:pt x="211604" y="11502"/>
                    <a:pt x="197969" y="15365"/>
                  </a:cubicBezTo>
                  <a:cubicBezTo>
                    <a:pt x="197969" y="15365"/>
                    <a:pt x="185215" y="7946"/>
                    <a:pt x="185215" y="4127"/>
                  </a:cubicBezTo>
                  <a:lnTo>
                    <a:pt x="185215" y="0"/>
                  </a:lnTo>
                  <a:cubicBezTo>
                    <a:pt x="185215" y="0"/>
                    <a:pt x="175940" y="834"/>
                    <a:pt x="173899" y="4917"/>
                  </a:cubicBezTo>
                  <a:cubicBezTo>
                    <a:pt x="171858" y="9044"/>
                    <a:pt x="169540" y="20545"/>
                    <a:pt x="169540" y="20545"/>
                  </a:cubicBezTo>
                  <a:cubicBezTo>
                    <a:pt x="169540" y="20545"/>
                    <a:pt x="165180" y="37842"/>
                    <a:pt x="147510" y="43022"/>
                  </a:cubicBezTo>
                  <a:cubicBezTo>
                    <a:pt x="129841" y="48246"/>
                    <a:pt x="122884" y="62514"/>
                    <a:pt x="122884" y="62514"/>
                  </a:cubicBezTo>
                  <a:lnTo>
                    <a:pt x="122003" y="68001"/>
                  </a:lnTo>
                  <a:cubicBezTo>
                    <a:pt x="122003" y="68001"/>
                    <a:pt x="111568" y="76781"/>
                    <a:pt x="112727" y="91620"/>
                  </a:cubicBezTo>
                  <a:cubicBezTo>
                    <a:pt x="112727" y="91620"/>
                    <a:pt x="111568" y="95175"/>
                    <a:pt x="116484" y="98468"/>
                  </a:cubicBezTo>
                  <a:cubicBezTo>
                    <a:pt x="116484" y="98468"/>
                    <a:pt x="118525" y="110804"/>
                    <a:pt x="98490" y="125335"/>
                  </a:cubicBezTo>
                  <a:cubicBezTo>
                    <a:pt x="98490" y="125335"/>
                    <a:pt x="89214" y="129725"/>
                    <a:pt x="85736" y="136310"/>
                  </a:cubicBezTo>
                  <a:lnTo>
                    <a:pt x="75904" y="139032"/>
                  </a:lnTo>
                  <a:lnTo>
                    <a:pt x="69829" y="140524"/>
                  </a:lnTo>
                  <a:cubicBezTo>
                    <a:pt x="69829" y="140524"/>
                    <a:pt x="62594" y="140656"/>
                    <a:pt x="59997" y="147812"/>
                  </a:cubicBezTo>
                  <a:cubicBezTo>
                    <a:pt x="57399" y="154923"/>
                    <a:pt x="56147" y="162079"/>
                    <a:pt x="46454" y="166733"/>
                  </a:cubicBezTo>
                  <a:cubicBezTo>
                    <a:pt x="36808" y="171386"/>
                    <a:pt x="37643" y="182098"/>
                    <a:pt x="37643" y="182098"/>
                  </a:cubicBezTo>
                  <a:cubicBezTo>
                    <a:pt x="37643" y="182098"/>
                    <a:pt x="30964" y="183458"/>
                    <a:pt x="34164" y="195004"/>
                  </a:cubicBezTo>
                  <a:cubicBezTo>
                    <a:pt x="34164" y="195004"/>
                    <a:pt x="11347" y="213925"/>
                    <a:pt x="8286" y="233987"/>
                  </a:cubicBezTo>
                  <a:cubicBezTo>
                    <a:pt x="8286" y="233987"/>
                    <a:pt x="-1732" y="237675"/>
                    <a:pt x="263" y="249528"/>
                  </a:cubicBezTo>
                  <a:lnTo>
                    <a:pt x="60089" y="249528"/>
                  </a:lnTo>
                  <a:lnTo>
                    <a:pt x="60089" y="2239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3" name="Freeform: Shape 2182">
              <a:extLst>
                <a:ext uri="{FF2B5EF4-FFF2-40B4-BE49-F238E27FC236}">
                  <a16:creationId xmlns:a16="http://schemas.microsoft.com/office/drawing/2014/main" id="{05688AD7-1A46-537D-0FC4-9BD37FF70439}"/>
                </a:ext>
              </a:extLst>
            </p:cNvPr>
            <p:cNvSpPr>
              <a:spLocks/>
            </p:cNvSpPr>
            <p:nvPr/>
          </p:nvSpPr>
          <p:spPr>
            <a:xfrm>
              <a:off x="5962865" y="4463083"/>
              <a:ext cx="318085" cy="288326"/>
            </a:xfrm>
            <a:custGeom>
              <a:avLst/>
              <a:gdLst>
                <a:gd name="connsiteX0" fmla="*/ 75225 w 213104"/>
                <a:gd name="connsiteY0" fmla="*/ 187102 h 193166"/>
                <a:gd name="connsiteX1" fmla="*/ 79631 w 213104"/>
                <a:gd name="connsiteY1" fmla="*/ 186883 h 193166"/>
                <a:gd name="connsiteX2" fmla="*/ 79631 w 213104"/>
                <a:gd name="connsiteY2" fmla="*/ 181922 h 193166"/>
                <a:gd name="connsiteX3" fmla="*/ 80234 w 213104"/>
                <a:gd name="connsiteY3" fmla="*/ 180956 h 193166"/>
                <a:gd name="connsiteX4" fmla="*/ 86031 w 213104"/>
                <a:gd name="connsiteY4" fmla="*/ 177927 h 193166"/>
                <a:gd name="connsiteX5" fmla="*/ 87515 w 213104"/>
                <a:gd name="connsiteY5" fmla="*/ 178234 h 193166"/>
                <a:gd name="connsiteX6" fmla="*/ 91875 w 213104"/>
                <a:gd name="connsiteY6" fmla="*/ 183985 h 193166"/>
                <a:gd name="connsiteX7" fmla="*/ 92106 w 213104"/>
                <a:gd name="connsiteY7" fmla="*/ 184644 h 193166"/>
                <a:gd name="connsiteX8" fmla="*/ 92106 w 213104"/>
                <a:gd name="connsiteY8" fmla="*/ 189956 h 193166"/>
                <a:gd name="connsiteX9" fmla="*/ 112652 w 213104"/>
                <a:gd name="connsiteY9" fmla="*/ 191843 h 193166"/>
                <a:gd name="connsiteX10" fmla="*/ 113254 w 213104"/>
                <a:gd name="connsiteY10" fmla="*/ 191843 h 193166"/>
                <a:gd name="connsiteX11" fmla="*/ 117939 w 213104"/>
                <a:gd name="connsiteY11" fmla="*/ 192985 h 193166"/>
                <a:gd name="connsiteX12" fmla="*/ 130646 w 213104"/>
                <a:gd name="connsiteY12" fmla="*/ 185214 h 193166"/>
                <a:gd name="connsiteX13" fmla="*/ 130646 w 213104"/>
                <a:gd name="connsiteY13" fmla="*/ 79854 h 193166"/>
                <a:gd name="connsiteX14" fmla="*/ 131805 w 213104"/>
                <a:gd name="connsiteY14" fmla="*/ 78757 h 193166"/>
                <a:gd name="connsiteX15" fmla="*/ 146878 w 213104"/>
                <a:gd name="connsiteY15" fmla="*/ 78757 h 193166"/>
                <a:gd name="connsiteX16" fmla="*/ 146878 w 213104"/>
                <a:gd name="connsiteY16" fmla="*/ 21160 h 193166"/>
                <a:gd name="connsiteX17" fmla="*/ 147852 w 213104"/>
                <a:gd name="connsiteY17" fmla="*/ 20062 h 193166"/>
                <a:gd name="connsiteX18" fmla="*/ 184954 w 213104"/>
                <a:gd name="connsiteY18" fmla="*/ 14838 h 193166"/>
                <a:gd name="connsiteX19" fmla="*/ 186160 w 213104"/>
                <a:gd name="connsiteY19" fmla="*/ 15409 h 193166"/>
                <a:gd name="connsiteX20" fmla="*/ 189360 w 213104"/>
                <a:gd name="connsiteY20" fmla="*/ 21028 h 193166"/>
                <a:gd name="connsiteX21" fmla="*/ 199748 w 213104"/>
                <a:gd name="connsiteY21" fmla="*/ 14268 h 193166"/>
                <a:gd name="connsiteX22" fmla="*/ 204989 w 213104"/>
                <a:gd name="connsiteY22" fmla="*/ 15497 h 193166"/>
                <a:gd name="connsiteX23" fmla="*/ 213105 w 213104"/>
                <a:gd name="connsiteY23" fmla="*/ 11634 h 193166"/>
                <a:gd name="connsiteX24" fmla="*/ 210508 w 213104"/>
                <a:gd name="connsiteY24" fmla="*/ 9965 h 193166"/>
                <a:gd name="connsiteX25" fmla="*/ 200908 w 213104"/>
                <a:gd name="connsiteY25" fmla="*/ 8780 h 193166"/>
                <a:gd name="connsiteX26" fmla="*/ 195435 w 213104"/>
                <a:gd name="connsiteY26" fmla="*/ 8780 h 193166"/>
                <a:gd name="connsiteX27" fmla="*/ 185417 w 213104"/>
                <a:gd name="connsiteY27" fmla="*/ 11238 h 193166"/>
                <a:gd name="connsiteX28" fmla="*/ 185371 w 213104"/>
                <a:gd name="connsiteY28" fmla="*/ 11238 h 193166"/>
                <a:gd name="connsiteX29" fmla="*/ 185325 w 213104"/>
                <a:gd name="connsiteY29" fmla="*/ 11238 h 193166"/>
                <a:gd name="connsiteX30" fmla="*/ 143863 w 213104"/>
                <a:gd name="connsiteY30" fmla="*/ 16989 h 193166"/>
                <a:gd name="connsiteX31" fmla="*/ 143678 w 213104"/>
                <a:gd name="connsiteY31" fmla="*/ 16989 h 193166"/>
                <a:gd name="connsiteX32" fmla="*/ 143121 w 213104"/>
                <a:gd name="connsiteY32" fmla="*/ 16857 h 193166"/>
                <a:gd name="connsiteX33" fmla="*/ 135562 w 213104"/>
                <a:gd name="connsiteY33" fmla="*/ 13126 h 193166"/>
                <a:gd name="connsiteX34" fmla="*/ 112976 w 213104"/>
                <a:gd name="connsiteY34" fmla="*/ 13389 h 193166"/>
                <a:gd name="connsiteX35" fmla="*/ 112095 w 213104"/>
                <a:gd name="connsiteY35" fmla="*/ 13038 h 193166"/>
                <a:gd name="connsiteX36" fmla="*/ 106066 w 213104"/>
                <a:gd name="connsiteY36" fmla="*/ 6804 h 193166"/>
                <a:gd name="connsiteX37" fmla="*/ 35294 w 213104"/>
                <a:gd name="connsiteY37" fmla="*/ 7331 h 193166"/>
                <a:gd name="connsiteX38" fmla="*/ 34506 w 213104"/>
                <a:gd name="connsiteY38" fmla="*/ 7068 h 193166"/>
                <a:gd name="connsiteX39" fmla="*/ 26668 w 213104"/>
                <a:gd name="connsiteY39" fmla="*/ 483 h 193166"/>
                <a:gd name="connsiteX40" fmla="*/ 18923 w 213104"/>
                <a:gd name="connsiteY40" fmla="*/ 0 h 193166"/>
                <a:gd name="connsiteX41" fmla="*/ 14378 w 213104"/>
                <a:gd name="connsiteY41" fmla="*/ 4566 h 193166"/>
                <a:gd name="connsiteX42" fmla="*/ 13126 w 213104"/>
                <a:gd name="connsiteY42" fmla="*/ 4829 h 193166"/>
                <a:gd name="connsiteX43" fmla="*/ 7561 w 213104"/>
                <a:gd name="connsiteY43" fmla="*/ 2722 h 193166"/>
                <a:gd name="connsiteX44" fmla="*/ 3480 w 213104"/>
                <a:gd name="connsiteY44" fmla="*/ 2941 h 193166"/>
                <a:gd name="connsiteX45" fmla="*/ 187 w 213104"/>
                <a:gd name="connsiteY45" fmla="*/ 4917 h 193166"/>
                <a:gd name="connsiteX46" fmla="*/ 10668 w 213104"/>
                <a:gd name="connsiteY46" fmla="*/ 27964 h 193166"/>
                <a:gd name="connsiteX47" fmla="*/ 24303 w 213104"/>
                <a:gd name="connsiteY47" fmla="*/ 52943 h 193166"/>
                <a:gd name="connsiteX48" fmla="*/ 35016 w 213104"/>
                <a:gd name="connsiteY48" fmla="*/ 71864 h 193166"/>
                <a:gd name="connsiteX49" fmla="*/ 43410 w 213104"/>
                <a:gd name="connsiteY49" fmla="*/ 86703 h 193166"/>
                <a:gd name="connsiteX50" fmla="*/ 49207 w 213104"/>
                <a:gd name="connsiteY50" fmla="*/ 127047 h 193166"/>
                <a:gd name="connsiteX51" fmla="*/ 52686 w 213104"/>
                <a:gd name="connsiteY51" fmla="*/ 150928 h 193166"/>
                <a:gd name="connsiteX52" fmla="*/ 55283 w 213104"/>
                <a:gd name="connsiteY52" fmla="*/ 159972 h 193166"/>
                <a:gd name="connsiteX53" fmla="*/ 74344 w 213104"/>
                <a:gd name="connsiteY53" fmla="*/ 187673 h 193166"/>
                <a:gd name="connsiteX54" fmla="*/ 75225 w 213104"/>
                <a:gd name="connsiteY54" fmla="*/ 187146 h 193166"/>
                <a:gd name="connsiteX55" fmla="*/ 65161 w 213104"/>
                <a:gd name="connsiteY55" fmla="*/ 34286 h 193166"/>
                <a:gd name="connsiteX56" fmla="*/ 65161 w 213104"/>
                <a:gd name="connsiteY56" fmla="*/ 26340 h 193166"/>
                <a:gd name="connsiteX57" fmla="*/ 79353 w 213104"/>
                <a:gd name="connsiteY57" fmla="*/ 22213 h 193166"/>
                <a:gd name="connsiteX58" fmla="*/ 79353 w 213104"/>
                <a:gd name="connsiteY58" fmla="*/ 28272 h 193166"/>
                <a:gd name="connsiteX59" fmla="*/ 65161 w 213104"/>
                <a:gd name="connsiteY59" fmla="*/ 34330 h 19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13104" h="193166">
                  <a:moveTo>
                    <a:pt x="75225" y="187102"/>
                  </a:moveTo>
                  <a:lnTo>
                    <a:pt x="79631" y="186883"/>
                  </a:lnTo>
                  <a:lnTo>
                    <a:pt x="79631" y="181922"/>
                  </a:lnTo>
                  <a:cubicBezTo>
                    <a:pt x="79631" y="181527"/>
                    <a:pt x="79863" y="181176"/>
                    <a:pt x="80234" y="180956"/>
                  </a:cubicBezTo>
                  <a:lnTo>
                    <a:pt x="86031" y="177927"/>
                  </a:lnTo>
                  <a:cubicBezTo>
                    <a:pt x="86541" y="177663"/>
                    <a:pt x="87190" y="177795"/>
                    <a:pt x="87515" y="178234"/>
                  </a:cubicBezTo>
                  <a:lnTo>
                    <a:pt x="91875" y="183985"/>
                  </a:lnTo>
                  <a:cubicBezTo>
                    <a:pt x="91875" y="183985"/>
                    <a:pt x="92106" y="184380"/>
                    <a:pt x="92106" y="184644"/>
                  </a:cubicBezTo>
                  <a:lnTo>
                    <a:pt x="92106" y="189956"/>
                  </a:lnTo>
                  <a:cubicBezTo>
                    <a:pt x="93498" y="191097"/>
                    <a:pt x="99620" y="195267"/>
                    <a:pt x="112652" y="191843"/>
                  </a:cubicBezTo>
                  <a:cubicBezTo>
                    <a:pt x="112837" y="191799"/>
                    <a:pt x="113069" y="191799"/>
                    <a:pt x="113254" y="191843"/>
                  </a:cubicBezTo>
                  <a:lnTo>
                    <a:pt x="117939" y="192985"/>
                  </a:lnTo>
                  <a:cubicBezTo>
                    <a:pt x="119469" y="190790"/>
                    <a:pt x="124432" y="184424"/>
                    <a:pt x="130646" y="185214"/>
                  </a:cubicBezTo>
                  <a:lnTo>
                    <a:pt x="130646" y="79854"/>
                  </a:lnTo>
                  <a:cubicBezTo>
                    <a:pt x="130646" y="79240"/>
                    <a:pt x="131156" y="78757"/>
                    <a:pt x="131805" y="78757"/>
                  </a:cubicBezTo>
                  <a:lnTo>
                    <a:pt x="146878" y="78757"/>
                  </a:lnTo>
                  <a:lnTo>
                    <a:pt x="146878" y="21160"/>
                  </a:lnTo>
                  <a:cubicBezTo>
                    <a:pt x="146878" y="20633"/>
                    <a:pt x="147295" y="20150"/>
                    <a:pt x="147852" y="20062"/>
                  </a:cubicBezTo>
                  <a:lnTo>
                    <a:pt x="184954" y="14838"/>
                  </a:lnTo>
                  <a:cubicBezTo>
                    <a:pt x="185464" y="14750"/>
                    <a:pt x="185928" y="15014"/>
                    <a:pt x="186160" y="15409"/>
                  </a:cubicBezTo>
                  <a:lnTo>
                    <a:pt x="189360" y="21028"/>
                  </a:lnTo>
                  <a:cubicBezTo>
                    <a:pt x="191261" y="18833"/>
                    <a:pt x="195249" y="14794"/>
                    <a:pt x="199748" y="14268"/>
                  </a:cubicBezTo>
                  <a:cubicBezTo>
                    <a:pt x="201650" y="14048"/>
                    <a:pt x="203412" y="14443"/>
                    <a:pt x="204989" y="15497"/>
                  </a:cubicBezTo>
                  <a:cubicBezTo>
                    <a:pt x="206241" y="14268"/>
                    <a:pt x="208884" y="12029"/>
                    <a:pt x="213105" y="11634"/>
                  </a:cubicBezTo>
                  <a:lnTo>
                    <a:pt x="210508" y="9965"/>
                  </a:lnTo>
                  <a:lnTo>
                    <a:pt x="200908" y="8780"/>
                  </a:lnTo>
                  <a:lnTo>
                    <a:pt x="195435" y="8780"/>
                  </a:lnTo>
                  <a:cubicBezTo>
                    <a:pt x="195435" y="8780"/>
                    <a:pt x="185417" y="11238"/>
                    <a:pt x="185417" y="11238"/>
                  </a:cubicBezTo>
                  <a:cubicBezTo>
                    <a:pt x="185417" y="11238"/>
                    <a:pt x="185417" y="11238"/>
                    <a:pt x="185371" y="11238"/>
                  </a:cubicBezTo>
                  <a:cubicBezTo>
                    <a:pt x="185371" y="11238"/>
                    <a:pt x="185371" y="11238"/>
                    <a:pt x="185325" y="11238"/>
                  </a:cubicBezTo>
                  <a:lnTo>
                    <a:pt x="143863" y="16989"/>
                  </a:lnTo>
                  <a:cubicBezTo>
                    <a:pt x="143863" y="16989"/>
                    <a:pt x="143771" y="16989"/>
                    <a:pt x="143678" y="16989"/>
                  </a:cubicBezTo>
                  <a:cubicBezTo>
                    <a:pt x="143493" y="16989"/>
                    <a:pt x="143307" y="16989"/>
                    <a:pt x="143121" y="16857"/>
                  </a:cubicBezTo>
                  <a:lnTo>
                    <a:pt x="135562" y="13126"/>
                  </a:lnTo>
                  <a:lnTo>
                    <a:pt x="112976" y="13389"/>
                  </a:lnTo>
                  <a:cubicBezTo>
                    <a:pt x="112744" y="13433"/>
                    <a:pt x="112327" y="13258"/>
                    <a:pt x="112095" y="13038"/>
                  </a:cubicBezTo>
                  <a:lnTo>
                    <a:pt x="106066" y="6804"/>
                  </a:lnTo>
                  <a:lnTo>
                    <a:pt x="35294" y="7331"/>
                  </a:lnTo>
                  <a:cubicBezTo>
                    <a:pt x="35016" y="7331"/>
                    <a:pt x="34738" y="7244"/>
                    <a:pt x="34506" y="7068"/>
                  </a:cubicBezTo>
                  <a:lnTo>
                    <a:pt x="26668" y="483"/>
                  </a:lnTo>
                  <a:lnTo>
                    <a:pt x="18923" y="0"/>
                  </a:lnTo>
                  <a:lnTo>
                    <a:pt x="14378" y="4566"/>
                  </a:lnTo>
                  <a:cubicBezTo>
                    <a:pt x="14053" y="4917"/>
                    <a:pt x="13543" y="5005"/>
                    <a:pt x="13126" y="4829"/>
                  </a:cubicBezTo>
                  <a:lnTo>
                    <a:pt x="7561" y="2722"/>
                  </a:lnTo>
                  <a:lnTo>
                    <a:pt x="3480" y="2941"/>
                  </a:lnTo>
                  <a:lnTo>
                    <a:pt x="187" y="4917"/>
                  </a:lnTo>
                  <a:cubicBezTo>
                    <a:pt x="-463" y="12380"/>
                    <a:pt x="48" y="22082"/>
                    <a:pt x="10668" y="27964"/>
                  </a:cubicBezTo>
                  <a:lnTo>
                    <a:pt x="24303" y="52943"/>
                  </a:lnTo>
                  <a:cubicBezTo>
                    <a:pt x="24303" y="52943"/>
                    <a:pt x="25741" y="63655"/>
                    <a:pt x="35016" y="71864"/>
                  </a:cubicBezTo>
                  <a:cubicBezTo>
                    <a:pt x="35016" y="71864"/>
                    <a:pt x="32975" y="79547"/>
                    <a:pt x="43410" y="86703"/>
                  </a:cubicBezTo>
                  <a:cubicBezTo>
                    <a:pt x="43410" y="86703"/>
                    <a:pt x="40535" y="120154"/>
                    <a:pt x="49207" y="127047"/>
                  </a:cubicBezTo>
                  <a:cubicBezTo>
                    <a:pt x="49207" y="127047"/>
                    <a:pt x="50367" y="148163"/>
                    <a:pt x="52686" y="150928"/>
                  </a:cubicBezTo>
                  <a:cubicBezTo>
                    <a:pt x="52686" y="150928"/>
                    <a:pt x="52964" y="158348"/>
                    <a:pt x="55283" y="159972"/>
                  </a:cubicBezTo>
                  <a:cubicBezTo>
                    <a:pt x="55283" y="159972"/>
                    <a:pt x="58390" y="178673"/>
                    <a:pt x="74344" y="187673"/>
                  </a:cubicBezTo>
                  <a:cubicBezTo>
                    <a:pt x="74530" y="187365"/>
                    <a:pt x="74854" y="187146"/>
                    <a:pt x="75225" y="187146"/>
                  </a:cubicBezTo>
                  <a:close/>
                  <a:moveTo>
                    <a:pt x="65161" y="34286"/>
                  </a:moveTo>
                  <a:lnTo>
                    <a:pt x="65161" y="26340"/>
                  </a:lnTo>
                  <a:lnTo>
                    <a:pt x="79353" y="22213"/>
                  </a:lnTo>
                  <a:lnTo>
                    <a:pt x="79353" y="28272"/>
                  </a:lnTo>
                  <a:lnTo>
                    <a:pt x="65161" y="3433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4" name="Freeform: Shape 2183">
              <a:extLst>
                <a:ext uri="{FF2B5EF4-FFF2-40B4-BE49-F238E27FC236}">
                  <a16:creationId xmlns:a16="http://schemas.microsoft.com/office/drawing/2014/main" id="{E2907A1B-9B9E-BD47-A2D7-CD91D33135DB}"/>
                </a:ext>
              </a:extLst>
            </p:cNvPr>
            <p:cNvSpPr>
              <a:spLocks/>
            </p:cNvSpPr>
            <p:nvPr/>
          </p:nvSpPr>
          <p:spPr>
            <a:xfrm>
              <a:off x="5371070" y="3851720"/>
              <a:ext cx="71992" cy="69588"/>
            </a:xfrm>
            <a:custGeom>
              <a:avLst/>
              <a:gdLst>
                <a:gd name="connsiteX0" fmla="*/ 32418 w 48232"/>
                <a:gd name="connsiteY0" fmla="*/ 41134 h 46621"/>
                <a:gd name="connsiteX1" fmla="*/ 40673 w 48232"/>
                <a:gd name="connsiteY1" fmla="*/ 33583 h 46621"/>
                <a:gd name="connsiteX2" fmla="*/ 43177 w 48232"/>
                <a:gd name="connsiteY2" fmla="*/ 28272 h 46621"/>
                <a:gd name="connsiteX3" fmla="*/ 43409 w 48232"/>
                <a:gd name="connsiteY3" fmla="*/ 27964 h 46621"/>
                <a:gd name="connsiteX4" fmla="*/ 48232 w 48232"/>
                <a:gd name="connsiteY4" fmla="*/ 23135 h 46621"/>
                <a:gd name="connsiteX5" fmla="*/ 42157 w 48232"/>
                <a:gd name="connsiteY5" fmla="*/ 15365 h 46621"/>
                <a:gd name="connsiteX6" fmla="*/ 42110 w 48232"/>
                <a:gd name="connsiteY6" fmla="*/ 14136 h 46621"/>
                <a:gd name="connsiteX7" fmla="*/ 43316 w 48232"/>
                <a:gd name="connsiteY7" fmla="*/ 12248 h 46621"/>
                <a:gd name="connsiteX8" fmla="*/ 39189 w 48232"/>
                <a:gd name="connsiteY8" fmla="*/ 9263 h 46621"/>
                <a:gd name="connsiteX9" fmla="*/ 38725 w 48232"/>
                <a:gd name="connsiteY9" fmla="*/ 8385 h 46621"/>
                <a:gd name="connsiteX10" fmla="*/ 38725 w 48232"/>
                <a:gd name="connsiteY10" fmla="*/ 3293 h 46621"/>
                <a:gd name="connsiteX11" fmla="*/ 36035 w 48232"/>
                <a:gd name="connsiteY11" fmla="*/ 88 h 46621"/>
                <a:gd name="connsiteX12" fmla="*/ 29264 w 48232"/>
                <a:gd name="connsiteY12" fmla="*/ 2283 h 46621"/>
                <a:gd name="connsiteX13" fmla="*/ 28661 w 48232"/>
                <a:gd name="connsiteY13" fmla="*/ 2283 h 46621"/>
                <a:gd name="connsiteX14" fmla="*/ 16603 w 48232"/>
                <a:gd name="connsiteY14" fmla="*/ 0 h 46621"/>
                <a:gd name="connsiteX15" fmla="*/ 14052 w 48232"/>
                <a:gd name="connsiteY15" fmla="*/ 6804 h 46621"/>
                <a:gd name="connsiteX16" fmla="*/ 13774 w 48232"/>
                <a:gd name="connsiteY16" fmla="*/ 7199 h 46621"/>
                <a:gd name="connsiteX17" fmla="*/ 5101 w 48232"/>
                <a:gd name="connsiteY17" fmla="*/ 15453 h 46621"/>
                <a:gd name="connsiteX18" fmla="*/ 4267 w 48232"/>
                <a:gd name="connsiteY18" fmla="*/ 15760 h 46621"/>
                <a:gd name="connsiteX19" fmla="*/ 0 w 48232"/>
                <a:gd name="connsiteY19" fmla="*/ 15760 h 46621"/>
                <a:gd name="connsiteX20" fmla="*/ 185 w 48232"/>
                <a:gd name="connsiteY20" fmla="*/ 17955 h 46621"/>
                <a:gd name="connsiteX21" fmla="*/ 6864 w 48232"/>
                <a:gd name="connsiteY21" fmla="*/ 29457 h 46621"/>
                <a:gd name="connsiteX22" fmla="*/ 12058 w 48232"/>
                <a:gd name="connsiteY22" fmla="*/ 36569 h 46621"/>
                <a:gd name="connsiteX23" fmla="*/ 22771 w 48232"/>
                <a:gd name="connsiteY23" fmla="*/ 42627 h 46621"/>
                <a:gd name="connsiteX24" fmla="*/ 28800 w 48232"/>
                <a:gd name="connsiteY24" fmla="*/ 46622 h 46621"/>
                <a:gd name="connsiteX25" fmla="*/ 32232 w 48232"/>
                <a:gd name="connsiteY25" fmla="*/ 41222 h 46621"/>
                <a:gd name="connsiteX26" fmla="*/ 32418 w 48232"/>
                <a:gd name="connsiteY26" fmla="*/ 41003 h 4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232" h="46621">
                  <a:moveTo>
                    <a:pt x="32418" y="41134"/>
                  </a:moveTo>
                  <a:lnTo>
                    <a:pt x="40673" y="33583"/>
                  </a:lnTo>
                  <a:lnTo>
                    <a:pt x="43177" y="28272"/>
                  </a:lnTo>
                  <a:cubicBezTo>
                    <a:pt x="43177" y="28272"/>
                    <a:pt x="43316" y="28052"/>
                    <a:pt x="43409" y="27964"/>
                  </a:cubicBezTo>
                  <a:lnTo>
                    <a:pt x="48232" y="23135"/>
                  </a:lnTo>
                  <a:lnTo>
                    <a:pt x="42157" y="15365"/>
                  </a:lnTo>
                  <a:cubicBezTo>
                    <a:pt x="41879" y="15014"/>
                    <a:pt x="41832" y="14531"/>
                    <a:pt x="42110" y="14136"/>
                  </a:cubicBezTo>
                  <a:lnTo>
                    <a:pt x="43316" y="12248"/>
                  </a:lnTo>
                  <a:lnTo>
                    <a:pt x="39189" y="9263"/>
                  </a:lnTo>
                  <a:cubicBezTo>
                    <a:pt x="38910" y="9043"/>
                    <a:pt x="38725" y="8736"/>
                    <a:pt x="38725" y="8385"/>
                  </a:cubicBezTo>
                  <a:lnTo>
                    <a:pt x="38725" y="3293"/>
                  </a:lnTo>
                  <a:lnTo>
                    <a:pt x="36035" y="88"/>
                  </a:lnTo>
                  <a:lnTo>
                    <a:pt x="29264" y="2283"/>
                  </a:lnTo>
                  <a:cubicBezTo>
                    <a:pt x="29264" y="2283"/>
                    <a:pt x="28847" y="2371"/>
                    <a:pt x="28661" y="2283"/>
                  </a:cubicBezTo>
                  <a:lnTo>
                    <a:pt x="16603" y="0"/>
                  </a:lnTo>
                  <a:lnTo>
                    <a:pt x="14052" y="6804"/>
                  </a:lnTo>
                  <a:cubicBezTo>
                    <a:pt x="14052" y="6804"/>
                    <a:pt x="13913" y="7112"/>
                    <a:pt x="13774" y="7199"/>
                  </a:cubicBezTo>
                  <a:lnTo>
                    <a:pt x="5101" y="15453"/>
                  </a:lnTo>
                  <a:cubicBezTo>
                    <a:pt x="5101" y="15453"/>
                    <a:pt x="4591" y="15760"/>
                    <a:pt x="4267" y="15760"/>
                  </a:cubicBezTo>
                  <a:lnTo>
                    <a:pt x="0" y="15760"/>
                  </a:lnTo>
                  <a:lnTo>
                    <a:pt x="185" y="17955"/>
                  </a:lnTo>
                  <a:lnTo>
                    <a:pt x="6864" y="29457"/>
                  </a:lnTo>
                  <a:lnTo>
                    <a:pt x="12058" y="36569"/>
                  </a:lnTo>
                  <a:lnTo>
                    <a:pt x="22771" y="42627"/>
                  </a:lnTo>
                  <a:lnTo>
                    <a:pt x="28800" y="46622"/>
                  </a:lnTo>
                  <a:lnTo>
                    <a:pt x="32232" y="41222"/>
                  </a:lnTo>
                  <a:cubicBezTo>
                    <a:pt x="32232" y="41222"/>
                    <a:pt x="32325" y="41046"/>
                    <a:pt x="32418" y="4100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5" name="Freeform: Shape 2184">
              <a:extLst>
                <a:ext uri="{FF2B5EF4-FFF2-40B4-BE49-F238E27FC236}">
                  <a16:creationId xmlns:a16="http://schemas.microsoft.com/office/drawing/2014/main" id="{0B499157-6389-AECC-C024-1D0F5CBDEF45}"/>
                </a:ext>
              </a:extLst>
            </p:cNvPr>
            <p:cNvSpPr>
              <a:spLocks/>
            </p:cNvSpPr>
            <p:nvPr/>
          </p:nvSpPr>
          <p:spPr>
            <a:xfrm>
              <a:off x="5974566" y="3959576"/>
              <a:ext cx="447950" cy="425202"/>
            </a:xfrm>
            <a:custGeom>
              <a:avLst/>
              <a:gdLst>
                <a:gd name="connsiteX0" fmla="*/ 11826 w 300107"/>
                <a:gd name="connsiteY0" fmla="*/ 165811 h 284867"/>
                <a:gd name="connsiteX1" fmla="*/ 70354 w 300107"/>
                <a:gd name="connsiteY1" fmla="*/ 165811 h 284867"/>
                <a:gd name="connsiteX2" fmla="*/ 71467 w 300107"/>
                <a:gd name="connsiteY2" fmla="*/ 166645 h 284867"/>
                <a:gd name="connsiteX3" fmla="*/ 76337 w 300107"/>
                <a:gd name="connsiteY3" fmla="*/ 187058 h 284867"/>
                <a:gd name="connsiteX4" fmla="*/ 84592 w 300107"/>
                <a:gd name="connsiteY4" fmla="*/ 199306 h 284867"/>
                <a:gd name="connsiteX5" fmla="*/ 93589 w 300107"/>
                <a:gd name="connsiteY5" fmla="*/ 199306 h 284867"/>
                <a:gd name="connsiteX6" fmla="*/ 101473 w 300107"/>
                <a:gd name="connsiteY6" fmla="*/ 196102 h 284867"/>
                <a:gd name="connsiteX7" fmla="*/ 102030 w 300107"/>
                <a:gd name="connsiteY7" fmla="*/ 196014 h 284867"/>
                <a:gd name="connsiteX8" fmla="*/ 113160 w 300107"/>
                <a:gd name="connsiteY8" fmla="*/ 196760 h 284867"/>
                <a:gd name="connsiteX9" fmla="*/ 115572 w 300107"/>
                <a:gd name="connsiteY9" fmla="*/ 183459 h 284867"/>
                <a:gd name="connsiteX10" fmla="*/ 116731 w 300107"/>
                <a:gd name="connsiteY10" fmla="*/ 182537 h 284867"/>
                <a:gd name="connsiteX11" fmla="*/ 132964 w 300107"/>
                <a:gd name="connsiteY11" fmla="*/ 182537 h 284867"/>
                <a:gd name="connsiteX12" fmla="*/ 134123 w 300107"/>
                <a:gd name="connsiteY12" fmla="*/ 183634 h 284867"/>
                <a:gd name="connsiteX13" fmla="*/ 134123 w 300107"/>
                <a:gd name="connsiteY13" fmla="*/ 186839 h 284867"/>
                <a:gd name="connsiteX14" fmla="*/ 152627 w 300107"/>
                <a:gd name="connsiteY14" fmla="*/ 185829 h 284867"/>
                <a:gd name="connsiteX15" fmla="*/ 153509 w 300107"/>
                <a:gd name="connsiteY15" fmla="*/ 186136 h 284867"/>
                <a:gd name="connsiteX16" fmla="*/ 153880 w 300107"/>
                <a:gd name="connsiteY16" fmla="*/ 186927 h 284867"/>
                <a:gd name="connsiteX17" fmla="*/ 153880 w 300107"/>
                <a:gd name="connsiteY17" fmla="*/ 194038 h 284867"/>
                <a:gd name="connsiteX18" fmla="*/ 153740 w 300107"/>
                <a:gd name="connsiteY18" fmla="*/ 194521 h 284867"/>
                <a:gd name="connsiteX19" fmla="*/ 152117 w 300107"/>
                <a:gd name="connsiteY19" fmla="*/ 197594 h 284867"/>
                <a:gd name="connsiteX20" fmla="*/ 152117 w 300107"/>
                <a:gd name="connsiteY20" fmla="*/ 199965 h 284867"/>
                <a:gd name="connsiteX21" fmla="*/ 155642 w 300107"/>
                <a:gd name="connsiteY21" fmla="*/ 204355 h 284867"/>
                <a:gd name="connsiteX22" fmla="*/ 155874 w 300107"/>
                <a:gd name="connsiteY22" fmla="*/ 205013 h 284867"/>
                <a:gd name="connsiteX23" fmla="*/ 155874 w 300107"/>
                <a:gd name="connsiteY23" fmla="*/ 211335 h 284867"/>
                <a:gd name="connsiteX24" fmla="*/ 155828 w 300107"/>
                <a:gd name="connsiteY24" fmla="*/ 211686 h 284867"/>
                <a:gd name="connsiteX25" fmla="*/ 152813 w 300107"/>
                <a:gd name="connsiteY25" fmla="*/ 220818 h 284867"/>
                <a:gd name="connsiteX26" fmla="*/ 161810 w 300107"/>
                <a:gd name="connsiteY26" fmla="*/ 235217 h 284867"/>
                <a:gd name="connsiteX27" fmla="*/ 161996 w 300107"/>
                <a:gd name="connsiteY27" fmla="*/ 235787 h 284867"/>
                <a:gd name="connsiteX28" fmla="*/ 161996 w 300107"/>
                <a:gd name="connsiteY28" fmla="*/ 240177 h 284867"/>
                <a:gd name="connsiteX29" fmla="*/ 161486 w 300107"/>
                <a:gd name="connsiteY29" fmla="*/ 241099 h 284867"/>
                <a:gd name="connsiteX30" fmla="*/ 159167 w 300107"/>
                <a:gd name="connsiteY30" fmla="*/ 242636 h 284867"/>
                <a:gd name="connsiteX31" fmla="*/ 159723 w 300107"/>
                <a:gd name="connsiteY31" fmla="*/ 246938 h 284867"/>
                <a:gd name="connsiteX32" fmla="*/ 164315 w 300107"/>
                <a:gd name="connsiteY32" fmla="*/ 244480 h 284867"/>
                <a:gd name="connsiteX33" fmla="*/ 164778 w 300107"/>
                <a:gd name="connsiteY33" fmla="*/ 244348 h 284867"/>
                <a:gd name="connsiteX34" fmla="*/ 187410 w 300107"/>
                <a:gd name="connsiteY34" fmla="*/ 242416 h 284867"/>
                <a:gd name="connsiteX35" fmla="*/ 187457 w 300107"/>
                <a:gd name="connsiteY35" fmla="*/ 242416 h 284867"/>
                <a:gd name="connsiteX36" fmla="*/ 187503 w 300107"/>
                <a:gd name="connsiteY36" fmla="*/ 242416 h 284867"/>
                <a:gd name="connsiteX37" fmla="*/ 187735 w 300107"/>
                <a:gd name="connsiteY37" fmla="*/ 242504 h 284867"/>
                <a:gd name="connsiteX38" fmla="*/ 187967 w 300107"/>
                <a:gd name="connsiteY38" fmla="*/ 242504 h 284867"/>
                <a:gd name="connsiteX39" fmla="*/ 194645 w 300107"/>
                <a:gd name="connsiteY39" fmla="*/ 245226 h 284867"/>
                <a:gd name="connsiteX40" fmla="*/ 195295 w 300107"/>
                <a:gd name="connsiteY40" fmla="*/ 246016 h 284867"/>
                <a:gd name="connsiteX41" fmla="*/ 195016 w 300107"/>
                <a:gd name="connsiteY41" fmla="*/ 246982 h 284867"/>
                <a:gd name="connsiteX42" fmla="*/ 192976 w 300107"/>
                <a:gd name="connsiteY42" fmla="*/ 249133 h 284867"/>
                <a:gd name="connsiteX43" fmla="*/ 192976 w 300107"/>
                <a:gd name="connsiteY43" fmla="*/ 250757 h 284867"/>
                <a:gd name="connsiteX44" fmla="*/ 207399 w 300107"/>
                <a:gd name="connsiteY44" fmla="*/ 246060 h 284867"/>
                <a:gd name="connsiteX45" fmla="*/ 208466 w 300107"/>
                <a:gd name="connsiteY45" fmla="*/ 246192 h 284867"/>
                <a:gd name="connsiteX46" fmla="*/ 208930 w 300107"/>
                <a:gd name="connsiteY46" fmla="*/ 247070 h 284867"/>
                <a:gd name="connsiteX47" fmla="*/ 208930 w 300107"/>
                <a:gd name="connsiteY47" fmla="*/ 253874 h 284867"/>
                <a:gd name="connsiteX48" fmla="*/ 217277 w 300107"/>
                <a:gd name="connsiteY48" fmla="*/ 255586 h 284867"/>
                <a:gd name="connsiteX49" fmla="*/ 217973 w 300107"/>
                <a:gd name="connsiteY49" fmla="*/ 255981 h 284867"/>
                <a:gd name="connsiteX50" fmla="*/ 219364 w 300107"/>
                <a:gd name="connsiteY50" fmla="*/ 257737 h 284867"/>
                <a:gd name="connsiteX51" fmla="*/ 231840 w 300107"/>
                <a:gd name="connsiteY51" fmla="*/ 257737 h 284867"/>
                <a:gd name="connsiteX52" fmla="*/ 233324 w 300107"/>
                <a:gd name="connsiteY52" fmla="*/ 253567 h 284867"/>
                <a:gd name="connsiteX53" fmla="*/ 233741 w 300107"/>
                <a:gd name="connsiteY53" fmla="*/ 252996 h 284867"/>
                <a:gd name="connsiteX54" fmla="*/ 237498 w 300107"/>
                <a:gd name="connsiteY54" fmla="*/ 250538 h 284867"/>
                <a:gd name="connsiteX55" fmla="*/ 238704 w 300107"/>
                <a:gd name="connsiteY55" fmla="*/ 250450 h 284867"/>
                <a:gd name="connsiteX56" fmla="*/ 239307 w 300107"/>
                <a:gd name="connsiteY56" fmla="*/ 251416 h 284867"/>
                <a:gd name="connsiteX57" fmla="*/ 239307 w 300107"/>
                <a:gd name="connsiteY57" fmla="*/ 255718 h 284867"/>
                <a:gd name="connsiteX58" fmla="*/ 243110 w 300107"/>
                <a:gd name="connsiteY58" fmla="*/ 257869 h 284867"/>
                <a:gd name="connsiteX59" fmla="*/ 243666 w 300107"/>
                <a:gd name="connsiteY59" fmla="*/ 258791 h 284867"/>
                <a:gd name="connsiteX60" fmla="*/ 243666 w 300107"/>
                <a:gd name="connsiteY60" fmla="*/ 262654 h 284867"/>
                <a:gd name="connsiteX61" fmla="*/ 247144 w 300107"/>
                <a:gd name="connsiteY61" fmla="*/ 262654 h 284867"/>
                <a:gd name="connsiteX62" fmla="*/ 247887 w 300107"/>
                <a:gd name="connsiteY62" fmla="*/ 262918 h 284867"/>
                <a:gd name="connsiteX63" fmla="*/ 251597 w 300107"/>
                <a:gd name="connsiteY63" fmla="*/ 265947 h 284867"/>
                <a:gd name="connsiteX64" fmla="*/ 255817 w 300107"/>
                <a:gd name="connsiteY64" fmla="*/ 265947 h 284867"/>
                <a:gd name="connsiteX65" fmla="*/ 256884 w 300107"/>
                <a:gd name="connsiteY65" fmla="*/ 266649 h 284867"/>
                <a:gd name="connsiteX66" fmla="*/ 258924 w 300107"/>
                <a:gd name="connsiteY66" fmla="*/ 271434 h 284867"/>
                <a:gd name="connsiteX67" fmla="*/ 264211 w 300107"/>
                <a:gd name="connsiteY67" fmla="*/ 271434 h 284867"/>
                <a:gd name="connsiteX68" fmla="*/ 265232 w 300107"/>
                <a:gd name="connsiteY68" fmla="*/ 272005 h 284867"/>
                <a:gd name="connsiteX69" fmla="*/ 272745 w 300107"/>
                <a:gd name="connsiteY69" fmla="*/ 284868 h 284867"/>
                <a:gd name="connsiteX70" fmla="*/ 276501 w 300107"/>
                <a:gd name="connsiteY70" fmla="*/ 284868 h 284867"/>
                <a:gd name="connsiteX71" fmla="*/ 278356 w 300107"/>
                <a:gd name="connsiteY71" fmla="*/ 264235 h 284867"/>
                <a:gd name="connsiteX72" fmla="*/ 275017 w 300107"/>
                <a:gd name="connsiteY72" fmla="*/ 264059 h 284867"/>
                <a:gd name="connsiteX73" fmla="*/ 274368 w 300107"/>
                <a:gd name="connsiteY73" fmla="*/ 267000 h 284867"/>
                <a:gd name="connsiteX74" fmla="*/ 273023 w 300107"/>
                <a:gd name="connsiteY74" fmla="*/ 267834 h 284867"/>
                <a:gd name="connsiteX75" fmla="*/ 268107 w 300107"/>
                <a:gd name="connsiteY75" fmla="*/ 267000 h 284867"/>
                <a:gd name="connsiteX76" fmla="*/ 267365 w 300107"/>
                <a:gd name="connsiteY76" fmla="*/ 266605 h 284867"/>
                <a:gd name="connsiteX77" fmla="*/ 261800 w 300107"/>
                <a:gd name="connsiteY77" fmla="*/ 259757 h 284867"/>
                <a:gd name="connsiteX78" fmla="*/ 257765 w 300107"/>
                <a:gd name="connsiteY78" fmla="*/ 258484 h 284867"/>
                <a:gd name="connsiteX79" fmla="*/ 256976 w 300107"/>
                <a:gd name="connsiteY79" fmla="*/ 257518 h 284867"/>
                <a:gd name="connsiteX80" fmla="*/ 256095 w 300107"/>
                <a:gd name="connsiteY80" fmla="*/ 243514 h 284867"/>
                <a:gd name="connsiteX81" fmla="*/ 256281 w 300107"/>
                <a:gd name="connsiteY81" fmla="*/ 242855 h 284867"/>
                <a:gd name="connsiteX82" fmla="*/ 258739 w 300107"/>
                <a:gd name="connsiteY82" fmla="*/ 239255 h 284867"/>
                <a:gd name="connsiteX83" fmla="*/ 259295 w 300107"/>
                <a:gd name="connsiteY83" fmla="*/ 229378 h 284867"/>
                <a:gd name="connsiteX84" fmla="*/ 259481 w 300107"/>
                <a:gd name="connsiteY84" fmla="*/ 228851 h 284867"/>
                <a:gd name="connsiteX85" fmla="*/ 261058 w 300107"/>
                <a:gd name="connsiteY85" fmla="*/ 226481 h 284867"/>
                <a:gd name="connsiteX86" fmla="*/ 254843 w 300107"/>
                <a:gd name="connsiteY86" fmla="*/ 218754 h 284867"/>
                <a:gd name="connsiteX87" fmla="*/ 254936 w 300107"/>
                <a:gd name="connsiteY87" fmla="*/ 217349 h 284867"/>
                <a:gd name="connsiteX88" fmla="*/ 256837 w 300107"/>
                <a:gd name="connsiteY88" fmla="*/ 215418 h 284867"/>
                <a:gd name="connsiteX89" fmla="*/ 263098 w 300107"/>
                <a:gd name="connsiteY89" fmla="*/ 207560 h 284867"/>
                <a:gd name="connsiteX90" fmla="*/ 263098 w 300107"/>
                <a:gd name="connsiteY90" fmla="*/ 206418 h 284867"/>
                <a:gd name="connsiteX91" fmla="*/ 264072 w 300107"/>
                <a:gd name="connsiteY91" fmla="*/ 205321 h 284867"/>
                <a:gd name="connsiteX92" fmla="*/ 291852 w 300107"/>
                <a:gd name="connsiteY92" fmla="*/ 200623 h 284867"/>
                <a:gd name="connsiteX93" fmla="*/ 284988 w 300107"/>
                <a:gd name="connsiteY93" fmla="*/ 187453 h 284867"/>
                <a:gd name="connsiteX94" fmla="*/ 272652 w 300107"/>
                <a:gd name="connsiteY94" fmla="*/ 173757 h 284867"/>
                <a:gd name="connsiteX95" fmla="*/ 272095 w 300107"/>
                <a:gd name="connsiteY95" fmla="*/ 164142 h 284867"/>
                <a:gd name="connsiteX96" fmla="*/ 270101 w 300107"/>
                <a:gd name="connsiteY96" fmla="*/ 144651 h 284867"/>
                <a:gd name="connsiteX97" fmla="*/ 268756 w 300107"/>
                <a:gd name="connsiteY97" fmla="*/ 134817 h 284867"/>
                <a:gd name="connsiteX98" fmla="*/ 269174 w 300107"/>
                <a:gd name="connsiteY98" fmla="*/ 124808 h 284867"/>
                <a:gd name="connsiteX99" fmla="*/ 265371 w 300107"/>
                <a:gd name="connsiteY99" fmla="*/ 121559 h 284867"/>
                <a:gd name="connsiteX100" fmla="*/ 265371 w 300107"/>
                <a:gd name="connsiteY100" fmla="*/ 121559 h 284867"/>
                <a:gd name="connsiteX101" fmla="*/ 265371 w 300107"/>
                <a:gd name="connsiteY101" fmla="*/ 121559 h 284867"/>
                <a:gd name="connsiteX102" fmla="*/ 263191 w 300107"/>
                <a:gd name="connsiteY102" fmla="*/ 119672 h 284867"/>
                <a:gd name="connsiteX103" fmla="*/ 262820 w 300107"/>
                <a:gd name="connsiteY103" fmla="*/ 118881 h 284867"/>
                <a:gd name="connsiteX104" fmla="*/ 262820 w 300107"/>
                <a:gd name="connsiteY104" fmla="*/ 110628 h 284867"/>
                <a:gd name="connsiteX105" fmla="*/ 263005 w 300107"/>
                <a:gd name="connsiteY105" fmla="*/ 110058 h 284867"/>
                <a:gd name="connsiteX106" fmla="*/ 267921 w 300107"/>
                <a:gd name="connsiteY106" fmla="*/ 102375 h 284867"/>
                <a:gd name="connsiteX107" fmla="*/ 268246 w 300107"/>
                <a:gd name="connsiteY107" fmla="*/ 102024 h 284867"/>
                <a:gd name="connsiteX108" fmla="*/ 275017 w 300107"/>
                <a:gd name="connsiteY108" fmla="*/ 97678 h 284867"/>
                <a:gd name="connsiteX109" fmla="*/ 275388 w 300107"/>
                <a:gd name="connsiteY109" fmla="*/ 86878 h 284867"/>
                <a:gd name="connsiteX110" fmla="*/ 270936 w 300107"/>
                <a:gd name="connsiteY110" fmla="*/ 86483 h 284867"/>
                <a:gd name="connsiteX111" fmla="*/ 275666 w 300107"/>
                <a:gd name="connsiteY111" fmla="*/ 78801 h 284867"/>
                <a:gd name="connsiteX112" fmla="*/ 275666 w 300107"/>
                <a:gd name="connsiteY112" fmla="*/ 76825 h 284867"/>
                <a:gd name="connsiteX113" fmla="*/ 275805 w 300107"/>
                <a:gd name="connsiteY113" fmla="*/ 76430 h 284867"/>
                <a:gd name="connsiteX114" fmla="*/ 281185 w 300107"/>
                <a:gd name="connsiteY114" fmla="*/ 64358 h 284867"/>
                <a:gd name="connsiteX115" fmla="*/ 281371 w 300107"/>
                <a:gd name="connsiteY115" fmla="*/ 64050 h 284867"/>
                <a:gd name="connsiteX116" fmla="*/ 286287 w 300107"/>
                <a:gd name="connsiteY116" fmla="*/ 58826 h 284867"/>
                <a:gd name="connsiteX117" fmla="*/ 288791 w 300107"/>
                <a:gd name="connsiteY117" fmla="*/ 56939 h 284867"/>
                <a:gd name="connsiteX118" fmla="*/ 291481 w 300107"/>
                <a:gd name="connsiteY118" fmla="*/ 52680 h 284867"/>
                <a:gd name="connsiteX119" fmla="*/ 299319 w 300107"/>
                <a:gd name="connsiteY119" fmla="*/ 48553 h 284867"/>
                <a:gd name="connsiteX120" fmla="*/ 300107 w 300107"/>
                <a:gd name="connsiteY120" fmla="*/ 47676 h 284867"/>
                <a:gd name="connsiteX121" fmla="*/ 297788 w 300107"/>
                <a:gd name="connsiteY121" fmla="*/ 43637 h 284867"/>
                <a:gd name="connsiteX122" fmla="*/ 292084 w 300107"/>
                <a:gd name="connsiteY122" fmla="*/ 43637 h 284867"/>
                <a:gd name="connsiteX123" fmla="*/ 291110 w 300107"/>
                <a:gd name="connsiteY123" fmla="*/ 43110 h 284867"/>
                <a:gd name="connsiteX124" fmla="*/ 291110 w 300107"/>
                <a:gd name="connsiteY124" fmla="*/ 42012 h 284867"/>
                <a:gd name="connsiteX125" fmla="*/ 294820 w 300107"/>
                <a:gd name="connsiteY125" fmla="*/ 35515 h 284867"/>
                <a:gd name="connsiteX126" fmla="*/ 292640 w 300107"/>
                <a:gd name="connsiteY126" fmla="*/ 32793 h 284867"/>
                <a:gd name="connsiteX127" fmla="*/ 292501 w 300107"/>
                <a:gd name="connsiteY127" fmla="*/ 31740 h 284867"/>
                <a:gd name="connsiteX128" fmla="*/ 294635 w 300107"/>
                <a:gd name="connsiteY128" fmla="*/ 26560 h 284867"/>
                <a:gd name="connsiteX129" fmla="*/ 289487 w 300107"/>
                <a:gd name="connsiteY129" fmla="*/ 25243 h 284867"/>
                <a:gd name="connsiteX130" fmla="*/ 288745 w 300107"/>
                <a:gd name="connsiteY130" fmla="*/ 24672 h 284867"/>
                <a:gd name="connsiteX131" fmla="*/ 288698 w 300107"/>
                <a:gd name="connsiteY131" fmla="*/ 23794 h 284867"/>
                <a:gd name="connsiteX132" fmla="*/ 289904 w 300107"/>
                <a:gd name="connsiteY132" fmla="*/ 20765 h 284867"/>
                <a:gd name="connsiteX133" fmla="*/ 284200 w 300107"/>
                <a:gd name="connsiteY133" fmla="*/ 20326 h 284867"/>
                <a:gd name="connsiteX134" fmla="*/ 283133 w 300107"/>
                <a:gd name="connsiteY134" fmla="*/ 19228 h 284867"/>
                <a:gd name="connsiteX135" fmla="*/ 283133 w 300107"/>
                <a:gd name="connsiteY135" fmla="*/ 16024 h 284867"/>
                <a:gd name="connsiteX136" fmla="*/ 278774 w 300107"/>
                <a:gd name="connsiteY136" fmla="*/ 13609 h 284867"/>
                <a:gd name="connsiteX137" fmla="*/ 278217 w 300107"/>
                <a:gd name="connsiteY137" fmla="*/ 12643 h 284867"/>
                <a:gd name="connsiteX138" fmla="*/ 278217 w 300107"/>
                <a:gd name="connsiteY138" fmla="*/ 10887 h 284867"/>
                <a:gd name="connsiteX139" fmla="*/ 274136 w 300107"/>
                <a:gd name="connsiteY139" fmla="*/ 9263 h 284867"/>
                <a:gd name="connsiteX140" fmla="*/ 269452 w 300107"/>
                <a:gd name="connsiteY140" fmla="*/ 13433 h 284867"/>
                <a:gd name="connsiteX141" fmla="*/ 268107 w 300107"/>
                <a:gd name="connsiteY141" fmla="*/ 13609 h 284867"/>
                <a:gd name="connsiteX142" fmla="*/ 264026 w 300107"/>
                <a:gd name="connsiteY142" fmla="*/ 11458 h 284867"/>
                <a:gd name="connsiteX143" fmla="*/ 256744 w 300107"/>
                <a:gd name="connsiteY143" fmla="*/ 15277 h 284867"/>
                <a:gd name="connsiteX144" fmla="*/ 255678 w 300107"/>
                <a:gd name="connsiteY144" fmla="*/ 15277 h 284867"/>
                <a:gd name="connsiteX145" fmla="*/ 246681 w 300107"/>
                <a:gd name="connsiteY145" fmla="*/ 11151 h 284867"/>
                <a:gd name="connsiteX146" fmla="*/ 246031 w 300107"/>
                <a:gd name="connsiteY146" fmla="*/ 10185 h 284867"/>
                <a:gd name="connsiteX147" fmla="*/ 246031 w 300107"/>
                <a:gd name="connsiteY147" fmla="*/ 7946 h 284867"/>
                <a:gd name="connsiteX148" fmla="*/ 240234 w 300107"/>
                <a:gd name="connsiteY148" fmla="*/ 3468 h 284867"/>
                <a:gd name="connsiteX149" fmla="*/ 235596 w 300107"/>
                <a:gd name="connsiteY149" fmla="*/ 1844 h 284867"/>
                <a:gd name="connsiteX150" fmla="*/ 232953 w 300107"/>
                <a:gd name="connsiteY150" fmla="*/ 4346 h 284867"/>
                <a:gd name="connsiteX151" fmla="*/ 231933 w 300107"/>
                <a:gd name="connsiteY151" fmla="*/ 4653 h 284867"/>
                <a:gd name="connsiteX152" fmla="*/ 224698 w 300107"/>
                <a:gd name="connsiteY152" fmla="*/ 3556 h 284867"/>
                <a:gd name="connsiteX153" fmla="*/ 224141 w 300107"/>
                <a:gd name="connsiteY153" fmla="*/ 3293 h 284867"/>
                <a:gd name="connsiteX154" fmla="*/ 220292 w 300107"/>
                <a:gd name="connsiteY154" fmla="*/ 132 h 284867"/>
                <a:gd name="connsiteX155" fmla="*/ 216582 w 300107"/>
                <a:gd name="connsiteY155" fmla="*/ 1317 h 284867"/>
                <a:gd name="connsiteX156" fmla="*/ 215886 w 300107"/>
                <a:gd name="connsiteY156" fmla="*/ 1317 h 284867"/>
                <a:gd name="connsiteX157" fmla="*/ 211434 w 300107"/>
                <a:gd name="connsiteY157" fmla="*/ 0 h 284867"/>
                <a:gd name="connsiteX158" fmla="*/ 209579 w 300107"/>
                <a:gd name="connsiteY158" fmla="*/ 0 h 284867"/>
                <a:gd name="connsiteX159" fmla="*/ 209579 w 300107"/>
                <a:gd name="connsiteY159" fmla="*/ 2458 h 284867"/>
                <a:gd name="connsiteX160" fmla="*/ 208698 w 300107"/>
                <a:gd name="connsiteY160" fmla="*/ 3512 h 284867"/>
                <a:gd name="connsiteX161" fmla="*/ 198541 w 300107"/>
                <a:gd name="connsiteY161" fmla="*/ 5971 h 284867"/>
                <a:gd name="connsiteX162" fmla="*/ 197753 w 300107"/>
                <a:gd name="connsiteY162" fmla="*/ 5883 h 284867"/>
                <a:gd name="connsiteX163" fmla="*/ 193532 w 300107"/>
                <a:gd name="connsiteY163" fmla="*/ 3907 h 284867"/>
                <a:gd name="connsiteX164" fmla="*/ 192605 w 300107"/>
                <a:gd name="connsiteY164" fmla="*/ 5444 h 284867"/>
                <a:gd name="connsiteX165" fmla="*/ 191770 w 300107"/>
                <a:gd name="connsiteY165" fmla="*/ 6014 h 284867"/>
                <a:gd name="connsiteX166" fmla="*/ 182773 w 300107"/>
                <a:gd name="connsiteY166" fmla="*/ 7332 h 284867"/>
                <a:gd name="connsiteX167" fmla="*/ 177207 w 300107"/>
                <a:gd name="connsiteY167" fmla="*/ 11019 h 284867"/>
                <a:gd name="connsiteX168" fmla="*/ 176048 w 300107"/>
                <a:gd name="connsiteY168" fmla="*/ 11107 h 284867"/>
                <a:gd name="connsiteX169" fmla="*/ 169370 w 300107"/>
                <a:gd name="connsiteY169" fmla="*/ 7946 h 284867"/>
                <a:gd name="connsiteX170" fmla="*/ 161856 w 300107"/>
                <a:gd name="connsiteY170" fmla="*/ 17385 h 284867"/>
                <a:gd name="connsiteX171" fmla="*/ 160651 w 300107"/>
                <a:gd name="connsiteY171" fmla="*/ 17780 h 284867"/>
                <a:gd name="connsiteX172" fmla="*/ 149057 w 300107"/>
                <a:gd name="connsiteY172" fmla="*/ 14882 h 284867"/>
                <a:gd name="connsiteX173" fmla="*/ 132453 w 300107"/>
                <a:gd name="connsiteY173" fmla="*/ 13697 h 284867"/>
                <a:gd name="connsiteX174" fmla="*/ 131711 w 300107"/>
                <a:gd name="connsiteY174" fmla="*/ 13346 h 284867"/>
                <a:gd name="connsiteX175" fmla="*/ 122204 w 300107"/>
                <a:gd name="connsiteY175" fmla="*/ 3556 h 284867"/>
                <a:gd name="connsiteX176" fmla="*/ 110378 w 300107"/>
                <a:gd name="connsiteY176" fmla="*/ 3556 h 284867"/>
                <a:gd name="connsiteX177" fmla="*/ 106343 w 300107"/>
                <a:gd name="connsiteY177" fmla="*/ 10668 h 284867"/>
                <a:gd name="connsiteX178" fmla="*/ 105833 w 300107"/>
                <a:gd name="connsiteY178" fmla="*/ 11151 h 284867"/>
                <a:gd name="connsiteX179" fmla="*/ 101381 w 300107"/>
                <a:gd name="connsiteY179" fmla="*/ 13258 h 284867"/>
                <a:gd name="connsiteX180" fmla="*/ 103514 w 300107"/>
                <a:gd name="connsiteY180" fmla="*/ 24760 h 284867"/>
                <a:gd name="connsiteX181" fmla="*/ 106204 w 300107"/>
                <a:gd name="connsiteY181" fmla="*/ 27525 h 284867"/>
                <a:gd name="connsiteX182" fmla="*/ 106297 w 300107"/>
                <a:gd name="connsiteY182" fmla="*/ 28886 h 284867"/>
                <a:gd name="connsiteX183" fmla="*/ 94285 w 300107"/>
                <a:gd name="connsiteY183" fmla="*/ 45129 h 284867"/>
                <a:gd name="connsiteX184" fmla="*/ 93172 w 300107"/>
                <a:gd name="connsiteY184" fmla="*/ 53646 h 284867"/>
                <a:gd name="connsiteX185" fmla="*/ 91781 w 300107"/>
                <a:gd name="connsiteY185" fmla="*/ 66289 h 284867"/>
                <a:gd name="connsiteX186" fmla="*/ 94053 w 300107"/>
                <a:gd name="connsiteY186" fmla="*/ 68660 h 284867"/>
                <a:gd name="connsiteX187" fmla="*/ 94192 w 300107"/>
                <a:gd name="connsiteY187" fmla="*/ 69933 h 284867"/>
                <a:gd name="connsiteX188" fmla="*/ 89369 w 300107"/>
                <a:gd name="connsiteY188" fmla="*/ 78230 h 284867"/>
                <a:gd name="connsiteX189" fmla="*/ 88627 w 300107"/>
                <a:gd name="connsiteY189" fmla="*/ 84508 h 284867"/>
                <a:gd name="connsiteX190" fmla="*/ 90065 w 300107"/>
                <a:gd name="connsiteY190" fmla="*/ 81962 h 284867"/>
                <a:gd name="connsiteX191" fmla="*/ 90065 w 300107"/>
                <a:gd name="connsiteY191" fmla="*/ 81962 h 284867"/>
                <a:gd name="connsiteX192" fmla="*/ 95862 w 300107"/>
                <a:gd name="connsiteY192" fmla="*/ 73752 h 284867"/>
                <a:gd name="connsiteX193" fmla="*/ 95630 w 300107"/>
                <a:gd name="connsiteY193" fmla="*/ 66904 h 284867"/>
                <a:gd name="connsiteX194" fmla="*/ 95630 w 300107"/>
                <a:gd name="connsiteY194" fmla="*/ 66465 h 284867"/>
                <a:gd name="connsiteX195" fmla="*/ 95955 w 300107"/>
                <a:gd name="connsiteY195" fmla="*/ 66070 h 284867"/>
                <a:gd name="connsiteX196" fmla="*/ 105323 w 300107"/>
                <a:gd name="connsiteY196" fmla="*/ 56017 h 284867"/>
                <a:gd name="connsiteX197" fmla="*/ 105462 w 300107"/>
                <a:gd name="connsiteY197" fmla="*/ 55885 h 284867"/>
                <a:gd name="connsiteX198" fmla="*/ 105647 w 300107"/>
                <a:gd name="connsiteY198" fmla="*/ 55797 h 284867"/>
                <a:gd name="connsiteX199" fmla="*/ 115155 w 300107"/>
                <a:gd name="connsiteY199" fmla="*/ 49958 h 284867"/>
                <a:gd name="connsiteX200" fmla="*/ 115387 w 300107"/>
                <a:gd name="connsiteY200" fmla="*/ 49827 h 284867"/>
                <a:gd name="connsiteX201" fmla="*/ 115711 w 300107"/>
                <a:gd name="connsiteY201" fmla="*/ 49827 h 284867"/>
                <a:gd name="connsiteX202" fmla="*/ 128743 w 300107"/>
                <a:gd name="connsiteY202" fmla="*/ 47237 h 284867"/>
                <a:gd name="connsiteX203" fmla="*/ 128975 w 300107"/>
                <a:gd name="connsiteY203" fmla="*/ 47237 h 284867"/>
                <a:gd name="connsiteX204" fmla="*/ 129161 w 300107"/>
                <a:gd name="connsiteY204" fmla="*/ 47237 h 284867"/>
                <a:gd name="connsiteX205" fmla="*/ 136720 w 300107"/>
                <a:gd name="connsiteY205" fmla="*/ 47851 h 284867"/>
                <a:gd name="connsiteX206" fmla="*/ 150401 w 300107"/>
                <a:gd name="connsiteY206" fmla="*/ 44471 h 284867"/>
                <a:gd name="connsiteX207" fmla="*/ 150633 w 300107"/>
                <a:gd name="connsiteY207" fmla="*/ 44471 h 284867"/>
                <a:gd name="connsiteX208" fmla="*/ 150819 w 300107"/>
                <a:gd name="connsiteY208" fmla="*/ 44427 h 284867"/>
                <a:gd name="connsiteX209" fmla="*/ 160651 w 300107"/>
                <a:gd name="connsiteY209" fmla="*/ 44690 h 284867"/>
                <a:gd name="connsiteX210" fmla="*/ 160929 w 300107"/>
                <a:gd name="connsiteY210" fmla="*/ 44690 h 284867"/>
                <a:gd name="connsiteX211" fmla="*/ 161115 w 300107"/>
                <a:gd name="connsiteY211" fmla="*/ 44778 h 284867"/>
                <a:gd name="connsiteX212" fmla="*/ 172802 w 300107"/>
                <a:gd name="connsiteY212" fmla="*/ 50354 h 284867"/>
                <a:gd name="connsiteX213" fmla="*/ 172987 w 300107"/>
                <a:gd name="connsiteY213" fmla="*/ 50441 h 284867"/>
                <a:gd name="connsiteX214" fmla="*/ 173080 w 300107"/>
                <a:gd name="connsiteY214" fmla="*/ 50529 h 284867"/>
                <a:gd name="connsiteX215" fmla="*/ 181196 w 300107"/>
                <a:gd name="connsiteY215" fmla="*/ 61109 h 284867"/>
                <a:gd name="connsiteX216" fmla="*/ 172060 w 300107"/>
                <a:gd name="connsiteY216" fmla="*/ 51539 h 284867"/>
                <a:gd name="connsiteX217" fmla="*/ 160372 w 300107"/>
                <a:gd name="connsiteY217" fmla="*/ 46885 h 284867"/>
                <a:gd name="connsiteX218" fmla="*/ 150958 w 300107"/>
                <a:gd name="connsiteY218" fmla="*/ 47149 h 284867"/>
                <a:gd name="connsiteX219" fmla="*/ 137230 w 300107"/>
                <a:gd name="connsiteY219" fmla="*/ 50792 h 284867"/>
                <a:gd name="connsiteX220" fmla="*/ 136998 w 300107"/>
                <a:gd name="connsiteY220" fmla="*/ 50880 h 284867"/>
                <a:gd name="connsiteX221" fmla="*/ 136720 w 300107"/>
                <a:gd name="connsiteY221" fmla="*/ 50880 h 284867"/>
                <a:gd name="connsiteX222" fmla="*/ 129114 w 300107"/>
                <a:gd name="connsiteY222" fmla="*/ 50397 h 284867"/>
                <a:gd name="connsiteX223" fmla="*/ 116546 w 300107"/>
                <a:gd name="connsiteY223" fmla="*/ 52724 h 284867"/>
                <a:gd name="connsiteX224" fmla="*/ 107363 w 300107"/>
                <a:gd name="connsiteY224" fmla="*/ 58124 h 284867"/>
                <a:gd name="connsiteX225" fmla="*/ 98042 w 300107"/>
                <a:gd name="connsiteY225" fmla="*/ 67343 h 284867"/>
                <a:gd name="connsiteX226" fmla="*/ 97809 w 300107"/>
                <a:gd name="connsiteY226" fmla="*/ 73972 h 284867"/>
                <a:gd name="connsiteX227" fmla="*/ 97809 w 300107"/>
                <a:gd name="connsiteY227" fmla="*/ 74323 h 284867"/>
                <a:gd name="connsiteX228" fmla="*/ 97624 w 300107"/>
                <a:gd name="connsiteY228" fmla="*/ 74543 h 284867"/>
                <a:gd name="connsiteX229" fmla="*/ 90899 w 300107"/>
                <a:gd name="connsiteY229" fmla="*/ 82532 h 284867"/>
                <a:gd name="connsiteX230" fmla="*/ 90899 w 300107"/>
                <a:gd name="connsiteY230" fmla="*/ 82532 h 284867"/>
                <a:gd name="connsiteX231" fmla="*/ 88256 w 300107"/>
                <a:gd name="connsiteY231" fmla="*/ 86176 h 284867"/>
                <a:gd name="connsiteX232" fmla="*/ 88163 w 300107"/>
                <a:gd name="connsiteY232" fmla="*/ 87142 h 284867"/>
                <a:gd name="connsiteX233" fmla="*/ 88070 w 300107"/>
                <a:gd name="connsiteY233" fmla="*/ 87273 h 284867"/>
                <a:gd name="connsiteX234" fmla="*/ 90992 w 300107"/>
                <a:gd name="connsiteY234" fmla="*/ 88766 h 284867"/>
                <a:gd name="connsiteX235" fmla="*/ 87839 w 300107"/>
                <a:gd name="connsiteY235" fmla="*/ 87625 h 284867"/>
                <a:gd name="connsiteX236" fmla="*/ 87699 w 300107"/>
                <a:gd name="connsiteY236" fmla="*/ 87844 h 284867"/>
                <a:gd name="connsiteX237" fmla="*/ 76244 w 300107"/>
                <a:gd name="connsiteY237" fmla="*/ 96361 h 284867"/>
                <a:gd name="connsiteX238" fmla="*/ 71699 w 300107"/>
                <a:gd name="connsiteY238" fmla="*/ 104131 h 284867"/>
                <a:gd name="connsiteX239" fmla="*/ 63722 w 300107"/>
                <a:gd name="connsiteY239" fmla="*/ 113043 h 284867"/>
                <a:gd name="connsiteX240" fmla="*/ 63722 w 300107"/>
                <a:gd name="connsiteY240" fmla="*/ 128013 h 284867"/>
                <a:gd name="connsiteX241" fmla="*/ 63676 w 300107"/>
                <a:gd name="connsiteY241" fmla="*/ 128320 h 284867"/>
                <a:gd name="connsiteX242" fmla="*/ 61357 w 300107"/>
                <a:gd name="connsiteY242" fmla="*/ 135739 h 284867"/>
                <a:gd name="connsiteX243" fmla="*/ 60986 w 300107"/>
                <a:gd name="connsiteY243" fmla="*/ 136266 h 284867"/>
                <a:gd name="connsiteX244" fmla="*/ 41879 w 300107"/>
                <a:gd name="connsiteY244" fmla="*/ 151631 h 284867"/>
                <a:gd name="connsiteX245" fmla="*/ 41461 w 300107"/>
                <a:gd name="connsiteY245" fmla="*/ 151850 h 284867"/>
                <a:gd name="connsiteX246" fmla="*/ 35386 w 300107"/>
                <a:gd name="connsiteY246" fmla="*/ 153519 h 284867"/>
                <a:gd name="connsiteX247" fmla="*/ 34365 w 300107"/>
                <a:gd name="connsiteY247" fmla="*/ 153343 h 284867"/>
                <a:gd name="connsiteX248" fmla="*/ 33902 w 300107"/>
                <a:gd name="connsiteY248" fmla="*/ 152465 h 284867"/>
                <a:gd name="connsiteX249" fmla="*/ 33902 w 300107"/>
                <a:gd name="connsiteY249" fmla="*/ 143861 h 284867"/>
                <a:gd name="connsiteX250" fmla="*/ 28058 w 300107"/>
                <a:gd name="connsiteY250" fmla="*/ 146846 h 284867"/>
                <a:gd name="connsiteX251" fmla="*/ 26899 w 300107"/>
                <a:gd name="connsiteY251" fmla="*/ 146846 h 284867"/>
                <a:gd name="connsiteX252" fmla="*/ 24905 w 300107"/>
                <a:gd name="connsiteY252" fmla="*/ 145660 h 284867"/>
                <a:gd name="connsiteX253" fmla="*/ 24905 w 300107"/>
                <a:gd name="connsiteY253" fmla="*/ 148075 h 284867"/>
                <a:gd name="connsiteX254" fmla="*/ 24209 w 300107"/>
                <a:gd name="connsiteY254" fmla="*/ 149085 h 284867"/>
                <a:gd name="connsiteX255" fmla="*/ 20870 w 300107"/>
                <a:gd name="connsiteY255" fmla="*/ 150446 h 284867"/>
                <a:gd name="connsiteX256" fmla="*/ 20870 w 300107"/>
                <a:gd name="connsiteY256" fmla="*/ 152465 h 284867"/>
                <a:gd name="connsiteX257" fmla="*/ 20220 w 300107"/>
                <a:gd name="connsiteY257" fmla="*/ 153475 h 284867"/>
                <a:gd name="connsiteX258" fmla="*/ 19015 w 300107"/>
                <a:gd name="connsiteY258" fmla="*/ 153343 h 284867"/>
                <a:gd name="connsiteX259" fmla="*/ 14145 w 300107"/>
                <a:gd name="connsiteY259" fmla="*/ 149699 h 284867"/>
                <a:gd name="connsiteX260" fmla="*/ 5797 w 300107"/>
                <a:gd name="connsiteY260" fmla="*/ 154967 h 284867"/>
                <a:gd name="connsiteX261" fmla="*/ 5797 w 300107"/>
                <a:gd name="connsiteY261" fmla="*/ 164845 h 284867"/>
                <a:gd name="connsiteX262" fmla="*/ 4638 w 300107"/>
                <a:gd name="connsiteY262" fmla="*/ 165942 h 284867"/>
                <a:gd name="connsiteX263" fmla="*/ 0 w 300107"/>
                <a:gd name="connsiteY263" fmla="*/ 165942 h 284867"/>
                <a:gd name="connsiteX264" fmla="*/ 1623 w 300107"/>
                <a:gd name="connsiteY264" fmla="*/ 170289 h 284867"/>
                <a:gd name="connsiteX265" fmla="*/ 11362 w 300107"/>
                <a:gd name="connsiteY265" fmla="*/ 165811 h 284867"/>
                <a:gd name="connsiteX266" fmla="*/ 11873 w 300107"/>
                <a:gd name="connsiteY266" fmla="*/ 165679 h 284867"/>
                <a:gd name="connsiteX267" fmla="*/ 100824 w 300107"/>
                <a:gd name="connsiteY267" fmla="*/ 101058 h 284867"/>
                <a:gd name="connsiteX268" fmla="*/ 97949 w 300107"/>
                <a:gd name="connsiteY268" fmla="*/ 106809 h 284867"/>
                <a:gd name="connsiteX269" fmla="*/ 99386 w 300107"/>
                <a:gd name="connsiteY269" fmla="*/ 111462 h 284867"/>
                <a:gd name="connsiteX270" fmla="*/ 94470 w 300107"/>
                <a:gd name="connsiteY270" fmla="*/ 117213 h 284867"/>
                <a:gd name="connsiteX271" fmla="*/ 94470 w 300107"/>
                <a:gd name="connsiteY271" fmla="*/ 109136 h 284867"/>
                <a:gd name="connsiteX272" fmla="*/ 91595 w 300107"/>
                <a:gd name="connsiteY272" fmla="*/ 103780 h 284867"/>
                <a:gd name="connsiteX273" fmla="*/ 100871 w 300107"/>
                <a:gd name="connsiteY273" fmla="*/ 101058 h 28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</a:cxnLst>
              <a:rect l="l" t="t" r="r" b="b"/>
              <a:pathLst>
                <a:path w="300107" h="284867">
                  <a:moveTo>
                    <a:pt x="11826" y="165811"/>
                  </a:moveTo>
                  <a:lnTo>
                    <a:pt x="70354" y="165811"/>
                  </a:lnTo>
                  <a:cubicBezTo>
                    <a:pt x="70911" y="165811"/>
                    <a:pt x="71375" y="166162"/>
                    <a:pt x="71467" y="166645"/>
                  </a:cubicBezTo>
                  <a:lnTo>
                    <a:pt x="76337" y="187058"/>
                  </a:lnTo>
                  <a:lnTo>
                    <a:pt x="84592" y="199306"/>
                  </a:lnTo>
                  <a:lnTo>
                    <a:pt x="93589" y="199306"/>
                  </a:lnTo>
                  <a:lnTo>
                    <a:pt x="101473" y="196102"/>
                  </a:lnTo>
                  <a:cubicBezTo>
                    <a:pt x="101473" y="196102"/>
                    <a:pt x="101798" y="195970"/>
                    <a:pt x="102030" y="196014"/>
                  </a:cubicBezTo>
                  <a:lnTo>
                    <a:pt x="113160" y="196760"/>
                  </a:lnTo>
                  <a:lnTo>
                    <a:pt x="115572" y="183459"/>
                  </a:lnTo>
                  <a:cubicBezTo>
                    <a:pt x="115665" y="182932"/>
                    <a:pt x="116129" y="182537"/>
                    <a:pt x="116731" y="182537"/>
                  </a:cubicBezTo>
                  <a:lnTo>
                    <a:pt x="132964" y="182537"/>
                  </a:lnTo>
                  <a:cubicBezTo>
                    <a:pt x="133613" y="182537"/>
                    <a:pt x="134123" y="183019"/>
                    <a:pt x="134123" y="183634"/>
                  </a:cubicBezTo>
                  <a:lnTo>
                    <a:pt x="134123" y="186839"/>
                  </a:lnTo>
                  <a:lnTo>
                    <a:pt x="152627" y="185829"/>
                  </a:lnTo>
                  <a:cubicBezTo>
                    <a:pt x="152999" y="185829"/>
                    <a:pt x="153277" y="185917"/>
                    <a:pt x="153509" y="186136"/>
                  </a:cubicBezTo>
                  <a:cubicBezTo>
                    <a:pt x="153740" y="186356"/>
                    <a:pt x="153880" y="186619"/>
                    <a:pt x="153880" y="186927"/>
                  </a:cubicBezTo>
                  <a:lnTo>
                    <a:pt x="153880" y="194038"/>
                  </a:lnTo>
                  <a:cubicBezTo>
                    <a:pt x="153880" y="194038"/>
                    <a:pt x="153880" y="194390"/>
                    <a:pt x="153740" y="194521"/>
                  </a:cubicBezTo>
                  <a:lnTo>
                    <a:pt x="152117" y="197594"/>
                  </a:lnTo>
                  <a:lnTo>
                    <a:pt x="152117" y="199965"/>
                  </a:lnTo>
                  <a:lnTo>
                    <a:pt x="155642" y="204355"/>
                  </a:lnTo>
                  <a:cubicBezTo>
                    <a:pt x="155642" y="204355"/>
                    <a:pt x="155874" y="204794"/>
                    <a:pt x="155874" y="205013"/>
                  </a:cubicBezTo>
                  <a:lnTo>
                    <a:pt x="155874" y="211335"/>
                  </a:lnTo>
                  <a:cubicBezTo>
                    <a:pt x="155874" y="211335"/>
                    <a:pt x="155874" y="211554"/>
                    <a:pt x="155828" y="211686"/>
                  </a:cubicBezTo>
                  <a:lnTo>
                    <a:pt x="152813" y="220818"/>
                  </a:lnTo>
                  <a:lnTo>
                    <a:pt x="161810" y="235217"/>
                  </a:lnTo>
                  <a:cubicBezTo>
                    <a:pt x="161810" y="235217"/>
                    <a:pt x="161996" y="235568"/>
                    <a:pt x="161996" y="235787"/>
                  </a:cubicBezTo>
                  <a:lnTo>
                    <a:pt x="161996" y="240177"/>
                  </a:lnTo>
                  <a:cubicBezTo>
                    <a:pt x="161996" y="240529"/>
                    <a:pt x="161810" y="240880"/>
                    <a:pt x="161486" y="241099"/>
                  </a:cubicBezTo>
                  <a:lnTo>
                    <a:pt x="159167" y="242636"/>
                  </a:lnTo>
                  <a:lnTo>
                    <a:pt x="159723" y="246938"/>
                  </a:lnTo>
                  <a:lnTo>
                    <a:pt x="164315" y="244480"/>
                  </a:lnTo>
                  <a:cubicBezTo>
                    <a:pt x="164315" y="244480"/>
                    <a:pt x="164639" y="244348"/>
                    <a:pt x="164778" y="244348"/>
                  </a:cubicBezTo>
                  <a:lnTo>
                    <a:pt x="187410" y="242416"/>
                  </a:lnTo>
                  <a:cubicBezTo>
                    <a:pt x="187410" y="242416"/>
                    <a:pt x="187410" y="242416"/>
                    <a:pt x="187457" y="242416"/>
                  </a:cubicBezTo>
                  <a:cubicBezTo>
                    <a:pt x="187457" y="242416"/>
                    <a:pt x="187457" y="242416"/>
                    <a:pt x="187503" y="242416"/>
                  </a:cubicBezTo>
                  <a:cubicBezTo>
                    <a:pt x="187596" y="242416"/>
                    <a:pt x="187642" y="242504"/>
                    <a:pt x="187735" y="242504"/>
                  </a:cubicBezTo>
                  <a:cubicBezTo>
                    <a:pt x="187828" y="242504"/>
                    <a:pt x="187874" y="242504"/>
                    <a:pt x="187967" y="242504"/>
                  </a:cubicBezTo>
                  <a:lnTo>
                    <a:pt x="194645" y="245226"/>
                  </a:lnTo>
                  <a:cubicBezTo>
                    <a:pt x="194970" y="245358"/>
                    <a:pt x="195248" y="245665"/>
                    <a:pt x="195295" y="246016"/>
                  </a:cubicBezTo>
                  <a:cubicBezTo>
                    <a:pt x="195387" y="246367"/>
                    <a:pt x="195295" y="246718"/>
                    <a:pt x="195016" y="246982"/>
                  </a:cubicBezTo>
                  <a:lnTo>
                    <a:pt x="192976" y="249133"/>
                  </a:lnTo>
                  <a:lnTo>
                    <a:pt x="192976" y="250757"/>
                  </a:lnTo>
                  <a:lnTo>
                    <a:pt x="207399" y="246060"/>
                  </a:lnTo>
                  <a:cubicBezTo>
                    <a:pt x="207770" y="245928"/>
                    <a:pt x="208141" y="246016"/>
                    <a:pt x="208466" y="246192"/>
                  </a:cubicBezTo>
                  <a:cubicBezTo>
                    <a:pt x="208790" y="246411"/>
                    <a:pt x="208930" y="246718"/>
                    <a:pt x="208930" y="247070"/>
                  </a:cubicBezTo>
                  <a:lnTo>
                    <a:pt x="208930" y="253874"/>
                  </a:lnTo>
                  <a:lnTo>
                    <a:pt x="217277" y="255586"/>
                  </a:lnTo>
                  <a:cubicBezTo>
                    <a:pt x="217556" y="255630"/>
                    <a:pt x="217787" y="255806"/>
                    <a:pt x="217973" y="255981"/>
                  </a:cubicBezTo>
                  <a:lnTo>
                    <a:pt x="219364" y="257737"/>
                  </a:lnTo>
                  <a:lnTo>
                    <a:pt x="231840" y="257737"/>
                  </a:lnTo>
                  <a:lnTo>
                    <a:pt x="233324" y="253567"/>
                  </a:lnTo>
                  <a:cubicBezTo>
                    <a:pt x="233417" y="253347"/>
                    <a:pt x="233556" y="253128"/>
                    <a:pt x="233741" y="252996"/>
                  </a:cubicBezTo>
                  <a:lnTo>
                    <a:pt x="237498" y="250538"/>
                  </a:lnTo>
                  <a:cubicBezTo>
                    <a:pt x="237869" y="250318"/>
                    <a:pt x="238333" y="250274"/>
                    <a:pt x="238704" y="250450"/>
                  </a:cubicBezTo>
                  <a:cubicBezTo>
                    <a:pt x="239075" y="250626"/>
                    <a:pt x="239307" y="251021"/>
                    <a:pt x="239307" y="251416"/>
                  </a:cubicBezTo>
                  <a:lnTo>
                    <a:pt x="239307" y="255718"/>
                  </a:lnTo>
                  <a:lnTo>
                    <a:pt x="243110" y="257869"/>
                  </a:lnTo>
                  <a:cubicBezTo>
                    <a:pt x="243481" y="258089"/>
                    <a:pt x="243666" y="258440"/>
                    <a:pt x="243666" y="258791"/>
                  </a:cubicBezTo>
                  <a:lnTo>
                    <a:pt x="243666" y="262654"/>
                  </a:lnTo>
                  <a:lnTo>
                    <a:pt x="247144" y="262654"/>
                  </a:lnTo>
                  <a:cubicBezTo>
                    <a:pt x="247423" y="262654"/>
                    <a:pt x="247701" y="262742"/>
                    <a:pt x="247887" y="262918"/>
                  </a:cubicBezTo>
                  <a:lnTo>
                    <a:pt x="251597" y="265947"/>
                  </a:lnTo>
                  <a:lnTo>
                    <a:pt x="255817" y="265947"/>
                  </a:lnTo>
                  <a:cubicBezTo>
                    <a:pt x="256281" y="265947"/>
                    <a:pt x="256698" y="266210"/>
                    <a:pt x="256884" y="266649"/>
                  </a:cubicBezTo>
                  <a:lnTo>
                    <a:pt x="258924" y="271434"/>
                  </a:lnTo>
                  <a:lnTo>
                    <a:pt x="264211" y="271434"/>
                  </a:lnTo>
                  <a:cubicBezTo>
                    <a:pt x="264629" y="271434"/>
                    <a:pt x="265000" y="271654"/>
                    <a:pt x="265232" y="272005"/>
                  </a:cubicBezTo>
                  <a:lnTo>
                    <a:pt x="272745" y="284868"/>
                  </a:lnTo>
                  <a:lnTo>
                    <a:pt x="276501" y="284868"/>
                  </a:lnTo>
                  <a:lnTo>
                    <a:pt x="278356" y="264235"/>
                  </a:lnTo>
                  <a:lnTo>
                    <a:pt x="275017" y="264059"/>
                  </a:lnTo>
                  <a:lnTo>
                    <a:pt x="274368" y="267000"/>
                  </a:lnTo>
                  <a:cubicBezTo>
                    <a:pt x="274229" y="267571"/>
                    <a:pt x="273672" y="267966"/>
                    <a:pt x="273023" y="267834"/>
                  </a:cubicBezTo>
                  <a:lnTo>
                    <a:pt x="268107" y="267000"/>
                  </a:lnTo>
                  <a:cubicBezTo>
                    <a:pt x="267829" y="266956"/>
                    <a:pt x="267550" y="266825"/>
                    <a:pt x="267365" y="266605"/>
                  </a:cubicBezTo>
                  <a:lnTo>
                    <a:pt x="261800" y="259757"/>
                  </a:lnTo>
                  <a:lnTo>
                    <a:pt x="257765" y="258484"/>
                  </a:lnTo>
                  <a:cubicBezTo>
                    <a:pt x="257301" y="258352"/>
                    <a:pt x="257023" y="257957"/>
                    <a:pt x="256976" y="257518"/>
                  </a:cubicBezTo>
                  <a:lnTo>
                    <a:pt x="256095" y="243514"/>
                  </a:lnTo>
                  <a:cubicBezTo>
                    <a:pt x="256095" y="243294"/>
                    <a:pt x="256142" y="243031"/>
                    <a:pt x="256281" y="242855"/>
                  </a:cubicBezTo>
                  <a:lnTo>
                    <a:pt x="258739" y="239255"/>
                  </a:lnTo>
                  <a:lnTo>
                    <a:pt x="259295" y="229378"/>
                  </a:lnTo>
                  <a:cubicBezTo>
                    <a:pt x="259295" y="229378"/>
                    <a:pt x="259388" y="229027"/>
                    <a:pt x="259481" y="228851"/>
                  </a:cubicBezTo>
                  <a:lnTo>
                    <a:pt x="261058" y="226481"/>
                  </a:lnTo>
                  <a:lnTo>
                    <a:pt x="254843" y="218754"/>
                  </a:lnTo>
                  <a:cubicBezTo>
                    <a:pt x="254518" y="218315"/>
                    <a:pt x="254518" y="217745"/>
                    <a:pt x="254936" y="217349"/>
                  </a:cubicBezTo>
                  <a:lnTo>
                    <a:pt x="256837" y="215418"/>
                  </a:lnTo>
                  <a:cubicBezTo>
                    <a:pt x="257950" y="213223"/>
                    <a:pt x="260037" y="210545"/>
                    <a:pt x="263098" y="207560"/>
                  </a:cubicBezTo>
                  <a:lnTo>
                    <a:pt x="263098" y="206418"/>
                  </a:lnTo>
                  <a:cubicBezTo>
                    <a:pt x="263098" y="205891"/>
                    <a:pt x="263516" y="205453"/>
                    <a:pt x="264072" y="205321"/>
                  </a:cubicBezTo>
                  <a:lnTo>
                    <a:pt x="291852" y="200623"/>
                  </a:lnTo>
                  <a:cubicBezTo>
                    <a:pt x="289533" y="199219"/>
                    <a:pt x="285498" y="195707"/>
                    <a:pt x="284988" y="187453"/>
                  </a:cubicBezTo>
                  <a:cubicBezTo>
                    <a:pt x="284988" y="187453"/>
                    <a:pt x="272374" y="183590"/>
                    <a:pt x="272652" y="173757"/>
                  </a:cubicBezTo>
                  <a:cubicBezTo>
                    <a:pt x="272652" y="173757"/>
                    <a:pt x="266855" y="168006"/>
                    <a:pt x="272095" y="164142"/>
                  </a:cubicBezTo>
                  <a:cubicBezTo>
                    <a:pt x="272095" y="164142"/>
                    <a:pt x="262588" y="152904"/>
                    <a:pt x="270101" y="144651"/>
                  </a:cubicBezTo>
                  <a:cubicBezTo>
                    <a:pt x="270101" y="144651"/>
                    <a:pt x="266345" y="139119"/>
                    <a:pt x="268756" y="134817"/>
                  </a:cubicBezTo>
                  <a:lnTo>
                    <a:pt x="269174" y="124808"/>
                  </a:lnTo>
                  <a:lnTo>
                    <a:pt x="265371" y="121559"/>
                  </a:lnTo>
                  <a:cubicBezTo>
                    <a:pt x="265371" y="121559"/>
                    <a:pt x="265371" y="121559"/>
                    <a:pt x="265371" y="121559"/>
                  </a:cubicBezTo>
                  <a:cubicBezTo>
                    <a:pt x="265371" y="121559"/>
                    <a:pt x="265371" y="121559"/>
                    <a:pt x="265371" y="121559"/>
                  </a:cubicBezTo>
                  <a:lnTo>
                    <a:pt x="263191" y="119672"/>
                  </a:lnTo>
                  <a:cubicBezTo>
                    <a:pt x="262959" y="119452"/>
                    <a:pt x="262820" y="119189"/>
                    <a:pt x="262820" y="118881"/>
                  </a:cubicBezTo>
                  <a:lnTo>
                    <a:pt x="262820" y="110628"/>
                  </a:lnTo>
                  <a:cubicBezTo>
                    <a:pt x="262820" y="110628"/>
                    <a:pt x="262866" y="110233"/>
                    <a:pt x="263005" y="110058"/>
                  </a:cubicBezTo>
                  <a:lnTo>
                    <a:pt x="267921" y="102375"/>
                  </a:lnTo>
                  <a:cubicBezTo>
                    <a:pt x="267921" y="102375"/>
                    <a:pt x="268107" y="102112"/>
                    <a:pt x="268246" y="102024"/>
                  </a:cubicBezTo>
                  <a:lnTo>
                    <a:pt x="275017" y="97678"/>
                  </a:lnTo>
                  <a:lnTo>
                    <a:pt x="275388" y="86878"/>
                  </a:lnTo>
                  <a:cubicBezTo>
                    <a:pt x="273951" y="87756"/>
                    <a:pt x="272420" y="87976"/>
                    <a:pt x="270936" y="86483"/>
                  </a:cubicBezTo>
                  <a:cubicBezTo>
                    <a:pt x="268524" y="83981"/>
                    <a:pt x="271771" y="80249"/>
                    <a:pt x="275666" y="78801"/>
                  </a:cubicBezTo>
                  <a:lnTo>
                    <a:pt x="275666" y="76825"/>
                  </a:lnTo>
                  <a:cubicBezTo>
                    <a:pt x="275666" y="76825"/>
                    <a:pt x="275759" y="76562"/>
                    <a:pt x="275805" y="76430"/>
                  </a:cubicBezTo>
                  <a:lnTo>
                    <a:pt x="281185" y="64358"/>
                  </a:lnTo>
                  <a:cubicBezTo>
                    <a:pt x="281185" y="64358"/>
                    <a:pt x="281324" y="64138"/>
                    <a:pt x="281371" y="64050"/>
                  </a:cubicBezTo>
                  <a:lnTo>
                    <a:pt x="286287" y="58826"/>
                  </a:lnTo>
                  <a:lnTo>
                    <a:pt x="288791" y="56939"/>
                  </a:lnTo>
                  <a:lnTo>
                    <a:pt x="291481" y="52680"/>
                  </a:lnTo>
                  <a:lnTo>
                    <a:pt x="299319" y="48553"/>
                  </a:lnTo>
                  <a:lnTo>
                    <a:pt x="300107" y="47676"/>
                  </a:lnTo>
                  <a:lnTo>
                    <a:pt x="297788" y="43637"/>
                  </a:lnTo>
                  <a:lnTo>
                    <a:pt x="292084" y="43637"/>
                  </a:lnTo>
                  <a:cubicBezTo>
                    <a:pt x="291667" y="43637"/>
                    <a:pt x="291296" y="43417"/>
                    <a:pt x="291110" y="43110"/>
                  </a:cubicBezTo>
                  <a:cubicBezTo>
                    <a:pt x="290925" y="42759"/>
                    <a:pt x="290878" y="42364"/>
                    <a:pt x="291110" y="42012"/>
                  </a:cubicBezTo>
                  <a:lnTo>
                    <a:pt x="294820" y="35515"/>
                  </a:lnTo>
                  <a:lnTo>
                    <a:pt x="292640" y="32793"/>
                  </a:lnTo>
                  <a:cubicBezTo>
                    <a:pt x="292409" y="32486"/>
                    <a:pt x="292362" y="32091"/>
                    <a:pt x="292501" y="31740"/>
                  </a:cubicBezTo>
                  <a:lnTo>
                    <a:pt x="294635" y="26560"/>
                  </a:lnTo>
                  <a:lnTo>
                    <a:pt x="289487" y="25243"/>
                  </a:lnTo>
                  <a:cubicBezTo>
                    <a:pt x="289162" y="25155"/>
                    <a:pt x="288930" y="24979"/>
                    <a:pt x="288745" y="24672"/>
                  </a:cubicBezTo>
                  <a:cubicBezTo>
                    <a:pt x="288606" y="24408"/>
                    <a:pt x="288559" y="24057"/>
                    <a:pt x="288698" y="23794"/>
                  </a:cubicBezTo>
                  <a:lnTo>
                    <a:pt x="289904" y="20765"/>
                  </a:lnTo>
                  <a:lnTo>
                    <a:pt x="284200" y="20326"/>
                  </a:lnTo>
                  <a:cubicBezTo>
                    <a:pt x="283597" y="20326"/>
                    <a:pt x="283133" y="19799"/>
                    <a:pt x="283133" y="19228"/>
                  </a:cubicBezTo>
                  <a:lnTo>
                    <a:pt x="283133" y="16024"/>
                  </a:lnTo>
                  <a:lnTo>
                    <a:pt x="278774" y="13609"/>
                  </a:lnTo>
                  <a:cubicBezTo>
                    <a:pt x="278403" y="13433"/>
                    <a:pt x="278217" y="13038"/>
                    <a:pt x="278217" y="12643"/>
                  </a:cubicBezTo>
                  <a:lnTo>
                    <a:pt x="278217" y="10887"/>
                  </a:lnTo>
                  <a:lnTo>
                    <a:pt x="274136" y="9263"/>
                  </a:lnTo>
                  <a:lnTo>
                    <a:pt x="269452" y="13433"/>
                  </a:lnTo>
                  <a:cubicBezTo>
                    <a:pt x="269081" y="13785"/>
                    <a:pt x="268524" y="13829"/>
                    <a:pt x="268107" y="13609"/>
                  </a:cubicBezTo>
                  <a:lnTo>
                    <a:pt x="264026" y="11458"/>
                  </a:lnTo>
                  <a:lnTo>
                    <a:pt x="256744" y="15277"/>
                  </a:lnTo>
                  <a:cubicBezTo>
                    <a:pt x="256420" y="15453"/>
                    <a:pt x="256003" y="15453"/>
                    <a:pt x="255678" y="15277"/>
                  </a:cubicBezTo>
                  <a:lnTo>
                    <a:pt x="246681" y="11151"/>
                  </a:lnTo>
                  <a:cubicBezTo>
                    <a:pt x="246263" y="10975"/>
                    <a:pt x="246031" y="10580"/>
                    <a:pt x="246031" y="10185"/>
                  </a:cubicBezTo>
                  <a:lnTo>
                    <a:pt x="246031" y="7946"/>
                  </a:lnTo>
                  <a:lnTo>
                    <a:pt x="240234" y="3468"/>
                  </a:lnTo>
                  <a:lnTo>
                    <a:pt x="235596" y="1844"/>
                  </a:lnTo>
                  <a:lnTo>
                    <a:pt x="232953" y="4346"/>
                  </a:lnTo>
                  <a:cubicBezTo>
                    <a:pt x="232675" y="4610"/>
                    <a:pt x="232304" y="4697"/>
                    <a:pt x="231933" y="4653"/>
                  </a:cubicBezTo>
                  <a:lnTo>
                    <a:pt x="224698" y="3556"/>
                  </a:lnTo>
                  <a:cubicBezTo>
                    <a:pt x="224698" y="3556"/>
                    <a:pt x="224280" y="3424"/>
                    <a:pt x="224141" y="3293"/>
                  </a:cubicBezTo>
                  <a:lnTo>
                    <a:pt x="220292" y="132"/>
                  </a:lnTo>
                  <a:lnTo>
                    <a:pt x="216582" y="1317"/>
                  </a:lnTo>
                  <a:cubicBezTo>
                    <a:pt x="216582" y="1317"/>
                    <a:pt x="216118" y="1405"/>
                    <a:pt x="215886" y="1317"/>
                  </a:cubicBezTo>
                  <a:lnTo>
                    <a:pt x="211434" y="0"/>
                  </a:lnTo>
                  <a:lnTo>
                    <a:pt x="209579" y="0"/>
                  </a:lnTo>
                  <a:lnTo>
                    <a:pt x="209579" y="2458"/>
                  </a:lnTo>
                  <a:cubicBezTo>
                    <a:pt x="209579" y="2941"/>
                    <a:pt x="209208" y="3380"/>
                    <a:pt x="208698" y="3512"/>
                  </a:cubicBezTo>
                  <a:lnTo>
                    <a:pt x="198541" y="5971"/>
                  </a:lnTo>
                  <a:cubicBezTo>
                    <a:pt x="198263" y="6014"/>
                    <a:pt x="197985" y="5971"/>
                    <a:pt x="197753" y="5883"/>
                  </a:cubicBezTo>
                  <a:lnTo>
                    <a:pt x="193532" y="3907"/>
                  </a:lnTo>
                  <a:lnTo>
                    <a:pt x="192605" y="5444"/>
                  </a:lnTo>
                  <a:cubicBezTo>
                    <a:pt x="192419" y="5751"/>
                    <a:pt x="192141" y="5927"/>
                    <a:pt x="191770" y="6014"/>
                  </a:cubicBezTo>
                  <a:lnTo>
                    <a:pt x="182773" y="7332"/>
                  </a:lnTo>
                  <a:lnTo>
                    <a:pt x="177207" y="11019"/>
                  </a:lnTo>
                  <a:cubicBezTo>
                    <a:pt x="176883" y="11238"/>
                    <a:pt x="176419" y="11282"/>
                    <a:pt x="176048" y="11107"/>
                  </a:cubicBezTo>
                  <a:lnTo>
                    <a:pt x="169370" y="7946"/>
                  </a:lnTo>
                  <a:lnTo>
                    <a:pt x="161856" y="17385"/>
                  </a:lnTo>
                  <a:cubicBezTo>
                    <a:pt x="161578" y="17736"/>
                    <a:pt x="161115" y="17867"/>
                    <a:pt x="160651" y="17780"/>
                  </a:cubicBezTo>
                  <a:lnTo>
                    <a:pt x="149057" y="14882"/>
                  </a:lnTo>
                  <a:lnTo>
                    <a:pt x="132453" y="13697"/>
                  </a:lnTo>
                  <a:cubicBezTo>
                    <a:pt x="132175" y="13697"/>
                    <a:pt x="131897" y="13565"/>
                    <a:pt x="131711" y="13346"/>
                  </a:cubicBezTo>
                  <a:lnTo>
                    <a:pt x="122204" y="3556"/>
                  </a:lnTo>
                  <a:lnTo>
                    <a:pt x="110378" y="3556"/>
                  </a:lnTo>
                  <a:lnTo>
                    <a:pt x="106343" y="10668"/>
                  </a:lnTo>
                  <a:cubicBezTo>
                    <a:pt x="106343" y="10668"/>
                    <a:pt x="106065" y="11019"/>
                    <a:pt x="105833" y="11151"/>
                  </a:cubicBezTo>
                  <a:lnTo>
                    <a:pt x="101381" y="13258"/>
                  </a:lnTo>
                  <a:lnTo>
                    <a:pt x="103514" y="24760"/>
                  </a:lnTo>
                  <a:lnTo>
                    <a:pt x="106204" y="27525"/>
                  </a:lnTo>
                  <a:cubicBezTo>
                    <a:pt x="106575" y="27921"/>
                    <a:pt x="106621" y="28491"/>
                    <a:pt x="106297" y="28886"/>
                  </a:cubicBezTo>
                  <a:lnTo>
                    <a:pt x="94285" y="45129"/>
                  </a:lnTo>
                  <a:lnTo>
                    <a:pt x="93172" y="53646"/>
                  </a:lnTo>
                  <a:lnTo>
                    <a:pt x="91781" y="66289"/>
                  </a:lnTo>
                  <a:lnTo>
                    <a:pt x="94053" y="68660"/>
                  </a:lnTo>
                  <a:cubicBezTo>
                    <a:pt x="94378" y="69011"/>
                    <a:pt x="94470" y="69494"/>
                    <a:pt x="94192" y="69933"/>
                  </a:cubicBezTo>
                  <a:lnTo>
                    <a:pt x="89369" y="78230"/>
                  </a:lnTo>
                  <a:lnTo>
                    <a:pt x="88627" y="84508"/>
                  </a:lnTo>
                  <a:lnTo>
                    <a:pt x="90065" y="81962"/>
                  </a:lnTo>
                  <a:lnTo>
                    <a:pt x="90065" y="81962"/>
                  </a:lnTo>
                  <a:cubicBezTo>
                    <a:pt x="91966" y="79152"/>
                    <a:pt x="93914" y="76430"/>
                    <a:pt x="95862" y="73752"/>
                  </a:cubicBezTo>
                  <a:lnTo>
                    <a:pt x="95630" y="66904"/>
                  </a:lnTo>
                  <a:lnTo>
                    <a:pt x="95630" y="66465"/>
                  </a:lnTo>
                  <a:cubicBezTo>
                    <a:pt x="95630" y="66465"/>
                    <a:pt x="95955" y="66070"/>
                    <a:pt x="95955" y="66070"/>
                  </a:cubicBezTo>
                  <a:cubicBezTo>
                    <a:pt x="99015" y="62689"/>
                    <a:pt x="102123" y="59309"/>
                    <a:pt x="105323" y="56017"/>
                  </a:cubicBezTo>
                  <a:lnTo>
                    <a:pt x="105462" y="55885"/>
                  </a:lnTo>
                  <a:lnTo>
                    <a:pt x="105647" y="55797"/>
                  </a:lnTo>
                  <a:lnTo>
                    <a:pt x="115155" y="49958"/>
                  </a:lnTo>
                  <a:lnTo>
                    <a:pt x="115387" y="49827"/>
                  </a:lnTo>
                  <a:lnTo>
                    <a:pt x="115711" y="49827"/>
                  </a:lnTo>
                  <a:cubicBezTo>
                    <a:pt x="120071" y="48905"/>
                    <a:pt x="124384" y="47983"/>
                    <a:pt x="128743" y="47237"/>
                  </a:cubicBezTo>
                  <a:lnTo>
                    <a:pt x="128975" y="47237"/>
                  </a:lnTo>
                  <a:cubicBezTo>
                    <a:pt x="128975" y="47237"/>
                    <a:pt x="129161" y="47237"/>
                    <a:pt x="129161" y="47237"/>
                  </a:cubicBezTo>
                  <a:lnTo>
                    <a:pt x="136720" y="47851"/>
                  </a:lnTo>
                  <a:lnTo>
                    <a:pt x="150401" y="44471"/>
                  </a:lnTo>
                  <a:lnTo>
                    <a:pt x="150633" y="44471"/>
                  </a:lnTo>
                  <a:cubicBezTo>
                    <a:pt x="150633" y="44471"/>
                    <a:pt x="150819" y="44427"/>
                    <a:pt x="150819" y="44427"/>
                  </a:cubicBezTo>
                  <a:lnTo>
                    <a:pt x="160651" y="44690"/>
                  </a:lnTo>
                  <a:lnTo>
                    <a:pt x="160929" y="44690"/>
                  </a:lnTo>
                  <a:cubicBezTo>
                    <a:pt x="160929" y="44690"/>
                    <a:pt x="161115" y="44778"/>
                    <a:pt x="161115" y="44778"/>
                  </a:cubicBezTo>
                  <a:cubicBezTo>
                    <a:pt x="165010" y="46666"/>
                    <a:pt x="168952" y="48422"/>
                    <a:pt x="172802" y="50354"/>
                  </a:cubicBezTo>
                  <a:lnTo>
                    <a:pt x="172987" y="50441"/>
                  </a:lnTo>
                  <a:lnTo>
                    <a:pt x="173080" y="50529"/>
                  </a:lnTo>
                  <a:cubicBezTo>
                    <a:pt x="175770" y="54041"/>
                    <a:pt x="178552" y="57553"/>
                    <a:pt x="181196" y="61109"/>
                  </a:cubicBezTo>
                  <a:cubicBezTo>
                    <a:pt x="178089" y="57992"/>
                    <a:pt x="175074" y="54744"/>
                    <a:pt x="172060" y="51539"/>
                  </a:cubicBezTo>
                  <a:cubicBezTo>
                    <a:pt x="168118" y="50046"/>
                    <a:pt x="164268" y="48422"/>
                    <a:pt x="160372" y="46885"/>
                  </a:cubicBezTo>
                  <a:lnTo>
                    <a:pt x="150958" y="47149"/>
                  </a:lnTo>
                  <a:lnTo>
                    <a:pt x="137230" y="50792"/>
                  </a:lnTo>
                  <a:lnTo>
                    <a:pt x="136998" y="50880"/>
                  </a:lnTo>
                  <a:lnTo>
                    <a:pt x="136720" y="50880"/>
                  </a:lnTo>
                  <a:cubicBezTo>
                    <a:pt x="136720" y="50880"/>
                    <a:pt x="129114" y="50397"/>
                    <a:pt x="129114" y="50397"/>
                  </a:cubicBezTo>
                  <a:cubicBezTo>
                    <a:pt x="124940" y="51275"/>
                    <a:pt x="120766" y="51978"/>
                    <a:pt x="116546" y="52724"/>
                  </a:cubicBezTo>
                  <a:lnTo>
                    <a:pt x="107363" y="58124"/>
                  </a:lnTo>
                  <a:cubicBezTo>
                    <a:pt x="104302" y="61241"/>
                    <a:pt x="101195" y="64314"/>
                    <a:pt x="98042" y="67343"/>
                  </a:cubicBezTo>
                  <a:lnTo>
                    <a:pt x="97809" y="73972"/>
                  </a:lnTo>
                  <a:lnTo>
                    <a:pt x="97809" y="74323"/>
                  </a:lnTo>
                  <a:cubicBezTo>
                    <a:pt x="97809" y="74323"/>
                    <a:pt x="97624" y="74543"/>
                    <a:pt x="97624" y="74543"/>
                  </a:cubicBezTo>
                  <a:cubicBezTo>
                    <a:pt x="95444" y="77220"/>
                    <a:pt x="93172" y="79898"/>
                    <a:pt x="90899" y="82532"/>
                  </a:cubicBezTo>
                  <a:lnTo>
                    <a:pt x="90899" y="82532"/>
                  </a:lnTo>
                  <a:cubicBezTo>
                    <a:pt x="90899" y="82532"/>
                    <a:pt x="88256" y="86176"/>
                    <a:pt x="88256" y="86176"/>
                  </a:cubicBezTo>
                  <a:lnTo>
                    <a:pt x="88163" y="87142"/>
                  </a:lnTo>
                  <a:cubicBezTo>
                    <a:pt x="88163" y="87142"/>
                    <a:pt x="88117" y="87229"/>
                    <a:pt x="88070" y="87273"/>
                  </a:cubicBezTo>
                  <a:lnTo>
                    <a:pt x="90992" y="88766"/>
                  </a:lnTo>
                  <a:lnTo>
                    <a:pt x="87839" y="87625"/>
                  </a:lnTo>
                  <a:cubicBezTo>
                    <a:pt x="87839" y="87625"/>
                    <a:pt x="87792" y="87800"/>
                    <a:pt x="87699" y="87844"/>
                  </a:cubicBezTo>
                  <a:lnTo>
                    <a:pt x="76244" y="96361"/>
                  </a:lnTo>
                  <a:lnTo>
                    <a:pt x="71699" y="104131"/>
                  </a:lnTo>
                  <a:lnTo>
                    <a:pt x="63722" y="113043"/>
                  </a:lnTo>
                  <a:lnTo>
                    <a:pt x="63722" y="128013"/>
                  </a:lnTo>
                  <a:cubicBezTo>
                    <a:pt x="63722" y="128013"/>
                    <a:pt x="63722" y="128232"/>
                    <a:pt x="63676" y="128320"/>
                  </a:cubicBezTo>
                  <a:lnTo>
                    <a:pt x="61357" y="135739"/>
                  </a:lnTo>
                  <a:cubicBezTo>
                    <a:pt x="61357" y="135739"/>
                    <a:pt x="61172" y="136134"/>
                    <a:pt x="60986" y="136266"/>
                  </a:cubicBezTo>
                  <a:lnTo>
                    <a:pt x="41879" y="151631"/>
                  </a:lnTo>
                  <a:cubicBezTo>
                    <a:pt x="41879" y="151631"/>
                    <a:pt x="41600" y="151807"/>
                    <a:pt x="41461" y="151850"/>
                  </a:cubicBezTo>
                  <a:lnTo>
                    <a:pt x="35386" y="153519"/>
                  </a:lnTo>
                  <a:cubicBezTo>
                    <a:pt x="35061" y="153607"/>
                    <a:pt x="34644" y="153519"/>
                    <a:pt x="34365" y="153343"/>
                  </a:cubicBezTo>
                  <a:cubicBezTo>
                    <a:pt x="34087" y="153123"/>
                    <a:pt x="33902" y="152816"/>
                    <a:pt x="33902" y="152465"/>
                  </a:cubicBezTo>
                  <a:lnTo>
                    <a:pt x="33902" y="143861"/>
                  </a:lnTo>
                  <a:lnTo>
                    <a:pt x="28058" y="146846"/>
                  </a:lnTo>
                  <a:cubicBezTo>
                    <a:pt x="27687" y="147022"/>
                    <a:pt x="27270" y="147022"/>
                    <a:pt x="26899" y="146846"/>
                  </a:cubicBezTo>
                  <a:lnTo>
                    <a:pt x="24905" y="145660"/>
                  </a:lnTo>
                  <a:lnTo>
                    <a:pt x="24905" y="148075"/>
                  </a:lnTo>
                  <a:cubicBezTo>
                    <a:pt x="24905" y="148514"/>
                    <a:pt x="24626" y="148909"/>
                    <a:pt x="24209" y="149085"/>
                  </a:cubicBezTo>
                  <a:lnTo>
                    <a:pt x="20870" y="150446"/>
                  </a:lnTo>
                  <a:lnTo>
                    <a:pt x="20870" y="152465"/>
                  </a:lnTo>
                  <a:cubicBezTo>
                    <a:pt x="20870" y="152904"/>
                    <a:pt x="20638" y="153255"/>
                    <a:pt x="20220" y="153475"/>
                  </a:cubicBezTo>
                  <a:cubicBezTo>
                    <a:pt x="19803" y="153650"/>
                    <a:pt x="19339" y="153607"/>
                    <a:pt x="19015" y="153343"/>
                  </a:cubicBezTo>
                  <a:lnTo>
                    <a:pt x="14145" y="149699"/>
                  </a:lnTo>
                  <a:lnTo>
                    <a:pt x="5797" y="154967"/>
                  </a:lnTo>
                  <a:lnTo>
                    <a:pt x="5797" y="164845"/>
                  </a:lnTo>
                  <a:cubicBezTo>
                    <a:pt x="5797" y="165459"/>
                    <a:pt x="5287" y="165942"/>
                    <a:pt x="4638" y="165942"/>
                  </a:cubicBezTo>
                  <a:lnTo>
                    <a:pt x="0" y="165942"/>
                  </a:lnTo>
                  <a:cubicBezTo>
                    <a:pt x="278" y="167216"/>
                    <a:pt x="835" y="168664"/>
                    <a:pt x="1623" y="170289"/>
                  </a:cubicBezTo>
                  <a:lnTo>
                    <a:pt x="11362" y="165811"/>
                  </a:lnTo>
                  <a:cubicBezTo>
                    <a:pt x="11362" y="165811"/>
                    <a:pt x="11687" y="165679"/>
                    <a:pt x="11873" y="165679"/>
                  </a:cubicBezTo>
                  <a:close/>
                  <a:moveTo>
                    <a:pt x="100824" y="101058"/>
                  </a:moveTo>
                  <a:lnTo>
                    <a:pt x="97949" y="106809"/>
                  </a:lnTo>
                  <a:lnTo>
                    <a:pt x="99386" y="111462"/>
                  </a:lnTo>
                  <a:lnTo>
                    <a:pt x="94470" y="117213"/>
                  </a:lnTo>
                  <a:lnTo>
                    <a:pt x="94470" y="109136"/>
                  </a:lnTo>
                  <a:lnTo>
                    <a:pt x="91595" y="103780"/>
                  </a:lnTo>
                  <a:lnTo>
                    <a:pt x="100871" y="1010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6" name="Freeform: Shape 2185">
              <a:extLst>
                <a:ext uri="{FF2B5EF4-FFF2-40B4-BE49-F238E27FC236}">
                  <a16:creationId xmlns:a16="http://schemas.microsoft.com/office/drawing/2014/main" id="{F58CC9D0-A921-56E6-A0D6-9D603FD4FFD3}"/>
                </a:ext>
              </a:extLst>
            </p:cNvPr>
            <p:cNvSpPr>
              <a:spLocks/>
            </p:cNvSpPr>
            <p:nvPr/>
          </p:nvSpPr>
          <p:spPr>
            <a:xfrm>
              <a:off x="5970481" y="4178174"/>
              <a:ext cx="22221" cy="26014"/>
            </a:xfrm>
            <a:custGeom>
              <a:avLst/>
              <a:gdLst>
                <a:gd name="connsiteX0" fmla="*/ 6168 w 14887"/>
                <a:gd name="connsiteY0" fmla="*/ 8077 h 17428"/>
                <a:gd name="connsiteX1" fmla="*/ 6678 w 14887"/>
                <a:gd name="connsiteY1" fmla="*/ 7156 h 17428"/>
                <a:gd name="connsiteX2" fmla="*/ 14887 w 14887"/>
                <a:gd name="connsiteY2" fmla="*/ 1975 h 17428"/>
                <a:gd name="connsiteX3" fmla="*/ 12244 w 14887"/>
                <a:gd name="connsiteY3" fmla="*/ 0 h 17428"/>
                <a:gd name="connsiteX4" fmla="*/ 12244 w 14887"/>
                <a:gd name="connsiteY4" fmla="*/ 1273 h 17428"/>
                <a:gd name="connsiteX5" fmla="*/ 11873 w 14887"/>
                <a:gd name="connsiteY5" fmla="*/ 2107 h 17428"/>
                <a:gd name="connsiteX6" fmla="*/ 10945 w 14887"/>
                <a:gd name="connsiteY6" fmla="*/ 2371 h 17428"/>
                <a:gd name="connsiteX7" fmla="*/ 6632 w 14887"/>
                <a:gd name="connsiteY7" fmla="*/ 1888 h 17428"/>
                <a:gd name="connsiteX8" fmla="*/ 371 w 14887"/>
                <a:gd name="connsiteY8" fmla="*/ 8780 h 17428"/>
                <a:gd name="connsiteX9" fmla="*/ 0 w 14887"/>
                <a:gd name="connsiteY9" fmla="*/ 8956 h 17428"/>
                <a:gd name="connsiteX10" fmla="*/ 2690 w 14887"/>
                <a:gd name="connsiteY10" fmla="*/ 13872 h 17428"/>
                <a:gd name="connsiteX11" fmla="*/ 2365 w 14887"/>
                <a:gd name="connsiteY11" fmla="*/ 17428 h 17428"/>
                <a:gd name="connsiteX12" fmla="*/ 6168 w 14887"/>
                <a:gd name="connsiteY12" fmla="*/ 17428 h 17428"/>
                <a:gd name="connsiteX13" fmla="*/ 6168 w 14887"/>
                <a:gd name="connsiteY13" fmla="*/ 8034 h 17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87" h="17428">
                  <a:moveTo>
                    <a:pt x="6168" y="8077"/>
                  </a:moveTo>
                  <a:cubicBezTo>
                    <a:pt x="6168" y="7726"/>
                    <a:pt x="6354" y="7375"/>
                    <a:pt x="6678" y="7156"/>
                  </a:cubicBezTo>
                  <a:lnTo>
                    <a:pt x="14887" y="1975"/>
                  </a:lnTo>
                  <a:lnTo>
                    <a:pt x="12244" y="0"/>
                  </a:lnTo>
                  <a:lnTo>
                    <a:pt x="12244" y="1273"/>
                  </a:lnTo>
                  <a:cubicBezTo>
                    <a:pt x="12244" y="1580"/>
                    <a:pt x="12104" y="1888"/>
                    <a:pt x="11873" y="2107"/>
                  </a:cubicBezTo>
                  <a:cubicBezTo>
                    <a:pt x="11641" y="2327"/>
                    <a:pt x="11316" y="2414"/>
                    <a:pt x="10945" y="2371"/>
                  </a:cubicBezTo>
                  <a:lnTo>
                    <a:pt x="6632" y="1888"/>
                  </a:lnTo>
                  <a:lnTo>
                    <a:pt x="371" y="8780"/>
                  </a:lnTo>
                  <a:cubicBezTo>
                    <a:pt x="371" y="8780"/>
                    <a:pt x="93" y="8868"/>
                    <a:pt x="0" y="8956"/>
                  </a:cubicBezTo>
                  <a:lnTo>
                    <a:pt x="2690" y="13872"/>
                  </a:lnTo>
                  <a:cubicBezTo>
                    <a:pt x="2690" y="13872"/>
                    <a:pt x="2226" y="15189"/>
                    <a:pt x="2365" y="17428"/>
                  </a:cubicBezTo>
                  <a:lnTo>
                    <a:pt x="6168" y="17428"/>
                  </a:lnTo>
                  <a:lnTo>
                    <a:pt x="6168" y="80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7" name="Freeform: Shape 2186">
              <a:extLst>
                <a:ext uri="{FF2B5EF4-FFF2-40B4-BE49-F238E27FC236}">
                  <a16:creationId xmlns:a16="http://schemas.microsoft.com/office/drawing/2014/main" id="{0A0441A8-F7F2-AE80-D92B-3DCCCD08340D}"/>
                </a:ext>
              </a:extLst>
            </p:cNvPr>
            <p:cNvSpPr>
              <a:spLocks/>
            </p:cNvSpPr>
            <p:nvPr/>
          </p:nvSpPr>
          <p:spPr>
            <a:xfrm>
              <a:off x="5950337" y="3994371"/>
              <a:ext cx="178874" cy="193893"/>
            </a:xfrm>
            <a:custGeom>
              <a:avLst/>
              <a:gdLst>
                <a:gd name="connsiteX0" fmla="*/ 19757 w 119838"/>
                <a:gd name="connsiteY0" fmla="*/ 122745 h 129900"/>
                <a:gd name="connsiteX1" fmla="*/ 23374 w 119838"/>
                <a:gd name="connsiteY1" fmla="*/ 123140 h 129900"/>
                <a:gd name="connsiteX2" fmla="*/ 23374 w 119838"/>
                <a:gd name="connsiteY2" fmla="*/ 120813 h 129900"/>
                <a:gd name="connsiteX3" fmla="*/ 24023 w 119838"/>
                <a:gd name="connsiteY3" fmla="*/ 119803 h 129900"/>
                <a:gd name="connsiteX4" fmla="*/ 25229 w 119838"/>
                <a:gd name="connsiteY4" fmla="*/ 119935 h 129900"/>
                <a:gd name="connsiteX5" fmla="*/ 34644 w 119838"/>
                <a:gd name="connsiteY5" fmla="*/ 127003 h 129900"/>
                <a:gd name="connsiteX6" fmla="*/ 34644 w 119838"/>
                <a:gd name="connsiteY6" fmla="*/ 126520 h 129900"/>
                <a:gd name="connsiteX7" fmla="*/ 35339 w 119838"/>
                <a:gd name="connsiteY7" fmla="*/ 125510 h 129900"/>
                <a:gd name="connsiteX8" fmla="*/ 38678 w 119838"/>
                <a:gd name="connsiteY8" fmla="*/ 124150 h 129900"/>
                <a:gd name="connsiteX9" fmla="*/ 38678 w 119838"/>
                <a:gd name="connsiteY9" fmla="*/ 120462 h 129900"/>
                <a:gd name="connsiteX10" fmla="*/ 39281 w 119838"/>
                <a:gd name="connsiteY10" fmla="*/ 119496 h 129900"/>
                <a:gd name="connsiteX11" fmla="*/ 40441 w 119838"/>
                <a:gd name="connsiteY11" fmla="*/ 119496 h 129900"/>
                <a:gd name="connsiteX12" fmla="*/ 43641 w 119838"/>
                <a:gd name="connsiteY12" fmla="*/ 121340 h 129900"/>
                <a:gd name="connsiteX13" fmla="*/ 50597 w 119838"/>
                <a:gd name="connsiteY13" fmla="*/ 117784 h 129900"/>
                <a:gd name="connsiteX14" fmla="*/ 51757 w 119838"/>
                <a:gd name="connsiteY14" fmla="*/ 117784 h 129900"/>
                <a:gd name="connsiteX15" fmla="*/ 52313 w 119838"/>
                <a:gd name="connsiteY15" fmla="*/ 118706 h 129900"/>
                <a:gd name="connsiteX16" fmla="*/ 52313 w 119838"/>
                <a:gd name="connsiteY16" fmla="*/ 127661 h 129900"/>
                <a:gd name="connsiteX17" fmla="*/ 56673 w 119838"/>
                <a:gd name="connsiteY17" fmla="*/ 126476 h 129900"/>
                <a:gd name="connsiteX18" fmla="*/ 75363 w 119838"/>
                <a:gd name="connsiteY18" fmla="*/ 111462 h 129900"/>
                <a:gd name="connsiteX19" fmla="*/ 77543 w 119838"/>
                <a:gd name="connsiteY19" fmla="*/ 104526 h 129900"/>
                <a:gd name="connsiteX20" fmla="*/ 77543 w 119838"/>
                <a:gd name="connsiteY20" fmla="*/ 89337 h 129900"/>
                <a:gd name="connsiteX21" fmla="*/ 77821 w 119838"/>
                <a:gd name="connsiteY21" fmla="*/ 88634 h 129900"/>
                <a:gd name="connsiteX22" fmla="*/ 85937 w 119838"/>
                <a:gd name="connsiteY22" fmla="*/ 79591 h 129900"/>
                <a:gd name="connsiteX23" fmla="*/ 90436 w 119838"/>
                <a:gd name="connsiteY23" fmla="*/ 71821 h 129900"/>
                <a:gd name="connsiteX24" fmla="*/ 90714 w 119838"/>
                <a:gd name="connsiteY24" fmla="*/ 71469 h 129900"/>
                <a:gd name="connsiteX25" fmla="*/ 101984 w 119838"/>
                <a:gd name="connsiteY25" fmla="*/ 63128 h 129900"/>
                <a:gd name="connsiteX26" fmla="*/ 103050 w 119838"/>
                <a:gd name="connsiteY26" fmla="*/ 54392 h 129900"/>
                <a:gd name="connsiteX27" fmla="*/ 103189 w 119838"/>
                <a:gd name="connsiteY27" fmla="*/ 53997 h 129900"/>
                <a:gd name="connsiteX28" fmla="*/ 107734 w 119838"/>
                <a:gd name="connsiteY28" fmla="*/ 46183 h 129900"/>
                <a:gd name="connsiteX29" fmla="*/ 105694 w 119838"/>
                <a:gd name="connsiteY29" fmla="*/ 44032 h 129900"/>
                <a:gd name="connsiteX30" fmla="*/ 105415 w 119838"/>
                <a:gd name="connsiteY30" fmla="*/ 43198 h 129900"/>
                <a:gd name="connsiteX31" fmla="*/ 106853 w 119838"/>
                <a:gd name="connsiteY31" fmla="*/ 30028 h 129900"/>
                <a:gd name="connsiteX32" fmla="*/ 108013 w 119838"/>
                <a:gd name="connsiteY32" fmla="*/ 21248 h 129900"/>
                <a:gd name="connsiteX33" fmla="*/ 108198 w 119838"/>
                <a:gd name="connsiteY33" fmla="*/ 20765 h 129900"/>
                <a:gd name="connsiteX34" fmla="*/ 119839 w 119838"/>
                <a:gd name="connsiteY34" fmla="*/ 5005 h 129900"/>
                <a:gd name="connsiteX35" fmla="*/ 117984 w 119838"/>
                <a:gd name="connsiteY35" fmla="*/ 3073 h 129900"/>
                <a:gd name="connsiteX36" fmla="*/ 107549 w 119838"/>
                <a:gd name="connsiteY36" fmla="*/ 4302 h 129900"/>
                <a:gd name="connsiteX37" fmla="*/ 106946 w 119838"/>
                <a:gd name="connsiteY37" fmla="*/ 4215 h 129900"/>
                <a:gd name="connsiteX38" fmla="*/ 97114 w 119838"/>
                <a:gd name="connsiteY38" fmla="*/ 0 h 129900"/>
                <a:gd name="connsiteX39" fmla="*/ 92430 w 119838"/>
                <a:gd name="connsiteY39" fmla="*/ 2898 h 129900"/>
                <a:gd name="connsiteX40" fmla="*/ 91781 w 119838"/>
                <a:gd name="connsiteY40" fmla="*/ 3073 h 129900"/>
                <a:gd name="connsiteX41" fmla="*/ 87421 w 119838"/>
                <a:gd name="connsiteY41" fmla="*/ 3073 h 129900"/>
                <a:gd name="connsiteX42" fmla="*/ 87421 w 119838"/>
                <a:gd name="connsiteY42" fmla="*/ 9131 h 129900"/>
                <a:gd name="connsiteX43" fmla="*/ 87328 w 119838"/>
                <a:gd name="connsiteY43" fmla="*/ 9570 h 129900"/>
                <a:gd name="connsiteX44" fmla="*/ 84128 w 119838"/>
                <a:gd name="connsiteY44" fmla="*/ 16419 h 129900"/>
                <a:gd name="connsiteX45" fmla="*/ 79862 w 119838"/>
                <a:gd name="connsiteY45" fmla="*/ 21818 h 129900"/>
                <a:gd name="connsiteX46" fmla="*/ 79862 w 119838"/>
                <a:gd name="connsiteY46" fmla="*/ 29940 h 129900"/>
                <a:gd name="connsiteX47" fmla="*/ 79398 w 119838"/>
                <a:gd name="connsiteY47" fmla="*/ 30818 h 129900"/>
                <a:gd name="connsiteX48" fmla="*/ 77357 w 119838"/>
                <a:gd name="connsiteY48" fmla="*/ 32179 h 129900"/>
                <a:gd name="connsiteX49" fmla="*/ 75780 w 119838"/>
                <a:gd name="connsiteY49" fmla="*/ 31959 h 129900"/>
                <a:gd name="connsiteX50" fmla="*/ 71745 w 119838"/>
                <a:gd name="connsiteY50" fmla="*/ 27130 h 129900"/>
                <a:gd name="connsiteX51" fmla="*/ 59224 w 119838"/>
                <a:gd name="connsiteY51" fmla="*/ 26340 h 129900"/>
                <a:gd name="connsiteX52" fmla="*/ 58806 w 119838"/>
                <a:gd name="connsiteY52" fmla="*/ 26252 h 129900"/>
                <a:gd name="connsiteX53" fmla="*/ 50644 w 119838"/>
                <a:gd name="connsiteY53" fmla="*/ 22784 h 129900"/>
                <a:gd name="connsiteX54" fmla="*/ 34273 w 119838"/>
                <a:gd name="connsiteY54" fmla="*/ 22784 h 129900"/>
                <a:gd name="connsiteX55" fmla="*/ 31536 w 119838"/>
                <a:gd name="connsiteY55" fmla="*/ 28667 h 129900"/>
                <a:gd name="connsiteX56" fmla="*/ 33252 w 119838"/>
                <a:gd name="connsiteY56" fmla="*/ 36569 h 129900"/>
                <a:gd name="connsiteX57" fmla="*/ 46609 w 119838"/>
                <a:gd name="connsiteY57" fmla="*/ 34023 h 129900"/>
                <a:gd name="connsiteX58" fmla="*/ 47490 w 119838"/>
                <a:gd name="connsiteY58" fmla="*/ 34198 h 129900"/>
                <a:gd name="connsiteX59" fmla="*/ 55189 w 119838"/>
                <a:gd name="connsiteY59" fmla="*/ 39422 h 129900"/>
                <a:gd name="connsiteX60" fmla="*/ 55467 w 119838"/>
                <a:gd name="connsiteY60" fmla="*/ 40915 h 129900"/>
                <a:gd name="connsiteX61" fmla="*/ 50690 w 119838"/>
                <a:gd name="connsiteY61" fmla="*/ 47500 h 129900"/>
                <a:gd name="connsiteX62" fmla="*/ 50273 w 119838"/>
                <a:gd name="connsiteY62" fmla="*/ 47851 h 129900"/>
                <a:gd name="connsiteX63" fmla="*/ 43873 w 119838"/>
                <a:gd name="connsiteY63" fmla="*/ 51144 h 129900"/>
                <a:gd name="connsiteX64" fmla="*/ 43363 w 119838"/>
                <a:gd name="connsiteY64" fmla="*/ 57377 h 129900"/>
                <a:gd name="connsiteX65" fmla="*/ 49856 w 119838"/>
                <a:gd name="connsiteY65" fmla="*/ 62514 h 129900"/>
                <a:gd name="connsiteX66" fmla="*/ 53102 w 119838"/>
                <a:gd name="connsiteY66" fmla="*/ 65587 h 129900"/>
                <a:gd name="connsiteX67" fmla="*/ 53426 w 119838"/>
                <a:gd name="connsiteY67" fmla="*/ 66421 h 129900"/>
                <a:gd name="connsiteX68" fmla="*/ 52870 w 119838"/>
                <a:gd name="connsiteY68" fmla="*/ 81786 h 129900"/>
                <a:gd name="connsiteX69" fmla="*/ 52638 w 119838"/>
                <a:gd name="connsiteY69" fmla="*/ 82401 h 129900"/>
                <a:gd name="connsiteX70" fmla="*/ 48371 w 119838"/>
                <a:gd name="connsiteY70" fmla="*/ 87625 h 129900"/>
                <a:gd name="connsiteX71" fmla="*/ 49856 w 119838"/>
                <a:gd name="connsiteY71" fmla="*/ 88854 h 129900"/>
                <a:gd name="connsiteX72" fmla="*/ 50087 w 119838"/>
                <a:gd name="connsiteY72" fmla="*/ 90215 h 129900"/>
                <a:gd name="connsiteX73" fmla="*/ 48047 w 119838"/>
                <a:gd name="connsiteY73" fmla="*/ 93507 h 129900"/>
                <a:gd name="connsiteX74" fmla="*/ 47027 w 119838"/>
                <a:gd name="connsiteY74" fmla="*/ 94034 h 129900"/>
                <a:gd name="connsiteX75" fmla="*/ 42992 w 119838"/>
                <a:gd name="connsiteY75" fmla="*/ 94034 h 129900"/>
                <a:gd name="connsiteX76" fmla="*/ 41879 w 119838"/>
                <a:gd name="connsiteY76" fmla="*/ 93288 h 129900"/>
                <a:gd name="connsiteX77" fmla="*/ 40487 w 119838"/>
                <a:gd name="connsiteY77" fmla="*/ 89293 h 129900"/>
                <a:gd name="connsiteX78" fmla="*/ 37751 w 119838"/>
                <a:gd name="connsiteY78" fmla="*/ 92059 h 129900"/>
                <a:gd name="connsiteX79" fmla="*/ 36963 w 119838"/>
                <a:gd name="connsiteY79" fmla="*/ 92410 h 129900"/>
                <a:gd name="connsiteX80" fmla="*/ 28290 w 119838"/>
                <a:gd name="connsiteY80" fmla="*/ 92673 h 129900"/>
                <a:gd name="connsiteX81" fmla="*/ 27131 w 119838"/>
                <a:gd name="connsiteY81" fmla="*/ 91883 h 129900"/>
                <a:gd name="connsiteX82" fmla="*/ 25044 w 119838"/>
                <a:gd name="connsiteY82" fmla="*/ 84903 h 129900"/>
                <a:gd name="connsiteX83" fmla="*/ 21890 w 119838"/>
                <a:gd name="connsiteY83" fmla="*/ 84552 h 129900"/>
                <a:gd name="connsiteX84" fmla="*/ 21890 w 119838"/>
                <a:gd name="connsiteY84" fmla="*/ 91268 h 129900"/>
                <a:gd name="connsiteX85" fmla="*/ 21519 w 119838"/>
                <a:gd name="connsiteY85" fmla="*/ 92103 h 129900"/>
                <a:gd name="connsiteX86" fmla="*/ 20638 w 119838"/>
                <a:gd name="connsiteY86" fmla="*/ 92366 h 129900"/>
                <a:gd name="connsiteX87" fmla="*/ 12336 w 119838"/>
                <a:gd name="connsiteY87" fmla="*/ 91576 h 129900"/>
                <a:gd name="connsiteX88" fmla="*/ 8626 w 119838"/>
                <a:gd name="connsiteY88" fmla="*/ 93814 h 129900"/>
                <a:gd name="connsiteX89" fmla="*/ 7281 w 119838"/>
                <a:gd name="connsiteY89" fmla="*/ 93814 h 129900"/>
                <a:gd name="connsiteX90" fmla="*/ 6817 w 119838"/>
                <a:gd name="connsiteY90" fmla="*/ 93463 h 129900"/>
                <a:gd name="connsiteX91" fmla="*/ 6817 w 119838"/>
                <a:gd name="connsiteY91" fmla="*/ 97897 h 129900"/>
                <a:gd name="connsiteX92" fmla="*/ 10991 w 119838"/>
                <a:gd name="connsiteY92" fmla="*/ 99302 h 129900"/>
                <a:gd name="connsiteX93" fmla="*/ 11733 w 119838"/>
                <a:gd name="connsiteY93" fmla="*/ 100004 h 129900"/>
                <a:gd name="connsiteX94" fmla="*/ 11548 w 119838"/>
                <a:gd name="connsiteY94" fmla="*/ 100970 h 129900"/>
                <a:gd name="connsiteX95" fmla="*/ 9878 w 119838"/>
                <a:gd name="connsiteY95" fmla="*/ 103078 h 129900"/>
                <a:gd name="connsiteX96" fmla="*/ 13310 w 119838"/>
                <a:gd name="connsiteY96" fmla="*/ 104219 h 129900"/>
                <a:gd name="connsiteX97" fmla="*/ 14099 w 119838"/>
                <a:gd name="connsiteY97" fmla="*/ 105273 h 129900"/>
                <a:gd name="connsiteX98" fmla="*/ 14099 w 119838"/>
                <a:gd name="connsiteY98" fmla="*/ 108302 h 129900"/>
                <a:gd name="connsiteX99" fmla="*/ 13727 w 119838"/>
                <a:gd name="connsiteY99" fmla="*/ 109092 h 129900"/>
                <a:gd name="connsiteX100" fmla="*/ 9693 w 119838"/>
                <a:gd name="connsiteY100" fmla="*/ 112648 h 129900"/>
                <a:gd name="connsiteX101" fmla="*/ 8858 w 119838"/>
                <a:gd name="connsiteY101" fmla="*/ 112955 h 129900"/>
                <a:gd name="connsiteX102" fmla="*/ 8023 w 119838"/>
                <a:gd name="connsiteY102" fmla="*/ 112560 h 129900"/>
                <a:gd name="connsiteX103" fmla="*/ 5611 w 119838"/>
                <a:gd name="connsiteY103" fmla="*/ 109838 h 129900"/>
                <a:gd name="connsiteX104" fmla="*/ 0 w 119838"/>
                <a:gd name="connsiteY104" fmla="*/ 114535 h 129900"/>
                <a:gd name="connsiteX105" fmla="*/ 10620 w 119838"/>
                <a:gd name="connsiteY105" fmla="*/ 124720 h 129900"/>
                <a:gd name="connsiteX106" fmla="*/ 12058 w 119838"/>
                <a:gd name="connsiteY106" fmla="*/ 129374 h 129900"/>
                <a:gd name="connsiteX107" fmla="*/ 12336 w 119838"/>
                <a:gd name="connsiteY107" fmla="*/ 129900 h 129900"/>
                <a:gd name="connsiteX108" fmla="*/ 18690 w 119838"/>
                <a:gd name="connsiteY108" fmla="*/ 122877 h 129900"/>
                <a:gd name="connsiteX109" fmla="*/ 19710 w 119838"/>
                <a:gd name="connsiteY109" fmla="*/ 122525 h 12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19838" h="129900">
                  <a:moveTo>
                    <a:pt x="19757" y="122745"/>
                  </a:moveTo>
                  <a:lnTo>
                    <a:pt x="23374" y="123140"/>
                  </a:lnTo>
                  <a:lnTo>
                    <a:pt x="23374" y="120813"/>
                  </a:lnTo>
                  <a:cubicBezTo>
                    <a:pt x="23374" y="120374"/>
                    <a:pt x="23606" y="120023"/>
                    <a:pt x="24023" y="119803"/>
                  </a:cubicBezTo>
                  <a:cubicBezTo>
                    <a:pt x="24394" y="119628"/>
                    <a:pt x="24905" y="119672"/>
                    <a:pt x="25229" y="119935"/>
                  </a:cubicBezTo>
                  <a:lnTo>
                    <a:pt x="34644" y="127003"/>
                  </a:lnTo>
                  <a:lnTo>
                    <a:pt x="34644" y="126520"/>
                  </a:lnTo>
                  <a:cubicBezTo>
                    <a:pt x="34644" y="126081"/>
                    <a:pt x="34922" y="125686"/>
                    <a:pt x="35339" y="125510"/>
                  </a:cubicBezTo>
                  <a:lnTo>
                    <a:pt x="38678" y="124150"/>
                  </a:lnTo>
                  <a:lnTo>
                    <a:pt x="38678" y="120462"/>
                  </a:lnTo>
                  <a:cubicBezTo>
                    <a:pt x="38678" y="120067"/>
                    <a:pt x="38911" y="119716"/>
                    <a:pt x="39281" y="119496"/>
                  </a:cubicBezTo>
                  <a:cubicBezTo>
                    <a:pt x="39653" y="119321"/>
                    <a:pt x="40116" y="119321"/>
                    <a:pt x="40441" y="119496"/>
                  </a:cubicBezTo>
                  <a:lnTo>
                    <a:pt x="43641" y="121340"/>
                  </a:lnTo>
                  <a:lnTo>
                    <a:pt x="50597" y="117784"/>
                  </a:lnTo>
                  <a:cubicBezTo>
                    <a:pt x="50969" y="117608"/>
                    <a:pt x="51386" y="117608"/>
                    <a:pt x="51757" y="117784"/>
                  </a:cubicBezTo>
                  <a:cubicBezTo>
                    <a:pt x="52128" y="117959"/>
                    <a:pt x="52313" y="118355"/>
                    <a:pt x="52313" y="118706"/>
                  </a:cubicBezTo>
                  <a:lnTo>
                    <a:pt x="52313" y="127661"/>
                  </a:lnTo>
                  <a:lnTo>
                    <a:pt x="56673" y="126476"/>
                  </a:lnTo>
                  <a:lnTo>
                    <a:pt x="75363" y="111462"/>
                  </a:lnTo>
                  <a:lnTo>
                    <a:pt x="77543" y="104526"/>
                  </a:lnTo>
                  <a:lnTo>
                    <a:pt x="77543" y="89337"/>
                  </a:lnTo>
                  <a:cubicBezTo>
                    <a:pt x="77543" y="89073"/>
                    <a:pt x="77635" y="88810"/>
                    <a:pt x="77821" y="88634"/>
                  </a:cubicBezTo>
                  <a:lnTo>
                    <a:pt x="85937" y="79591"/>
                  </a:lnTo>
                  <a:lnTo>
                    <a:pt x="90436" y="71821"/>
                  </a:lnTo>
                  <a:cubicBezTo>
                    <a:pt x="90436" y="71821"/>
                    <a:pt x="90621" y="71601"/>
                    <a:pt x="90714" y="71469"/>
                  </a:cubicBezTo>
                  <a:lnTo>
                    <a:pt x="101984" y="63128"/>
                  </a:lnTo>
                  <a:lnTo>
                    <a:pt x="103050" y="54392"/>
                  </a:lnTo>
                  <a:cubicBezTo>
                    <a:pt x="103050" y="54392"/>
                    <a:pt x="103097" y="54129"/>
                    <a:pt x="103189" y="53997"/>
                  </a:cubicBezTo>
                  <a:lnTo>
                    <a:pt x="107734" y="46183"/>
                  </a:lnTo>
                  <a:lnTo>
                    <a:pt x="105694" y="44032"/>
                  </a:lnTo>
                  <a:cubicBezTo>
                    <a:pt x="105462" y="43812"/>
                    <a:pt x="105369" y="43505"/>
                    <a:pt x="105415" y="43198"/>
                  </a:cubicBezTo>
                  <a:lnTo>
                    <a:pt x="106853" y="30028"/>
                  </a:lnTo>
                  <a:lnTo>
                    <a:pt x="108013" y="21248"/>
                  </a:lnTo>
                  <a:cubicBezTo>
                    <a:pt x="108013" y="21248"/>
                    <a:pt x="108105" y="20896"/>
                    <a:pt x="108198" y="20765"/>
                  </a:cubicBezTo>
                  <a:lnTo>
                    <a:pt x="119839" y="5005"/>
                  </a:lnTo>
                  <a:lnTo>
                    <a:pt x="117984" y="3073"/>
                  </a:lnTo>
                  <a:lnTo>
                    <a:pt x="107549" y="4302"/>
                  </a:lnTo>
                  <a:cubicBezTo>
                    <a:pt x="107549" y="4302"/>
                    <a:pt x="107131" y="4302"/>
                    <a:pt x="106946" y="4215"/>
                  </a:cubicBezTo>
                  <a:lnTo>
                    <a:pt x="97114" y="0"/>
                  </a:lnTo>
                  <a:lnTo>
                    <a:pt x="92430" y="2898"/>
                  </a:lnTo>
                  <a:cubicBezTo>
                    <a:pt x="92430" y="2898"/>
                    <a:pt x="92012" y="3073"/>
                    <a:pt x="91781" y="3073"/>
                  </a:cubicBezTo>
                  <a:lnTo>
                    <a:pt x="87421" y="3073"/>
                  </a:lnTo>
                  <a:lnTo>
                    <a:pt x="87421" y="9131"/>
                  </a:lnTo>
                  <a:cubicBezTo>
                    <a:pt x="87421" y="9131"/>
                    <a:pt x="87421" y="9439"/>
                    <a:pt x="87328" y="9570"/>
                  </a:cubicBezTo>
                  <a:lnTo>
                    <a:pt x="84128" y="16419"/>
                  </a:lnTo>
                  <a:lnTo>
                    <a:pt x="79862" y="21818"/>
                  </a:lnTo>
                  <a:lnTo>
                    <a:pt x="79862" y="29940"/>
                  </a:lnTo>
                  <a:cubicBezTo>
                    <a:pt x="79862" y="30291"/>
                    <a:pt x="79676" y="30642"/>
                    <a:pt x="79398" y="30818"/>
                  </a:cubicBezTo>
                  <a:lnTo>
                    <a:pt x="77357" y="32179"/>
                  </a:lnTo>
                  <a:cubicBezTo>
                    <a:pt x="76847" y="32530"/>
                    <a:pt x="76151" y="32442"/>
                    <a:pt x="75780" y="31959"/>
                  </a:cubicBezTo>
                  <a:lnTo>
                    <a:pt x="71745" y="27130"/>
                  </a:lnTo>
                  <a:lnTo>
                    <a:pt x="59224" y="26340"/>
                  </a:lnTo>
                  <a:cubicBezTo>
                    <a:pt x="59224" y="26340"/>
                    <a:pt x="58945" y="26340"/>
                    <a:pt x="58806" y="26252"/>
                  </a:cubicBezTo>
                  <a:lnTo>
                    <a:pt x="50644" y="22784"/>
                  </a:lnTo>
                  <a:lnTo>
                    <a:pt x="34273" y="22784"/>
                  </a:lnTo>
                  <a:lnTo>
                    <a:pt x="31536" y="28667"/>
                  </a:lnTo>
                  <a:lnTo>
                    <a:pt x="33252" y="36569"/>
                  </a:lnTo>
                  <a:lnTo>
                    <a:pt x="46609" y="34023"/>
                  </a:lnTo>
                  <a:cubicBezTo>
                    <a:pt x="46934" y="33979"/>
                    <a:pt x="47258" y="34023"/>
                    <a:pt x="47490" y="34198"/>
                  </a:cubicBezTo>
                  <a:lnTo>
                    <a:pt x="55189" y="39422"/>
                  </a:lnTo>
                  <a:cubicBezTo>
                    <a:pt x="55699" y="39773"/>
                    <a:pt x="55838" y="40432"/>
                    <a:pt x="55467" y="40915"/>
                  </a:cubicBezTo>
                  <a:lnTo>
                    <a:pt x="50690" y="47500"/>
                  </a:lnTo>
                  <a:cubicBezTo>
                    <a:pt x="50690" y="47500"/>
                    <a:pt x="50458" y="47763"/>
                    <a:pt x="50273" y="47851"/>
                  </a:cubicBezTo>
                  <a:lnTo>
                    <a:pt x="43873" y="51144"/>
                  </a:lnTo>
                  <a:lnTo>
                    <a:pt x="43363" y="57377"/>
                  </a:lnTo>
                  <a:lnTo>
                    <a:pt x="49856" y="62514"/>
                  </a:lnTo>
                  <a:lnTo>
                    <a:pt x="53102" y="65587"/>
                  </a:lnTo>
                  <a:cubicBezTo>
                    <a:pt x="53102" y="65587"/>
                    <a:pt x="53473" y="66114"/>
                    <a:pt x="53426" y="66421"/>
                  </a:cubicBezTo>
                  <a:lnTo>
                    <a:pt x="52870" y="81786"/>
                  </a:lnTo>
                  <a:cubicBezTo>
                    <a:pt x="52870" y="82006"/>
                    <a:pt x="52777" y="82225"/>
                    <a:pt x="52638" y="82401"/>
                  </a:cubicBezTo>
                  <a:lnTo>
                    <a:pt x="48371" y="87625"/>
                  </a:lnTo>
                  <a:lnTo>
                    <a:pt x="49856" y="88854"/>
                  </a:lnTo>
                  <a:cubicBezTo>
                    <a:pt x="50273" y="89205"/>
                    <a:pt x="50366" y="89776"/>
                    <a:pt x="50087" y="90215"/>
                  </a:cubicBezTo>
                  <a:lnTo>
                    <a:pt x="48047" y="93507"/>
                  </a:lnTo>
                  <a:cubicBezTo>
                    <a:pt x="47861" y="93858"/>
                    <a:pt x="47444" y="94034"/>
                    <a:pt x="47027" y="94034"/>
                  </a:cubicBezTo>
                  <a:lnTo>
                    <a:pt x="42992" y="94034"/>
                  </a:lnTo>
                  <a:cubicBezTo>
                    <a:pt x="42481" y="94034"/>
                    <a:pt x="42064" y="93727"/>
                    <a:pt x="41879" y="93288"/>
                  </a:cubicBezTo>
                  <a:lnTo>
                    <a:pt x="40487" y="89293"/>
                  </a:lnTo>
                  <a:lnTo>
                    <a:pt x="37751" y="92059"/>
                  </a:lnTo>
                  <a:cubicBezTo>
                    <a:pt x="37751" y="92059"/>
                    <a:pt x="37241" y="92410"/>
                    <a:pt x="36963" y="92410"/>
                  </a:cubicBezTo>
                  <a:lnTo>
                    <a:pt x="28290" y="92673"/>
                  </a:lnTo>
                  <a:cubicBezTo>
                    <a:pt x="27734" y="92673"/>
                    <a:pt x="27270" y="92366"/>
                    <a:pt x="27131" y="91883"/>
                  </a:cubicBezTo>
                  <a:lnTo>
                    <a:pt x="25044" y="84903"/>
                  </a:lnTo>
                  <a:lnTo>
                    <a:pt x="21890" y="84552"/>
                  </a:lnTo>
                  <a:lnTo>
                    <a:pt x="21890" y="91268"/>
                  </a:lnTo>
                  <a:cubicBezTo>
                    <a:pt x="21890" y="91576"/>
                    <a:pt x="21751" y="91883"/>
                    <a:pt x="21519" y="92103"/>
                  </a:cubicBezTo>
                  <a:cubicBezTo>
                    <a:pt x="21287" y="92322"/>
                    <a:pt x="20962" y="92410"/>
                    <a:pt x="20638" y="92366"/>
                  </a:cubicBezTo>
                  <a:lnTo>
                    <a:pt x="12336" y="91576"/>
                  </a:lnTo>
                  <a:lnTo>
                    <a:pt x="8626" y="93814"/>
                  </a:lnTo>
                  <a:cubicBezTo>
                    <a:pt x="8209" y="94078"/>
                    <a:pt x="7699" y="94034"/>
                    <a:pt x="7281" y="93814"/>
                  </a:cubicBezTo>
                  <a:lnTo>
                    <a:pt x="6817" y="93463"/>
                  </a:lnTo>
                  <a:lnTo>
                    <a:pt x="6817" y="97897"/>
                  </a:lnTo>
                  <a:lnTo>
                    <a:pt x="10991" y="99302"/>
                  </a:lnTo>
                  <a:cubicBezTo>
                    <a:pt x="11362" y="99434"/>
                    <a:pt x="11594" y="99697"/>
                    <a:pt x="11733" y="100004"/>
                  </a:cubicBezTo>
                  <a:cubicBezTo>
                    <a:pt x="11826" y="100356"/>
                    <a:pt x="11733" y="100707"/>
                    <a:pt x="11548" y="100970"/>
                  </a:cubicBezTo>
                  <a:lnTo>
                    <a:pt x="9878" y="103078"/>
                  </a:lnTo>
                  <a:lnTo>
                    <a:pt x="13310" y="104219"/>
                  </a:lnTo>
                  <a:cubicBezTo>
                    <a:pt x="13774" y="104395"/>
                    <a:pt x="14099" y="104789"/>
                    <a:pt x="14099" y="105273"/>
                  </a:cubicBezTo>
                  <a:lnTo>
                    <a:pt x="14099" y="108302"/>
                  </a:lnTo>
                  <a:cubicBezTo>
                    <a:pt x="14099" y="108609"/>
                    <a:pt x="13960" y="108916"/>
                    <a:pt x="13727" y="109092"/>
                  </a:cubicBezTo>
                  <a:lnTo>
                    <a:pt x="9693" y="112648"/>
                  </a:lnTo>
                  <a:cubicBezTo>
                    <a:pt x="9693" y="112648"/>
                    <a:pt x="9136" y="112911"/>
                    <a:pt x="8858" y="112955"/>
                  </a:cubicBezTo>
                  <a:cubicBezTo>
                    <a:pt x="8533" y="112955"/>
                    <a:pt x="8255" y="112779"/>
                    <a:pt x="8023" y="112560"/>
                  </a:cubicBezTo>
                  <a:lnTo>
                    <a:pt x="5611" y="109838"/>
                  </a:lnTo>
                  <a:lnTo>
                    <a:pt x="0" y="114535"/>
                  </a:lnTo>
                  <a:cubicBezTo>
                    <a:pt x="5983" y="120242"/>
                    <a:pt x="10620" y="124720"/>
                    <a:pt x="10620" y="124720"/>
                  </a:cubicBezTo>
                  <a:lnTo>
                    <a:pt x="12058" y="129374"/>
                  </a:lnTo>
                  <a:lnTo>
                    <a:pt x="12336" y="129900"/>
                  </a:lnTo>
                  <a:lnTo>
                    <a:pt x="18690" y="122877"/>
                  </a:lnTo>
                  <a:cubicBezTo>
                    <a:pt x="18922" y="122613"/>
                    <a:pt x="19339" y="122481"/>
                    <a:pt x="19710" y="12252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8" name="Freeform: Shape 2187">
              <a:extLst>
                <a:ext uri="{FF2B5EF4-FFF2-40B4-BE49-F238E27FC236}">
                  <a16:creationId xmlns:a16="http://schemas.microsoft.com/office/drawing/2014/main" id="{0C6C68AD-3DDF-52C7-7C7E-23D555C2AD2D}"/>
                </a:ext>
              </a:extLst>
            </p:cNvPr>
            <p:cNvSpPr>
              <a:spLocks/>
            </p:cNvSpPr>
            <p:nvPr/>
          </p:nvSpPr>
          <p:spPr>
            <a:xfrm>
              <a:off x="5963144" y="4210281"/>
              <a:ext cx="289773" cy="274884"/>
            </a:xfrm>
            <a:custGeom>
              <a:avLst/>
              <a:gdLst>
                <a:gd name="connsiteX0" fmla="*/ 2875 w 194135"/>
                <a:gd name="connsiteY0" fmla="*/ 170157 h 184160"/>
                <a:gd name="connsiteX1" fmla="*/ 7513 w 194135"/>
                <a:gd name="connsiteY1" fmla="*/ 169893 h 184160"/>
                <a:gd name="connsiteX2" fmla="*/ 8023 w 194135"/>
                <a:gd name="connsiteY2" fmla="*/ 169981 h 184160"/>
                <a:gd name="connsiteX3" fmla="*/ 13078 w 194135"/>
                <a:gd name="connsiteY3" fmla="*/ 171913 h 184160"/>
                <a:gd name="connsiteX4" fmla="*/ 17484 w 194135"/>
                <a:gd name="connsiteY4" fmla="*/ 167523 h 184160"/>
                <a:gd name="connsiteX5" fmla="*/ 18412 w 194135"/>
                <a:gd name="connsiteY5" fmla="*/ 167172 h 184160"/>
                <a:gd name="connsiteX6" fmla="*/ 27084 w 194135"/>
                <a:gd name="connsiteY6" fmla="*/ 167698 h 184160"/>
                <a:gd name="connsiteX7" fmla="*/ 27780 w 194135"/>
                <a:gd name="connsiteY7" fmla="*/ 167962 h 184160"/>
                <a:gd name="connsiteX8" fmla="*/ 35571 w 194135"/>
                <a:gd name="connsiteY8" fmla="*/ 174547 h 184160"/>
                <a:gd name="connsiteX9" fmla="*/ 106436 w 194135"/>
                <a:gd name="connsiteY9" fmla="*/ 174020 h 184160"/>
                <a:gd name="connsiteX10" fmla="*/ 107317 w 194135"/>
                <a:gd name="connsiteY10" fmla="*/ 174371 h 184160"/>
                <a:gd name="connsiteX11" fmla="*/ 113346 w 194135"/>
                <a:gd name="connsiteY11" fmla="*/ 180605 h 184160"/>
                <a:gd name="connsiteX12" fmla="*/ 135746 w 194135"/>
                <a:gd name="connsiteY12" fmla="*/ 180342 h 184160"/>
                <a:gd name="connsiteX13" fmla="*/ 136303 w 194135"/>
                <a:gd name="connsiteY13" fmla="*/ 180473 h 184160"/>
                <a:gd name="connsiteX14" fmla="*/ 143816 w 194135"/>
                <a:gd name="connsiteY14" fmla="*/ 184161 h 184160"/>
                <a:gd name="connsiteX15" fmla="*/ 182634 w 194135"/>
                <a:gd name="connsiteY15" fmla="*/ 178761 h 184160"/>
                <a:gd name="connsiteX16" fmla="*/ 161671 w 194135"/>
                <a:gd name="connsiteY16" fmla="*/ 158918 h 184160"/>
                <a:gd name="connsiteX17" fmla="*/ 161347 w 194135"/>
                <a:gd name="connsiteY17" fmla="*/ 158128 h 184160"/>
                <a:gd name="connsiteX18" fmla="*/ 161347 w 194135"/>
                <a:gd name="connsiteY18" fmla="*/ 107643 h 184160"/>
                <a:gd name="connsiteX19" fmla="*/ 162506 w 194135"/>
                <a:gd name="connsiteY19" fmla="*/ 106546 h 184160"/>
                <a:gd name="connsiteX20" fmla="*/ 193857 w 194135"/>
                <a:gd name="connsiteY20" fmla="*/ 106546 h 184160"/>
                <a:gd name="connsiteX21" fmla="*/ 192976 w 194135"/>
                <a:gd name="connsiteY21" fmla="*/ 102068 h 184160"/>
                <a:gd name="connsiteX22" fmla="*/ 192976 w 194135"/>
                <a:gd name="connsiteY22" fmla="*/ 101629 h 184160"/>
                <a:gd name="connsiteX23" fmla="*/ 194089 w 194135"/>
                <a:gd name="connsiteY23" fmla="*/ 96361 h 184160"/>
                <a:gd name="connsiteX24" fmla="*/ 191816 w 194135"/>
                <a:gd name="connsiteY24" fmla="*/ 86703 h 184160"/>
                <a:gd name="connsiteX25" fmla="*/ 191909 w 194135"/>
                <a:gd name="connsiteY25" fmla="*/ 86000 h 184160"/>
                <a:gd name="connsiteX26" fmla="*/ 194135 w 194135"/>
                <a:gd name="connsiteY26" fmla="*/ 81566 h 184160"/>
                <a:gd name="connsiteX27" fmla="*/ 194135 w 194135"/>
                <a:gd name="connsiteY27" fmla="*/ 76694 h 184160"/>
                <a:gd name="connsiteX28" fmla="*/ 173034 w 194135"/>
                <a:gd name="connsiteY28" fmla="*/ 78493 h 184160"/>
                <a:gd name="connsiteX29" fmla="*/ 167144 w 194135"/>
                <a:gd name="connsiteY29" fmla="*/ 81654 h 184160"/>
                <a:gd name="connsiteX30" fmla="*/ 166587 w 194135"/>
                <a:gd name="connsiteY30" fmla="*/ 81786 h 184160"/>
                <a:gd name="connsiteX31" fmla="*/ 166077 w 194135"/>
                <a:gd name="connsiteY31" fmla="*/ 81654 h 184160"/>
                <a:gd name="connsiteX32" fmla="*/ 165428 w 194135"/>
                <a:gd name="connsiteY32" fmla="*/ 80820 h 184160"/>
                <a:gd name="connsiteX33" fmla="*/ 164546 w 194135"/>
                <a:gd name="connsiteY33" fmla="*/ 74235 h 184160"/>
                <a:gd name="connsiteX34" fmla="*/ 165010 w 194135"/>
                <a:gd name="connsiteY34" fmla="*/ 73181 h 184160"/>
                <a:gd name="connsiteX35" fmla="*/ 167422 w 194135"/>
                <a:gd name="connsiteY35" fmla="*/ 71601 h 184160"/>
                <a:gd name="connsiteX36" fmla="*/ 167422 w 194135"/>
                <a:gd name="connsiteY36" fmla="*/ 68089 h 184160"/>
                <a:gd name="connsiteX37" fmla="*/ 158332 w 194135"/>
                <a:gd name="connsiteY37" fmla="*/ 53514 h 184160"/>
                <a:gd name="connsiteX38" fmla="*/ 158239 w 194135"/>
                <a:gd name="connsiteY38" fmla="*/ 52636 h 184160"/>
                <a:gd name="connsiteX39" fmla="*/ 161393 w 194135"/>
                <a:gd name="connsiteY39" fmla="*/ 43198 h 184160"/>
                <a:gd name="connsiteX40" fmla="*/ 161393 w 194135"/>
                <a:gd name="connsiteY40" fmla="*/ 37447 h 184160"/>
                <a:gd name="connsiteX41" fmla="*/ 157868 w 194135"/>
                <a:gd name="connsiteY41" fmla="*/ 33057 h 184160"/>
                <a:gd name="connsiteX42" fmla="*/ 157636 w 194135"/>
                <a:gd name="connsiteY42" fmla="*/ 32398 h 184160"/>
                <a:gd name="connsiteX43" fmla="*/ 157636 w 194135"/>
                <a:gd name="connsiteY43" fmla="*/ 29369 h 184160"/>
                <a:gd name="connsiteX44" fmla="*/ 157776 w 194135"/>
                <a:gd name="connsiteY44" fmla="*/ 28886 h 184160"/>
                <a:gd name="connsiteX45" fmla="*/ 159399 w 194135"/>
                <a:gd name="connsiteY45" fmla="*/ 25813 h 184160"/>
                <a:gd name="connsiteX46" fmla="*/ 159399 w 194135"/>
                <a:gd name="connsiteY46" fmla="*/ 20106 h 184160"/>
                <a:gd name="connsiteX47" fmla="*/ 140894 w 194135"/>
                <a:gd name="connsiteY47" fmla="*/ 21116 h 184160"/>
                <a:gd name="connsiteX48" fmla="*/ 140013 w 194135"/>
                <a:gd name="connsiteY48" fmla="*/ 20809 h 184160"/>
                <a:gd name="connsiteX49" fmla="*/ 139642 w 194135"/>
                <a:gd name="connsiteY49" fmla="*/ 20018 h 184160"/>
                <a:gd name="connsiteX50" fmla="*/ 139642 w 194135"/>
                <a:gd name="connsiteY50" fmla="*/ 16726 h 184160"/>
                <a:gd name="connsiteX51" fmla="*/ 125543 w 194135"/>
                <a:gd name="connsiteY51" fmla="*/ 16726 h 184160"/>
                <a:gd name="connsiteX52" fmla="*/ 123085 w 194135"/>
                <a:gd name="connsiteY52" fmla="*/ 30072 h 184160"/>
                <a:gd name="connsiteX53" fmla="*/ 121880 w 194135"/>
                <a:gd name="connsiteY53" fmla="*/ 30993 h 184160"/>
                <a:gd name="connsiteX54" fmla="*/ 110007 w 194135"/>
                <a:gd name="connsiteY54" fmla="*/ 30203 h 184160"/>
                <a:gd name="connsiteX55" fmla="*/ 102169 w 194135"/>
                <a:gd name="connsiteY55" fmla="*/ 33408 h 184160"/>
                <a:gd name="connsiteX56" fmla="*/ 101705 w 194135"/>
                <a:gd name="connsiteY56" fmla="*/ 33496 h 184160"/>
                <a:gd name="connsiteX57" fmla="*/ 91873 w 194135"/>
                <a:gd name="connsiteY57" fmla="*/ 33496 h 184160"/>
                <a:gd name="connsiteX58" fmla="*/ 90900 w 194135"/>
                <a:gd name="connsiteY58" fmla="*/ 32969 h 184160"/>
                <a:gd name="connsiteX59" fmla="*/ 82227 w 194135"/>
                <a:gd name="connsiteY59" fmla="*/ 20062 h 184160"/>
                <a:gd name="connsiteX60" fmla="*/ 82088 w 194135"/>
                <a:gd name="connsiteY60" fmla="*/ 19711 h 184160"/>
                <a:gd name="connsiteX61" fmla="*/ 77357 w 194135"/>
                <a:gd name="connsiteY61" fmla="*/ 0 h 184160"/>
                <a:gd name="connsiteX62" fmla="*/ 19989 w 194135"/>
                <a:gd name="connsiteY62" fmla="*/ 0 h 184160"/>
                <a:gd name="connsiteX63" fmla="*/ 10528 w 194135"/>
                <a:gd name="connsiteY63" fmla="*/ 4346 h 184160"/>
                <a:gd name="connsiteX64" fmla="*/ 12475 w 194135"/>
                <a:gd name="connsiteY64" fmla="*/ 7112 h 184160"/>
                <a:gd name="connsiteX65" fmla="*/ 21751 w 194135"/>
                <a:gd name="connsiteY65" fmla="*/ 27130 h 184160"/>
                <a:gd name="connsiteX66" fmla="*/ 25507 w 194135"/>
                <a:gd name="connsiteY66" fmla="*/ 39773 h 184160"/>
                <a:gd name="connsiteX67" fmla="*/ 22632 w 194135"/>
                <a:gd name="connsiteY67" fmla="*/ 51275 h 184160"/>
                <a:gd name="connsiteX68" fmla="*/ 33948 w 194135"/>
                <a:gd name="connsiteY68" fmla="*/ 82269 h 184160"/>
                <a:gd name="connsiteX69" fmla="*/ 27270 w 194135"/>
                <a:gd name="connsiteY69" fmla="*/ 100356 h 184160"/>
                <a:gd name="connsiteX70" fmla="*/ 20035 w 194135"/>
                <a:gd name="connsiteY70" fmla="*/ 107204 h 184160"/>
                <a:gd name="connsiteX71" fmla="*/ 13078 w 194135"/>
                <a:gd name="connsiteY71" fmla="*/ 118706 h 184160"/>
                <a:gd name="connsiteX72" fmla="*/ 9600 w 194135"/>
                <a:gd name="connsiteY72" fmla="*/ 133544 h 184160"/>
                <a:gd name="connsiteX73" fmla="*/ 5380 w 194135"/>
                <a:gd name="connsiteY73" fmla="*/ 146978 h 184160"/>
                <a:gd name="connsiteX74" fmla="*/ 0 w 194135"/>
                <a:gd name="connsiteY74" fmla="*/ 151894 h 184160"/>
                <a:gd name="connsiteX75" fmla="*/ 881 w 194135"/>
                <a:gd name="connsiteY75" fmla="*/ 168094 h 184160"/>
                <a:gd name="connsiteX76" fmla="*/ 510 w 194135"/>
                <a:gd name="connsiteY76" fmla="*/ 171386 h 184160"/>
                <a:gd name="connsiteX77" fmla="*/ 2551 w 194135"/>
                <a:gd name="connsiteY77" fmla="*/ 170157 h 184160"/>
                <a:gd name="connsiteX78" fmla="*/ 3107 w 194135"/>
                <a:gd name="connsiteY78" fmla="*/ 169981 h 18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94135" h="184160">
                  <a:moveTo>
                    <a:pt x="2875" y="170157"/>
                  </a:moveTo>
                  <a:lnTo>
                    <a:pt x="7513" y="169893"/>
                  </a:lnTo>
                  <a:cubicBezTo>
                    <a:pt x="7513" y="169893"/>
                    <a:pt x="7838" y="169893"/>
                    <a:pt x="8023" y="169981"/>
                  </a:cubicBezTo>
                  <a:lnTo>
                    <a:pt x="13078" y="171913"/>
                  </a:lnTo>
                  <a:lnTo>
                    <a:pt x="17484" y="167523"/>
                  </a:lnTo>
                  <a:cubicBezTo>
                    <a:pt x="17716" y="167303"/>
                    <a:pt x="18087" y="167128"/>
                    <a:pt x="18412" y="167172"/>
                  </a:cubicBezTo>
                  <a:lnTo>
                    <a:pt x="27084" y="167698"/>
                  </a:lnTo>
                  <a:cubicBezTo>
                    <a:pt x="27363" y="167698"/>
                    <a:pt x="27595" y="167830"/>
                    <a:pt x="27780" y="167962"/>
                  </a:cubicBezTo>
                  <a:lnTo>
                    <a:pt x="35571" y="174547"/>
                  </a:lnTo>
                  <a:lnTo>
                    <a:pt x="106436" y="174020"/>
                  </a:lnTo>
                  <a:cubicBezTo>
                    <a:pt x="106807" y="174064"/>
                    <a:pt x="107085" y="174152"/>
                    <a:pt x="107317" y="174371"/>
                  </a:cubicBezTo>
                  <a:lnTo>
                    <a:pt x="113346" y="180605"/>
                  </a:lnTo>
                  <a:lnTo>
                    <a:pt x="135746" y="180342"/>
                  </a:lnTo>
                  <a:cubicBezTo>
                    <a:pt x="135746" y="180342"/>
                    <a:pt x="136117" y="180342"/>
                    <a:pt x="136303" y="180473"/>
                  </a:cubicBezTo>
                  <a:lnTo>
                    <a:pt x="143816" y="184161"/>
                  </a:lnTo>
                  <a:lnTo>
                    <a:pt x="182634" y="178761"/>
                  </a:lnTo>
                  <a:lnTo>
                    <a:pt x="161671" y="158918"/>
                  </a:lnTo>
                  <a:cubicBezTo>
                    <a:pt x="161671" y="158918"/>
                    <a:pt x="161347" y="158435"/>
                    <a:pt x="161347" y="158128"/>
                  </a:cubicBezTo>
                  <a:lnTo>
                    <a:pt x="161347" y="107643"/>
                  </a:lnTo>
                  <a:cubicBezTo>
                    <a:pt x="161347" y="107028"/>
                    <a:pt x="161857" y="106546"/>
                    <a:pt x="162506" y="106546"/>
                  </a:cubicBezTo>
                  <a:lnTo>
                    <a:pt x="193857" y="106546"/>
                  </a:lnTo>
                  <a:lnTo>
                    <a:pt x="192976" y="102068"/>
                  </a:lnTo>
                  <a:cubicBezTo>
                    <a:pt x="192976" y="102068"/>
                    <a:pt x="192976" y="101804"/>
                    <a:pt x="192976" y="101629"/>
                  </a:cubicBezTo>
                  <a:lnTo>
                    <a:pt x="194089" y="96361"/>
                  </a:lnTo>
                  <a:lnTo>
                    <a:pt x="191816" y="86703"/>
                  </a:lnTo>
                  <a:cubicBezTo>
                    <a:pt x="191770" y="86483"/>
                    <a:pt x="191816" y="86220"/>
                    <a:pt x="191909" y="86000"/>
                  </a:cubicBezTo>
                  <a:lnTo>
                    <a:pt x="194135" y="81566"/>
                  </a:lnTo>
                  <a:lnTo>
                    <a:pt x="194135" y="76694"/>
                  </a:lnTo>
                  <a:lnTo>
                    <a:pt x="173034" y="78493"/>
                  </a:lnTo>
                  <a:lnTo>
                    <a:pt x="167144" y="81654"/>
                  </a:lnTo>
                  <a:cubicBezTo>
                    <a:pt x="167144" y="81654"/>
                    <a:pt x="166773" y="81786"/>
                    <a:pt x="166587" y="81786"/>
                  </a:cubicBezTo>
                  <a:cubicBezTo>
                    <a:pt x="166402" y="81786"/>
                    <a:pt x="166216" y="81786"/>
                    <a:pt x="166077" y="81654"/>
                  </a:cubicBezTo>
                  <a:cubicBezTo>
                    <a:pt x="165706" y="81479"/>
                    <a:pt x="165474" y="81171"/>
                    <a:pt x="165428" y="80820"/>
                  </a:cubicBezTo>
                  <a:lnTo>
                    <a:pt x="164546" y="74235"/>
                  </a:lnTo>
                  <a:cubicBezTo>
                    <a:pt x="164500" y="73840"/>
                    <a:pt x="164686" y="73445"/>
                    <a:pt x="165010" y="73181"/>
                  </a:cubicBezTo>
                  <a:lnTo>
                    <a:pt x="167422" y="71601"/>
                  </a:lnTo>
                  <a:lnTo>
                    <a:pt x="167422" y="68089"/>
                  </a:lnTo>
                  <a:lnTo>
                    <a:pt x="158332" y="53514"/>
                  </a:lnTo>
                  <a:cubicBezTo>
                    <a:pt x="158147" y="53251"/>
                    <a:pt x="158147" y="52943"/>
                    <a:pt x="158239" y="52636"/>
                  </a:cubicBezTo>
                  <a:lnTo>
                    <a:pt x="161393" y="43198"/>
                  </a:lnTo>
                  <a:lnTo>
                    <a:pt x="161393" y="37447"/>
                  </a:lnTo>
                  <a:lnTo>
                    <a:pt x="157868" y="33057"/>
                  </a:lnTo>
                  <a:cubicBezTo>
                    <a:pt x="157868" y="33057"/>
                    <a:pt x="157636" y="32618"/>
                    <a:pt x="157636" y="32398"/>
                  </a:cubicBezTo>
                  <a:lnTo>
                    <a:pt x="157636" y="29369"/>
                  </a:lnTo>
                  <a:cubicBezTo>
                    <a:pt x="157636" y="29369"/>
                    <a:pt x="157636" y="29018"/>
                    <a:pt x="157776" y="28886"/>
                  </a:cubicBezTo>
                  <a:lnTo>
                    <a:pt x="159399" y="25813"/>
                  </a:lnTo>
                  <a:lnTo>
                    <a:pt x="159399" y="20106"/>
                  </a:lnTo>
                  <a:lnTo>
                    <a:pt x="140894" y="21116"/>
                  </a:lnTo>
                  <a:cubicBezTo>
                    <a:pt x="140569" y="21116"/>
                    <a:pt x="140245" y="21028"/>
                    <a:pt x="140013" y="20809"/>
                  </a:cubicBezTo>
                  <a:cubicBezTo>
                    <a:pt x="139781" y="20589"/>
                    <a:pt x="139642" y="20326"/>
                    <a:pt x="139642" y="20018"/>
                  </a:cubicBezTo>
                  <a:lnTo>
                    <a:pt x="139642" y="16726"/>
                  </a:lnTo>
                  <a:lnTo>
                    <a:pt x="125543" y="16726"/>
                  </a:lnTo>
                  <a:lnTo>
                    <a:pt x="123085" y="30072"/>
                  </a:lnTo>
                  <a:cubicBezTo>
                    <a:pt x="122993" y="30642"/>
                    <a:pt x="122436" y="31037"/>
                    <a:pt x="121880" y="30993"/>
                  </a:cubicBezTo>
                  <a:lnTo>
                    <a:pt x="110007" y="30203"/>
                  </a:lnTo>
                  <a:lnTo>
                    <a:pt x="102169" y="33408"/>
                  </a:lnTo>
                  <a:cubicBezTo>
                    <a:pt x="102169" y="33408"/>
                    <a:pt x="101891" y="33496"/>
                    <a:pt x="101705" y="33496"/>
                  </a:cubicBezTo>
                  <a:lnTo>
                    <a:pt x="91873" y="33496"/>
                  </a:lnTo>
                  <a:cubicBezTo>
                    <a:pt x="91502" y="33496"/>
                    <a:pt x="91085" y="33320"/>
                    <a:pt x="90900" y="32969"/>
                  </a:cubicBezTo>
                  <a:lnTo>
                    <a:pt x="82227" y="20062"/>
                  </a:lnTo>
                  <a:cubicBezTo>
                    <a:pt x="82227" y="20062"/>
                    <a:pt x="82088" y="19843"/>
                    <a:pt x="82088" y="19711"/>
                  </a:cubicBezTo>
                  <a:lnTo>
                    <a:pt x="77357" y="0"/>
                  </a:lnTo>
                  <a:lnTo>
                    <a:pt x="19989" y="0"/>
                  </a:lnTo>
                  <a:lnTo>
                    <a:pt x="10528" y="4346"/>
                  </a:lnTo>
                  <a:cubicBezTo>
                    <a:pt x="11084" y="5224"/>
                    <a:pt x="11687" y="6146"/>
                    <a:pt x="12475" y="7112"/>
                  </a:cubicBezTo>
                  <a:cubicBezTo>
                    <a:pt x="19432" y="15892"/>
                    <a:pt x="21751" y="27130"/>
                    <a:pt x="21751" y="27130"/>
                  </a:cubicBezTo>
                  <a:cubicBezTo>
                    <a:pt x="21751" y="27130"/>
                    <a:pt x="25507" y="35647"/>
                    <a:pt x="25507" y="39773"/>
                  </a:cubicBezTo>
                  <a:cubicBezTo>
                    <a:pt x="25507" y="39773"/>
                    <a:pt x="17994" y="40037"/>
                    <a:pt x="22632" y="51275"/>
                  </a:cubicBezTo>
                  <a:cubicBezTo>
                    <a:pt x="27270" y="62514"/>
                    <a:pt x="35942" y="73489"/>
                    <a:pt x="33948" y="82269"/>
                  </a:cubicBezTo>
                  <a:cubicBezTo>
                    <a:pt x="31908" y="91049"/>
                    <a:pt x="31351" y="100356"/>
                    <a:pt x="27270" y="100356"/>
                  </a:cubicBezTo>
                  <a:cubicBezTo>
                    <a:pt x="23189" y="100356"/>
                    <a:pt x="20035" y="102024"/>
                    <a:pt x="20035" y="107204"/>
                  </a:cubicBezTo>
                  <a:cubicBezTo>
                    <a:pt x="20035" y="107204"/>
                    <a:pt x="12197" y="109136"/>
                    <a:pt x="13078" y="118706"/>
                  </a:cubicBezTo>
                  <a:cubicBezTo>
                    <a:pt x="13078" y="118706"/>
                    <a:pt x="8441" y="123359"/>
                    <a:pt x="9600" y="133544"/>
                  </a:cubicBezTo>
                  <a:lnTo>
                    <a:pt x="5380" y="146978"/>
                  </a:lnTo>
                  <a:lnTo>
                    <a:pt x="0" y="151894"/>
                  </a:lnTo>
                  <a:cubicBezTo>
                    <a:pt x="0" y="151894"/>
                    <a:pt x="1438" y="160938"/>
                    <a:pt x="881" y="168094"/>
                  </a:cubicBezTo>
                  <a:cubicBezTo>
                    <a:pt x="788" y="169059"/>
                    <a:pt x="649" y="170201"/>
                    <a:pt x="510" y="171386"/>
                  </a:cubicBezTo>
                  <a:lnTo>
                    <a:pt x="2551" y="170157"/>
                  </a:lnTo>
                  <a:cubicBezTo>
                    <a:pt x="2551" y="170157"/>
                    <a:pt x="2922" y="169981"/>
                    <a:pt x="3107" y="16998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9" name="Freeform: Shape 2188">
              <a:extLst>
                <a:ext uri="{FF2B5EF4-FFF2-40B4-BE49-F238E27FC236}">
                  <a16:creationId xmlns:a16="http://schemas.microsoft.com/office/drawing/2014/main" id="{83386A4D-24B0-E812-6DE8-7C952104E8A2}"/>
                </a:ext>
              </a:extLst>
            </p:cNvPr>
            <p:cNvSpPr>
              <a:spLocks/>
            </p:cNvSpPr>
            <p:nvPr/>
          </p:nvSpPr>
          <p:spPr>
            <a:xfrm>
              <a:off x="5706945" y="3798970"/>
              <a:ext cx="68946" cy="137802"/>
            </a:xfrm>
            <a:custGeom>
              <a:avLst/>
              <a:gdLst>
                <a:gd name="connsiteX0" fmla="*/ 29960 w 46191"/>
                <a:gd name="connsiteY0" fmla="*/ 48158 h 92321"/>
                <a:gd name="connsiteX1" fmla="*/ 32325 w 46191"/>
                <a:gd name="connsiteY1" fmla="*/ 48158 h 92321"/>
                <a:gd name="connsiteX2" fmla="*/ 34737 w 46191"/>
                <a:gd name="connsiteY2" fmla="*/ 44076 h 92321"/>
                <a:gd name="connsiteX3" fmla="*/ 38493 w 46191"/>
                <a:gd name="connsiteY3" fmla="*/ 37008 h 92321"/>
                <a:gd name="connsiteX4" fmla="*/ 39514 w 46191"/>
                <a:gd name="connsiteY4" fmla="*/ 36393 h 92321"/>
                <a:gd name="connsiteX5" fmla="*/ 42806 w 46191"/>
                <a:gd name="connsiteY5" fmla="*/ 36393 h 92321"/>
                <a:gd name="connsiteX6" fmla="*/ 41601 w 46191"/>
                <a:gd name="connsiteY6" fmla="*/ 29457 h 92321"/>
                <a:gd name="connsiteX7" fmla="*/ 42389 w 46191"/>
                <a:gd name="connsiteY7" fmla="*/ 28228 h 92321"/>
                <a:gd name="connsiteX8" fmla="*/ 46192 w 46191"/>
                <a:gd name="connsiteY8" fmla="*/ 27086 h 92321"/>
                <a:gd name="connsiteX9" fmla="*/ 46192 w 46191"/>
                <a:gd name="connsiteY9" fmla="*/ 23355 h 92321"/>
                <a:gd name="connsiteX10" fmla="*/ 42945 w 46191"/>
                <a:gd name="connsiteY10" fmla="*/ 19535 h 92321"/>
                <a:gd name="connsiteX11" fmla="*/ 42760 w 46191"/>
                <a:gd name="connsiteY11" fmla="*/ 19184 h 92321"/>
                <a:gd name="connsiteX12" fmla="*/ 41601 w 46191"/>
                <a:gd name="connsiteY12" fmla="*/ 15892 h 92321"/>
                <a:gd name="connsiteX13" fmla="*/ 41554 w 46191"/>
                <a:gd name="connsiteY13" fmla="*/ 15541 h 92321"/>
                <a:gd name="connsiteX14" fmla="*/ 41554 w 46191"/>
                <a:gd name="connsiteY14" fmla="*/ 9087 h 92321"/>
                <a:gd name="connsiteX15" fmla="*/ 33021 w 46191"/>
                <a:gd name="connsiteY15" fmla="*/ 0 h 92321"/>
                <a:gd name="connsiteX16" fmla="*/ 26482 w 46191"/>
                <a:gd name="connsiteY16" fmla="*/ 1141 h 92321"/>
                <a:gd name="connsiteX17" fmla="*/ 24394 w 46191"/>
                <a:gd name="connsiteY17" fmla="*/ 6585 h 92321"/>
                <a:gd name="connsiteX18" fmla="*/ 24302 w 46191"/>
                <a:gd name="connsiteY18" fmla="*/ 6673 h 92321"/>
                <a:gd name="connsiteX19" fmla="*/ 24302 w 46191"/>
                <a:gd name="connsiteY19" fmla="*/ 6804 h 92321"/>
                <a:gd name="connsiteX20" fmla="*/ 19664 w 46191"/>
                <a:gd name="connsiteY20" fmla="*/ 13126 h 92321"/>
                <a:gd name="connsiteX21" fmla="*/ 18690 w 46191"/>
                <a:gd name="connsiteY21" fmla="*/ 13609 h 92321"/>
                <a:gd name="connsiteX22" fmla="*/ 14006 w 46191"/>
                <a:gd name="connsiteY22" fmla="*/ 13609 h 92321"/>
                <a:gd name="connsiteX23" fmla="*/ 14006 w 46191"/>
                <a:gd name="connsiteY23" fmla="*/ 16901 h 92321"/>
                <a:gd name="connsiteX24" fmla="*/ 13171 w 46191"/>
                <a:gd name="connsiteY24" fmla="*/ 17955 h 92321"/>
                <a:gd name="connsiteX25" fmla="*/ 2272 w 46191"/>
                <a:gd name="connsiteY25" fmla="*/ 21072 h 92321"/>
                <a:gd name="connsiteX26" fmla="*/ 0 w 46191"/>
                <a:gd name="connsiteY26" fmla="*/ 30115 h 92321"/>
                <a:gd name="connsiteX27" fmla="*/ 5658 w 46191"/>
                <a:gd name="connsiteY27" fmla="*/ 33276 h 92321"/>
                <a:gd name="connsiteX28" fmla="*/ 6168 w 46191"/>
                <a:gd name="connsiteY28" fmla="*/ 33847 h 92321"/>
                <a:gd name="connsiteX29" fmla="*/ 10203 w 46191"/>
                <a:gd name="connsiteY29" fmla="*/ 44558 h 92321"/>
                <a:gd name="connsiteX30" fmla="*/ 12522 w 46191"/>
                <a:gd name="connsiteY30" fmla="*/ 51758 h 92321"/>
                <a:gd name="connsiteX31" fmla="*/ 12568 w 46191"/>
                <a:gd name="connsiteY31" fmla="*/ 52065 h 92321"/>
                <a:gd name="connsiteX32" fmla="*/ 12568 w 46191"/>
                <a:gd name="connsiteY32" fmla="*/ 82532 h 92321"/>
                <a:gd name="connsiteX33" fmla="*/ 16789 w 46191"/>
                <a:gd name="connsiteY33" fmla="*/ 90522 h 92321"/>
                <a:gd name="connsiteX34" fmla="*/ 16603 w 46191"/>
                <a:gd name="connsiteY34" fmla="*/ 91751 h 92321"/>
                <a:gd name="connsiteX35" fmla="*/ 16047 w 46191"/>
                <a:gd name="connsiteY35" fmla="*/ 92322 h 92321"/>
                <a:gd name="connsiteX36" fmla="*/ 28800 w 46191"/>
                <a:gd name="connsiteY36" fmla="*/ 90478 h 92321"/>
                <a:gd name="connsiteX37" fmla="*/ 28800 w 46191"/>
                <a:gd name="connsiteY37" fmla="*/ 49300 h 92321"/>
                <a:gd name="connsiteX38" fmla="*/ 29960 w 46191"/>
                <a:gd name="connsiteY38" fmla="*/ 48202 h 9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6191" h="92321">
                  <a:moveTo>
                    <a:pt x="29960" y="48158"/>
                  </a:moveTo>
                  <a:lnTo>
                    <a:pt x="32325" y="48158"/>
                  </a:lnTo>
                  <a:lnTo>
                    <a:pt x="34737" y="44076"/>
                  </a:lnTo>
                  <a:lnTo>
                    <a:pt x="38493" y="37008"/>
                  </a:lnTo>
                  <a:cubicBezTo>
                    <a:pt x="38679" y="36656"/>
                    <a:pt x="39096" y="36393"/>
                    <a:pt x="39514" y="36393"/>
                  </a:cubicBezTo>
                  <a:lnTo>
                    <a:pt x="42806" y="36393"/>
                  </a:lnTo>
                  <a:lnTo>
                    <a:pt x="41601" y="29457"/>
                  </a:lnTo>
                  <a:cubicBezTo>
                    <a:pt x="41508" y="28930"/>
                    <a:pt x="41832" y="28403"/>
                    <a:pt x="42389" y="28228"/>
                  </a:cubicBezTo>
                  <a:lnTo>
                    <a:pt x="46192" y="27086"/>
                  </a:lnTo>
                  <a:lnTo>
                    <a:pt x="46192" y="23355"/>
                  </a:lnTo>
                  <a:lnTo>
                    <a:pt x="42945" y="19535"/>
                  </a:lnTo>
                  <a:cubicBezTo>
                    <a:pt x="42945" y="19535"/>
                    <a:pt x="42806" y="19316"/>
                    <a:pt x="42760" y="19184"/>
                  </a:cubicBezTo>
                  <a:lnTo>
                    <a:pt x="41601" y="15892"/>
                  </a:lnTo>
                  <a:cubicBezTo>
                    <a:pt x="41601" y="15892"/>
                    <a:pt x="41554" y="15672"/>
                    <a:pt x="41554" y="15541"/>
                  </a:cubicBezTo>
                  <a:lnTo>
                    <a:pt x="41554" y="9087"/>
                  </a:lnTo>
                  <a:lnTo>
                    <a:pt x="33021" y="0"/>
                  </a:lnTo>
                  <a:lnTo>
                    <a:pt x="26482" y="1141"/>
                  </a:lnTo>
                  <a:lnTo>
                    <a:pt x="24394" y="6585"/>
                  </a:lnTo>
                  <a:cubicBezTo>
                    <a:pt x="24394" y="6585"/>
                    <a:pt x="24302" y="6629"/>
                    <a:pt x="24302" y="6673"/>
                  </a:cubicBezTo>
                  <a:cubicBezTo>
                    <a:pt x="24302" y="6717"/>
                    <a:pt x="24302" y="6761"/>
                    <a:pt x="24302" y="6804"/>
                  </a:cubicBezTo>
                  <a:lnTo>
                    <a:pt x="19664" y="13126"/>
                  </a:lnTo>
                  <a:cubicBezTo>
                    <a:pt x="19432" y="13433"/>
                    <a:pt x="19107" y="13609"/>
                    <a:pt x="18690" y="13609"/>
                  </a:cubicBezTo>
                  <a:lnTo>
                    <a:pt x="14006" y="13609"/>
                  </a:lnTo>
                  <a:lnTo>
                    <a:pt x="14006" y="16901"/>
                  </a:lnTo>
                  <a:cubicBezTo>
                    <a:pt x="14006" y="17384"/>
                    <a:pt x="13681" y="17823"/>
                    <a:pt x="13171" y="17955"/>
                  </a:cubicBezTo>
                  <a:lnTo>
                    <a:pt x="2272" y="21072"/>
                  </a:lnTo>
                  <a:lnTo>
                    <a:pt x="0" y="30115"/>
                  </a:lnTo>
                  <a:lnTo>
                    <a:pt x="5658" y="33276"/>
                  </a:lnTo>
                  <a:cubicBezTo>
                    <a:pt x="5890" y="33408"/>
                    <a:pt x="6075" y="33627"/>
                    <a:pt x="6168" y="33847"/>
                  </a:cubicBezTo>
                  <a:lnTo>
                    <a:pt x="10203" y="44558"/>
                  </a:lnTo>
                  <a:lnTo>
                    <a:pt x="12522" y="51758"/>
                  </a:lnTo>
                  <a:cubicBezTo>
                    <a:pt x="12522" y="51758"/>
                    <a:pt x="12568" y="51978"/>
                    <a:pt x="12568" y="52065"/>
                  </a:cubicBezTo>
                  <a:lnTo>
                    <a:pt x="12568" y="82532"/>
                  </a:lnTo>
                  <a:lnTo>
                    <a:pt x="16789" y="90522"/>
                  </a:lnTo>
                  <a:cubicBezTo>
                    <a:pt x="17021" y="90917"/>
                    <a:pt x="16928" y="91400"/>
                    <a:pt x="16603" y="91751"/>
                  </a:cubicBezTo>
                  <a:lnTo>
                    <a:pt x="16047" y="92322"/>
                  </a:lnTo>
                  <a:cubicBezTo>
                    <a:pt x="19896" y="91619"/>
                    <a:pt x="24209" y="91005"/>
                    <a:pt x="28800" y="90478"/>
                  </a:cubicBezTo>
                  <a:lnTo>
                    <a:pt x="28800" y="49300"/>
                  </a:lnTo>
                  <a:cubicBezTo>
                    <a:pt x="28800" y="48685"/>
                    <a:pt x="29310" y="48202"/>
                    <a:pt x="29960" y="4820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0" name="Freeform: Shape 2189">
              <a:extLst>
                <a:ext uri="{FF2B5EF4-FFF2-40B4-BE49-F238E27FC236}">
                  <a16:creationId xmlns:a16="http://schemas.microsoft.com/office/drawing/2014/main" id="{68403ACB-4303-B1ED-50CF-F82E9D752CD6}"/>
                </a:ext>
              </a:extLst>
            </p:cNvPr>
            <p:cNvSpPr>
              <a:spLocks/>
            </p:cNvSpPr>
            <p:nvPr/>
          </p:nvSpPr>
          <p:spPr>
            <a:xfrm>
              <a:off x="5909911" y="3289238"/>
              <a:ext cx="370765" cy="340476"/>
            </a:xfrm>
            <a:custGeom>
              <a:avLst/>
              <a:gdLst>
                <a:gd name="connsiteX0" fmla="*/ 33948 w 248396"/>
                <a:gd name="connsiteY0" fmla="*/ 13609 h 228104"/>
                <a:gd name="connsiteX1" fmla="*/ 33392 w 248396"/>
                <a:gd name="connsiteY1" fmla="*/ 14707 h 228104"/>
                <a:gd name="connsiteX2" fmla="*/ 23467 w 248396"/>
                <a:gd name="connsiteY2" fmla="*/ 20370 h 228104"/>
                <a:gd name="connsiteX3" fmla="*/ 18968 w 248396"/>
                <a:gd name="connsiteY3" fmla="*/ 26208 h 228104"/>
                <a:gd name="connsiteX4" fmla="*/ 18041 w 248396"/>
                <a:gd name="connsiteY4" fmla="*/ 26647 h 228104"/>
                <a:gd name="connsiteX5" fmla="*/ 14841 w 248396"/>
                <a:gd name="connsiteY5" fmla="*/ 26647 h 228104"/>
                <a:gd name="connsiteX6" fmla="*/ 12847 w 248396"/>
                <a:gd name="connsiteY6" fmla="*/ 28974 h 228104"/>
                <a:gd name="connsiteX7" fmla="*/ 12847 w 248396"/>
                <a:gd name="connsiteY7" fmla="*/ 42847 h 228104"/>
                <a:gd name="connsiteX8" fmla="*/ 12615 w 248396"/>
                <a:gd name="connsiteY8" fmla="*/ 43461 h 228104"/>
                <a:gd name="connsiteX9" fmla="*/ 6910 w 248396"/>
                <a:gd name="connsiteY9" fmla="*/ 51144 h 228104"/>
                <a:gd name="connsiteX10" fmla="*/ 6168 w 248396"/>
                <a:gd name="connsiteY10" fmla="*/ 51583 h 228104"/>
                <a:gd name="connsiteX11" fmla="*/ 1391 w 248396"/>
                <a:gd name="connsiteY11" fmla="*/ 52329 h 228104"/>
                <a:gd name="connsiteX12" fmla="*/ 0 w 248396"/>
                <a:gd name="connsiteY12" fmla="*/ 54392 h 228104"/>
                <a:gd name="connsiteX13" fmla="*/ 7049 w 248396"/>
                <a:gd name="connsiteY13" fmla="*/ 67562 h 228104"/>
                <a:gd name="connsiteX14" fmla="*/ 7188 w 248396"/>
                <a:gd name="connsiteY14" fmla="*/ 68001 h 228104"/>
                <a:gd name="connsiteX15" fmla="*/ 8858 w 248396"/>
                <a:gd name="connsiteY15" fmla="*/ 97063 h 228104"/>
                <a:gd name="connsiteX16" fmla="*/ 8765 w 248396"/>
                <a:gd name="connsiteY16" fmla="*/ 97502 h 228104"/>
                <a:gd name="connsiteX17" fmla="*/ 6910 w 248396"/>
                <a:gd name="connsiteY17" fmla="*/ 102024 h 228104"/>
                <a:gd name="connsiteX18" fmla="*/ 8765 w 248396"/>
                <a:gd name="connsiteY18" fmla="*/ 106282 h 228104"/>
                <a:gd name="connsiteX19" fmla="*/ 8858 w 248396"/>
                <a:gd name="connsiteY19" fmla="*/ 106677 h 228104"/>
                <a:gd name="connsiteX20" fmla="*/ 8858 w 248396"/>
                <a:gd name="connsiteY20" fmla="*/ 113526 h 228104"/>
                <a:gd name="connsiteX21" fmla="*/ 8441 w 248396"/>
                <a:gd name="connsiteY21" fmla="*/ 114404 h 228104"/>
                <a:gd name="connsiteX22" fmla="*/ 4081 w 248396"/>
                <a:gd name="connsiteY22" fmla="*/ 117696 h 228104"/>
                <a:gd name="connsiteX23" fmla="*/ 1299 w 248396"/>
                <a:gd name="connsiteY23" fmla="*/ 120769 h 228104"/>
                <a:gd name="connsiteX24" fmla="*/ 9554 w 248396"/>
                <a:gd name="connsiteY24" fmla="*/ 133544 h 228104"/>
                <a:gd name="connsiteX25" fmla="*/ 9693 w 248396"/>
                <a:gd name="connsiteY25" fmla="*/ 133851 h 228104"/>
                <a:gd name="connsiteX26" fmla="*/ 12800 w 248396"/>
                <a:gd name="connsiteY26" fmla="*/ 145178 h 228104"/>
                <a:gd name="connsiteX27" fmla="*/ 14052 w 248396"/>
                <a:gd name="connsiteY27" fmla="*/ 146758 h 228104"/>
                <a:gd name="connsiteX28" fmla="*/ 22725 w 248396"/>
                <a:gd name="connsiteY28" fmla="*/ 146495 h 228104"/>
                <a:gd name="connsiteX29" fmla="*/ 23420 w 248396"/>
                <a:gd name="connsiteY29" fmla="*/ 146714 h 228104"/>
                <a:gd name="connsiteX30" fmla="*/ 31166 w 248396"/>
                <a:gd name="connsiteY30" fmla="*/ 151938 h 228104"/>
                <a:gd name="connsiteX31" fmla="*/ 34180 w 248396"/>
                <a:gd name="connsiteY31" fmla="*/ 151455 h 228104"/>
                <a:gd name="connsiteX32" fmla="*/ 35432 w 248396"/>
                <a:gd name="connsiteY32" fmla="*/ 152070 h 228104"/>
                <a:gd name="connsiteX33" fmla="*/ 40998 w 248396"/>
                <a:gd name="connsiteY33" fmla="*/ 163659 h 228104"/>
                <a:gd name="connsiteX34" fmla="*/ 65114 w 248396"/>
                <a:gd name="connsiteY34" fmla="*/ 168489 h 228104"/>
                <a:gd name="connsiteX35" fmla="*/ 65578 w 248396"/>
                <a:gd name="connsiteY35" fmla="*/ 168708 h 228104"/>
                <a:gd name="connsiteX36" fmla="*/ 76291 w 248396"/>
                <a:gd name="connsiteY36" fmla="*/ 176566 h 228104"/>
                <a:gd name="connsiteX37" fmla="*/ 88349 w 248396"/>
                <a:gd name="connsiteY37" fmla="*/ 171649 h 228104"/>
                <a:gd name="connsiteX38" fmla="*/ 88349 w 248396"/>
                <a:gd name="connsiteY38" fmla="*/ 171649 h 228104"/>
                <a:gd name="connsiteX39" fmla="*/ 103699 w 248396"/>
                <a:gd name="connsiteY39" fmla="*/ 164494 h 228104"/>
                <a:gd name="connsiteX40" fmla="*/ 104766 w 248396"/>
                <a:gd name="connsiteY40" fmla="*/ 164494 h 228104"/>
                <a:gd name="connsiteX41" fmla="*/ 229428 w 248396"/>
                <a:gd name="connsiteY41" fmla="*/ 228105 h 228104"/>
                <a:gd name="connsiteX42" fmla="*/ 229428 w 248396"/>
                <a:gd name="connsiteY42" fmla="*/ 222266 h 228104"/>
                <a:gd name="connsiteX43" fmla="*/ 230588 w 248396"/>
                <a:gd name="connsiteY43" fmla="*/ 221169 h 228104"/>
                <a:gd name="connsiteX44" fmla="*/ 244501 w 248396"/>
                <a:gd name="connsiteY44" fmla="*/ 221169 h 228104"/>
                <a:gd name="connsiteX45" fmla="*/ 244501 w 248396"/>
                <a:gd name="connsiteY45" fmla="*/ 67694 h 228104"/>
                <a:gd name="connsiteX46" fmla="*/ 239631 w 248396"/>
                <a:gd name="connsiteY46" fmla="*/ 54436 h 228104"/>
                <a:gd name="connsiteX47" fmla="*/ 239631 w 248396"/>
                <a:gd name="connsiteY47" fmla="*/ 53646 h 228104"/>
                <a:gd name="connsiteX48" fmla="*/ 244455 w 248396"/>
                <a:gd name="connsiteY48" fmla="*/ 42583 h 228104"/>
                <a:gd name="connsiteX49" fmla="*/ 244455 w 248396"/>
                <a:gd name="connsiteY49" fmla="*/ 37315 h 228104"/>
                <a:gd name="connsiteX50" fmla="*/ 241997 w 248396"/>
                <a:gd name="connsiteY50" fmla="*/ 32881 h 228104"/>
                <a:gd name="connsiteX51" fmla="*/ 242182 w 248396"/>
                <a:gd name="connsiteY51" fmla="*/ 31608 h 228104"/>
                <a:gd name="connsiteX52" fmla="*/ 248397 w 248396"/>
                <a:gd name="connsiteY52" fmla="*/ 25726 h 228104"/>
                <a:gd name="connsiteX53" fmla="*/ 247376 w 248396"/>
                <a:gd name="connsiteY53" fmla="*/ 22521 h 228104"/>
                <a:gd name="connsiteX54" fmla="*/ 231701 w 248396"/>
                <a:gd name="connsiteY54" fmla="*/ 21160 h 228104"/>
                <a:gd name="connsiteX55" fmla="*/ 229104 w 248396"/>
                <a:gd name="connsiteY55" fmla="*/ 17033 h 228104"/>
                <a:gd name="connsiteX56" fmla="*/ 220431 w 248396"/>
                <a:gd name="connsiteY56" fmla="*/ 16770 h 228104"/>
                <a:gd name="connsiteX57" fmla="*/ 215794 w 248396"/>
                <a:gd name="connsiteY57" fmla="*/ 9351 h 228104"/>
                <a:gd name="connsiteX58" fmla="*/ 175492 w 248396"/>
                <a:gd name="connsiteY58" fmla="*/ 12380 h 228104"/>
                <a:gd name="connsiteX59" fmla="*/ 169092 w 248396"/>
                <a:gd name="connsiteY59" fmla="*/ 36788 h 228104"/>
                <a:gd name="connsiteX60" fmla="*/ 161857 w 248396"/>
                <a:gd name="connsiteY60" fmla="*/ 48290 h 228104"/>
                <a:gd name="connsiteX61" fmla="*/ 144744 w 248396"/>
                <a:gd name="connsiteY61" fmla="*/ 48290 h 228104"/>
                <a:gd name="connsiteX62" fmla="*/ 107920 w 248396"/>
                <a:gd name="connsiteY62" fmla="*/ 34593 h 228104"/>
                <a:gd name="connsiteX63" fmla="*/ 93729 w 248396"/>
                <a:gd name="connsiteY63" fmla="*/ 15936 h 228104"/>
                <a:gd name="connsiteX64" fmla="*/ 81856 w 248396"/>
                <a:gd name="connsiteY64" fmla="*/ 12073 h 228104"/>
                <a:gd name="connsiteX65" fmla="*/ 65067 w 248396"/>
                <a:gd name="connsiteY65" fmla="*/ 6585 h 228104"/>
                <a:gd name="connsiteX66" fmla="*/ 54633 w 248396"/>
                <a:gd name="connsiteY66" fmla="*/ 6322 h 228104"/>
                <a:gd name="connsiteX67" fmla="*/ 44801 w 248396"/>
                <a:gd name="connsiteY67" fmla="*/ 6058 h 228104"/>
                <a:gd name="connsiteX68" fmla="*/ 35061 w 248396"/>
                <a:gd name="connsiteY68" fmla="*/ 0 h 228104"/>
                <a:gd name="connsiteX69" fmla="*/ 33206 w 248396"/>
                <a:gd name="connsiteY69" fmla="*/ 8034 h 228104"/>
                <a:gd name="connsiteX70" fmla="*/ 34041 w 248396"/>
                <a:gd name="connsiteY70" fmla="*/ 13609 h 22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248396" h="228104">
                  <a:moveTo>
                    <a:pt x="33948" y="13609"/>
                  </a:moveTo>
                  <a:cubicBezTo>
                    <a:pt x="33995" y="14048"/>
                    <a:pt x="33809" y="14487"/>
                    <a:pt x="33392" y="14707"/>
                  </a:cubicBezTo>
                  <a:lnTo>
                    <a:pt x="23467" y="20370"/>
                  </a:lnTo>
                  <a:lnTo>
                    <a:pt x="18968" y="26208"/>
                  </a:lnTo>
                  <a:cubicBezTo>
                    <a:pt x="18737" y="26472"/>
                    <a:pt x="18412" y="26647"/>
                    <a:pt x="18041" y="26647"/>
                  </a:cubicBezTo>
                  <a:lnTo>
                    <a:pt x="14841" y="26647"/>
                  </a:lnTo>
                  <a:lnTo>
                    <a:pt x="12847" y="28974"/>
                  </a:lnTo>
                  <a:lnTo>
                    <a:pt x="12847" y="42847"/>
                  </a:lnTo>
                  <a:cubicBezTo>
                    <a:pt x="12847" y="43066"/>
                    <a:pt x="12754" y="43286"/>
                    <a:pt x="12615" y="43461"/>
                  </a:cubicBezTo>
                  <a:lnTo>
                    <a:pt x="6910" y="51144"/>
                  </a:lnTo>
                  <a:cubicBezTo>
                    <a:pt x="6725" y="51407"/>
                    <a:pt x="6447" y="51539"/>
                    <a:pt x="6168" y="51583"/>
                  </a:cubicBezTo>
                  <a:lnTo>
                    <a:pt x="1391" y="52329"/>
                  </a:lnTo>
                  <a:lnTo>
                    <a:pt x="0" y="54392"/>
                  </a:lnTo>
                  <a:lnTo>
                    <a:pt x="7049" y="67562"/>
                  </a:lnTo>
                  <a:cubicBezTo>
                    <a:pt x="7049" y="67562"/>
                    <a:pt x="7188" y="67870"/>
                    <a:pt x="7188" y="68001"/>
                  </a:cubicBezTo>
                  <a:lnTo>
                    <a:pt x="8858" y="97063"/>
                  </a:lnTo>
                  <a:cubicBezTo>
                    <a:pt x="8858" y="97063"/>
                    <a:pt x="8858" y="97370"/>
                    <a:pt x="8765" y="97502"/>
                  </a:cubicBezTo>
                  <a:lnTo>
                    <a:pt x="6910" y="102024"/>
                  </a:lnTo>
                  <a:lnTo>
                    <a:pt x="8765" y="106282"/>
                  </a:lnTo>
                  <a:cubicBezTo>
                    <a:pt x="8765" y="106282"/>
                    <a:pt x="8858" y="106546"/>
                    <a:pt x="8858" y="106677"/>
                  </a:cubicBezTo>
                  <a:lnTo>
                    <a:pt x="8858" y="113526"/>
                  </a:lnTo>
                  <a:cubicBezTo>
                    <a:pt x="8858" y="113877"/>
                    <a:pt x="8719" y="114184"/>
                    <a:pt x="8441" y="114404"/>
                  </a:cubicBezTo>
                  <a:lnTo>
                    <a:pt x="4081" y="117696"/>
                  </a:lnTo>
                  <a:lnTo>
                    <a:pt x="1299" y="120769"/>
                  </a:lnTo>
                  <a:lnTo>
                    <a:pt x="9554" y="133544"/>
                  </a:lnTo>
                  <a:cubicBezTo>
                    <a:pt x="9554" y="133544"/>
                    <a:pt x="9647" y="133720"/>
                    <a:pt x="9693" y="133851"/>
                  </a:cubicBezTo>
                  <a:lnTo>
                    <a:pt x="12800" y="145178"/>
                  </a:lnTo>
                  <a:lnTo>
                    <a:pt x="14052" y="146758"/>
                  </a:lnTo>
                  <a:lnTo>
                    <a:pt x="22725" y="146495"/>
                  </a:lnTo>
                  <a:cubicBezTo>
                    <a:pt x="22957" y="146495"/>
                    <a:pt x="23235" y="146538"/>
                    <a:pt x="23420" y="146714"/>
                  </a:cubicBezTo>
                  <a:lnTo>
                    <a:pt x="31166" y="151938"/>
                  </a:lnTo>
                  <a:lnTo>
                    <a:pt x="34180" y="151455"/>
                  </a:lnTo>
                  <a:cubicBezTo>
                    <a:pt x="34690" y="151368"/>
                    <a:pt x="35200" y="151631"/>
                    <a:pt x="35432" y="152070"/>
                  </a:cubicBezTo>
                  <a:lnTo>
                    <a:pt x="40998" y="163659"/>
                  </a:lnTo>
                  <a:lnTo>
                    <a:pt x="65114" y="168489"/>
                  </a:lnTo>
                  <a:cubicBezTo>
                    <a:pt x="65114" y="168489"/>
                    <a:pt x="65438" y="168576"/>
                    <a:pt x="65578" y="168708"/>
                  </a:cubicBezTo>
                  <a:lnTo>
                    <a:pt x="76291" y="176566"/>
                  </a:lnTo>
                  <a:lnTo>
                    <a:pt x="88349" y="171649"/>
                  </a:lnTo>
                  <a:lnTo>
                    <a:pt x="88349" y="171649"/>
                  </a:lnTo>
                  <a:cubicBezTo>
                    <a:pt x="88349" y="171649"/>
                    <a:pt x="103699" y="164494"/>
                    <a:pt x="103699" y="164494"/>
                  </a:cubicBezTo>
                  <a:cubicBezTo>
                    <a:pt x="104024" y="164362"/>
                    <a:pt x="104442" y="164362"/>
                    <a:pt x="104766" y="164494"/>
                  </a:cubicBezTo>
                  <a:lnTo>
                    <a:pt x="229428" y="228105"/>
                  </a:lnTo>
                  <a:lnTo>
                    <a:pt x="229428" y="222266"/>
                  </a:lnTo>
                  <a:cubicBezTo>
                    <a:pt x="229428" y="221652"/>
                    <a:pt x="229939" y="221169"/>
                    <a:pt x="230588" y="221169"/>
                  </a:cubicBezTo>
                  <a:lnTo>
                    <a:pt x="244501" y="221169"/>
                  </a:lnTo>
                  <a:lnTo>
                    <a:pt x="244501" y="67694"/>
                  </a:lnTo>
                  <a:lnTo>
                    <a:pt x="239631" y="54436"/>
                  </a:lnTo>
                  <a:cubicBezTo>
                    <a:pt x="239539" y="54173"/>
                    <a:pt x="239539" y="53909"/>
                    <a:pt x="239631" y="53646"/>
                  </a:cubicBezTo>
                  <a:lnTo>
                    <a:pt x="244455" y="42583"/>
                  </a:lnTo>
                  <a:lnTo>
                    <a:pt x="244455" y="37315"/>
                  </a:lnTo>
                  <a:lnTo>
                    <a:pt x="241997" y="32881"/>
                  </a:lnTo>
                  <a:cubicBezTo>
                    <a:pt x="241765" y="32442"/>
                    <a:pt x="241858" y="31915"/>
                    <a:pt x="242182" y="31608"/>
                  </a:cubicBezTo>
                  <a:lnTo>
                    <a:pt x="248397" y="25726"/>
                  </a:lnTo>
                  <a:cubicBezTo>
                    <a:pt x="247933" y="24847"/>
                    <a:pt x="247515" y="23838"/>
                    <a:pt x="247376" y="22521"/>
                  </a:cubicBezTo>
                  <a:cubicBezTo>
                    <a:pt x="247376" y="22521"/>
                    <a:pt x="236339" y="20853"/>
                    <a:pt x="231701" y="21160"/>
                  </a:cubicBezTo>
                  <a:lnTo>
                    <a:pt x="229104" y="17033"/>
                  </a:lnTo>
                  <a:lnTo>
                    <a:pt x="220431" y="16770"/>
                  </a:lnTo>
                  <a:cubicBezTo>
                    <a:pt x="220431" y="16770"/>
                    <a:pt x="212594" y="16506"/>
                    <a:pt x="215794" y="9351"/>
                  </a:cubicBezTo>
                  <a:cubicBezTo>
                    <a:pt x="215794" y="9351"/>
                    <a:pt x="194924" y="-2458"/>
                    <a:pt x="175492" y="12380"/>
                  </a:cubicBezTo>
                  <a:cubicBezTo>
                    <a:pt x="175492" y="12380"/>
                    <a:pt x="158703" y="20326"/>
                    <a:pt x="169092" y="36788"/>
                  </a:cubicBezTo>
                  <a:cubicBezTo>
                    <a:pt x="169092" y="36788"/>
                    <a:pt x="168813" y="43637"/>
                    <a:pt x="161857" y="48290"/>
                  </a:cubicBezTo>
                  <a:cubicBezTo>
                    <a:pt x="154900" y="52943"/>
                    <a:pt x="148547" y="52153"/>
                    <a:pt x="144744" y="48290"/>
                  </a:cubicBezTo>
                  <a:cubicBezTo>
                    <a:pt x="140987" y="44427"/>
                    <a:pt x="129068" y="34286"/>
                    <a:pt x="107920" y="34593"/>
                  </a:cubicBezTo>
                  <a:cubicBezTo>
                    <a:pt x="86772" y="34857"/>
                    <a:pt x="98366" y="19228"/>
                    <a:pt x="93729" y="15936"/>
                  </a:cubicBezTo>
                  <a:cubicBezTo>
                    <a:pt x="89091" y="12643"/>
                    <a:pt x="81856" y="12073"/>
                    <a:pt x="81856" y="12073"/>
                  </a:cubicBezTo>
                  <a:cubicBezTo>
                    <a:pt x="81856" y="12073"/>
                    <a:pt x="73740" y="5751"/>
                    <a:pt x="65067" y="6585"/>
                  </a:cubicBezTo>
                  <a:cubicBezTo>
                    <a:pt x="65067" y="6585"/>
                    <a:pt x="61311" y="3556"/>
                    <a:pt x="54633" y="6322"/>
                  </a:cubicBezTo>
                  <a:lnTo>
                    <a:pt x="44801" y="6058"/>
                  </a:lnTo>
                  <a:cubicBezTo>
                    <a:pt x="44801" y="6058"/>
                    <a:pt x="39699" y="2327"/>
                    <a:pt x="35061" y="0"/>
                  </a:cubicBezTo>
                  <a:lnTo>
                    <a:pt x="33206" y="8034"/>
                  </a:lnTo>
                  <a:lnTo>
                    <a:pt x="34041" y="136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1" name="Freeform: Shape 2190">
              <a:extLst>
                <a:ext uri="{FF2B5EF4-FFF2-40B4-BE49-F238E27FC236}">
                  <a16:creationId xmlns:a16="http://schemas.microsoft.com/office/drawing/2014/main" id="{7D40DFF5-2A7B-AF7A-CA41-00A14C6F6F29}"/>
                </a:ext>
              </a:extLst>
            </p:cNvPr>
            <p:cNvSpPr>
              <a:spLocks/>
            </p:cNvSpPr>
            <p:nvPr/>
          </p:nvSpPr>
          <p:spPr>
            <a:xfrm>
              <a:off x="5753256" y="3766076"/>
              <a:ext cx="277865" cy="215706"/>
            </a:xfrm>
            <a:custGeom>
              <a:avLst/>
              <a:gdLst>
                <a:gd name="connsiteX0" fmla="*/ 92847 w 186158"/>
                <a:gd name="connsiteY0" fmla="*/ 121208 h 144514"/>
                <a:gd name="connsiteX1" fmla="*/ 93172 w 186158"/>
                <a:gd name="connsiteY1" fmla="*/ 120462 h 144514"/>
                <a:gd name="connsiteX2" fmla="*/ 112882 w 186158"/>
                <a:gd name="connsiteY2" fmla="*/ 101234 h 144514"/>
                <a:gd name="connsiteX3" fmla="*/ 114227 w 186158"/>
                <a:gd name="connsiteY3" fmla="*/ 101014 h 144514"/>
                <a:gd name="connsiteX4" fmla="*/ 119375 w 186158"/>
                <a:gd name="connsiteY4" fmla="*/ 103429 h 144514"/>
                <a:gd name="connsiteX5" fmla="*/ 120720 w 186158"/>
                <a:gd name="connsiteY5" fmla="*/ 98951 h 144514"/>
                <a:gd name="connsiteX6" fmla="*/ 121648 w 186158"/>
                <a:gd name="connsiteY6" fmla="*/ 98161 h 144514"/>
                <a:gd name="connsiteX7" fmla="*/ 122807 w 186158"/>
                <a:gd name="connsiteY7" fmla="*/ 98643 h 144514"/>
                <a:gd name="connsiteX8" fmla="*/ 129717 w 186158"/>
                <a:gd name="connsiteY8" fmla="*/ 108565 h 144514"/>
                <a:gd name="connsiteX9" fmla="*/ 136442 w 186158"/>
                <a:gd name="connsiteY9" fmla="*/ 108565 h 144514"/>
                <a:gd name="connsiteX10" fmla="*/ 139039 w 186158"/>
                <a:gd name="connsiteY10" fmla="*/ 102638 h 144514"/>
                <a:gd name="connsiteX11" fmla="*/ 139503 w 186158"/>
                <a:gd name="connsiteY11" fmla="*/ 102112 h 144514"/>
                <a:gd name="connsiteX12" fmla="*/ 142425 w 186158"/>
                <a:gd name="connsiteY12" fmla="*/ 100487 h 144514"/>
                <a:gd name="connsiteX13" fmla="*/ 142425 w 186158"/>
                <a:gd name="connsiteY13" fmla="*/ 95351 h 144514"/>
                <a:gd name="connsiteX14" fmla="*/ 142657 w 186158"/>
                <a:gd name="connsiteY14" fmla="*/ 94692 h 144514"/>
                <a:gd name="connsiteX15" fmla="*/ 147944 w 186158"/>
                <a:gd name="connsiteY15" fmla="*/ 87844 h 144514"/>
                <a:gd name="connsiteX16" fmla="*/ 148222 w 186158"/>
                <a:gd name="connsiteY16" fmla="*/ 80776 h 144514"/>
                <a:gd name="connsiteX17" fmla="*/ 148825 w 186158"/>
                <a:gd name="connsiteY17" fmla="*/ 79854 h 144514"/>
                <a:gd name="connsiteX18" fmla="*/ 157404 w 186158"/>
                <a:gd name="connsiteY18" fmla="*/ 75552 h 144514"/>
                <a:gd name="connsiteX19" fmla="*/ 156338 w 186158"/>
                <a:gd name="connsiteY19" fmla="*/ 67518 h 144514"/>
                <a:gd name="connsiteX20" fmla="*/ 157080 w 186158"/>
                <a:gd name="connsiteY20" fmla="*/ 66377 h 144514"/>
                <a:gd name="connsiteX21" fmla="*/ 163619 w 186158"/>
                <a:gd name="connsiteY21" fmla="*/ 63918 h 144514"/>
                <a:gd name="connsiteX22" fmla="*/ 163897 w 186158"/>
                <a:gd name="connsiteY22" fmla="*/ 56675 h 144514"/>
                <a:gd name="connsiteX23" fmla="*/ 164454 w 186158"/>
                <a:gd name="connsiteY23" fmla="*/ 55753 h 144514"/>
                <a:gd name="connsiteX24" fmla="*/ 168349 w 186158"/>
                <a:gd name="connsiteY24" fmla="*/ 53558 h 144514"/>
                <a:gd name="connsiteX25" fmla="*/ 169695 w 186158"/>
                <a:gd name="connsiteY25" fmla="*/ 46095 h 144514"/>
                <a:gd name="connsiteX26" fmla="*/ 169787 w 186158"/>
                <a:gd name="connsiteY26" fmla="*/ 45788 h 144514"/>
                <a:gd name="connsiteX27" fmla="*/ 173822 w 186158"/>
                <a:gd name="connsiteY27" fmla="*/ 38369 h 144514"/>
                <a:gd name="connsiteX28" fmla="*/ 174842 w 186158"/>
                <a:gd name="connsiteY28" fmla="*/ 37798 h 144514"/>
                <a:gd name="connsiteX29" fmla="*/ 181103 w 186158"/>
                <a:gd name="connsiteY29" fmla="*/ 37798 h 144514"/>
                <a:gd name="connsiteX30" fmla="*/ 186158 w 186158"/>
                <a:gd name="connsiteY30" fmla="*/ 33715 h 144514"/>
                <a:gd name="connsiteX31" fmla="*/ 186158 w 186158"/>
                <a:gd name="connsiteY31" fmla="*/ 26516 h 144514"/>
                <a:gd name="connsiteX32" fmla="*/ 178924 w 186158"/>
                <a:gd name="connsiteY32" fmla="*/ 19140 h 144514"/>
                <a:gd name="connsiteX33" fmla="*/ 178135 w 186158"/>
                <a:gd name="connsiteY33" fmla="*/ 14750 h 144514"/>
                <a:gd name="connsiteX34" fmla="*/ 177161 w 186158"/>
                <a:gd name="connsiteY34" fmla="*/ 14750 h 144514"/>
                <a:gd name="connsiteX35" fmla="*/ 174286 w 186158"/>
                <a:gd name="connsiteY35" fmla="*/ 9263 h 144514"/>
                <a:gd name="connsiteX36" fmla="*/ 167747 w 186158"/>
                <a:gd name="connsiteY36" fmla="*/ 3029 h 144514"/>
                <a:gd name="connsiteX37" fmla="*/ 159584 w 186158"/>
                <a:gd name="connsiteY37" fmla="*/ 4478 h 144514"/>
                <a:gd name="connsiteX38" fmla="*/ 153787 w 186158"/>
                <a:gd name="connsiteY38" fmla="*/ 12160 h 144514"/>
                <a:gd name="connsiteX39" fmla="*/ 152674 w 186158"/>
                <a:gd name="connsiteY39" fmla="*/ 12599 h 144514"/>
                <a:gd name="connsiteX40" fmla="*/ 151747 w 186158"/>
                <a:gd name="connsiteY40" fmla="*/ 11897 h 144514"/>
                <a:gd name="connsiteX41" fmla="*/ 132732 w 186158"/>
                <a:gd name="connsiteY41" fmla="*/ 6497 h 144514"/>
                <a:gd name="connsiteX42" fmla="*/ 109821 w 186158"/>
                <a:gd name="connsiteY42" fmla="*/ 15233 h 144514"/>
                <a:gd name="connsiteX43" fmla="*/ 108662 w 186158"/>
                <a:gd name="connsiteY43" fmla="*/ 15848 h 144514"/>
                <a:gd name="connsiteX44" fmla="*/ 96279 w 186158"/>
                <a:gd name="connsiteY44" fmla="*/ 14487 h 144514"/>
                <a:gd name="connsiteX45" fmla="*/ 78053 w 186158"/>
                <a:gd name="connsiteY45" fmla="*/ 8253 h 144514"/>
                <a:gd name="connsiteX46" fmla="*/ 65392 w 186158"/>
                <a:gd name="connsiteY46" fmla="*/ 12599 h 144514"/>
                <a:gd name="connsiteX47" fmla="*/ 64186 w 186158"/>
                <a:gd name="connsiteY47" fmla="*/ 12336 h 144514"/>
                <a:gd name="connsiteX48" fmla="*/ 52824 w 186158"/>
                <a:gd name="connsiteY48" fmla="*/ 1800 h 144514"/>
                <a:gd name="connsiteX49" fmla="*/ 43038 w 186158"/>
                <a:gd name="connsiteY49" fmla="*/ 0 h 144514"/>
                <a:gd name="connsiteX50" fmla="*/ 21334 w 186158"/>
                <a:gd name="connsiteY50" fmla="*/ 6585 h 144514"/>
                <a:gd name="connsiteX51" fmla="*/ 19757 w 186158"/>
                <a:gd name="connsiteY51" fmla="*/ 13126 h 144514"/>
                <a:gd name="connsiteX52" fmla="*/ 19525 w 186158"/>
                <a:gd name="connsiteY52" fmla="*/ 13565 h 144514"/>
                <a:gd name="connsiteX53" fmla="*/ 14238 w 186158"/>
                <a:gd name="connsiteY53" fmla="*/ 19623 h 144514"/>
                <a:gd name="connsiteX54" fmla="*/ 12847 w 186158"/>
                <a:gd name="connsiteY54" fmla="*/ 30774 h 144514"/>
                <a:gd name="connsiteX55" fmla="*/ 12847 w 186158"/>
                <a:gd name="connsiteY55" fmla="*/ 37403 h 144514"/>
                <a:gd name="connsiteX56" fmla="*/ 13867 w 186158"/>
                <a:gd name="connsiteY56" fmla="*/ 40344 h 144514"/>
                <a:gd name="connsiteX57" fmla="*/ 17206 w 186158"/>
                <a:gd name="connsiteY57" fmla="*/ 44295 h 144514"/>
                <a:gd name="connsiteX58" fmla="*/ 17438 w 186158"/>
                <a:gd name="connsiteY58" fmla="*/ 44998 h 144514"/>
                <a:gd name="connsiteX59" fmla="*/ 17438 w 186158"/>
                <a:gd name="connsiteY59" fmla="*/ 49914 h 144514"/>
                <a:gd name="connsiteX60" fmla="*/ 16603 w 186158"/>
                <a:gd name="connsiteY60" fmla="*/ 50968 h 144514"/>
                <a:gd name="connsiteX61" fmla="*/ 12939 w 186158"/>
                <a:gd name="connsiteY61" fmla="*/ 52065 h 144514"/>
                <a:gd name="connsiteX62" fmla="*/ 14238 w 186158"/>
                <a:gd name="connsiteY62" fmla="*/ 59353 h 144514"/>
                <a:gd name="connsiteX63" fmla="*/ 13960 w 186158"/>
                <a:gd name="connsiteY63" fmla="*/ 60231 h 144514"/>
                <a:gd name="connsiteX64" fmla="*/ 13078 w 186158"/>
                <a:gd name="connsiteY64" fmla="*/ 60626 h 144514"/>
                <a:gd name="connsiteX65" fmla="*/ 9136 w 186158"/>
                <a:gd name="connsiteY65" fmla="*/ 60626 h 144514"/>
                <a:gd name="connsiteX66" fmla="*/ 5705 w 186158"/>
                <a:gd name="connsiteY66" fmla="*/ 67167 h 144514"/>
                <a:gd name="connsiteX67" fmla="*/ 2922 w 186158"/>
                <a:gd name="connsiteY67" fmla="*/ 71864 h 144514"/>
                <a:gd name="connsiteX68" fmla="*/ 1902 w 186158"/>
                <a:gd name="connsiteY68" fmla="*/ 72435 h 144514"/>
                <a:gd name="connsiteX69" fmla="*/ 0 w 186158"/>
                <a:gd name="connsiteY69" fmla="*/ 72435 h 144514"/>
                <a:gd name="connsiteX70" fmla="*/ 0 w 186158"/>
                <a:gd name="connsiteY70" fmla="*/ 112296 h 144514"/>
                <a:gd name="connsiteX71" fmla="*/ 22586 w 186158"/>
                <a:gd name="connsiteY71" fmla="*/ 112253 h 144514"/>
                <a:gd name="connsiteX72" fmla="*/ 40858 w 186158"/>
                <a:gd name="connsiteY72" fmla="*/ 130910 h 144514"/>
                <a:gd name="connsiteX73" fmla="*/ 64325 w 186158"/>
                <a:gd name="connsiteY73" fmla="*/ 143817 h 144514"/>
                <a:gd name="connsiteX74" fmla="*/ 67525 w 186158"/>
                <a:gd name="connsiteY74" fmla="*/ 140788 h 144514"/>
                <a:gd name="connsiteX75" fmla="*/ 70122 w 186158"/>
                <a:gd name="connsiteY75" fmla="*/ 142148 h 144514"/>
                <a:gd name="connsiteX76" fmla="*/ 78795 w 186158"/>
                <a:gd name="connsiteY76" fmla="*/ 140788 h 144514"/>
                <a:gd name="connsiteX77" fmla="*/ 86911 w 186158"/>
                <a:gd name="connsiteY77" fmla="*/ 140261 h 144514"/>
                <a:gd name="connsiteX78" fmla="*/ 85752 w 186158"/>
                <a:gd name="connsiteY78" fmla="*/ 137232 h 144514"/>
                <a:gd name="connsiteX79" fmla="*/ 88349 w 186158"/>
                <a:gd name="connsiteY79" fmla="*/ 136134 h 144514"/>
                <a:gd name="connsiteX80" fmla="*/ 89091 w 186158"/>
                <a:gd name="connsiteY80" fmla="*/ 137495 h 144514"/>
                <a:gd name="connsiteX81" fmla="*/ 92708 w 186158"/>
                <a:gd name="connsiteY81" fmla="*/ 131437 h 144514"/>
                <a:gd name="connsiteX82" fmla="*/ 92708 w 186158"/>
                <a:gd name="connsiteY82" fmla="*/ 121296 h 144514"/>
                <a:gd name="connsiteX83" fmla="*/ 26157 w 186158"/>
                <a:gd name="connsiteY83" fmla="*/ 58387 h 144514"/>
                <a:gd name="connsiteX84" fmla="*/ 24116 w 186158"/>
                <a:gd name="connsiteY84" fmla="*/ 55665 h 144514"/>
                <a:gd name="connsiteX85" fmla="*/ 26157 w 186158"/>
                <a:gd name="connsiteY85" fmla="*/ 47149 h 144514"/>
                <a:gd name="connsiteX86" fmla="*/ 29635 w 186158"/>
                <a:gd name="connsiteY86" fmla="*/ 48510 h 144514"/>
                <a:gd name="connsiteX87" fmla="*/ 26157 w 186158"/>
                <a:gd name="connsiteY87" fmla="*/ 58387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86158" h="144514">
                  <a:moveTo>
                    <a:pt x="92847" y="121208"/>
                  </a:moveTo>
                  <a:cubicBezTo>
                    <a:pt x="92847" y="120901"/>
                    <a:pt x="92986" y="120637"/>
                    <a:pt x="93172" y="120462"/>
                  </a:cubicBezTo>
                  <a:lnTo>
                    <a:pt x="112882" y="101234"/>
                  </a:lnTo>
                  <a:cubicBezTo>
                    <a:pt x="113253" y="100882"/>
                    <a:pt x="113764" y="100794"/>
                    <a:pt x="114227" y="101014"/>
                  </a:cubicBezTo>
                  <a:lnTo>
                    <a:pt x="119375" y="103429"/>
                  </a:lnTo>
                  <a:lnTo>
                    <a:pt x="120720" y="98951"/>
                  </a:lnTo>
                  <a:cubicBezTo>
                    <a:pt x="120859" y="98556"/>
                    <a:pt x="121230" y="98248"/>
                    <a:pt x="121648" y="98161"/>
                  </a:cubicBezTo>
                  <a:cubicBezTo>
                    <a:pt x="122065" y="98073"/>
                    <a:pt x="122529" y="98292"/>
                    <a:pt x="122807" y="98643"/>
                  </a:cubicBezTo>
                  <a:lnTo>
                    <a:pt x="129717" y="108565"/>
                  </a:lnTo>
                  <a:lnTo>
                    <a:pt x="136442" y="108565"/>
                  </a:lnTo>
                  <a:lnTo>
                    <a:pt x="139039" y="102638"/>
                  </a:lnTo>
                  <a:cubicBezTo>
                    <a:pt x="139132" y="102419"/>
                    <a:pt x="139317" y="102243"/>
                    <a:pt x="139503" y="102112"/>
                  </a:cubicBezTo>
                  <a:lnTo>
                    <a:pt x="142425" y="100487"/>
                  </a:lnTo>
                  <a:lnTo>
                    <a:pt x="142425" y="95351"/>
                  </a:lnTo>
                  <a:cubicBezTo>
                    <a:pt x="142425" y="95131"/>
                    <a:pt x="142518" y="94912"/>
                    <a:pt x="142657" y="94692"/>
                  </a:cubicBezTo>
                  <a:lnTo>
                    <a:pt x="147944" y="87844"/>
                  </a:lnTo>
                  <a:lnTo>
                    <a:pt x="148222" y="80776"/>
                  </a:lnTo>
                  <a:cubicBezTo>
                    <a:pt x="148222" y="80381"/>
                    <a:pt x="148454" y="80030"/>
                    <a:pt x="148825" y="79854"/>
                  </a:cubicBezTo>
                  <a:lnTo>
                    <a:pt x="157404" y="75552"/>
                  </a:lnTo>
                  <a:lnTo>
                    <a:pt x="156338" y="67518"/>
                  </a:lnTo>
                  <a:cubicBezTo>
                    <a:pt x="156291" y="67036"/>
                    <a:pt x="156570" y="66552"/>
                    <a:pt x="157080" y="66377"/>
                  </a:cubicBezTo>
                  <a:lnTo>
                    <a:pt x="163619" y="63918"/>
                  </a:lnTo>
                  <a:lnTo>
                    <a:pt x="163897" y="56675"/>
                  </a:lnTo>
                  <a:cubicBezTo>
                    <a:pt x="163897" y="56324"/>
                    <a:pt x="164129" y="55973"/>
                    <a:pt x="164454" y="55753"/>
                  </a:cubicBezTo>
                  <a:lnTo>
                    <a:pt x="168349" y="53558"/>
                  </a:lnTo>
                  <a:lnTo>
                    <a:pt x="169695" y="46095"/>
                  </a:lnTo>
                  <a:cubicBezTo>
                    <a:pt x="169695" y="46095"/>
                    <a:pt x="169741" y="45876"/>
                    <a:pt x="169787" y="45788"/>
                  </a:cubicBezTo>
                  <a:lnTo>
                    <a:pt x="173822" y="38369"/>
                  </a:lnTo>
                  <a:cubicBezTo>
                    <a:pt x="174008" y="38017"/>
                    <a:pt x="174425" y="37798"/>
                    <a:pt x="174842" y="37798"/>
                  </a:cubicBezTo>
                  <a:lnTo>
                    <a:pt x="181103" y="37798"/>
                  </a:lnTo>
                  <a:lnTo>
                    <a:pt x="186158" y="33715"/>
                  </a:lnTo>
                  <a:lnTo>
                    <a:pt x="186158" y="26516"/>
                  </a:lnTo>
                  <a:cubicBezTo>
                    <a:pt x="178924" y="20721"/>
                    <a:pt x="178924" y="19623"/>
                    <a:pt x="178924" y="19140"/>
                  </a:cubicBezTo>
                  <a:cubicBezTo>
                    <a:pt x="178924" y="18745"/>
                    <a:pt x="178599" y="16989"/>
                    <a:pt x="178135" y="14750"/>
                  </a:cubicBezTo>
                  <a:lnTo>
                    <a:pt x="177161" y="14750"/>
                  </a:lnTo>
                  <a:lnTo>
                    <a:pt x="174286" y="9263"/>
                  </a:lnTo>
                  <a:cubicBezTo>
                    <a:pt x="174286" y="9263"/>
                    <a:pt x="168442" y="8209"/>
                    <a:pt x="167747" y="3029"/>
                  </a:cubicBezTo>
                  <a:lnTo>
                    <a:pt x="159584" y="4478"/>
                  </a:lnTo>
                  <a:lnTo>
                    <a:pt x="153787" y="12160"/>
                  </a:lnTo>
                  <a:cubicBezTo>
                    <a:pt x="153555" y="12511"/>
                    <a:pt x="153138" y="12643"/>
                    <a:pt x="152674" y="12599"/>
                  </a:cubicBezTo>
                  <a:cubicBezTo>
                    <a:pt x="152257" y="12555"/>
                    <a:pt x="151886" y="12292"/>
                    <a:pt x="151747" y="11897"/>
                  </a:cubicBezTo>
                  <a:cubicBezTo>
                    <a:pt x="151747" y="11897"/>
                    <a:pt x="149474" y="8034"/>
                    <a:pt x="132732" y="6497"/>
                  </a:cubicBezTo>
                  <a:cubicBezTo>
                    <a:pt x="115433" y="4917"/>
                    <a:pt x="109868" y="15102"/>
                    <a:pt x="109821" y="15233"/>
                  </a:cubicBezTo>
                  <a:cubicBezTo>
                    <a:pt x="109590" y="15628"/>
                    <a:pt x="109126" y="15892"/>
                    <a:pt x="108662" y="15848"/>
                  </a:cubicBezTo>
                  <a:lnTo>
                    <a:pt x="96279" y="14487"/>
                  </a:lnTo>
                  <a:lnTo>
                    <a:pt x="78053" y="8253"/>
                  </a:lnTo>
                  <a:lnTo>
                    <a:pt x="65392" y="12599"/>
                  </a:lnTo>
                  <a:cubicBezTo>
                    <a:pt x="64975" y="12731"/>
                    <a:pt x="64511" y="12643"/>
                    <a:pt x="64186" y="12336"/>
                  </a:cubicBezTo>
                  <a:lnTo>
                    <a:pt x="52824" y="1800"/>
                  </a:lnTo>
                  <a:lnTo>
                    <a:pt x="43038" y="0"/>
                  </a:lnTo>
                  <a:lnTo>
                    <a:pt x="21334" y="6585"/>
                  </a:lnTo>
                  <a:lnTo>
                    <a:pt x="19757" y="13126"/>
                  </a:lnTo>
                  <a:cubicBezTo>
                    <a:pt x="19757" y="13126"/>
                    <a:pt x="19618" y="13433"/>
                    <a:pt x="19525" y="13565"/>
                  </a:cubicBezTo>
                  <a:lnTo>
                    <a:pt x="14238" y="19623"/>
                  </a:lnTo>
                  <a:lnTo>
                    <a:pt x="12847" y="30774"/>
                  </a:lnTo>
                  <a:lnTo>
                    <a:pt x="12847" y="37403"/>
                  </a:lnTo>
                  <a:lnTo>
                    <a:pt x="13867" y="40344"/>
                  </a:lnTo>
                  <a:lnTo>
                    <a:pt x="17206" y="44295"/>
                  </a:lnTo>
                  <a:cubicBezTo>
                    <a:pt x="17206" y="44295"/>
                    <a:pt x="17438" y="44734"/>
                    <a:pt x="17438" y="44998"/>
                  </a:cubicBezTo>
                  <a:lnTo>
                    <a:pt x="17438" y="49914"/>
                  </a:lnTo>
                  <a:cubicBezTo>
                    <a:pt x="17438" y="50397"/>
                    <a:pt x="17113" y="50836"/>
                    <a:pt x="16603" y="50968"/>
                  </a:cubicBezTo>
                  <a:lnTo>
                    <a:pt x="12939" y="52065"/>
                  </a:lnTo>
                  <a:lnTo>
                    <a:pt x="14238" y="59353"/>
                  </a:lnTo>
                  <a:cubicBezTo>
                    <a:pt x="14284" y="59660"/>
                    <a:pt x="14238" y="60011"/>
                    <a:pt x="13960" y="60231"/>
                  </a:cubicBezTo>
                  <a:cubicBezTo>
                    <a:pt x="13728" y="60494"/>
                    <a:pt x="13403" y="60626"/>
                    <a:pt x="13078" y="60626"/>
                  </a:cubicBezTo>
                  <a:lnTo>
                    <a:pt x="9136" y="60626"/>
                  </a:lnTo>
                  <a:lnTo>
                    <a:pt x="5705" y="67167"/>
                  </a:lnTo>
                  <a:lnTo>
                    <a:pt x="2922" y="71864"/>
                  </a:lnTo>
                  <a:cubicBezTo>
                    <a:pt x="2736" y="72216"/>
                    <a:pt x="2319" y="72435"/>
                    <a:pt x="1902" y="72435"/>
                  </a:cubicBezTo>
                  <a:lnTo>
                    <a:pt x="0" y="72435"/>
                  </a:lnTo>
                  <a:lnTo>
                    <a:pt x="0" y="112296"/>
                  </a:lnTo>
                  <a:cubicBezTo>
                    <a:pt x="7421" y="111594"/>
                    <a:pt x="15351" y="111374"/>
                    <a:pt x="22586" y="112253"/>
                  </a:cubicBezTo>
                  <a:cubicBezTo>
                    <a:pt x="22586" y="112253"/>
                    <a:pt x="38539" y="117477"/>
                    <a:pt x="40858" y="130910"/>
                  </a:cubicBezTo>
                  <a:cubicBezTo>
                    <a:pt x="43177" y="144343"/>
                    <a:pt x="59131" y="145748"/>
                    <a:pt x="64325" y="143817"/>
                  </a:cubicBezTo>
                  <a:lnTo>
                    <a:pt x="67525" y="140788"/>
                  </a:lnTo>
                  <a:lnTo>
                    <a:pt x="70122" y="142148"/>
                  </a:lnTo>
                  <a:lnTo>
                    <a:pt x="78795" y="140788"/>
                  </a:lnTo>
                  <a:lnTo>
                    <a:pt x="86911" y="140261"/>
                  </a:lnTo>
                  <a:lnTo>
                    <a:pt x="85752" y="137232"/>
                  </a:lnTo>
                  <a:lnTo>
                    <a:pt x="88349" y="136134"/>
                  </a:lnTo>
                  <a:lnTo>
                    <a:pt x="89091" y="137495"/>
                  </a:lnTo>
                  <a:lnTo>
                    <a:pt x="92708" y="131437"/>
                  </a:lnTo>
                  <a:lnTo>
                    <a:pt x="92708" y="121296"/>
                  </a:lnTo>
                  <a:close/>
                  <a:moveTo>
                    <a:pt x="26157" y="58387"/>
                  </a:moveTo>
                  <a:lnTo>
                    <a:pt x="24116" y="55665"/>
                  </a:lnTo>
                  <a:lnTo>
                    <a:pt x="26157" y="47149"/>
                  </a:lnTo>
                  <a:lnTo>
                    <a:pt x="29635" y="48510"/>
                  </a:lnTo>
                  <a:lnTo>
                    <a:pt x="26157" y="5838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2" name="Freeform: Shape 2191">
              <a:extLst>
                <a:ext uri="{FF2B5EF4-FFF2-40B4-BE49-F238E27FC236}">
                  <a16:creationId xmlns:a16="http://schemas.microsoft.com/office/drawing/2014/main" id="{78B58B3A-49F9-DFD8-12D1-31522A971696}"/>
                </a:ext>
              </a:extLst>
            </p:cNvPr>
            <p:cNvSpPr>
              <a:spLocks/>
            </p:cNvSpPr>
            <p:nvPr/>
          </p:nvSpPr>
          <p:spPr>
            <a:xfrm>
              <a:off x="5888037" y="3786781"/>
              <a:ext cx="178044" cy="376449"/>
            </a:xfrm>
            <a:custGeom>
              <a:avLst/>
              <a:gdLst>
                <a:gd name="connsiteX0" fmla="*/ 47537 w 119282"/>
                <a:gd name="connsiteY0" fmla="*/ 246455 h 252205"/>
                <a:gd name="connsiteX1" fmla="*/ 48325 w 119282"/>
                <a:gd name="connsiteY1" fmla="*/ 246850 h 252205"/>
                <a:gd name="connsiteX2" fmla="*/ 50737 w 119282"/>
                <a:gd name="connsiteY2" fmla="*/ 249528 h 252205"/>
                <a:gd name="connsiteX3" fmla="*/ 53519 w 119282"/>
                <a:gd name="connsiteY3" fmla="*/ 247070 h 252205"/>
                <a:gd name="connsiteX4" fmla="*/ 53519 w 119282"/>
                <a:gd name="connsiteY4" fmla="*/ 245314 h 252205"/>
                <a:gd name="connsiteX5" fmla="*/ 49345 w 119282"/>
                <a:gd name="connsiteY5" fmla="*/ 243909 h 252205"/>
                <a:gd name="connsiteX6" fmla="*/ 48603 w 119282"/>
                <a:gd name="connsiteY6" fmla="*/ 243207 h 252205"/>
                <a:gd name="connsiteX7" fmla="*/ 48789 w 119282"/>
                <a:gd name="connsiteY7" fmla="*/ 242241 h 252205"/>
                <a:gd name="connsiteX8" fmla="*/ 50458 w 119282"/>
                <a:gd name="connsiteY8" fmla="*/ 240133 h 252205"/>
                <a:gd name="connsiteX9" fmla="*/ 47027 w 119282"/>
                <a:gd name="connsiteY9" fmla="*/ 238992 h 252205"/>
                <a:gd name="connsiteX10" fmla="*/ 46238 w 119282"/>
                <a:gd name="connsiteY10" fmla="*/ 237938 h 252205"/>
                <a:gd name="connsiteX11" fmla="*/ 46238 w 119282"/>
                <a:gd name="connsiteY11" fmla="*/ 230519 h 252205"/>
                <a:gd name="connsiteX12" fmla="*/ 46887 w 119282"/>
                <a:gd name="connsiteY12" fmla="*/ 229554 h 252205"/>
                <a:gd name="connsiteX13" fmla="*/ 48093 w 119282"/>
                <a:gd name="connsiteY13" fmla="*/ 229641 h 252205"/>
                <a:gd name="connsiteX14" fmla="*/ 49763 w 119282"/>
                <a:gd name="connsiteY14" fmla="*/ 230827 h 252205"/>
                <a:gd name="connsiteX15" fmla="*/ 53148 w 119282"/>
                <a:gd name="connsiteY15" fmla="*/ 228763 h 252205"/>
                <a:gd name="connsiteX16" fmla="*/ 53890 w 119282"/>
                <a:gd name="connsiteY16" fmla="*/ 228588 h 252205"/>
                <a:gd name="connsiteX17" fmla="*/ 61311 w 119282"/>
                <a:gd name="connsiteY17" fmla="*/ 229290 h 252205"/>
                <a:gd name="connsiteX18" fmla="*/ 61311 w 119282"/>
                <a:gd name="connsiteY18" fmla="*/ 222529 h 252205"/>
                <a:gd name="connsiteX19" fmla="*/ 61682 w 119282"/>
                <a:gd name="connsiteY19" fmla="*/ 221695 h 252205"/>
                <a:gd name="connsiteX20" fmla="*/ 62563 w 119282"/>
                <a:gd name="connsiteY20" fmla="*/ 221432 h 252205"/>
                <a:gd name="connsiteX21" fmla="*/ 67757 w 119282"/>
                <a:gd name="connsiteY21" fmla="*/ 221959 h 252205"/>
                <a:gd name="connsiteX22" fmla="*/ 68731 w 119282"/>
                <a:gd name="connsiteY22" fmla="*/ 222749 h 252205"/>
                <a:gd name="connsiteX23" fmla="*/ 70818 w 119282"/>
                <a:gd name="connsiteY23" fmla="*/ 229597 h 252205"/>
                <a:gd name="connsiteX24" fmla="*/ 78146 w 119282"/>
                <a:gd name="connsiteY24" fmla="*/ 229378 h 252205"/>
                <a:gd name="connsiteX25" fmla="*/ 81856 w 119282"/>
                <a:gd name="connsiteY25" fmla="*/ 225603 h 252205"/>
                <a:gd name="connsiteX26" fmla="*/ 82969 w 119282"/>
                <a:gd name="connsiteY26" fmla="*/ 225295 h 252205"/>
                <a:gd name="connsiteX27" fmla="*/ 83804 w 119282"/>
                <a:gd name="connsiteY27" fmla="*/ 225998 h 252205"/>
                <a:gd name="connsiteX28" fmla="*/ 85566 w 119282"/>
                <a:gd name="connsiteY28" fmla="*/ 231002 h 252205"/>
                <a:gd name="connsiteX29" fmla="*/ 88117 w 119282"/>
                <a:gd name="connsiteY29" fmla="*/ 231002 h 252205"/>
                <a:gd name="connsiteX30" fmla="*/ 89323 w 119282"/>
                <a:gd name="connsiteY30" fmla="*/ 229027 h 252205"/>
                <a:gd name="connsiteX31" fmla="*/ 87746 w 119282"/>
                <a:gd name="connsiteY31" fmla="*/ 227710 h 252205"/>
                <a:gd name="connsiteX32" fmla="*/ 87607 w 119282"/>
                <a:gd name="connsiteY32" fmla="*/ 226217 h 252205"/>
                <a:gd name="connsiteX33" fmla="*/ 92291 w 119282"/>
                <a:gd name="connsiteY33" fmla="*/ 220466 h 252205"/>
                <a:gd name="connsiteX34" fmla="*/ 92847 w 119282"/>
                <a:gd name="connsiteY34" fmla="*/ 205935 h 252205"/>
                <a:gd name="connsiteX35" fmla="*/ 90018 w 119282"/>
                <a:gd name="connsiteY35" fmla="*/ 203257 h 252205"/>
                <a:gd name="connsiteX36" fmla="*/ 83154 w 119282"/>
                <a:gd name="connsiteY36" fmla="*/ 197858 h 252205"/>
                <a:gd name="connsiteX37" fmla="*/ 82737 w 119282"/>
                <a:gd name="connsiteY37" fmla="*/ 196936 h 252205"/>
                <a:gd name="connsiteX38" fmla="*/ 83293 w 119282"/>
                <a:gd name="connsiteY38" fmla="*/ 189517 h 252205"/>
                <a:gd name="connsiteX39" fmla="*/ 83896 w 119282"/>
                <a:gd name="connsiteY39" fmla="*/ 188639 h 252205"/>
                <a:gd name="connsiteX40" fmla="*/ 90621 w 119282"/>
                <a:gd name="connsiteY40" fmla="*/ 185214 h 252205"/>
                <a:gd name="connsiteX41" fmla="*/ 94609 w 119282"/>
                <a:gd name="connsiteY41" fmla="*/ 179727 h 252205"/>
                <a:gd name="connsiteX42" fmla="*/ 88256 w 119282"/>
                <a:gd name="connsiteY42" fmla="*/ 175425 h 252205"/>
                <a:gd name="connsiteX43" fmla="*/ 74250 w 119282"/>
                <a:gd name="connsiteY43" fmla="*/ 178059 h 252205"/>
                <a:gd name="connsiteX44" fmla="*/ 72905 w 119282"/>
                <a:gd name="connsiteY44" fmla="*/ 177225 h 252205"/>
                <a:gd name="connsiteX45" fmla="*/ 70864 w 119282"/>
                <a:gd name="connsiteY45" fmla="*/ 167918 h 252205"/>
                <a:gd name="connsiteX46" fmla="*/ 70957 w 119282"/>
                <a:gd name="connsiteY46" fmla="*/ 167259 h 252205"/>
                <a:gd name="connsiteX47" fmla="*/ 74157 w 119282"/>
                <a:gd name="connsiteY47" fmla="*/ 160411 h 252205"/>
                <a:gd name="connsiteX48" fmla="*/ 75224 w 119282"/>
                <a:gd name="connsiteY48" fmla="*/ 159752 h 252205"/>
                <a:gd name="connsiteX49" fmla="*/ 92615 w 119282"/>
                <a:gd name="connsiteY49" fmla="*/ 159752 h 252205"/>
                <a:gd name="connsiteX50" fmla="*/ 93079 w 119282"/>
                <a:gd name="connsiteY50" fmla="*/ 159840 h 252205"/>
                <a:gd name="connsiteX51" fmla="*/ 101288 w 119282"/>
                <a:gd name="connsiteY51" fmla="*/ 163308 h 252205"/>
                <a:gd name="connsiteX52" fmla="*/ 114134 w 119282"/>
                <a:gd name="connsiteY52" fmla="*/ 164099 h 252205"/>
                <a:gd name="connsiteX53" fmla="*/ 114969 w 119282"/>
                <a:gd name="connsiteY53" fmla="*/ 164494 h 252205"/>
                <a:gd name="connsiteX54" fmla="*/ 118633 w 119282"/>
                <a:gd name="connsiteY54" fmla="*/ 168884 h 252205"/>
                <a:gd name="connsiteX55" fmla="*/ 119282 w 119282"/>
                <a:gd name="connsiteY55" fmla="*/ 168445 h 252205"/>
                <a:gd name="connsiteX56" fmla="*/ 119282 w 119282"/>
                <a:gd name="connsiteY56" fmla="*/ 151324 h 252205"/>
                <a:gd name="connsiteX57" fmla="*/ 106853 w 119282"/>
                <a:gd name="connsiteY57" fmla="*/ 138549 h 252205"/>
                <a:gd name="connsiteX58" fmla="*/ 106621 w 119282"/>
                <a:gd name="connsiteY58" fmla="*/ 138241 h 252205"/>
                <a:gd name="connsiteX59" fmla="*/ 103839 w 119282"/>
                <a:gd name="connsiteY59" fmla="*/ 132139 h 252205"/>
                <a:gd name="connsiteX60" fmla="*/ 100639 w 119282"/>
                <a:gd name="connsiteY60" fmla="*/ 130120 h 252205"/>
                <a:gd name="connsiteX61" fmla="*/ 100360 w 119282"/>
                <a:gd name="connsiteY61" fmla="*/ 129900 h 252205"/>
                <a:gd name="connsiteX62" fmla="*/ 98644 w 119282"/>
                <a:gd name="connsiteY62" fmla="*/ 98775 h 252205"/>
                <a:gd name="connsiteX63" fmla="*/ 100175 w 119282"/>
                <a:gd name="connsiteY63" fmla="*/ 94824 h 252205"/>
                <a:gd name="connsiteX64" fmla="*/ 108615 w 119282"/>
                <a:gd name="connsiteY64" fmla="*/ 80337 h 252205"/>
                <a:gd name="connsiteX65" fmla="*/ 109868 w 119282"/>
                <a:gd name="connsiteY65" fmla="*/ 75640 h 252205"/>
                <a:gd name="connsiteX66" fmla="*/ 102401 w 119282"/>
                <a:gd name="connsiteY66" fmla="*/ 64533 h 252205"/>
                <a:gd name="connsiteX67" fmla="*/ 93311 w 119282"/>
                <a:gd name="connsiteY67" fmla="*/ 57948 h 252205"/>
                <a:gd name="connsiteX68" fmla="*/ 85752 w 119282"/>
                <a:gd name="connsiteY68" fmla="*/ 50134 h 252205"/>
                <a:gd name="connsiteX69" fmla="*/ 85705 w 119282"/>
                <a:gd name="connsiteY69" fmla="*/ 48729 h 252205"/>
                <a:gd name="connsiteX70" fmla="*/ 90760 w 119282"/>
                <a:gd name="connsiteY70" fmla="*/ 42671 h 252205"/>
                <a:gd name="connsiteX71" fmla="*/ 91688 w 119282"/>
                <a:gd name="connsiteY71" fmla="*/ 42276 h 252205"/>
                <a:gd name="connsiteX72" fmla="*/ 110517 w 119282"/>
                <a:gd name="connsiteY72" fmla="*/ 42759 h 252205"/>
                <a:gd name="connsiteX73" fmla="*/ 103885 w 119282"/>
                <a:gd name="connsiteY73" fmla="*/ 36481 h 252205"/>
                <a:gd name="connsiteX74" fmla="*/ 103560 w 119282"/>
                <a:gd name="connsiteY74" fmla="*/ 35691 h 252205"/>
                <a:gd name="connsiteX75" fmla="*/ 104117 w 119282"/>
                <a:gd name="connsiteY75" fmla="*/ 13258 h 252205"/>
                <a:gd name="connsiteX76" fmla="*/ 99479 w 119282"/>
                <a:gd name="connsiteY76" fmla="*/ 10580 h 252205"/>
                <a:gd name="connsiteX77" fmla="*/ 98923 w 119282"/>
                <a:gd name="connsiteY77" fmla="*/ 9658 h 252205"/>
                <a:gd name="connsiteX78" fmla="*/ 98923 w 119282"/>
                <a:gd name="connsiteY78" fmla="*/ 3644 h 252205"/>
                <a:gd name="connsiteX79" fmla="*/ 94331 w 119282"/>
                <a:gd name="connsiteY79" fmla="*/ 659 h 252205"/>
                <a:gd name="connsiteX80" fmla="*/ 93868 w 119282"/>
                <a:gd name="connsiteY80" fmla="*/ 0 h 252205"/>
                <a:gd name="connsiteX81" fmla="*/ 90065 w 119282"/>
                <a:gd name="connsiteY81" fmla="*/ 790 h 252205"/>
                <a:gd name="connsiteX82" fmla="*/ 90806 w 119282"/>
                <a:gd name="connsiteY82" fmla="*/ 5268 h 252205"/>
                <a:gd name="connsiteX83" fmla="*/ 97624 w 119282"/>
                <a:gd name="connsiteY83" fmla="*/ 11282 h 252205"/>
                <a:gd name="connsiteX84" fmla="*/ 98042 w 119282"/>
                <a:gd name="connsiteY84" fmla="*/ 12116 h 252205"/>
                <a:gd name="connsiteX85" fmla="*/ 98042 w 119282"/>
                <a:gd name="connsiteY85" fmla="*/ 20370 h 252205"/>
                <a:gd name="connsiteX86" fmla="*/ 97624 w 119282"/>
                <a:gd name="connsiteY86" fmla="*/ 21204 h 252205"/>
                <a:gd name="connsiteX87" fmla="*/ 91827 w 119282"/>
                <a:gd name="connsiteY87" fmla="*/ 25857 h 252205"/>
                <a:gd name="connsiteX88" fmla="*/ 91085 w 119282"/>
                <a:gd name="connsiteY88" fmla="*/ 26121 h 252205"/>
                <a:gd name="connsiteX89" fmla="*/ 85102 w 119282"/>
                <a:gd name="connsiteY89" fmla="*/ 26121 h 252205"/>
                <a:gd name="connsiteX90" fmla="*/ 81438 w 119282"/>
                <a:gd name="connsiteY90" fmla="*/ 32793 h 252205"/>
                <a:gd name="connsiteX91" fmla="*/ 80001 w 119282"/>
                <a:gd name="connsiteY91" fmla="*/ 40564 h 252205"/>
                <a:gd name="connsiteX92" fmla="*/ 79444 w 119282"/>
                <a:gd name="connsiteY92" fmla="*/ 41310 h 252205"/>
                <a:gd name="connsiteX93" fmla="*/ 75641 w 119282"/>
                <a:gd name="connsiteY93" fmla="*/ 43461 h 252205"/>
                <a:gd name="connsiteX94" fmla="*/ 75363 w 119282"/>
                <a:gd name="connsiteY94" fmla="*/ 50836 h 252205"/>
                <a:gd name="connsiteX95" fmla="*/ 74621 w 119282"/>
                <a:gd name="connsiteY95" fmla="*/ 51802 h 252205"/>
                <a:gd name="connsiteX96" fmla="*/ 68221 w 119282"/>
                <a:gd name="connsiteY96" fmla="*/ 54217 h 252205"/>
                <a:gd name="connsiteX97" fmla="*/ 69288 w 119282"/>
                <a:gd name="connsiteY97" fmla="*/ 62163 h 252205"/>
                <a:gd name="connsiteX98" fmla="*/ 68685 w 119282"/>
                <a:gd name="connsiteY98" fmla="*/ 63260 h 252205"/>
                <a:gd name="connsiteX99" fmla="*/ 60012 w 119282"/>
                <a:gd name="connsiteY99" fmla="*/ 67650 h 252205"/>
                <a:gd name="connsiteX100" fmla="*/ 59734 w 119282"/>
                <a:gd name="connsiteY100" fmla="*/ 74411 h 252205"/>
                <a:gd name="connsiteX101" fmla="*/ 59502 w 119282"/>
                <a:gd name="connsiteY101" fmla="*/ 75025 h 252205"/>
                <a:gd name="connsiteX102" fmla="*/ 54215 w 119282"/>
                <a:gd name="connsiteY102" fmla="*/ 81874 h 252205"/>
                <a:gd name="connsiteX103" fmla="*/ 54215 w 119282"/>
                <a:gd name="connsiteY103" fmla="*/ 87273 h 252205"/>
                <a:gd name="connsiteX104" fmla="*/ 53659 w 119282"/>
                <a:gd name="connsiteY104" fmla="*/ 88239 h 252205"/>
                <a:gd name="connsiteX105" fmla="*/ 50505 w 119282"/>
                <a:gd name="connsiteY105" fmla="*/ 89995 h 252205"/>
                <a:gd name="connsiteX106" fmla="*/ 47769 w 119282"/>
                <a:gd name="connsiteY106" fmla="*/ 96229 h 252205"/>
                <a:gd name="connsiteX107" fmla="*/ 46702 w 119282"/>
                <a:gd name="connsiteY107" fmla="*/ 96887 h 252205"/>
                <a:gd name="connsiteX108" fmla="*/ 38586 w 119282"/>
                <a:gd name="connsiteY108" fmla="*/ 96887 h 252205"/>
                <a:gd name="connsiteX109" fmla="*/ 37612 w 119282"/>
                <a:gd name="connsiteY109" fmla="*/ 96405 h 252205"/>
                <a:gd name="connsiteX110" fmla="*/ 31768 w 119282"/>
                <a:gd name="connsiteY110" fmla="*/ 87976 h 252205"/>
                <a:gd name="connsiteX111" fmla="*/ 30702 w 119282"/>
                <a:gd name="connsiteY111" fmla="*/ 91444 h 252205"/>
                <a:gd name="connsiteX112" fmla="*/ 30052 w 119282"/>
                <a:gd name="connsiteY112" fmla="*/ 92146 h 252205"/>
                <a:gd name="connsiteX113" fmla="*/ 29078 w 119282"/>
                <a:gd name="connsiteY113" fmla="*/ 92146 h 252205"/>
                <a:gd name="connsiteX114" fmla="*/ 23467 w 119282"/>
                <a:gd name="connsiteY114" fmla="*/ 89468 h 252205"/>
                <a:gd name="connsiteX115" fmla="*/ 4684 w 119282"/>
                <a:gd name="connsiteY115" fmla="*/ 107775 h 252205"/>
                <a:gd name="connsiteX116" fmla="*/ 4684 w 119282"/>
                <a:gd name="connsiteY116" fmla="*/ 117740 h 252205"/>
                <a:gd name="connsiteX117" fmla="*/ 4545 w 119282"/>
                <a:gd name="connsiteY117" fmla="*/ 118267 h 252205"/>
                <a:gd name="connsiteX118" fmla="*/ 0 w 119282"/>
                <a:gd name="connsiteY118" fmla="*/ 125862 h 252205"/>
                <a:gd name="connsiteX119" fmla="*/ 0 w 119282"/>
                <a:gd name="connsiteY119" fmla="*/ 125949 h 252205"/>
                <a:gd name="connsiteX120" fmla="*/ 5287 w 119282"/>
                <a:gd name="connsiteY120" fmla="*/ 126476 h 252205"/>
                <a:gd name="connsiteX121" fmla="*/ 8487 w 119282"/>
                <a:gd name="connsiteY121" fmla="*/ 133325 h 252205"/>
                <a:gd name="connsiteX122" fmla="*/ 12244 w 119282"/>
                <a:gd name="connsiteY122" fmla="*/ 135520 h 252205"/>
                <a:gd name="connsiteX123" fmla="*/ 17762 w 119282"/>
                <a:gd name="connsiteY123" fmla="*/ 135520 h 252205"/>
                <a:gd name="connsiteX124" fmla="*/ 18319 w 119282"/>
                <a:gd name="connsiteY124" fmla="*/ 141270 h 252205"/>
                <a:gd name="connsiteX125" fmla="*/ 22076 w 119282"/>
                <a:gd name="connsiteY125" fmla="*/ 152245 h 252205"/>
                <a:gd name="connsiteX126" fmla="*/ 15119 w 119282"/>
                <a:gd name="connsiteY126" fmla="*/ 171166 h 252205"/>
                <a:gd name="connsiteX127" fmla="*/ 18319 w 119282"/>
                <a:gd name="connsiteY127" fmla="*/ 190921 h 252205"/>
                <a:gd name="connsiteX128" fmla="*/ 14238 w 119282"/>
                <a:gd name="connsiteY128" fmla="*/ 190921 h 252205"/>
                <a:gd name="connsiteX129" fmla="*/ 11641 w 119282"/>
                <a:gd name="connsiteY129" fmla="*/ 188463 h 252205"/>
                <a:gd name="connsiteX130" fmla="*/ 11362 w 119282"/>
                <a:gd name="connsiteY130" fmla="*/ 199438 h 252205"/>
                <a:gd name="connsiteX131" fmla="*/ 7281 w 119282"/>
                <a:gd name="connsiteY131" fmla="*/ 204662 h 252205"/>
                <a:gd name="connsiteX132" fmla="*/ 4081 w 119282"/>
                <a:gd name="connsiteY132" fmla="*/ 208789 h 252205"/>
                <a:gd name="connsiteX133" fmla="*/ 17113 w 119282"/>
                <a:gd name="connsiteY133" fmla="*/ 230212 h 252205"/>
                <a:gd name="connsiteX134" fmla="*/ 39931 w 119282"/>
                <a:gd name="connsiteY134" fmla="*/ 252206 h 252205"/>
                <a:gd name="connsiteX135" fmla="*/ 46516 w 119282"/>
                <a:gd name="connsiteY135" fmla="*/ 246675 h 252205"/>
                <a:gd name="connsiteX136" fmla="*/ 47351 w 119282"/>
                <a:gd name="connsiteY136" fmla="*/ 246411 h 25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19282" h="252205">
                  <a:moveTo>
                    <a:pt x="47537" y="246455"/>
                  </a:moveTo>
                  <a:cubicBezTo>
                    <a:pt x="47861" y="246455"/>
                    <a:pt x="48140" y="246631"/>
                    <a:pt x="48325" y="246850"/>
                  </a:cubicBezTo>
                  <a:lnTo>
                    <a:pt x="50737" y="249528"/>
                  </a:lnTo>
                  <a:lnTo>
                    <a:pt x="53519" y="247070"/>
                  </a:lnTo>
                  <a:lnTo>
                    <a:pt x="53519" y="245314"/>
                  </a:lnTo>
                  <a:lnTo>
                    <a:pt x="49345" y="243909"/>
                  </a:lnTo>
                  <a:cubicBezTo>
                    <a:pt x="48974" y="243777"/>
                    <a:pt x="48743" y="243514"/>
                    <a:pt x="48603" y="243207"/>
                  </a:cubicBezTo>
                  <a:cubicBezTo>
                    <a:pt x="48510" y="242855"/>
                    <a:pt x="48603" y="242504"/>
                    <a:pt x="48789" y="242241"/>
                  </a:cubicBezTo>
                  <a:lnTo>
                    <a:pt x="50458" y="240133"/>
                  </a:lnTo>
                  <a:lnTo>
                    <a:pt x="47027" y="238992"/>
                  </a:lnTo>
                  <a:cubicBezTo>
                    <a:pt x="46563" y="238817"/>
                    <a:pt x="46238" y="238421"/>
                    <a:pt x="46238" y="237938"/>
                  </a:cubicBezTo>
                  <a:lnTo>
                    <a:pt x="46238" y="230519"/>
                  </a:lnTo>
                  <a:cubicBezTo>
                    <a:pt x="46238" y="230124"/>
                    <a:pt x="46470" y="229729"/>
                    <a:pt x="46887" y="229554"/>
                  </a:cubicBezTo>
                  <a:cubicBezTo>
                    <a:pt x="47258" y="229378"/>
                    <a:pt x="47722" y="229422"/>
                    <a:pt x="48093" y="229641"/>
                  </a:cubicBezTo>
                  <a:lnTo>
                    <a:pt x="49763" y="230827"/>
                  </a:lnTo>
                  <a:lnTo>
                    <a:pt x="53148" y="228763"/>
                  </a:lnTo>
                  <a:cubicBezTo>
                    <a:pt x="53148" y="228763"/>
                    <a:pt x="53612" y="228544"/>
                    <a:pt x="53890" y="228588"/>
                  </a:cubicBezTo>
                  <a:lnTo>
                    <a:pt x="61311" y="229290"/>
                  </a:lnTo>
                  <a:lnTo>
                    <a:pt x="61311" y="222529"/>
                  </a:lnTo>
                  <a:cubicBezTo>
                    <a:pt x="61311" y="222222"/>
                    <a:pt x="61450" y="221915"/>
                    <a:pt x="61682" y="221695"/>
                  </a:cubicBezTo>
                  <a:cubicBezTo>
                    <a:pt x="61914" y="221476"/>
                    <a:pt x="62238" y="221388"/>
                    <a:pt x="62563" y="221432"/>
                  </a:cubicBezTo>
                  <a:lnTo>
                    <a:pt x="67757" y="221959"/>
                  </a:lnTo>
                  <a:cubicBezTo>
                    <a:pt x="68221" y="222003"/>
                    <a:pt x="68638" y="222310"/>
                    <a:pt x="68731" y="222749"/>
                  </a:cubicBezTo>
                  <a:lnTo>
                    <a:pt x="70818" y="229597"/>
                  </a:lnTo>
                  <a:lnTo>
                    <a:pt x="78146" y="229378"/>
                  </a:lnTo>
                  <a:lnTo>
                    <a:pt x="81856" y="225603"/>
                  </a:lnTo>
                  <a:cubicBezTo>
                    <a:pt x="82134" y="225339"/>
                    <a:pt x="82505" y="225207"/>
                    <a:pt x="82969" y="225295"/>
                  </a:cubicBezTo>
                  <a:cubicBezTo>
                    <a:pt x="83386" y="225383"/>
                    <a:pt x="83711" y="225646"/>
                    <a:pt x="83804" y="225998"/>
                  </a:cubicBezTo>
                  <a:lnTo>
                    <a:pt x="85566" y="231002"/>
                  </a:lnTo>
                  <a:lnTo>
                    <a:pt x="88117" y="231002"/>
                  </a:lnTo>
                  <a:lnTo>
                    <a:pt x="89323" y="229027"/>
                  </a:lnTo>
                  <a:lnTo>
                    <a:pt x="87746" y="227710"/>
                  </a:lnTo>
                  <a:cubicBezTo>
                    <a:pt x="87282" y="227315"/>
                    <a:pt x="87236" y="226656"/>
                    <a:pt x="87607" y="226217"/>
                  </a:cubicBezTo>
                  <a:lnTo>
                    <a:pt x="92291" y="220466"/>
                  </a:lnTo>
                  <a:lnTo>
                    <a:pt x="92847" y="205935"/>
                  </a:lnTo>
                  <a:lnTo>
                    <a:pt x="90018" y="203257"/>
                  </a:lnTo>
                  <a:lnTo>
                    <a:pt x="83154" y="197858"/>
                  </a:lnTo>
                  <a:cubicBezTo>
                    <a:pt x="82876" y="197638"/>
                    <a:pt x="82737" y="197287"/>
                    <a:pt x="82737" y="196936"/>
                  </a:cubicBezTo>
                  <a:lnTo>
                    <a:pt x="83293" y="189517"/>
                  </a:lnTo>
                  <a:cubicBezTo>
                    <a:pt x="83293" y="189166"/>
                    <a:pt x="83526" y="188814"/>
                    <a:pt x="83896" y="188639"/>
                  </a:cubicBezTo>
                  <a:lnTo>
                    <a:pt x="90621" y="185214"/>
                  </a:lnTo>
                  <a:lnTo>
                    <a:pt x="94609" y="179727"/>
                  </a:lnTo>
                  <a:lnTo>
                    <a:pt x="88256" y="175425"/>
                  </a:lnTo>
                  <a:lnTo>
                    <a:pt x="74250" y="178059"/>
                  </a:lnTo>
                  <a:cubicBezTo>
                    <a:pt x="73601" y="178147"/>
                    <a:pt x="72998" y="177795"/>
                    <a:pt x="72905" y="177225"/>
                  </a:cubicBezTo>
                  <a:lnTo>
                    <a:pt x="70864" y="167918"/>
                  </a:lnTo>
                  <a:cubicBezTo>
                    <a:pt x="70864" y="167698"/>
                    <a:pt x="70864" y="167479"/>
                    <a:pt x="70957" y="167259"/>
                  </a:cubicBezTo>
                  <a:lnTo>
                    <a:pt x="74157" y="160411"/>
                  </a:lnTo>
                  <a:cubicBezTo>
                    <a:pt x="74343" y="160016"/>
                    <a:pt x="74760" y="159752"/>
                    <a:pt x="75224" y="159752"/>
                  </a:cubicBezTo>
                  <a:lnTo>
                    <a:pt x="92615" y="159752"/>
                  </a:lnTo>
                  <a:cubicBezTo>
                    <a:pt x="92615" y="159752"/>
                    <a:pt x="92940" y="159752"/>
                    <a:pt x="93079" y="159840"/>
                  </a:cubicBezTo>
                  <a:lnTo>
                    <a:pt x="101288" y="163308"/>
                  </a:lnTo>
                  <a:lnTo>
                    <a:pt x="114134" y="164099"/>
                  </a:lnTo>
                  <a:cubicBezTo>
                    <a:pt x="114459" y="164099"/>
                    <a:pt x="114784" y="164274"/>
                    <a:pt x="114969" y="164494"/>
                  </a:cubicBezTo>
                  <a:lnTo>
                    <a:pt x="118633" y="168884"/>
                  </a:lnTo>
                  <a:lnTo>
                    <a:pt x="119282" y="168445"/>
                  </a:lnTo>
                  <a:lnTo>
                    <a:pt x="119282" y="151324"/>
                  </a:lnTo>
                  <a:lnTo>
                    <a:pt x="106853" y="138549"/>
                  </a:lnTo>
                  <a:cubicBezTo>
                    <a:pt x="106853" y="138549"/>
                    <a:pt x="106668" y="138373"/>
                    <a:pt x="106621" y="138241"/>
                  </a:cubicBezTo>
                  <a:lnTo>
                    <a:pt x="103839" y="132139"/>
                  </a:lnTo>
                  <a:lnTo>
                    <a:pt x="100639" y="130120"/>
                  </a:lnTo>
                  <a:cubicBezTo>
                    <a:pt x="100639" y="130120"/>
                    <a:pt x="100453" y="129988"/>
                    <a:pt x="100360" y="129900"/>
                  </a:cubicBezTo>
                  <a:cubicBezTo>
                    <a:pt x="90714" y="118486"/>
                    <a:pt x="94563" y="108916"/>
                    <a:pt x="98644" y="98775"/>
                  </a:cubicBezTo>
                  <a:cubicBezTo>
                    <a:pt x="99155" y="97458"/>
                    <a:pt x="99711" y="96141"/>
                    <a:pt x="100175" y="94824"/>
                  </a:cubicBezTo>
                  <a:cubicBezTo>
                    <a:pt x="103931" y="84859"/>
                    <a:pt x="107549" y="81259"/>
                    <a:pt x="108615" y="80337"/>
                  </a:cubicBezTo>
                  <a:lnTo>
                    <a:pt x="109868" y="75640"/>
                  </a:lnTo>
                  <a:lnTo>
                    <a:pt x="102401" y="64533"/>
                  </a:lnTo>
                  <a:lnTo>
                    <a:pt x="93311" y="57948"/>
                  </a:lnTo>
                  <a:lnTo>
                    <a:pt x="85752" y="50134"/>
                  </a:lnTo>
                  <a:cubicBezTo>
                    <a:pt x="85380" y="49739"/>
                    <a:pt x="85334" y="49124"/>
                    <a:pt x="85705" y="48729"/>
                  </a:cubicBezTo>
                  <a:lnTo>
                    <a:pt x="90760" y="42671"/>
                  </a:lnTo>
                  <a:cubicBezTo>
                    <a:pt x="90992" y="42408"/>
                    <a:pt x="91363" y="42276"/>
                    <a:pt x="91688" y="42276"/>
                  </a:cubicBezTo>
                  <a:lnTo>
                    <a:pt x="110517" y="42759"/>
                  </a:lnTo>
                  <a:lnTo>
                    <a:pt x="103885" y="36481"/>
                  </a:lnTo>
                  <a:cubicBezTo>
                    <a:pt x="103885" y="36481"/>
                    <a:pt x="103514" y="35998"/>
                    <a:pt x="103560" y="35691"/>
                  </a:cubicBezTo>
                  <a:lnTo>
                    <a:pt x="104117" y="13258"/>
                  </a:lnTo>
                  <a:lnTo>
                    <a:pt x="99479" y="10580"/>
                  </a:lnTo>
                  <a:cubicBezTo>
                    <a:pt x="99108" y="10404"/>
                    <a:pt x="98923" y="10009"/>
                    <a:pt x="98923" y="9658"/>
                  </a:cubicBezTo>
                  <a:lnTo>
                    <a:pt x="98923" y="3644"/>
                  </a:lnTo>
                  <a:lnTo>
                    <a:pt x="94331" y="659"/>
                  </a:lnTo>
                  <a:cubicBezTo>
                    <a:pt x="94099" y="483"/>
                    <a:pt x="93914" y="263"/>
                    <a:pt x="93868" y="0"/>
                  </a:cubicBezTo>
                  <a:lnTo>
                    <a:pt x="90065" y="790"/>
                  </a:lnTo>
                  <a:cubicBezTo>
                    <a:pt x="90482" y="2766"/>
                    <a:pt x="90806" y="4697"/>
                    <a:pt x="90806" y="5268"/>
                  </a:cubicBezTo>
                  <a:cubicBezTo>
                    <a:pt x="91131" y="5795"/>
                    <a:pt x="94609" y="8868"/>
                    <a:pt x="97624" y="11282"/>
                  </a:cubicBezTo>
                  <a:cubicBezTo>
                    <a:pt x="97902" y="11502"/>
                    <a:pt x="98042" y="11809"/>
                    <a:pt x="98042" y="12116"/>
                  </a:cubicBezTo>
                  <a:lnTo>
                    <a:pt x="98042" y="20370"/>
                  </a:lnTo>
                  <a:cubicBezTo>
                    <a:pt x="98042" y="20677"/>
                    <a:pt x="97902" y="20984"/>
                    <a:pt x="97624" y="21204"/>
                  </a:cubicBezTo>
                  <a:lnTo>
                    <a:pt x="91827" y="25857"/>
                  </a:lnTo>
                  <a:cubicBezTo>
                    <a:pt x="91827" y="25857"/>
                    <a:pt x="91363" y="26121"/>
                    <a:pt x="91085" y="26121"/>
                  </a:cubicBezTo>
                  <a:lnTo>
                    <a:pt x="85102" y="26121"/>
                  </a:lnTo>
                  <a:lnTo>
                    <a:pt x="81438" y="32793"/>
                  </a:lnTo>
                  <a:lnTo>
                    <a:pt x="80001" y="40564"/>
                  </a:lnTo>
                  <a:cubicBezTo>
                    <a:pt x="79954" y="40871"/>
                    <a:pt x="79769" y="41134"/>
                    <a:pt x="79444" y="41310"/>
                  </a:cubicBezTo>
                  <a:lnTo>
                    <a:pt x="75641" y="43461"/>
                  </a:lnTo>
                  <a:lnTo>
                    <a:pt x="75363" y="50836"/>
                  </a:lnTo>
                  <a:cubicBezTo>
                    <a:pt x="75363" y="51275"/>
                    <a:pt x="75038" y="51670"/>
                    <a:pt x="74621" y="51802"/>
                  </a:cubicBezTo>
                  <a:lnTo>
                    <a:pt x="68221" y="54217"/>
                  </a:lnTo>
                  <a:lnTo>
                    <a:pt x="69288" y="62163"/>
                  </a:lnTo>
                  <a:cubicBezTo>
                    <a:pt x="69334" y="62602"/>
                    <a:pt x="69102" y="63041"/>
                    <a:pt x="68685" y="63260"/>
                  </a:cubicBezTo>
                  <a:lnTo>
                    <a:pt x="60012" y="67650"/>
                  </a:lnTo>
                  <a:lnTo>
                    <a:pt x="59734" y="74411"/>
                  </a:lnTo>
                  <a:cubicBezTo>
                    <a:pt x="59734" y="74630"/>
                    <a:pt x="59641" y="74850"/>
                    <a:pt x="59502" y="75025"/>
                  </a:cubicBezTo>
                  <a:lnTo>
                    <a:pt x="54215" y="81874"/>
                  </a:lnTo>
                  <a:lnTo>
                    <a:pt x="54215" y="87273"/>
                  </a:lnTo>
                  <a:cubicBezTo>
                    <a:pt x="54215" y="87669"/>
                    <a:pt x="53983" y="88020"/>
                    <a:pt x="53659" y="88239"/>
                  </a:cubicBezTo>
                  <a:lnTo>
                    <a:pt x="50505" y="89995"/>
                  </a:lnTo>
                  <a:lnTo>
                    <a:pt x="47769" y="96229"/>
                  </a:lnTo>
                  <a:cubicBezTo>
                    <a:pt x="47583" y="96624"/>
                    <a:pt x="47166" y="96887"/>
                    <a:pt x="46702" y="96887"/>
                  </a:cubicBezTo>
                  <a:lnTo>
                    <a:pt x="38586" y="96887"/>
                  </a:lnTo>
                  <a:cubicBezTo>
                    <a:pt x="38215" y="96887"/>
                    <a:pt x="37844" y="96712"/>
                    <a:pt x="37612" y="96405"/>
                  </a:cubicBezTo>
                  <a:lnTo>
                    <a:pt x="31768" y="87976"/>
                  </a:lnTo>
                  <a:lnTo>
                    <a:pt x="30702" y="91444"/>
                  </a:lnTo>
                  <a:cubicBezTo>
                    <a:pt x="30609" y="91751"/>
                    <a:pt x="30377" y="92015"/>
                    <a:pt x="30052" y="92146"/>
                  </a:cubicBezTo>
                  <a:cubicBezTo>
                    <a:pt x="29728" y="92278"/>
                    <a:pt x="29357" y="92278"/>
                    <a:pt x="29078" y="92146"/>
                  </a:cubicBezTo>
                  <a:lnTo>
                    <a:pt x="23467" y="89468"/>
                  </a:lnTo>
                  <a:lnTo>
                    <a:pt x="4684" y="107775"/>
                  </a:lnTo>
                  <a:lnTo>
                    <a:pt x="4684" y="117740"/>
                  </a:lnTo>
                  <a:cubicBezTo>
                    <a:pt x="4684" y="117740"/>
                    <a:pt x="4638" y="118135"/>
                    <a:pt x="4545" y="118267"/>
                  </a:cubicBezTo>
                  <a:lnTo>
                    <a:pt x="0" y="125862"/>
                  </a:lnTo>
                  <a:lnTo>
                    <a:pt x="0" y="125949"/>
                  </a:lnTo>
                  <a:cubicBezTo>
                    <a:pt x="0" y="125949"/>
                    <a:pt x="5287" y="126476"/>
                    <a:pt x="5287" y="126476"/>
                  </a:cubicBezTo>
                  <a:lnTo>
                    <a:pt x="8487" y="133325"/>
                  </a:lnTo>
                  <a:lnTo>
                    <a:pt x="12244" y="135520"/>
                  </a:lnTo>
                  <a:lnTo>
                    <a:pt x="17762" y="135520"/>
                  </a:lnTo>
                  <a:lnTo>
                    <a:pt x="18319" y="141270"/>
                  </a:lnTo>
                  <a:cubicBezTo>
                    <a:pt x="18319" y="141270"/>
                    <a:pt x="24997" y="143992"/>
                    <a:pt x="22076" y="152245"/>
                  </a:cubicBezTo>
                  <a:cubicBezTo>
                    <a:pt x="19154" y="160499"/>
                    <a:pt x="14841" y="162957"/>
                    <a:pt x="15119" y="171166"/>
                  </a:cubicBezTo>
                  <a:cubicBezTo>
                    <a:pt x="15119" y="171166"/>
                    <a:pt x="8162" y="186005"/>
                    <a:pt x="18319" y="190921"/>
                  </a:cubicBezTo>
                  <a:lnTo>
                    <a:pt x="14238" y="190921"/>
                  </a:lnTo>
                  <a:lnTo>
                    <a:pt x="11641" y="188463"/>
                  </a:lnTo>
                  <a:lnTo>
                    <a:pt x="11362" y="199438"/>
                  </a:lnTo>
                  <a:lnTo>
                    <a:pt x="7281" y="204662"/>
                  </a:lnTo>
                  <a:lnTo>
                    <a:pt x="4081" y="208789"/>
                  </a:lnTo>
                  <a:cubicBezTo>
                    <a:pt x="4081" y="208789"/>
                    <a:pt x="10435" y="223627"/>
                    <a:pt x="17113" y="230212"/>
                  </a:cubicBezTo>
                  <a:cubicBezTo>
                    <a:pt x="20823" y="233900"/>
                    <a:pt x="31351" y="243997"/>
                    <a:pt x="39931" y="252206"/>
                  </a:cubicBezTo>
                  <a:lnTo>
                    <a:pt x="46516" y="246675"/>
                  </a:lnTo>
                  <a:cubicBezTo>
                    <a:pt x="46516" y="246675"/>
                    <a:pt x="47073" y="246367"/>
                    <a:pt x="47351" y="24641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3" name="Freeform: Shape 2192">
              <a:extLst>
                <a:ext uri="{FF2B5EF4-FFF2-40B4-BE49-F238E27FC236}">
                  <a16:creationId xmlns:a16="http://schemas.microsoft.com/office/drawing/2014/main" id="{D3BA827D-E388-7758-EEDF-6841776D229E}"/>
                </a:ext>
              </a:extLst>
            </p:cNvPr>
            <p:cNvSpPr>
              <a:spLocks/>
            </p:cNvSpPr>
            <p:nvPr/>
          </p:nvSpPr>
          <p:spPr>
            <a:xfrm>
              <a:off x="8622600" y="3011733"/>
              <a:ext cx="147586" cy="150449"/>
            </a:xfrm>
            <a:custGeom>
              <a:avLst/>
              <a:gdLst>
                <a:gd name="connsiteX0" fmla="*/ 93125 w 98876"/>
                <a:gd name="connsiteY0" fmla="*/ 3775 h 100794"/>
                <a:gd name="connsiteX1" fmla="*/ 93125 w 98876"/>
                <a:gd name="connsiteY1" fmla="*/ 176 h 100794"/>
                <a:gd name="connsiteX2" fmla="*/ 89369 w 98876"/>
                <a:gd name="connsiteY2" fmla="*/ 0 h 100794"/>
                <a:gd name="connsiteX3" fmla="*/ 87004 w 98876"/>
                <a:gd name="connsiteY3" fmla="*/ 8209 h 100794"/>
                <a:gd name="connsiteX4" fmla="*/ 86865 w 98876"/>
                <a:gd name="connsiteY4" fmla="*/ 8473 h 100794"/>
                <a:gd name="connsiteX5" fmla="*/ 83664 w 98876"/>
                <a:gd name="connsiteY5" fmla="*/ 13389 h 100794"/>
                <a:gd name="connsiteX6" fmla="*/ 82690 w 98876"/>
                <a:gd name="connsiteY6" fmla="*/ 13916 h 100794"/>
                <a:gd name="connsiteX7" fmla="*/ 81717 w 98876"/>
                <a:gd name="connsiteY7" fmla="*/ 13389 h 100794"/>
                <a:gd name="connsiteX8" fmla="*/ 80418 w 98876"/>
                <a:gd name="connsiteY8" fmla="*/ 11370 h 100794"/>
                <a:gd name="connsiteX9" fmla="*/ 75873 w 98876"/>
                <a:gd name="connsiteY9" fmla="*/ 18570 h 100794"/>
                <a:gd name="connsiteX10" fmla="*/ 74760 w 98876"/>
                <a:gd name="connsiteY10" fmla="*/ 19096 h 100794"/>
                <a:gd name="connsiteX11" fmla="*/ 61032 w 98876"/>
                <a:gd name="connsiteY11" fmla="*/ 17779 h 100794"/>
                <a:gd name="connsiteX12" fmla="*/ 48371 w 98876"/>
                <a:gd name="connsiteY12" fmla="*/ 27130 h 100794"/>
                <a:gd name="connsiteX13" fmla="*/ 47675 w 98876"/>
                <a:gd name="connsiteY13" fmla="*/ 27350 h 100794"/>
                <a:gd name="connsiteX14" fmla="*/ 40672 w 98876"/>
                <a:gd name="connsiteY14" fmla="*/ 27350 h 100794"/>
                <a:gd name="connsiteX15" fmla="*/ 29124 w 98876"/>
                <a:gd name="connsiteY15" fmla="*/ 40651 h 100794"/>
                <a:gd name="connsiteX16" fmla="*/ 28476 w 98876"/>
                <a:gd name="connsiteY16" fmla="*/ 41046 h 100794"/>
                <a:gd name="connsiteX17" fmla="*/ 20360 w 98876"/>
                <a:gd name="connsiteY17" fmla="*/ 42715 h 100794"/>
                <a:gd name="connsiteX18" fmla="*/ 9832 w 98876"/>
                <a:gd name="connsiteY18" fmla="*/ 50705 h 100794"/>
                <a:gd name="connsiteX19" fmla="*/ 0 w 98876"/>
                <a:gd name="connsiteY19" fmla="*/ 61987 h 100794"/>
                <a:gd name="connsiteX20" fmla="*/ 12012 w 98876"/>
                <a:gd name="connsiteY20" fmla="*/ 66860 h 100794"/>
                <a:gd name="connsiteX21" fmla="*/ 12012 w 98876"/>
                <a:gd name="connsiteY21" fmla="*/ 85781 h 100794"/>
                <a:gd name="connsiteX22" fmla="*/ 17020 w 98876"/>
                <a:gd name="connsiteY22" fmla="*/ 99477 h 100794"/>
                <a:gd name="connsiteX23" fmla="*/ 23003 w 98876"/>
                <a:gd name="connsiteY23" fmla="*/ 96756 h 100794"/>
                <a:gd name="connsiteX24" fmla="*/ 30609 w 98876"/>
                <a:gd name="connsiteY24" fmla="*/ 100795 h 100794"/>
                <a:gd name="connsiteX25" fmla="*/ 31954 w 98876"/>
                <a:gd name="connsiteY25" fmla="*/ 99082 h 100794"/>
                <a:gd name="connsiteX26" fmla="*/ 32881 w 98876"/>
                <a:gd name="connsiteY26" fmla="*/ 98643 h 100794"/>
                <a:gd name="connsiteX27" fmla="*/ 37797 w 98876"/>
                <a:gd name="connsiteY27" fmla="*/ 98643 h 100794"/>
                <a:gd name="connsiteX28" fmla="*/ 37797 w 98876"/>
                <a:gd name="connsiteY28" fmla="*/ 94253 h 100794"/>
                <a:gd name="connsiteX29" fmla="*/ 38354 w 98876"/>
                <a:gd name="connsiteY29" fmla="*/ 93331 h 100794"/>
                <a:gd name="connsiteX30" fmla="*/ 45589 w 98876"/>
                <a:gd name="connsiteY30" fmla="*/ 89205 h 100794"/>
                <a:gd name="connsiteX31" fmla="*/ 46192 w 98876"/>
                <a:gd name="connsiteY31" fmla="*/ 89029 h 100794"/>
                <a:gd name="connsiteX32" fmla="*/ 55791 w 98876"/>
                <a:gd name="connsiteY32" fmla="*/ 89029 h 100794"/>
                <a:gd name="connsiteX33" fmla="*/ 60893 w 98876"/>
                <a:gd name="connsiteY33" fmla="*/ 86746 h 100794"/>
                <a:gd name="connsiteX34" fmla="*/ 64696 w 98876"/>
                <a:gd name="connsiteY34" fmla="*/ 83454 h 100794"/>
                <a:gd name="connsiteX35" fmla="*/ 53426 w 98876"/>
                <a:gd name="connsiteY35" fmla="*/ 75596 h 100794"/>
                <a:gd name="connsiteX36" fmla="*/ 51989 w 98876"/>
                <a:gd name="connsiteY36" fmla="*/ 61328 h 100794"/>
                <a:gd name="connsiteX37" fmla="*/ 61542 w 98876"/>
                <a:gd name="connsiteY37" fmla="*/ 57202 h 100794"/>
                <a:gd name="connsiteX38" fmla="*/ 69056 w 98876"/>
                <a:gd name="connsiteY38" fmla="*/ 51978 h 100794"/>
                <a:gd name="connsiteX39" fmla="*/ 81995 w 98876"/>
                <a:gd name="connsiteY39" fmla="*/ 42671 h 100794"/>
                <a:gd name="connsiteX40" fmla="*/ 86447 w 98876"/>
                <a:gd name="connsiteY40" fmla="*/ 38281 h 100794"/>
                <a:gd name="connsiteX41" fmla="*/ 86679 w 98876"/>
                <a:gd name="connsiteY41" fmla="*/ 22389 h 100794"/>
                <a:gd name="connsiteX42" fmla="*/ 97763 w 98876"/>
                <a:gd name="connsiteY42" fmla="*/ 12248 h 100794"/>
                <a:gd name="connsiteX43" fmla="*/ 98876 w 98876"/>
                <a:gd name="connsiteY43" fmla="*/ 11590 h 100794"/>
                <a:gd name="connsiteX44" fmla="*/ 93357 w 98876"/>
                <a:gd name="connsiteY44" fmla="*/ 4390 h 100794"/>
                <a:gd name="connsiteX45" fmla="*/ 93125 w 98876"/>
                <a:gd name="connsiteY45" fmla="*/ 3731 h 100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8876" h="100794">
                  <a:moveTo>
                    <a:pt x="93125" y="3775"/>
                  </a:moveTo>
                  <a:lnTo>
                    <a:pt x="93125" y="176"/>
                  </a:lnTo>
                  <a:lnTo>
                    <a:pt x="89369" y="0"/>
                  </a:lnTo>
                  <a:lnTo>
                    <a:pt x="87004" y="8209"/>
                  </a:lnTo>
                  <a:cubicBezTo>
                    <a:pt x="87004" y="8209"/>
                    <a:pt x="86911" y="8385"/>
                    <a:pt x="86865" y="8473"/>
                  </a:cubicBezTo>
                  <a:lnTo>
                    <a:pt x="83664" y="13389"/>
                  </a:lnTo>
                  <a:cubicBezTo>
                    <a:pt x="83479" y="13697"/>
                    <a:pt x="83061" y="13916"/>
                    <a:pt x="82690" y="13916"/>
                  </a:cubicBezTo>
                  <a:cubicBezTo>
                    <a:pt x="82320" y="13916"/>
                    <a:pt x="81902" y="13741"/>
                    <a:pt x="81717" y="13389"/>
                  </a:cubicBezTo>
                  <a:lnTo>
                    <a:pt x="80418" y="11370"/>
                  </a:lnTo>
                  <a:lnTo>
                    <a:pt x="75873" y="18570"/>
                  </a:lnTo>
                  <a:cubicBezTo>
                    <a:pt x="75641" y="18921"/>
                    <a:pt x="75177" y="19140"/>
                    <a:pt x="74760" y="19096"/>
                  </a:cubicBezTo>
                  <a:lnTo>
                    <a:pt x="61032" y="17779"/>
                  </a:lnTo>
                  <a:lnTo>
                    <a:pt x="48371" y="27130"/>
                  </a:lnTo>
                  <a:cubicBezTo>
                    <a:pt x="48371" y="27130"/>
                    <a:pt x="47908" y="27350"/>
                    <a:pt x="47675" y="27350"/>
                  </a:cubicBezTo>
                  <a:lnTo>
                    <a:pt x="40672" y="27350"/>
                  </a:lnTo>
                  <a:lnTo>
                    <a:pt x="29124" y="40651"/>
                  </a:lnTo>
                  <a:cubicBezTo>
                    <a:pt x="29124" y="40651"/>
                    <a:pt x="28754" y="40959"/>
                    <a:pt x="28476" y="41046"/>
                  </a:cubicBezTo>
                  <a:lnTo>
                    <a:pt x="20360" y="42715"/>
                  </a:lnTo>
                  <a:lnTo>
                    <a:pt x="9832" y="50705"/>
                  </a:lnTo>
                  <a:lnTo>
                    <a:pt x="0" y="61987"/>
                  </a:lnTo>
                  <a:cubicBezTo>
                    <a:pt x="4174" y="62514"/>
                    <a:pt x="8301" y="63962"/>
                    <a:pt x="12012" y="66860"/>
                  </a:cubicBezTo>
                  <a:cubicBezTo>
                    <a:pt x="23049" y="75640"/>
                    <a:pt x="12568" y="74279"/>
                    <a:pt x="12012" y="85781"/>
                  </a:cubicBezTo>
                  <a:cubicBezTo>
                    <a:pt x="11455" y="97282"/>
                    <a:pt x="12800" y="98687"/>
                    <a:pt x="17020" y="99477"/>
                  </a:cubicBezTo>
                  <a:cubicBezTo>
                    <a:pt x="21287" y="100312"/>
                    <a:pt x="23003" y="96756"/>
                    <a:pt x="23003" y="96756"/>
                  </a:cubicBezTo>
                  <a:cubicBezTo>
                    <a:pt x="23003" y="96756"/>
                    <a:pt x="24394" y="100487"/>
                    <a:pt x="30609" y="100795"/>
                  </a:cubicBezTo>
                  <a:lnTo>
                    <a:pt x="31954" y="99082"/>
                  </a:lnTo>
                  <a:cubicBezTo>
                    <a:pt x="32186" y="98819"/>
                    <a:pt x="32511" y="98643"/>
                    <a:pt x="32881" y="98643"/>
                  </a:cubicBezTo>
                  <a:lnTo>
                    <a:pt x="37797" y="98643"/>
                  </a:lnTo>
                  <a:lnTo>
                    <a:pt x="37797" y="94253"/>
                  </a:lnTo>
                  <a:cubicBezTo>
                    <a:pt x="37797" y="93858"/>
                    <a:pt x="38029" y="93507"/>
                    <a:pt x="38354" y="93331"/>
                  </a:cubicBezTo>
                  <a:lnTo>
                    <a:pt x="45589" y="89205"/>
                  </a:lnTo>
                  <a:cubicBezTo>
                    <a:pt x="45589" y="89205"/>
                    <a:pt x="45959" y="89029"/>
                    <a:pt x="46192" y="89029"/>
                  </a:cubicBezTo>
                  <a:lnTo>
                    <a:pt x="55791" y="89029"/>
                  </a:lnTo>
                  <a:lnTo>
                    <a:pt x="60893" y="86746"/>
                  </a:lnTo>
                  <a:lnTo>
                    <a:pt x="64696" y="83454"/>
                  </a:lnTo>
                  <a:cubicBezTo>
                    <a:pt x="61960" y="79415"/>
                    <a:pt x="58250" y="75815"/>
                    <a:pt x="53426" y="75596"/>
                  </a:cubicBezTo>
                  <a:cubicBezTo>
                    <a:pt x="53426" y="75596"/>
                    <a:pt x="45589" y="70679"/>
                    <a:pt x="51989" y="61328"/>
                  </a:cubicBezTo>
                  <a:lnTo>
                    <a:pt x="61542" y="57202"/>
                  </a:lnTo>
                  <a:cubicBezTo>
                    <a:pt x="61542" y="57202"/>
                    <a:pt x="68221" y="58036"/>
                    <a:pt x="69056" y="51978"/>
                  </a:cubicBezTo>
                  <a:cubicBezTo>
                    <a:pt x="69056" y="51978"/>
                    <a:pt x="75827" y="44295"/>
                    <a:pt x="81995" y="42671"/>
                  </a:cubicBezTo>
                  <a:cubicBezTo>
                    <a:pt x="88163" y="41046"/>
                    <a:pt x="86447" y="38281"/>
                    <a:pt x="86447" y="38281"/>
                  </a:cubicBezTo>
                  <a:cubicBezTo>
                    <a:pt x="86447" y="38281"/>
                    <a:pt x="84267" y="25374"/>
                    <a:pt x="86679" y="22389"/>
                  </a:cubicBezTo>
                  <a:cubicBezTo>
                    <a:pt x="89091" y="19404"/>
                    <a:pt x="95166" y="13872"/>
                    <a:pt x="97763" y="12248"/>
                  </a:cubicBezTo>
                  <a:cubicBezTo>
                    <a:pt x="98087" y="12029"/>
                    <a:pt x="98459" y="11809"/>
                    <a:pt x="98876" y="11590"/>
                  </a:cubicBezTo>
                  <a:lnTo>
                    <a:pt x="93357" y="4390"/>
                  </a:lnTo>
                  <a:cubicBezTo>
                    <a:pt x="93357" y="4390"/>
                    <a:pt x="93125" y="3995"/>
                    <a:pt x="93125" y="373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4" name="Freeform: Shape 2193">
              <a:extLst>
                <a:ext uri="{FF2B5EF4-FFF2-40B4-BE49-F238E27FC236}">
                  <a16:creationId xmlns:a16="http://schemas.microsoft.com/office/drawing/2014/main" id="{B427ED57-CB1A-1499-8A11-E9A27A6A5709}"/>
                </a:ext>
              </a:extLst>
            </p:cNvPr>
            <p:cNvSpPr>
              <a:spLocks/>
            </p:cNvSpPr>
            <p:nvPr/>
          </p:nvSpPr>
          <p:spPr>
            <a:xfrm>
              <a:off x="7769687" y="3467536"/>
              <a:ext cx="104043" cy="123714"/>
            </a:xfrm>
            <a:custGeom>
              <a:avLst/>
              <a:gdLst>
                <a:gd name="connsiteX0" fmla="*/ 62655 w 69704"/>
                <a:gd name="connsiteY0" fmla="*/ 81698 h 82883"/>
                <a:gd name="connsiteX1" fmla="*/ 65253 w 69704"/>
                <a:gd name="connsiteY1" fmla="*/ 77308 h 82883"/>
                <a:gd name="connsiteX2" fmla="*/ 66088 w 69704"/>
                <a:gd name="connsiteY2" fmla="*/ 76781 h 82883"/>
                <a:gd name="connsiteX3" fmla="*/ 67061 w 69704"/>
                <a:gd name="connsiteY3" fmla="*/ 77089 h 82883"/>
                <a:gd name="connsiteX4" fmla="*/ 69705 w 69704"/>
                <a:gd name="connsiteY4" fmla="*/ 79591 h 82883"/>
                <a:gd name="connsiteX5" fmla="*/ 69705 w 69704"/>
                <a:gd name="connsiteY5" fmla="*/ 70986 h 82883"/>
                <a:gd name="connsiteX6" fmla="*/ 69102 w 69704"/>
                <a:gd name="connsiteY6" fmla="*/ 67913 h 82883"/>
                <a:gd name="connsiteX7" fmla="*/ 69102 w 69704"/>
                <a:gd name="connsiteY7" fmla="*/ 67913 h 82883"/>
                <a:gd name="connsiteX8" fmla="*/ 65670 w 69704"/>
                <a:gd name="connsiteY8" fmla="*/ 49431 h 82883"/>
                <a:gd name="connsiteX9" fmla="*/ 54632 w 69704"/>
                <a:gd name="connsiteY9" fmla="*/ 55753 h 82883"/>
                <a:gd name="connsiteX10" fmla="*/ 53195 w 69704"/>
                <a:gd name="connsiteY10" fmla="*/ 55577 h 82883"/>
                <a:gd name="connsiteX11" fmla="*/ 46516 w 69704"/>
                <a:gd name="connsiteY11" fmla="*/ 48992 h 82883"/>
                <a:gd name="connsiteX12" fmla="*/ 46192 w 69704"/>
                <a:gd name="connsiteY12" fmla="*/ 48158 h 82883"/>
                <a:gd name="connsiteX13" fmla="*/ 47073 w 69704"/>
                <a:gd name="connsiteY13" fmla="*/ 38851 h 82883"/>
                <a:gd name="connsiteX14" fmla="*/ 47490 w 69704"/>
                <a:gd name="connsiteY14" fmla="*/ 38105 h 82883"/>
                <a:gd name="connsiteX15" fmla="*/ 54725 w 69704"/>
                <a:gd name="connsiteY15" fmla="*/ 32354 h 82883"/>
                <a:gd name="connsiteX16" fmla="*/ 55050 w 69704"/>
                <a:gd name="connsiteY16" fmla="*/ 32179 h 82883"/>
                <a:gd name="connsiteX17" fmla="*/ 65114 w 69704"/>
                <a:gd name="connsiteY17" fmla="*/ 28403 h 82883"/>
                <a:gd name="connsiteX18" fmla="*/ 63583 w 69704"/>
                <a:gd name="connsiteY18" fmla="*/ 23048 h 82883"/>
                <a:gd name="connsiteX19" fmla="*/ 51432 w 69704"/>
                <a:gd name="connsiteY19" fmla="*/ 23048 h 82883"/>
                <a:gd name="connsiteX20" fmla="*/ 34505 w 69704"/>
                <a:gd name="connsiteY20" fmla="*/ 21687 h 82883"/>
                <a:gd name="connsiteX21" fmla="*/ 34087 w 69704"/>
                <a:gd name="connsiteY21" fmla="*/ 21599 h 82883"/>
                <a:gd name="connsiteX22" fmla="*/ 27362 w 69704"/>
                <a:gd name="connsiteY22" fmla="*/ 18526 h 82883"/>
                <a:gd name="connsiteX23" fmla="*/ 27362 w 69704"/>
                <a:gd name="connsiteY23" fmla="*/ 40344 h 82883"/>
                <a:gd name="connsiteX24" fmla="*/ 38400 w 69704"/>
                <a:gd name="connsiteY24" fmla="*/ 49958 h 82883"/>
                <a:gd name="connsiteX25" fmla="*/ 36638 w 69704"/>
                <a:gd name="connsiteY25" fmla="*/ 51890 h 82883"/>
                <a:gd name="connsiteX26" fmla="*/ 25044 w 69704"/>
                <a:gd name="connsiteY26" fmla="*/ 41442 h 82883"/>
                <a:gd name="connsiteX27" fmla="*/ 25044 w 69704"/>
                <a:gd name="connsiteY27" fmla="*/ 11809 h 82883"/>
                <a:gd name="connsiteX28" fmla="*/ 27362 w 69704"/>
                <a:gd name="connsiteY28" fmla="*/ 7156 h 82883"/>
                <a:gd name="connsiteX29" fmla="*/ 27548 w 69704"/>
                <a:gd name="connsiteY29" fmla="*/ 7068 h 82883"/>
                <a:gd name="connsiteX30" fmla="*/ 27548 w 69704"/>
                <a:gd name="connsiteY30" fmla="*/ 6585 h 82883"/>
                <a:gd name="connsiteX31" fmla="*/ 25600 w 69704"/>
                <a:gd name="connsiteY31" fmla="*/ 3380 h 82883"/>
                <a:gd name="connsiteX32" fmla="*/ 24116 w 69704"/>
                <a:gd name="connsiteY32" fmla="*/ 7243 h 82883"/>
                <a:gd name="connsiteX33" fmla="*/ 23467 w 69704"/>
                <a:gd name="connsiteY33" fmla="*/ 7902 h 82883"/>
                <a:gd name="connsiteX34" fmla="*/ 22539 w 69704"/>
                <a:gd name="connsiteY34" fmla="*/ 7902 h 82883"/>
                <a:gd name="connsiteX35" fmla="*/ 16742 w 69704"/>
                <a:gd name="connsiteY35" fmla="*/ 5444 h 82883"/>
                <a:gd name="connsiteX36" fmla="*/ 16093 w 69704"/>
                <a:gd name="connsiteY36" fmla="*/ 4785 h 82883"/>
                <a:gd name="connsiteX37" fmla="*/ 14470 w 69704"/>
                <a:gd name="connsiteY37" fmla="*/ 0 h 82883"/>
                <a:gd name="connsiteX38" fmla="*/ 9600 w 69704"/>
                <a:gd name="connsiteY38" fmla="*/ 2414 h 82883"/>
                <a:gd name="connsiteX39" fmla="*/ 8209 w 69704"/>
                <a:gd name="connsiteY39" fmla="*/ 2195 h 82883"/>
                <a:gd name="connsiteX40" fmla="*/ 6214 w 69704"/>
                <a:gd name="connsiteY40" fmla="*/ 88 h 82883"/>
                <a:gd name="connsiteX41" fmla="*/ 93 w 69704"/>
                <a:gd name="connsiteY41" fmla="*/ 3205 h 82883"/>
                <a:gd name="connsiteX42" fmla="*/ 93 w 69704"/>
                <a:gd name="connsiteY42" fmla="*/ 6409 h 82883"/>
                <a:gd name="connsiteX43" fmla="*/ 6864 w 69704"/>
                <a:gd name="connsiteY43" fmla="*/ 11326 h 82883"/>
                <a:gd name="connsiteX44" fmla="*/ 10527 w 69704"/>
                <a:gd name="connsiteY44" fmla="*/ 11326 h 82883"/>
                <a:gd name="connsiteX45" fmla="*/ 11409 w 69704"/>
                <a:gd name="connsiteY45" fmla="*/ 11721 h 82883"/>
                <a:gd name="connsiteX46" fmla="*/ 18087 w 69704"/>
                <a:gd name="connsiteY46" fmla="*/ 19140 h 82883"/>
                <a:gd name="connsiteX47" fmla="*/ 18273 w 69704"/>
                <a:gd name="connsiteY47" fmla="*/ 20326 h 82883"/>
                <a:gd name="connsiteX48" fmla="*/ 17206 w 69704"/>
                <a:gd name="connsiteY48" fmla="*/ 20984 h 82883"/>
                <a:gd name="connsiteX49" fmla="*/ 6307 w 69704"/>
                <a:gd name="connsiteY49" fmla="*/ 20984 h 82883"/>
                <a:gd name="connsiteX50" fmla="*/ 0 w 69704"/>
                <a:gd name="connsiteY50" fmla="*/ 25857 h 82883"/>
                <a:gd name="connsiteX51" fmla="*/ 10017 w 69704"/>
                <a:gd name="connsiteY51" fmla="*/ 32442 h 82883"/>
                <a:gd name="connsiteX52" fmla="*/ 10435 w 69704"/>
                <a:gd name="connsiteY52" fmla="*/ 33715 h 82883"/>
                <a:gd name="connsiteX53" fmla="*/ 7652 w 69704"/>
                <a:gd name="connsiteY53" fmla="*/ 41090 h 82883"/>
                <a:gd name="connsiteX54" fmla="*/ 9554 w 69704"/>
                <a:gd name="connsiteY54" fmla="*/ 49914 h 82883"/>
                <a:gd name="connsiteX55" fmla="*/ 14655 w 69704"/>
                <a:gd name="connsiteY55" fmla="*/ 57992 h 82883"/>
                <a:gd name="connsiteX56" fmla="*/ 14840 w 69704"/>
                <a:gd name="connsiteY56" fmla="*/ 58519 h 82883"/>
                <a:gd name="connsiteX57" fmla="*/ 15861 w 69704"/>
                <a:gd name="connsiteY57" fmla="*/ 75859 h 82883"/>
                <a:gd name="connsiteX58" fmla="*/ 20916 w 69704"/>
                <a:gd name="connsiteY58" fmla="*/ 74762 h 82883"/>
                <a:gd name="connsiteX59" fmla="*/ 20916 w 69704"/>
                <a:gd name="connsiteY59" fmla="*/ 72303 h 82883"/>
                <a:gd name="connsiteX60" fmla="*/ 22957 w 69704"/>
                <a:gd name="connsiteY60" fmla="*/ 65982 h 82883"/>
                <a:gd name="connsiteX61" fmla="*/ 22957 w 69704"/>
                <a:gd name="connsiteY61" fmla="*/ 73401 h 82883"/>
                <a:gd name="connsiteX62" fmla="*/ 25832 w 69704"/>
                <a:gd name="connsiteY62" fmla="*/ 73664 h 82883"/>
                <a:gd name="connsiteX63" fmla="*/ 27872 w 69704"/>
                <a:gd name="connsiteY63" fmla="*/ 64621 h 82883"/>
                <a:gd name="connsiteX64" fmla="*/ 27872 w 69704"/>
                <a:gd name="connsiteY64" fmla="*/ 74235 h 82883"/>
                <a:gd name="connsiteX65" fmla="*/ 34551 w 69704"/>
                <a:gd name="connsiteY65" fmla="*/ 73401 h 82883"/>
                <a:gd name="connsiteX66" fmla="*/ 34551 w 69704"/>
                <a:gd name="connsiteY66" fmla="*/ 71206 h 82883"/>
                <a:gd name="connsiteX67" fmla="*/ 37148 w 69704"/>
                <a:gd name="connsiteY67" fmla="*/ 67913 h 82883"/>
                <a:gd name="connsiteX68" fmla="*/ 38910 w 69704"/>
                <a:gd name="connsiteY68" fmla="*/ 65192 h 82883"/>
                <a:gd name="connsiteX69" fmla="*/ 38910 w 69704"/>
                <a:gd name="connsiteY69" fmla="*/ 71513 h 82883"/>
                <a:gd name="connsiteX70" fmla="*/ 36870 w 69704"/>
                <a:gd name="connsiteY70" fmla="*/ 73181 h 82883"/>
                <a:gd name="connsiteX71" fmla="*/ 42389 w 69704"/>
                <a:gd name="connsiteY71" fmla="*/ 67694 h 82883"/>
                <a:gd name="connsiteX72" fmla="*/ 38910 w 69704"/>
                <a:gd name="connsiteY72" fmla="*/ 58080 h 82883"/>
                <a:gd name="connsiteX73" fmla="*/ 38632 w 69704"/>
                <a:gd name="connsiteY73" fmla="*/ 53953 h 82883"/>
                <a:gd name="connsiteX74" fmla="*/ 42435 w 69704"/>
                <a:gd name="connsiteY74" fmla="*/ 60538 h 82883"/>
                <a:gd name="connsiteX75" fmla="*/ 48510 w 69704"/>
                <a:gd name="connsiteY75" fmla="*/ 62470 h 82883"/>
                <a:gd name="connsiteX76" fmla="*/ 48510 w 69704"/>
                <a:gd name="connsiteY76" fmla="*/ 64928 h 82883"/>
                <a:gd name="connsiteX77" fmla="*/ 46192 w 69704"/>
                <a:gd name="connsiteY77" fmla="*/ 66026 h 82883"/>
                <a:gd name="connsiteX78" fmla="*/ 45310 w 69704"/>
                <a:gd name="connsiteY78" fmla="*/ 69582 h 82883"/>
                <a:gd name="connsiteX79" fmla="*/ 48510 w 69704"/>
                <a:gd name="connsiteY79" fmla="*/ 67123 h 82883"/>
                <a:gd name="connsiteX80" fmla="*/ 51386 w 69704"/>
                <a:gd name="connsiteY80" fmla="*/ 63567 h 82883"/>
                <a:gd name="connsiteX81" fmla="*/ 51386 w 69704"/>
                <a:gd name="connsiteY81" fmla="*/ 60845 h 82883"/>
                <a:gd name="connsiteX82" fmla="*/ 53426 w 69704"/>
                <a:gd name="connsiteY82" fmla="*/ 60845 h 82883"/>
                <a:gd name="connsiteX83" fmla="*/ 58945 w 69704"/>
                <a:gd name="connsiteY83" fmla="*/ 73752 h 82883"/>
                <a:gd name="connsiteX84" fmla="*/ 62470 w 69704"/>
                <a:gd name="connsiteY84" fmla="*/ 82883 h 82883"/>
                <a:gd name="connsiteX85" fmla="*/ 62470 w 69704"/>
                <a:gd name="connsiteY85" fmla="*/ 82752 h 82883"/>
                <a:gd name="connsiteX86" fmla="*/ 62563 w 69704"/>
                <a:gd name="connsiteY86" fmla="*/ 81961 h 8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69704" h="82883">
                  <a:moveTo>
                    <a:pt x="62655" y="81698"/>
                  </a:moveTo>
                  <a:lnTo>
                    <a:pt x="65253" y="77308"/>
                  </a:lnTo>
                  <a:cubicBezTo>
                    <a:pt x="65438" y="77001"/>
                    <a:pt x="65763" y="76825"/>
                    <a:pt x="66088" y="76781"/>
                  </a:cubicBezTo>
                  <a:cubicBezTo>
                    <a:pt x="66458" y="76781"/>
                    <a:pt x="66830" y="76869"/>
                    <a:pt x="67061" y="77089"/>
                  </a:cubicBezTo>
                  <a:lnTo>
                    <a:pt x="69705" y="79591"/>
                  </a:lnTo>
                  <a:lnTo>
                    <a:pt x="69705" y="70986"/>
                  </a:lnTo>
                  <a:lnTo>
                    <a:pt x="69102" y="67913"/>
                  </a:lnTo>
                  <a:lnTo>
                    <a:pt x="69102" y="67913"/>
                  </a:lnTo>
                  <a:cubicBezTo>
                    <a:pt x="69102" y="67913"/>
                    <a:pt x="65670" y="49431"/>
                    <a:pt x="65670" y="49431"/>
                  </a:cubicBezTo>
                  <a:lnTo>
                    <a:pt x="54632" y="55753"/>
                  </a:lnTo>
                  <a:cubicBezTo>
                    <a:pt x="54169" y="56016"/>
                    <a:pt x="53566" y="55929"/>
                    <a:pt x="53195" y="55577"/>
                  </a:cubicBezTo>
                  <a:lnTo>
                    <a:pt x="46516" y="48992"/>
                  </a:lnTo>
                  <a:cubicBezTo>
                    <a:pt x="46284" y="48773"/>
                    <a:pt x="46192" y="48466"/>
                    <a:pt x="46192" y="48158"/>
                  </a:cubicBezTo>
                  <a:lnTo>
                    <a:pt x="47073" y="38851"/>
                  </a:lnTo>
                  <a:cubicBezTo>
                    <a:pt x="47073" y="38544"/>
                    <a:pt x="47258" y="38281"/>
                    <a:pt x="47490" y="38105"/>
                  </a:cubicBezTo>
                  <a:lnTo>
                    <a:pt x="54725" y="32354"/>
                  </a:lnTo>
                  <a:cubicBezTo>
                    <a:pt x="54725" y="32354"/>
                    <a:pt x="54911" y="32223"/>
                    <a:pt x="55050" y="32179"/>
                  </a:cubicBezTo>
                  <a:lnTo>
                    <a:pt x="65114" y="28403"/>
                  </a:lnTo>
                  <a:lnTo>
                    <a:pt x="63583" y="23048"/>
                  </a:lnTo>
                  <a:lnTo>
                    <a:pt x="51432" y="23048"/>
                  </a:lnTo>
                  <a:lnTo>
                    <a:pt x="34505" y="21687"/>
                  </a:lnTo>
                  <a:cubicBezTo>
                    <a:pt x="34505" y="21687"/>
                    <a:pt x="34226" y="21643"/>
                    <a:pt x="34087" y="21599"/>
                  </a:cubicBezTo>
                  <a:lnTo>
                    <a:pt x="27362" y="18526"/>
                  </a:lnTo>
                  <a:lnTo>
                    <a:pt x="27362" y="40344"/>
                  </a:lnTo>
                  <a:lnTo>
                    <a:pt x="38400" y="49958"/>
                  </a:lnTo>
                  <a:lnTo>
                    <a:pt x="36638" y="51890"/>
                  </a:lnTo>
                  <a:lnTo>
                    <a:pt x="25044" y="41442"/>
                  </a:lnTo>
                  <a:lnTo>
                    <a:pt x="25044" y="11809"/>
                  </a:lnTo>
                  <a:lnTo>
                    <a:pt x="27362" y="7156"/>
                  </a:lnTo>
                  <a:lnTo>
                    <a:pt x="27548" y="7068"/>
                  </a:lnTo>
                  <a:lnTo>
                    <a:pt x="27548" y="6585"/>
                  </a:lnTo>
                  <a:cubicBezTo>
                    <a:pt x="27548" y="6585"/>
                    <a:pt x="25600" y="3380"/>
                    <a:pt x="25600" y="3380"/>
                  </a:cubicBezTo>
                  <a:lnTo>
                    <a:pt x="24116" y="7243"/>
                  </a:lnTo>
                  <a:cubicBezTo>
                    <a:pt x="24023" y="7551"/>
                    <a:pt x="23792" y="7770"/>
                    <a:pt x="23467" y="7902"/>
                  </a:cubicBezTo>
                  <a:cubicBezTo>
                    <a:pt x="23189" y="8034"/>
                    <a:pt x="22818" y="8034"/>
                    <a:pt x="22539" y="7902"/>
                  </a:cubicBezTo>
                  <a:lnTo>
                    <a:pt x="16742" y="5444"/>
                  </a:lnTo>
                  <a:cubicBezTo>
                    <a:pt x="16464" y="5312"/>
                    <a:pt x="16232" y="5092"/>
                    <a:pt x="16093" y="4785"/>
                  </a:cubicBezTo>
                  <a:lnTo>
                    <a:pt x="14470" y="0"/>
                  </a:lnTo>
                  <a:lnTo>
                    <a:pt x="9600" y="2414"/>
                  </a:lnTo>
                  <a:cubicBezTo>
                    <a:pt x="9136" y="2634"/>
                    <a:pt x="8533" y="2546"/>
                    <a:pt x="8209" y="2195"/>
                  </a:cubicBezTo>
                  <a:lnTo>
                    <a:pt x="6214" y="88"/>
                  </a:lnTo>
                  <a:lnTo>
                    <a:pt x="93" y="3205"/>
                  </a:lnTo>
                  <a:lnTo>
                    <a:pt x="93" y="6409"/>
                  </a:lnTo>
                  <a:lnTo>
                    <a:pt x="6864" y="11326"/>
                  </a:lnTo>
                  <a:lnTo>
                    <a:pt x="10527" y="11326"/>
                  </a:lnTo>
                  <a:cubicBezTo>
                    <a:pt x="10852" y="11326"/>
                    <a:pt x="11177" y="11458"/>
                    <a:pt x="11409" y="11721"/>
                  </a:cubicBezTo>
                  <a:lnTo>
                    <a:pt x="18087" y="19140"/>
                  </a:lnTo>
                  <a:cubicBezTo>
                    <a:pt x="18365" y="19448"/>
                    <a:pt x="18458" y="19931"/>
                    <a:pt x="18273" y="20326"/>
                  </a:cubicBezTo>
                  <a:cubicBezTo>
                    <a:pt x="18087" y="20721"/>
                    <a:pt x="17670" y="20984"/>
                    <a:pt x="17206" y="20984"/>
                  </a:cubicBezTo>
                  <a:lnTo>
                    <a:pt x="6307" y="20984"/>
                  </a:lnTo>
                  <a:lnTo>
                    <a:pt x="0" y="25857"/>
                  </a:lnTo>
                  <a:lnTo>
                    <a:pt x="10017" y="32442"/>
                  </a:lnTo>
                  <a:cubicBezTo>
                    <a:pt x="10435" y="32705"/>
                    <a:pt x="10620" y="33232"/>
                    <a:pt x="10435" y="33715"/>
                  </a:cubicBezTo>
                  <a:lnTo>
                    <a:pt x="7652" y="41090"/>
                  </a:lnTo>
                  <a:lnTo>
                    <a:pt x="9554" y="49914"/>
                  </a:lnTo>
                  <a:lnTo>
                    <a:pt x="14655" y="57992"/>
                  </a:lnTo>
                  <a:cubicBezTo>
                    <a:pt x="14655" y="57992"/>
                    <a:pt x="14794" y="58299"/>
                    <a:pt x="14840" y="58519"/>
                  </a:cubicBezTo>
                  <a:lnTo>
                    <a:pt x="15861" y="75859"/>
                  </a:lnTo>
                  <a:cubicBezTo>
                    <a:pt x="18412" y="75508"/>
                    <a:pt x="20684" y="75113"/>
                    <a:pt x="20916" y="74762"/>
                  </a:cubicBezTo>
                  <a:lnTo>
                    <a:pt x="20916" y="72303"/>
                  </a:lnTo>
                  <a:lnTo>
                    <a:pt x="22957" y="65982"/>
                  </a:lnTo>
                  <a:lnTo>
                    <a:pt x="22957" y="73401"/>
                  </a:lnTo>
                  <a:lnTo>
                    <a:pt x="25832" y="73664"/>
                  </a:lnTo>
                  <a:lnTo>
                    <a:pt x="27872" y="64621"/>
                  </a:lnTo>
                  <a:lnTo>
                    <a:pt x="27872" y="74235"/>
                  </a:lnTo>
                  <a:lnTo>
                    <a:pt x="34551" y="73401"/>
                  </a:lnTo>
                  <a:lnTo>
                    <a:pt x="34551" y="71206"/>
                  </a:lnTo>
                  <a:lnTo>
                    <a:pt x="37148" y="67913"/>
                  </a:lnTo>
                  <a:lnTo>
                    <a:pt x="38910" y="65192"/>
                  </a:lnTo>
                  <a:lnTo>
                    <a:pt x="38910" y="71513"/>
                  </a:lnTo>
                  <a:lnTo>
                    <a:pt x="36870" y="73181"/>
                  </a:lnTo>
                  <a:cubicBezTo>
                    <a:pt x="36870" y="73181"/>
                    <a:pt x="42064" y="72347"/>
                    <a:pt x="42389" y="67694"/>
                  </a:cubicBezTo>
                  <a:cubicBezTo>
                    <a:pt x="42667" y="63040"/>
                    <a:pt x="38910" y="58080"/>
                    <a:pt x="38910" y="58080"/>
                  </a:cubicBezTo>
                  <a:lnTo>
                    <a:pt x="38632" y="53953"/>
                  </a:lnTo>
                  <a:lnTo>
                    <a:pt x="42435" y="60538"/>
                  </a:lnTo>
                  <a:lnTo>
                    <a:pt x="48510" y="62470"/>
                  </a:lnTo>
                  <a:lnTo>
                    <a:pt x="48510" y="64928"/>
                  </a:lnTo>
                  <a:lnTo>
                    <a:pt x="46192" y="66026"/>
                  </a:lnTo>
                  <a:lnTo>
                    <a:pt x="45310" y="69582"/>
                  </a:lnTo>
                  <a:lnTo>
                    <a:pt x="48510" y="67123"/>
                  </a:lnTo>
                  <a:lnTo>
                    <a:pt x="51386" y="63567"/>
                  </a:lnTo>
                  <a:lnTo>
                    <a:pt x="51386" y="60845"/>
                  </a:lnTo>
                  <a:lnTo>
                    <a:pt x="53426" y="60845"/>
                  </a:lnTo>
                  <a:cubicBezTo>
                    <a:pt x="53426" y="60845"/>
                    <a:pt x="57786" y="65499"/>
                    <a:pt x="58945" y="73752"/>
                  </a:cubicBezTo>
                  <a:cubicBezTo>
                    <a:pt x="59270" y="76123"/>
                    <a:pt x="60661" y="79415"/>
                    <a:pt x="62470" y="82883"/>
                  </a:cubicBezTo>
                  <a:lnTo>
                    <a:pt x="62470" y="82752"/>
                  </a:lnTo>
                  <a:cubicBezTo>
                    <a:pt x="62377" y="82488"/>
                    <a:pt x="62424" y="82225"/>
                    <a:pt x="62563" y="8196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5" name="Freeform: Shape 2194">
              <a:extLst>
                <a:ext uri="{FF2B5EF4-FFF2-40B4-BE49-F238E27FC236}">
                  <a16:creationId xmlns:a16="http://schemas.microsoft.com/office/drawing/2014/main" id="{3E4DFC30-3341-A7DF-037F-34A7EB0B36A0}"/>
                </a:ext>
              </a:extLst>
            </p:cNvPr>
            <p:cNvSpPr>
              <a:spLocks/>
            </p:cNvSpPr>
            <p:nvPr/>
          </p:nvSpPr>
          <p:spPr>
            <a:xfrm>
              <a:off x="7129849" y="3189179"/>
              <a:ext cx="338298" cy="342442"/>
            </a:xfrm>
            <a:custGeom>
              <a:avLst/>
              <a:gdLst>
                <a:gd name="connsiteX0" fmla="*/ 111723 w 226645"/>
                <a:gd name="connsiteY0" fmla="*/ 223495 h 229421"/>
                <a:gd name="connsiteX1" fmla="*/ 121276 w 226645"/>
                <a:gd name="connsiteY1" fmla="*/ 223495 h 229421"/>
                <a:gd name="connsiteX2" fmla="*/ 121276 w 226645"/>
                <a:gd name="connsiteY2" fmla="*/ 219369 h 229421"/>
                <a:gd name="connsiteX3" fmla="*/ 122436 w 226645"/>
                <a:gd name="connsiteY3" fmla="*/ 218271 h 229421"/>
                <a:gd name="connsiteX4" fmla="*/ 134587 w 226645"/>
                <a:gd name="connsiteY4" fmla="*/ 218271 h 229421"/>
                <a:gd name="connsiteX5" fmla="*/ 135004 w 226645"/>
                <a:gd name="connsiteY5" fmla="*/ 218359 h 229421"/>
                <a:gd name="connsiteX6" fmla="*/ 140987 w 226645"/>
                <a:gd name="connsiteY6" fmla="*/ 220466 h 229421"/>
                <a:gd name="connsiteX7" fmla="*/ 141358 w 226645"/>
                <a:gd name="connsiteY7" fmla="*/ 220466 h 229421"/>
                <a:gd name="connsiteX8" fmla="*/ 145068 w 226645"/>
                <a:gd name="connsiteY8" fmla="*/ 217042 h 229421"/>
                <a:gd name="connsiteX9" fmla="*/ 145717 w 226645"/>
                <a:gd name="connsiteY9" fmla="*/ 216735 h 229421"/>
                <a:gd name="connsiteX10" fmla="*/ 149752 w 226645"/>
                <a:gd name="connsiteY10" fmla="*/ 216208 h 229421"/>
                <a:gd name="connsiteX11" fmla="*/ 150680 w 226645"/>
                <a:gd name="connsiteY11" fmla="*/ 216471 h 229421"/>
                <a:gd name="connsiteX12" fmla="*/ 151097 w 226645"/>
                <a:gd name="connsiteY12" fmla="*/ 217305 h 229421"/>
                <a:gd name="connsiteX13" fmla="*/ 151097 w 226645"/>
                <a:gd name="connsiteY13" fmla="*/ 219369 h 229421"/>
                <a:gd name="connsiteX14" fmla="*/ 154853 w 226645"/>
                <a:gd name="connsiteY14" fmla="*/ 219193 h 229421"/>
                <a:gd name="connsiteX15" fmla="*/ 158332 w 226645"/>
                <a:gd name="connsiteY15" fmla="*/ 214935 h 229421"/>
                <a:gd name="connsiteX16" fmla="*/ 158332 w 226645"/>
                <a:gd name="connsiteY16" fmla="*/ 212652 h 229421"/>
                <a:gd name="connsiteX17" fmla="*/ 151607 w 226645"/>
                <a:gd name="connsiteY17" fmla="*/ 203872 h 229421"/>
                <a:gd name="connsiteX18" fmla="*/ 151375 w 226645"/>
                <a:gd name="connsiteY18" fmla="*/ 203213 h 229421"/>
                <a:gd name="connsiteX19" fmla="*/ 151375 w 226645"/>
                <a:gd name="connsiteY19" fmla="*/ 197463 h 229421"/>
                <a:gd name="connsiteX20" fmla="*/ 146181 w 226645"/>
                <a:gd name="connsiteY20" fmla="*/ 197463 h 229421"/>
                <a:gd name="connsiteX21" fmla="*/ 145393 w 226645"/>
                <a:gd name="connsiteY21" fmla="*/ 197155 h 229421"/>
                <a:gd name="connsiteX22" fmla="*/ 141636 w 226645"/>
                <a:gd name="connsiteY22" fmla="*/ 193863 h 229421"/>
                <a:gd name="connsiteX23" fmla="*/ 141265 w 226645"/>
                <a:gd name="connsiteY23" fmla="*/ 192897 h 229421"/>
                <a:gd name="connsiteX24" fmla="*/ 142842 w 226645"/>
                <a:gd name="connsiteY24" fmla="*/ 182361 h 229421"/>
                <a:gd name="connsiteX25" fmla="*/ 131665 w 226645"/>
                <a:gd name="connsiteY25" fmla="*/ 179595 h 229421"/>
                <a:gd name="connsiteX26" fmla="*/ 130923 w 226645"/>
                <a:gd name="connsiteY26" fmla="*/ 179024 h 229421"/>
                <a:gd name="connsiteX27" fmla="*/ 130923 w 226645"/>
                <a:gd name="connsiteY27" fmla="*/ 178103 h 229421"/>
                <a:gd name="connsiteX28" fmla="*/ 133242 w 226645"/>
                <a:gd name="connsiteY28" fmla="*/ 172879 h 229421"/>
                <a:gd name="connsiteX29" fmla="*/ 144929 w 226645"/>
                <a:gd name="connsiteY29" fmla="*/ 156767 h 229421"/>
                <a:gd name="connsiteX30" fmla="*/ 145903 w 226645"/>
                <a:gd name="connsiteY30" fmla="*/ 156284 h 229421"/>
                <a:gd name="connsiteX31" fmla="*/ 151700 w 226645"/>
                <a:gd name="connsiteY31" fmla="*/ 156284 h 229421"/>
                <a:gd name="connsiteX32" fmla="*/ 152859 w 226645"/>
                <a:gd name="connsiteY32" fmla="*/ 157162 h 229421"/>
                <a:gd name="connsiteX33" fmla="*/ 153787 w 226645"/>
                <a:gd name="connsiteY33" fmla="*/ 161552 h 229421"/>
                <a:gd name="connsiteX34" fmla="*/ 169973 w 226645"/>
                <a:gd name="connsiteY34" fmla="*/ 157909 h 229421"/>
                <a:gd name="connsiteX35" fmla="*/ 169973 w 226645"/>
                <a:gd name="connsiteY35" fmla="*/ 154397 h 229421"/>
                <a:gd name="connsiteX36" fmla="*/ 170065 w 226645"/>
                <a:gd name="connsiteY36" fmla="*/ 153958 h 229421"/>
                <a:gd name="connsiteX37" fmla="*/ 174703 w 226645"/>
                <a:gd name="connsiteY37" fmla="*/ 144343 h 229421"/>
                <a:gd name="connsiteX38" fmla="*/ 175306 w 226645"/>
                <a:gd name="connsiteY38" fmla="*/ 143773 h 229421"/>
                <a:gd name="connsiteX39" fmla="*/ 186993 w 226645"/>
                <a:gd name="connsiteY39" fmla="*/ 139295 h 229421"/>
                <a:gd name="connsiteX40" fmla="*/ 192883 w 226645"/>
                <a:gd name="connsiteY40" fmla="*/ 124105 h 229421"/>
                <a:gd name="connsiteX41" fmla="*/ 193532 w 226645"/>
                <a:gd name="connsiteY41" fmla="*/ 123447 h 229421"/>
                <a:gd name="connsiteX42" fmla="*/ 202668 w 226645"/>
                <a:gd name="connsiteY42" fmla="*/ 119891 h 229421"/>
                <a:gd name="connsiteX43" fmla="*/ 202668 w 226645"/>
                <a:gd name="connsiteY43" fmla="*/ 114579 h 229421"/>
                <a:gd name="connsiteX44" fmla="*/ 203040 w 226645"/>
                <a:gd name="connsiteY44" fmla="*/ 113789 h 229421"/>
                <a:gd name="connsiteX45" fmla="*/ 213103 w 226645"/>
                <a:gd name="connsiteY45" fmla="*/ 104702 h 229421"/>
                <a:gd name="connsiteX46" fmla="*/ 211063 w 226645"/>
                <a:gd name="connsiteY46" fmla="*/ 104702 h 229421"/>
                <a:gd name="connsiteX47" fmla="*/ 210089 w 226645"/>
                <a:gd name="connsiteY47" fmla="*/ 104175 h 229421"/>
                <a:gd name="connsiteX48" fmla="*/ 210043 w 226645"/>
                <a:gd name="connsiteY48" fmla="*/ 103121 h 229421"/>
                <a:gd name="connsiteX49" fmla="*/ 213243 w 226645"/>
                <a:gd name="connsiteY49" fmla="*/ 97019 h 229421"/>
                <a:gd name="connsiteX50" fmla="*/ 210599 w 226645"/>
                <a:gd name="connsiteY50" fmla="*/ 92322 h 229421"/>
                <a:gd name="connsiteX51" fmla="*/ 210553 w 226645"/>
                <a:gd name="connsiteY51" fmla="*/ 91444 h 229421"/>
                <a:gd name="connsiteX52" fmla="*/ 211202 w 226645"/>
                <a:gd name="connsiteY52" fmla="*/ 90785 h 229421"/>
                <a:gd name="connsiteX53" fmla="*/ 222889 w 226645"/>
                <a:gd name="connsiteY53" fmla="*/ 85912 h 229421"/>
                <a:gd name="connsiteX54" fmla="*/ 226646 w 226645"/>
                <a:gd name="connsiteY54" fmla="*/ 82181 h 229421"/>
                <a:gd name="connsiteX55" fmla="*/ 214263 w 226645"/>
                <a:gd name="connsiteY55" fmla="*/ 82181 h 229421"/>
                <a:gd name="connsiteX56" fmla="*/ 213103 w 226645"/>
                <a:gd name="connsiteY56" fmla="*/ 81083 h 229421"/>
                <a:gd name="connsiteX57" fmla="*/ 213103 w 226645"/>
                <a:gd name="connsiteY57" fmla="*/ 74015 h 229421"/>
                <a:gd name="connsiteX58" fmla="*/ 208327 w 226645"/>
                <a:gd name="connsiteY58" fmla="*/ 72962 h 229421"/>
                <a:gd name="connsiteX59" fmla="*/ 204153 w 226645"/>
                <a:gd name="connsiteY59" fmla="*/ 72040 h 229421"/>
                <a:gd name="connsiteX60" fmla="*/ 197984 w 226645"/>
                <a:gd name="connsiteY60" fmla="*/ 70108 h 229421"/>
                <a:gd name="connsiteX61" fmla="*/ 197196 w 226645"/>
                <a:gd name="connsiteY61" fmla="*/ 69187 h 229421"/>
                <a:gd name="connsiteX62" fmla="*/ 195155 w 226645"/>
                <a:gd name="connsiteY62" fmla="*/ 51627 h 229421"/>
                <a:gd name="connsiteX63" fmla="*/ 195155 w 226645"/>
                <a:gd name="connsiteY63" fmla="*/ 42320 h 229421"/>
                <a:gd name="connsiteX64" fmla="*/ 196315 w 226645"/>
                <a:gd name="connsiteY64" fmla="*/ 41222 h 229421"/>
                <a:gd name="connsiteX65" fmla="*/ 200628 w 226645"/>
                <a:gd name="connsiteY65" fmla="*/ 41222 h 229421"/>
                <a:gd name="connsiteX66" fmla="*/ 200999 w 226645"/>
                <a:gd name="connsiteY66" fmla="*/ 39905 h 229421"/>
                <a:gd name="connsiteX67" fmla="*/ 202112 w 226645"/>
                <a:gd name="connsiteY67" fmla="*/ 36130 h 229421"/>
                <a:gd name="connsiteX68" fmla="*/ 203225 w 226645"/>
                <a:gd name="connsiteY68" fmla="*/ 35340 h 229421"/>
                <a:gd name="connsiteX69" fmla="*/ 204524 w 226645"/>
                <a:gd name="connsiteY69" fmla="*/ 35340 h 229421"/>
                <a:gd name="connsiteX70" fmla="*/ 203967 w 226645"/>
                <a:gd name="connsiteY70" fmla="*/ 30949 h 229421"/>
                <a:gd name="connsiteX71" fmla="*/ 201231 w 226645"/>
                <a:gd name="connsiteY71" fmla="*/ 30949 h 229421"/>
                <a:gd name="connsiteX72" fmla="*/ 200071 w 226645"/>
                <a:gd name="connsiteY72" fmla="*/ 29984 h 229421"/>
                <a:gd name="connsiteX73" fmla="*/ 199329 w 226645"/>
                <a:gd name="connsiteY73" fmla="*/ 23662 h 229421"/>
                <a:gd name="connsiteX74" fmla="*/ 192234 w 226645"/>
                <a:gd name="connsiteY74" fmla="*/ 23662 h 229421"/>
                <a:gd name="connsiteX75" fmla="*/ 191445 w 226645"/>
                <a:gd name="connsiteY75" fmla="*/ 23355 h 229421"/>
                <a:gd name="connsiteX76" fmla="*/ 188106 w 226645"/>
                <a:gd name="connsiteY76" fmla="*/ 20370 h 229421"/>
                <a:gd name="connsiteX77" fmla="*/ 183051 w 226645"/>
                <a:gd name="connsiteY77" fmla="*/ 18262 h 229421"/>
                <a:gd name="connsiteX78" fmla="*/ 182494 w 226645"/>
                <a:gd name="connsiteY78" fmla="*/ 17823 h 229421"/>
                <a:gd name="connsiteX79" fmla="*/ 179016 w 226645"/>
                <a:gd name="connsiteY79" fmla="*/ 12073 h 229421"/>
                <a:gd name="connsiteX80" fmla="*/ 178923 w 226645"/>
                <a:gd name="connsiteY80" fmla="*/ 11107 h 229421"/>
                <a:gd name="connsiteX81" fmla="*/ 179665 w 226645"/>
                <a:gd name="connsiteY81" fmla="*/ 10448 h 229421"/>
                <a:gd name="connsiteX82" fmla="*/ 187549 w 226645"/>
                <a:gd name="connsiteY82" fmla="*/ 8209 h 229421"/>
                <a:gd name="connsiteX83" fmla="*/ 187549 w 226645"/>
                <a:gd name="connsiteY83" fmla="*/ 4653 h 229421"/>
                <a:gd name="connsiteX84" fmla="*/ 188709 w 226645"/>
                <a:gd name="connsiteY84" fmla="*/ 3556 h 229421"/>
                <a:gd name="connsiteX85" fmla="*/ 201880 w 226645"/>
                <a:gd name="connsiteY85" fmla="*/ 3556 h 229421"/>
                <a:gd name="connsiteX86" fmla="*/ 202901 w 226645"/>
                <a:gd name="connsiteY86" fmla="*/ 1449 h 229421"/>
                <a:gd name="connsiteX87" fmla="*/ 200767 w 226645"/>
                <a:gd name="connsiteY87" fmla="*/ 0 h 229421"/>
                <a:gd name="connsiteX88" fmla="*/ 196408 w 226645"/>
                <a:gd name="connsiteY88" fmla="*/ 0 h 229421"/>
                <a:gd name="connsiteX89" fmla="*/ 189915 w 226645"/>
                <a:gd name="connsiteY89" fmla="*/ 2151 h 229421"/>
                <a:gd name="connsiteX90" fmla="*/ 176234 w 226645"/>
                <a:gd name="connsiteY90" fmla="*/ 4039 h 229421"/>
                <a:gd name="connsiteX91" fmla="*/ 170993 w 226645"/>
                <a:gd name="connsiteY91" fmla="*/ 10273 h 229421"/>
                <a:gd name="connsiteX92" fmla="*/ 169416 w 226645"/>
                <a:gd name="connsiteY92" fmla="*/ 10492 h 229421"/>
                <a:gd name="connsiteX93" fmla="*/ 168118 w 226645"/>
                <a:gd name="connsiteY93" fmla="*/ 9614 h 229421"/>
                <a:gd name="connsiteX94" fmla="*/ 161578 w 226645"/>
                <a:gd name="connsiteY94" fmla="*/ 14926 h 229421"/>
                <a:gd name="connsiteX95" fmla="*/ 167793 w 226645"/>
                <a:gd name="connsiteY95" fmla="*/ 21862 h 229421"/>
                <a:gd name="connsiteX96" fmla="*/ 167978 w 226645"/>
                <a:gd name="connsiteY96" fmla="*/ 22960 h 229421"/>
                <a:gd name="connsiteX97" fmla="*/ 166170 w 226645"/>
                <a:gd name="connsiteY97" fmla="*/ 27789 h 229421"/>
                <a:gd name="connsiteX98" fmla="*/ 168998 w 226645"/>
                <a:gd name="connsiteY98" fmla="*/ 31432 h 229421"/>
                <a:gd name="connsiteX99" fmla="*/ 168860 w 226645"/>
                <a:gd name="connsiteY99" fmla="*/ 32881 h 229421"/>
                <a:gd name="connsiteX100" fmla="*/ 158146 w 226645"/>
                <a:gd name="connsiteY100" fmla="*/ 42759 h 229421"/>
                <a:gd name="connsiteX101" fmla="*/ 159491 w 226645"/>
                <a:gd name="connsiteY101" fmla="*/ 45349 h 229421"/>
                <a:gd name="connsiteX102" fmla="*/ 159630 w 226645"/>
                <a:gd name="connsiteY102" fmla="*/ 45832 h 229421"/>
                <a:gd name="connsiteX103" fmla="*/ 159630 w 226645"/>
                <a:gd name="connsiteY103" fmla="*/ 51583 h 229421"/>
                <a:gd name="connsiteX104" fmla="*/ 158749 w 226645"/>
                <a:gd name="connsiteY104" fmla="*/ 52636 h 229421"/>
                <a:gd name="connsiteX105" fmla="*/ 149196 w 226645"/>
                <a:gd name="connsiteY105" fmla="*/ 54831 h 229421"/>
                <a:gd name="connsiteX106" fmla="*/ 148268 w 226645"/>
                <a:gd name="connsiteY106" fmla="*/ 54656 h 229421"/>
                <a:gd name="connsiteX107" fmla="*/ 145068 w 226645"/>
                <a:gd name="connsiteY107" fmla="*/ 52636 h 229421"/>
                <a:gd name="connsiteX108" fmla="*/ 139317 w 226645"/>
                <a:gd name="connsiteY108" fmla="*/ 52636 h 229421"/>
                <a:gd name="connsiteX109" fmla="*/ 139317 w 226645"/>
                <a:gd name="connsiteY109" fmla="*/ 52943 h 229421"/>
                <a:gd name="connsiteX110" fmla="*/ 145253 w 226645"/>
                <a:gd name="connsiteY110" fmla="*/ 57553 h 229421"/>
                <a:gd name="connsiteX111" fmla="*/ 145578 w 226645"/>
                <a:gd name="connsiteY111" fmla="*/ 57948 h 229421"/>
                <a:gd name="connsiteX112" fmla="*/ 147619 w 226645"/>
                <a:gd name="connsiteY112" fmla="*/ 62075 h 229421"/>
                <a:gd name="connsiteX113" fmla="*/ 147433 w 226645"/>
                <a:gd name="connsiteY113" fmla="*/ 63260 h 229421"/>
                <a:gd name="connsiteX114" fmla="*/ 142517 w 226645"/>
                <a:gd name="connsiteY114" fmla="*/ 68484 h 229421"/>
                <a:gd name="connsiteX115" fmla="*/ 141914 w 226645"/>
                <a:gd name="connsiteY115" fmla="*/ 68835 h 229421"/>
                <a:gd name="connsiteX116" fmla="*/ 132964 w 226645"/>
                <a:gd name="connsiteY116" fmla="*/ 70811 h 229421"/>
                <a:gd name="connsiteX117" fmla="*/ 132964 w 226645"/>
                <a:gd name="connsiteY117" fmla="*/ 77615 h 229421"/>
                <a:gd name="connsiteX118" fmla="*/ 132500 w 226645"/>
                <a:gd name="connsiteY118" fmla="*/ 78493 h 229421"/>
                <a:gd name="connsiteX119" fmla="*/ 129392 w 226645"/>
                <a:gd name="connsiteY119" fmla="*/ 80776 h 229421"/>
                <a:gd name="connsiteX120" fmla="*/ 130877 w 226645"/>
                <a:gd name="connsiteY120" fmla="*/ 82357 h 229421"/>
                <a:gd name="connsiteX121" fmla="*/ 131155 w 226645"/>
                <a:gd name="connsiteY121" fmla="*/ 83103 h 229421"/>
                <a:gd name="connsiteX122" fmla="*/ 131155 w 226645"/>
                <a:gd name="connsiteY122" fmla="*/ 89424 h 229421"/>
                <a:gd name="connsiteX123" fmla="*/ 130784 w 226645"/>
                <a:gd name="connsiteY123" fmla="*/ 90215 h 229421"/>
                <a:gd name="connsiteX124" fmla="*/ 123549 w 226645"/>
                <a:gd name="connsiteY124" fmla="*/ 96800 h 229421"/>
                <a:gd name="connsiteX125" fmla="*/ 122529 w 226645"/>
                <a:gd name="connsiteY125" fmla="*/ 97107 h 229421"/>
                <a:gd name="connsiteX126" fmla="*/ 121694 w 226645"/>
                <a:gd name="connsiteY126" fmla="*/ 96536 h 229421"/>
                <a:gd name="connsiteX127" fmla="*/ 119560 w 226645"/>
                <a:gd name="connsiteY127" fmla="*/ 92497 h 229421"/>
                <a:gd name="connsiteX128" fmla="*/ 118911 w 226645"/>
                <a:gd name="connsiteY128" fmla="*/ 94692 h 229421"/>
                <a:gd name="connsiteX129" fmla="*/ 118216 w 226645"/>
                <a:gd name="connsiteY129" fmla="*/ 95395 h 229421"/>
                <a:gd name="connsiteX130" fmla="*/ 117195 w 226645"/>
                <a:gd name="connsiteY130" fmla="*/ 95351 h 229421"/>
                <a:gd name="connsiteX131" fmla="*/ 112743 w 226645"/>
                <a:gd name="connsiteY131" fmla="*/ 92893 h 229421"/>
                <a:gd name="connsiteX132" fmla="*/ 110981 w 226645"/>
                <a:gd name="connsiteY132" fmla="*/ 96009 h 229421"/>
                <a:gd name="connsiteX133" fmla="*/ 109960 w 226645"/>
                <a:gd name="connsiteY133" fmla="*/ 96580 h 229421"/>
                <a:gd name="connsiteX134" fmla="*/ 104256 w 226645"/>
                <a:gd name="connsiteY134" fmla="*/ 96580 h 229421"/>
                <a:gd name="connsiteX135" fmla="*/ 106621 w 226645"/>
                <a:gd name="connsiteY135" fmla="*/ 100092 h 229421"/>
                <a:gd name="connsiteX136" fmla="*/ 106760 w 226645"/>
                <a:gd name="connsiteY136" fmla="*/ 100970 h 229421"/>
                <a:gd name="connsiteX137" fmla="*/ 106157 w 226645"/>
                <a:gd name="connsiteY137" fmla="*/ 101673 h 229421"/>
                <a:gd name="connsiteX138" fmla="*/ 101241 w 226645"/>
                <a:gd name="connsiteY138" fmla="*/ 103868 h 229421"/>
                <a:gd name="connsiteX139" fmla="*/ 100221 w 226645"/>
                <a:gd name="connsiteY139" fmla="*/ 103868 h 229421"/>
                <a:gd name="connsiteX140" fmla="*/ 95815 w 226645"/>
                <a:gd name="connsiteY140" fmla="*/ 101804 h 229421"/>
                <a:gd name="connsiteX141" fmla="*/ 90065 w 226645"/>
                <a:gd name="connsiteY141" fmla="*/ 101804 h 229421"/>
                <a:gd name="connsiteX142" fmla="*/ 84128 w 226645"/>
                <a:gd name="connsiteY142" fmla="*/ 110453 h 229421"/>
                <a:gd name="connsiteX143" fmla="*/ 81717 w 226645"/>
                <a:gd name="connsiteY143" fmla="*/ 120813 h 229421"/>
                <a:gd name="connsiteX144" fmla="*/ 86030 w 226645"/>
                <a:gd name="connsiteY144" fmla="*/ 123667 h 229421"/>
                <a:gd name="connsiteX145" fmla="*/ 86493 w 226645"/>
                <a:gd name="connsiteY145" fmla="*/ 124720 h 229421"/>
                <a:gd name="connsiteX146" fmla="*/ 85705 w 226645"/>
                <a:gd name="connsiteY146" fmla="*/ 125598 h 229421"/>
                <a:gd name="connsiteX147" fmla="*/ 68592 w 226645"/>
                <a:gd name="connsiteY147" fmla="*/ 130910 h 229421"/>
                <a:gd name="connsiteX148" fmla="*/ 68221 w 226645"/>
                <a:gd name="connsiteY148" fmla="*/ 130954 h 229421"/>
                <a:gd name="connsiteX149" fmla="*/ 53334 w 226645"/>
                <a:gd name="connsiteY149" fmla="*/ 130954 h 229421"/>
                <a:gd name="connsiteX150" fmla="*/ 49902 w 226645"/>
                <a:gd name="connsiteY150" fmla="*/ 134378 h 229421"/>
                <a:gd name="connsiteX151" fmla="*/ 49067 w 226645"/>
                <a:gd name="connsiteY151" fmla="*/ 134729 h 229421"/>
                <a:gd name="connsiteX152" fmla="*/ 43270 w 226645"/>
                <a:gd name="connsiteY152" fmla="*/ 134729 h 229421"/>
                <a:gd name="connsiteX153" fmla="*/ 42528 w 226645"/>
                <a:gd name="connsiteY153" fmla="*/ 134466 h 229421"/>
                <a:gd name="connsiteX154" fmla="*/ 40858 w 226645"/>
                <a:gd name="connsiteY154" fmla="*/ 133105 h 229421"/>
                <a:gd name="connsiteX155" fmla="*/ 20452 w 226645"/>
                <a:gd name="connsiteY155" fmla="*/ 134729 h 229421"/>
                <a:gd name="connsiteX156" fmla="*/ 20359 w 226645"/>
                <a:gd name="connsiteY156" fmla="*/ 134729 h 229421"/>
                <a:gd name="connsiteX157" fmla="*/ 19989 w 226645"/>
                <a:gd name="connsiteY157" fmla="*/ 134685 h 229421"/>
                <a:gd name="connsiteX158" fmla="*/ 0 w 226645"/>
                <a:gd name="connsiteY158" fmla="*/ 128452 h 229421"/>
                <a:gd name="connsiteX159" fmla="*/ 6446 w 226645"/>
                <a:gd name="connsiteY159" fmla="*/ 135388 h 229421"/>
                <a:gd name="connsiteX160" fmla="*/ 6724 w 226645"/>
                <a:gd name="connsiteY160" fmla="*/ 135959 h 229421"/>
                <a:gd name="connsiteX161" fmla="*/ 7513 w 226645"/>
                <a:gd name="connsiteY161" fmla="*/ 141578 h 229421"/>
                <a:gd name="connsiteX162" fmla="*/ 13913 w 226645"/>
                <a:gd name="connsiteY162" fmla="*/ 146626 h 229421"/>
                <a:gd name="connsiteX163" fmla="*/ 21751 w 226645"/>
                <a:gd name="connsiteY163" fmla="*/ 148119 h 229421"/>
                <a:gd name="connsiteX164" fmla="*/ 22539 w 226645"/>
                <a:gd name="connsiteY164" fmla="*/ 148690 h 229421"/>
                <a:gd name="connsiteX165" fmla="*/ 24580 w 226645"/>
                <a:gd name="connsiteY165" fmla="*/ 152641 h 229421"/>
                <a:gd name="connsiteX166" fmla="*/ 25971 w 226645"/>
                <a:gd name="connsiteY166" fmla="*/ 152816 h 229421"/>
                <a:gd name="connsiteX167" fmla="*/ 30748 w 226645"/>
                <a:gd name="connsiteY167" fmla="*/ 149260 h 229421"/>
                <a:gd name="connsiteX168" fmla="*/ 38586 w 226645"/>
                <a:gd name="connsiteY168" fmla="*/ 158567 h 229421"/>
                <a:gd name="connsiteX169" fmla="*/ 37148 w 226645"/>
                <a:gd name="connsiteY169" fmla="*/ 158567 h 229421"/>
                <a:gd name="connsiteX170" fmla="*/ 26991 w 226645"/>
                <a:gd name="connsiteY170" fmla="*/ 156460 h 229421"/>
                <a:gd name="connsiteX171" fmla="*/ 26991 w 226645"/>
                <a:gd name="connsiteY171" fmla="*/ 169279 h 229421"/>
                <a:gd name="connsiteX172" fmla="*/ 34504 w 226645"/>
                <a:gd name="connsiteY172" fmla="*/ 169279 h 229421"/>
                <a:gd name="connsiteX173" fmla="*/ 35386 w 226645"/>
                <a:gd name="connsiteY173" fmla="*/ 169630 h 229421"/>
                <a:gd name="connsiteX174" fmla="*/ 37426 w 226645"/>
                <a:gd name="connsiteY174" fmla="*/ 171825 h 229421"/>
                <a:gd name="connsiteX175" fmla="*/ 37612 w 226645"/>
                <a:gd name="connsiteY175" fmla="*/ 173054 h 229421"/>
                <a:gd name="connsiteX176" fmla="*/ 33577 w 226645"/>
                <a:gd name="connsiteY176" fmla="*/ 180737 h 229421"/>
                <a:gd name="connsiteX177" fmla="*/ 32557 w 226645"/>
                <a:gd name="connsiteY177" fmla="*/ 181351 h 229421"/>
                <a:gd name="connsiteX178" fmla="*/ 22168 w 226645"/>
                <a:gd name="connsiteY178" fmla="*/ 181351 h 229421"/>
                <a:gd name="connsiteX179" fmla="*/ 17855 w 226645"/>
                <a:gd name="connsiteY179" fmla="*/ 187190 h 229421"/>
                <a:gd name="connsiteX180" fmla="*/ 16881 w 226645"/>
                <a:gd name="connsiteY180" fmla="*/ 187673 h 229421"/>
                <a:gd name="connsiteX181" fmla="*/ 14423 w 226645"/>
                <a:gd name="connsiteY181" fmla="*/ 187673 h 229421"/>
                <a:gd name="connsiteX182" fmla="*/ 14423 w 226645"/>
                <a:gd name="connsiteY182" fmla="*/ 193994 h 229421"/>
                <a:gd name="connsiteX183" fmla="*/ 13913 w 226645"/>
                <a:gd name="connsiteY183" fmla="*/ 194916 h 229421"/>
                <a:gd name="connsiteX184" fmla="*/ 9554 w 226645"/>
                <a:gd name="connsiteY184" fmla="*/ 197638 h 229421"/>
                <a:gd name="connsiteX185" fmla="*/ 8394 w 226645"/>
                <a:gd name="connsiteY185" fmla="*/ 207340 h 229421"/>
                <a:gd name="connsiteX186" fmla="*/ 19200 w 226645"/>
                <a:gd name="connsiteY186" fmla="*/ 203872 h 229421"/>
                <a:gd name="connsiteX187" fmla="*/ 40070 w 226645"/>
                <a:gd name="connsiteY187" fmla="*/ 201677 h 229421"/>
                <a:gd name="connsiteX188" fmla="*/ 46748 w 226645"/>
                <a:gd name="connsiteY188" fmla="*/ 201677 h 229421"/>
                <a:gd name="connsiteX189" fmla="*/ 51108 w 226645"/>
                <a:gd name="connsiteY189" fmla="*/ 204399 h 229421"/>
                <a:gd name="connsiteX190" fmla="*/ 57508 w 226645"/>
                <a:gd name="connsiteY190" fmla="*/ 203038 h 229421"/>
                <a:gd name="connsiteX191" fmla="*/ 65345 w 226645"/>
                <a:gd name="connsiteY191" fmla="*/ 201677 h 229421"/>
                <a:gd name="connsiteX192" fmla="*/ 76059 w 226645"/>
                <a:gd name="connsiteY192" fmla="*/ 200579 h 229421"/>
                <a:gd name="connsiteX193" fmla="*/ 82134 w 226645"/>
                <a:gd name="connsiteY193" fmla="*/ 200579 h 229421"/>
                <a:gd name="connsiteX194" fmla="*/ 84175 w 226645"/>
                <a:gd name="connsiteY194" fmla="*/ 198384 h 229421"/>
                <a:gd name="connsiteX195" fmla="*/ 85612 w 226645"/>
                <a:gd name="connsiteY195" fmla="*/ 199482 h 229421"/>
                <a:gd name="connsiteX196" fmla="*/ 87050 w 226645"/>
                <a:gd name="connsiteY196" fmla="*/ 203038 h 229421"/>
                <a:gd name="connsiteX197" fmla="*/ 89091 w 226645"/>
                <a:gd name="connsiteY197" fmla="*/ 211291 h 229421"/>
                <a:gd name="connsiteX198" fmla="*/ 94609 w 226645"/>
                <a:gd name="connsiteY198" fmla="*/ 211554 h 229421"/>
                <a:gd name="connsiteX199" fmla="*/ 107966 w 226645"/>
                <a:gd name="connsiteY199" fmla="*/ 226656 h 229421"/>
                <a:gd name="connsiteX200" fmla="*/ 110285 w 226645"/>
                <a:gd name="connsiteY200" fmla="*/ 229422 h 229421"/>
                <a:gd name="connsiteX201" fmla="*/ 110285 w 226645"/>
                <a:gd name="connsiteY201" fmla="*/ 224768 h 229421"/>
                <a:gd name="connsiteX202" fmla="*/ 111444 w 226645"/>
                <a:gd name="connsiteY202" fmla="*/ 223671 h 229421"/>
                <a:gd name="connsiteX203" fmla="*/ 151746 w 226645"/>
                <a:gd name="connsiteY203" fmla="*/ 96448 h 229421"/>
                <a:gd name="connsiteX204" fmla="*/ 156384 w 226645"/>
                <a:gd name="connsiteY204" fmla="*/ 88766 h 229421"/>
                <a:gd name="connsiteX205" fmla="*/ 158425 w 226645"/>
                <a:gd name="connsiteY205" fmla="*/ 90434 h 229421"/>
                <a:gd name="connsiteX206" fmla="*/ 153787 w 226645"/>
                <a:gd name="connsiteY206" fmla="*/ 97283 h 229421"/>
                <a:gd name="connsiteX207" fmla="*/ 153787 w 226645"/>
                <a:gd name="connsiteY207" fmla="*/ 102770 h 229421"/>
                <a:gd name="connsiteX208" fmla="*/ 151746 w 226645"/>
                <a:gd name="connsiteY208" fmla="*/ 104131 h 229421"/>
                <a:gd name="connsiteX209" fmla="*/ 151746 w 226645"/>
                <a:gd name="connsiteY209" fmla="*/ 96448 h 22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226645" h="229421">
                  <a:moveTo>
                    <a:pt x="111723" y="223495"/>
                  </a:moveTo>
                  <a:lnTo>
                    <a:pt x="121276" y="223495"/>
                  </a:lnTo>
                  <a:lnTo>
                    <a:pt x="121276" y="219369"/>
                  </a:lnTo>
                  <a:cubicBezTo>
                    <a:pt x="121276" y="218754"/>
                    <a:pt x="121786" y="218271"/>
                    <a:pt x="122436" y="218271"/>
                  </a:cubicBezTo>
                  <a:lnTo>
                    <a:pt x="134587" y="218271"/>
                  </a:lnTo>
                  <a:cubicBezTo>
                    <a:pt x="134587" y="218271"/>
                    <a:pt x="134865" y="218271"/>
                    <a:pt x="135004" y="218359"/>
                  </a:cubicBezTo>
                  <a:lnTo>
                    <a:pt x="140987" y="220466"/>
                  </a:lnTo>
                  <a:lnTo>
                    <a:pt x="141358" y="220466"/>
                  </a:lnTo>
                  <a:lnTo>
                    <a:pt x="145068" y="217042"/>
                  </a:lnTo>
                  <a:cubicBezTo>
                    <a:pt x="145068" y="217042"/>
                    <a:pt x="145485" y="216779"/>
                    <a:pt x="145717" y="216735"/>
                  </a:cubicBezTo>
                  <a:lnTo>
                    <a:pt x="149752" y="216208"/>
                  </a:lnTo>
                  <a:cubicBezTo>
                    <a:pt x="150077" y="216164"/>
                    <a:pt x="150401" y="216252"/>
                    <a:pt x="150680" y="216471"/>
                  </a:cubicBezTo>
                  <a:cubicBezTo>
                    <a:pt x="150912" y="216691"/>
                    <a:pt x="151097" y="216998"/>
                    <a:pt x="151097" y="217305"/>
                  </a:cubicBezTo>
                  <a:lnTo>
                    <a:pt x="151097" y="219369"/>
                  </a:lnTo>
                  <a:lnTo>
                    <a:pt x="154853" y="219193"/>
                  </a:lnTo>
                  <a:lnTo>
                    <a:pt x="158332" y="214935"/>
                  </a:lnTo>
                  <a:lnTo>
                    <a:pt x="158332" y="212652"/>
                  </a:lnTo>
                  <a:lnTo>
                    <a:pt x="151607" y="203872"/>
                  </a:lnTo>
                  <a:cubicBezTo>
                    <a:pt x="151607" y="203872"/>
                    <a:pt x="151375" y="203477"/>
                    <a:pt x="151375" y="203213"/>
                  </a:cubicBezTo>
                  <a:lnTo>
                    <a:pt x="151375" y="197463"/>
                  </a:lnTo>
                  <a:lnTo>
                    <a:pt x="146181" y="197463"/>
                  </a:lnTo>
                  <a:cubicBezTo>
                    <a:pt x="145903" y="197463"/>
                    <a:pt x="145624" y="197375"/>
                    <a:pt x="145393" y="197155"/>
                  </a:cubicBezTo>
                  <a:lnTo>
                    <a:pt x="141636" y="193863"/>
                  </a:lnTo>
                  <a:cubicBezTo>
                    <a:pt x="141358" y="193599"/>
                    <a:pt x="141219" y="193248"/>
                    <a:pt x="141265" y="192897"/>
                  </a:cubicBezTo>
                  <a:lnTo>
                    <a:pt x="142842" y="182361"/>
                  </a:lnTo>
                  <a:lnTo>
                    <a:pt x="131665" y="179595"/>
                  </a:lnTo>
                  <a:cubicBezTo>
                    <a:pt x="131340" y="179507"/>
                    <a:pt x="131062" y="179288"/>
                    <a:pt x="130923" y="179024"/>
                  </a:cubicBezTo>
                  <a:cubicBezTo>
                    <a:pt x="130784" y="178761"/>
                    <a:pt x="130784" y="178410"/>
                    <a:pt x="130923" y="178103"/>
                  </a:cubicBezTo>
                  <a:lnTo>
                    <a:pt x="133242" y="172879"/>
                  </a:lnTo>
                  <a:lnTo>
                    <a:pt x="144929" y="156767"/>
                  </a:lnTo>
                  <a:cubicBezTo>
                    <a:pt x="145161" y="156460"/>
                    <a:pt x="145485" y="156284"/>
                    <a:pt x="145903" y="156284"/>
                  </a:cubicBezTo>
                  <a:lnTo>
                    <a:pt x="151700" y="156284"/>
                  </a:lnTo>
                  <a:cubicBezTo>
                    <a:pt x="152256" y="156284"/>
                    <a:pt x="152720" y="156635"/>
                    <a:pt x="152859" y="157162"/>
                  </a:cubicBezTo>
                  <a:lnTo>
                    <a:pt x="153787" y="161552"/>
                  </a:lnTo>
                  <a:lnTo>
                    <a:pt x="169973" y="157909"/>
                  </a:lnTo>
                  <a:lnTo>
                    <a:pt x="169973" y="154397"/>
                  </a:lnTo>
                  <a:cubicBezTo>
                    <a:pt x="169973" y="154397"/>
                    <a:pt x="169973" y="154089"/>
                    <a:pt x="170065" y="153958"/>
                  </a:cubicBezTo>
                  <a:lnTo>
                    <a:pt x="174703" y="144343"/>
                  </a:lnTo>
                  <a:cubicBezTo>
                    <a:pt x="174842" y="144080"/>
                    <a:pt x="175028" y="143904"/>
                    <a:pt x="175306" y="143773"/>
                  </a:cubicBezTo>
                  <a:lnTo>
                    <a:pt x="186993" y="139295"/>
                  </a:lnTo>
                  <a:lnTo>
                    <a:pt x="192883" y="124105"/>
                  </a:lnTo>
                  <a:cubicBezTo>
                    <a:pt x="192976" y="123798"/>
                    <a:pt x="193208" y="123579"/>
                    <a:pt x="193532" y="123447"/>
                  </a:cubicBezTo>
                  <a:lnTo>
                    <a:pt x="202668" y="119891"/>
                  </a:lnTo>
                  <a:lnTo>
                    <a:pt x="202668" y="114579"/>
                  </a:lnTo>
                  <a:cubicBezTo>
                    <a:pt x="202668" y="114272"/>
                    <a:pt x="202808" y="114008"/>
                    <a:pt x="203040" y="113789"/>
                  </a:cubicBezTo>
                  <a:lnTo>
                    <a:pt x="213103" y="104702"/>
                  </a:lnTo>
                  <a:lnTo>
                    <a:pt x="211063" y="104702"/>
                  </a:lnTo>
                  <a:cubicBezTo>
                    <a:pt x="210645" y="104702"/>
                    <a:pt x="210274" y="104526"/>
                    <a:pt x="210089" y="104175"/>
                  </a:cubicBezTo>
                  <a:cubicBezTo>
                    <a:pt x="209903" y="103868"/>
                    <a:pt x="209857" y="103429"/>
                    <a:pt x="210043" y="103121"/>
                  </a:cubicBezTo>
                  <a:lnTo>
                    <a:pt x="213243" y="97019"/>
                  </a:lnTo>
                  <a:lnTo>
                    <a:pt x="210599" y="92322"/>
                  </a:lnTo>
                  <a:cubicBezTo>
                    <a:pt x="210460" y="92058"/>
                    <a:pt x="210414" y="91751"/>
                    <a:pt x="210553" y="91444"/>
                  </a:cubicBezTo>
                  <a:cubicBezTo>
                    <a:pt x="210645" y="91137"/>
                    <a:pt x="210877" y="90917"/>
                    <a:pt x="211202" y="90785"/>
                  </a:cubicBezTo>
                  <a:lnTo>
                    <a:pt x="222889" y="85912"/>
                  </a:lnTo>
                  <a:lnTo>
                    <a:pt x="226646" y="82181"/>
                  </a:lnTo>
                  <a:lnTo>
                    <a:pt x="214263" y="82181"/>
                  </a:lnTo>
                  <a:cubicBezTo>
                    <a:pt x="213614" y="82181"/>
                    <a:pt x="213103" y="81698"/>
                    <a:pt x="213103" y="81083"/>
                  </a:cubicBezTo>
                  <a:lnTo>
                    <a:pt x="213103" y="74015"/>
                  </a:lnTo>
                  <a:lnTo>
                    <a:pt x="208327" y="72962"/>
                  </a:lnTo>
                  <a:lnTo>
                    <a:pt x="204153" y="72040"/>
                  </a:lnTo>
                  <a:lnTo>
                    <a:pt x="197984" y="70108"/>
                  </a:lnTo>
                  <a:cubicBezTo>
                    <a:pt x="197567" y="69977"/>
                    <a:pt x="197242" y="69625"/>
                    <a:pt x="197196" y="69187"/>
                  </a:cubicBezTo>
                  <a:lnTo>
                    <a:pt x="195155" y="51627"/>
                  </a:lnTo>
                  <a:lnTo>
                    <a:pt x="195155" y="42320"/>
                  </a:lnTo>
                  <a:cubicBezTo>
                    <a:pt x="195155" y="41705"/>
                    <a:pt x="195665" y="41222"/>
                    <a:pt x="196315" y="41222"/>
                  </a:cubicBezTo>
                  <a:lnTo>
                    <a:pt x="200628" y="41222"/>
                  </a:lnTo>
                  <a:lnTo>
                    <a:pt x="200999" y="39905"/>
                  </a:lnTo>
                  <a:lnTo>
                    <a:pt x="202112" y="36130"/>
                  </a:lnTo>
                  <a:cubicBezTo>
                    <a:pt x="202251" y="35647"/>
                    <a:pt x="202715" y="35340"/>
                    <a:pt x="203225" y="35340"/>
                  </a:cubicBezTo>
                  <a:lnTo>
                    <a:pt x="204524" y="35340"/>
                  </a:lnTo>
                  <a:lnTo>
                    <a:pt x="203967" y="30949"/>
                  </a:lnTo>
                  <a:lnTo>
                    <a:pt x="201231" y="30949"/>
                  </a:lnTo>
                  <a:cubicBezTo>
                    <a:pt x="200628" y="30949"/>
                    <a:pt x="200164" y="30511"/>
                    <a:pt x="200071" y="29984"/>
                  </a:cubicBezTo>
                  <a:lnTo>
                    <a:pt x="199329" y="23662"/>
                  </a:lnTo>
                  <a:lnTo>
                    <a:pt x="192234" y="23662"/>
                  </a:lnTo>
                  <a:cubicBezTo>
                    <a:pt x="191955" y="23662"/>
                    <a:pt x="191631" y="23574"/>
                    <a:pt x="191445" y="23355"/>
                  </a:cubicBezTo>
                  <a:lnTo>
                    <a:pt x="188106" y="20370"/>
                  </a:lnTo>
                  <a:lnTo>
                    <a:pt x="183051" y="18262"/>
                  </a:lnTo>
                  <a:cubicBezTo>
                    <a:pt x="183051" y="18262"/>
                    <a:pt x="182633" y="17999"/>
                    <a:pt x="182494" y="17823"/>
                  </a:cubicBezTo>
                  <a:lnTo>
                    <a:pt x="179016" y="12073"/>
                  </a:lnTo>
                  <a:cubicBezTo>
                    <a:pt x="178831" y="11765"/>
                    <a:pt x="178831" y="11414"/>
                    <a:pt x="178923" y="11107"/>
                  </a:cubicBezTo>
                  <a:cubicBezTo>
                    <a:pt x="179063" y="10799"/>
                    <a:pt x="179341" y="10580"/>
                    <a:pt x="179665" y="10448"/>
                  </a:cubicBezTo>
                  <a:lnTo>
                    <a:pt x="187549" y="8209"/>
                  </a:lnTo>
                  <a:lnTo>
                    <a:pt x="187549" y="4653"/>
                  </a:lnTo>
                  <a:cubicBezTo>
                    <a:pt x="187549" y="4039"/>
                    <a:pt x="188060" y="3556"/>
                    <a:pt x="188709" y="3556"/>
                  </a:cubicBezTo>
                  <a:lnTo>
                    <a:pt x="201880" y="3556"/>
                  </a:lnTo>
                  <a:lnTo>
                    <a:pt x="202901" y="1449"/>
                  </a:lnTo>
                  <a:lnTo>
                    <a:pt x="200767" y="0"/>
                  </a:lnTo>
                  <a:lnTo>
                    <a:pt x="196408" y="0"/>
                  </a:lnTo>
                  <a:lnTo>
                    <a:pt x="189915" y="2151"/>
                  </a:lnTo>
                  <a:lnTo>
                    <a:pt x="176234" y="4039"/>
                  </a:lnTo>
                  <a:lnTo>
                    <a:pt x="170993" y="10273"/>
                  </a:lnTo>
                  <a:cubicBezTo>
                    <a:pt x="170622" y="10756"/>
                    <a:pt x="169926" y="10799"/>
                    <a:pt x="169416" y="10492"/>
                  </a:cubicBezTo>
                  <a:lnTo>
                    <a:pt x="168118" y="9614"/>
                  </a:lnTo>
                  <a:lnTo>
                    <a:pt x="161578" y="14926"/>
                  </a:lnTo>
                  <a:lnTo>
                    <a:pt x="167793" y="21862"/>
                  </a:lnTo>
                  <a:cubicBezTo>
                    <a:pt x="168071" y="22169"/>
                    <a:pt x="168164" y="22565"/>
                    <a:pt x="167978" y="22960"/>
                  </a:cubicBezTo>
                  <a:lnTo>
                    <a:pt x="166170" y="27789"/>
                  </a:lnTo>
                  <a:lnTo>
                    <a:pt x="168998" y="31432"/>
                  </a:lnTo>
                  <a:cubicBezTo>
                    <a:pt x="169323" y="31871"/>
                    <a:pt x="169277" y="32486"/>
                    <a:pt x="168860" y="32881"/>
                  </a:cubicBezTo>
                  <a:lnTo>
                    <a:pt x="158146" y="42759"/>
                  </a:lnTo>
                  <a:lnTo>
                    <a:pt x="159491" y="45349"/>
                  </a:lnTo>
                  <a:cubicBezTo>
                    <a:pt x="159491" y="45349"/>
                    <a:pt x="159630" y="45656"/>
                    <a:pt x="159630" y="45832"/>
                  </a:cubicBezTo>
                  <a:lnTo>
                    <a:pt x="159630" y="51583"/>
                  </a:lnTo>
                  <a:cubicBezTo>
                    <a:pt x="159630" y="52109"/>
                    <a:pt x="159259" y="52548"/>
                    <a:pt x="158749" y="52636"/>
                  </a:cubicBezTo>
                  <a:lnTo>
                    <a:pt x="149196" y="54831"/>
                  </a:lnTo>
                  <a:cubicBezTo>
                    <a:pt x="148871" y="54919"/>
                    <a:pt x="148546" y="54831"/>
                    <a:pt x="148268" y="54656"/>
                  </a:cubicBezTo>
                  <a:lnTo>
                    <a:pt x="145068" y="52636"/>
                  </a:lnTo>
                  <a:lnTo>
                    <a:pt x="139317" y="52636"/>
                  </a:lnTo>
                  <a:lnTo>
                    <a:pt x="139317" y="52943"/>
                  </a:lnTo>
                  <a:lnTo>
                    <a:pt x="145253" y="57553"/>
                  </a:lnTo>
                  <a:cubicBezTo>
                    <a:pt x="145253" y="57553"/>
                    <a:pt x="145485" y="57773"/>
                    <a:pt x="145578" y="57948"/>
                  </a:cubicBezTo>
                  <a:lnTo>
                    <a:pt x="147619" y="62075"/>
                  </a:lnTo>
                  <a:cubicBezTo>
                    <a:pt x="147804" y="62470"/>
                    <a:pt x="147758" y="62953"/>
                    <a:pt x="147433" y="63260"/>
                  </a:cubicBezTo>
                  <a:lnTo>
                    <a:pt x="142517" y="68484"/>
                  </a:lnTo>
                  <a:cubicBezTo>
                    <a:pt x="142517" y="68484"/>
                    <a:pt x="142146" y="68748"/>
                    <a:pt x="141914" y="68835"/>
                  </a:cubicBezTo>
                  <a:lnTo>
                    <a:pt x="132964" y="70811"/>
                  </a:lnTo>
                  <a:lnTo>
                    <a:pt x="132964" y="77615"/>
                  </a:lnTo>
                  <a:cubicBezTo>
                    <a:pt x="132964" y="77967"/>
                    <a:pt x="132778" y="78274"/>
                    <a:pt x="132500" y="78493"/>
                  </a:cubicBezTo>
                  <a:lnTo>
                    <a:pt x="129392" y="80776"/>
                  </a:lnTo>
                  <a:lnTo>
                    <a:pt x="130877" y="82357"/>
                  </a:lnTo>
                  <a:cubicBezTo>
                    <a:pt x="130877" y="82357"/>
                    <a:pt x="131155" y="82795"/>
                    <a:pt x="131155" y="83103"/>
                  </a:cubicBezTo>
                  <a:lnTo>
                    <a:pt x="131155" y="89424"/>
                  </a:lnTo>
                  <a:cubicBezTo>
                    <a:pt x="131155" y="89732"/>
                    <a:pt x="131016" y="89995"/>
                    <a:pt x="130784" y="90215"/>
                  </a:cubicBezTo>
                  <a:lnTo>
                    <a:pt x="123549" y="96800"/>
                  </a:lnTo>
                  <a:cubicBezTo>
                    <a:pt x="123271" y="97019"/>
                    <a:pt x="122946" y="97151"/>
                    <a:pt x="122529" y="97107"/>
                  </a:cubicBezTo>
                  <a:cubicBezTo>
                    <a:pt x="122158" y="97063"/>
                    <a:pt x="121833" y="96844"/>
                    <a:pt x="121694" y="96536"/>
                  </a:cubicBezTo>
                  <a:lnTo>
                    <a:pt x="119560" y="92497"/>
                  </a:lnTo>
                  <a:lnTo>
                    <a:pt x="118911" y="94692"/>
                  </a:lnTo>
                  <a:cubicBezTo>
                    <a:pt x="118819" y="95000"/>
                    <a:pt x="118540" y="95263"/>
                    <a:pt x="118216" y="95395"/>
                  </a:cubicBezTo>
                  <a:cubicBezTo>
                    <a:pt x="117891" y="95527"/>
                    <a:pt x="117520" y="95483"/>
                    <a:pt x="117195" y="95351"/>
                  </a:cubicBezTo>
                  <a:lnTo>
                    <a:pt x="112743" y="92893"/>
                  </a:lnTo>
                  <a:lnTo>
                    <a:pt x="110981" y="96009"/>
                  </a:lnTo>
                  <a:cubicBezTo>
                    <a:pt x="110795" y="96361"/>
                    <a:pt x="110378" y="96580"/>
                    <a:pt x="109960" y="96580"/>
                  </a:cubicBezTo>
                  <a:lnTo>
                    <a:pt x="104256" y="96580"/>
                  </a:lnTo>
                  <a:lnTo>
                    <a:pt x="106621" y="100092"/>
                  </a:lnTo>
                  <a:cubicBezTo>
                    <a:pt x="106807" y="100356"/>
                    <a:pt x="106853" y="100663"/>
                    <a:pt x="106760" y="100970"/>
                  </a:cubicBezTo>
                  <a:cubicBezTo>
                    <a:pt x="106668" y="101278"/>
                    <a:pt x="106436" y="101497"/>
                    <a:pt x="106157" y="101673"/>
                  </a:cubicBezTo>
                  <a:lnTo>
                    <a:pt x="101241" y="103868"/>
                  </a:lnTo>
                  <a:cubicBezTo>
                    <a:pt x="100917" y="103999"/>
                    <a:pt x="100546" y="103999"/>
                    <a:pt x="100221" y="103868"/>
                  </a:cubicBezTo>
                  <a:lnTo>
                    <a:pt x="95815" y="101804"/>
                  </a:lnTo>
                  <a:lnTo>
                    <a:pt x="90065" y="101804"/>
                  </a:lnTo>
                  <a:lnTo>
                    <a:pt x="84128" y="110453"/>
                  </a:lnTo>
                  <a:lnTo>
                    <a:pt x="81717" y="120813"/>
                  </a:lnTo>
                  <a:lnTo>
                    <a:pt x="86030" y="123667"/>
                  </a:lnTo>
                  <a:cubicBezTo>
                    <a:pt x="86401" y="123886"/>
                    <a:pt x="86586" y="124325"/>
                    <a:pt x="86493" y="124720"/>
                  </a:cubicBezTo>
                  <a:cubicBezTo>
                    <a:pt x="86447" y="125115"/>
                    <a:pt x="86122" y="125466"/>
                    <a:pt x="85705" y="125598"/>
                  </a:cubicBezTo>
                  <a:lnTo>
                    <a:pt x="68592" y="130910"/>
                  </a:lnTo>
                  <a:cubicBezTo>
                    <a:pt x="68592" y="130910"/>
                    <a:pt x="68360" y="130954"/>
                    <a:pt x="68221" y="130954"/>
                  </a:cubicBezTo>
                  <a:lnTo>
                    <a:pt x="53334" y="130954"/>
                  </a:lnTo>
                  <a:lnTo>
                    <a:pt x="49902" y="134378"/>
                  </a:lnTo>
                  <a:cubicBezTo>
                    <a:pt x="49902" y="134378"/>
                    <a:pt x="49392" y="134729"/>
                    <a:pt x="49067" y="134729"/>
                  </a:cubicBezTo>
                  <a:lnTo>
                    <a:pt x="43270" y="134729"/>
                  </a:lnTo>
                  <a:cubicBezTo>
                    <a:pt x="42992" y="134729"/>
                    <a:pt x="42713" y="134642"/>
                    <a:pt x="42528" y="134466"/>
                  </a:cubicBezTo>
                  <a:lnTo>
                    <a:pt x="40858" y="133105"/>
                  </a:lnTo>
                  <a:lnTo>
                    <a:pt x="20452" y="134729"/>
                  </a:lnTo>
                  <a:cubicBezTo>
                    <a:pt x="20452" y="134729"/>
                    <a:pt x="20406" y="134729"/>
                    <a:pt x="20359" y="134729"/>
                  </a:cubicBezTo>
                  <a:cubicBezTo>
                    <a:pt x="20220" y="134729"/>
                    <a:pt x="20128" y="134729"/>
                    <a:pt x="19989" y="134685"/>
                  </a:cubicBezTo>
                  <a:lnTo>
                    <a:pt x="0" y="128452"/>
                  </a:lnTo>
                  <a:lnTo>
                    <a:pt x="6446" y="135388"/>
                  </a:lnTo>
                  <a:cubicBezTo>
                    <a:pt x="6446" y="135388"/>
                    <a:pt x="6678" y="135739"/>
                    <a:pt x="6724" y="135959"/>
                  </a:cubicBezTo>
                  <a:lnTo>
                    <a:pt x="7513" y="141578"/>
                  </a:lnTo>
                  <a:lnTo>
                    <a:pt x="13913" y="146626"/>
                  </a:lnTo>
                  <a:lnTo>
                    <a:pt x="21751" y="148119"/>
                  </a:lnTo>
                  <a:cubicBezTo>
                    <a:pt x="22122" y="148207"/>
                    <a:pt x="22400" y="148426"/>
                    <a:pt x="22539" y="148690"/>
                  </a:cubicBezTo>
                  <a:lnTo>
                    <a:pt x="24580" y="152641"/>
                  </a:lnTo>
                  <a:lnTo>
                    <a:pt x="25971" y="152816"/>
                  </a:lnTo>
                  <a:cubicBezTo>
                    <a:pt x="26621" y="148602"/>
                    <a:pt x="30748" y="149260"/>
                    <a:pt x="30748" y="149260"/>
                  </a:cubicBezTo>
                  <a:lnTo>
                    <a:pt x="38586" y="158567"/>
                  </a:lnTo>
                  <a:lnTo>
                    <a:pt x="37148" y="158567"/>
                  </a:lnTo>
                  <a:cubicBezTo>
                    <a:pt x="37148" y="158567"/>
                    <a:pt x="29867" y="159094"/>
                    <a:pt x="26991" y="156460"/>
                  </a:cubicBezTo>
                  <a:lnTo>
                    <a:pt x="26991" y="169279"/>
                  </a:lnTo>
                  <a:lnTo>
                    <a:pt x="34504" y="169279"/>
                  </a:lnTo>
                  <a:cubicBezTo>
                    <a:pt x="34829" y="169279"/>
                    <a:pt x="35154" y="169410"/>
                    <a:pt x="35386" y="169630"/>
                  </a:cubicBezTo>
                  <a:lnTo>
                    <a:pt x="37426" y="171825"/>
                  </a:lnTo>
                  <a:cubicBezTo>
                    <a:pt x="37751" y="172176"/>
                    <a:pt x="37797" y="172659"/>
                    <a:pt x="37612" y="173054"/>
                  </a:cubicBezTo>
                  <a:lnTo>
                    <a:pt x="33577" y="180737"/>
                  </a:lnTo>
                  <a:cubicBezTo>
                    <a:pt x="33391" y="181088"/>
                    <a:pt x="32974" y="181351"/>
                    <a:pt x="32557" y="181351"/>
                  </a:cubicBezTo>
                  <a:lnTo>
                    <a:pt x="22168" y="181351"/>
                  </a:lnTo>
                  <a:lnTo>
                    <a:pt x="17855" y="187190"/>
                  </a:lnTo>
                  <a:cubicBezTo>
                    <a:pt x="17623" y="187497"/>
                    <a:pt x="17299" y="187673"/>
                    <a:pt x="16881" y="187673"/>
                  </a:cubicBezTo>
                  <a:lnTo>
                    <a:pt x="14423" y="187673"/>
                  </a:lnTo>
                  <a:lnTo>
                    <a:pt x="14423" y="193994"/>
                  </a:lnTo>
                  <a:cubicBezTo>
                    <a:pt x="14423" y="194346"/>
                    <a:pt x="14238" y="194697"/>
                    <a:pt x="13913" y="194916"/>
                  </a:cubicBezTo>
                  <a:lnTo>
                    <a:pt x="9554" y="197638"/>
                  </a:lnTo>
                  <a:lnTo>
                    <a:pt x="8394" y="207340"/>
                  </a:lnTo>
                  <a:cubicBezTo>
                    <a:pt x="11965" y="207252"/>
                    <a:pt x="15675" y="206330"/>
                    <a:pt x="19200" y="203872"/>
                  </a:cubicBezTo>
                  <a:cubicBezTo>
                    <a:pt x="19200" y="203872"/>
                    <a:pt x="38029" y="206901"/>
                    <a:pt x="40070" y="201677"/>
                  </a:cubicBezTo>
                  <a:lnTo>
                    <a:pt x="46748" y="201677"/>
                  </a:lnTo>
                  <a:cubicBezTo>
                    <a:pt x="47629" y="201677"/>
                    <a:pt x="51108" y="204399"/>
                    <a:pt x="51108" y="204399"/>
                  </a:cubicBezTo>
                  <a:lnTo>
                    <a:pt x="57508" y="203038"/>
                  </a:lnTo>
                  <a:lnTo>
                    <a:pt x="65345" y="201677"/>
                  </a:lnTo>
                  <a:lnTo>
                    <a:pt x="76059" y="200579"/>
                  </a:lnTo>
                  <a:lnTo>
                    <a:pt x="82134" y="200579"/>
                  </a:lnTo>
                  <a:lnTo>
                    <a:pt x="84175" y="198384"/>
                  </a:lnTo>
                  <a:lnTo>
                    <a:pt x="85612" y="199482"/>
                  </a:lnTo>
                  <a:lnTo>
                    <a:pt x="87050" y="203038"/>
                  </a:lnTo>
                  <a:lnTo>
                    <a:pt x="89091" y="211291"/>
                  </a:lnTo>
                  <a:lnTo>
                    <a:pt x="94609" y="211554"/>
                  </a:lnTo>
                  <a:cubicBezTo>
                    <a:pt x="94609" y="211554"/>
                    <a:pt x="95491" y="229378"/>
                    <a:pt x="107966" y="226656"/>
                  </a:cubicBezTo>
                  <a:cubicBezTo>
                    <a:pt x="107966" y="226656"/>
                    <a:pt x="108847" y="228236"/>
                    <a:pt x="110285" y="229422"/>
                  </a:cubicBezTo>
                  <a:lnTo>
                    <a:pt x="110285" y="224768"/>
                  </a:lnTo>
                  <a:cubicBezTo>
                    <a:pt x="110285" y="224154"/>
                    <a:pt x="110795" y="223671"/>
                    <a:pt x="111444" y="223671"/>
                  </a:cubicBezTo>
                  <a:close/>
                  <a:moveTo>
                    <a:pt x="151746" y="96448"/>
                  </a:moveTo>
                  <a:lnTo>
                    <a:pt x="156384" y="88766"/>
                  </a:lnTo>
                  <a:lnTo>
                    <a:pt x="158425" y="90434"/>
                  </a:lnTo>
                  <a:lnTo>
                    <a:pt x="153787" y="97283"/>
                  </a:lnTo>
                  <a:cubicBezTo>
                    <a:pt x="153787" y="97283"/>
                    <a:pt x="153509" y="101936"/>
                    <a:pt x="153787" y="102770"/>
                  </a:cubicBezTo>
                  <a:cubicBezTo>
                    <a:pt x="154065" y="103604"/>
                    <a:pt x="151746" y="104131"/>
                    <a:pt x="151746" y="104131"/>
                  </a:cubicBezTo>
                  <a:lnTo>
                    <a:pt x="151746" y="964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6" name="Freeform: Shape 2195">
              <a:extLst>
                <a:ext uri="{FF2B5EF4-FFF2-40B4-BE49-F238E27FC236}">
                  <a16:creationId xmlns:a16="http://schemas.microsoft.com/office/drawing/2014/main" id="{58AAA5A8-F774-A190-365C-F3A2D4DF633B}"/>
                </a:ext>
              </a:extLst>
            </p:cNvPr>
            <p:cNvSpPr>
              <a:spLocks/>
            </p:cNvSpPr>
            <p:nvPr/>
          </p:nvSpPr>
          <p:spPr>
            <a:xfrm>
              <a:off x="7298618" y="3290287"/>
              <a:ext cx="493084" cy="604795"/>
            </a:xfrm>
            <a:custGeom>
              <a:avLst/>
              <a:gdLst>
                <a:gd name="connsiteX0" fmla="*/ 323203 w 330345"/>
                <a:gd name="connsiteY0" fmla="*/ 169454 h 405187"/>
                <a:gd name="connsiteX1" fmla="*/ 323064 w 330345"/>
                <a:gd name="connsiteY1" fmla="*/ 169103 h 405187"/>
                <a:gd name="connsiteX2" fmla="*/ 321024 w 330345"/>
                <a:gd name="connsiteY2" fmla="*/ 159796 h 405187"/>
                <a:gd name="connsiteX3" fmla="*/ 321024 w 330345"/>
                <a:gd name="connsiteY3" fmla="*/ 159226 h 405187"/>
                <a:gd name="connsiteX4" fmla="*/ 323621 w 330345"/>
                <a:gd name="connsiteY4" fmla="*/ 152333 h 405187"/>
                <a:gd name="connsiteX5" fmla="*/ 313047 w 330345"/>
                <a:gd name="connsiteY5" fmla="*/ 145397 h 405187"/>
                <a:gd name="connsiteX6" fmla="*/ 312536 w 330345"/>
                <a:gd name="connsiteY6" fmla="*/ 144519 h 405187"/>
                <a:gd name="connsiteX7" fmla="*/ 312954 w 330345"/>
                <a:gd name="connsiteY7" fmla="*/ 143641 h 405187"/>
                <a:gd name="connsiteX8" fmla="*/ 320792 w 330345"/>
                <a:gd name="connsiteY8" fmla="*/ 137583 h 405187"/>
                <a:gd name="connsiteX9" fmla="*/ 321534 w 330345"/>
                <a:gd name="connsiteY9" fmla="*/ 137319 h 405187"/>
                <a:gd name="connsiteX10" fmla="*/ 330345 w 330345"/>
                <a:gd name="connsiteY10" fmla="*/ 137319 h 405187"/>
                <a:gd name="connsiteX11" fmla="*/ 325661 w 330345"/>
                <a:gd name="connsiteY11" fmla="*/ 132095 h 405187"/>
                <a:gd name="connsiteX12" fmla="*/ 322137 w 330345"/>
                <a:gd name="connsiteY12" fmla="*/ 132095 h 405187"/>
                <a:gd name="connsiteX13" fmla="*/ 321441 w 330345"/>
                <a:gd name="connsiteY13" fmla="*/ 131876 h 405187"/>
                <a:gd name="connsiteX14" fmla="*/ 313928 w 330345"/>
                <a:gd name="connsiteY14" fmla="*/ 126388 h 405187"/>
                <a:gd name="connsiteX15" fmla="*/ 313464 w 330345"/>
                <a:gd name="connsiteY15" fmla="*/ 125510 h 405187"/>
                <a:gd name="connsiteX16" fmla="*/ 313464 w 330345"/>
                <a:gd name="connsiteY16" fmla="*/ 121120 h 405187"/>
                <a:gd name="connsiteX17" fmla="*/ 314067 w 330345"/>
                <a:gd name="connsiteY17" fmla="*/ 120154 h 405187"/>
                <a:gd name="connsiteX18" fmla="*/ 318658 w 330345"/>
                <a:gd name="connsiteY18" fmla="*/ 117828 h 405187"/>
                <a:gd name="connsiteX19" fmla="*/ 313696 w 330345"/>
                <a:gd name="connsiteY19" fmla="*/ 117038 h 405187"/>
                <a:gd name="connsiteX20" fmla="*/ 303447 w 330345"/>
                <a:gd name="connsiteY20" fmla="*/ 118135 h 405187"/>
                <a:gd name="connsiteX21" fmla="*/ 303307 w 330345"/>
                <a:gd name="connsiteY21" fmla="*/ 118135 h 405187"/>
                <a:gd name="connsiteX22" fmla="*/ 302983 w 330345"/>
                <a:gd name="connsiteY22" fmla="*/ 118135 h 405187"/>
                <a:gd name="connsiteX23" fmla="*/ 297047 w 330345"/>
                <a:gd name="connsiteY23" fmla="*/ 116511 h 405187"/>
                <a:gd name="connsiteX24" fmla="*/ 292594 w 330345"/>
                <a:gd name="connsiteY24" fmla="*/ 116511 h 405187"/>
                <a:gd name="connsiteX25" fmla="*/ 292316 w 330345"/>
                <a:gd name="connsiteY25" fmla="*/ 116511 h 405187"/>
                <a:gd name="connsiteX26" fmla="*/ 282623 w 330345"/>
                <a:gd name="connsiteY26" fmla="*/ 114096 h 405187"/>
                <a:gd name="connsiteX27" fmla="*/ 278728 w 330345"/>
                <a:gd name="connsiteY27" fmla="*/ 114096 h 405187"/>
                <a:gd name="connsiteX28" fmla="*/ 277754 w 330345"/>
                <a:gd name="connsiteY28" fmla="*/ 113613 h 405187"/>
                <a:gd name="connsiteX29" fmla="*/ 275388 w 330345"/>
                <a:gd name="connsiteY29" fmla="*/ 110277 h 405187"/>
                <a:gd name="connsiteX30" fmla="*/ 271353 w 330345"/>
                <a:gd name="connsiteY30" fmla="*/ 112077 h 405187"/>
                <a:gd name="connsiteX31" fmla="*/ 270333 w 330345"/>
                <a:gd name="connsiteY31" fmla="*/ 112077 h 405187"/>
                <a:gd name="connsiteX32" fmla="*/ 259017 w 330345"/>
                <a:gd name="connsiteY32" fmla="*/ 106326 h 405187"/>
                <a:gd name="connsiteX33" fmla="*/ 258461 w 330345"/>
                <a:gd name="connsiteY33" fmla="*/ 105668 h 405187"/>
                <a:gd name="connsiteX34" fmla="*/ 257208 w 330345"/>
                <a:gd name="connsiteY34" fmla="*/ 101848 h 405187"/>
                <a:gd name="connsiteX35" fmla="*/ 244779 w 330345"/>
                <a:gd name="connsiteY35" fmla="*/ 98995 h 405187"/>
                <a:gd name="connsiteX36" fmla="*/ 234623 w 330345"/>
                <a:gd name="connsiteY36" fmla="*/ 98995 h 405187"/>
                <a:gd name="connsiteX37" fmla="*/ 234298 w 330345"/>
                <a:gd name="connsiteY37" fmla="*/ 98995 h 405187"/>
                <a:gd name="connsiteX38" fmla="*/ 223863 w 330345"/>
                <a:gd name="connsiteY38" fmla="*/ 96273 h 405187"/>
                <a:gd name="connsiteX39" fmla="*/ 223121 w 330345"/>
                <a:gd name="connsiteY39" fmla="*/ 95658 h 405187"/>
                <a:gd name="connsiteX40" fmla="*/ 221684 w 330345"/>
                <a:gd name="connsiteY40" fmla="*/ 92497 h 405187"/>
                <a:gd name="connsiteX41" fmla="*/ 215515 w 330345"/>
                <a:gd name="connsiteY41" fmla="*/ 92497 h 405187"/>
                <a:gd name="connsiteX42" fmla="*/ 214820 w 330345"/>
                <a:gd name="connsiteY42" fmla="*/ 92278 h 405187"/>
                <a:gd name="connsiteX43" fmla="*/ 207306 w 330345"/>
                <a:gd name="connsiteY43" fmla="*/ 86791 h 405187"/>
                <a:gd name="connsiteX44" fmla="*/ 195851 w 330345"/>
                <a:gd name="connsiteY44" fmla="*/ 81522 h 405187"/>
                <a:gd name="connsiteX45" fmla="*/ 192048 w 330345"/>
                <a:gd name="connsiteY45" fmla="*/ 81522 h 405187"/>
                <a:gd name="connsiteX46" fmla="*/ 191214 w 330345"/>
                <a:gd name="connsiteY46" fmla="*/ 81171 h 405187"/>
                <a:gd name="connsiteX47" fmla="*/ 187179 w 330345"/>
                <a:gd name="connsiteY47" fmla="*/ 77045 h 405187"/>
                <a:gd name="connsiteX48" fmla="*/ 186854 w 330345"/>
                <a:gd name="connsiteY48" fmla="*/ 76298 h 405187"/>
                <a:gd name="connsiteX49" fmla="*/ 186854 w 330345"/>
                <a:gd name="connsiteY49" fmla="*/ 71382 h 405187"/>
                <a:gd name="connsiteX50" fmla="*/ 187318 w 330345"/>
                <a:gd name="connsiteY50" fmla="*/ 70504 h 405187"/>
                <a:gd name="connsiteX51" fmla="*/ 190935 w 330345"/>
                <a:gd name="connsiteY51" fmla="*/ 67826 h 405187"/>
                <a:gd name="connsiteX52" fmla="*/ 190935 w 330345"/>
                <a:gd name="connsiteY52" fmla="*/ 57948 h 405187"/>
                <a:gd name="connsiteX53" fmla="*/ 191445 w 330345"/>
                <a:gd name="connsiteY53" fmla="*/ 57026 h 405187"/>
                <a:gd name="connsiteX54" fmla="*/ 199654 w 330345"/>
                <a:gd name="connsiteY54" fmla="*/ 52022 h 405187"/>
                <a:gd name="connsiteX55" fmla="*/ 188941 w 330345"/>
                <a:gd name="connsiteY55" fmla="*/ 46578 h 405187"/>
                <a:gd name="connsiteX56" fmla="*/ 188338 w 330345"/>
                <a:gd name="connsiteY56" fmla="*/ 45612 h 405187"/>
                <a:gd name="connsiteX57" fmla="*/ 188338 w 330345"/>
                <a:gd name="connsiteY57" fmla="*/ 43286 h 405187"/>
                <a:gd name="connsiteX58" fmla="*/ 178599 w 330345"/>
                <a:gd name="connsiteY58" fmla="*/ 39203 h 405187"/>
                <a:gd name="connsiteX59" fmla="*/ 178228 w 330345"/>
                <a:gd name="connsiteY59" fmla="*/ 38939 h 405187"/>
                <a:gd name="connsiteX60" fmla="*/ 174379 w 330345"/>
                <a:gd name="connsiteY60" fmla="*/ 34901 h 405187"/>
                <a:gd name="connsiteX61" fmla="*/ 173219 w 330345"/>
                <a:gd name="connsiteY61" fmla="*/ 38500 h 405187"/>
                <a:gd name="connsiteX62" fmla="*/ 172338 w 330345"/>
                <a:gd name="connsiteY62" fmla="*/ 39247 h 405187"/>
                <a:gd name="connsiteX63" fmla="*/ 171225 w 330345"/>
                <a:gd name="connsiteY63" fmla="*/ 38896 h 405187"/>
                <a:gd name="connsiteX64" fmla="*/ 166031 w 330345"/>
                <a:gd name="connsiteY64" fmla="*/ 33145 h 405187"/>
                <a:gd name="connsiteX65" fmla="*/ 165753 w 330345"/>
                <a:gd name="connsiteY65" fmla="*/ 32442 h 405187"/>
                <a:gd name="connsiteX66" fmla="*/ 165753 w 330345"/>
                <a:gd name="connsiteY66" fmla="*/ 22170 h 405187"/>
                <a:gd name="connsiteX67" fmla="*/ 163016 w 330345"/>
                <a:gd name="connsiteY67" fmla="*/ 19184 h 405187"/>
                <a:gd name="connsiteX68" fmla="*/ 162784 w 330345"/>
                <a:gd name="connsiteY68" fmla="*/ 18789 h 405187"/>
                <a:gd name="connsiteX69" fmla="*/ 160512 w 330345"/>
                <a:gd name="connsiteY69" fmla="*/ 11985 h 405187"/>
                <a:gd name="connsiteX70" fmla="*/ 153045 w 330345"/>
                <a:gd name="connsiteY70" fmla="*/ 10229 h 405187"/>
                <a:gd name="connsiteX71" fmla="*/ 152349 w 330345"/>
                <a:gd name="connsiteY71" fmla="*/ 9746 h 405187"/>
                <a:gd name="connsiteX72" fmla="*/ 149521 w 330345"/>
                <a:gd name="connsiteY72" fmla="*/ 5444 h 405187"/>
                <a:gd name="connsiteX73" fmla="*/ 143491 w 330345"/>
                <a:gd name="connsiteY73" fmla="*/ 5444 h 405187"/>
                <a:gd name="connsiteX74" fmla="*/ 143028 w 330345"/>
                <a:gd name="connsiteY74" fmla="*/ 5356 h 405187"/>
                <a:gd name="connsiteX75" fmla="*/ 130599 w 330345"/>
                <a:gd name="connsiteY75" fmla="*/ 0 h 405187"/>
                <a:gd name="connsiteX76" fmla="*/ 122854 w 330345"/>
                <a:gd name="connsiteY76" fmla="*/ 4961 h 405187"/>
                <a:gd name="connsiteX77" fmla="*/ 122065 w 330345"/>
                <a:gd name="connsiteY77" fmla="*/ 10931 h 405187"/>
                <a:gd name="connsiteX78" fmla="*/ 121555 w 330345"/>
                <a:gd name="connsiteY78" fmla="*/ 11721 h 405187"/>
                <a:gd name="connsiteX79" fmla="*/ 117335 w 330345"/>
                <a:gd name="connsiteY79" fmla="*/ 14399 h 405187"/>
                <a:gd name="connsiteX80" fmla="*/ 111630 w 330345"/>
                <a:gd name="connsiteY80" fmla="*/ 20062 h 405187"/>
                <a:gd name="connsiteX81" fmla="*/ 111259 w 330345"/>
                <a:gd name="connsiteY81" fmla="*/ 20326 h 405187"/>
                <a:gd name="connsiteX82" fmla="*/ 100500 w 330345"/>
                <a:gd name="connsiteY82" fmla="*/ 24804 h 405187"/>
                <a:gd name="connsiteX83" fmla="*/ 102819 w 330345"/>
                <a:gd name="connsiteY83" fmla="*/ 28974 h 405187"/>
                <a:gd name="connsiteX84" fmla="*/ 102819 w 330345"/>
                <a:gd name="connsiteY84" fmla="*/ 29984 h 405187"/>
                <a:gd name="connsiteX85" fmla="*/ 100175 w 330345"/>
                <a:gd name="connsiteY85" fmla="*/ 34988 h 405187"/>
                <a:gd name="connsiteX86" fmla="*/ 103236 w 330345"/>
                <a:gd name="connsiteY86" fmla="*/ 34988 h 405187"/>
                <a:gd name="connsiteX87" fmla="*/ 104303 w 330345"/>
                <a:gd name="connsiteY87" fmla="*/ 35691 h 405187"/>
                <a:gd name="connsiteX88" fmla="*/ 104024 w 330345"/>
                <a:gd name="connsiteY88" fmla="*/ 36876 h 405187"/>
                <a:gd name="connsiteX89" fmla="*/ 92198 w 330345"/>
                <a:gd name="connsiteY89" fmla="*/ 47544 h 405187"/>
                <a:gd name="connsiteX90" fmla="*/ 92198 w 330345"/>
                <a:gd name="connsiteY90" fmla="*/ 53119 h 405187"/>
                <a:gd name="connsiteX91" fmla="*/ 91456 w 330345"/>
                <a:gd name="connsiteY91" fmla="*/ 54129 h 405187"/>
                <a:gd name="connsiteX92" fmla="*/ 82088 w 330345"/>
                <a:gd name="connsiteY92" fmla="*/ 57773 h 405187"/>
                <a:gd name="connsiteX93" fmla="*/ 76198 w 330345"/>
                <a:gd name="connsiteY93" fmla="*/ 72962 h 405187"/>
                <a:gd name="connsiteX94" fmla="*/ 75549 w 330345"/>
                <a:gd name="connsiteY94" fmla="*/ 73621 h 405187"/>
                <a:gd name="connsiteX95" fmla="*/ 63815 w 330345"/>
                <a:gd name="connsiteY95" fmla="*/ 78142 h 405187"/>
                <a:gd name="connsiteX96" fmla="*/ 59456 w 330345"/>
                <a:gd name="connsiteY96" fmla="*/ 87142 h 405187"/>
                <a:gd name="connsiteX97" fmla="*/ 59456 w 330345"/>
                <a:gd name="connsiteY97" fmla="*/ 91312 h 405187"/>
                <a:gd name="connsiteX98" fmla="*/ 58575 w 330345"/>
                <a:gd name="connsiteY98" fmla="*/ 92366 h 405187"/>
                <a:gd name="connsiteX99" fmla="*/ 40302 w 330345"/>
                <a:gd name="connsiteY99" fmla="*/ 96492 h 405187"/>
                <a:gd name="connsiteX100" fmla="*/ 39421 w 330345"/>
                <a:gd name="connsiteY100" fmla="*/ 96361 h 405187"/>
                <a:gd name="connsiteX101" fmla="*/ 38911 w 330345"/>
                <a:gd name="connsiteY101" fmla="*/ 95658 h 405187"/>
                <a:gd name="connsiteX102" fmla="*/ 37937 w 330345"/>
                <a:gd name="connsiteY102" fmla="*/ 91049 h 405187"/>
                <a:gd name="connsiteX103" fmla="*/ 33716 w 330345"/>
                <a:gd name="connsiteY103" fmla="*/ 91049 h 405187"/>
                <a:gd name="connsiteX104" fmla="*/ 22493 w 330345"/>
                <a:gd name="connsiteY104" fmla="*/ 106502 h 405187"/>
                <a:gd name="connsiteX105" fmla="*/ 20777 w 330345"/>
                <a:gd name="connsiteY105" fmla="*/ 110365 h 405187"/>
                <a:gd name="connsiteX106" fmla="*/ 31676 w 330345"/>
                <a:gd name="connsiteY106" fmla="*/ 113043 h 405187"/>
                <a:gd name="connsiteX107" fmla="*/ 32511 w 330345"/>
                <a:gd name="connsiteY107" fmla="*/ 114272 h 405187"/>
                <a:gd name="connsiteX108" fmla="*/ 30841 w 330345"/>
                <a:gd name="connsiteY108" fmla="*/ 125247 h 405187"/>
                <a:gd name="connsiteX109" fmla="*/ 33809 w 330345"/>
                <a:gd name="connsiteY109" fmla="*/ 127837 h 405187"/>
                <a:gd name="connsiteX110" fmla="*/ 39745 w 330345"/>
                <a:gd name="connsiteY110" fmla="*/ 127837 h 405187"/>
                <a:gd name="connsiteX111" fmla="*/ 40905 w 330345"/>
                <a:gd name="connsiteY111" fmla="*/ 128934 h 405187"/>
                <a:gd name="connsiteX112" fmla="*/ 40905 w 330345"/>
                <a:gd name="connsiteY112" fmla="*/ 135432 h 405187"/>
                <a:gd name="connsiteX113" fmla="*/ 47630 w 330345"/>
                <a:gd name="connsiteY113" fmla="*/ 144212 h 405187"/>
                <a:gd name="connsiteX114" fmla="*/ 47861 w 330345"/>
                <a:gd name="connsiteY114" fmla="*/ 144870 h 405187"/>
                <a:gd name="connsiteX115" fmla="*/ 47861 w 330345"/>
                <a:gd name="connsiteY115" fmla="*/ 147899 h 405187"/>
                <a:gd name="connsiteX116" fmla="*/ 49299 w 330345"/>
                <a:gd name="connsiteY116" fmla="*/ 147899 h 405187"/>
                <a:gd name="connsiteX117" fmla="*/ 49299 w 330345"/>
                <a:gd name="connsiteY117" fmla="*/ 153123 h 405187"/>
                <a:gd name="connsiteX118" fmla="*/ 45450 w 330345"/>
                <a:gd name="connsiteY118" fmla="*/ 151192 h 405187"/>
                <a:gd name="connsiteX119" fmla="*/ 43548 w 330345"/>
                <a:gd name="connsiteY119" fmla="*/ 153519 h 405187"/>
                <a:gd name="connsiteX120" fmla="*/ 42714 w 330345"/>
                <a:gd name="connsiteY120" fmla="*/ 153958 h 405187"/>
                <a:gd name="connsiteX121" fmla="*/ 37195 w 330345"/>
                <a:gd name="connsiteY121" fmla="*/ 154221 h 405187"/>
                <a:gd name="connsiteX122" fmla="*/ 36360 w 330345"/>
                <a:gd name="connsiteY122" fmla="*/ 153914 h 405187"/>
                <a:gd name="connsiteX123" fmla="*/ 35989 w 330345"/>
                <a:gd name="connsiteY123" fmla="*/ 153123 h 405187"/>
                <a:gd name="connsiteX124" fmla="*/ 35989 w 330345"/>
                <a:gd name="connsiteY124" fmla="*/ 151192 h 405187"/>
                <a:gd name="connsiteX125" fmla="*/ 33624 w 330345"/>
                <a:gd name="connsiteY125" fmla="*/ 151499 h 405187"/>
                <a:gd name="connsiteX126" fmla="*/ 31861 w 330345"/>
                <a:gd name="connsiteY126" fmla="*/ 153123 h 405187"/>
                <a:gd name="connsiteX127" fmla="*/ 31908 w 330345"/>
                <a:gd name="connsiteY127" fmla="*/ 153123 h 405187"/>
                <a:gd name="connsiteX128" fmla="*/ 35989 w 330345"/>
                <a:gd name="connsiteY128" fmla="*/ 155845 h 405187"/>
                <a:gd name="connsiteX129" fmla="*/ 31908 w 330345"/>
                <a:gd name="connsiteY129" fmla="*/ 158304 h 405187"/>
                <a:gd name="connsiteX130" fmla="*/ 33948 w 330345"/>
                <a:gd name="connsiteY130" fmla="*/ 160762 h 405187"/>
                <a:gd name="connsiteX131" fmla="*/ 35989 w 330345"/>
                <a:gd name="connsiteY131" fmla="*/ 158304 h 405187"/>
                <a:gd name="connsiteX132" fmla="*/ 35989 w 330345"/>
                <a:gd name="connsiteY132" fmla="*/ 161860 h 405187"/>
                <a:gd name="connsiteX133" fmla="*/ 31908 w 330345"/>
                <a:gd name="connsiteY133" fmla="*/ 164581 h 405187"/>
                <a:gd name="connsiteX134" fmla="*/ 25229 w 330345"/>
                <a:gd name="connsiteY134" fmla="*/ 157162 h 405187"/>
                <a:gd name="connsiteX135" fmla="*/ 25925 w 330345"/>
                <a:gd name="connsiteY135" fmla="*/ 154616 h 405187"/>
                <a:gd name="connsiteX136" fmla="*/ 21519 w 330345"/>
                <a:gd name="connsiteY136" fmla="*/ 153036 h 405187"/>
                <a:gd name="connsiteX137" fmla="*/ 10713 w 330345"/>
                <a:gd name="connsiteY137" fmla="*/ 153036 h 405187"/>
                <a:gd name="connsiteX138" fmla="*/ 10713 w 330345"/>
                <a:gd name="connsiteY138" fmla="*/ 157162 h 405187"/>
                <a:gd name="connsiteX139" fmla="*/ 9554 w 330345"/>
                <a:gd name="connsiteY139" fmla="*/ 158260 h 405187"/>
                <a:gd name="connsiteX140" fmla="*/ 0 w 330345"/>
                <a:gd name="connsiteY140" fmla="*/ 158260 h 405187"/>
                <a:gd name="connsiteX141" fmla="*/ 0 w 330345"/>
                <a:gd name="connsiteY141" fmla="*/ 163045 h 405187"/>
                <a:gd name="connsiteX142" fmla="*/ 5797 w 330345"/>
                <a:gd name="connsiteY142" fmla="*/ 159621 h 405187"/>
                <a:gd name="connsiteX143" fmla="*/ 8116 w 330345"/>
                <a:gd name="connsiteY143" fmla="*/ 159357 h 405187"/>
                <a:gd name="connsiteX144" fmla="*/ 4359 w 330345"/>
                <a:gd name="connsiteY144" fmla="*/ 163747 h 405187"/>
                <a:gd name="connsiteX145" fmla="*/ 15351 w 330345"/>
                <a:gd name="connsiteY145" fmla="*/ 175556 h 405187"/>
                <a:gd name="connsiteX146" fmla="*/ 32464 w 330345"/>
                <a:gd name="connsiteY146" fmla="*/ 173361 h 405187"/>
                <a:gd name="connsiteX147" fmla="*/ 29867 w 330345"/>
                <a:gd name="connsiteY147" fmla="*/ 179420 h 405187"/>
                <a:gd name="connsiteX148" fmla="*/ 23189 w 330345"/>
                <a:gd name="connsiteY148" fmla="*/ 182975 h 405187"/>
                <a:gd name="connsiteX149" fmla="*/ 16232 w 330345"/>
                <a:gd name="connsiteY149" fmla="*/ 183239 h 405187"/>
                <a:gd name="connsiteX150" fmla="*/ 11316 w 330345"/>
                <a:gd name="connsiteY150" fmla="*/ 183502 h 405187"/>
                <a:gd name="connsiteX151" fmla="*/ 11594 w 330345"/>
                <a:gd name="connsiteY151" fmla="*/ 185170 h 405187"/>
                <a:gd name="connsiteX152" fmla="*/ 32464 w 330345"/>
                <a:gd name="connsiteY152" fmla="*/ 205452 h 405187"/>
                <a:gd name="connsiteX153" fmla="*/ 37659 w 330345"/>
                <a:gd name="connsiteY153" fmla="*/ 209008 h 405187"/>
                <a:gd name="connsiteX154" fmla="*/ 62285 w 330345"/>
                <a:gd name="connsiteY154" fmla="*/ 201589 h 405187"/>
                <a:gd name="connsiteX155" fmla="*/ 66923 w 330345"/>
                <a:gd name="connsiteY155" fmla="*/ 184293 h 405187"/>
                <a:gd name="connsiteX156" fmla="*/ 74157 w 330345"/>
                <a:gd name="connsiteY156" fmla="*/ 185127 h 405187"/>
                <a:gd name="connsiteX157" fmla="*/ 66644 w 330345"/>
                <a:gd name="connsiteY157" fmla="*/ 188683 h 405187"/>
                <a:gd name="connsiteX158" fmla="*/ 68685 w 330345"/>
                <a:gd name="connsiteY158" fmla="*/ 193336 h 405187"/>
                <a:gd name="connsiteX159" fmla="*/ 68406 w 330345"/>
                <a:gd name="connsiteY159" fmla="*/ 197989 h 405187"/>
                <a:gd name="connsiteX160" fmla="*/ 68128 w 330345"/>
                <a:gd name="connsiteY160" fmla="*/ 203213 h 405187"/>
                <a:gd name="connsiteX161" fmla="*/ 74204 w 330345"/>
                <a:gd name="connsiteY161" fmla="*/ 211467 h 405187"/>
                <a:gd name="connsiteX162" fmla="*/ 71607 w 330345"/>
                <a:gd name="connsiteY162" fmla="*/ 229027 h 405187"/>
                <a:gd name="connsiteX163" fmla="*/ 75966 w 330345"/>
                <a:gd name="connsiteY163" fmla="*/ 252645 h 405187"/>
                <a:gd name="connsiteX164" fmla="*/ 84082 w 330345"/>
                <a:gd name="connsiteY164" fmla="*/ 285043 h 405187"/>
                <a:gd name="connsiteX165" fmla="*/ 98876 w 330345"/>
                <a:gd name="connsiteY165" fmla="*/ 311383 h 405187"/>
                <a:gd name="connsiteX166" fmla="*/ 114830 w 330345"/>
                <a:gd name="connsiteY166" fmla="*/ 350059 h 405187"/>
                <a:gd name="connsiteX167" fmla="*/ 128743 w 330345"/>
                <a:gd name="connsiteY167" fmla="*/ 381887 h 405187"/>
                <a:gd name="connsiteX168" fmla="*/ 145254 w 330345"/>
                <a:gd name="connsiteY168" fmla="*/ 404934 h 405187"/>
                <a:gd name="connsiteX169" fmla="*/ 152488 w 330345"/>
                <a:gd name="connsiteY169" fmla="*/ 404408 h 405187"/>
                <a:gd name="connsiteX170" fmla="*/ 158007 w 330345"/>
                <a:gd name="connsiteY170" fmla="*/ 394530 h 405187"/>
                <a:gd name="connsiteX171" fmla="*/ 170761 w 330345"/>
                <a:gd name="connsiteY171" fmla="*/ 388208 h 405187"/>
                <a:gd name="connsiteX172" fmla="*/ 168721 w 330345"/>
                <a:gd name="connsiteY172" fmla="*/ 384653 h 405187"/>
                <a:gd name="connsiteX173" fmla="*/ 169277 w 330345"/>
                <a:gd name="connsiteY173" fmla="*/ 382458 h 405187"/>
                <a:gd name="connsiteX174" fmla="*/ 174472 w 330345"/>
                <a:gd name="connsiteY174" fmla="*/ 377233 h 405187"/>
                <a:gd name="connsiteX175" fmla="*/ 174472 w 330345"/>
                <a:gd name="connsiteY175" fmla="*/ 373107 h 405187"/>
                <a:gd name="connsiteX176" fmla="*/ 184025 w 330345"/>
                <a:gd name="connsiteY176" fmla="*/ 372580 h 405187"/>
                <a:gd name="connsiteX177" fmla="*/ 184025 w 330345"/>
                <a:gd name="connsiteY177" fmla="*/ 346767 h 405187"/>
                <a:gd name="connsiteX178" fmla="*/ 188663 w 330345"/>
                <a:gd name="connsiteY178" fmla="*/ 320427 h 405187"/>
                <a:gd name="connsiteX179" fmla="*/ 187504 w 330345"/>
                <a:gd name="connsiteY179" fmla="*/ 299838 h 405187"/>
                <a:gd name="connsiteX180" fmla="*/ 196176 w 330345"/>
                <a:gd name="connsiteY180" fmla="*/ 285833 h 405187"/>
                <a:gd name="connsiteX181" fmla="*/ 204849 w 330345"/>
                <a:gd name="connsiteY181" fmla="*/ 286668 h 405187"/>
                <a:gd name="connsiteX182" fmla="*/ 210646 w 330345"/>
                <a:gd name="connsiteY182" fmla="*/ 278414 h 405187"/>
                <a:gd name="connsiteX183" fmla="*/ 222797 w 330345"/>
                <a:gd name="connsiteY183" fmla="*/ 268537 h 405187"/>
                <a:gd name="connsiteX184" fmla="*/ 229150 w 330345"/>
                <a:gd name="connsiteY184" fmla="*/ 263620 h 405187"/>
                <a:gd name="connsiteX185" fmla="*/ 241023 w 330345"/>
                <a:gd name="connsiteY185" fmla="*/ 254313 h 405187"/>
                <a:gd name="connsiteX186" fmla="*/ 248258 w 330345"/>
                <a:gd name="connsiteY186" fmla="*/ 249660 h 405187"/>
                <a:gd name="connsiteX187" fmla="*/ 262171 w 330345"/>
                <a:gd name="connsiteY187" fmla="*/ 234558 h 405187"/>
                <a:gd name="connsiteX188" fmla="*/ 274646 w 330345"/>
                <a:gd name="connsiteY188" fmla="*/ 225778 h 405187"/>
                <a:gd name="connsiteX189" fmla="*/ 290322 w 330345"/>
                <a:gd name="connsiteY189" fmla="*/ 217525 h 405187"/>
                <a:gd name="connsiteX190" fmla="*/ 293800 w 330345"/>
                <a:gd name="connsiteY190" fmla="*/ 212872 h 405187"/>
                <a:gd name="connsiteX191" fmla="*/ 295563 w 330345"/>
                <a:gd name="connsiteY191" fmla="*/ 204926 h 405187"/>
                <a:gd name="connsiteX192" fmla="*/ 303679 w 330345"/>
                <a:gd name="connsiteY192" fmla="*/ 195619 h 405187"/>
                <a:gd name="connsiteX193" fmla="*/ 310635 w 330345"/>
                <a:gd name="connsiteY193" fmla="*/ 194785 h 405187"/>
                <a:gd name="connsiteX194" fmla="*/ 314716 w 330345"/>
                <a:gd name="connsiteY194" fmla="*/ 189297 h 405187"/>
                <a:gd name="connsiteX195" fmla="*/ 314716 w 330345"/>
                <a:gd name="connsiteY195" fmla="*/ 194521 h 405187"/>
                <a:gd name="connsiteX196" fmla="*/ 318798 w 330345"/>
                <a:gd name="connsiteY196" fmla="*/ 194785 h 405187"/>
                <a:gd name="connsiteX197" fmla="*/ 321116 w 330345"/>
                <a:gd name="connsiteY197" fmla="*/ 192063 h 405187"/>
                <a:gd name="connsiteX198" fmla="*/ 324316 w 330345"/>
                <a:gd name="connsiteY198" fmla="*/ 189341 h 405187"/>
                <a:gd name="connsiteX199" fmla="*/ 324316 w 330345"/>
                <a:gd name="connsiteY199" fmla="*/ 195663 h 405187"/>
                <a:gd name="connsiteX200" fmla="*/ 329418 w 330345"/>
                <a:gd name="connsiteY200" fmla="*/ 195136 h 405187"/>
                <a:gd name="connsiteX201" fmla="*/ 328397 w 330345"/>
                <a:gd name="connsiteY201" fmla="*/ 177883 h 405187"/>
                <a:gd name="connsiteX202" fmla="*/ 323342 w 330345"/>
                <a:gd name="connsiteY202" fmla="*/ 169893 h 405187"/>
                <a:gd name="connsiteX203" fmla="*/ 134030 w 330345"/>
                <a:gd name="connsiteY203" fmla="*/ 190043 h 405187"/>
                <a:gd name="connsiteX204" fmla="*/ 130830 w 330345"/>
                <a:gd name="connsiteY204" fmla="*/ 188683 h 405187"/>
                <a:gd name="connsiteX205" fmla="*/ 134030 w 330345"/>
                <a:gd name="connsiteY205" fmla="*/ 183195 h 405187"/>
                <a:gd name="connsiteX206" fmla="*/ 136349 w 330345"/>
                <a:gd name="connsiteY206" fmla="*/ 183195 h 405187"/>
                <a:gd name="connsiteX207" fmla="*/ 134030 w 330345"/>
                <a:gd name="connsiteY207" fmla="*/ 190043 h 405187"/>
                <a:gd name="connsiteX208" fmla="*/ 247376 w 330345"/>
                <a:gd name="connsiteY208" fmla="*/ 198253 h 405187"/>
                <a:gd name="connsiteX209" fmla="*/ 244176 w 330345"/>
                <a:gd name="connsiteY209" fmla="*/ 193599 h 405187"/>
                <a:gd name="connsiteX210" fmla="*/ 244176 w 330345"/>
                <a:gd name="connsiteY210" fmla="*/ 191668 h 405187"/>
                <a:gd name="connsiteX211" fmla="*/ 248211 w 330345"/>
                <a:gd name="connsiteY211" fmla="*/ 194126 h 405187"/>
                <a:gd name="connsiteX212" fmla="*/ 250530 w 330345"/>
                <a:gd name="connsiteY212" fmla="*/ 194126 h 405187"/>
                <a:gd name="connsiteX213" fmla="*/ 247330 w 330345"/>
                <a:gd name="connsiteY213" fmla="*/ 198253 h 40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330345" h="405187">
                  <a:moveTo>
                    <a:pt x="323203" y="169454"/>
                  </a:moveTo>
                  <a:cubicBezTo>
                    <a:pt x="323203" y="169454"/>
                    <a:pt x="323111" y="169235"/>
                    <a:pt x="323064" y="169103"/>
                  </a:cubicBezTo>
                  <a:lnTo>
                    <a:pt x="321024" y="159796"/>
                  </a:lnTo>
                  <a:cubicBezTo>
                    <a:pt x="321024" y="159796"/>
                    <a:pt x="321024" y="159401"/>
                    <a:pt x="321024" y="159226"/>
                  </a:cubicBezTo>
                  <a:lnTo>
                    <a:pt x="323621" y="152333"/>
                  </a:lnTo>
                  <a:lnTo>
                    <a:pt x="313047" y="145397"/>
                  </a:lnTo>
                  <a:cubicBezTo>
                    <a:pt x="312768" y="145222"/>
                    <a:pt x="312583" y="144870"/>
                    <a:pt x="312536" y="144519"/>
                  </a:cubicBezTo>
                  <a:cubicBezTo>
                    <a:pt x="312536" y="144168"/>
                    <a:pt x="312676" y="143861"/>
                    <a:pt x="312954" y="143641"/>
                  </a:cubicBezTo>
                  <a:lnTo>
                    <a:pt x="320792" y="137583"/>
                  </a:lnTo>
                  <a:cubicBezTo>
                    <a:pt x="320792" y="137583"/>
                    <a:pt x="321255" y="137319"/>
                    <a:pt x="321534" y="137319"/>
                  </a:cubicBezTo>
                  <a:lnTo>
                    <a:pt x="330345" y="137319"/>
                  </a:lnTo>
                  <a:lnTo>
                    <a:pt x="325661" y="132095"/>
                  </a:lnTo>
                  <a:lnTo>
                    <a:pt x="322137" y="132095"/>
                  </a:lnTo>
                  <a:cubicBezTo>
                    <a:pt x="321905" y="132095"/>
                    <a:pt x="321627" y="132008"/>
                    <a:pt x="321441" y="131876"/>
                  </a:cubicBezTo>
                  <a:lnTo>
                    <a:pt x="313928" y="126388"/>
                  </a:lnTo>
                  <a:cubicBezTo>
                    <a:pt x="313649" y="126169"/>
                    <a:pt x="313464" y="125862"/>
                    <a:pt x="313464" y="125510"/>
                  </a:cubicBezTo>
                  <a:lnTo>
                    <a:pt x="313464" y="121120"/>
                  </a:lnTo>
                  <a:cubicBezTo>
                    <a:pt x="313464" y="120725"/>
                    <a:pt x="313696" y="120330"/>
                    <a:pt x="314067" y="120154"/>
                  </a:cubicBezTo>
                  <a:lnTo>
                    <a:pt x="318658" y="117828"/>
                  </a:lnTo>
                  <a:lnTo>
                    <a:pt x="313696" y="117038"/>
                  </a:lnTo>
                  <a:lnTo>
                    <a:pt x="303447" y="118135"/>
                  </a:lnTo>
                  <a:cubicBezTo>
                    <a:pt x="303447" y="118135"/>
                    <a:pt x="303354" y="118135"/>
                    <a:pt x="303307" y="118135"/>
                  </a:cubicBezTo>
                  <a:cubicBezTo>
                    <a:pt x="303215" y="118135"/>
                    <a:pt x="303076" y="118135"/>
                    <a:pt x="302983" y="118135"/>
                  </a:cubicBezTo>
                  <a:lnTo>
                    <a:pt x="297047" y="116511"/>
                  </a:lnTo>
                  <a:lnTo>
                    <a:pt x="292594" y="116511"/>
                  </a:lnTo>
                  <a:cubicBezTo>
                    <a:pt x="292594" y="116511"/>
                    <a:pt x="292409" y="116511"/>
                    <a:pt x="292316" y="116511"/>
                  </a:cubicBezTo>
                  <a:lnTo>
                    <a:pt x="282623" y="114096"/>
                  </a:lnTo>
                  <a:lnTo>
                    <a:pt x="278728" y="114096"/>
                  </a:lnTo>
                  <a:cubicBezTo>
                    <a:pt x="278356" y="114096"/>
                    <a:pt x="277985" y="113921"/>
                    <a:pt x="277754" y="113613"/>
                  </a:cubicBezTo>
                  <a:lnTo>
                    <a:pt x="275388" y="110277"/>
                  </a:lnTo>
                  <a:lnTo>
                    <a:pt x="271353" y="112077"/>
                  </a:lnTo>
                  <a:cubicBezTo>
                    <a:pt x="271029" y="112209"/>
                    <a:pt x="270612" y="112209"/>
                    <a:pt x="270333" y="112077"/>
                  </a:cubicBezTo>
                  <a:lnTo>
                    <a:pt x="259017" y="106326"/>
                  </a:lnTo>
                  <a:cubicBezTo>
                    <a:pt x="258739" y="106194"/>
                    <a:pt x="258553" y="105975"/>
                    <a:pt x="258461" y="105668"/>
                  </a:cubicBezTo>
                  <a:lnTo>
                    <a:pt x="257208" y="101848"/>
                  </a:lnTo>
                  <a:lnTo>
                    <a:pt x="244779" y="98995"/>
                  </a:lnTo>
                  <a:lnTo>
                    <a:pt x="234623" y="98995"/>
                  </a:lnTo>
                  <a:cubicBezTo>
                    <a:pt x="234623" y="98995"/>
                    <a:pt x="234437" y="98995"/>
                    <a:pt x="234298" y="98995"/>
                  </a:cubicBezTo>
                  <a:lnTo>
                    <a:pt x="223863" y="96273"/>
                  </a:lnTo>
                  <a:cubicBezTo>
                    <a:pt x="223538" y="96185"/>
                    <a:pt x="223260" y="95966"/>
                    <a:pt x="223121" y="95658"/>
                  </a:cubicBezTo>
                  <a:lnTo>
                    <a:pt x="221684" y="92497"/>
                  </a:lnTo>
                  <a:lnTo>
                    <a:pt x="215515" y="92497"/>
                  </a:lnTo>
                  <a:cubicBezTo>
                    <a:pt x="215283" y="92497"/>
                    <a:pt x="215005" y="92410"/>
                    <a:pt x="214820" y="92278"/>
                  </a:cubicBezTo>
                  <a:lnTo>
                    <a:pt x="207306" y="86791"/>
                  </a:lnTo>
                  <a:lnTo>
                    <a:pt x="195851" y="81522"/>
                  </a:lnTo>
                  <a:lnTo>
                    <a:pt x="192048" y="81522"/>
                  </a:lnTo>
                  <a:cubicBezTo>
                    <a:pt x="191724" y="81522"/>
                    <a:pt x="191399" y="81391"/>
                    <a:pt x="191214" y="81171"/>
                  </a:cubicBezTo>
                  <a:lnTo>
                    <a:pt x="187179" y="77045"/>
                  </a:lnTo>
                  <a:cubicBezTo>
                    <a:pt x="187179" y="77045"/>
                    <a:pt x="186854" y="76562"/>
                    <a:pt x="186854" y="76298"/>
                  </a:cubicBezTo>
                  <a:lnTo>
                    <a:pt x="186854" y="71382"/>
                  </a:lnTo>
                  <a:cubicBezTo>
                    <a:pt x="186854" y="71030"/>
                    <a:pt x="187040" y="70723"/>
                    <a:pt x="187318" y="70504"/>
                  </a:cubicBezTo>
                  <a:lnTo>
                    <a:pt x="190935" y="67826"/>
                  </a:lnTo>
                  <a:lnTo>
                    <a:pt x="190935" y="57948"/>
                  </a:lnTo>
                  <a:cubicBezTo>
                    <a:pt x="190935" y="57597"/>
                    <a:pt x="191121" y="57246"/>
                    <a:pt x="191445" y="57026"/>
                  </a:cubicBezTo>
                  <a:lnTo>
                    <a:pt x="199654" y="52022"/>
                  </a:lnTo>
                  <a:lnTo>
                    <a:pt x="188941" y="46578"/>
                  </a:lnTo>
                  <a:cubicBezTo>
                    <a:pt x="188570" y="46402"/>
                    <a:pt x="188338" y="46007"/>
                    <a:pt x="188338" y="45612"/>
                  </a:cubicBezTo>
                  <a:lnTo>
                    <a:pt x="188338" y="43286"/>
                  </a:lnTo>
                  <a:lnTo>
                    <a:pt x="178599" y="39203"/>
                  </a:lnTo>
                  <a:cubicBezTo>
                    <a:pt x="178599" y="39203"/>
                    <a:pt x="178321" y="39027"/>
                    <a:pt x="178228" y="38939"/>
                  </a:cubicBezTo>
                  <a:lnTo>
                    <a:pt x="174379" y="34901"/>
                  </a:lnTo>
                  <a:lnTo>
                    <a:pt x="173219" y="38500"/>
                  </a:lnTo>
                  <a:cubicBezTo>
                    <a:pt x="173080" y="38896"/>
                    <a:pt x="172755" y="39159"/>
                    <a:pt x="172338" y="39247"/>
                  </a:cubicBezTo>
                  <a:cubicBezTo>
                    <a:pt x="171921" y="39334"/>
                    <a:pt x="171503" y="39203"/>
                    <a:pt x="171225" y="38896"/>
                  </a:cubicBezTo>
                  <a:lnTo>
                    <a:pt x="166031" y="33145"/>
                  </a:lnTo>
                  <a:cubicBezTo>
                    <a:pt x="166031" y="33145"/>
                    <a:pt x="165753" y="32706"/>
                    <a:pt x="165753" y="32442"/>
                  </a:cubicBezTo>
                  <a:lnTo>
                    <a:pt x="165753" y="22170"/>
                  </a:lnTo>
                  <a:lnTo>
                    <a:pt x="163016" y="19184"/>
                  </a:lnTo>
                  <a:cubicBezTo>
                    <a:pt x="163016" y="19184"/>
                    <a:pt x="162831" y="18921"/>
                    <a:pt x="162784" y="18789"/>
                  </a:cubicBezTo>
                  <a:lnTo>
                    <a:pt x="160512" y="11985"/>
                  </a:lnTo>
                  <a:lnTo>
                    <a:pt x="153045" y="10229"/>
                  </a:lnTo>
                  <a:cubicBezTo>
                    <a:pt x="152767" y="10141"/>
                    <a:pt x="152488" y="10009"/>
                    <a:pt x="152349" y="9746"/>
                  </a:cubicBezTo>
                  <a:lnTo>
                    <a:pt x="149521" y="5444"/>
                  </a:lnTo>
                  <a:lnTo>
                    <a:pt x="143491" y="5444"/>
                  </a:lnTo>
                  <a:cubicBezTo>
                    <a:pt x="143491" y="5444"/>
                    <a:pt x="143167" y="5444"/>
                    <a:pt x="143028" y="5356"/>
                  </a:cubicBezTo>
                  <a:lnTo>
                    <a:pt x="130599" y="0"/>
                  </a:lnTo>
                  <a:lnTo>
                    <a:pt x="122854" y="4961"/>
                  </a:lnTo>
                  <a:lnTo>
                    <a:pt x="122065" y="10931"/>
                  </a:lnTo>
                  <a:cubicBezTo>
                    <a:pt x="122065" y="11238"/>
                    <a:pt x="121833" y="11546"/>
                    <a:pt x="121555" y="11721"/>
                  </a:cubicBezTo>
                  <a:lnTo>
                    <a:pt x="117335" y="14399"/>
                  </a:lnTo>
                  <a:lnTo>
                    <a:pt x="111630" y="20062"/>
                  </a:lnTo>
                  <a:cubicBezTo>
                    <a:pt x="111630" y="20062"/>
                    <a:pt x="111398" y="20238"/>
                    <a:pt x="111259" y="20326"/>
                  </a:cubicBezTo>
                  <a:lnTo>
                    <a:pt x="100500" y="24804"/>
                  </a:lnTo>
                  <a:lnTo>
                    <a:pt x="102819" y="28974"/>
                  </a:lnTo>
                  <a:cubicBezTo>
                    <a:pt x="103004" y="29281"/>
                    <a:pt x="103004" y="29676"/>
                    <a:pt x="102819" y="29984"/>
                  </a:cubicBezTo>
                  <a:lnTo>
                    <a:pt x="100175" y="34988"/>
                  </a:lnTo>
                  <a:lnTo>
                    <a:pt x="103236" y="34988"/>
                  </a:lnTo>
                  <a:cubicBezTo>
                    <a:pt x="103700" y="34988"/>
                    <a:pt x="104117" y="35252"/>
                    <a:pt x="104303" y="35691"/>
                  </a:cubicBezTo>
                  <a:cubicBezTo>
                    <a:pt x="104488" y="36086"/>
                    <a:pt x="104349" y="36569"/>
                    <a:pt x="104024" y="36876"/>
                  </a:cubicBezTo>
                  <a:lnTo>
                    <a:pt x="92198" y="47544"/>
                  </a:lnTo>
                  <a:lnTo>
                    <a:pt x="92198" y="53119"/>
                  </a:lnTo>
                  <a:cubicBezTo>
                    <a:pt x="92198" y="53558"/>
                    <a:pt x="91920" y="53953"/>
                    <a:pt x="91456" y="54129"/>
                  </a:cubicBezTo>
                  <a:lnTo>
                    <a:pt x="82088" y="57773"/>
                  </a:lnTo>
                  <a:lnTo>
                    <a:pt x="76198" y="72962"/>
                  </a:lnTo>
                  <a:cubicBezTo>
                    <a:pt x="76105" y="73269"/>
                    <a:pt x="75827" y="73489"/>
                    <a:pt x="75549" y="73621"/>
                  </a:cubicBezTo>
                  <a:lnTo>
                    <a:pt x="63815" y="78142"/>
                  </a:lnTo>
                  <a:lnTo>
                    <a:pt x="59456" y="87142"/>
                  </a:lnTo>
                  <a:lnTo>
                    <a:pt x="59456" y="91312"/>
                  </a:lnTo>
                  <a:cubicBezTo>
                    <a:pt x="59456" y="91839"/>
                    <a:pt x="59085" y="92278"/>
                    <a:pt x="58575" y="92366"/>
                  </a:cubicBezTo>
                  <a:lnTo>
                    <a:pt x="40302" y="96492"/>
                  </a:lnTo>
                  <a:cubicBezTo>
                    <a:pt x="40024" y="96580"/>
                    <a:pt x="39653" y="96492"/>
                    <a:pt x="39421" y="96361"/>
                  </a:cubicBezTo>
                  <a:cubicBezTo>
                    <a:pt x="39142" y="96185"/>
                    <a:pt x="38957" y="95922"/>
                    <a:pt x="38911" y="95658"/>
                  </a:cubicBezTo>
                  <a:lnTo>
                    <a:pt x="37937" y="91049"/>
                  </a:lnTo>
                  <a:lnTo>
                    <a:pt x="33716" y="91049"/>
                  </a:lnTo>
                  <a:lnTo>
                    <a:pt x="22493" y="106502"/>
                  </a:lnTo>
                  <a:lnTo>
                    <a:pt x="20777" y="110365"/>
                  </a:lnTo>
                  <a:lnTo>
                    <a:pt x="31676" y="113043"/>
                  </a:lnTo>
                  <a:cubicBezTo>
                    <a:pt x="32232" y="113174"/>
                    <a:pt x="32603" y="113701"/>
                    <a:pt x="32511" y="114272"/>
                  </a:cubicBezTo>
                  <a:lnTo>
                    <a:pt x="30841" y="125247"/>
                  </a:lnTo>
                  <a:lnTo>
                    <a:pt x="33809" y="127837"/>
                  </a:lnTo>
                  <a:lnTo>
                    <a:pt x="39745" y="127837"/>
                  </a:lnTo>
                  <a:cubicBezTo>
                    <a:pt x="40395" y="127837"/>
                    <a:pt x="40905" y="128320"/>
                    <a:pt x="40905" y="128934"/>
                  </a:cubicBezTo>
                  <a:lnTo>
                    <a:pt x="40905" y="135432"/>
                  </a:lnTo>
                  <a:lnTo>
                    <a:pt x="47630" y="144212"/>
                  </a:lnTo>
                  <a:cubicBezTo>
                    <a:pt x="47630" y="144212"/>
                    <a:pt x="47861" y="144607"/>
                    <a:pt x="47861" y="144870"/>
                  </a:cubicBezTo>
                  <a:lnTo>
                    <a:pt x="47861" y="147899"/>
                  </a:lnTo>
                  <a:lnTo>
                    <a:pt x="49299" y="147899"/>
                  </a:lnTo>
                  <a:lnTo>
                    <a:pt x="49299" y="153123"/>
                  </a:lnTo>
                  <a:lnTo>
                    <a:pt x="45450" y="151192"/>
                  </a:lnTo>
                  <a:lnTo>
                    <a:pt x="43548" y="153519"/>
                  </a:lnTo>
                  <a:cubicBezTo>
                    <a:pt x="43363" y="153782"/>
                    <a:pt x="43038" y="153914"/>
                    <a:pt x="42714" y="153958"/>
                  </a:cubicBezTo>
                  <a:lnTo>
                    <a:pt x="37195" y="154221"/>
                  </a:lnTo>
                  <a:cubicBezTo>
                    <a:pt x="36870" y="154221"/>
                    <a:pt x="36545" y="154133"/>
                    <a:pt x="36360" y="153914"/>
                  </a:cubicBezTo>
                  <a:cubicBezTo>
                    <a:pt x="36128" y="153694"/>
                    <a:pt x="35989" y="153431"/>
                    <a:pt x="35989" y="153123"/>
                  </a:cubicBezTo>
                  <a:lnTo>
                    <a:pt x="35989" y="151192"/>
                  </a:lnTo>
                  <a:lnTo>
                    <a:pt x="33624" y="151499"/>
                  </a:lnTo>
                  <a:lnTo>
                    <a:pt x="31861" y="153123"/>
                  </a:lnTo>
                  <a:lnTo>
                    <a:pt x="31908" y="153123"/>
                  </a:lnTo>
                  <a:lnTo>
                    <a:pt x="35989" y="155845"/>
                  </a:lnTo>
                  <a:lnTo>
                    <a:pt x="31908" y="158304"/>
                  </a:lnTo>
                  <a:lnTo>
                    <a:pt x="33948" y="160762"/>
                  </a:lnTo>
                  <a:lnTo>
                    <a:pt x="35989" y="158304"/>
                  </a:lnTo>
                  <a:lnTo>
                    <a:pt x="35989" y="161860"/>
                  </a:lnTo>
                  <a:lnTo>
                    <a:pt x="31908" y="164581"/>
                  </a:lnTo>
                  <a:lnTo>
                    <a:pt x="25229" y="157162"/>
                  </a:lnTo>
                  <a:lnTo>
                    <a:pt x="25925" y="154616"/>
                  </a:lnTo>
                  <a:lnTo>
                    <a:pt x="21519" y="153036"/>
                  </a:lnTo>
                  <a:lnTo>
                    <a:pt x="10713" y="153036"/>
                  </a:lnTo>
                  <a:lnTo>
                    <a:pt x="10713" y="157162"/>
                  </a:lnTo>
                  <a:cubicBezTo>
                    <a:pt x="10713" y="157777"/>
                    <a:pt x="10203" y="158260"/>
                    <a:pt x="9554" y="158260"/>
                  </a:cubicBezTo>
                  <a:lnTo>
                    <a:pt x="0" y="158260"/>
                  </a:lnTo>
                  <a:lnTo>
                    <a:pt x="0" y="163045"/>
                  </a:lnTo>
                  <a:cubicBezTo>
                    <a:pt x="1670" y="163440"/>
                    <a:pt x="3710" y="162738"/>
                    <a:pt x="5797" y="159621"/>
                  </a:cubicBezTo>
                  <a:lnTo>
                    <a:pt x="8116" y="159357"/>
                  </a:lnTo>
                  <a:cubicBezTo>
                    <a:pt x="8116" y="159357"/>
                    <a:pt x="4638" y="162386"/>
                    <a:pt x="4359" y="163747"/>
                  </a:cubicBezTo>
                  <a:cubicBezTo>
                    <a:pt x="4081" y="165108"/>
                    <a:pt x="2922" y="173888"/>
                    <a:pt x="15351" y="175556"/>
                  </a:cubicBezTo>
                  <a:cubicBezTo>
                    <a:pt x="27826" y="177225"/>
                    <a:pt x="32464" y="173361"/>
                    <a:pt x="32464" y="173361"/>
                  </a:cubicBezTo>
                  <a:lnTo>
                    <a:pt x="29867" y="179420"/>
                  </a:lnTo>
                  <a:lnTo>
                    <a:pt x="23189" y="182975"/>
                  </a:lnTo>
                  <a:lnTo>
                    <a:pt x="16232" y="183239"/>
                  </a:lnTo>
                  <a:lnTo>
                    <a:pt x="11316" y="183502"/>
                  </a:lnTo>
                  <a:lnTo>
                    <a:pt x="11594" y="185170"/>
                  </a:lnTo>
                  <a:lnTo>
                    <a:pt x="32464" y="205452"/>
                  </a:lnTo>
                  <a:lnTo>
                    <a:pt x="37659" y="209008"/>
                  </a:lnTo>
                  <a:cubicBezTo>
                    <a:pt x="37659" y="209008"/>
                    <a:pt x="57090" y="210940"/>
                    <a:pt x="62285" y="201589"/>
                  </a:cubicBezTo>
                  <a:cubicBezTo>
                    <a:pt x="67479" y="192238"/>
                    <a:pt x="61125" y="187892"/>
                    <a:pt x="66923" y="184293"/>
                  </a:cubicBezTo>
                  <a:lnTo>
                    <a:pt x="74157" y="185127"/>
                  </a:lnTo>
                  <a:lnTo>
                    <a:pt x="66644" y="188683"/>
                  </a:lnTo>
                  <a:lnTo>
                    <a:pt x="68685" y="193336"/>
                  </a:lnTo>
                  <a:lnTo>
                    <a:pt x="68406" y="197989"/>
                  </a:lnTo>
                  <a:lnTo>
                    <a:pt x="68128" y="203213"/>
                  </a:lnTo>
                  <a:cubicBezTo>
                    <a:pt x="68128" y="203213"/>
                    <a:pt x="76244" y="206506"/>
                    <a:pt x="74204" y="211467"/>
                  </a:cubicBezTo>
                  <a:cubicBezTo>
                    <a:pt x="72163" y="216384"/>
                    <a:pt x="71607" y="229027"/>
                    <a:pt x="71607" y="229027"/>
                  </a:cubicBezTo>
                  <a:cubicBezTo>
                    <a:pt x="71607" y="229027"/>
                    <a:pt x="73647" y="249616"/>
                    <a:pt x="75966" y="252645"/>
                  </a:cubicBezTo>
                  <a:cubicBezTo>
                    <a:pt x="78285" y="255674"/>
                    <a:pt x="77728" y="276527"/>
                    <a:pt x="84082" y="285043"/>
                  </a:cubicBezTo>
                  <a:cubicBezTo>
                    <a:pt x="90436" y="293560"/>
                    <a:pt x="97995" y="308354"/>
                    <a:pt x="98876" y="311383"/>
                  </a:cubicBezTo>
                  <a:cubicBezTo>
                    <a:pt x="99758" y="314412"/>
                    <a:pt x="101752" y="340182"/>
                    <a:pt x="114830" y="350059"/>
                  </a:cubicBezTo>
                  <a:cubicBezTo>
                    <a:pt x="114830" y="350059"/>
                    <a:pt x="128743" y="378594"/>
                    <a:pt x="128743" y="381887"/>
                  </a:cubicBezTo>
                  <a:cubicBezTo>
                    <a:pt x="128743" y="385179"/>
                    <a:pt x="133381" y="399974"/>
                    <a:pt x="145254" y="404934"/>
                  </a:cubicBezTo>
                  <a:cubicBezTo>
                    <a:pt x="145254" y="404934"/>
                    <a:pt x="149613" y="405768"/>
                    <a:pt x="152488" y="404408"/>
                  </a:cubicBezTo>
                  <a:cubicBezTo>
                    <a:pt x="155364" y="403047"/>
                    <a:pt x="157404" y="400018"/>
                    <a:pt x="158007" y="394530"/>
                  </a:cubicBezTo>
                  <a:cubicBezTo>
                    <a:pt x="158007" y="394530"/>
                    <a:pt x="160326" y="389877"/>
                    <a:pt x="170761" y="388208"/>
                  </a:cubicBezTo>
                  <a:lnTo>
                    <a:pt x="168721" y="384653"/>
                  </a:lnTo>
                  <a:lnTo>
                    <a:pt x="169277" y="382458"/>
                  </a:lnTo>
                  <a:lnTo>
                    <a:pt x="174472" y="377233"/>
                  </a:lnTo>
                  <a:lnTo>
                    <a:pt x="174472" y="373107"/>
                  </a:lnTo>
                  <a:lnTo>
                    <a:pt x="184025" y="372580"/>
                  </a:lnTo>
                  <a:cubicBezTo>
                    <a:pt x="184025" y="372580"/>
                    <a:pt x="183144" y="348172"/>
                    <a:pt x="184025" y="346767"/>
                  </a:cubicBezTo>
                  <a:cubicBezTo>
                    <a:pt x="184906" y="345406"/>
                    <a:pt x="195341" y="335792"/>
                    <a:pt x="188663" y="320427"/>
                  </a:cubicBezTo>
                  <a:cubicBezTo>
                    <a:pt x="188663" y="320427"/>
                    <a:pt x="186947" y="305588"/>
                    <a:pt x="187504" y="299838"/>
                  </a:cubicBezTo>
                  <a:cubicBezTo>
                    <a:pt x="188060" y="294087"/>
                    <a:pt x="192420" y="286404"/>
                    <a:pt x="196176" y="285833"/>
                  </a:cubicBezTo>
                  <a:cubicBezTo>
                    <a:pt x="199933" y="285307"/>
                    <a:pt x="204014" y="291321"/>
                    <a:pt x="204849" y="286668"/>
                  </a:cubicBezTo>
                  <a:cubicBezTo>
                    <a:pt x="205730" y="282014"/>
                    <a:pt x="204292" y="278151"/>
                    <a:pt x="210646" y="278414"/>
                  </a:cubicBezTo>
                  <a:cubicBezTo>
                    <a:pt x="216999" y="278678"/>
                    <a:pt x="224837" y="277580"/>
                    <a:pt x="222797" y="268537"/>
                  </a:cubicBezTo>
                  <a:cubicBezTo>
                    <a:pt x="222797" y="268537"/>
                    <a:pt x="226275" y="264981"/>
                    <a:pt x="229150" y="263620"/>
                  </a:cubicBezTo>
                  <a:cubicBezTo>
                    <a:pt x="232026" y="262259"/>
                    <a:pt x="240142" y="258133"/>
                    <a:pt x="241023" y="254313"/>
                  </a:cubicBezTo>
                  <a:cubicBezTo>
                    <a:pt x="241023" y="254313"/>
                    <a:pt x="245382" y="251021"/>
                    <a:pt x="248258" y="249660"/>
                  </a:cubicBezTo>
                  <a:cubicBezTo>
                    <a:pt x="251133" y="248299"/>
                    <a:pt x="261011" y="240616"/>
                    <a:pt x="262171" y="234558"/>
                  </a:cubicBezTo>
                  <a:cubicBezTo>
                    <a:pt x="262171" y="234558"/>
                    <a:pt x="272003" y="226876"/>
                    <a:pt x="274646" y="225778"/>
                  </a:cubicBezTo>
                  <a:cubicBezTo>
                    <a:pt x="277243" y="224681"/>
                    <a:pt x="285081" y="225515"/>
                    <a:pt x="290322" y="217525"/>
                  </a:cubicBezTo>
                  <a:cubicBezTo>
                    <a:pt x="290322" y="217525"/>
                    <a:pt x="293800" y="216164"/>
                    <a:pt x="293800" y="212872"/>
                  </a:cubicBezTo>
                  <a:cubicBezTo>
                    <a:pt x="293800" y="212872"/>
                    <a:pt x="298716" y="211774"/>
                    <a:pt x="295563" y="204926"/>
                  </a:cubicBezTo>
                  <a:cubicBezTo>
                    <a:pt x="292362" y="198077"/>
                    <a:pt x="302797" y="195882"/>
                    <a:pt x="303679" y="195619"/>
                  </a:cubicBezTo>
                  <a:cubicBezTo>
                    <a:pt x="304560" y="195355"/>
                    <a:pt x="310635" y="194785"/>
                    <a:pt x="310635" y="194785"/>
                  </a:cubicBezTo>
                  <a:lnTo>
                    <a:pt x="314716" y="189297"/>
                  </a:lnTo>
                  <a:lnTo>
                    <a:pt x="314716" y="194521"/>
                  </a:lnTo>
                  <a:lnTo>
                    <a:pt x="318798" y="194785"/>
                  </a:lnTo>
                  <a:lnTo>
                    <a:pt x="321116" y="192063"/>
                  </a:lnTo>
                  <a:lnTo>
                    <a:pt x="324316" y="189341"/>
                  </a:lnTo>
                  <a:lnTo>
                    <a:pt x="324316" y="195663"/>
                  </a:lnTo>
                  <a:cubicBezTo>
                    <a:pt x="324316" y="195663"/>
                    <a:pt x="326728" y="195443"/>
                    <a:pt x="329418" y="195136"/>
                  </a:cubicBezTo>
                  <a:lnTo>
                    <a:pt x="328397" y="177883"/>
                  </a:lnTo>
                  <a:lnTo>
                    <a:pt x="323342" y="169893"/>
                  </a:lnTo>
                  <a:close/>
                  <a:moveTo>
                    <a:pt x="134030" y="190043"/>
                  </a:moveTo>
                  <a:lnTo>
                    <a:pt x="130830" y="188683"/>
                  </a:lnTo>
                  <a:lnTo>
                    <a:pt x="134030" y="183195"/>
                  </a:lnTo>
                  <a:lnTo>
                    <a:pt x="136349" y="183195"/>
                  </a:lnTo>
                  <a:lnTo>
                    <a:pt x="134030" y="190043"/>
                  </a:lnTo>
                  <a:close/>
                  <a:moveTo>
                    <a:pt x="247376" y="198253"/>
                  </a:moveTo>
                  <a:lnTo>
                    <a:pt x="244176" y="193599"/>
                  </a:lnTo>
                  <a:lnTo>
                    <a:pt x="244176" y="191668"/>
                  </a:lnTo>
                  <a:lnTo>
                    <a:pt x="248211" y="194126"/>
                  </a:lnTo>
                  <a:lnTo>
                    <a:pt x="250530" y="194126"/>
                  </a:lnTo>
                  <a:lnTo>
                    <a:pt x="247330" y="1982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7" name="Freeform: Shape 2196">
              <a:extLst>
                <a:ext uri="{FF2B5EF4-FFF2-40B4-BE49-F238E27FC236}">
                  <a16:creationId xmlns:a16="http://schemas.microsoft.com/office/drawing/2014/main" id="{0BDD6C28-9332-0B84-AC37-BE62A0ADDD86}"/>
                </a:ext>
              </a:extLst>
            </p:cNvPr>
            <p:cNvSpPr>
              <a:spLocks/>
            </p:cNvSpPr>
            <p:nvPr/>
          </p:nvSpPr>
          <p:spPr>
            <a:xfrm>
              <a:off x="7866879" y="3412953"/>
              <a:ext cx="208987" cy="439355"/>
            </a:xfrm>
            <a:custGeom>
              <a:avLst/>
              <a:gdLst>
                <a:gd name="connsiteX0" fmla="*/ 102030 w 140012"/>
                <a:gd name="connsiteY0" fmla="*/ 282673 h 294349"/>
                <a:gd name="connsiteX1" fmla="*/ 102401 w 140012"/>
                <a:gd name="connsiteY1" fmla="*/ 282058 h 294349"/>
                <a:gd name="connsiteX2" fmla="*/ 111816 w 140012"/>
                <a:gd name="connsiteY2" fmla="*/ 273981 h 294349"/>
                <a:gd name="connsiteX3" fmla="*/ 116082 w 140012"/>
                <a:gd name="connsiteY3" fmla="*/ 265903 h 294349"/>
                <a:gd name="connsiteX4" fmla="*/ 111213 w 140012"/>
                <a:gd name="connsiteY4" fmla="*/ 258176 h 294349"/>
                <a:gd name="connsiteX5" fmla="*/ 111074 w 140012"/>
                <a:gd name="connsiteY5" fmla="*/ 257825 h 294349"/>
                <a:gd name="connsiteX6" fmla="*/ 108198 w 140012"/>
                <a:gd name="connsiteY6" fmla="*/ 245182 h 294349"/>
                <a:gd name="connsiteX7" fmla="*/ 108198 w 140012"/>
                <a:gd name="connsiteY7" fmla="*/ 235392 h 294349"/>
                <a:gd name="connsiteX8" fmla="*/ 93079 w 140012"/>
                <a:gd name="connsiteY8" fmla="*/ 215023 h 294349"/>
                <a:gd name="connsiteX9" fmla="*/ 93729 w 140012"/>
                <a:gd name="connsiteY9" fmla="*/ 214057 h 294349"/>
                <a:gd name="connsiteX10" fmla="*/ 98366 w 140012"/>
                <a:gd name="connsiteY10" fmla="*/ 211862 h 294349"/>
                <a:gd name="connsiteX11" fmla="*/ 99201 w 140012"/>
                <a:gd name="connsiteY11" fmla="*/ 202599 h 294349"/>
                <a:gd name="connsiteX12" fmla="*/ 99989 w 140012"/>
                <a:gd name="connsiteY12" fmla="*/ 201633 h 294349"/>
                <a:gd name="connsiteX13" fmla="*/ 104674 w 140012"/>
                <a:gd name="connsiteY13" fmla="*/ 200228 h 294349"/>
                <a:gd name="connsiteX14" fmla="*/ 104674 w 140012"/>
                <a:gd name="connsiteY14" fmla="*/ 197199 h 294349"/>
                <a:gd name="connsiteX15" fmla="*/ 98876 w 140012"/>
                <a:gd name="connsiteY15" fmla="*/ 197199 h 294349"/>
                <a:gd name="connsiteX16" fmla="*/ 97717 w 140012"/>
                <a:gd name="connsiteY16" fmla="*/ 196277 h 294349"/>
                <a:gd name="connsiteX17" fmla="*/ 96047 w 140012"/>
                <a:gd name="connsiteY17" fmla="*/ 185127 h 294349"/>
                <a:gd name="connsiteX18" fmla="*/ 84778 w 140012"/>
                <a:gd name="connsiteY18" fmla="*/ 175513 h 294349"/>
                <a:gd name="connsiteX19" fmla="*/ 84407 w 140012"/>
                <a:gd name="connsiteY19" fmla="*/ 174678 h 294349"/>
                <a:gd name="connsiteX20" fmla="*/ 84407 w 140012"/>
                <a:gd name="connsiteY20" fmla="*/ 167962 h 294349"/>
                <a:gd name="connsiteX21" fmla="*/ 80650 w 140012"/>
                <a:gd name="connsiteY21" fmla="*/ 163879 h 294349"/>
                <a:gd name="connsiteX22" fmla="*/ 80418 w 140012"/>
                <a:gd name="connsiteY22" fmla="*/ 162869 h 294349"/>
                <a:gd name="connsiteX23" fmla="*/ 81160 w 140012"/>
                <a:gd name="connsiteY23" fmla="*/ 162123 h 294349"/>
                <a:gd name="connsiteX24" fmla="*/ 86633 w 140012"/>
                <a:gd name="connsiteY24" fmla="*/ 160455 h 294349"/>
                <a:gd name="connsiteX25" fmla="*/ 86123 w 140012"/>
                <a:gd name="connsiteY25" fmla="*/ 155011 h 294349"/>
                <a:gd name="connsiteX26" fmla="*/ 86169 w 140012"/>
                <a:gd name="connsiteY26" fmla="*/ 154572 h 294349"/>
                <a:gd name="connsiteX27" fmla="*/ 89926 w 140012"/>
                <a:gd name="connsiteY27" fmla="*/ 144124 h 294349"/>
                <a:gd name="connsiteX28" fmla="*/ 91039 w 140012"/>
                <a:gd name="connsiteY28" fmla="*/ 143378 h 294349"/>
                <a:gd name="connsiteX29" fmla="*/ 104952 w 140012"/>
                <a:gd name="connsiteY29" fmla="*/ 143378 h 294349"/>
                <a:gd name="connsiteX30" fmla="*/ 106714 w 140012"/>
                <a:gd name="connsiteY30" fmla="*/ 137846 h 294349"/>
                <a:gd name="connsiteX31" fmla="*/ 107827 w 140012"/>
                <a:gd name="connsiteY31" fmla="*/ 137056 h 294349"/>
                <a:gd name="connsiteX32" fmla="*/ 113300 w 140012"/>
                <a:gd name="connsiteY32" fmla="*/ 137056 h 294349"/>
                <a:gd name="connsiteX33" fmla="*/ 116453 w 140012"/>
                <a:gd name="connsiteY33" fmla="*/ 132622 h 294349"/>
                <a:gd name="connsiteX34" fmla="*/ 117427 w 140012"/>
                <a:gd name="connsiteY34" fmla="*/ 132139 h 294349"/>
                <a:gd name="connsiteX35" fmla="*/ 123132 w 140012"/>
                <a:gd name="connsiteY35" fmla="*/ 132139 h 294349"/>
                <a:gd name="connsiteX36" fmla="*/ 127166 w 140012"/>
                <a:gd name="connsiteY36" fmla="*/ 125291 h 294349"/>
                <a:gd name="connsiteX37" fmla="*/ 128187 w 140012"/>
                <a:gd name="connsiteY37" fmla="*/ 124720 h 294349"/>
                <a:gd name="connsiteX38" fmla="*/ 133288 w 140012"/>
                <a:gd name="connsiteY38" fmla="*/ 124720 h 294349"/>
                <a:gd name="connsiteX39" fmla="*/ 140013 w 140012"/>
                <a:gd name="connsiteY39" fmla="*/ 113789 h 294349"/>
                <a:gd name="connsiteX40" fmla="*/ 139456 w 140012"/>
                <a:gd name="connsiteY40" fmla="*/ 112121 h 294349"/>
                <a:gd name="connsiteX41" fmla="*/ 134030 w 140012"/>
                <a:gd name="connsiteY41" fmla="*/ 115238 h 294349"/>
                <a:gd name="connsiteX42" fmla="*/ 133427 w 140012"/>
                <a:gd name="connsiteY42" fmla="*/ 115413 h 294349"/>
                <a:gd name="connsiteX43" fmla="*/ 125914 w 140012"/>
                <a:gd name="connsiteY43" fmla="*/ 115413 h 294349"/>
                <a:gd name="connsiteX44" fmla="*/ 124848 w 140012"/>
                <a:gd name="connsiteY44" fmla="*/ 114799 h 294349"/>
                <a:gd name="connsiteX45" fmla="*/ 120813 w 140012"/>
                <a:gd name="connsiteY45" fmla="*/ 106633 h 294349"/>
                <a:gd name="connsiteX46" fmla="*/ 110239 w 140012"/>
                <a:gd name="connsiteY46" fmla="*/ 106633 h 294349"/>
                <a:gd name="connsiteX47" fmla="*/ 109311 w 140012"/>
                <a:gd name="connsiteY47" fmla="*/ 106238 h 294349"/>
                <a:gd name="connsiteX48" fmla="*/ 109079 w 140012"/>
                <a:gd name="connsiteY48" fmla="*/ 105316 h 294349"/>
                <a:gd name="connsiteX49" fmla="*/ 110517 w 140012"/>
                <a:gd name="connsiteY49" fmla="*/ 99565 h 294349"/>
                <a:gd name="connsiteX50" fmla="*/ 110517 w 140012"/>
                <a:gd name="connsiteY50" fmla="*/ 94868 h 294349"/>
                <a:gd name="connsiteX51" fmla="*/ 110981 w 140012"/>
                <a:gd name="connsiteY51" fmla="*/ 93946 h 294349"/>
                <a:gd name="connsiteX52" fmla="*/ 114830 w 140012"/>
                <a:gd name="connsiteY52" fmla="*/ 91532 h 294349"/>
                <a:gd name="connsiteX53" fmla="*/ 114830 w 140012"/>
                <a:gd name="connsiteY53" fmla="*/ 89644 h 294349"/>
                <a:gd name="connsiteX54" fmla="*/ 106436 w 140012"/>
                <a:gd name="connsiteY54" fmla="*/ 89644 h 294349"/>
                <a:gd name="connsiteX55" fmla="*/ 105276 w 140012"/>
                <a:gd name="connsiteY55" fmla="*/ 88547 h 294349"/>
                <a:gd name="connsiteX56" fmla="*/ 105276 w 140012"/>
                <a:gd name="connsiteY56" fmla="*/ 81698 h 294349"/>
                <a:gd name="connsiteX57" fmla="*/ 100824 w 140012"/>
                <a:gd name="connsiteY57" fmla="*/ 78449 h 294349"/>
                <a:gd name="connsiteX58" fmla="*/ 100360 w 140012"/>
                <a:gd name="connsiteY58" fmla="*/ 77659 h 294349"/>
                <a:gd name="connsiteX59" fmla="*/ 100685 w 140012"/>
                <a:gd name="connsiteY59" fmla="*/ 76825 h 294349"/>
                <a:gd name="connsiteX60" fmla="*/ 103746 w 140012"/>
                <a:gd name="connsiteY60" fmla="*/ 73928 h 294349"/>
                <a:gd name="connsiteX61" fmla="*/ 94934 w 140012"/>
                <a:gd name="connsiteY61" fmla="*/ 73533 h 294349"/>
                <a:gd name="connsiteX62" fmla="*/ 88302 w 140012"/>
                <a:gd name="connsiteY62" fmla="*/ 78493 h 294349"/>
                <a:gd name="connsiteX63" fmla="*/ 87560 w 140012"/>
                <a:gd name="connsiteY63" fmla="*/ 78713 h 294349"/>
                <a:gd name="connsiteX64" fmla="*/ 83479 w 140012"/>
                <a:gd name="connsiteY64" fmla="*/ 78713 h 294349"/>
                <a:gd name="connsiteX65" fmla="*/ 82459 w 140012"/>
                <a:gd name="connsiteY65" fmla="*/ 78142 h 294349"/>
                <a:gd name="connsiteX66" fmla="*/ 82459 w 140012"/>
                <a:gd name="connsiteY66" fmla="*/ 77045 h 294349"/>
                <a:gd name="connsiteX67" fmla="*/ 86772 w 140012"/>
                <a:gd name="connsiteY67" fmla="*/ 70328 h 294349"/>
                <a:gd name="connsiteX68" fmla="*/ 83154 w 140012"/>
                <a:gd name="connsiteY68" fmla="*/ 68396 h 294349"/>
                <a:gd name="connsiteX69" fmla="*/ 82551 w 140012"/>
                <a:gd name="connsiteY69" fmla="*/ 67518 h 294349"/>
                <a:gd name="connsiteX70" fmla="*/ 82273 w 140012"/>
                <a:gd name="connsiteY70" fmla="*/ 63962 h 294349"/>
                <a:gd name="connsiteX71" fmla="*/ 82459 w 140012"/>
                <a:gd name="connsiteY71" fmla="*/ 63260 h 294349"/>
                <a:gd name="connsiteX72" fmla="*/ 85149 w 140012"/>
                <a:gd name="connsiteY72" fmla="*/ 59353 h 294349"/>
                <a:gd name="connsiteX73" fmla="*/ 84082 w 140012"/>
                <a:gd name="connsiteY73" fmla="*/ 58343 h 294349"/>
                <a:gd name="connsiteX74" fmla="*/ 83757 w 140012"/>
                <a:gd name="connsiteY74" fmla="*/ 57509 h 294349"/>
                <a:gd name="connsiteX75" fmla="*/ 84175 w 140012"/>
                <a:gd name="connsiteY75" fmla="*/ 56719 h 294349"/>
                <a:gd name="connsiteX76" fmla="*/ 89972 w 140012"/>
                <a:gd name="connsiteY76" fmla="*/ 51978 h 294349"/>
                <a:gd name="connsiteX77" fmla="*/ 91178 w 140012"/>
                <a:gd name="connsiteY77" fmla="*/ 47632 h 294349"/>
                <a:gd name="connsiteX78" fmla="*/ 91873 w 140012"/>
                <a:gd name="connsiteY78" fmla="*/ 46885 h 294349"/>
                <a:gd name="connsiteX79" fmla="*/ 92940 w 140012"/>
                <a:gd name="connsiteY79" fmla="*/ 46973 h 294349"/>
                <a:gd name="connsiteX80" fmla="*/ 94934 w 140012"/>
                <a:gd name="connsiteY80" fmla="*/ 48158 h 294349"/>
                <a:gd name="connsiteX81" fmla="*/ 99526 w 140012"/>
                <a:gd name="connsiteY81" fmla="*/ 44032 h 294349"/>
                <a:gd name="connsiteX82" fmla="*/ 98366 w 140012"/>
                <a:gd name="connsiteY82" fmla="*/ 41134 h 294349"/>
                <a:gd name="connsiteX83" fmla="*/ 98459 w 140012"/>
                <a:gd name="connsiteY83" fmla="*/ 40169 h 294349"/>
                <a:gd name="connsiteX84" fmla="*/ 102076 w 140012"/>
                <a:gd name="connsiteY84" fmla="*/ 34374 h 294349"/>
                <a:gd name="connsiteX85" fmla="*/ 102076 w 140012"/>
                <a:gd name="connsiteY85" fmla="*/ 16506 h 294349"/>
                <a:gd name="connsiteX86" fmla="*/ 99758 w 140012"/>
                <a:gd name="connsiteY86" fmla="*/ 15672 h 294349"/>
                <a:gd name="connsiteX87" fmla="*/ 96372 w 140012"/>
                <a:gd name="connsiteY87" fmla="*/ 16770 h 294349"/>
                <a:gd name="connsiteX88" fmla="*/ 95398 w 140012"/>
                <a:gd name="connsiteY88" fmla="*/ 16682 h 294349"/>
                <a:gd name="connsiteX89" fmla="*/ 94842 w 140012"/>
                <a:gd name="connsiteY89" fmla="*/ 15936 h 294349"/>
                <a:gd name="connsiteX90" fmla="*/ 93172 w 140012"/>
                <a:gd name="connsiteY90" fmla="*/ 6629 h 294349"/>
                <a:gd name="connsiteX91" fmla="*/ 87607 w 140012"/>
                <a:gd name="connsiteY91" fmla="*/ 0 h 294349"/>
                <a:gd name="connsiteX92" fmla="*/ 84592 w 140012"/>
                <a:gd name="connsiteY92" fmla="*/ 0 h 294349"/>
                <a:gd name="connsiteX93" fmla="*/ 82691 w 140012"/>
                <a:gd name="connsiteY93" fmla="*/ 4214 h 294349"/>
                <a:gd name="connsiteX94" fmla="*/ 82691 w 140012"/>
                <a:gd name="connsiteY94" fmla="*/ 10009 h 294349"/>
                <a:gd name="connsiteX95" fmla="*/ 82088 w 140012"/>
                <a:gd name="connsiteY95" fmla="*/ 10975 h 294349"/>
                <a:gd name="connsiteX96" fmla="*/ 77497 w 140012"/>
                <a:gd name="connsiteY96" fmla="*/ 13258 h 294349"/>
                <a:gd name="connsiteX97" fmla="*/ 75873 w 140012"/>
                <a:gd name="connsiteY97" fmla="*/ 16594 h 294349"/>
                <a:gd name="connsiteX98" fmla="*/ 79120 w 140012"/>
                <a:gd name="connsiteY98" fmla="*/ 23531 h 294349"/>
                <a:gd name="connsiteX99" fmla="*/ 78795 w 140012"/>
                <a:gd name="connsiteY99" fmla="*/ 24847 h 294349"/>
                <a:gd name="connsiteX100" fmla="*/ 77357 w 140012"/>
                <a:gd name="connsiteY100" fmla="*/ 24847 h 294349"/>
                <a:gd name="connsiteX101" fmla="*/ 70308 w 140012"/>
                <a:gd name="connsiteY101" fmla="*/ 19711 h 294349"/>
                <a:gd name="connsiteX102" fmla="*/ 60754 w 140012"/>
                <a:gd name="connsiteY102" fmla="*/ 22345 h 294349"/>
                <a:gd name="connsiteX103" fmla="*/ 53427 w 140012"/>
                <a:gd name="connsiteY103" fmla="*/ 29940 h 294349"/>
                <a:gd name="connsiteX104" fmla="*/ 52870 w 140012"/>
                <a:gd name="connsiteY104" fmla="*/ 30247 h 294349"/>
                <a:gd name="connsiteX105" fmla="*/ 46887 w 140012"/>
                <a:gd name="connsiteY105" fmla="*/ 31784 h 294349"/>
                <a:gd name="connsiteX106" fmla="*/ 44568 w 140012"/>
                <a:gd name="connsiteY106" fmla="*/ 34813 h 294349"/>
                <a:gd name="connsiteX107" fmla="*/ 47258 w 140012"/>
                <a:gd name="connsiteY107" fmla="*/ 41398 h 294349"/>
                <a:gd name="connsiteX108" fmla="*/ 47212 w 140012"/>
                <a:gd name="connsiteY108" fmla="*/ 42320 h 294349"/>
                <a:gd name="connsiteX109" fmla="*/ 42853 w 140012"/>
                <a:gd name="connsiteY109" fmla="*/ 49739 h 294349"/>
                <a:gd name="connsiteX110" fmla="*/ 42389 w 140012"/>
                <a:gd name="connsiteY110" fmla="*/ 50178 h 294349"/>
                <a:gd name="connsiteX111" fmla="*/ 38308 w 140012"/>
                <a:gd name="connsiteY111" fmla="*/ 52373 h 294349"/>
                <a:gd name="connsiteX112" fmla="*/ 38122 w 140012"/>
                <a:gd name="connsiteY112" fmla="*/ 54743 h 294349"/>
                <a:gd name="connsiteX113" fmla="*/ 40255 w 140012"/>
                <a:gd name="connsiteY113" fmla="*/ 57992 h 294349"/>
                <a:gd name="connsiteX114" fmla="*/ 40348 w 140012"/>
                <a:gd name="connsiteY114" fmla="*/ 59002 h 294349"/>
                <a:gd name="connsiteX115" fmla="*/ 31351 w 140012"/>
                <a:gd name="connsiteY115" fmla="*/ 78230 h 294349"/>
                <a:gd name="connsiteX116" fmla="*/ 30655 w 140012"/>
                <a:gd name="connsiteY116" fmla="*/ 78801 h 294349"/>
                <a:gd name="connsiteX117" fmla="*/ 29728 w 140012"/>
                <a:gd name="connsiteY117" fmla="*/ 78757 h 294349"/>
                <a:gd name="connsiteX118" fmla="*/ 23281 w 140012"/>
                <a:gd name="connsiteY118" fmla="*/ 75596 h 294349"/>
                <a:gd name="connsiteX119" fmla="*/ 21844 w 140012"/>
                <a:gd name="connsiteY119" fmla="*/ 77132 h 294349"/>
                <a:gd name="connsiteX120" fmla="*/ 20963 w 140012"/>
                <a:gd name="connsiteY120" fmla="*/ 77484 h 294349"/>
                <a:gd name="connsiteX121" fmla="*/ 20963 w 140012"/>
                <a:gd name="connsiteY121" fmla="*/ 77484 h 294349"/>
                <a:gd name="connsiteX122" fmla="*/ 20081 w 140012"/>
                <a:gd name="connsiteY122" fmla="*/ 77045 h 294349"/>
                <a:gd name="connsiteX123" fmla="*/ 18876 w 140012"/>
                <a:gd name="connsiteY123" fmla="*/ 75596 h 294349"/>
                <a:gd name="connsiteX124" fmla="*/ 18412 w 140012"/>
                <a:gd name="connsiteY124" fmla="*/ 90434 h 294349"/>
                <a:gd name="connsiteX125" fmla="*/ 17252 w 140012"/>
                <a:gd name="connsiteY125" fmla="*/ 91488 h 294349"/>
                <a:gd name="connsiteX126" fmla="*/ 13774 w 140012"/>
                <a:gd name="connsiteY126" fmla="*/ 91488 h 294349"/>
                <a:gd name="connsiteX127" fmla="*/ 13774 w 140012"/>
                <a:gd name="connsiteY127" fmla="*/ 95658 h 294349"/>
                <a:gd name="connsiteX128" fmla="*/ 16000 w 140012"/>
                <a:gd name="connsiteY128" fmla="*/ 97546 h 294349"/>
                <a:gd name="connsiteX129" fmla="*/ 16371 w 140012"/>
                <a:gd name="connsiteY129" fmla="*/ 98380 h 294349"/>
                <a:gd name="connsiteX130" fmla="*/ 16371 w 140012"/>
                <a:gd name="connsiteY130" fmla="*/ 103033 h 294349"/>
                <a:gd name="connsiteX131" fmla="*/ 16139 w 140012"/>
                <a:gd name="connsiteY131" fmla="*/ 103692 h 294349"/>
                <a:gd name="connsiteX132" fmla="*/ 12104 w 140012"/>
                <a:gd name="connsiteY132" fmla="*/ 108609 h 294349"/>
                <a:gd name="connsiteX133" fmla="*/ 11177 w 140012"/>
                <a:gd name="connsiteY133" fmla="*/ 109048 h 294349"/>
                <a:gd name="connsiteX134" fmla="*/ 10528 w 140012"/>
                <a:gd name="connsiteY134" fmla="*/ 108872 h 294349"/>
                <a:gd name="connsiteX135" fmla="*/ 7003 w 140012"/>
                <a:gd name="connsiteY135" fmla="*/ 106546 h 294349"/>
                <a:gd name="connsiteX136" fmla="*/ 7142 w 140012"/>
                <a:gd name="connsiteY136" fmla="*/ 107248 h 294349"/>
                <a:gd name="connsiteX137" fmla="*/ 7142 w 140012"/>
                <a:gd name="connsiteY137" fmla="*/ 118706 h 294349"/>
                <a:gd name="connsiteX138" fmla="*/ 6447 w 140012"/>
                <a:gd name="connsiteY138" fmla="*/ 119716 h 294349"/>
                <a:gd name="connsiteX139" fmla="*/ 5194 w 140012"/>
                <a:gd name="connsiteY139" fmla="*/ 119496 h 294349"/>
                <a:gd name="connsiteX140" fmla="*/ 1623 w 140012"/>
                <a:gd name="connsiteY140" fmla="*/ 116116 h 294349"/>
                <a:gd name="connsiteX141" fmla="*/ 0 w 140012"/>
                <a:gd name="connsiteY141" fmla="*/ 118881 h 294349"/>
                <a:gd name="connsiteX142" fmla="*/ 1531 w 140012"/>
                <a:gd name="connsiteY142" fmla="*/ 125642 h 294349"/>
                <a:gd name="connsiteX143" fmla="*/ 11223 w 140012"/>
                <a:gd name="connsiteY143" fmla="*/ 137100 h 294349"/>
                <a:gd name="connsiteX144" fmla="*/ 16742 w 140012"/>
                <a:gd name="connsiteY144" fmla="*/ 138461 h 294349"/>
                <a:gd name="connsiteX145" fmla="*/ 25415 w 140012"/>
                <a:gd name="connsiteY145" fmla="*/ 146407 h 294349"/>
                <a:gd name="connsiteX146" fmla="*/ 25415 w 140012"/>
                <a:gd name="connsiteY146" fmla="*/ 157645 h 294349"/>
                <a:gd name="connsiteX147" fmla="*/ 25415 w 140012"/>
                <a:gd name="connsiteY147" fmla="*/ 152158 h 294349"/>
                <a:gd name="connsiteX148" fmla="*/ 28012 w 140012"/>
                <a:gd name="connsiteY148" fmla="*/ 153519 h 294349"/>
                <a:gd name="connsiteX149" fmla="*/ 36406 w 140012"/>
                <a:gd name="connsiteY149" fmla="*/ 176303 h 294349"/>
                <a:gd name="connsiteX150" fmla="*/ 32047 w 140012"/>
                <a:gd name="connsiteY150" fmla="*/ 193029 h 294349"/>
                <a:gd name="connsiteX151" fmla="*/ 33809 w 140012"/>
                <a:gd name="connsiteY151" fmla="*/ 204004 h 294349"/>
                <a:gd name="connsiteX152" fmla="*/ 36406 w 140012"/>
                <a:gd name="connsiteY152" fmla="*/ 204004 h 294349"/>
                <a:gd name="connsiteX153" fmla="*/ 39281 w 140012"/>
                <a:gd name="connsiteY153" fmla="*/ 203477 h 294349"/>
                <a:gd name="connsiteX154" fmla="*/ 42157 w 140012"/>
                <a:gd name="connsiteY154" fmla="*/ 207033 h 294349"/>
                <a:gd name="connsiteX155" fmla="*/ 45357 w 140012"/>
                <a:gd name="connsiteY155" fmla="*/ 200711 h 294349"/>
                <a:gd name="connsiteX156" fmla="*/ 48835 w 140012"/>
                <a:gd name="connsiteY156" fmla="*/ 206769 h 294349"/>
                <a:gd name="connsiteX157" fmla="*/ 55792 w 140012"/>
                <a:gd name="connsiteY157" fmla="*/ 200448 h 294349"/>
                <a:gd name="connsiteX158" fmla="*/ 58111 w 140012"/>
                <a:gd name="connsiteY158" fmla="*/ 199921 h 294349"/>
                <a:gd name="connsiteX159" fmla="*/ 60708 w 140012"/>
                <a:gd name="connsiteY159" fmla="*/ 197726 h 294349"/>
                <a:gd name="connsiteX160" fmla="*/ 71699 w 140012"/>
                <a:gd name="connsiteY160" fmla="*/ 190307 h 294349"/>
                <a:gd name="connsiteX161" fmla="*/ 73740 w 140012"/>
                <a:gd name="connsiteY161" fmla="*/ 179859 h 294349"/>
                <a:gd name="connsiteX162" fmla="*/ 87653 w 140012"/>
                <a:gd name="connsiteY162" fmla="*/ 205365 h 294349"/>
                <a:gd name="connsiteX163" fmla="*/ 91734 w 140012"/>
                <a:gd name="connsiteY163" fmla="*/ 231178 h 294349"/>
                <a:gd name="connsiteX164" fmla="*/ 93775 w 140012"/>
                <a:gd name="connsiteY164" fmla="*/ 238290 h 294349"/>
                <a:gd name="connsiteX165" fmla="*/ 96372 w 140012"/>
                <a:gd name="connsiteY165" fmla="*/ 239124 h 294349"/>
                <a:gd name="connsiteX166" fmla="*/ 98691 w 140012"/>
                <a:gd name="connsiteY166" fmla="*/ 244041 h 294349"/>
                <a:gd name="connsiteX167" fmla="*/ 102448 w 140012"/>
                <a:gd name="connsiteY167" fmla="*/ 262962 h 294349"/>
                <a:gd name="connsiteX168" fmla="*/ 99247 w 140012"/>
                <a:gd name="connsiteY168" fmla="*/ 263488 h 294349"/>
                <a:gd name="connsiteX169" fmla="*/ 96929 w 140012"/>
                <a:gd name="connsiteY169" fmla="*/ 265420 h 294349"/>
                <a:gd name="connsiteX170" fmla="*/ 102448 w 140012"/>
                <a:gd name="connsiteY170" fmla="*/ 266254 h 294349"/>
                <a:gd name="connsiteX171" fmla="*/ 102448 w 140012"/>
                <a:gd name="connsiteY171" fmla="*/ 279161 h 294349"/>
                <a:gd name="connsiteX172" fmla="*/ 98691 w 140012"/>
                <a:gd name="connsiteY172" fmla="*/ 289038 h 294349"/>
                <a:gd name="connsiteX173" fmla="*/ 98784 w 140012"/>
                <a:gd name="connsiteY173" fmla="*/ 294350 h 294349"/>
                <a:gd name="connsiteX174" fmla="*/ 99989 w 140012"/>
                <a:gd name="connsiteY174" fmla="*/ 293384 h 294349"/>
                <a:gd name="connsiteX175" fmla="*/ 102215 w 140012"/>
                <a:gd name="connsiteY175" fmla="*/ 282497 h 294349"/>
                <a:gd name="connsiteX176" fmla="*/ 67386 w 140012"/>
                <a:gd name="connsiteY176" fmla="*/ 159708 h 294349"/>
                <a:gd name="connsiteX177" fmla="*/ 62006 w 140012"/>
                <a:gd name="connsiteY177" fmla="*/ 152728 h 294349"/>
                <a:gd name="connsiteX178" fmla="*/ 65763 w 140012"/>
                <a:gd name="connsiteY178" fmla="*/ 152728 h 294349"/>
                <a:gd name="connsiteX179" fmla="*/ 68963 w 140012"/>
                <a:gd name="connsiteY179" fmla="*/ 156723 h 294349"/>
                <a:gd name="connsiteX180" fmla="*/ 67386 w 140012"/>
                <a:gd name="connsiteY180" fmla="*/ 159752 h 294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40012" h="294349">
                  <a:moveTo>
                    <a:pt x="102030" y="282673"/>
                  </a:moveTo>
                  <a:cubicBezTo>
                    <a:pt x="102030" y="282453"/>
                    <a:pt x="102215" y="282233"/>
                    <a:pt x="102401" y="282058"/>
                  </a:cubicBezTo>
                  <a:lnTo>
                    <a:pt x="111816" y="273981"/>
                  </a:lnTo>
                  <a:lnTo>
                    <a:pt x="116082" y="265903"/>
                  </a:lnTo>
                  <a:lnTo>
                    <a:pt x="111213" y="258176"/>
                  </a:lnTo>
                  <a:cubicBezTo>
                    <a:pt x="111213" y="258176"/>
                    <a:pt x="111120" y="257957"/>
                    <a:pt x="111074" y="257825"/>
                  </a:cubicBezTo>
                  <a:lnTo>
                    <a:pt x="108198" y="245182"/>
                  </a:lnTo>
                  <a:lnTo>
                    <a:pt x="108198" y="235392"/>
                  </a:lnTo>
                  <a:cubicBezTo>
                    <a:pt x="105323" y="233680"/>
                    <a:pt x="93079" y="225646"/>
                    <a:pt x="93079" y="215023"/>
                  </a:cubicBezTo>
                  <a:cubicBezTo>
                    <a:pt x="93079" y="214628"/>
                    <a:pt x="93311" y="214232"/>
                    <a:pt x="93729" y="214057"/>
                  </a:cubicBezTo>
                  <a:lnTo>
                    <a:pt x="98366" y="211862"/>
                  </a:lnTo>
                  <a:lnTo>
                    <a:pt x="99201" y="202599"/>
                  </a:lnTo>
                  <a:cubicBezTo>
                    <a:pt x="99201" y="202160"/>
                    <a:pt x="99572" y="201765"/>
                    <a:pt x="99989" y="201633"/>
                  </a:cubicBezTo>
                  <a:lnTo>
                    <a:pt x="104674" y="200228"/>
                  </a:lnTo>
                  <a:lnTo>
                    <a:pt x="104674" y="197199"/>
                  </a:lnTo>
                  <a:lnTo>
                    <a:pt x="98876" y="197199"/>
                  </a:lnTo>
                  <a:cubicBezTo>
                    <a:pt x="98320" y="197199"/>
                    <a:pt x="97810" y="196804"/>
                    <a:pt x="97717" y="196277"/>
                  </a:cubicBezTo>
                  <a:lnTo>
                    <a:pt x="96047" y="185127"/>
                  </a:lnTo>
                  <a:lnTo>
                    <a:pt x="84778" y="175513"/>
                  </a:lnTo>
                  <a:cubicBezTo>
                    <a:pt x="84546" y="175293"/>
                    <a:pt x="84407" y="175030"/>
                    <a:pt x="84407" y="174678"/>
                  </a:cubicBezTo>
                  <a:lnTo>
                    <a:pt x="84407" y="167962"/>
                  </a:lnTo>
                  <a:lnTo>
                    <a:pt x="80650" y="163879"/>
                  </a:lnTo>
                  <a:cubicBezTo>
                    <a:pt x="80418" y="163616"/>
                    <a:pt x="80279" y="163220"/>
                    <a:pt x="80418" y="162869"/>
                  </a:cubicBezTo>
                  <a:cubicBezTo>
                    <a:pt x="80511" y="162518"/>
                    <a:pt x="80789" y="162211"/>
                    <a:pt x="81160" y="162123"/>
                  </a:cubicBezTo>
                  <a:lnTo>
                    <a:pt x="86633" y="160455"/>
                  </a:lnTo>
                  <a:lnTo>
                    <a:pt x="86123" y="155011"/>
                  </a:lnTo>
                  <a:cubicBezTo>
                    <a:pt x="86123" y="155011"/>
                    <a:pt x="86123" y="154704"/>
                    <a:pt x="86169" y="154572"/>
                  </a:cubicBezTo>
                  <a:lnTo>
                    <a:pt x="89926" y="144124"/>
                  </a:lnTo>
                  <a:cubicBezTo>
                    <a:pt x="90065" y="143685"/>
                    <a:pt x="90529" y="143378"/>
                    <a:pt x="91039" y="143378"/>
                  </a:cubicBezTo>
                  <a:lnTo>
                    <a:pt x="104952" y="143378"/>
                  </a:lnTo>
                  <a:lnTo>
                    <a:pt x="106714" y="137846"/>
                  </a:lnTo>
                  <a:cubicBezTo>
                    <a:pt x="106853" y="137407"/>
                    <a:pt x="107317" y="137056"/>
                    <a:pt x="107827" y="137056"/>
                  </a:cubicBezTo>
                  <a:lnTo>
                    <a:pt x="113300" y="137056"/>
                  </a:lnTo>
                  <a:lnTo>
                    <a:pt x="116453" y="132622"/>
                  </a:lnTo>
                  <a:cubicBezTo>
                    <a:pt x="116685" y="132315"/>
                    <a:pt x="117010" y="132139"/>
                    <a:pt x="117427" y="132139"/>
                  </a:cubicBezTo>
                  <a:lnTo>
                    <a:pt x="123132" y="132139"/>
                  </a:lnTo>
                  <a:lnTo>
                    <a:pt x="127166" y="125291"/>
                  </a:lnTo>
                  <a:cubicBezTo>
                    <a:pt x="127352" y="124940"/>
                    <a:pt x="127769" y="124720"/>
                    <a:pt x="128187" y="124720"/>
                  </a:cubicBezTo>
                  <a:lnTo>
                    <a:pt x="133288" y="124720"/>
                  </a:lnTo>
                  <a:cubicBezTo>
                    <a:pt x="133195" y="122262"/>
                    <a:pt x="133798" y="116994"/>
                    <a:pt x="140013" y="113789"/>
                  </a:cubicBezTo>
                  <a:lnTo>
                    <a:pt x="139456" y="112121"/>
                  </a:lnTo>
                  <a:lnTo>
                    <a:pt x="134030" y="115238"/>
                  </a:lnTo>
                  <a:cubicBezTo>
                    <a:pt x="134030" y="115238"/>
                    <a:pt x="133659" y="115413"/>
                    <a:pt x="133427" y="115413"/>
                  </a:cubicBezTo>
                  <a:lnTo>
                    <a:pt x="125914" y="115413"/>
                  </a:lnTo>
                  <a:cubicBezTo>
                    <a:pt x="125450" y="115413"/>
                    <a:pt x="125033" y="115150"/>
                    <a:pt x="124848" y="114799"/>
                  </a:cubicBezTo>
                  <a:lnTo>
                    <a:pt x="120813" y="106633"/>
                  </a:lnTo>
                  <a:lnTo>
                    <a:pt x="110239" y="106633"/>
                  </a:lnTo>
                  <a:cubicBezTo>
                    <a:pt x="109868" y="106633"/>
                    <a:pt x="109543" y="106458"/>
                    <a:pt x="109311" y="106238"/>
                  </a:cubicBezTo>
                  <a:cubicBezTo>
                    <a:pt x="109079" y="105975"/>
                    <a:pt x="109033" y="105624"/>
                    <a:pt x="109079" y="105316"/>
                  </a:cubicBezTo>
                  <a:lnTo>
                    <a:pt x="110517" y="99565"/>
                  </a:lnTo>
                  <a:lnTo>
                    <a:pt x="110517" y="94868"/>
                  </a:lnTo>
                  <a:cubicBezTo>
                    <a:pt x="110517" y="94517"/>
                    <a:pt x="110703" y="94166"/>
                    <a:pt x="110981" y="93946"/>
                  </a:cubicBezTo>
                  <a:lnTo>
                    <a:pt x="114830" y="91532"/>
                  </a:lnTo>
                  <a:lnTo>
                    <a:pt x="114830" y="89644"/>
                  </a:lnTo>
                  <a:lnTo>
                    <a:pt x="106436" y="89644"/>
                  </a:lnTo>
                  <a:cubicBezTo>
                    <a:pt x="105787" y="89644"/>
                    <a:pt x="105276" y="89161"/>
                    <a:pt x="105276" y="88547"/>
                  </a:cubicBezTo>
                  <a:lnTo>
                    <a:pt x="105276" y="81698"/>
                  </a:lnTo>
                  <a:lnTo>
                    <a:pt x="100824" y="78449"/>
                  </a:lnTo>
                  <a:cubicBezTo>
                    <a:pt x="100546" y="78274"/>
                    <a:pt x="100407" y="77967"/>
                    <a:pt x="100360" y="77659"/>
                  </a:cubicBezTo>
                  <a:cubicBezTo>
                    <a:pt x="100360" y="77352"/>
                    <a:pt x="100453" y="77045"/>
                    <a:pt x="100685" y="76825"/>
                  </a:cubicBezTo>
                  <a:lnTo>
                    <a:pt x="103746" y="73928"/>
                  </a:lnTo>
                  <a:lnTo>
                    <a:pt x="94934" y="73533"/>
                  </a:lnTo>
                  <a:lnTo>
                    <a:pt x="88302" y="78493"/>
                  </a:lnTo>
                  <a:cubicBezTo>
                    <a:pt x="88302" y="78493"/>
                    <a:pt x="87839" y="78713"/>
                    <a:pt x="87560" y="78713"/>
                  </a:cubicBezTo>
                  <a:lnTo>
                    <a:pt x="83479" y="78713"/>
                  </a:lnTo>
                  <a:cubicBezTo>
                    <a:pt x="83062" y="78713"/>
                    <a:pt x="82691" y="78493"/>
                    <a:pt x="82459" y="78142"/>
                  </a:cubicBezTo>
                  <a:cubicBezTo>
                    <a:pt x="82273" y="77791"/>
                    <a:pt x="82273" y="77352"/>
                    <a:pt x="82459" y="77045"/>
                  </a:cubicBezTo>
                  <a:lnTo>
                    <a:pt x="86772" y="70328"/>
                  </a:lnTo>
                  <a:lnTo>
                    <a:pt x="83154" y="68396"/>
                  </a:lnTo>
                  <a:cubicBezTo>
                    <a:pt x="82830" y="68221"/>
                    <a:pt x="82598" y="67869"/>
                    <a:pt x="82551" y="67518"/>
                  </a:cubicBezTo>
                  <a:lnTo>
                    <a:pt x="82273" y="63962"/>
                  </a:lnTo>
                  <a:cubicBezTo>
                    <a:pt x="82273" y="63743"/>
                    <a:pt x="82273" y="63479"/>
                    <a:pt x="82459" y="63260"/>
                  </a:cubicBezTo>
                  <a:lnTo>
                    <a:pt x="85149" y="59353"/>
                  </a:lnTo>
                  <a:lnTo>
                    <a:pt x="84082" y="58343"/>
                  </a:lnTo>
                  <a:cubicBezTo>
                    <a:pt x="84082" y="58343"/>
                    <a:pt x="83711" y="57816"/>
                    <a:pt x="83757" y="57509"/>
                  </a:cubicBezTo>
                  <a:cubicBezTo>
                    <a:pt x="83757" y="57202"/>
                    <a:pt x="83897" y="56938"/>
                    <a:pt x="84175" y="56719"/>
                  </a:cubicBezTo>
                  <a:lnTo>
                    <a:pt x="89972" y="51978"/>
                  </a:lnTo>
                  <a:lnTo>
                    <a:pt x="91178" y="47632"/>
                  </a:lnTo>
                  <a:cubicBezTo>
                    <a:pt x="91270" y="47280"/>
                    <a:pt x="91549" y="47017"/>
                    <a:pt x="91873" y="46885"/>
                  </a:cubicBezTo>
                  <a:cubicBezTo>
                    <a:pt x="92244" y="46754"/>
                    <a:pt x="92615" y="46797"/>
                    <a:pt x="92940" y="46973"/>
                  </a:cubicBezTo>
                  <a:lnTo>
                    <a:pt x="94934" y="48158"/>
                  </a:lnTo>
                  <a:lnTo>
                    <a:pt x="99526" y="44032"/>
                  </a:lnTo>
                  <a:lnTo>
                    <a:pt x="98366" y="41134"/>
                  </a:lnTo>
                  <a:cubicBezTo>
                    <a:pt x="98227" y="40827"/>
                    <a:pt x="98273" y="40476"/>
                    <a:pt x="98459" y="40169"/>
                  </a:cubicBezTo>
                  <a:lnTo>
                    <a:pt x="102076" y="34374"/>
                  </a:lnTo>
                  <a:lnTo>
                    <a:pt x="102076" y="16506"/>
                  </a:lnTo>
                  <a:lnTo>
                    <a:pt x="99758" y="15672"/>
                  </a:lnTo>
                  <a:lnTo>
                    <a:pt x="96372" y="16770"/>
                  </a:lnTo>
                  <a:cubicBezTo>
                    <a:pt x="96047" y="16858"/>
                    <a:pt x="95723" y="16858"/>
                    <a:pt x="95398" y="16682"/>
                  </a:cubicBezTo>
                  <a:cubicBezTo>
                    <a:pt x="95120" y="16506"/>
                    <a:pt x="94888" y="16243"/>
                    <a:pt x="94842" y="15936"/>
                  </a:cubicBezTo>
                  <a:lnTo>
                    <a:pt x="93172" y="6629"/>
                  </a:lnTo>
                  <a:lnTo>
                    <a:pt x="87607" y="0"/>
                  </a:lnTo>
                  <a:lnTo>
                    <a:pt x="84592" y="0"/>
                  </a:lnTo>
                  <a:lnTo>
                    <a:pt x="82691" y="4214"/>
                  </a:lnTo>
                  <a:lnTo>
                    <a:pt x="82691" y="10009"/>
                  </a:lnTo>
                  <a:cubicBezTo>
                    <a:pt x="82691" y="10404"/>
                    <a:pt x="82459" y="10799"/>
                    <a:pt x="82088" y="10975"/>
                  </a:cubicBezTo>
                  <a:lnTo>
                    <a:pt x="77497" y="13258"/>
                  </a:lnTo>
                  <a:lnTo>
                    <a:pt x="75873" y="16594"/>
                  </a:lnTo>
                  <a:lnTo>
                    <a:pt x="79120" y="23531"/>
                  </a:lnTo>
                  <a:cubicBezTo>
                    <a:pt x="79351" y="23969"/>
                    <a:pt x="79212" y="24540"/>
                    <a:pt x="78795" y="24847"/>
                  </a:cubicBezTo>
                  <a:cubicBezTo>
                    <a:pt x="78378" y="25155"/>
                    <a:pt x="77775" y="25155"/>
                    <a:pt x="77357" y="24847"/>
                  </a:cubicBezTo>
                  <a:lnTo>
                    <a:pt x="70308" y="19711"/>
                  </a:lnTo>
                  <a:lnTo>
                    <a:pt x="60754" y="22345"/>
                  </a:lnTo>
                  <a:lnTo>
                    <a:pt x="53427" y="29940"/>
                  </a:lnTo>
                  <a:cubicBezTo>
                    <a:pt x="53427" y="29940"/>
                    <a:pt x="53102" y="30203"/>
                    <a:pt x="52870" y="30247"/>
                  </a:cubicBezTo>
                  <a:lnTo>
                    <a:pt x="46887" y="31784"/>
                  </a:lnTo>
                  <a:lnTo>
                    <a:pt x="44568" y="34813"/>
                  </a:lnTo>
                  <a:lnTo>
                    <a:pt x="47258" y="41398"/>
                  </a:lnTo>
                  <a:cubicBezTo>
                    <a:pt x="47397" y="41705"/>
                    <a:pt x="47351" y="42056"/>
                    <a:pt x="47212" y="42320"/>
                  </a:cubicBezTo>
                  <a:lnTo>
                    <a:pt x="42853" y="49739"/>
                  </a:lnTo>
                  <a:cubicBezTo>
                    <a:pt x="42853" y="49739"/>
                    <a:pt x="42574" y="50046"/>
                    <a:pt x="42389" y="50178"/>
                  </a:cubicBezTo>
                  <a:lnTo>
                    <a:pt x="38308" y="52373"/>
                  </a:lnTo>
                  <a:lnTo>
                    <a:pt x="38122" y="54743"/>
                  </a:lnTo>
                  <a:lnTo>
                    <a:pt x="40255" y="57992"/>
                  </a:lnTo>
                  <a:cubicBezTo>
                    <a:pt x="40441" y="58299"/>
                    <a:pt x="40487" y="58694"/>
                    <a:pt x="40348" y="59002"/>
                  </a:cubicBezTo>
                  <a:lnTo>
                    <a:pt x="31351" y="78230"/>
                  </a:lnTo>
                  <a:cubicBezTo>
                    <a:pt x="31212" y="78493"/>
                    <a:pt x="30980" y="78713"/>
                    <a:pt x="30655" y="78801"/>
                  </a:cubicBezTo>
                  <a:cubicBezTo>
                    <a:pt x="30331" y="78888"/>
                    <a:pt x="30006" y="78888"/>
                    <a:pt x="29728" y="78757"/>
                  </a:cubicBezTo>
                  <a:lnTo>
                    <a:pt x="23281" y="75596"/>
                  </a:lnTo>
                  <a:lnTo>
                    <a:pt x="21844" y="77132"/>
                  </a:lnTo>
                  <a:cubicBezTo>
                    <a:pt x="21612" y="77352"/>
                    <a:pt x="21287" y="77484"/>
                    <a:pt x="20963" y="77484"/>
                  </a:cubicBezTo>
                  <a:lnTo>
                    <a:pt x="20963" y="77484"/>
                  </a:lnTo>
                  <a:cubicBezTo>
                    <a:pt x="20638" y="77484"/>
                    <a:pt x="20313" y="77308"/>
                    <a:pt x="20081" y="77045"/>
                  </a:cubicBezTo>
                  <a:lnTo>
                    <a:pt x="18876" y="75596"/>
                  </a:lnTo>
                  <a:lnTo>
                    <a:pt x="18412" y="90434"/>
                  </a:lnTo>
                  <a:cubicBezTo>
                    <a:pt x="18412" y="91005"/>
                    <a:pt x="17855" y="91488"/>
                    <a:pt x="17252" y="91488"/>
                  </a:cubicBezTo>
                  <a:lnTo>
                    <a:pt x="13774" y="91488"/>
                  </a:lnTo>
                  <a:lnTo>
                    <a:pt x="13774" y="95658"/>
                  </a:lnTo>
                  <a:lnTo>
                    <a:pt x="16000" y="97546"/>
                  </a:lnTo>
                  <a:cubicBezTo>
                    <a:pt x="16232" y="97766"/>
                    <a:pt x="16371" y="98073"/>
                    <a:pt x="16371" y="98380"/>
                  </a:cubicBezTo>
                  <a:lnTo>
                    <a:pt x="16371" y="103033"/>
                  </a:lnTo>
                  <a:cubicBezTo>
                    <a:pt x="16371" y="103297"/>
                    <a:pt x="16278" y="103516"/>
                    <a:pt x="16139" y="103692"/>
                  </a:cubicBezTo>
                  <a:lnTo>
                    <a:pt x="12104" y="108609"/>
                  </a:lnTo>
                  <a:cubicBezTo>
                    <a:pt x="11873" y="108872"/>
                    <a:pt x="11548" y="109048"/>
                    <a:pt x="11177" y="109048"/>
                  </a:cubicBezTo>
                  <a:cubicBezTo>
                    <a:pt x="10945" y="109048"/>
                    <a:pt x="10713" y="109004"/>
                    <a:pt x="10528" y="108872"/>
                  </a:cubicBezTo>
                  <a:lnTo>
                    <a:pt x="7003" y="106546"/>
                  </a:lnTo>
                  <a:lnTo>
                    <a:pt x="7142" y="107248"/>
                  </a:lnTo>
                  <a:lnTo>
                    <a:pt x="7142" y="118706"/>
                  </a:lnTo>
                  <a:cubicBezTo>
                    <a:pt x="7142" y="119145"/>
                    <a:pt x="6864" y="119540"/>
                    <a:pt x="6447" y="119716"/>
                  </a:cubicBezTo>
                  <a:cubicBezTo>
                    <a:pt x="5983" y="119891"/>
                    <a:pt x="5519" y="119803"/>
                    <a:pt x="5194" y="119496"/>
                  </a:cubicBezTo>
                  <a:lnTo>
                    <a:pt x="1623" y="116116"/>
                  </a:lnTo>
                  <a:lnTo>
                    <a:pt x="0" y="118881"/>
                  </a:lnTo>
                  <a:lnTo>
                    <a:pt x="1531" y="125642"/>
                  </a:lnTo>
                  <a:cubicBezTo>
                    <a:pt x="5519" y="131832"/>
                    <a:pt x="9878" y="137100"/>
                    <a:pt x="11223" y="137100"/>
                  </a:cubicBezTo>
                  <a:cubicBezTo>
                    <a:pt x="11223" y="137100"/>
                    <a:pt x="13264" y="142587"/>
                    <a:pt x="16742" y="138461"/>
                  </a:cubicBezTo>
                  <a:lnTo>
                    <a:pt x="25415" y="146407"/>
                  </a:lnTo>
                  <a:cubicBezTo>
                    <a:pt x="25415" y="146407"/>
                    <a:pt x="15258" y="147241"/>
                    <a:pt x="25415" y="157645"/>
                  </a:cubicBezTo>
                  <a:lnTo>
                    <a:pt x="25415" y="152158"/>
                  </a:lnTo>
                  <a:lnTo>
                    <a:pt x="28012" y="153519"/>
                  </a:lnTo>
                  <a:cubicBezTo>
                    <a:pt x="28012" y="153519"/>
                    <a:pt x="36731" y="173274"/>
                    <a:pt x="36406" y="176303"/>
                  </a:cubicBezTo>
                  <a:cubicBezTo>
                    <a:pt x="36128" y="179332"/>
                    <a:pt x="32047" y="190834"/>
                    <a:pt x="32047" y="193029"/>
                  </a:cubicBezTo>
                  <a:cubicBezTo>
                    <a:pt x="32047" y="193029"/>
                    <a:pt x="29171" y="201282"/>
                    <a:pt x="33809" y="204004"/>
                  </a:cubicBezTo>
                  <a:lnTo>
                    <a:pt x="36406" y="204004"/>
                  </a:lnTo>
                  <a:lnTo>
                    <a:pt x="39281" y="203477"/>
                  </a:lnTo>
                  <a:cubicBezTo>
                    <a:pt x="39281" y="203477"/>
                    <a:pt x="39560" y="207033"/>
                    <a:pt x="42157" y="207033"/>
                  </a:cubicBezTo>
                  <a:cubicBezTo>
                    <a:pt x="44754" y="207033"/>
                    <a:pt x="45357" y="200711"/>
                    <a:pt x="45357" y="200711"/>
                  </a:cubicBezTo>
                  <a:cubicBezTo>
                    <a:pt x="45357" y="200711"/>
                    <a:pt x="45357" y="207560"/>
                    <a:pt x="48835" y="206769"/>
                  </a:cubicBezTo>
                  <a:cubicBezTo>
                    <a:pt x="52314" y="205979"/>
                    <a:pt x="55792" y="200448"/>
                    <a:pt x="55792" y="200448"/>
                  </a:cubicBezTo>
                  <a:lnTo>
                    <a:pt x="58111" y="199921"/>
                  </a:lnTo>
                  <a:lnTo>
                    <a:pt x="60708" y="197726"/>
                  </a:lnTo>
                  <a:cubicBezTo>
                    <a:pt x="60708" y="197726"/>
                    <a:pt x="70540" y="195531"/>
                    <a:pt x="71699" y="190307"/>
                  </a:cubicBezTo>
                  <a:cubicBezTo>
                    <a:pt x="72859" y="185083"/>
                    <a:pt x="73740" y="179859"/>
                    <a:pt x="73740" y="179859"/>
                  </a:cubicBezTo>
                  <a:cubicBezTo>
                    <a:pt x="73740" y="179859"/>
                    <a:pt x="84175" y="203740"/>
                    <a:pt x="87653" y="205365"/>
                  </a:cubicBezTo>
                  <a:cubicBezTo>
                    <a:pt x="87653" y="205365"/>
                    <a:pt x="85334" y="220993"/>
                    <a:pt x="91734" y="231178"/>
                  </a:cubicBezTo>
                  <a:lnTo>
                    <a:pt x="93775" y="238290"/>
                  </a:lnTo>
                  <a:lnTo>
                    <a:pt x="96372" y="239124"/>
                  </a:lnTo>
                  <a:lnTo>
                    <a:pt x="98691" y="244041"/>
                  </a:lnTo>
                  <a:cubicBezTo>
                    <a:pt x="98691" y="244041"/>
                    <a:pt x="98134" y="257737"/>
                    <a:pt x="102448" y="262962"/>
                  </a:cubicBezTo>
                  <a:lnTo>
                    <a:pt x="99247" y="263488"/>
                  </a:lnTo>
                  <a:lnTo>
                    <a:pt x="96929" y="265420"/>
                  </a:lnTo>
                  <a:lnTo>
                    <a:pt x="102448" y="266254"/>
                  </a:lnTo>
                  <a:cubicBezTo>
                    <a:pt x="102448" y="266254"/>
                    <a:pt x="100129" y="274771"/>
                    <a:pt x="102448" y="279161"/>
                  </a:cubicBezTo>
                  <a:cubicBezTo>
                    <a:pt x="102448" y="279161"/>
                    <a:pt x="96094" y="281882"/>
                    <a:pt x="98691" y="289038"/>
                  </a:cubicBezTo>
                  <a:cubicBezTo>
                    <a:pt x="98691" y="289038"/>
                    <a:pt x="98784" y="291321"/>
                    <a:pt x="98784" y="294350"/>
                  </a:cubicBezTo>
                  <a:lnTo>
                    <a:pt x="99989" y="293384"/>
                  </a:lnTo>
                  <a:lnTo>
                    <a:pt x="102215" y="282497"/>
                  </a:lnTo>
                  <a:close/>
                  <a:moveTo>
                    <a:pt x="67386" y="159708"/>
                  </a:moveTo>
                  <a:lnTo>
                    <a:pt x="62006" y="152728"/>
                  </a:lnTo>
                  <a:lnTo>
                    <a:pt x="65763" y="152728"/>
                  </a:lnTo>
                  <a:lnTo>
                    <a:pt x="68963" y="156723"/>
                  </a:lnTo>
                  <a:lnTo>
                    <a:pt x="67386" y="15975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8" name="Freeform: Shape 2197">
              <a:extLst>
                <a:ext uri="{FF2B5EF4-FFF2-40B4-BE49-F238E27FC236}">
                  <a16:creationId xmlns:a16="http://schemas.microsoft.com/office/drawing/2014/main" id="{231C6935-0EC8-ED13-E8B7-09D9BE646B5C}"/>
                </a:ext>
              </a:extLst>
            </p:cNvPr>
            <p:cNvSpPr>
              <a:spLocks/>
            </p:cNvSpPr>
            <p:nvPr/>
          </p:nvSpPr>
          <p:spPr>
            <a:xfrm>
              <a:off x="8052608" y="3929958"/>
              <a:ext cx="97844" cy="124354"/>
            </a:xfrm>
            <a:custGeom>
              <a:avLst/>
              <a:gdLst>
                <a:gd name="connsiteX0" fmla="*/ 27316 w 65551"/>
                <a:gd name="connsiteY0" fmla="*/ 14794 h 83312"/>
                <a:gd name="connsiteX1" fmla="*/ 26342 w 65551"/>
                <a:gd name="connsiteY1" fmla="*/ 14443 h 83312"/>
                <a:gd name="connsiteX2" fmla="*/ 22910 w 65551"/>
                <a:gd name="connsiteY2" fmla="*/ 10975 h 83312"/>
                <a:gd name="connsiteX3" fmla="*/ 15861 w 65551"/>
                <a:gd name="connsiteY3" fmla="*/ 14662 h 83312"/>
                <a:gd name="connsiteX4" fmla="*/ 15304 w 65551"/>
                <a:gd name="connsiteY4" fmla="*/ 14794 h 83312"/>
                <a:gd name="connsiteX5" fmla="*/ 14609 w 65551"/>
                <a:gd name="connsiteY5" fmla="*/ 14575 h 83312"/>
                <a:gd name="connsiteX6" fmla="*/ 12893 w 65551"/>
                <a:gd name="connsiteY6" fmla="*/ 13389 h 83312"/>
                <a:gd name="connsiteX7" fmla="*/ 12429 w 65551"/>
                <a:gd name="connsiteY7" fmla="*/ 12248 h 83312"/>
                <a:gd name="connsiteX8" fmla="*/ 13820 w 65551"/>
                <a:gd name="connsiteY8" fmla="*/ 6761 h 83312"/>
                <a:gd name="connsiteX9" fmla="*/ 10667 w 65551"/>
                <a:gd name="connsiteY9" fmla="*/ 6761 h 83312"/>
                <a:gd name="connsiteX10" fmla="*/ 9507 w 65551"/>
                <a:gd name="connsiteY10" fmla="*/ 5663 h 83312"/>
                <a:gd name="connsiteX11" fmla="*/ 9507 w 65551"/>
                <a:gd name="connsiteY11" fmla="*/ 2239 h 83312"/>
                <a:gd name="connsiteX12" fmla="*/ 3432 w 65551"/>
                <a:gd name="connsiteY12" fmla="*/ 2239 h 83312"/>
                <a:gd name="connsiteX13" fmla="*/ 2504 w 65551"/>
                <a:gd name="connsiteY13" fmla="*/ 1800 h 83312"/>
                <a:gd name="connsiteX14" fmla="*/ 1067 w 65551"/>
                <a:gd name="connsiteY14" fmla="*/ 0 h 83312"/>
                <a:gd name="connsiteX15" fmla="*/ 0 w 65551"/>
                <a:gd name="connsiteY15" fmla="*/ 4214 h 83312"/>
                <a:gd name="connsiteX16" fmla="*/ 4591 w 65551"/>
                <a:gd name="connsiteY16" fmla="*/ 10624 h 83312"/>
                <a:gd name="connsiteX17" fmla="*/ 8070 w 65551"/>
                <a:gd name="connsiteY17" fmla="*/ 29852 h 83312"/>
                <a:gd name="connsiteX18" fmla="*/ 18783 w 65551"/>
                <a:gd name="connsiteY18" fmla="*/ 50705 h 83312"/>
                <a:gd name="connsiteX19" fmla="*/ 27177 w 65551"/>
                <a:gd name="connsiteY19" fmla="*/ 61153 h 83312"/>
                <a:gd name="connsiteX20" fmla="*/ 37334 w 65551"/>
                <a:gd name="connsiteY20" fmla="*/ 68265 h 83312"/>
                <a:gd name="connsiteX21" fmla="*/ 45171 w 65551"/>
                <a:gd name="connsiteY21" fmla="*/ 72128 h 83312"/>
                <a:gd name="connsiteX22" fmla="*/ 62285 w 65551"/>
                <a:gd name="connsiteY22" fmla="*/ 83103 h 83312"/>
                <a:gd name="connsiteX23" fmla="*/ 60244 w 65551"/>
                <a:gd name="connsiteY23" fmla="*/ 65543 h 83312"/>
                <a:gd name="connsiteX24" fmla="*/ 55885 w 65551"/>
                <a:gd name="connsiteY24" fmla="*/ 58958 h 83312"/>
                <a:gd name="connsiteX25" fmla="*/ 52406 w 65551"/>
                <a:gd name="connsiteY25" fmla="*/ 47719 h 83312"/>
                <a:gd name="connsiteX26" fmla="*/ 37937 w 65551"/>
                <a:gd name="connsiteY26" fmla="*/ 11502 h 83312"/>
                <a:gd name="connsiteX27" fmla="*/ 32881 w 65551"/>
                <a:gd name="connsiteY27" fmla="*/ 6102 h 83312"/>
                <a:gd name="connsiteX28" fmla="*/ 28244 w 65551"/>
                <a:gd name="connsiteY28" fmla="*/ 14311 h 83312"/>
                <a:gd name="connsiteX29" fmla="*/ 27362 w 65551"/>
                <a:gd name="connsiteY29" fmla="*/ 14882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551" h="83312">
                  <a:moveTo>
                    <a:pt x="27316" y="14794"/>
                  </a:moveTo>
                  <a:cubicBezTo>
                    <a:pt x="26899" y="14794"/>
                    <a:pt x="26574" y="14706"/>
                    <a:pt x="26342" y="14443"/>
                  </a:cubicBezTo>
                  <a:lnTo>
                    <a:pt x="22910" y="10975"/>
                  </a:lnTo>
                  <a:lnTo>
                    <a:pt x="15861" y="14662"/>
                  </a:lnTo>
                  <a:cubicBezTo>
                    <a:pt x="15861" y="14662"/>
                    <a:pt x="15490" y="14794"/>
                    <a:pt x="15304" y="14794"/>
                  </a:cubicBezTo>
                  <a:cubicBezTo>
                    <a:pt x="15073" y="14794"/>
                    <a:pt x="14841" y="14706"/>
                    <a:pt x="14609" y="14575"/>
                  </a:cubicBezTo>
                  <a:lnTo>
                    <a:pt x="12893" y="13389"/>
                  </a:lnTo>
                  <a:cubicBezTo>
                    <a:pt x="12522" y="13126"/>
                    <a:pt x="12336" y="12687"/>
                    <a:pt x="12429" y="12248"/>
                  </a:cubicBezTo>
                  <a:lnTo>
                    <a:pt x="13820" y="6761"/>
                  </a:lnTo>
                  <a:lnTo>
                    <a:pt x="10667" y="6761"/>
                  </a:lnTo>
                  <a:cubicBezTo>
                    <a:pt x="10017" y="6761"/>
                    <a:pt x="9507" y="6278"/>
                    <a:pt x="9507" y="5663"/>
                  </a:cubicBezTo>
                  <a:lnTo>
                    <a:pt x="9507" y="2239"/>
                  </a:lnTo>
                  <a:lnTo>
                    <a:pt x="3432" y="2239"/>
                  </a:lnTo>
                  <a:cubicBezTo>
                    <a:pt x="3061" y="2239"/>
                    <a:pt x="2736" y="2063"/>
                    <a:pt x="2504" y="1800"/>
                  </a:cubicBezTo>
                  <a:lnTo>
                    <a:pt x="1067" y="0"/>
                  </a:lnTo>
                  <a:lnTo>
                    <a:pt x="0" y="4214"/>
                  </a:lnTo>
                  <a:lnTo>
                    <a:pt x="4591" y="10624"/>
                  </a:lnTo>
                  <a:cubicBezTo>
                    <a:pt x="4591" y="10624"/>
                    <a:pt x="8348" y="25725"/>
                    <a:pt x="8070" y="29852"/>
                  </a:cubicBezTo>
                  <a:cubicBezTo>
                    <a:pt x="7791" y="33979"/>
                    <a:pt x="11548" y="45480"/>
                    <a:pt x="18783" y="50705"/>
                  </a:cubicBezTo>
                  <a:cubicBezTo>
                    <a:pt x="18783" y="50705"/>
                    <a:pt x="16186" y="56763"/>
                    <a:pt x="27177" y="61153"/>
                  </a:cubicBezTo>
                  <a:cubicBezTo>
                    <a:pt x="27177" y="61153"/>
                    <a:pt x="34134" y="67211"/>
                    <a:pt x="37334" y="68265"/>
                  </a:cubicBezTo>
                  <a:cubicBezTo>
                    <a:pt x="37334" y="68265"/>
                    <a:pt x="40812" y="71557"/>
                    <a:pt x="45171" y="72128"/>
                  </a:cubicBezTo>
                  <a:cubicBezTo>
                    <a:pt x="45171" y="72128"/>
                    <a:pt x="53844" y="80644"/>
                    <a:pt x="62285" y="83103"/>
                  </a:cubicBezTo>
                  <a:cubicBezTo>
                    <a:pt x="70679" y="85561"/>
                    <a:pt x="60244" y="65543"/>
                    <a:pt x="60244" y="65543"/>
                  </a:cubicBezTo>
                  <a:cubicBezTo>
                    <a:pt x="60244" y="65543"/>
                    <a:pt x="60244" y="61153"/>
                    <a:pt x="55885" y="58958"/>
                  </a:cubicBezTo>
                  <a:cubicBezTo>
                    <a:pt x="55885" y="58958"/>
                    <a:pt x="51247" y="57290"/>
                    <a:pt x="52406" y="47719"/>
                  </a:cubicBezTo>
                  <a:cubicBezTo>
                    <a:pt x="53566" y="38149"/>
                    <a:pt x="52685" y="12336"/>
                    <a:pt x="37937" y="11502"/>
                  </a:cubicBezTo>
                  <a:cubicBezTo>
                    <a:pt x="37937" y="11502"/>
                    <a:pt x="38447" y="6848"/>
                    <a:pt x="32881" y="6102"/>
                  </a:cubicBezTo>
                  <a:lnTo>
                    <a:pt x="28244" y="14311"/>
                  </a:lnTo>
                  <a:cubicBezTo>
                    <a:pt x="28058" y="14619"/>
                    <a:pt x="27734" y="14838"/>
                    <a:pt x="27362" y="1488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9" name="Freeform: Shape 2198">
              <a:extLst>
                <a:ext uri="{FF2B5EF4-FFF2-40B4-BE49-F238E27FC236}">
                  <a16:creationId xmlns:a16="http://schemas.microsoft.com/office/drawing/2014/main" id="{3D16A98C-B8C1-203E-10E0-358D871E98C1}"/>
                </a:ext>
              </a:extLst>
            </p:cNvPr>
            <p:cNvSpPr>
              <a:spLocks/>
            </p:cNvSpPr>
            <p:nvPr/>
          </p:nvSpPr>
          <p:spPr>
            <a:xfrm>
              <a:off x="6503163" y="3319446"/>
              <a:ext cx="496961" cy="382543"/>
            </a:xfrm>
            <a:custGeom>
              <a:avLst/>
              <a:gdLst>
                <a:gd name="connsiteX0" fmla="*/ 208883 w 332942"/>
                <a:gd name="connsiteY0" fmla="*/ 62865 h 256288"/>
                <a:gd name="connsiteX1" fmla="*/ 207770 w 332942"/>
                <a:gd name="connsiteY1" fmla="*/ 62119 h 256288"/>
                <a:gd name="connsiteX2" fmla="*/ 204106 w 332942"/>
                <a:gd name="connsiteY2" fmla="*/ 51890 h 256288"/>
                <a:gd name="connsiteX3" fmla="*/ 159770 w 332942"/>
                <a:gd name="connsiteY3" fmla="*/ 51890 h 256288"/>
                <a:gd name="connsiteX4" fmla="*/ 158981 w 332942"/>
                <a:gd name="connsiteY4" fmla="*/ 51626 h 256288"/>
                <a:gd name="connsiteX5" fmla="*/ 122668 w 332942"/>
                <a:gd name="connsiteY5" fmla="*/ 20896 h 256288"/>
                <a:gd name="connsiteX6" fmla="*/ 111213 w 332942"/>
                <a:gd name="connsiteY6" fmla="*/ 14048 h 256288"/>
                <a:gd name="connsiteX7" fmla="*/ 92105 w 332942"/>
                <a:gd name="connsiteY7" fmla="*/ 3556 h 256288"/>
                <a:gd name="connsiteX8" fmla="*/ 73647 w 332942"/>
                <a:gd name="connsiteY8" fmla="*/ 0 h 256288"/>
                <a:gd name="connsiteX9" fmla="*/ 65067 w 332942"/>
                <a:gd name="connsiteY9" fmla="*/ 2810 h 256288"/>
                <a:gd name="connsiteX10" fmla="*/ 51061 w 332942"/>
                <a:gd name="connsiteY10" fmla="*/ 7156 h 256288"/>
                <a:gd name="connsiteX11" fmla="*/ 45218 w 332942"/>
                <a:gd name="connsiteY11" fmla="*/ 13258 h 256288"/>
                <a:gd name="connsiteX12" fmla="*/ 51386 w 332942"/>
                <a:gd name="connsiteY12" fmla="*/ 24277 h 256288"/>
                <a:gd name="connsiteX13" fmla="*/ 51479 w 332942"/>
                <a:gd name="connsiteY13" fmla="*/ 25155 h 256288"/>
                <a:gd name="connsiteX14" fmla="*/ 49531 w 332942"/>
                <a:gd name="connsiteY14" fmla="*/ 30642 h 256288"/>
                <a:gd name="connsiteX15" fmla="*/ 45589 w 332942"/>
                <a:gd name="connsiteY15" fmla="*/ 37052 h 256288"/>
                <a:gd name="connsiteX16" fmla="*/ 44847 w 332942"/>
                <a:gd name="connsiteY16" fmla="*/ 37578 h 256288"/>
                <a:gd name="connsiteX17" fmla="*/ 34412 w 332942"/>
                <a:gd name="connsiteY17" fmla="*/ 39686 h 256288"/>
                <a:gd name="connsiteX18" fmla="*/ 23838 w 332942"/>
                <a:gd name="connsiteY18" fmla="*/ 51495 h 256288"/>
                <a:gd name="connsiteX19" fmla="*/ 22957 w 332942"/>
                <a:gd name="connsiteY19" fmla="*/ 51890 h 256288"/>
                <a:gd name="connsiteX20" fmla="*/ 22354 w 332942"/>
                <a:gd name="connsiteY20" fmla="*/ 51714 h 256288"/>
                <a:gd name="connsiteX21" fmla="*/ 17252 w 332942"/>
                <a:gd name="connsiteY21" fmla="*/ 48685 h 256288"/>
                <a:gd name="connsiteX22" fmla="*/ 5797 w 332942"/>
                <a:gd name="connsiteY22" fmla="*/ 48685 h 256288"/>
                <a:gd name="connsiteX23" fmla="*/ 5612 w 332942"/>
                <a:gd name="connsiteY23" fmla="*/ 48597 h 256288"/>
                <a:gd name="connsiteX24" fmla="*/ 3757 w 332942"/>
                <a:gd name="connsiteY24" fmla="*/ 59089 h 256288"/>
                <a:gd name="connsiteX25" fmla="*/ 0 w 332942"/>
                <a:gd name="connsiteY25" fmla="*/ 68704 h 256288"/>
                <a:gd name="connsiteX26" fmla="*/ 8997 w 332942"/>
                <a:gd name="connsiteY26" fmla="*/ 67869 h 256288"/>
                <a:gd name="connsiteX27" fmla="*/ 42899 w 332942"/>
                <a:gd name="connsiteY27" fmla="*/ 119189 h 256288"/>
                <a:gd name="connsiteX28" fmla="*/ 41740 w 332942"/>
                <a:gd name="connsiteY28" fmla="*/ 123579 h 256288"/>
                <a:gd name="connsiteX29" fmla="*/ 47537 w 332942"/>
                <a:gd name="connsiteY29" fmla="*/ 132622 h 256288"/>
                <a:gd name="connsiteX30" fmla="*/ 67850 w 332942"/>
                <a:gd name="connsiteY30" fmla="*/ 153211 h 256288"/>
                <a:gd name="connsiteX31" fmla="*/ 72766 w 332942"/>
                <a:gd name="connsiteY31" fmla="*/ 169103 h 256288"/>
                <a:gd name="connsiteX32" fmla="*/ 71050 w 332942"/>
                <a:gd name="connsiteY32" fmla="*/ 172396 h 256288"/>
                <a:gd name="connsiteX33" fmla="*/ 72766 w 332942"/>
                <a:gd name="connsiteY33" fmla="*/ 178717 h 256288"/>
                <a:gd name="connsiteX34" fmla="*/ 73044 w 332942"/>
                <a:gd name="connsiteY34" fmla="*/ 183634 h 256288"/>
                <a:gd name="connsiteX35" fmla="*/ 82320 w 332942"/>
                <a:gd name="connsiteY35" fmla="*/ 194609 h 256288"/>
                <a:gd name="connsiteX36" fmla="*/ 88395 w 332942"/>
                <a:gd name="connsiteY36" fmla="*/ 195970 h 256288"/>
                <a:gd name="connsiteX37" fmla="*/ 104905 w 332942"/>
                <a:gd name="connsiteY37" fmla="*/ 217657 h 256288"/>
                <a:gd name="connsiteX38" fmla="*/ 106065 w 332942"/>
                <a:gd name="connsiteY38" fmla="*/ 223407 h 256288"/>
                <a:gd name="connsiteX39" fmla="*/ 110146 w 332942"/>
                <a:gd name="connsiteY39" fmla="*/ 228324 h 256288"/>
                <a:gd name="connsiteX40" fmla="*/ 123503 w 332942"/>
                <a:gd name="connsiteY40" fmla="*/ 242021 h 256288"/>
                <a:gd name="connsiteX41" fmla="*/ 130552 w 332942"/>
                <a:gd name="connsiteY41" fmla="*/ 256289 h 256288"/>
                <a:gd name="connsiteX42" fmla="*/ 137230 w 332942"/>
                <a:gd name="connsiteY42" fmla="*/ 253172 h 256288"/>
                <a:gd name="connsiteX43" fmla="*/ 135190 w 332942"/>
                <a:gd name="connsiteY43" fmla="*/ 246367 h 256288"/>
                <a:gd name="connsiteX44" fmla="*/ 135236 w 332942"/>
                <a:gd name="connsiteY44" fmla="*/ 245621 h 256288"/>
                <a:gd name="connsiteX45" fmla="*/ 137555 w 332942"/>
                <a:gd name="connsiteY45" fmla="*/ 240485 h 256288"/>
                <a:gd name="connsiteX46" fmla="*/ 138854 w 332942"/>
                <a:gd name="connsiteY46" fmla="*/ 239826 h 256288"/>
                <a:gd name="connsiteX47" fmla="*/ 146181 w 332942"/>
                <a:gd name="connsiteY47" fmla="*/ 241275 h 256288"/>
                <a:gd name="connsiteX48" fmla="*/ 150865 w 332942"/>
                <a:gd name="connsiteY48" fmla="*/ 242372 h 256288"/>
                <a:gd name="connsiteX49" fmla="*/ 192744 w 332942"/>
                <a:gd name="connsiteY49" fmla="*/ 243075 h 256288"/>
                <a:gd name="connsiteX50" fmla="*/ 193672 w 332942"/>
                <a:gd name="connsiteY50" fmla="*/ 243558 h 256288"/>
                <a:gd name="connsiteX51" fmla="*/ 197057 w 332942"/>
                <a:gd name="connsiteY51" fmla="*/ 248167 h 256288"/>
                <a:gd name="connsiteX52" fmla="*/ 204292 w 332942"/>
                <a:gd name="connsiteY52" fmla="*/ 245840 h 256288"/>
                <a:gd name="connsiteX53" fmla="*/ 214541 w 332942"/>
                <a:gd name="connsiteY53" fmla="*/ 229729 h 256288"/>
                <a:gd name="connsiteX54" fmla="*/ 214959 w 332942"/>
                <a:gd name="connsiteY54" fmla="*/ 229334 h 256288"/>
                <a:gd name="connsiteX55" fmla="*/ 228872 w 332942"/>
                <a:gd name="connsiteY55" fmla="*/ 221651 h 256288"/>
                <a:gd name="connsiteX56" fmla="*/ 229289 w 332942"/>
                <a:gd name="connsiteY56" fmla="*/ 221520 h 256288"/>
                <a:gd name="connsiteX57" fmla="*/ 276362 w 332942"/>
                <a:gd name="connsiteY57" fmla="*/ 215330 h 256288"/>
                <a:gd name="connsiteX58" fmla="*/ 322832 w 332942"/>
                <a:gd name="connsiteY58" fmla="*/ 201282 h 256288"/>
                <a:gd name="connsiteX59" fmla="*/ 332942 w 332942"/>
                <a:gd name="connsiteY59" fmla="*/ 167259 h 256288"/>
                <a:gd name="connsiteX60" fmla="*/ 327377 w 332942"/>
                <a:gd name="connsiteY60" fmla="*/ 160016 h 256288"/>
                <a:gd name="connsiteX61" fmla="*/ 284200 w 332942"/>
                <a:gd name="connsiteY61" fmla="*/ 155318 h 256288"/>
                <a:gd name="connsiteX62" fmla="*/ 283319 w 332942"/>
                <a:gd name="connsiteY62" fmla="*/ 154792 h 256288"/>
                <a:gd name="connsiteX63" fmla="*/ 270287 w 332942"/>
                <a:gd name="connsiteY63" fmla="*/ 133105 h 256288"/>
                <a:gd name="connsiteX64" fmla="*/ 266159 w 332942"/>
                <a:gd name="connsiteY64" fmla="*/ 132578 h 256288"/>
                <a:gd name="connsiteX65" fmla="*/ 266159 w 332942"/>
                <a:gd name="connsiteY65" fmla="*/ 130647 h 256288"/>
                <a:gd name="connsiteX66" fmla="*/ 267458 w 332942"/>
                <a:gd name="connsiteY66" fmla="*/ 128013 h 256288"/>
                <a:gd name="connsiteX67" fmla="*/ 262032 w 332942"/>
                <a:gd name="connsiteY67" fmla="*/ 130120 h 256288"/>
                <a:gd name="connsiteX68" fmla="*/ 261568 w 332942"/>
                <a:gd name="connsiteY68" fmla="*/ 130208 h 256288"/>
                <a:gd name="connsiteX69" fmla="*/ 260594 w 332942"/>
                <a:gd name="connsiteY69" fmla="*/ 129681 h 256288"/>
                <a:gd name="connsiteX70" fmla="*/ 254843 w 332942"/>
                <a:gd name="connsiteY70" fmla="*/ 120813 h 256288"/>
                <a:gd name="connsiteX71" fmla="*/ 252524 w 332942"/>
                <a:gd name="connsiteY71" fmla="*/ 118530 h 256288"/>
                <a:gd name="connsiteX72" fmla="*/ 252524 w 332942"/>
                <a:gd name="connsiteY72" fmla="*/ 113877 h 256288"/>
                <a:gd name="connsiteX73" fmla="*/ 244408 w 332942"/>
                <a:gd name="connsiteY73" fmla="*/ 103429 h 256288"/>
                <a:gd name="connsiteX74" fmla="*/ 247005 w 332942"/>
                <a:gd name="connsiteY74" fmla="*/ 102594 h 256288"/>
                <a:gd name="connsiteX75" fmla="*/ 244408 w 332942"/>
                <a:gd name="connsiteY75" fmla="*/ 94912 h 256288"/>
                <a:gd name="connsiteX76" fmla="*/ 241811 w 332942"/>
                <a:gd name="connsiteY76" fmla="*/ 88064 h 256288"/>
                <a:gd name="connsiteX77" fmla="*/ 232814 w 332942"/>
                <a:gd name="connsiteY77" fmla="*/ 78757 h 256288"/>
                <a:gd name="connsiteX78" fmla="*/ 226739 w 332942"/>
                <a:gd name="connsiteY78" fmla="*/ 75728 h 256288"/>
                <a:gd name="connsiteX79" fmla="*/ 226739 w 332942"/>
                <a:gd name="connsiteY79" fmla="*/ 72172 h 256288"/>
                <a:gd name="connsiteX80" fmla="*/ 222101 w 332942"/>
                <a:gd name="connsiteY80" fmla="*/ 66421 h 256288"/>
                <a:gd name="connsiteX81" fmla="*/ 220246 w 332942"/>
                <a:gd name="connsiteY81" fmla="*/ 61328 h 256288"/>
                <a:gd name="connsiteX82" fmla="*/ 209115 w 332942"/>
                <a:gd name="connsiteY82" fmla="*/ 62733 h 256288"/>
                <a:gd name="connsiteX83" fmla="*/ 208976 w 332942"/>
                <a:gd name="connsiteY83" fmla="*/ 62733 h 256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332942" h="256288">
                  <a:moveTo>
                    <a:pt x="208883" y="62865"/>
                  </a:moveTo>
                  <a:cubicBezTo>
                    <a:pt x="208373" y="62865"/>
                    <a:pt x="207956" y="62558"/>
                    <a:pt x="207770" y="62119"/>
                  </a:cubicBezTo>
                  <a:lnTo>
                    <a:pt x="204106" y="51890"/>
                  </a:lnTo>
                  <a:lnTo>
                    <a:pt x="159770" y="51890"/>
                  </a:lnTo>
                  <a:cubicBezTo>
                    <a:pt x="159491" y="51890"/>
                    <a:pt x="159213" y="51802"/>
                    <a:pt x="158981" y="51626"/>
                  </a:cubicBezTo>
                  <a:lnTo>
                    <a:pt x="122668" y="20896"/>
                  </a:lnTo>
                  <a:lnTo>
                    <a:pt x="111213" y="14048"/>
                  </a:lnTo>
                  <a:lnTo>
                    <a:pt x="92105" y="3556"/>
                  </a:lnTo>
                  <a:lnTo>
                    <a:pt x="73647" y="0"/>
                  </a:lnTo>
                  <a:lnTo>
                    <a:pt x="65067" y="2810"/>
                  </a:lnTo>
                  <a:lnTo>
                    <a:pt x="51061" y="7156"/>
                  </a:lnTo>
                  <a:lnTo>
                    <a:pt x="45218" y="13258"/>
                  </a:lnTo>
                  <a:lnTo>
                    <a:pt x="51386" y="24277"/>
                  </a:lnTo>
                  <a:cubicBezTo>
                    <a:pt x="51525" y="24540"/>
                    <a:pt x="51571" y="24847"/>
                    <a:pt x="51479" y="25155"/>
                  </a:cubicBezTo>
                  <a:lnTo>
                    <a:pt x="49531" y="30642"/>
                  </a:lnTo>
                  <a:lnTo>
                    <a:pt x="45589" y="37052"/>
                  </a:lnTo>
                  <a:cubicBezTo>
                    <a:pt x="45403" y="37315"/>
                    <a:pt x="45171" y="37491"/>
                    <a:pt x="44847" y="37578"/>
                  </a:cubicBezTo>
                  <a:lnTo>
                    <a:pt x="34412" y="39686"/>
                  </a:lnTo>
                  <a:lnTo>
                    <a:pt x="23838" y="51495"/>
                  </a:lnTo>
                  <a:cubicBezTo>
                    <a:pt x="23606" y="51758"/>
                    <a:pt x="23281" y="51890"/>
                    <a:pt x="22957" y="51890"/>
                  </a:cubicBezTo>
                  <a:cubicBezTo>
                    <a:pt x="22725" y="51890"/>
                    <a:pt x="22539" y="51846"/>
                    <a:pt x="22354" y="51714"/>
                  </a:cubicBezTo>
                  <a:lnTo>
                    <a:pt x="17252" y="48685"/>
                  </a:lnTo>
                  <a:lnTo>
                    <a:pt x="5797" y="48685"/>
                  </a:lnTo>
                  <a:cubicBezTo>
                    <a:pt x="5797" y="48685"/>
                    <a:pt x="5704" y="48641"/>
                    <a:pt x="5612" y="48597"/>
                  </a:cubicBezTo>
                  <a:lnTo>
                    <a:pt x="3757" y="59089"/>
                  </a:lnTo>
                  <a:lnTo>
                    <a:pt x="0" y="68704"/>
                  </a:lnTo>
                  <a:lnTo>
                    <a:pt x="8997" y="67869"/>
                  </a:lnTo>
                  <a:lnTo>
                    <a:pt x="42899" y="119189"/>
                  </a:lnTo>
                  <a:cubicBezTo>
                    <a:pt x="42899" y="119189"/>
                    <a:pt x="40858" y="123579"/>
                    <a:pt x="41740" y="123579"/>
                  </a:cubicBezTo>
                  <a:cubicBezTo>
                    <a:pt x="42621" y="123579"/>
                    <a:pt x="47537" y="132622"/>
                    <a:pt x="47537" y="132622"/>
                  </a:cubicBezTo>
                  <a:cubicBezTo>
                    <a:pt x="47537" y="132622"/>
                    <a:pt x="61450" y="133149"/>
                    <a:pt x="67850" y="153211"/>
                  </a:cubicBezTo>
                  <a:lnTo>
                    <a:pt x="72766" y="169103"/>
                  </a:lnTo>
                  <a:lnTo>
                    <a:pt x="71050" y="172396"/>
                  </a:lnTo>
                  <a:lnTo>
                    <a:pt x="72766" y="178717"/>
                  </a:lnTo>
                  <a:lnTo>
                    <a:pt x="73044" y="183634"/>
                  </a:lnTo>
                  <a:lnTo>
                    <a:pt x="82320" y="194609"/>
                  </a:lnTo>
                  <a:lnTo>
                    <a:pt x="88395" y="195970"/>
                  </a:lnTo>
                  <a:cubicBezTo>
                    <a:pt x="88395" y="195970"/>
                    <a:pt x="104905" y="215198"/>
                    <a:pt x="104905" y="217657"/>
                  </a:cubicBezTo>
                  <a:cubicBezTo>
                    <a:pt x="104905" y="220115"/>
                    <a:pt x="106065" y="223407"/>
                    <a:pt x="106065" y="223407"/>
                  </a:cubicBezTo>
                  <a:lnTo>
                    <a:pt x="110146" y="228324"/>
                  </a:lnTo>
                  <a:cubicBezTo>
                    <a:pt x="110146" y="228324"/>
                    <a:pt x="113624" y="236841"/>
                    <a:pt x="123503" y="242021"/>
                  </a:cubicBezTo>
                  <a:cubicBezTo>
                    <a:pt x="123503" y="242021"/>
                    <a:pt x="129346" y="252250"/>
                    <a:pt x="130552" y="256289"/>
                  </a:cubicBezTo>
                  <a:lnTo>
                    <a:pt x="137230" y="253172"/>
                  </a:lnTo>
                  <a:lnTo>
                    <a:pt x="135190" y="246367"/>
                  </a:lnTo>
                  <a:cubicBezTo>
                    <a:pt x="135097" y="246148"/>
                    <a:pt x="135143" y="245884"/>
                    <a:pt x="135236" y="245621"/>
                  </a:cubicBezTo>
                  <a:lnTo>
                    <a:pt x="137555" y="240485"/>
                  </a:lnTo>
                  <a:cubicBezTo>
                    <a:pt x="137787" y="240002"/>
                    <a:pt x="138297" y="239738"/>
                    <a:pt x="138854" y="239826"/>
                  </a:cubicBezTo>
                  <a:lnTo>
                    <a:pt x="146181" y="241275"/>
                  </a:lnTo>
                  <a:lnTo>
                    <a:pt x="150865" y="242372"/>
                  </a:lnTo>
                  <a:lnTo>
                    <a:pt x="192744" y="243075"/>
                  </a:lnTo>
                  <a:cubicBezTo>
                    <a:pt x="193115" y="243075"/>
                    <a:pt x="193486" y="243250"/>
                    <a:pt x="193672" y="243558"/>
                  </a:cubicBezTo>
                  <a:lnTo>
                    <a:pt x="197057" y="248167"/>
                  </a:lnTo>
                  <a:lnTo>
                    <a:pt x="204292" y="245840"/>
                  </a:lnTo>
                  <a:lnTo>
                    <a:pt x="214541" y="229729"/>
                  </a:lnTo>
                  <a:cubicBezTo>
                    <a:pt x="214541" y="229729"/>
                    <a:pt x="214773" y="229422"/>
                    <a:pt x="214959" y="229334"/>
                  </a:cubicBezTo>
                  <a:lnTo>
                    <a:pt x="228872" y="221651"/>
                  </a:lnTo>
                  <a:cubicBezTo>
                    <a:pt x="228872" y="221651"/>
                    <a:pt x="229150" y="221520"/>
                    <a:pt x="229289" y="221520"/>
                  </a:cubicBezTo>
                  <a:lnTo>
                    <a:pt x="276362" y="215330"/>
                  </a:lnTo>
                  <a:lnTo>
                    <a:pt x="322832" y="201282"/>
                  </a:lnTo>
                  <a:lnTo>
                    <a:pt x="332942" y="167259"/>
                  </a:lnTo>
                  <a:lnTo>
                    <a:pt x="327377" y="160016"/>
                  </a:lnTo>
                  <a:lnTo>
                    <a:pt x="284200" y="155318"/>
                  </a:lnTo>
                  <a:cubicBezTo>
                    <a:pt x="283829" y="155318"/>
                    <a:pt x="283504" y="155099"/>
                    <a:pt x="283319" y="154792"/>
                  </a:cubicBezTo>
                  <a:lnTo>
                    <a:pt x="270287" y="133105"/>
                  </a:lnTo>
                  <a:lnTo>
                    <a:pt x="266159" y="132578"/>
                  </a:lnTo>
                  <a:lnTo>
                    <a:pt x="266159" y="130647"/>
                  </a:lnTo>
                  <a:lnTo>
                    <a:pt x="267458" y="128013"/>
                  </a:lnTo>
                  <a:lnTo>
                    <a:pt x="262032" y="130120"/>
                  </a:lnTo>
                  <a:cubicBezTo>
                    <a:pt x="262032" y="130120"/>
                    <a:pt x="261753" y="130208"/>
                    <a:pt x="261568" y="130208"/>
                  </a:cubicBezTo>
                  <a:cubicBezTo>
                    <a:pt x="261197" y="130208"/>
                    <a:pt x="260779" y="130032"/>
                    <a:pt x="260594" y="129681"/>
                  </a:cubicBezTo>
                  <a:lnTo>
                    <a:pt x="254843" y="120813"/>
                  </a:lnTo>
                  <a:lnTo>
                    <a:pt x="252524" y="118530"/>
                  </a:lnTo>
                  <a:lnTo>
                    <a:pt x="252524" y="113877"/>
                  </a:lnTo>
                  <a:lnTo>
                    <a:pt x="244408" y="103429"/>
                  </a:lnTo>
                  <a:lnTo>
                    <a:pt x="247005" y="102594"/>
                  </a:lnTo>
                  <a:cubicBezTo>
                    <a:pt x="247005" y="102594"/>
                    <a:pt x="250205" y="98204"/>
                    <a:pt x="244408" y="94912"/>
                  </a:cubicBezTo>
                  <a:cubicBezTo>
                    <a:pt x="244408" y="94912"/>
                    <a:pt x="248443" y="91356"/>
                    <a:pt x="241811" y="88064"/>
                  </a:cubicBezTo>
                  <a:cubicBezTo>
                    <a:pt x="241811" y="88064"/>
                    <a:pt x="234298" y="85342"/>
                    <a:pt x="232814" y="78757"/>
                  </a:cubicBezTo>
                  <a:lnTo>
                    <a:pt x="226739" y="75728"/>
                  </a:lnTo>
                  <a:lnTo>
                    <a:pt x="226739" y="72172"/>
                  </a:lnTo>
                  <a:lnTo>
                    <a:pt x="222101" y="66421"/>
                  </a:lnTo>
                  <a:lnTo>
                    <a:pt x="220246" y="61328"/>
                  </a:lnTo>
                  <a:lnTo>
                    <a:pt x="209115" y="62733"/>
                  </a:lnTo>
                  <a:cubicBezTo>
                    <a:pt x="209115" y="62733"/>
                    <a:pt x="209022" y="62733"/>
                    <a:pt x="208976" y="6273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0" name="Freeform: Shape 2199">
              <a:extLst>
                <a:ext uri="{FF2B5EF4-FFF2-40B4-BE49-F238E27FC236}">
                  <a16:creationId xmlns:a16="http://schemas.microsoft.com/office/drawing/2014/main" id="{39138DF7-7BC2-7FAF-143C-07C2201A21D0}"/>
                </a:ext>
              </a:extLst>
            </p:cNvPr>
            <p:cNvSpPr>
              <a:spLocks/>
            </p:cNvSpPr>
            <p:nvPr/>
          </p:nvSpPr>
          <p:spPr>
            <a:xfrm>
              <a:off x="6605614" y="3173584"/>
              <a:ext cx="225809" cy="220038"/>
            </a:xfrm>
            <a:custGeom>
              <a:avLst/>
              <a:gdLst>
                <a:gd name="connsiteX0" fmla="*/ 144883 w 151282"/>
                <a:gd name="connsiteY0" fmla="*/ 125071 h 147416"/>
                <a:gd name="connsiteX1" fmla="*/ 144883 w 151282"/>
                <a:gd name="connsiteY1" fmla="*/ 116291 h 147416"/>
                <a:gd name="connsiteX2" fmla="*/ 138715 w 151282"/>
                <a:gd name="connsiteY2" fmla="*/ 116291 h 147416"/>
                <a:gd name="connsiteX3" fmla="*/ 137787 w 151282"/>
                <a:gd name="connsiteY3" fmla="*/ 115896 h 147416"/>
                <a:gd name="connsiteX4" fmla="*/ 137555 w 151282"/>
                <a:gd name="connsiteY4" fmla="*/ 114974 h 147416"/>
                <a:gd name="connsiteX5" fmla="*/ 137972 w 151282"/>
                <a:gd name="connsiteY5" fmla="*/ 113218 h 147416"/>
                <a:gd name="connsiteX6" fmla="*/ 134819 w 151282"/>
                <a:gd name="connsiteY6" fmla="*/ 113218 h 147416"/>
                <a:gd name="connsiteX7" fmla="*/ 136859 w 151282"/>
                <a:gd name="connsiteY7" fmla="*/ 105272 h 147416"/>
                <a:gd name="connsiteX8" fmla="*/ 140199 w 151282"/>
                <a:gd name="connsiteY8" fmla="*/ 104263 h 147416"/>
                <a:gd name="connsiteX9" fmla="*/ 140199 w 151282"/>
                <a:gd name="connsiteY9" fmla="*/ 104043 h 147416"/>
                <a:gd name="connsiteX10" fmla="*/ 136488 w 151282"/>
                <a:gd name="connsiteY10" fmla="*/ 97458 h 147416"/>
                <a:gd name="connsiteX11" fmla="*/ 136349 w 151282"/>
                <a:gd name="connsiteY11" fmla="*/ 96931 h 147416"/>
                <a:gd name="connsiteX12" fmla="*/ 136349 w 151282"/>
                <a:gd name="connsiteY12" fmla="*/ 91795 h 147416"/>
                <a:gd name="connsiteX13" fmla="*/ 131712 w 151282"/>
                <a:gd name="connsiteY13" fmla="*/ 91795 h 147416"/>
                <a:gd name="connsiteX14" fmla="*/ 130923 w 151282"/>
                <a:gd name="connsiteY14" fmla="*/ 91532 h 147416"/>
                <a:gd name="connsiteX15" fmla="*/ 121601 w 151282"/>
                <a:gd name="connsiteY15" fmla="*/ 83761 h 147416"/>
                <a:gd name="connsiteX16" fmla="*/ 115851 w 151282"/>
                <a:gd name="connsiteY16" fmla="*/ 83761 h 147416"/>
                <a:gd name="connsiteX17" fmla="*/ 115108 w 151282"/>
                <a:gd name="connsiteY17" fmla="*/ 83498 h 147416"/>
                <a:gd name="connsiteX18" fmla="*/ 112418 w 151282"/>
                <a:gd name="connsiteY18" fmla="*/ 81303 h 147416"/>
                <a:gd name="connsiteX19" fmla="*/ 112094 w 151282"/>
                <a:gd name="connsiteY19" fmla="*/ 80030 h 147416"/>
                <a:gd name="connsiteX20" fmla="*/ 114505 w 151282"/>
                <a:gd name="connsiteY20" fmla="*/ 74498 h 147416"/>
                <a:gd name="connsiteX21" fmla="*/ 111537 w 151282"/>
                <a:gd name="connsiteY21" fmla="*/ 71689 h 147416"/>
                <a:gd name="connsiteX22" fmla="*/ 106992 w 151282"/>
                <a:gd name="connsiteY22" fmla="*/ 71689 h 147416"/>
                <a:gd name="connsiteX23" fmla="*/ 106065 w 151282"/>
                <a:gd name="connsiteY23" fmla="*/ 71250 h 147416"/>
                <a:gd name="connsiteX24" fmla="*/ 101056 w 151282"/>
                <a:gd name="connsiteY24" fmla="*/ 65016 h 147416"/>
                <a:gd name="connsiteX25" fmla="*/ 100917 w 151282"/>
                <a:gd name="connsiteY25" fmla="*/ 63875 h 147416"/>
                <a:gd name="connsiteX26" fmla="*/ 104117 w 151282"/>
                <a:gd name="connsiteY26" fmla="*/ 57816 h 147416"/>
                <a:gd name="connsiteX27" fmla="*/ 102076 w 151282"/>
                <a:gd name="connsiteY27" fmla="*/ 54304 h 147416"/>
                <a:gd name="connsiteX28" fmla="*/ 101984 w 151282"/>
                <a:gd name="connsiteY28" fmla="*/ 53426 h 147416"/>
                <a:gd name="connsiteX29" fmla="*/ 102586 w 151282"/>
                <a:gd name="connsiteY29" fmla="*/ 52768 h 147416"/>
                <a:gd name="connsiteX30" fmla="*/ 105601 w 151282"/>
                <a:gd name="connsiteY30" fmla="*/ 51451 h 147416"/>
                <a:gd name="connsiteX31" fmla="*/ 107781 w 151282"/>
                <a:gd name="connsiteY31" fmla="*/ 45788 h 147416"/>
                <a:gd name="connsiteX32" fmla="*/ 107781 w 151282"/>
                <a:gd name="connsiteY32" fmla="*/ 42276 h 147416"/>
                <a:gd name="connsiteX33" fmla="*/ 108940 w 151282"/>
                <a:gd name="connsiteY33" fmla="*/ 41178 h 147416"/>
                <a:gd name="connsiteX34" fmla="*/ 114134 w 151282"/>
                <a:gd name="connsiteY34" fmla="*/ 41178 h 147416"/>
                <a:gd name="connsiteX35" fmla="*/ 111259 w 151282"/>
                <a:gd name="connsiteY35" fmla="*/ 33891 h 147416"/>
                <a:gd name="connsiteX36" fmla="*/ 111723 w 151282"/>
                <a:gd name="connsiteY36" fmla="*/ 32574 h 147416"/>
                <a:gd name="connsiteX37" fmla="*/ 115387 w 151282"/>
                <a:gd name="connsiteY37" fmla="*/ 30335 h 147416"/>
                <a:gd name="connsiteX38" fmla="*/ 108987 w 151282"/>
                <a:gd name="connsiteY38" fmla="*/ 30335 h 147416"/>
                <a:gd name="connsiteX39" fmla="*/ 108013 w 151282"/>
                <a:gd name="connsiteY39" fmla="*/ 29852 h 147416"/>
                <a:gd name="connsiteX40" fmla="*/ 106297 w 151282"/>
                <a:gd name="connsiteY40" fmla="*/ 27394 h 147416"/>
                <a:gd name="connsiteX41" fmla="*/ 101102 w 151282"/>
                <a:gd name="connsiteY41" fmla="*/ 27394 h 147416"/>
                <a:gd name="connsiteX42" fmla="*/ 100175 w 151282"/>
                <a:gd name="connsiteY42" fmla="*/ 26955 h 147416"/>
                <a:gd name="connsiteX43" fmla="*/ 99989 w 151282"/>
                <a:gd name="connsiteY43" fmla="*/ 25989 h 147416"/>
                <a:gd name="connsiteX44" fmla="*/ 101984 w 151282"/>
                <a:gd name="connsiteY44" fmla="*/ 20062 h 147416"/>
                <a:gd name="connsiteX45" fmla="*/ 97717 w 151282"/>
                <a:gd name="connsiteY45" fmla="*/ 21511 h 147416"/>
                <a:gd name="connsiteX46" fmla="*/ 96650 w 151282"/>
                <a:gd name="connsiteY46" fmla="*/ 21379 h 147416"/>
                <a:gd name="connsiteX47" fmla="*/ 96140 w 151282"/>
                <a:gd name="connsiteY47" fmla="*/ 20501 h 147416"/>
                <a:gd name="connsiteX48" fmla="*/ 96140 w 151282"/>
                <a:gd name="connsiteY48" fmla="*/ 12687 h 147416"/>
                <a:gd name="connsiteX49" fmla="*/ 92755 w 151282"/>
                <a:gd name="connsiteY49" fmla="*/ 10712 h 147416"/>
                <a:gd name="connsiteX50" fmla="*/ 92198 w 151282"/>
                <a:gd name="connsiteY50" fmla="*/ 9790 h 147416"/>
                <a:gd name="connsiteX51" fmla="*/ 92198 w 151282"/>
                <a:gd name="connsiteY51" fmla="*/ 5444 h 147416"/>
                <a:gd name="connsiteX52" fmla="*/ 86401 w 151282"/>
                <a:gd name="connsiteY52" fmla="*/ 10580 h 147416"/>
                <a:gd name="connsiteX53" fmla="*/ 85613 w 151282"/>
                <a:gd name="connsiteY53" fmla="*/ 10887 h 147416"/>
                <a:gd name="connsiteX54" fmla="*/ 85288 w 151282"/>
                <a:gd name="connsiteY54" fmla="*/ 10887 h 147416"/>
                <a:gd name="connsiteX55" fmla="*/ 84500 w 151282"/>
                <a:gd name="connsiteY55" fmla="*/ 10097 h 147416"/>
                <a:gd name="connsiteX56" fmla="*/ 82784 w 151282"/>
                <a:gd name="connsiteY56" fmla="*/ 4039 h 147416"/>
                <a:gd name="connsiteX57" fmla="*/ 69380 w 151282"/>
                <a:gd name="connsiteY57" fmla="*/ 4039 h 147416"/>
                <a:gd name="connsiteX58" fmla="*/ 68731 w 151282"/>
                <a:gd name="connsiteY58" fmla="*/ 3863 h 147416"/>
                <a:gd name="connsiteX59" fmla="*/ 62609 w 151282"/>
                <a:gd name="connsiteY59" fmla="*/ 0 h 147416"/>
                <a:gd name="connsiteX60" fmla="*/ 55560 w 151282"/>
                <a:gd name="connsiteY60" fmla="*/ 7156 h 147416"/>
                <a:gd name="connsiteX61" fmla="*/ 55560 w 151282"/>
                <a:gd name="connsiteY61" fmla="*/ 7156 h 147416"/>
                <a:gd name="connsiteX62" fmla="*/ 55560 w 151282"/>
                <a:gd name="connsiteY62" fmla="*/ 7156 h 147416"/>
                <a:gd name="connsiteX63" fmla="*/ 47815 w 151282"/>
                <a:gd name="connsiteY63" fmla="*/ 14707 h 147416"/>
                <a:gd name="connsiteX64" fmla="*/ 47537 w 151282"/>
                <a:gd name="connsiteY64" fmla="*/ 14882 h 147416"/>
                <a:gd name="connsiteX65" fmla="*/ 39421 w 151282"/>
                <a:gd name="connsiteY65" fmla="*/ 19272 h 147416"/>
                <a:gd name="connsiteX66" fmla="*/ 38864 w 151282"/>
                <a:gd name="connsiteY66" fmla="*/ 19404 h 147416"/>
                <a:gd name="connsiteX67" fmla="*/ 38308 w 151282"/>
                <a:gd name="connsiteY67" fmla="*/ 19404 h 147416"/>
                <a:gd name="connsiteX68" fmla="*/ 40441 w 151282"/>
                <a:gd name="connsiteY68" fmla="*/ 32091 h 147416"/>
                <a:gd name="connsiteX69" fmla="*/ 40441 w 151282"/>
                <a:gd name="connsiteY69" fmla="*/ 32398 h 147416"/>
                <a:gd name="connsiteX70" fmla="*/ 38122 w 151282"/>
                <a:gd name="connsiteY70" fmla="*/ 48422 h 147416"/>
                <a:gd name="connsiteX71" fmla="*/ 37937 w 151282"/>
                <a:gd name="connsiteY71" fmla="*/ 48905 h 147416"/>
                <a:gd name="connsiteX72" fmla="*/ 31769 w 151282"/>
                <a:gd name="connsiteY72" fmla="*/ 57333 h 147416"/>
                <a:gd name="connsiteX73" fmla="*/ 31397 w 151282"/>
                <a:gd name="connsiteY73" fmla="*/ 57641 h 147416"/>
                <a:gd name="connsiteX74" fmla="*/ 0 w 151282"/>
                <a:gd name="connsiteY74" fmla="*/ 74937 h 147416"/>
                <a:gd name="connsiteX75" fmla="*/ 2968 w 151282"/>
                <a:gd name="connsiteY75" fmla="*/ 86439 h 147416"/>
                <a:gd name="connsiteX76" fmla="*/ 2968 w 151282"/>
                <a:gd name="connsiteY76" fmla="*/ 89161 h 147416"/>
                <a:gd name="connsiteX77" fmla="*/ 6585 w 151282"/>
                <a:gd name="connsiteY77" fmla="*/ 90829 h 147416"/>
                <a:gd name="connsiteX78" fmla="*/ 7188 w 151282"/>
                <a:gd name="connsiteY78" fmla="*/ 92058 h 147416"/>
                <a:gd name="connsiteX79" fmla="*/ 6307 w 151282"/>
                <a:gd name="connsiteY79" fmla="*/ 95702 h 147416"/>
                <a:gd name="connsiteX80" fmla="*/ 24070 w 151282"/>
                <a:gd name="connsiteY80" fmla="*/ 99126 h 147416"/>
                <a:gd name="connsiteX81" fmla="*/ 24441 w 151282"/>
                <a:gd name="connsiteY81" fmla="*/ 99258 h 147416"/>
                <a:gd name="connsiteX82" fmla="*/ 43780 w 151282"/>
                <a:gd name="connsiteY82" fmla="*/ 109882 h 147416"/>
                <a:gd name="connsiteX83" fmla="*/ 55421 w 151282"/>
                <a:gd name="connsiteY83" fmla="*/ 116862 h 147416"/>
                <a:gd name="connsiteX84" fmla="*/ 91549 w 151282"/>
                <a:gd name="connsiteY84" fmla="*/ 147417 h 147416"/>
                <a:gd name="connsiteX85" fmla="*/ 121369 w 151282"/>
                <a:gd name="connsiteY85" fmla="*/ 147417 h 147416"/>
                <a:gd name="connsiteX86" fmla="*/ 130691 w 151282"/>
                <a:gd name="connsiteY86" fmla="*/ 132227 h 147416"/>
                <a:gd name="connsiteX87" fmla="*/ 131712 w 151282"/>
                <a:gd name="connsiteY87" fmla="*/ 131700 h 147416"/>
                <a:gd name="connsiteX88" fmla="*/ 144465 w 151282"/>
                <a:gd name="connsiteY88" fmla="*/ 131700 h 147416"/>
                <a:gd name="connsiteX89" fmla="*/ 145068 w 151282"/>
                <a:gd name="connsiteY89" fmla="*/ 131876 h 147416"/>
                <a:gd name="connsiteX90" fmla="*/ 150912 w 151282"/>
                <a:gd name="connsiteY90" fmla="*/ 135388 h 147416"/>
                <a:gd name="connsiteX91" fmla="*/ 151283 w 151282"/>
                <a:gd name="connsiteY91" fmla="*/ 134071 h 147416"/>
                <a:gd name="connsiteX92" fmla="*/ 145022 w 151282"/>
                <a:gd name="connsiteY92" fmla="*/ 125730 h 147416"/>
                <a:gd name="connsiteX93" fmla="*/ 144790 w 151282"/>
                <a:gd name="connsiteY93" fmla="*/ 125115 h 147416"/>
                <a:gd name="connsiteX94" fmla="*/ 68175 w 151282"/>
                <a:gd name="connsiteY94" fmla="*/ 57553 h 147416"/>
                <a:gd name="connsiteX95" fmla="*/ 74575 w 151282"/>
                <a:gd name="connsiteY95" fmla="*/ 67123 h 147416"/>
                <a:gd name="connsiteX96" fmla="*/ 68175 w 151282"/>
                <a:gd name="connsiteY96" fmla="*/ 67123 h 147416"/>
                <a:gd name="connsiteX97" fmla="*/ 68175 w 151282"/>
                <a:gd name="connsiteY97" fmla="*/ 57553 h 147416"/>
                <a:gd name="connsiteX98" fmla="*/ 71931 w 151282"/>
                <a:gd name="connsiteY98" fmla="*/ 84683 h 147416"/>
                <a:gd name="connsiteX99" fmla="*/ 74250 w 151282"/>
                <a:gd name="connsiteY99" fmla="*/ 81391 h 147416"/>
                <a:gd name="connsiteX100" fmla="*/ 77125 w 151282"/>
                <a:gd name="connsiteY100" fmla="*/ 87976 h 147416"/>
                <a:gd name="connsiteX101" fmla="*/ 71931 w 151282"/>
                <a:gd name="connsiteY101" fmla="*/ 84683 h 147416"/>
                <a:gd name="connsiteX102" fmla="*/ 128465 w 151282"/>
                <a:gd name="connsiteY102" fmla="*/ 117301 h 147416"/>
                <a:gd name="connsiteX103" fmla="*/ 125265 w 151282"/>
                <a:gd name="connsiteY103" fmla="*/ 113174 h 147416"/>
                <a:gd name="connsiteX104" fmla="*/ 128465 w 151282"/>
                <a:gd name="connsiteY104" fmla="*/ 111243 h 147416"/>
                <a:gd name="connsiteX105" fmla="*/ 132825 w 151282"/>
                <a:gd name="connsiteY105" fmla="*/ 115896 h 147416"/>
                <a:gd name="connsiteX106" fmla="*/ 128465 w 151282"/>
                <a:gd name="connsiteY106" fmla="*/ 117257 h 147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151282" h="147416">
                  <a:moveTo>
                    <a:pt x="144883" y="125071"/>
                  </a:moveTo>
                  <a:lnTo>
                    <a:pt x="144883" y="116291"/>
                  </a:lnTo>
                  <a:lnTo>
                    <a:pt x="138715" y="116291"/>
                  </a:lnTo>
                  <a:cubicBezTo>
                    <a:pt x="138343" y="116291"/>
                    <a:pt x="138019" y="116116"/>
                    <a:pt x="137787" y="115896"/>
                  </a:cubicBezTo>
                  <a:cubicBezTo>
                    <a:pt x="137555" y="115633"/>
                    <a:pt x="137509" y="115282"/>
                    <a:pt x="137555" y="114974"/>
                  </a:cubicBezTo>
                  <a:lnTo>
                    <a:pt x="137972" y="113218"/>
                  </a:lnTo>
                  <a:lnTo>
                    <a:pt x="134819" y="113218"/>
                  </a:lnTo>
                  <a:lnTo>
                    <a:pt x="136859" y="105272"/>
                  </a:lnTo>
                  <a:lnTo>
                    <a:pt x="140199" y="104263"/>
                  </a:lnTo>
                  <a:lnTo>
                    <a:pt x="140199" y="104043"/>
                  </a:lnTo>
                  <a:cubicBezTo>
                    <a:pt x="140199" y="104043"/>
                    <a:pt x="136488" y="97458"/>
                    <a:pt x="136488" y="97458"/>
                  </a:cubicBezTo>
                  <a:cubicBezTo>
                    <a:pt x="136396" y="97283"/>
                    <a:pt x="136349" y="97107"/>
                    <a:pt x="136349" y="96931"/>
                  </a:cubicBezTo>
                  <a:lnTo>
                    <a:pt x="136349" y="91795"/>
                  </a:lnTo>
                  <a:lnTo>
                    <a:pt x="131712" y="91795"/>
                  </a:lnTo>
                  <a:cubicBezTo>
                    <a:pt x="131433" y="91795"/>
                    <a:pt x="131155" y="91707"/>
                    <a:pt x="130923" y="91532"/>
                  </a:cubicBezTo>
                  <a:lnTo>
                    <a:pt x="121601" y="83761"/>
                  </a:lnTo>
                  <a:lnTo>
                    <a:pt x="115851" y="83761"/>
                  </a:lnTo>
                  <a:cubicBezTo>
                    <a:pt x="115572" y="83761"/>
                    <a:pt x="115294" y="83674"/>
                    <a:pt x="115108" y="83498"/>
                  </a:cubicBezTo>
                  <a:lnTo>
                    <a:pt x="112418" y="81303"/>
                  </a:lnTo>
                  <a:cubicBezTo>
                    <a:pt x="112048" y="80996"/>
                    <a:pt x="111908" y="80513"/>
                    <a:pt x="112094" y="80030"/>
                  </a:cubicBezTo>
                  <a:lnTo>
                    <a:pt x="114505" y="74498"/>
                  </a:lnTo>
                  <a:lnTo>
                    <a:pt x="111537" y="71689"/>
                  </a:lnTo>
                  <a:lnTo>
                    <a:pt x="106992" y="71689"/>
                  </a:lnTo>
                  <a:cubicBezTo>
                    <a:pt x="106621" y="71689"/>
                    <a:pt x="106297" y="71513"/>
                    <a:pt x="106065" y="71250"/>
                  </a:cubicBezTo>
                  <a:lnTo>
                    <a:pt x="101056" y="65016"/>
                  </a:lnTo>
                  <a:cubicBezTo>
                    <a:pt x="100778" y="64665"/>
                    <a:pt x="100732" y="64226"/>
                    <a:pt x="100917" y="63875"/>
                  </a:cubicBezTo>
                  <a:lnTo>
                    <a:pt x="104117" y="57816"/>
                  </a:lnTo>
                  <a:lnTo>
                    <a:pt x="102076" y="54304"/>
                  </a:lnTo>
                  <a:cubicBezTo>
                    <a:pt x="101937" y="54041"/>
                    <a:pt x="101891" y="53734"/>
                    <a:pt x="101984" y="53426"/>
                  </a:cubicBezTo>
                  <a:cubicBezTo>
                    <a:pt x="102076" y="53119"/>
                    <a:pt x="102308" y="52900"/>
                    <a:pt x="102586" y="52768"/>
                  </a:cubicBezTo>
                  <a:lnTo>
                    <a:pt x="105601" y="51451"/>
                  </a:lnTo>
                  <a:lnTo>
                    <a:pt x="107781" y="45788"/>
                  </a:lnTo>
                  <a:lnTo>
                    <a:pt x="107781" y="42276"/>
                  </a:lnTo>
                  <a:cubicBezTo>
                    <a:pt x="107781" y="41661"/>
                    <a:pt x="108291" y="41178"/>
                    <a:pt x="108940" y="41178"/>
                  </a:cubicBezTo>
                  <a:lnTo>
                    <a:pt x="114134" y="41178"/>
                  </a:lnTo>
                  <a:lnTo>
                    <a:pt x="111259" y="33891"/>
                  </a:lnTo>
                  <a:cubicBezTo>
                    <a:pt x="111074" y="33408"/>
                    <a:pt x="111259" y="32881"/>
                    <a:pt x="111723" y="32574"/>
                  </a:cubicBezTo>
                  <a:lnTo>
                    <a:pt x="115387" y="30335"/>
                  </a:lnTo>
                  <a:lnTo>
                    <a:pt x="108987" y="30335"/>
                  </a:lnTo>
                  <a:cubicBezTo>
                    <a:pt x="108615" y="30335"/>
                    <a:pt x="108245" y="30159"/>
                    <a:pt x="108013" y="29852"/>
                  </a:cubicBezTo>
                  <a:lnTo>
                    <a:pt x="106297" y="27394"/>
                  </a:lnTo>
                  <a:lnTo>
                    <a:pt x="101102" y="27394"/>
                  </a:lnTo>
                  <a:cubicBezTo>
                    <a:pt x="100732" y="27394"/>
                    <a:pt x="100360" y="27218"/>
                    <a:pt x="100175" y="26955"/>
                  </a:cubicBezTo>
                  <a:cubicBezTo>
                    <a:pt x="99943" y="26691"/>
                    <a:pt x="99897" y="26296"/>
                    <a:pt x="99989" y="25989"/>
                  </a:cubicBezTo>
                  <a:lnTo>
                    <a:pt x="101984" y="20062"/>
                  </a:lnTo>
                  <a:lnTo>
                    <a:pt x="97717" y="21511"/>
                  </a:lnTo>
                  <a:cubicBezTo>
                    <a:pt x="97392" y="21643"/>
                    <a:pt x="96975" y="21599"/>
                    <a:pt x="96650" y="21379"/>
                  </a:cubicBezTo>
                  <a:cubicBezTo>
                    <a:pt x="96326" y="21160"/>
                    <a:pt x="96140" y="20853"/>
                    <a:pt x="96140" y="20501"/>
                  </a:cubicBezTo>
                  <a:lnTo>
                    <a:pt x="96140" y="12687"/>
                  </a:lnTo>
                  <a:lnTo>
                    <a:pt x="92755" y="10712"/>
                  </a:lnTo>
                  <a:cubicBezTo>
                    <a:pt x="92430" y="10492"/>
                    <a:pt x="92198" y="10141"/>
                    <a:pt x="92198" y="9790"/>
                  </a:cubicBezTo>
                  <a:lnTo>
                    <a:pt x="92198" y="5444"/>
                  </a:lnTo>
                  <a:lnTo>
                    <a:pt x="86401" y="10580"/>
                  </a:lnTo>
                  <a:cubicBezTo>
                    <a:pt x="86401" y="10580"/>
                    <a:pt x="85891" y="10887"/>
                    <a:pt x="85613" y="10887"/>
                  </a:cubicBezTo>
                  <a:cubicBezTo>
                    <a:pt x="85520" y="10887"/>
                    <a:pt x="85381" y="10887"/>
                    <a:pt x="85288" y="10887"/>
                  </a:cubicBezTo>
                  <a:cubicBezTo>
                    <a:pt x="84917" y="10799"/>
                    <a:pt x="84592" y="10492"/>
                    <a:pt x="84500" y="10097"/>
                  </a:cubicBezTo>
                  <a:lnTo>
                    <a:pt x="82784" y="4039"/>
                  </a:lnTo>
                  <a:lnTo>
                    <a:pt x="69380" y="4039"/>
                  </a:lnTo>
                  <a:cubicBezTo>
                    <a:pt x="69380" y="4039"/>
                    <a:pt x="68917" y="3995"/>
                    <a:pt x="68731" y="3863"/>
                  </a:cubicBezTo>
                  <a:lnTo>
                    <a:pt x="62609" y="0"/>
                  </a:lnTo>
                  <a:lnTo>
                    <a:pt x="55560" y="7156"/>
                  </a:lnTo>
                  <a:cubicBezTo>
                    <a:pt x="55560" y="7156"/>
                    <a:pt x="55560" y="7156"/>
                    <a:pt x="55560" y="7156"/>
                  </a:cubicBezTo>
                  <a:cubicBezTo>
                    <a:pt x="55560" y="7156"/>
                    <a:pt x="55560" y="7156"/>
                    <a:pt x="55560" y="7156"/>
                  </a:cubicBezTo>
                  <a:lnTo>
                    <a:pt x="47815" y="14707"/>
                  </a:lnTo>
                  <a:cubicBezTo>
                    <a:pt x="47815" y="14707"/>
                    <a:pt x="47630" y="14838"/>
                    <a:pt x="47537" y="14882"/>
                  </a:cubicBezTo>
                  <a:lnTo>
                    <a:pt x="39421" y="19272"/>
                  </a:lnTo>
                  <a:cubicBezTo>
                    <a:pt x="39421" y="19272"/>
                    <a:pt x="39050" y="19404"/>
                    <a:pt x="38864" y="19404"/>
                  </a:cubicBezTo>
                  <a:lnTo>
                    <a:pt x="38308" y="19404"/>
                  </a:lnTo>
                  <a:lnTo>
                    <a:pt x="40441" y="32091"/>
                  </a:lnTo>
                  <a:cubicBezTo>
                    <a:pt x="40441" y="32091"/>
                    <a:pt x="40441" y="32311"/>
                    <a:pt x="40441" y="32398"/>
                  </a:cubicBezTo>
                  <a:lnTo>
                    <a:pt x="38122" y="48422"/>
                  </a:lnTo>
                  <a:cubicBezTo>
                    <a:pt x="38122" y="48422"/>
                    <a:pt x="38029" y="48773"/>
                    <a:pt x="37937" y="48905"/>
                  </a:cubicBezTo>
                  <a:lnTo>
                    <a:pt x="31769" y="57333"/>
                  </a:lnTo>
                  <a:cubicBezTo>
                    <a:pt x="31769" y="57333"/>
                    <a:pt x="31536" y="57553"/>
                    <a:pt x="31397" y="57641"/>
                  </a:cubicBezTo>
                  <a:lnTo>
                    <a:pt x="0" y="74937"/>
                  </a:lnTo>
                  <a:lnTo>
                    <a:pt x="2968" y="86439"/>
                  </a:lnTo>
                  <a:lnTo>
                    <a:pt x="2968" y="89161"/>
                  </a:lnTo>
                  <a:cubicBezTo>
                    <a:pt x="2968" y="89161"/>
                    <a:pt x="6585" y="90829"/>
                    <a:pt x="6585" y="90829"/>
                  </a:cubicBezTo>
                  <a:cubicBezTo>
                    <a:pt x="7049" y="91049"/>
                    <a:pt x="7328" y="91576"/>
                    <a:pt x="7188" y="92058"/>
                  </a:cubicBezTo>
                  <a:lnTo>
                    <a:pt x="6307" y="95702"/>
                  </a:lnTo>
                  <a:lnTo>
                    <a:pt x="24070" y="99126"/>
                  </a:lnTo>
                  <a:cubicBezTo>
                    <a:pt x="24070" y="99126"/>
                    <a:pt x="24302" y="99214"/>
                    <a:pt x="24441" y="99258"/>
                  </a:cubicBezTo>
                  <a:lnTo>
                    <a:pt x="43780" y="109882"/>
                  </a:lnTo>
                  <a:lnTo>
                    <a:pt x="55421" y="116862"/>
                  </a:lnTo>
                  <a:lnTo>
                    <a:pt x="91549" y="147417"/>
                  </a:lnTo>
                  <a:lnTo>
                    <a:pt x="121369" y="147417"/>
                  </a:lnTo>
                  <a:lnTo>
                    <a:pt x="130691" y="132227"/>
                  </a:lnTo>
                  <a:cubicBezTo>
                    <a:pt x="130877" y="131876"/>
                    <a:pt x="131294" y="131700"/>
                    <a:pt x="131712" y="131700"/>
                  </a:cubicBezTo>
                  <a:lnTo>
                    <a:pt x="144465" y="131700"/>
                  </a:lnTo>
                  <a:cubicBezTo>
                    <a:pt x="144465" y="131700"/>
                    <a:pt x="144883" y="131744"/>
                    <a:pt x="145068" y="131876"/>
                  </a:cubicBezTo>
                  <a:lnTo>
                    <a:pt x="150912" y="135388"/>
                  </a:lnTo>
                  <a:cubicBezTo>
                    <a:pt x="151051" y="134949"/>
                    <a:pt x="151190" y="134554"/>
                    <a:pt x="151283" y="134071"/>
                  </a:cubicBezTo>
                  <a:lnTo>
                    <a:pt x="145022" y="125730"/>
                  </a:lnTo>
                  <a:cubicBezTo>
                    <a:pt x="145022" y="125730"/>
                    <a:pt x="144790" y="125335"/>
                    <a:pt x="144790" y="125115"/>
                  </a:cubicBezTo>
                  <a:close/>
                  <a:moveTo>
                    <a:pt x="68175" y="57553"/>
                  </a:moveTo>
                  <a:lnTo>
                    <a:pt x="74575" y="67123"/>
                  </a:lnTo>
                  <a:lnTo>
                    <a:pt x="68175" y="67123"/>
                  </a:lnTo>
                  <a:lnTo>
                    <a:pt x="68175" y="57553"/>
                  </a:lnTo>
                  <a:close/>
                  <a:moveTo>
                    <a:pt x="71931" y="84683"/>
                  </a:moveTo>
                  <a:lnTo>
                    <a:pt x="74250" y="81391"/>
                  </a:lnTo>
                  <a:lnTo>
                    <a:pt x="77125" y="87976"/>
                  </a:lnTo>
                  <a:lnTo>
                    <a:pt x="71931" y="84683"/>
                  </a:lnTo>
                  <a:close/>
                  <a:moveTo>
                    <a:pt x="128465" y="117301"/>
                  </a:moveTo>
                  <a:lnTo>
                    <a:pt x="125265" y="113174"/>
                  </a:lnTo>
                  <a:lnTo>
                    <a:pt x="128465" y="111243"/>
                  </a:lnTo>
                  <a:lnTo>
                    <a:pt x="132825" y="115896"/>
                  </a:lnTo>
                  <a:lnTo>
                    <a:pt x="128465" y="11725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1" name="Freeform: Shape 2200">
              <a:extLst>
                <a:ext uri="{FF2B5EF4-FFF2-40B4-BE49-F238E27FC236}">
                  <a16:creationId xmlns:a16="http://schemas.microsoft.com/office/drawing/2014/main" id="{181E4235-63B8-40A7-66AE-44F123191CAE}"/>
                </a:ext>
              </a:extLst>
            </p:cNvPr>
            <p:cNvSpPr>
              <a:spLocks/>
            </p:cNvSpPr>
            <p:nvPr/>
          </p:nvSpPr>
          <p:spPr>
            <a:xfrm>
              <a:off x="6728834" y="3109826"/>
              <a:ext cx="454179" cy="388376"/>
            </a:xfrm>
            <a:custGeom>
              <a:avLst/>
              <a:gdLst>
                <a:gd name="connsiteX0" fmla="*/ 276872 w 304281"/>
                <a:gd name="connsiteY0" fmla="*/ 249089 h 260195"/>
                <a:gd name="connsiteX1" fmla="*/ 281139 w 304281"/>
                <a:gd name="connsiteY1" fmla="*/ 246411 h 260195"/>
                <a:gd name="connsiteX2" fmla="*/ 281139 w 304281"/>
                <a:gd name="connsiteY2" fmla="*/ 239607 h 260195"/>
                <a:gd name="connsiteX3" fmla="*/ 282298 w 304281"/>
                <a:gd name="connsiteY3" fmla="*/ 238509 h 260195"/>
                <a:gd name="connsiteX4" fmla="*/ 285313 w 304281"/>
                <a:gd name="connsiteY4" fmla="*/ 238509 h 260195"/>
                <a:gd name="connsiteX5" fmla="*/ 289626 w 304281"/>
                <a:gd name="connsiteY5" fmla="*/ 232670 h 260195"/>
                <a:gd name="connsiteX6" fmla="*/ 290600 w 304281"/>
                <a:gd name="connsiteY6" fmla="*/ 232188 h 260195"/>
                <a:gd name="connsiteX7" fmla="*/ 300896 w 304281"/>
                <a:gd name="connsiteY7" fmla="*/ 232188 h 260195"/>
                <a:gd name="connsiteX8" fmla="*/ 304281 w 304281"/>
                <a:gd name="connsiteY8" fmla="*/ 225778 h 260195"/>
                <a:gd name="connsiteX9" fmla="*/ 303122 w 304281"/>
                <a:gd name="connsiteY9" fmla="*/ 224505 h 260195"/>
                <a:gd name="connsiteX10" fmla="*/ 294960 w 304281"/>
                <a:gd name="connsiteY10" fmla="*/ 224505 h 260195"/>
                <a:gd name="connsiteX11" fmla="*/ 293800 w 304281"/>
                <a:gd name="connsiteY11" fmla="*/ 223408 h 260195"/>
                <a:gd name="connsiteX12" fmla="*/ 293800 w 304281"/>
                <a:gd name="connsiteY12" fmla="*/ 207911 h 260195"/>
                <a:gd name="connsiteX13" fmla="*/ 292780 w 304281"/>
                <a:gd name="connsiteY13" fmla="*/ 207779 h 260195"/>
                <a:gd name="connsiteX14" fmla="*/ 291899 w 304281"/>
                <a:gd name="connsiteY14" fmla="*/ 207164 h 260195"/>
                <a:gd name="connsiteX15" fmla="*/ 289812 w 304281"/>
                <a:gd name="connsiteY15" fmla="*/ 203170 h 260195"/>
                <a:gd name="connsiteX16" fmla="*/ 282252 w 304281"/>
                <a:gd name="connsiteY16" fmla="*/ 201721 h 260195"/>
                <a:gd name="connsiteX17" fmla="*/ 281742 w 304281"/>
                <a:gd name="connsiteY17" fmla="*/ 201501 h 260195"/>
                <a:gd name="connsiteX18" fmla="*/ 274785 w 304281"/>
                <a:gd name="connsiteY18" fmla="*/ 196014 h 260195"/>
                <a:gd name="connsiteX19" fmla="*/ 274368 w 304281"/>
                <a:gd name="connsiteY19" fmla="*/ 195312 h 260195"/>
                <a:gd name="connsiteX20" fmla="*/ 273533 w 304281"/>
                <a:gd name="connsiteY20" fmla="*/ 189604 h 260195"/>
                <a:gd name="connsiteX21" fmla="*/ 264490 w 304281"/>
                <a:gd name="connsiteY21" fmla="*/ 179903 h 260195"/>
                <a:gd name="connsiteX22" fmla="*/ 264443 w 304281"/>
                <a:gd name="connsiteY22" fmla="*/ 179771 h 260195"/>
                <a:gd name="connsiteX23" fmla="*/ 264304 w 304281"/>
                <a:gd name="connsiteY23" fmla="*/ 179507 h 260195"/>
                <a:gd name="connsiteX24" fmla="*/ 264258 w 304281"/>
                <a:gd name="connsiteY24" fmla="*/ 179244 h 260195"/>
                <a:gd name="connsiteX25" fmla="*/ 264258 w 304281"/>
                <a:gd name="connsiteY25" fmla="*/ 178981 h 260195"/>
                <a:gd name="connsiteX26" fmla="*/ 264258 w 304281"/>
                <a:gd name="connsiteY26" fmla="*/ 178849 h 260195"/>
                <a:gd name="connsiteX27" fmla="*/ 264397 w 304281"/>
                <a:gd name="connsiteY27" fmla="*/ 178717 h 260195"/>
                <a:gd name="connsiteX28" fmla="*/ 264397 w 304281"/>
                <a:gd name="connsiteY28" fmla="*/ 178542 h 260195"/>
                <a:gd name="connsiteX29" fmla="*/ 278681 w 304281"/>
                <a:gd name="connsiteY29" fmla="*/ 159445 h 260195"/>
                <a:gd name="connsiteX30" fmla="*/ 278681 w 304281"/>
                <a:gd name="connsiteY30" fmla="*/ 152377 h 260195"/>
                <a:gd name="connsiteX31" fmla="*/ 264768 w 304281"/>
                <a:gd name="connsiteY31" fmla="*/ 152377 h 260195"/>
                <a:gd name="connsiteX32" fmla="*/ 263933 w 304281"/>
                <a:gd name="connsiteY32" fmla="*/ 152026 h 260195"/>
                <a:gd name="connsiteX33" fmla="*/ 263655 w 304281"/>
                <a:gd name="connsiteY33" fmla="*/ 151192 h 260195"/>
                <a:gd name="connsiteX34" fmla="*/ 265046 w 304281"/>
                <a:gd name="connsiteY34" fmla="*/ 135783 h 260195"/>
                <a:gd name="connsiteX35" fmla="*/ 259388 w 304281"/>
                <a:gd name="connsiteY35" fmla="*/ 120637 h 260195"/>
                <a:gd name="connsiteX36" fmla="*/ 259667 w 304281"/>
                <a:gd name="connsiteY36" fmla="*/ 119496 h 260195"/>
                <a:gd name="connsiteX37" fmla="*/ 264258 w 304281"/>
                <a:gd name="connsiteY37" fmla="*/ 115370 h 260195"/>
                <a:gd name="connsiteX38" fmla="*/ 260223 w 304281"/>
                <a:gd name="connsiteY38" fmla="*/ 113438 h 260195"/>
                <a:gd name="connsiteX39" fmla="*/ 259759 w 304281"/>
                <a:gd name="connsiteY39" fmla="*/ 113043 h 260195"/>
                <a:gd name="connsiteX40" fmla="*/ 261800 w 304281"/>
                <a:gd name="connsiteY40" fmla="*/ 100487 h 260195"/>
                <a:gd name="connsiteX41" fmla="*/ 264675 w 304281"/>
                <a:gd name="connsiteY41" fmla="*/ 98556 h 260195"/>
                <a:gd name="connsiteX42" fmla="*/ 261753 w 304281"/>
                <a:gd name="connsiteY42" fmla="*/ 96185 h 260195"/>
                <a:gd name="connsiteX43" fmla="*/ 261336 w 304281"/>
                <a:gd name="connsiteY43" fmla="*/ 95263 h 260195"/>
                <a:gd name="connsiteX44" fmla="*/ 261893 w 304281"/>
                <a:gd name="connsiteY44" fmla="*/ 94429 h 260195"/>
                <a:gd name="connsiteX45" fmla="*/ 267875 w 304281"/>
                <a:gd name="connsiteY45" fmla="*/ 91093 h 260195"/>
                <a:gd name="connsiteX46" fmla="*/ 269499 w 304281"/>
                <a:gd name="connsiteY46" fmla="*/ 84947 h 260195"/>
                <a:gd name="connsiteX47" fmla="*/ 269499 w 304281"/>
                <a:gd name="connsiteY47" fmla="*/ 79986 h 260195"/>
                <a:gd name="connsiteX48" fmla="*/ 269637 w 304281"/>
                <a:gd name="connsiteY48" fmla="*/ 79415 h 260195"/>
                <a:gd name="connsiteX49" fmla="*/ 271956 w 304281"/>
                <a:gd name="connsiteY49" fmla="*/ 75816 h 260195"/>
                <a:gd name="connsiteX50" fmla="*/ 270333 w 304281"/>
                <a:gd name="connsiteY50" fmla="*/ 74147 h 260195"/>
                <a:gd name="connsiteX51" fmla="*/ 270055 w 304281"/>
                <a:gd name="connsiteY51" fmla="*/ 73533 h 260195"/>
                <a:gd name="connsiteX52" fmla="*/ 268153 w 304281"/>
                <a:gd name="connsiteY52" fmla="*/ 57773 h 260195"/>
                <a:gd name="connsiteX53" fmla="*/ 257023 w 304281"/>
                <a:gd name="connsiteY53" fmla="*/ 58036 h 260195"/>
                <a:gd name="connsiteX54" fmla="*/ 256049 w 304281"/>
                <a:gd name="connsiteY54" fmla="*/ 57553 h 260195"/>
                <a:gd name="connsiteX55" fmla="*/ 250298 w 304281"/>
                <a:gd name="connsiteY55" fmla="*/ 49519 h 260195"/>
                <a:gd name="connsiteX56" fmla="*/ 244548 w 304281"/>
                <a:gd name="connsiteY56" fmla="*/ 49519 h 260195"/>
                <a:gd name="connsiteX57" fmla="*/ 243388 w 304281"/>
                <a:gd name="connsiteY57" fmla="*/ 48641 h 260195"/>
                <a:gd name="connsiteX58" fmla="*/ 227573 w 304281"/>
                <a:gd name="connsiteY58" fmla="*/ 38808 h 260195"/>
                <a:gd name="connsiteX59" fmla="*/ 226970 w 304281"/>
                <a:gd name="connsiteY59" fmla="*/ 38720 h 260195"/>
                <a:gd name="connsiteX60" fmla="*/ 211017 w 304281"/>
                <a:gd name="connsiteY60" fmla="*/ 32662 h 260195"/>
                <a:gd name="connsiteX61" fmla="*/ 210506 w 304281"/>
                <a:gd name="connsiteY61" fmla="*/ 32311 h 260195"/>
                <a:gd name="connsiteX62" fmla="*/ 207075 w 304281"/>
                <a:gd name="connsiteY62" fmla="*/ 28052 h 260195"/>
                <a:gd name="connsiteX63" fmla="*/ 195387 w 304281"/>
                <a:gd name="connsiteY63" fmla="*/ 27789 h 260195"/>
                <a:gd name="connsiteX64" fmla="*/ 185138 w 304281"/>
                <a:gd name="connsiteY64" fmla="*/ 31037 h 260195"/>
                <a:gd name="connsiteX65" fmla="*/ 184767 w 304281"/>
                <a:gd name="connsiteY65" fmla="*/ 31081 h 260195"/>
                <a:gd name="connsiteX66" fmla="*/ 177718 w 304281"/>
                <a:gd name="connsiteY66" fmla="*/ 31081 h 260195"/>
                <a:gd name="connsiteX67" fmla="*/ 170205 w 304281"/>
                <a:gd name="connsiteY67" fmla="*/ 38720 h 260195"/>
                <a:gd name="connsiteX68" fmla="*/ 169648 w 304281"/>
                <a:gd name="connsiteY68" fmla="*/ 43286 h 260195"/>
                <a:gd name="connsiteX69" fmla="*/ 168535 w 304281"/>
                <a:gd name="connsiteY69" fmla="*/ 44251 h 260195"/>
                <a:gd name="connsiteX70" fmla="*/ 155318 w 304281"/>
                <a:gd name="connsiteY70" fmla="*/ 44690 h 260195"/>
                <a:gd name="connsiteX71" fmla="*/ 155132 w 304281"/>
                <a:gd name="connsiteY71" fmla="*/ 53295 h 260195"/>
                <a:gd name="connsiteX72" fmla="*/ 147016 w 304281"/>
                <a:gd name="connsiteY72" fmla="*/ 53295 h 260195"/>
                <a:gd name="connsiteX73" fmla="*/ 135700 w 304281"/>
                <a:gd name="connsiteY73" fmla="*/ 56324 h 260195"/>
                <a:gd name="connsiteX74" fmla="*/ 96743 w 304281"/>
                <a:gd name="connsiteY74" fmla="*/ 47280 h 260195"/>
                <a:gd name="connsiteX75" fmla="*/ 83526 w 304281"/>
                <a:gd name="connsiteY75" fmla="*/ 41530 h 260195"/>
                <a:gd name="connsiteX76" fmla="*/ 75363 w 304281"/>
                <a:gd name="connsiteY76" fmla="*/ 25462 h 260195"/>
                <a:gd name="connsiteX77" fmla="*/ 69612 w 304281"/>
                <a:gd name="connsiteY77" fmla="*/ 25462 h 260195"/>
                <a:gd name="connsiteX78" fmla="*/ 68453 w 304281"/>
                <a:gd name="connsiteY78" fmla="*/ 24365 h 260195"/>
                <a:gd name="connsiteX79" fmla="*/ 68453 w 304281"/>
                <a:gd name="connsiteY79" fmla="*/ 20677 h 260195"/>
                <a:gd name="connsiteX80" fmla="*/ 61589 w 304281"/>
                <a:gd name="connsiteY80" fmla="*/ 16155 h 260195"/>
                <a:gd name="connsiteX81" fmla="*/ 61079 w 304281"/>
                <a:gd name="connsiteY81" fmla="*/ 15146 h 260195"/>
                <a:gd name="connsiteX82" fmla="*/ 61821 w 304281"/>
                <a:gd name="connsiteY82" fmla="*/ 14268 h 260195"/>
                <a:gd name="connsiteX83" fmla="*/ 65670 w 304281"/>
                <a:gd name="connsiteY83" fmla="*/ 12819 h 260195"/>
                <a:gd name="connsiteX84" fmla="*/ 61775 w 304281"/>
                <a:gd name="connsiteY84" fmla="*/ 8692 h 260195"/>
                <a:gd name="connsiteX85" fmla="*/ 61496 w 304281"/>
                <a:gd name="connsiteY85" fmla="*/ 7902 h 260195"/>
                <a:gd name="connsiteX86" fmla="*/ 61914 w 304281"/>
                <a:gd name="connsiteY86" fmla="*/ 7156 h 260195"/>
                <a:gd name="connsiteX87" fmla="*/ 65670 w 304281"/>
                <a:gd name="connsiteY87" fmla="*/ 4127 h 260195"/>
                <a:gd name="connsiteX88" fmla="*/ 60337 w 304281"/>
                <a:gd name="connsiteY88" fmla="*/ 1185 h 260195"/>
                <a:gd name="connsiteX89" fmla="*/ 39282 w 304281"/>
                <a:gd name="connsiteY89" fmla="*/ 14224 h 260195"/>
                <a:gd name="connsiteX90" fmla="*/ 39096 w 304281"/>
                <a:gd name="connsiteY90" fmla="*/ 14224 h 260195"/>
                <a:gd name="connsiteX91" fmla="*/ 38957 w 304281"/>
                <a:gd name="connsiteY91" fmla="*/ 14311 h 260195"/>
                <a:gd name="connsiteX92" fmla="*/ 32000 w 304281"/>
                <a:gd name="connsiteY92" fmla="*/ 16331 h 260195"/>
                <a:gd name="connsiteX93" fmla="*/ 31676 w 304281"/>
                <a:gd name="connsiteY93" fmla="*/ 16375 h 260195"/>
                <a:gd name="connsiteX94" fmla="*/ 31490 w 304281"/>
                <a:gd name="connsiteY94" fmla="*/ 16375 h 260195"/>
                <a:gd name="connsiteX95" fmla="*/ 19107 w 304281"/>
                <a:gd name="connsiteY95" fmla="*/ 14355 h 260195"/>
                <a:gd name="connsiteX96" fmla="*/ 18319 w 304281"/>
                <a:gd name="connsiteY96" fmla="*/ 13872 h 260195"/>
                <a:gd name="connsiteX97" fmla="*/ 9600 w 304281"/>
                <a:gd name="connsiteY97" fmla="*/ 790 h 260195"/>
                <a:gd name="connsiteX98" fmla="*/ 6957 w 304281"/>
                <a:gd name="connsiteY98" fmla="*/ 0 h 260195"/>
                <a:gd name="connsiteX99" fmla="*/ 6957 w 304281"/>
                <a:gd name="connsiteY99" fmla="*/ 5575 h 260195"/>
                <a:gd name="connsiteX100" fmla="*/ 5797 w 304281"/>
                <a:gd name="connsiteY100" fmla="*/ 6673 h 260195"/>
                <a:gd name="connsiteX101" fmla="*/ 0 w 304281"/>
                <a:gd name="connsiteY101" fmla="*/ 6673 h 260195"/>
                <a:gd name="connsiteX102" fmla="*/ 4081 w 304281"/>
                <a:gd name="connsiteY102" fmla="*/ 12687 h 260195"/>
                <a:gd name="connsiteX103" fmla="*/ 4267 w 304281"/>
                <a:gd name="connsiteY103" fmla="*/ 13258 h 260195"/>
                <a:gd name="connsiteX104" fmla="*/ 4267 w 304281"/>
                <a:gd name="connsiteY104" fmla="*/ 21862 h 260195"/>
                <a:gd name="connsiteX105" fmla="*/ 6957 w 304281"/>
                <a:gd name="connsiteY105" fmla="*/ 21862 h 260195"/>
                <a:gd name="connsiteX106" fmla="*/ 7977 w 304281"/>
                <a:gd name="connsiteY106" fmla="*/ 22389 h 260195"/>
                <a:gd name="connsiteX107" fmla="*/ 7977 w 304281"/>
                <a:gd name="connsiteY107" fmla="*/ 23487 h 260195"/>
                <a:gd name="connsiteX108" fmla="*/ 2365 w 304281"/>
                <a:gd name="connsiteY108" fmla="*/ 32837 h 260195"/>
                <a:gd name="connsiteX109" fmla="*/ 7328 w 304281"/>
                <a:gd name="connsiteY109" fmla="*/ 32837 h 260195"/>
                <a:gd name="connsiteX110" fmla="*/ 8487 w 304281"/>
                <a:gd name="connsiteY110" fmla="*/ 33935 h 260195"/>
                <a:gd name="connsiteX111" fmla="*/ 8487 w 304281"/>
                <a:gd name="connsiteY111" fmla="*/ 40695 h 260195"/>
                <a:gd name="connsiteX112" fmla="*/ 11502 w 304281"/>
                <a:gd name="connsiteY112" fmla="*/ 42934 h 260195"/>
                <a:gd name="connsiteX113" fmla="*/ 11965 w 304281"/>
                <a:gd name="connsiteY113" fmla="*/ 43812 h 260195"/>
                <a:gd name="connsiteX114" fmla="*/ 11965 w 304281"/>
                <a:gd name="connsiteY114" fmla="*/ 51890 h 260195"/>
                <a:gd name="connsiteX115" fmla="*/ 15351 w 304281"/>
                <a:gd name="connsiteY115" fmla="*/ 53865 h 260195"/>
                <a:gd name="connsiteX116" fmla="*/ 15908 w 304281"/>
                <a:gd name="connsiteY116" fmla="*/ 54787 h 260195"/>
                <a:gd name="connsiteX117" fmla="*/ 15908 w 304281"/>
                <a:gd name="connsiteY117" fmla="*/ 61636 h 260195"/>
                <a:gd name="connsiteX118" fmla="*/ 20824 w 304281"/>
                <a:gd name="connsiteY118" fmla="*/ 59968 h 260195"/>
                <a:gd name="connsiteX119" fmla="*/ 22029 w 304281"/>
                <a:gd name="connsiteY119" fmla="*/ 60231 h 260195"/>
                <a:gd name="connsiteX120" fmla="*/ 22307 w 304281"/>
                <a:gd name="connsiteY120" fmla="*/ 61372 h 260195"/>
                <a:gd name="connsiteX121" fmla="*/ 20081 w 304281"/>
                <a:gd name="connsiteY121" fmla="*/ 67957 h 260195"/>
                <a:gd name="connsiteX122" fmla="*/ 24302 w 304281"/>
                <a:gd name="connsiteY122" fmla="*/ 67957 h 260195"/>
                <a:gd name="connsiteX123" fmla="*/ 25276 w 304281"/>
                <a:gd name="connsiteY123" fmla="*/ 68440 h 260195"/>
                <a:gd name="connsiteX124" fmla="*/ 26992 w 304281"/>
                <a:gd name="connsiteY124" fmla="*/ 70899 h 260195"/>
                <a:gd name="connsiteX125" fmla="*/ 36685 w 304281"/>
                <a:gd name="connsiteY125" fmla="*/ 70899 h 260195"/>
                <a:gd name="connsiteX126" fmla="*/ 37798 w 304281"/>
                <a:gd name="connsiteY126" fmla="*/ 71689 h 260195"/>
                <a:gd name="connsiteX127" fmla="*/ 37334 w 304281"/>
                <a:gd name="connsiteY127" fmla="*/ 72918 h 260195"/>
                <a:gd name="connsiteX128" fmla="*/ 31166 w 304281"/>
                <a:gd name="connsiteY128" fmla="*/ 76693 h 260195"/>
                <a:gd name="connsiteX129" fmla="*/ 34319 w 304281"/>
                <a:gd name="connsiteY129" fmla="*/ 84596 h 260195"/>
                <a:gd name="connsiteX130" fmla="*/ 34180 w 304281"/>
                <a:gd name="connsiteY130" fmla="*/ 85605 h 260195"/>
                <a:gd name="connsiteX131" fmla="*/ 33206 w 304281"/>
                <a:gd name="connsiteY131" fmla="*/ 86088 h 260195"/>
                <a:gd name="connsiteX132" fmla="*/ 27502 w 304281"/>
                <a:gd name="connsiteY132" fmla="*/ 86088 h 260195"/>
                <a:gd name="connsiteX133" fmla="*/ 27502 w 304281"/>
                <a:gd name="connsiteY133" fmla="*/ 88722 h 260195"/>
                <a:gd name="connsiteX134" fmla="*/ 27409 w 304281"/>
                <a:gd name="connsiteY134" fmla="*/ 89117 h 260195"/>
                <a:gd name="connsiteX135" fmla="*/ 24997 w 304281"/>
                <a:gd name="connsiteY135" fmla="*/ 95395 h 260195"/>
                <a:gd name="connsiteX136" fmla="*/ 24394 w 304281"/>
                <a:gd name="connsiteY136" fmla="*/ 96010 h 260195"/>
                <a:gd name="connsiteX137" fmla="*/ 22029 w 304281"/>
                <a:gd name="connsiteY137" fmla="*/ 97019 h 260195"/>
                <a:gd name="connsiteX138" fmla="*/ 23745 w 304281"/>
                <a:gd name="connsiteY138" fmla="*/ 100004 h 260195"/>
                <a:gd name="connsiteX139" fmla="*/ 23745 w 304281"/>
                <a:gd name="connsiteY139" fmla="*/ 101014 h 260195"/>
                <a:gd name="connsiteX140" fmla="*/ 20592 w 304281"/>
                <a:gd name="connsiteY140" fmla="*/ 106985 h 260195"/>
                <a:gd name="connsiteX141" fmla="*/ 24812 w 304281"/>
                <a:gd name="connsiteY141" fmla="*/ 112209 h 260195"/>
                <a:gd name="connsiteX142" fmla="*/ 29264 w 304281"/>
                <a:gd name="connsiteY142" fmla="*/ 112209 h 260195"/>
                <a:gd name="connsiteX143" fmla="*/ 30099 w 304281"/>
                <a:gd name="connsiteY143" fmla="*/ 112516 h 260195"/>
                <a:gd name="connsiteX144" fmla="*/ 33948 w 304281"/>
                <a:gd name="connsiteY144" fmla="*/ 116160 h 260195"/>
                <a:gd name="connsiteX145" fmla="*/ 34180 w 304281"/>
                <a:gd name="connsiteY145" fmla="*/ 117345 h 260195"/>
                <a:gd name="connsiteX146" fmla="*/ 31769 w 304281"/>
                <a:gd name="connsiteY146" fmla="*/ 122832 h 260195"/>
                <a:gd name="connsiteX147" fmla="*/ 33531 w 304281"/>
                <a:gd name="connsiteY147" fmla="*/ 124237 h 260195"/>
                <a:gd name="connsiteX148" fmla="*/ 39282 w 304281"/>
                <a:gd name="connsiteY148" fmla="*/ 124237 h 260195"/>
                <a:gd name="connsiteX149" fmla="*/ 40070 w 304281"/>
                <a:gd name="connsiteY149" fmla="*/ 124501 h 260195"/>
                <a:gd name="connsiteX150" fmla="*/ 49392 w 304281"/>
                <a:gd name="connsiteY150" fmla="*/ 132271 h 260195"/>
                <a:gd name="connsiteX151" fmla="*/ 54772 w 304281"/>
                <a:gd name="connsiteY151" fmla="*/ 132271 h 260195"/>
                <a:gd name="connsiteX152" fmla="*/ 55931 w 304281"/>
                <a:gd name="connsiteY152" fmla="*/ 133368 h 260195"/>
                <a:gd name="connsiteX153" fmla="*/ 55931 w 304281"/>
                <a:gd name="connsiteY153" fmla="*/ 139295 h 260195"/>
                <a:gd name="connsiteX154" fmla="*/ 59734 w 304281"/>
                <a:gd name="connsiteY154" fmla="*/ 146012 h 260195"/>
                <a:gd name="connsiteX155" fmla="*/ 59827 w 304281"/>
                <a:gd name="connsiteY155" fmla="*/ 146802 h 260195"/>
                <a:gd name="connsiteX156" fmla="*/ 57369 w 304281"/>
                <a:gd name="connsiteY156" fmla="*/ 156811 h 260195"/>
                <a:gd name="connsiteX157" fmla="*/ 63259 w 304281"/>
                <a:gd name="connsiteY157" fmla="*/ 156811 h 260195"/>
                <a:gd name="connsiteX158" fmla="*/ 64418 w 304281"/>
                <a:gd name="connsiteY158" fmla="*/ 157909 h 260195"/>
                <a:gd name="connsiteX159" fmla="*/ 64418 w 304281"/>
                <a:gd name="connsiteY159" fmla="*/ 167435 h 260195"/>
                <a:gd name="connsiteX160" fmla="*/ 71189 w 304281"/>
                <a:gd name="connsiteY160" fmla="*/ 176478 h 260195"/>
                <a:gd name="connsiteX161" fmla="*/ 76384 w 304281"/>
                <a:gd name="connsiteY161" fmla="*/ 175952 h 260195"/>
                <a:gd name="connsiteX162" fmla="*/ 76384 w 304281"/>
                <a:gd name="connsiteY162" fmla="*/ 171035 h 260195"/>
                <a:gd name="connsiteX163" fmla="*/ 80465 w 304281"/>
                <a:gd name="connsiteY163" fmla="*/ 173757 h 260195"/>
                <a:gd name="connsiteX164" fmla="*/ 86865 w 304281"/>
                <a:gd name="connsiteY164" fmla="*/ 174591 h 260195"/>
                <a:gd name="connsiteX165" fmla="*/ 91781 w 304281"/>
                <a:gd name="connsiteY165" fmla="*/ 172922 h 260195"/>
                <a:gd name="connsiteX166" fmla="*/ 95816 w 304281"/>
                <a:gd name="connsiteY166" fmla="*/ 173449 h 260195"/>
                <a:gd name="connsiteX167" fmla="*/ 96094 w 304281"/>
                <a:gd name="connsiteY167" fmla="*/ 178366 h 260195"/>
                <a:gd name="connsiteX168" fmla="*/ 106529 w 304281"/>
                <a:gd name="connsiteY168" fmla="*/ 196189 h 260195"/>
                <a:gd name="connsiteX169" fmla="*/ 110888 w 304281"/>
                <a:gd name="connsiteY169" fmla="*/ 196189 h 260195"/>
                <a:gd name="connsiteX170" fmla="*/ 109172 w 304281"/>
                <a:gd name="connsiteY170" fmla="*/ 202511 h 260195"/>
                <a:gd name="connsiteX171" fmla="*/ 117288 w 304281"/>
                <a:gd name="connsiteY171" fmla="*/ 213749 h 260195"/>
                <a:gd name="connsiteX172" fmla="*/ 125404 w 304281"/>
                <a:gd name="connsiteY172" fmla="*/ 214584 h 260195"/>
                <a:gd name="connsiteX173" fmla="*/ 131480 w 304281"/>
                <a:gd name="connsiteY173" fmla="*/ 217042 h 260195"/>
                <a:gd name="connsiteX174" fmla="*/ 135236 w 304281"/>
                <a:gd name="connsiteY174" fmla="*/ 221695 h 260195"/>
                <a:gd name="connsiteX175" fmla="*/ 147712 w 304281"/>
                <a:gd name="connsiteY175" fmla="*/ 228280 h 260195"/>
                <a:gd name="connsiteX176" fmla="*/ 160187 w 304281"/>
                <a:gd name="connsiteY176" fmla="*/ 233768 h 260195"/>
                <a:gd name="connsiteX177" fmla="*/ 175260 w 304281"/>
                <a:gd name="connsiteY177" fmla="*/ 232934 h 260195"/>
                <a:gd name="connsiteX178" fmla="*/ 192048 w 304281"/>
                <a:gd name="connsiteY178" fmla="*/ 227446 h 260195"/>
                <a:gd name="connsiteX179" fmla="*/ 183376 w 304281"/>
                <a:gd name="connsiteY179" fmla="*/ 228807 h 260195"/>
                <a:gd name="connsiteX180" fmla="*/ 194692 w 304281"/>
                <a:gd name="connsiteY180" fmla="*/ 223890 h 260195"/>
                <a:gd name="connsiteX181" fmla="*/ 204524 w 304281"/>
                <a:gd name="connsiteY181" fmla="*/ 235963 h 260195"/>
                <a:gd name="connsiteX182" fmla="*/ 218437 w 304281"/>
                <a:gd name="connsiteY182" fmla="*/ 249133 h 260195"/>
                <a:gd name="connsiteX183" fmla="*/ 232072 w 304281"/>
                <a:gd name="connsiteY183" fmla="*/ 251065 h 260195"/>
                <a:gd name="connsiteX184" fmla="*/ 258461 w 304281"/>
                <a:gd name="connsiteY184" fmla="*/ 253786 h 260195"/>
                <a:gd name="connsiteX185" fmla="*/ 274925 w 304281"/>
                <a:gd name="connsiteY185" fmla="*/ 260196 h 260195"/>
                <a:gd name="connsiteX186" fmla="*/ 276177 w 304281"/>
                <a:gd name="connsiteY186" fmla="*/ 249835 h 260195"/>
                <a:gd name="connsiteX187" fmla="*/ 276687 w 304281"/>
                <a:gd name="connsiteY187" fmla="*/ 249045 h 260195"/>
                <a:gd name="connsiteX188" fmla="*/ 23606 w 304281"/>
                <a:gd name="connsiteY188" fmla="*/ 45042 h 260195"/>
                <a:gd name="connsiteX189" fmla="*/ 18412 w 304281"/>
                <a:gd name="connsiteY189" fmla="*/ 37622 h 260195"/>
                <a:gd name="connsiteX190" fmla="*/ 18412 w 304281"/>
                <a:gd name="connsiteY190" fmla="*/ 26647 h 260195"/>
                <a:gd name="connsiteX191" fmla="*/ 21612 w 304281"/>
                <a:gd name="connsiteY191" fmla="*/ 34593 h 260195"/>
                <a:gd name="connsiteX192" fmla="*/ 23653 w 304281"/>
                <a:gd name="connsiteY192" fmla="*/ 45042 h 260195"/>
                <a:gd name="connsiteX193" fmla="*/ 69983 w 304281"/>
                <a:gd name="connsiteY193" fmla="*/ 166908 h 260195"/>
                <a:gd name="connsiteX194" fmla="*/ 67665 w 304281"/>
                <a:gd name="connsiteY194" fmla="*/ 166908 h 260195"/>
                <a:gd name="connsiteX195" fmla="*/ 73183 w 304281"/>
                <a:gd name="connsiteY195" fmla="*/ 158655 h 260195"/>
                <a:gd name="connsiteX196" fmla="*/ 74621 w 304281"/>
                <a:gd name="connsiteY196" fmla="*/ 160587 h 260195"/>
                <a:gd name="connsiteX197" fmla="*/ 69983 w 304281"/>
                <a:gd name="connsiteY197" fmla="*/ 166908 h 260195"/>
                <a:gd name="connsiteX198" fmla="*/ 123874 w 304281"/>
                <a:gd name="connsiteY198" fmla="*/ 99917 h 260195"/>
                <a:gd name="connsiteX199" fmla="*/ 118355 w 304281"/>
                <a:gd name="connsiteY199" fmla="*/ 94429 h 260195"/>
                <a:gd name="connsiteX200" fmla="*/ 113995 w 304281"/>
                <a:gd name="connsiteY200" fmla="*/ 92761 h 260195"/>
                <a:gd name="connsiteX201" fmla="*/ 107039 w 304281"/>
                <a:gd name="connsiteY201" fmla="*/ 94429 h 260195"/>
                <a:gd name="connsiteX202" fmla="*/ 113995 w 304281"/>
                <a:gd name="connsiteY202" fmla="*/ 88107 h 260195"/>
                <a:gd name="connsiteX203" fmla="*/ 120952 w 304281"/>
                <a:gd name="connsiteY203" fmla="*/ 92234 h 260195"/>
                <a:gd name="connsiteX204" fmla="*/ 125868 w 304281"/>
                <a:gd name="connsiteY204" fmla="*/ 92761 h 260195"/>
                <a:gd name="connsiteX205" fmla="*/ 123827 w 304281"/>
                <a:gd name="connsiteY205" fmla="*/ 99873 h 260195"/>
                <a:gd name="connsiteX206" fmla="*/ 158100 w 304281"/>
                <a:gd name="connsiteY206" fmla="*/ 189122 h 260195"/>
                <a:gd name="connsiteX207" fmla="*/ 151144 w 304281"/>
                <a:gd name="connsiteY207" fmla="*/ 187761 h 260195"/>
                <a:gd name="connsiteX208" fmla="*/ 148825 w 304281"/>
                <a:gd name="connsiteY208" fmla="*/ 183107 h 260195"/>
                <a:gd name="connsiteX209" fmla="*/ 150541 w 304281"/>
                <a:gd name="connsiteY209" fmla="*/ 179244 h 260195"/>
                <a:gd name="connsiteX210" fmla="*/ 153416 w 304281"/>
                <a:gd name="connsiteY210" fmla="*/ 179244 h 260195"/>
                <a:gd name="connsiteX211" fmla="*/ 151375 w 304281"/>
                <a:gd name="connsiteY211" fmla="*/ 184161 h 260195"/>
                <a:gd name="connsiteX212" fmla="*/ 154854 w 304281"/>
                <a:gd name="connsiteY212" fmla="*/ 186619 h 260195"/>
                <a:gd name="connsiteX213" fmla="*/ 158054 w 304281"/>
                <a:gd name="connsiteY213" fmla="*/ 186356 h 260195"/>
                <a:gd name="connsiteX214" fmla="*/ 158054 w 304281"/>
                <a:gd name="connsiteY214" fmla="*/ 189078 h 260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</a:cxnLst>
              <a:rect l="l" t="t" r="r" b="b"/>
              <a:pathLst>
                <a:path w="304281" h="260195">
                  <a:moveTo>
                    <a:pt x="276872" y="249089"/>
                  </a:moveTo>
                  <a:lnTo>
                    <a:pt x="281139" y="246411"/>
                  </a:lnTo>
                  <a:lnTo>
                    <a:pt x="281139" y="239607"/>
                  </a:lnTo>
                  <a:cubicBezTo>
                    <a:pt x="281139" y="238992"/>
                    <a:pt x="281649" y="238509"/>
                    <a:pt x="282298" y="238509"/>
                  </a:cubicBezTo>
                  <a:lnTo>
                    <a:pt x="285313" y="238509"/>
                  </a:lnTo>
                  <a:lnTo>
                    <a:pt x="289626" y="232670"/>
                  </a:lnTo>
                  <a:cubicBezTo>
                    <a:pt x="289858" y="232363"/>
                    <a:pt x="290183" y="232188"/>
                    <a:pt x="290600" y="232188"/>
                  </a:cubicBezTo>
                  <a:lnTo>
                    <a:pt x="300896" y="232188"/>
                  </a:lnTo>
                  <a:lnTo>
                    <a:pt x="304281" y="225778"/>
                  </a:lnTo>
                  <a:lnTo>
                    <a:pt x="303122" y="224505"/>
                  </a:lnTo>
                  <a:lnTo>
                    <a:pt x="294960" y="224505"/>
                  </a:lnTo>
                  <a:cubicBezTo>
                    <a:pt x="294310" y="224505"/>
                    <a:pt x="293800" y="224022"/>
                    <a:pt x="293800" y="223408"/>
                  </a:cubicBezTo>
                  <a:lnTo>
                    <a:pt x="293800" y="207911"/>
                  </a:lnTo>
                  <a:lnTo>
                    <a:pt x="292780" y="207779"/>
                  </a:lnTo>
                  <a:cubicBezTo>
                    <a:pt x="292409" y="207735"/>
                    <a:pt x="292084" y="207516"/>
                    <a:pt x="291899" y="207164"/>
                  </a:cubicBezTo>
                  <a:lnTo>
                    <a:pt x="289812" y="203170"/>
                  </a:lnTo>
                  <a:lnTo>
                    <a:pt x="282252" y="201721"/>
                  </a:lnTo>
                  <a:cubicBezTo>
                    <a:pt x="282252" y="201721"/>
                    <a:pt x="281881" y="201589"/>
                    <a:pt x="281742" y="201501"/>
                  </a:cubicBezTo>
                  <a:lnTo>
                    <a:pt x="274785" y="196014"/>
                  </a:lnTo>
                  <a:cubicBezTo>
                    <a:pt x="274785" y="196014"/>
                    <a:pt x="274414" y="195575"/>
                    <a:pt x="274368" y="195312"/>
                  </a:cubicBezTo>
                  <a:lnTo>
                    <a:pt x="273533" y="189604"/>
                  </a:lnTo>
                  <a:lnTo>
                    <a:pt x="264490" y="179903"/>
                  </a:lnTo>
                  <a:cubicBezTo>
                    <a:pt x="264490" y="179903"/>
                    <a:pt x="264490" y="179815"/>
                    <a:pt x="264443" y="179771"/>
                  </a:cubicBezTo>
                  <a:cubicBezTo>
                    <a:pt x="264397" y="179683"/>
                    <a:pt x="264350" y="179595"/>
                    <a:pt x="264304" y="179507"/>
                  </a:cubicBezTo>
                  <a:cubicBezTo>
                    <a:pt x="264304" y="179420"/>
                    <a:pt x="264258" y="179332"/>
                    <a:pt x="264258" y="179244"/>
                  </a:cubicBezTo>
                  <a:cubicBezTo>
                    <a:pt x="264258" y="179156"/>
                    <a:pt x="264258" y="179068"/>
                    <a:pt x="264258" y="178981"/>
                  </a:cubicBezTo>
                  <a:cubicBezTo>
                    <a:pt x="264258" y="178937"/>
                    <a:pt x="264258" y="178893"/>
                    <a:pt x="264258" y="178849"/>
                  </a:cubicBezTo>
                  <a:cubicBezTo>
                    <a:pt x="264258" y="178805"/>
                    <a:pt x="264350" y="178761"/>
                    <a:pt x="264397" y="178717"/>
                  </a:cubicBezTo>
                  <a:cubicBezTo>
                    <a:pt x="264397" y="178673"/>
                    <a:pt x="264397" y="178586"/>
                    <a:pt x="264397" y="178542"/>
                  </a:cubicBezTo>
                  <a:lnTo>
                    <a:pt x="278681" y="159445"/>
                  </a:lnTo>
                  <a:lnTo>
                    <a:pt x="278681" y="152377"/>
                  </a:lnTo>
                  <a:lnTo>
                    <a:pt x="264768" y="152377"/>
                  </a:lnTo>
                  <a:cubicBezTo>
                    <a:pt x="264443" y="152377"/>
                    <a:pt x="264119" y="152246"/>
                    <a:pt x="263933" y="152026"/>
                  </a:cubicBezTo>
                  <a:cubicBezTo>
                    <a:pt x="263701" y="151807"/>
                    <a:pt x="263609" y="151499"/>
                    <a:pt x="263655" y="151192"/>
                  </a:cubicBezTo>
                  <a:lnTo>
                    <a:pt x="265046" y="135783"/>
                  </a:lnTo>
                  <a:lnTo>
                    <a:pt x="259388" y="120637"/>
                  </a:lnTo>
                  <a:cubicBezTo>
                    <a:pt x="259249" y="120242"/>
                    <a:pt x="259388" y="119760"/>
                    <a:pt x="259667" y="119496"/>
                  </a:cubicBezTo>
                  <a:lnTo>
                    <a:pt x="264258" y="115370"/>
                  </a:lnTo>
                  <a:lnTo>
                    <a:pt x="260223" y="113438"/>
                  </a:lnTo>
                  <a:cubicBezTo>
                    <a:pt x="260223" y="113438"/>
                    <a:pt x="259898" y="113218"/>
                    <a:pt x="259759" y="113043"/>
                  </a:cubicBezTo>
                  <a:cubicBezTo>
                    <a:pt x="255631" y="106985"/>
                    <a:pt x="259295" y="102200"/>
                    <a:pt x="261800" y="100487"/>
                  </a:cubicBezTo>
                  <a:lnTo>
                    <a:pt x="264675" y="98556"/>
                  </a:lnTo>
                  <a:lnTo>
                    <a:pt x="261753" y="96185"/>
                  </a:lnTo>
                  <a:cubicBezTo>
                    <a:pt x="261475" y="95966"/>
                    <a:pt x="261336" y="95614"/>
                    <a:pt x="261336" y="95263"/>
                  </a:cubicBezTo>
                  <a:cubicBezTo>
                    <a:pt x="261336" y="94912"/>
                    <a:pt x="261568" y="94605"/>
                    <a:pt x="261893" y="94429"/>
                  </a:cubicBezTo>
                  <a:lnTo>
                    <a:pt x="267875" y="91093"/>
                  </a:lnTo>
                  <a:lnTo>
                    <a:pt x="269499" y="84947"/>
                  </a:lnTo>
                  <a:lnTo>
                    <a:pt x="269499" y="79986"/>
                  </a:lnTo>
                  <a:cubicBezTo>
                    <a:pt x="269499" y="79986"/>
                    <a:pt x="269499" y="79591"/>
                    <a:pt x="269637" y="79415"/>
                  </a:cubicBezTo>
                  <a:lnTo>
                    <a:pt x="271956" y="75816"/>
                  </a:lnTo>
                  <a:lnTo>
                    <a:pt x="270333" y="74147"/>
                  </a:lnTo>
                  <a:cubicBezTo>
                    <a:pt x="270333" y="74147"/>
                    <a:pt x="270055" y="73752"/>
                    <a:pt x="270055" y="73533"/>
                  </a:cubicBezTo>
                  <a:lnTo>
                    <a:pt x="268153" y="57773"/>
                  </a:lnTo>
                  <a:lnTo>
                    <a:pt x="257023" y="58036"/>
                  </a:lnTo>
                  <a:cubicBezTo>
                    <a:pt x="256652" y="57992"/>
                    <a:pt x="256234" y="57860"/>
                    <a:pt x="256049" y="57553"/>
                  </a:cubicBezTo>
                  <a:lnTo>
                    <a:pt x="250298" y="49519"/>
                  </a:lnTo>
                  <a:lnTo>
                    <a:pt x="244548" y="49519"/>
                  </a:lnTo>
                  <a:cubicBezTo>
                    <a:pt x="243991" y="49519"/>
                    <a:pt x="243527" y="49168"/>
                    <a:pt x="243388" y="48641"/>
                  </a:cubicBezTo>
                  <a:cubicBezTo>
                    <a:pt x="243295" y="48158"/>
                    <a:pt x="240837" y="37052"/>
                    <a:pt x="227573" y="38808"/>
                  </a:cubicBezTo>
                  <a:cubicBezTo>
                    <a:pt x="227388" y="38808"/>
                    <a:pt x="227156" y="38808"/>
                    <a:pt x="226970" y="38720"/>
                  </a:cubicBezTo>
                  <a:lnTo>
                    <a:pt x="211017" y="32662"/>
                  </a:lnTo>
                  <a:cubicBezTo>
                    <a:pt x="211017" y="32662"/>
                    <a:pt x="210646" y="32486"/>
                    <a:pt x="210506" y="32311"/>
                  </a:cubicBezTo>
                  <a:lnTo>
                    <a:pt x="207075" y="28052"/>
                  </a:lnTo>
                  <a:lnTo>
                    <a:pt x="195387" y="27789"/>
                  </a:lnTo>
                  <a:lnTo>
                    <a:pt x="185138" y="31037"/>
                  </a:lnTo>
                  <a:cubicBezTo>
                    <a:pt x="185138" y="31037"/>
                    <a:pt x="184906" y="31081"/>
                    <a:pt x="184767" y="31081"/>
                  </a:cubicBezTo>
                  <a:lnTo>
                    <a:pt x="177718" y="31081"/>
                  </a:lnTo>
                  <a:lnTo>
                    <a:pt x="170205" y="38720"/>
                  </a:lnTo>
                  <a:lnTo>
                    <a:pt x="169648" y="43286"/>
                  </a:lnTo>
                  <a:cubicBezTo>
                    <a:pt x="169602" y="43812"/>
                    <a:pt x="169092" y="44251"/>
                    <a:pt x="168535" y="44251"/>
                  </a:cubicBezTo>
                  <a:lnTo>
                    <a:pt x="155318" y="44690"/>
                  </a:lnTo>
                  <a:cubicBezTo>
                    <a:pt x="155874" y="46271"/>
                    <a:pt x="157637" y="51670"/>
                    <a:pt x="155132" y="53295"/>
                  </a:cubicBezTo>
                  <a:cubicBezTo>
                    <a:pt x="152257" y="55226"/>
                    <a:pt x="147016" y="53295"/>
                    <a:pt x="147016" y="53295"/>
                  </a:cubicBezTo>
                  <a:cubicBezTo>
                    <a:pt x="147016" y="53295"/>
                    <a:pt x="138343" y="54963"/>
                    <a:pt x="135700" y="56324"/>
                  </a:cubicBezTo>
                  <a:cubicBezTo>
                    <a:pt x="133103" y="57685"/>
                    <a:pt x="110285" y="61811"/>
                    <a:pt x="96743" y="47280"/>
                  </a:cubicBezTo>
                  <a:cubicBezTo>
                    <a:pt x="96743" y="47280"/>
                    <a:pt x="97439" y="40695"/>
                    <a:pt x="83526" y="41530"/>
                  </a:cubicBezTo>
                  <a:cubicBezTo>
                    <a:pt x="83526" y="41530"/>
                    <a:pt x="76012" y="36920"/>
                    <a:pt x="75363" y="25462"/>
                  </a:cubicBezTo>
                  <a:lnTo>
                    <a:pt x="69612" y="25462"/>
                  </a:lnTo>
                  <a:cubicBezTo>
                    <a:pt x="68963" y="25462"/>
                    <a:pt x="68453" y="24979"/>
                    <a:pt x="68453" y="24365"/>
                  </a:cubicBezTo>
                  <a:lnTo>
                    <a:pt x="68453" y="20677"/>
                  </a:lnTo>
                  <a:lnTo>
                    <a:pt x="61589" y="16155"/>
                  </a:lnTo>
                  <a:cubicBezTo>
                    <a:pt x="61218" y="15936"/>
                    <a:pt x="61033" y="15541"/>
                    <a:pt x="61079" y="15146"/>
                  </a:cubicBezTo>
                  <a:cubicBezTo>
                    <a:pt x="61125" y="14750"/>
                    <a:pt x="61404" y="14399"/>
                    <a:pt x="61821" y="14268"/>
                  </a:cubicBezTo>
                  <a:lnTo>
                    <a:pt x="65670" y="12819"/>
                  </a:lnTo>
                  <a:lnTo>
                    <a:pt x="61775" y="8692"/>
                  </a:lnTo>
                  <a:cubicBezTo>
                    <a:pt x="61589" y="8473"/>
                    <a:pt x="61450" y="8165"/>
                    <a:pt x="61496" y="7902"/>
                  </a:cubicBezTo>
                  <a:cubicBezTo>
                    <a:pt x="61496" y="7595"/>
                    <a:pt x="61682" y="7331"/>
                    <a:pt x="61914" y="7156"/>
                  </a:cubicBezTo>
                  <a:lnTo>
                    <a:pt x="65670" y="4127"/>
                  </a:lnTo>
                  <a:lnTo>
                    <a:pt x="60337" y="1185"/>
                  </a:lnTo>
                  <a:lnTo>
                    <a:pt x="39282" y="14224"/>
                  </a:lnTo>
                  <a:cubicBezTo>
                    <a:pt x="39282" y="14224"/>
                    <a:pt x="39189" y="14224"/>
                    <a:pt x="39096" y="14224"/>
                  </a:cubicBezTo>
                  <a:cubicBezTo>
                    <a:pt x="39050" y="14224"/>
                    <a:pt x="39003" y="14311"/>
                    <a:pt x="38957" y="14311"/>
                  </a:cubicBezTo>
                  <a:lnTo>
                    <a:pt x="32000" y="16331"/>
                  </a:lnTo>
                  <a:cubicBezTo>
                    <a:pt x="32000" y="16331"/>
                    <a:pt x="31769" y="16375"/>
                    <a:pt x="31676" y="16375"/>
                  </a:cubicBezTo>
                  <a:cubicBezTo>
                    <a:pt x="31629" y="16375"/>
                    <a:pt x="31537" y="16375"/>
                    <a:pt x="31490" y="16375"/>
                  </a:cubicBezTo>
                  <a:lnTo>
                    <a:pt x="19107" y="14355"/>
                  </a:lnTo>
                  <a:cubicBezTo>
                    <a:pt x="18783" y="14311"/>
                    <a:pt x="18505" y="14136"/>
                    <a:pt x="18319" y="13872"/>
                  </a:cubicBezTo>
                  <a:lnTo>
                    <a:pt x="9600" y="790"/>
                  </a:lnTo>
                  <a:lnTo>
                    <a:pt x="6957" y="0"/>
                  </a:lnTo>
                  <a:lnTo>
                    <a:pt x="6957" y="5575"/>
                  </a:lnTo>
                  <a:cubicBezTo>
                    <a:pt x="6957" y="6190"/>
                    <a:pt x="6447" y="6673"/>
                    <a:pt x="5797" y="6673"/>
                  </a:cubicBezTo>
                  <a:lnTo>
                    <a:pt x="0" y="6673"/>
                  </a:lnTo>
                  <a:lnTo>
                    <a:pt x="4081" y="12687"/>
                  </a:lnTo>
                  <a:cubicBezTo>
                    <a:pt x="4081" y="12687"/>
                    <a:pt x="4267" y="13082"/>
                    <a:pt x="4267" y="13258"/>
                  </a:cubicBezTo>
                  <a:lnTo>
                    <a:pt x="4267" y="21862"/>
                  </a:lnTo>
                  <a:lnTo>
                    <a:pt x="6957" y="21862"/>
                  </a:lnTo>
                  <a:cubicBezTo>
                    <a:pt x="7374" y="21862"/>
                    <a:pt x="7745" y="22082"/>
                    <a:pt x="7977" y="22389"/>
                  </a:cubicBezTo>
                  <a:cubicBezTo>
                    <a:pt x="8162" y="22740"/>
                    <a:pt x="8209" y="23135"/>
                    <a:pt x="7977" y="23487"/>
                  </a:cubicBezTo>
                  <a:lnTo>
                    <a:pt x="2365" y="32837"/>
                  </a:lnTo>
                  <a:lnTo>
                    <a:pt x="7328" y="32837"/>
                  </a:lnTo>
                  <a:cubicBezTo>
                    <a:pt x="7977" y="32837"/>
                    <a:pt x="8487" y="33320"/>
                    <a:pt x="8487" y="33935"/>
                  </a:cubicBezTo>
                  <a:lnTo>
                    <a:pt x="8487" y="40695"/>
                  </a:lnTo>
                  <a:lnTo>
                    <a:pt x="11502" y="42934"/>
                  </a:lnTo>
                  <a:cubicBezTo>
                    <a:pt x="11780" y="43154"/>
                    <a:pt x="11965" y="43461"/>
                    <a:pt x="11965" y="43812"/>
                  </a:cubicBezTo>
                  <a:lnTo>
                    <a:pt x="11965" y="51890"/>
                  </a:lnTo>
                  <a:lnTo>
                    <a:pt x="15351" y="53865"/>
                  </a:lnTo>
                  <a:cubicBezTo>
                    <a:pt x="15676" y="54085"/>
                    <a:pt x="15908" y="54436"/>
                    <a:pt x="15908" y="54787"/>
                  </a:cubicBezTo>
                  <a:lnTo>
                    <a:pt x="15908" y="61636"/>
                  </a:lnTo>
                  <a:lnTo>
                    <a:pt x="20824" y="59968"/>
                  </a:lnTo>
                  <a:cubicBezTo>
                    <a:pt x="21241" y="59836"/>
                    <a:pt x="21705" y="59924"/>
                    <a:pt x="22029" y="60231"/>
                  </a:cubicBezTo>
                  <a:cubicBezTo>
                    <a:pt x="22354" y="60538"/>
                    <a:pt x="22447" y="60977"/>
                    <a:pt x="22307" y="61372"/>
                  </a:cubicBezTo>
                  <a:lnTo>
                    <a:pt x="20081" y="67957"/>
                  </a:lnTo>
                  <a:lnTo>
                    <a:pt x="24302" y="67957"/>
                  </a:lnTo>
                  <a:cubicBezTo>
                    <a:pt x="24673" y="67957"/>
                    <a:pt x="25044" y="68133"/>
                    <a:pt x="25276" y="68440"/>
                  </a:cubicBezTo>
                  <a:lnTo>
                    <a:pt x="26992" y="70899"/>
                  </a:lnTo>
                  <a:lnTo>
                    <a:pt x="36685" y="70899"/>
                  </a:lnTo>
                  <a:cubicBezTo>
                    <a:pt x="37195" y="70899"/>
                    <a:pt x="37658" y="71206"/>
                    <a:pt x="37798" y="71689"/>
                  </a:cubicBezTo>
                  <a:cubicBezTo>
                    <a:pt x="37937" y="72172"/>
                    <a:pt x="37751" y="72655"/>
                    <a:pt x="37334" y="72918"/>
                  </a:cubicBezTo>
                  <a:lnTo>
                    <a:pt x="31166" y="76693"/>
                  </a:lnTo>
                  <a:lnTo>
                    <a:pt x="34319" y="84596"/>
                  </a:lnTo>
                  <a:cubicBezTo>
                    <a:pt x="34459" y="84947"/>
                    <a:pt x="34412" y="85298"/>
                    <a:pt x="34180" y="85605"/>
                  </a:cubicBezTo>
                  <a:cubicBezTo>
                    <a:pt x="33948" y="85912"/>
                    <a:pt x="33624" y="86088"/>
                    <a:pt x="33206" y="86088"/>
                  </a:cubicBezTo>
                  <a:lnTo>
                    <a:pt x="27502" y="86088"/>
                  </a:lnTo>
                  <a:lnTo>
                    <a:pt x="27502" y="88722"/>
                  </a:lnTo>
                  <a:cubicBezTo>
                    <a:pt x="27502" y="88722"/>
                    <a:pt x="27502" y="88986"/>
                    <a:pt x="27409" y="89117"/>
                  </a:cubicBezTo>
                  <a:lnTo>
                    <a:pt x="24997" y="95395"/>
                  </a:lnTo>
                  <a:cubicBezTo>
                    <a:pt x="24905" y="95658"/>
                    <a:pt x="24673" y="95878"/>
                    <a:pt x="24394" y="96010"/>
                  </a:cubicBezTo>
                  <a:lnTo>
                    <a:pt x="22029" y="97019"/>
                  </a:lnTo>
                  <a:lnTo>
                    <a:pt x="23745" y="100004"/>
                  </a:lnTo>
                  <a:cubicBezTo>
                    <a:pt x="23931" y="100312"/>
                    <a:pt x="23931" y="100707"/>
                    <a:pt x="23745" y="101014"/>
                  </a:cubicBezTo>
                  <a:lnTo>
                    <a:pt x="20592" y="106985"/>
                  </a:lnTo>
                  <a:lnTo>
                    <a:pt x="24812" y="112209"/>
                  </a:lnTo>
                  <a:lnTo>
                    <a:pt x="29264" y="112209"/>
                  </a:lnTo>
                  <a:cubicBezTo>
                    <a:pt x="29589" y="112209"/>
                    <a:pt x="29867" y="112340"/>
                    <a:pt x="30099" y="112516"/>
                  </a:cubicBezTo>
                  <a:lnTo>
                    <a:pt x="33948" y="116160"/>
                  </a:lnTo>
                  <a:cubicBezTo>
                    <a:pt x="34273" y="116467"/>
                    <a:pt x="34366" y="116950"/>
                    <a:pt x="34180" y="117345"/>
                  </a:cubicBezTo>
                  <a:lnTo>
                    <a:pt x="31769" y="122832"/>
                  </a:lnTo>
                  <a:lnTo>
                    <a:pt x="33531" y="124237"/>
                  </a:lnTo>
                  <a:lnTo>
                    <a:pt x="39282" y="124237"/>
                  </a:lnTo>
                  <a:cubicBezTo>
                    <a:pt x="39560" y="124237"/>
                    <a:pt x="39838" y="124325"/>
                    <a:pt x="40070" y="124501"/>
                  </a:cubicBezTo>
                  <a:lnTo>
                    <a:pt x="49392" y="132271"/>
                  </a:lnTo>
                  <a:lnTo>
                    <a:pt x="54772" y="132271"/>
                  </a:lnTo>
                  <a:cubicBezTo>
                    <a:pt x="55421" y="132271"/>
                    <a:pt x="55931" y="132754"/>
                    <a:pt x="55931" y="133368"/>
                  </a:cubicBezTo>
                  <a:lnTo>
                    <a:pt x="55931" y="139295"/>
                  </a:lnTo>
                  <a:lnTo>
                    <a:pt x="59734" y="146012"/>
                  </a:lnTo>
                  <a:cubicBezTo>
                    <a:pt x="59873" y="146231"/>
                    <a:pt x="59920" y="146538"/>
                    <a:pt x="59827" y="146802"/>
                  </a:cubicBezTo>
                  <a:lnTo>
                    <a:pt x="57369" y="156811"/>
                  </a:lnTo>
                  <a:lnTo>
                    <a:pt x="63259" y="156811"/>
                  </a:lnTo>
                  <a:cubicBezTo>
                    <a:pt x="63908" y="156811"/>
                    <a:pt x="64418" y="157294"/>
                    <a:pt x="64418" y="157909"/>
                  </a:cubicBezTo>
                  <a:lnTo>
                    <a:pt x="64418" y="167435"/>
                  </a:lnTo>
                  <a:lnTo>
                    <a:pt x="71189" y="176478"/>
                  </a:lnTo>
                  <a:lnTo>
                    <a:pt x="76384" y="175952"/>
                  </a:lnTo>
                  <a:lnTo>
                    <a:pt x="76384" y="171035"/>
                  </a:lnTo>
                  <a:lnTo>
                    <a:pt x="80465" y="173757"/>
                  </a:lnTo>
                  <a:lnTo>
                    <a:pt x="86865" y="174591"/>
                  </a:lnTo>
                  <a:lnTo>
                    <a:pt x="91781" y="172922"/>
                  </a:lnTo>
                  <a:lnTo>
                    <a:pt x="95816" y="173449"/>
                  </a:lnTo>
                  <a:lnTo>
                    <a:pt x="96094" y="178366"/>
                  </a:lnTo>
                  <a:lnTo>
                    <a:pt x="106529" y="196189"/>
                  </a:lnTo>
                  <a:lnTo>
                    <a:pt x="110888" y="196189"/>
                  </a:lnTo>
                  <a:lnTo>
                    <a:pt x="109172" y="202511"/>
                  </a:lnTo>
                  <a:lnTo>
                    <a:pt x="117288" y="213749"/>
                  </a:lnTo>
                  <a:lnTo>
                    <a:pt x="125404" y="214584"/>
                  </a:lnTo>
                  <a:lnTo>
                    <a:pt x="131480" y="217042"/>
                  </a:lnTo>
                  <a:lnTo>
                    <a:pt x="135236" y="221695"/>
                  </a:lnTo>
                  <a:cubicBezTo>
                    <a:pt x="135236" y="221695"/>
                    <a:pt x="141312" y="228280"/>
                    <a:pt x="147712" y="228280"/>
                  </a:cubicBezTo>
                  <a:cubicBezTo>
                    <a:pt x="147712" y="228280"/>
                    <a:pt x="149474" y="232670"/>
                    <a:pt x="160187" y="233768"/>
                  </a:cubicBezTo>
                  <a:cubicBezTo>
                    <a:pt x="160187" y="233768"/>
                    <a:pt x="169741" y="238992"/>
                    <a:pt x="175260" y="232934"/>
                  </a:cubicBezTo>
                  <a:cubicBezTo>
                    <a:pt x="175260" y="232934"/>
                    <a:pt x="188292" y="235656"/>
                    <a:pt x="192048" y="227446"/>
                  </a:cubicBezTo>
                  <a:cubicBezTo>
                    <a:pt x="192048" y="227446"/>
                    <a:pt x="185370" y="230739"/>
                    <a:pt x="183376" y="228807"/>
                  </a:cubicBezTo>
                  <a:cubicBezTo>
                    <a:pt x="183376" y="228807"/>
                    <a:pt x="187735" y="223890"/>
                    <a:pt x="194692" y="223890"/>
                  </a:cubicBezTo>
                  <a:cubicBezTo>
                    <a:pt x="201649" y="223890"/>
                    <a:pt x="204524" y="235963"/>
                    <a:pt x="204524" y="235963"/>
                  </a:cubicBezTo>
                  <a:cubicBezTo>
                    <a:pt x="204524" y="235963"/>
                    <a:pt x="202483" y="250230"/>
                    <a:pt x="218437" y="249133"/>
                  </a:cubicBezTo>
                  <a:cubicBezTo>
                    <a:pt x="218437" y="249133"/>
                    <a:pt x="223631" y="251855"/>
                    <a:pt x="232072" y="251065"/>
                  </a:cubicBezTo>
                  <a:cubicBezTo>
                    <a:pt x="232072" y="251065"/>
                    <a:pt x="243063" y="254928"/>
                    <a:pt x="258461" y="253786"/>
                  </a:cubicBezTo>
                  <a:cubicBezTo>
                    <a:pt x="258461" y="253786"/>
                    <a:pt x="265927" y="259449"/>
                    <a:pt x="274925" y="260196"/>
                  </a:cubicBezTo>
                  <a:lnTo>
                    <a:pt x="276177" y="249835"/>
                  </a:lnTo>
                  <a:cubicBezTo>
                    <a:pt x="276177" y="249528"/>
                    <a:pt x="276409" y="249221"/>
                    <a:pt x="276687" y="249045"/>
                  </a:cubicBezTo>
                  <a:close/>
                  <a:moveTo>
                    <a:pt x="23606" y="45042"/>
                  </a:moveTo>
                  <a:cubicBezTo>
                    <a:pt x="17252" y="48597"/>
                    <a:pt x="18412" y="37622"/>
                    <a:pt x="18412" y="37622"/>
                  </a:cubicBezTo>
                  <a:cubicBezTo>
                    <a:pt x="14052" y="33232"/>
                    <a:pt x="15537" y="28579"/>
                    <a:pt x="18412" y="26647"/>
                  </a:cubicBezTo>
                  <a:cubicBezTo>
                    <a:pt x="21287" y="24716"/>
                    <a:pt x="21612" y="34593"/>
                    <a:pt x="21612" y="34593"/>
                  </a:cubicBezTo>
                  <a:cubicBezTo>
                    <a:pt x="21612" y="34593"/>
                    <a:pt x="30006" y="41442"/>
                    <a:pt x="23653" y="45042"/>
                  </a:cubicBezTo>
                  <a:close/>
                  <a:moveTo>
                    <a:pt x="69983" y="166908"/>
                  </a:moveTo>
                  <a:lnTo>
                    <a:pt x="67665" y="166908"/>
                  </a:lnTo>
                  <a:lnTo>
                    <a:pt x="73183" y="158655"/>
                  </a:lnTo>
                  <a:lnTo>
                    <a:pt x="74621" y="160587"/>
                  </a:lnTo>
                  <a:lnTo>
                    <a:pt x="69983" y="166908"/>
                  </a:lnTo>
                  <a:close/>
                  <a:moveTo>
                    <a:pt x="123874" y="99917"/>
                  </a:moveTo>
                  <a:cubicBezTo>
                    <a:pt x="117520" y="101848"/>
                    <a:pt x="118355" y="94429"/>
                    <a:pt x="118355" y="94429"/>
                  </a:cubicBezTo>
                  <a:lnTo>
                    <a:pt x="113995" y="92761"/>
                  </a:lnTo>
                  <a:lnTo>
                    <a:pt x="107039" y="94429"/>
                  </a:lnTo>
                  <a:lnTo>
                    <a:pt x="113995" y="88107"/>
                  </a:lnTo>
                  <a:lnTo>
                    <a:pt x="120952" y="92234"/>
                  </a:lnTo>
                  <a:cubicBezTo>
                    <a:pt x="123549" y="90039"/>
                    <a:pt x="125868" y="92761"/>
                    <a:pt x="125868" y="92761"/>
                  </a:cubicBezTo>
                  <a:cubicBezTo>
                    <a:pt x="125868" y="92761"/>
                    <a:pt x="130227" y="97985"/>
                    <a:pt x="123827" y="99873"/>
                  </a:cubicBezTo>
                  <a:close/>
                  <a:moveTo>
                    <a:pt x="158100" y="189122"/>
                  </a:moveTo>
                  <a:lnTo>
                    <a:pt x="151144" y="187761"/>
                  </a:lnTo>
                  <a:lnTo>
                    <a:pt x="148825" y="183107"/>
                  </a:lnTo>
                  <a:lnTo>
                    <a:pt x="150541" y="179244"/>
                  </a:lnTo>
                  <a:lnTo>
                    <a:pt x="153416" y="179244"/>
                  </a:lnTo>
                  <a:lnTo>
                    <a:pt x="151375" y="184161"/>
                  </a:lnTo>
                  <a:lnTo>
                    <a:pt x="154854" y="186619"/>
                  </a:lnTo>
                  <a:lnTo>
                    <a:pt x="158054" y="186356"/>
                  </a:lnTo>
                  <a:lnTo>
                    <a:pt x="158054" y="18907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2" name="Freeform: Shape 2201">
              <a:extLst>
                <a:ext uri="{FF2B5EF4-FFF2-40B4-BE49-F238E27FC236}">
                  <a16:creationId xmlns:a16="http://schemas.microsoft.com/office/drawing/2014/main" id="{15EAE650-BA79-0FAF-F0B0-0DB645A2A01A}"/>
                </a:ext>
              </a:extLst>
            </p:cNvPr>
            <p:cNvSpPr>
              <a:spLocks/>
            </p:cNvSpPr>
            <p:nvPr/>
          </p:nvSpPr>
          <p:spPr>
            <a:xfrm>
              <a:off x="6790927" y="3373374"/>
              <a:ext cx="39527" cy="36366"/>
            </a:xfrm>
            <a:custGeom>
              <a:avLst/>
              <a:gdLst>
                <a:gd name="connsiteX0" fmla="*/ 20035 w 26481"/>
                <a:gd name="connsiteY0" fmla="*/ 0 h 24364"/>
                <a:gd name="connsiteX1" fmla="*/ 8301 w 26481"/>
                <a:gd name="connsiteY1" fmla="*/ 0 h 24364"/>
                <a:gd name="connsiteX2" fmla="*/ 0 w 26481"/>
                <a:gd name="connsiteY2" fmla="*/ 13521 h 24364"/>
                <a:gd name="connsiteX3" fmla="*/ 12244 w 26481"/>
                <a:gd name="connsiteY3" fmla="*/ 13521 h 24364"/>
                <a:gd name="connsiteX4" fmla="*/ 13357 w 26481"/>
                <a:gd name="connsiteY4" fmla="*/ 14268 h 24364"/>
                <a:gd name="connsiteX5" fmla="*/ 16974 w 26481"/>
                <a:gd name="connsiteY5" fmla="*/ 24365 h 24364"/>
                <a:gd name="connsiteX6" fmla="*/ 26482 w 26481"/>
                <a:gd name="connsiteY6" fmla="*/ 23135 h 24364"/>
                <a:gd name="connsiteX7" fmla="*/ 22957 w 26481"/>
                <a:gd name="connsiteY7" fmla="*/ 17165 h 24364"/>
                <a:gd name="connsiteX8" fmla="*/ 21519 w 26481"/>
                <a:gd name="connsiteY8" fmla="*/ 11414 h 24364"/>
                <a:gd name="connsiteX9" fmla="*/ 18922 w 26481"/>
                <a:gd name="connsiteY9" fmla="*/ 11414 h 24364"/>
                <a:gd name="connsiteX10" fmla="*/ 18644 w 26481"/>
                <a:gd name="connsiteY10" fmla="*/ 8122 h 24364"/>
                <a:gd name="connsiteX11" fmla="*/ 22679 w 26481"/>
                <a:gd name="connsiteY11" fmla="*/ 7595 h 24364"/>
                <a:gd name="connsiteX12" fmla="*/ 26110 w 26481"/>
                <a:gd name="connsiteY12" fmla="*/ 3512 h 24364"/>
                <a:gd name="connsiteX13" fmla="*/ 25925 w 26481"/>
                <a:gd name="connsiteY13" fmla="*/ 3512 h 24364"/>
                <a:gd name="connsiteX14" fmla="*/ 20128 w 26481"/>
                <a:gd name="connsiteY14" fmla="*/ 44 h 2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481" h="24364">
                  <a:moveTo>
                    <a:pt x="20035" y="0"/>
                  </a:moveTo>
                  <a:lnTo>
                    <a:pt x="8301" y="0"/>
                  </a:lnTo>
                  <a:lnTo>
                    <a:pt x="0" y="13521"/>
                  </a:lnTo>
                  <a:lnTo>
                    <a:pt x="12244" y="13521"/>
                  </a:lnTo>
                  <a:cubicBezTo>
                    <a:pt x="12754" y="13521"/>
                    <a:pt x="13171" y="13829"/>
                    <a:pt x="13357" y="14268"/>
                  </a:cubicBezTo>
                  <a:lnTo>
                    <a:pt x="16974" y="24365"/>
                  </a:lnTo>
                  <a:lnTo>
                    <a:pt x="26482" y="23135"/>
                  </a:lnTo>
                  <a:lnTo>
                    <a:pt x="22957" y="17165"/>
                  </a:lnTo>
                  <a:lnTo>
                    <a:pt x="21519" y="11414"/>
                  </a:lnTo>
                  <a:lnTo>
                    <a:pt x="18922" y="11414"/>
                  </a:lnTo>
                  <a:lnTo>
                    <a:pt x="18644" y="8122"/>
                  </a:lnTo>
                  <a:lnTo>
                    <a:pt x="22679" y="7595"/>
                  </a:lnTo>
                  <a:cubicBezTo>
                    <a:pt x="22679" y="7595"/>
                    <a:pt x="24626" y="6366"/>
                    <a:pt x="26110" y="3512"/>
                  </a:cubicBezTo>
                  <a:cubicBezTo>
                    <a:pt x="26064" y="3512"/>
                    <a:pt x="25971" y="3512"/>
                    <a:pt x="25925" y="3512"/>
                  </a:cubicBezTo>
                  <a:lnTo>
                    <a:pt x="20128" y="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3" name="Freeform: Shape 2202">
              <a:extLst>
                <a:ext uri="{FF2B5EF4-FFF2-40B4-BE49-F238E27FC236}">
                  <a16:creationId xmlns:a16="http://schemas.microsoft.com/office/drawing/2014/main" id="{92901DC1-4368-0D80-9FFE-392778481DF3}"/>
                </a:ext>
              </a:extLst>
            </p:cNvPr>
            <p:cNvSpPr>
              <a:spLocks/>
            </p:cNvSpPr>
            <p:nvPr/>
          </p:nvSpPr>
          <p:spPr>
            <a:xfrm>
              <a:off x="2352202" y="1868948"/>
              <a:ext cx="265059" cy="746087"/>
            </a:xfrm>
            <a:custGeom>
              <a:avLst/>
              <a:gdLst>
                <a:gd name="connsiteX0" fmla="*/ 177532 w 177578"/>
                <a:gd name="connsiteY0" fmla="*/ 481584 h 499846"/>
                <a:gd name="connsiteX1" fmla="*/ 175213 w 177578"/>
                <a:gd name="connsiteY1" fmla="*/ 469116 h 499846"/>
                <a:gd name="connsiteX2" fmla="*/ 177579 w 177578"/>
                <a:gd name="connsiteY2" fmla="*/ 464902 h 499846"/>
                <a:gd name="connsiteX3" fmla="*/ 174471 w 177578"/>
                <a:gd name="connsiteY3" fmla="*/ 457439 h 499846"/>
                <a:gd name="connsiteX4" fmla="*/ 169602 w 177578"/>
                <a:gd name="connsiteY4" fmla="*/ 457439 h 499846"/>
                <a:gd name="connsiteX5" fmla="*/ 169602 w 177578"/>
                <a:gd name="connsiteY5" fmla="*/ 455463 h 499846"/>
                <a:gd name="connsiteX6" fmla="*/ 152860 w 177578"/>
                <a:gd name="connsiteY6" fmla="*/ 444796 h 499846"/>
                <a:gd name="connsiteX7" fmla="*/ 147294 w 177578"/>
                <a:gd name="connsiteY7" fmla="*/ 444796 h 499846"/>
                <a:gd name="connsiteX8" fmla="*/ 145949 w 177578"/>
                <a:gd name="connsiteY8" fmla="*/ 439966 h 499846"/>
                <a:gd name="connsiteX9" fmla="*/ 143167 w 177578"/>
                <a:gd name="connsiteY9" fmla="*/ 438298 h 499846"/>
                <a:gd name="connsiteX10" fmla="*/ 144697 w 177578"/>
                <a:gd name="connsiteY10" fmla="*/ 434260 h 499846"/>
                <a:gd name="connsiteX11" fmla="*/ 139642 w 177578"/>
                <a:gd name="connsiteY11" fmla="*/ 432547 h 499846"/>
                <a:gd name="connsiteX12" fmla="*/ 141358 w 177578"/>
                <a:gd name="connsiteY12" fmla="*/ 429343 h 499846"/>
                <a:gd name="connsiteX13" fmla="*/ 121648 w 177578"/>
                <a:gd name="connsiteY13" fmla="*/ 398393 h 499846"/>
                <a:gd name="connsiteX14" fmla="*/ 123364 w 177578"/>
                <a:gd name="connsiteY14" fmla="*/ 395364 h 499846"/>
                <a:gd name="connsiteX15" fmla="*/ 123503 w 177578"/>
                <a:gd name="connsiteY15" fmla="*/ 394837 h 499846"/>
                <a:gd name="connsiteX16" fmla="*/ 111816 w 177578"/>
                <a:gd name="connsiteY16" fmla="*/ 383950 h 499846"/>
                <a:gd name="connsiteX17" fmla="*/ 107132 w 177578"/>
                <a:gd name="connsiteY17" fmla="*/ 377497 h 499846"/>
                <a:gd name="connsiteX18" fmla="*/ 106621 w 177578"/>
                <a:gd name="connsiteY18" fmla="*/ 376268 h 499846"/>
                <a:gd name="connsiteX19" fmla="*/ 96465 w 177578"/>
                <a:gd name="connsiteY19" fmla="*/ 367707 h 499846"/>
                <a:gd name="connsiteX20" fmla="*/ 98181 w 177578"/>
                <a:gd name="connsiteY20" fmla="*/ 362000 h 499846"/>
                <a:gd name="connsiteX21" fmla="*/ 88673 w 177578"/>
                <a:gd name="connsiteY21" fmla="*/ 355152 h 499846"/>
                <a:gd name="connsiteX22" fmla="*/ 74528 w 177578"/>
                <a:gd name="connsiteY22" fmla="*/ 359717 h 499846"/>
                <a:gd name="connsiteX23" fmla="*/ 74528 w 177578"/>
                <a:gd name="connsiteY23" fmla="*/ 363580 h 499846"/>
                <a:gd name="connsiteX24" fmla="*/ 70447 w 177578"/>
                <a:gd name="connsiteY24" fmla="*/ 363844 h 499846"/>
                <a:gd name="connsiteX25" fmla="*/ 70447 w 177578"/>
                <a:gd name="connsiteY25" fmla="*/ 372755 h 499846"/>
                <a:gd name="connsiteX26" fmla="*/ 67154 w 177578"/>
                <a:gd name="connsiteY26" fmla="*/ 372536 h 499846"/>
                <a:gd name="connsiteX27" fmla="*/ 59177 w 177578"/>
                <a:gd name="connsiteY27" fmla="*/ 379297 h 499846"/>
                <a:gd name="connsiteX28" fmla="*/ 56534 w 177578"/>
                <a:gd name="connsiteY28" fmla="*/ 380614 h 499846"/>
                <a:gd name="connsiteX29" fmla="*/ 56534 w 177578"/>
                <a:gd name="connsiteY29" fmla="*/ 371307 h 499846"/>
                <a:gd name="connsiteX30" fmla="*/ 41044 w 177578"/>
                <a:gd name="connsiteY30" fmla="*/ 355810 h 499846"/>
                <a:gd name="connsiteX31" fmla="*/ 31908 w 177578"/>
                <a:gd name="connsiteY31" fmla="*/ 346284 h 499846"/>
                <a:gd name="connsiteX32" fmla="*/ 31908 w 177578"/>
                <a:gd name="connsiteY32" fmla="*/ 344879 h 499846"/>
                <a:gd name="connsiteX33" fmla="*/ 33484 w 177578"/>
                <a:gd name="connsiteY33" fmla="*/ 342113 h 499846"/>
                <a:gd name="connsiteX34" fmla="*/ 33624 w 177578"/>
                <a:gd name="connsiteY34" fmla="*/ 337767 h 499846"/>
                <a:gd name="connsiteX35" fmla="*/ 23745 w 177578"/>
                <a:gd name="connsiteY35" fmla="*/ 337767 h 499846"/>
                <a:gd name="connsiteX36" fmla="*/ 21148 w 177578"/>
                <a:gd name="connsiteY36" fmla="*/ 339128 h 499846"/>
                <a:gd name="connsiteX37" fmla="*/ 20870 w 177578"/>
                <a:gd name="connsiteY37" fmla="*/ 339348 h 499846"/>
                <a:gd name="connsiteX38" fmla="*/ 15954 w 177578"/>
                <a:gd name="connsiteY38" fmla="*/ 343650 h 499846"/>
                <a:gd name="connsiteX39" fmla="*/ 11084 w 177578"/>
                <a:gd name="connsiteY39" fmla="*/ 339435 h 499846"/>
                <a:gd name="connsiteX40" fmla="*/ 9925 w 177578"/>
                <a:gd name="connsiteY40" fmla="*/ 337987 h 499846"/>
                <a:gd name="connsiteX41" fmla="*/ 9090 w 177578"/>
                <a:gd name="connsiteY41" fmla="*/ 339611 h 499846"/>
                <a:gd name="connsiteX42" fmla="*/ 6678 w 177578"/>
                <a:gd name="connsiteY42" fmla="*/ 341323 h 499846"/>
                <a:gd name="connsiteX43" fmla="*/ 2319 w 177578"/>
                <a:gd name="connsiteY43" fmla="*/ 339523 h 499846"/>
                <a:gd name="connsiteX44" fmla="*/ 2319 w 177578"/>
                <a:gd name="connsiteY44" fmla="*/ 1098 h 499846"/>
                <a:gd name="connsiteX45" fmla="*/ 1159 w 177578"/>
                <a:gd name="connsiteY45" fmla="*/ 0 h 499846"/>
                <a:gd name="connsiteX46" fmla="*/ 0 w 177578"/>
                <a:gd name="connsiteY46" fmla="*/ 1098 h 499846"/>
                <a:gd name="connsiteX47" fmla="*/ 0 w 177578"/>
                <a:gd name="connsiteY47" fmla="*/ 340621 h 499846"/>
                <a:gd name="connsiteX48" fmla="*/ 464 w 177578"/>
                <a:gd name="connsiteY48" fmla="*/ 340972 h 499846"/>
                <a:gd name="connsiteX49" fmla="*/ 6678 w 177578"/>
                <a:gd name="connsiteY49" fmla="*/ 343518 h 499846"/>
                <a:gd name="connsiteX50" fmla="*/ 10203 w 177578"/>
                <a:gd name="connsiteY50" fmla="*/ 341938 h 499846"/>
                <a:gd name="connsiteX51" fmla="*/ 17113 w 177578"/>
                <a:gd name="connsiteY51" fmla="*/ 345581 h 499846"/>
                <a:gd name="connsiteX52" fmla="*/ 22493 w 177578"/>
                <a:gd name="connsiteY52" fmla="*/ 340972 h 499846"/>
                <a:gd name="connsiteX53" fmla="*/ 24394 w 177578"/>
                <a:gd name="connsiteY53" fmla="*/ 339962 h 499846"/>
                <a:gd name="connsiteX54" fmla="*/ 31351 w 177578"/>
                <a:gd name="connsiteY54" fmla="*/ 339962 h 499846"/>
                <a:gd name="connsiteX55" fmla="*/ 31351 w 177578"/>
                <a:gd name="connsiteY55" fmla="*/ 341323 h 499846"/>
                <a:gd name="connsiteX56" fmla="*/ 29774 w 177578"/>
                <a:gd name="connsiteY56" fmla="*/ 344089 h 499846"/>
                <a:gd name="connsiteX57" fmla="*/ 29635 w 177578"/>
                <a:gd name="connsiteY57" fmla="*/ 347601 h 499846"/>
                <a:gd name="connsiteX58" fmla="*/ 30238 w 177578"/>
                <a:gd name="connsiteY58" fmla="*/ 347908 h 499846"/>
                <a:gd name="connsiteX59" fmla="*/ 38957 w 177578"/>
                <a:gd name="connsiteY59" fmla="*/ 356688 h 499846"/>
                <a:gd name="connsiteX60" fmla="*/ 54261 w 177578"/>
                <a:gd name="connsiteY60" fmla="*/ 372185 h 499846"/>
                <a:gd name="connsiteX61" fmla="*/ 54261 w 177578"/>
                <a:gd name="connsiteY61" fmla="*/ 384257 h 499846"/>
                <a:gd name="connsiteX62" fmla="*/ 60522 w 177578"/>
                <a:gd name="connsiteY62" fmla="*/ 381053 h 499846"/>
                <a:gd name="connsiteX63" fmla="*/ 67989 w 177578"/>
                <a:gd name="connsiteY63" fmla="*/ 374775 h 499846"/>
                <a:gd name="connsiteX64" fmla="*/ 72766 w 177578"/>
                <a:gd name="connsiteY64" fmla="*/ 375082 h 499846"/>
                <a:gd name="connsiteX65" fmla="*/ 72766 w 177578"/>
                <a:gd name="connsiteY65" fmla="*/ 365863 h 499846"/>
                <a:gd name="connsiteX66" fmla="*/ 76847 w 177578"/>
                <a:gd name="connsiteY66" fmla="*/ 365600 h 499846"/>
                <a:gd name="connsiteX67" fmla="*/ 76847 w 177578"/>
                <a:gd name="connsiteY67" fmla="*/ 361254 h 499846"/>
                <a:gd name="connsiteX68" fmla="*/ 88210 w 177578"/>
                <a:gd name="connsiteY68" fmla="*/ 357566 h 499846"/>
                <a:gd name="connsiteX69" fmla="*/ 95491 w 177578"/>
                <a:gd name="connsiteY69" fmla="*/ 362790 h 499846"/>
                <a:gd name="connsiteX70" fmla="*/ 93728 w 177578"/>
                <a:gd name="connsiteY70" fmla="*/ 368629 h 499846"/>
                <a:gd name="connsiteX71" fmla="*/ 94470 w 177578"/>
                <a:gd name="connsiteY71" fmla="*/ 369068 h 499846"/>
                <a:gd name="connsiteX72" fmla="*/ 104442 w 177578"/>
                <a:gd name="connsiteY72" fmla="*/ 377058 h 499846"/>
                <a:gd name="connsiteX73" fmla="*/ 104952 w 177578"/>
                <a:gd name="connsiteY73" fmla="*/ 378243 h 499846"/>
                <a:gd name="connsiteX74" fmla="*/ 110842 w 177578"/>
                <a:gd name="connsiteY74" fmla="*/ 385882 h 499846"/>
                <a:gd name="connsiteX75" fmla="*/ 121091 w 177578"/>
                <a:gd name="connsiteY75" fmla="*/ 394574 h 499846"/>
                <a:gd name="connsiteX76" fmla="*/ 118958 w 177578"/>
                <a:gd name="connsiteY76" fmla="*/ 398349 h 499846"/>
                <a:gd name="connsiteX77" fmla="*/ 138668 w 177578"/>
                <a:gd name="connsiteY77" fmla="*/ 429299 h 499846"/>
                <a:gd name="connsiteX78" fmla="*/ 136349 w 177578"/>
                <a:gd name="connsiteY78" fmla="*/ 433645 h 499846"/>
                <a:gd name="connsiteX79" fmla="*/ 141729 w 177578"/>
                <a:gd name="connsiteY79" fmla="*/ 435445 h 499846"/>
                <a:gd name="connsiteX80" fmla="*/ 140338 w 177578"/>
                <a:gd name="connsiteY80" fmla="*/ 439089 h 499846"/>
                <a:gd name="connsiteX81" fmla="*/ 143909 w 177578"/>
                <a:gd name="connsiteY81" fmla="*/ 441240 h 499846"/>
                <a:gd name="connsiteX82" fmla="*/ 145485 w 177578"/>
                <a:gd name="connsiteY82" fmla="*/ 446859 h 499846"/>
                <a:gd name="connsiteX83" fmla="*/ 152117 w 177578"/>
                <a:gd name="connsiteY83" fmla="*/ 446859 h 499846"/>
                <a:gd name="connsiteX84" fmla="*/ 167236 w 177578"/>
                <a:gd name="connsiteY84" fmla="*/ 456517 h 499846"/>
                <a:gd name="connsiteX85" fmla="*/ 167236 w 177578"/>
                <a:gd name="connsiteY85" fmla="*/ 459502 h 499846"/>
                <a:gd name="connsiteX86" fmla="*/ 172802 w 177578"/>
                <a:gd name="connsiteY86" fmla="*/ 459502 h 499846"/>
                <a:gd name="connsiteX87" fmla="*/ 174935 w 177578"/>
                <a:gd name="connsiteY87" fmla="*/ 464638 h 499846"/>
                <a:gd name="connsiteX88" fmla="*/ 172663 w 177578"/>
                <a:gd name="connsiteY88" fmla="*/ 468633 h 499846"/>
                <a:gd name="connsiteX89" fmla="*/ 174981 w 177578"/>
                <a:gd name="connsiteY89" fmla="*/ 480881 h 499846"/>
                <a:gd name="connsiteX90" fmla="*/ 164686 w 177578"/>
                <a:gd name="connsiteY90" fmla="*/ 493086 h 499846"/>
                <a:gd name="connsiteX91" fmla="*/ 164222 w 177578"/>
                <a:gd name="connsiteY91" fmla="*/ 496071 h 499846"/>
                <a:gd name="connsiteX92" fmla="*/ 164222 w 177578"/>
                <a:gd name="connsiteY92" fmla="*/ 496202 h 499846"/>
                <a:gd name="connsiteX93" fmla="*/ 164964 w 177578"/>
                <a:gd name="connsiteY93" fmla="*/ 499012 h 499846"/>
                <a:gd name="connsiteX94" fmla="*/ 166077 w 177578"/>
                <a:gd name="connsiteY94" fmla="*/ 499846 h 499846"/>
                <a:gd name="connsiteX95" fmla="*/ 166355 w 177578"/>
                <a:gd name="connsiteY95" fmla="*/ 499846 h 499846"/>
                <a:gd name="connsiteX96" fmla="*/ 167236 w 177578"/>
                <a:gd name="connsiteY96" fmla="*/ 498529 h 499846"/>
                <a:gd name="connsiteX97" fmla="*/ 166587 w 177578"/>
                <a:gd name="connsiteY97" fmla="*/ 495983 h 499846"/>
                <a:gd name="connsiteX98" fmla="*/ 166587 w 177578"/>
                <a:gd name="connsiteY98" fmla="*/ 495807 h 499846"/>
                <a:gd name="connsiteX99" fmla="*/ 166912 w 177578"/>
                <a:gd name="connsiteY99" fmla="*/ 494007 h 499846"/>
                <a:gd name="connsiteX100" fmla="*/ 177486 w 177578"/>
                <a:gd name="connsiteY100" fmla="*/ 481496 h 4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177578" h="499846">
                  <a:moveTo>
                    <a:pt x="177532" y="481584"/>
                  </a:moveTo>
                  <a:lnTo>
                    <a:pt x="175213" y="469116"/>
                  </a:lnTo>
                  <a:lnTo>
                    <a:pt x="177579" y="464902"/>
                  </a:lnTo>
                  <a:lnTo>
                    <a:pt x="174471" y="457439"/>
                  </a:lnTo>
                  <a:lnTo>
                    <a:pt x="169602" y="457439"/>
                  </a:lnTo>
                  <a:lnTo>
                    <a:pt x="169602" y="455463"/>
                  </a:lnTo>
                  <a:lnTo>
                    <a:pt x="152860" y="444796"/>
                  </a:lnTo>
                  <a:lnTo>
                    <a:pt x="147294" y="444796"/>
                  </a:lnTo>
                  <a:lnTo>
                    <a:pt x="145949" y="439966"/>
                  </a:lnTo>
                  <a:lnTo>
                    <a:pt x="143167" y="438298"/>
                  </a:lnTo>
                  <a:lnTo>
                    <a:pt x="144697" y="434260"/>
                  </a:lnTo>
                  <a:lnTo>
                    <a:pt x="139642" y="432547"/>
                  </a:lnTo>
                  <a:lnTo>
                    <a:pt x="141358" y="429343"/>
                  </a:lnTo>
                  <a:lnTo>
                    <a:pt x="121648" y="398393"/>
                  </a:lnTo>
                  <a:lnTo>
                    <a:pt x="123364" y="395364"/>
                  </a:lnTo>
                  <a:lnTo>
                    <a:pt x="123503" y="394837"/>
                  </a:lnTo>
                  <a:cubicBezTo>
                    <a:pt x="123503" y="392379"/>
                    <a:pt x="114877" y="385267"/>
                    <a:pt x="111816" y="383950"/>
                  </a:cubicBezTo>
                  <a:cubicBezTo>
                    <a:pt x="109450" y="382940"/>
                    <a:pt x="108337" y="380306"/>
                    <a:pt x="107132" y="377497"/>
                  </a:cubicBezTo>
                  <a:lnTo>
                    <a:pt x="106621" y="376268"/>
                  </a:lnTo>
                  <a:cubicBezTo>
                    <a:pt x="105276" y="373238"/>
                    <a:pt x="98784" y="369112"/>
                    <a:pt x="96465" y="367707"/>
                  </a:cubicBezTo>
                  <a:lnTo>
                    <a:pt x="98181" y="362000"/>
                  </a:lnTo>
                  <a:lnTo>
                    <a:pt x="88673" y="355152"/>
                  </a:lnTo>
                  <a:lnTo>
                    <a:pt x="74528" y="359717"/>
                  </a:lnTo>
                  <a:lnTo>
                    <a:pt x="74528" y="363580"/>
                  </a:lnTo>
                  <a:lnTo>
                    <a:pt x="70447" y="363844"/>
                  </a:lnTo>
                  <a:lnTo>
                    <a:pt x="70447" y="372755"/>
                  </a:lnTo>
                  <a:lnTo>
                    <a:pt x="67154" y="372536"/>
                  </a:lnTo>
                  <a:lnTo>
                    <a:pt x="59177" y="379297"/>
                  </a:lnTo>
                  <a:lnTo>
                    <a:pt x="56534" y="380614"/>
                  </a:lnTo>
                  <a:lnTo>
                    <a:pt x="56534" y="371307"/>
                  </a:lnTo>
                  <a:lnTo>
                    <a:pt x="41044" y="355810"/>
                  </a:lnTo>
                  <a:cubicBezTo>
                    <a:pt x="39374" y="350762"/>
                    <a:pt x="33809" y="347293"/>
                    <a:pt x="31908" y="346284"/>
                  </a:cubicBezTo>
                  <a:lnTo>
                    <a:pt x="31908" y="344879"/>
                  </a:lnTo>
                  <a:lnTo>
                    <a:pt x="33484" y="342113"/>
                  </a:lnTo>
                  <a:lnTo>
                    <a:pt x="33624" y="337767"/>
                  </a:lnTo>
                  <a:lnTo>
                    <a:pt x="23745" y="337767"/>
                  </a:lnTo>
                  <a:lnTo>
                    <a:pt x="21148" y="339128"/>
                  </a:lnTo>
                  <a:lnTo>
                    <a:pt x="20870" y="339348"/>
                  </a:lnTo>
                  <a:cubicBezTo>
                    <a:pt x="20035" y="340269"/>
                    <a:pt x="17484" y="342816"/>
                    <a:pt x="15954" y="343650"/>
                  </a:cubicBezTo>
                  <a:cubicBezTo>
                    <a:pt x="15258" y="343825"/>
                    <a:pt x="13032" y="341938"/>
                    <a:pt x="11084" y="339435"/>
                  </a:cubicBezTo>
                  <a:lnTo>
                    <a:pt x="9925" y="337987"/>
                  </a:lnTo>
                  <a:lnTo>
                    <a:pt x="9090" y="339611"/>
                  </a:lnTo>
                  <a:cubicBezTo>
                    <a:pt x="9090" y="339611"/>
                    <a:pt x="8209" y="341323"/>
                    <a:pt x="6678" y="341323"/>
                  </a:cubicBezTo>
                  <a:cubicBezTo>
                    <a:pt x="5333" y="341323"/>
                    <a:pt x="3386" y="340226"/>
                    <a:pt x="2319" y="339523"/>
                  </a:cubicBezTo>
                  <a:lnTo>
                    <a:pt x="2319" y="1098"/>
                  </a:lnTo>
                  <a:cubicBezTo>
                    <a:pt x="2319" y="483"/>
                    <a:pt x="1809" y="0"/>
                    <a:pt x="1159" y="0"/>
                  </a:cubicBezTo>
                  <a:cubicBezTo>
                    <a:pt x="510" y="0"/>
                    <a:pt x="0" y="483"/>
                    <a:pt x="0" y="1098"/>
                  </a:cubicBezTo>
                  <a:lnTo>
                    <a:pt x="0" y="340621"/>
                  </a:lnTo>
                  <a:lnTo>
                    <a:pt x="464" y="340972"/>
                  </a:lnTo>
                  <a:cubicBezTo>
                    <a:pt x="835" y="341235"/>
                    <a:pt x="4035" y="343518"/>
                    <a:pt x="6678" y="343518"/>
                  </a:cubicBezTo>
                  <a:cubicBezTo>
                    <a:pt x="8301" y="343518"/>
                    <a:pt x="9461" y="342728"/>
                    <a:pt x="10203" y="341938"/>
                  </a:cubicBezTo>
                  <a:cubicBezTo>
                    <a:pt x="12012" y="344001"/>
                    <a:pt x="14933" y="346723"/>
                    <a:pt x="17113" y="345581"/>
                  </a:cubicBezTo>
                  <a:cubicBezTo>
                    <a:pt x="19061" y="344528"/>
                    <a:pt x="21844" y="341630"/>
                    <a:pt x="22493" y="340972"/>
                  </a:cubicBezTo>
                  <a:lnTo>
                    <a:pt x="24394" y="339962"/>
                  </a:lnTo>
                  <a:lnTo>
                    <a:pt x="31351" y="339962"/>
                  </a:lnTo>
                  <a:lnTo>
                    <a:pt x="31351" y="341323"/>
                  </a:lnTo>
                  <a:lnTo>
                    <a:pt x="29774" y="344089"/>
                  </a:lnTo>
                  <a:lnTo>
                    <a:pt x="29635" y="347601"/>
                  </a:lnTo>
                  <a:lnTo>
                    <a:pt x="30238" y="347908"/>
                  </a:lnTo>
                  <a:cubicBezTo>
                    <a:pt x="30238" y="347908"/>
                    <a:pt x="37334" y="351464"/>
                    <a:pt x="38957" y="356688"/>
                  </a:cubicBezTo>
                  <a:lnTo>
                    <a:pt x="54261" y="372185"/>
                  </a:lnTo>
                  <a:lnTo>
                    <a:pt x="54261" y="384257"/>
                  </a:lnTo>
                  <a:lnTo>
                    <a:pt x="60522" y="381053"/>
                  </a:lnTo>
                  <a:lnTo>
                    <a:pt x="67989" y="374775"/>
                  </a:lnTo>
                  <a:lnTo>
                    <a:pt x="72766" y="375082"/>
                  </a:lnTo>
                  <a:lnTo>
                    <a:pt x="72766" y="365863"/>
                  </a:lnTo>
                  <a:lnTo>
                    <a:pt x="76847" y="365600"/>
                  </a:lnTo>
                  <a:lnTo>
                    <a:pt x="76847" y="361254"/>
                  </a:lnTo>
                  <a:lnTo>
                    <a:pt x="88210" y="357566"/>
                  </a:lnTo>
                  <a:lnTo>
                    <a:pt x="95491" y="362790"/>
                  </a:lnTo>
                  <a:lnTo>
                    <a:pt x="93728" y="368629"/>
                  </a:lnTo>
                  <a:lnTo>
                    <a:pt x="94470" y="369068"/>
                  </a:lnTo>
                  <a:cubicBezTo>
                    <a:pt x="96882" y="370473"/>
                    <a:pt x="103375" y="374643"/>
                    <a:pt x="104442" y="377058"/>
                  </a:cubicBezTo>
                  <a:lnTo>
                    <a:pt x="104952" y="378243"/>
                  </a:lnTo>
                  <a:cubicBezTo>
                    <a:pt x="106250" y="381316"/>
                    <a:pt x="107595" y="384477"/>
                    <a:pt x="110842" y="385882"/>
                  </a:cubicBezTo>
                  <a:cubicBezTo>
                    <a:pt x="113763" y="387155"/>
                    <a:pt x="120303" y="392950"/>
                    <a:pt x="121091" y="394574"/>
                  </a:cubicBezTo>
                  <a:lnTo>
                    <a:pt x="118958" y="398349"/>
                  </a:lnTo>
                  <a:lnTo>
                    <a:pt x="138668" y="429299"/>
                  </a:lnTo>
                  <a:lnTo>
                    <a:pt x="136349" y="433645"/>
                  </a:lnTo>
                  <a:lnTo>
                    <a:pt x="141729" y="435445"/>
                  </a:lnTo>
                  <a:lnTo>
                    <a:pt x="140338" y="439089"/>
                  </a:lnTo>
                  <a:lnTo>
                    <a:pt x="143909" y="441240"/>
                  </a:lnTo>
                  <a:lnTo>
                    <a:pt x="145485" y="446859"/>
                  </a:lnTo>
                  <a:lnTo>
                    <a:pt x="152117" y="446859"/>
                  </a:lnTo>
                  <a:lnTo>
                    <a:pt x="167236" y="456517"/>
                  </a:lnTo>
                  <a:lnTo>
                    <a:pt x="167236" y="459502"/>
                  </a:lnTo>
                  <a:lnTo>
                    <a:pt x="172802" y="459502"/>
                  </a:lnTo>
                  <a:lnTo>
                    <a:pt x="174935" y="464638"/>
                  </a:lnTo>
                  <a:lnTo>
                    <a:pt x="172663" y="468633"/>
                  </a:lnTo>
                  <a:lnTo>
                    <a:pt x="174981" y="480881"/>
                  </a:lnTo>
                  <a:lnTo>
                    <a:pt x="164686" y="493086"/>
                  </a:lnTo>
                  <a:lnTo>
                    <a:pt x="164222" y="496071"/>
                  </a:lnTo>
                  <a:lnTo>
                    <a:pt x="164222" y="496202"/>
                  </a:lnTo>
                  <a:cubicBezTo>
                    <a:pt x="164222" y="496202"/>
                    <a:pt x="164964" y="499012"/>
                    <a:pt x="164964" y="499012"/>
                  </a:cubicBezTo>
                  <a:cubicBezTo>
                    <a:pt x="165103" y="499539"/>
                    <a:pt x="165567" y="499846"/>
                    <a:pt x="166077" y="499846"/>
                  </a:cubicBezTo>
                  <a:cubicBezTo>
                    <a:pt x="166170" y="499846"/>
                    <a:pt x="166263" y="499846"/>
                    <a:pt x="166355" y="499846"/>
                  </a:cubicBezTo>
                  <a:cubicBezTo>
                    <a:pt x="166958" y="499715"/>
                    <a:pt x="167376" y="499100"/>
                    <a:pt x="167236" y="498529"/>
                  </a:cubicBezTo>
                  <a:lnTo>
                    <a:pt x="166587" y="495983"/>
                  </a:lnTo>
                  <a:lnTo>
                    <a:pt x="166587" y="495807"/>
                  </a:lnTo>
                  <a:cubicBezTo>
                    <a:pt x="166587" y="495807"/>
                    <a:pt x="166912" y="494007"/>
                    <a:pt x="166912" y="494007"/>
                  </a:cubicBezTo>
                  <a:lnTo>
                    <a:pt x="177486" y="48149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4" name="Freeform: Shape 2203">
              <a:extLst>
                <a:ext uri="{FF2B5EF4-FFF2-40B4-BE49-F238E27FC236}">
                  <a16:creationId xmlns:a16="http://schemas.microsoft.com/office/drawing/2014/main" id="{3C9CD44A-5A1B-850F-2027-D1F87C07EE97}"/>
                </a:ext>
              </a:extLst>
            </p:cNvPr>
            <p:cNvSpPr>
              <a:spLocks/>
            </p:cNvSpPr>
            <p:nvPr/>
          </p:nvSpPr>
          <p:spPr>
            <a:xfrm>
              <a:off x="2735245" y="2804144"/>
              <a:ext cx="1370682" cy="248607"/>
            </a:xfrm>
            <a:custGeom>
              <a:avLst/>
              <a:gdLst>
                <a:gd name="connsiteX0" fmla="*/ 472057 w 918299"/>
                <a:gd name="connsiteY0" fmla="*/ 8692 h 166556"/>
                <a:gd name="connsiteX1" fmla="*/ 472057 w 918299"/>
                <a:gd name="connsiteY1" fmla="*/ 2107 h 166556"/>
                <a:gd name="connsiteX2" fmla="*/ 474190 w 918299"/>
                <a:gd name="connsiteY2" fmla="*/ 2107 h 166556"/>
                <a:gd name="connsiteX3" fmla="*/ 476927 w 918299"/>
                <a:gd name="connsiteY3" fmla="*/ 11151 h 166556"/>
                <a:gd name="connsiteX4" fmla="*/ 477761 w 918299"/>
                <a:gd name="connsiteY4" fmla="*/ 13872 h 166556"/>
                <a:gd name="connsiteX5" fmla="*/ 478550 w 918299"/>
                <a:gd name="connsiteY5" fmla="*/ 14619 h 166556"/>
                <a:gd name="connsiteX6" fmla="*/ 485878 w 918299"/>
                <a:gd name="connsiteY6" fmla="*/ 16550 h 166556"/>
                <a:gd name="connsiteX7" fmla="*/ 493715 w 918299"/>
                <a:gd name="connsiteY7" fmla="*/ 20414 h 166556"/>
                <a:gd name="connsiteX8" fmla="*/ 494504 w 918299"/>
                <a:gd name="connsiteY8" fmla="*/ 20501 h 166556"/>
                <a:gd name="connsiteX9" fmla="*/ 500301 w 918299"/>
                <a:gd name="connsiteY9" fmla="*/ 19141 h 166556"/>
                <a:gd name="connsiteX10" fmla="*/ 507721 w 918299"/>
                <a:gd name="connsiteY10" fmla="*/ 19141 h 166556"/>
                <a:gd name="connsiteX11" fmla="*/ 508556 w 918299"/>
                <a:gd name="connsiteY11" fmla="*/ 20545 h 166556"/>
                <a:gd name="connsiteX12" fmla="*/ 509669 w 918299"/>
                <a:gd name="connsiteY12" fmla="*/ 22433 h 166556"/>
                <a:gd name="connsiteX13" fmla="*/ 510179 w 918299"/>
                <a:gd name="connsiteY13" fmla="*/ 22872 h 166556"/>
                <a:gd name="connsiteX14" fmla="*/ 514539 w 918299"/>
                <a:gd name="connsiteY14" fmla="*/ 24804 h 166556"/>
                <a:gd name="connsiteX15" fmla="*/ 515049 w 918299"/>
                <a:gd name="connsiteY15" fmla="*/ 24891 h 166556"/>
                <a:gd name="connsiteX16" fmla="*/ 518991 w 918299"/>
                <a:gd name="connsiteY16" fmla="*/ 24891 h 166556"/>
                <a:gd name="connsiteX17" fmla="*/ 526226 w 918299"/>
                <a:gd name="connsiteY17" fmla="*/ 30686 h 166556"/>
                <a:gd name="connsiteX18" fmla="*/ 527339 w 918299"/>
                <a:gd name="connsiteY18" fmla="*/ 30906 h 166556"/>
                <a:gd name="connsiteX19" fmla="*/ 533600 w 918299"/>
                <a:gd name="connsiteY19" fmla="*/ 29018 h 166556"/>
                <a:gd name="connsiteX20" fmla="*/ 537959 w 918299"/>
                <a:gd name="connsiteY20" fmla="*/ 28096 h 166556"/>
                <a:gd name="connsiteX21" fmla="*/ 539304 w 918299"/>
                <a:gd name="connsiteY21" fmla="*/ 30379 h 166556"/>
                <a:gd name="connsiteX22" fmla="*/ 540325 w 918299"/>
                <a:gd name="connsiteY22" fmla="*/ 30950 h 166556"/>
                <a:gd name="connsiteX23" fmla="*/ 550945 w 918299"/>
                <a:gd name="connsiteY23" fmla="*/ 30950 h 166556"/>
                <a:gd name="connsiteX24" fmla="*/ 552939 w 918299"/>
                <a:gd name="connsiteY24" fmla="*/ 32398 h 166556"/>
                <a:gd name="connsiteX25" fmla="*/ 553635 w 918299"/>
                <a:gd name="connsiteY25" fmla="*/ 32618 h 166556"/>
                <a:gd name="connsiteX26" fmla="*/ 563791 w 918299"/>
                <a:gd name="connsiteY26" fmla="*/ 32618 h 166556"/>
                <a:gd name="connsiteX27" fmla="*/ 564394 w 918299"/>
                <a:gd name="connsiteY27" fmla="*/ 32486 h 166556"/>
                <a:gd name="connsiteX28" fmla="*/ 577148 w 918299"/>
                <a:gd name="connsiteY28" fmla="*/ 25418 h 166556"/>
                <a:gd name="connsiteX29" fmla="*/ 632059 w 918299"/>
                <a:gd name="connsiteY29" fmla="*/ 56104 h 166556"/>
                <a:gd name="connsiteX30" fmla="*/ 634980 w 918299"/>
                <a:gd name="connsiteY30" fmla="*/ 64621 h 166556"/>
                <a:gd name="connsiteX31" fmla="*/ 636325 w 918299"/>
                <a:gd name="connsiteY31" fmla="*/ 66026 h 166556"/>
                <a:gd name="connsiteX32" fmla="*/ 644117 w 918299"/>
                <a:gd name="connsiteY32" fmla="*/ 66377 h 166556"/>
                <a:gd name="connsiteX33" fmla="*/ 645879 w 918299"/>
                <a:gd name="connsiteY33" fmla="*/ 74059 h 166556"/>
                <a:gd name="connsiteX34" fmla="*/ 653160 w 918299"/>
                <a:gd name="connsiteY34" fmla="*/ 74147 h 166556"/>
                <a:gd name="connsiteX35" fmla="*/ 654830 w 918299"/>
                <a:gd name="connsiteY35" fmla="*/ 76211 h 166556"/>
                <a:gd name="connsiteX36" fmla="*/ 654088 w 918299"/>
                <a:gd name="connsiteY36" fmla="*/ 77396 h 166556"/>
                <a:gd name="connsiteX37" fmla="*/ 653253 w 918299"/>
                <a:gd name="connsiteY37" fmla="*/ 78713 h 166556"/>
                <a:gd name="connsiteX38" fmla="*/ 653624 w 918299"/>
                <a:gd name="connsiteY38" fmla="*/ 80206 h 166556"/>
                <a:gd name="connsiteX39" fmla="*/ 670274 w 918299"/>
                <a:gd name="connsiteY39" fmla="*/ 90654 h 166556"/>
                <a:gd name="connsiteX40" fmla="*/ 675375 w 918299"/>
                <a:gd name="connsiteY40" fmla="*/ 126125 h 166556"/>
                <a:gd name="connsiteX41" fmla="*/ 672129 w 918299"/>
                <a:gd name="connsiteY41" fmla="*/ 136442 h 166556"/>
                <a:gd name="connsiteX42" fmla="*/ 669532 w 918299"/>
                <a:gd name="connsiteY42" fmla="*/ 144695 h 166556"/>
                <a:gd name="connsiteX43" fmla="*/ 666285 w 918299"/>
                <a:gd name="connsiteY43" fmla="*/ 147065 h 166556"/>
                <a:gd name="connsiteX44" fmla="*/ 664152 w 918299"/>
                <a:gd name="connsiteY44" fmla="*/ 149129 h 166556"/>
                <a:gd name="connsiteX45" fmla="*/ 660534 w 918299"/>
                <a:gd name="connsiteY45" fmla="*/ 157557 h 166556"/>
                <a:gd name="connsiteX46" fmla="*/ 660488 w 918299"/>
                <a:gd name="connsiteY46" fmla="*/ 158172 h 166556"/>
                <a:gd name="connsiteX47" fmla="*/ 663085 w 918299"/>
                <a:gd name="connsiteY47" fmla="*/ 164099 h 166556"/>
                <a:gd name="connsiteX48" fmla="*/ 670691 w 918299"/>
                <a:gd name="connsiteY48" fmla="*/ 166557 h 166556"/>
                <a:gd name="connsiteX49" fmla="*/ 671155 w 918299"/>
                <a:gd name="connsiteY49" fmla="*/ 166557 h 166556"/>
                <a:gd name="connsiteX50" fmla="*/ 671572 w 918299"/>
                <a:gd name="connsiteY50" fmla="*/ 166469 h 166556"/>
                <a:gd name="connsiteX51" fmla="*/ 677184 w 918299"/>
                <a:gd name="connsiteY51" fmla="*/ 163967 h 166556"/>
                <a:gd name="connsiteX52" fmla="*/ 691468 w 918299"/>
                <a:gd name="connsiteY52" fmla="*/ 155845 h 166556"/>
                <a:gd name="connsiteX53" fmla="*/ 701114 w 918299"/>
                <a:gd name="connsiteY53" fmla="*/ 154484 h 166556"/>
                <a:gd name="connsiteX54" fmla="*/ 701439 w 918299"/>
                <a:gd name="connsiteY54" fmla="*/ 154397 h 166556"/>
                <a:gd name="connsiteX55" fmla="*/ 727550 w 918299"/>
                <a:gd name="connsiteY55" fmla="*/ 142763 h 166556"/>
                <a:gd name="connsiteX56" fmla="*/ 728152 w 918299"/>
                <a:gd name="connsiteY56" fmla="*/ 141841 h 166556"/>
                <a:gd name="connsiteX57" fmla="*/ 728152 w 918299"/>
                <a:gd name="connsiteY57" fmla="*/ 141490 h 166556"/>
                <a:gd name="connsiteX58" fmla="*/ 725741 w 918299"/>
                <a:gd name="connsiteY58" fmla="*/ 132578 h 166556"/>
                <a:gd name="connsiteX59" fmla="*/ 724906 w 918299"/>
                <a:gd name="connsiteY59" fmla="*/ 129417 h 166556"/>
                <a:gd name="connsiteX60" fmla="*/ 730378 w 918299"/>
                <a:gd name="connsiteY60" fmla="*/ 127618 h 166556"/>
                <a:gd name="connsiteX61" fmla="*/ 761498 w 918299"/>
                <a:gd name="connsiteY61" fmla="*/ 127618 h 166556"/>
                <a:gd name="connsiteX62" fmla="*/ 762518 w 918299"/>
                <a:gd name="connsiteY62" fmla="*/ 127003 h 166556"/>
                <a:gd name="connsiteX63" fmla="*/ 769567 w 918299"/>
                <a:gd name="connsiteY63" fmla="*/ 113701 h 166556"/>
                <a:gd name="connsiteX64" fmla="*/ 769938 w 918299"/>
                <a:gd name="connsiteY64" fmla="*/ 112955 h 166556"/>
                <a:gd name="connsiteX65" fmla="*/ 789973 w 918299"/>
                <a:gd name="connsiteY65" fmla="*/ 98248 h 166556"/>
                <a:gd name="connsiteX66" fmla="*/ 844652 w 918299"/>
                <a:gd name="connsiteY66" fmla="*/ 98248 h 166556"/>
                <a:gd name="connsiteX67" fmla="*/ 845533 w 918299"/>
                <a:gd name="connsiteY67" fmla="*/ 97897 h 166556"/>
                <a:gd name="connsiteX68" fmla="*/ 845812 w 918299"/>
                <a:gd name="connsiteY68" fmla="*/ 97063 h 166556"/>
                <a:gd name="connsiteX69" fmla="*/ 847110 w 918299"/>
                <a:gd name="connsiteY69" fmla="*/ 91927 h 166556"/>
                <a:gd name="connsiteX70" fmla="*/ 849754 w 918299"/>
                <a:gd name="connsiteY70" fmla="*/ 91927 h 166556"/>
                <a:gd name="connsiteX71" fmla="*/ 850728 w 918299"/>
                <a:gd name="connsiteY71" fmla="*/ 91839 h 166556"/>
                <a:gd name="connsiteX72" fmla="*/ 856154 w 918299"/>
                <a:gd name="connsiteY72" fmla="*/ 92366 h 166556"/>
                <a:gd name="connsiteX73" fmla="*/ 857220 w 918299"/>
                <a:gd name="connsiteY73" fmla="*/ 92805 h 166556"/>
                <a:gd name="connsiteX74" fmla="*/ 858148 w 918299"/>
                <a:gd name="connsiteY74" fmla="*/ 92146 h 166556"/>
                <a:gd name="connsiteX75" fmla="*/ 859910 w 918299"/>
                <a:gd name="connsiteY75" fmla="*/ 88283 h 166556"/>
                <a:gd name="connsiteX76" fmla="*/ 860003 w 918299"/>
                <a:gd name="connsiteY76" fmla="*/ 87844 h 166556"/>
                <a:gd name="connsiteX77" fmla="*/ 860003 w 918299"/>
                <a:gd name="connsiteY77" fmla="*/ 84683 h 166556"/>
                <a:gd name="connsiteX78" fmla="*/ 865197 w 918299"/>
                <a:gd name="connsiteY78" fmla="*/ 79240 h 166556"/>
                <a:gd name="connsiteX79" fmla="*/ 865475 w 918299"/>
                <a:gd name="connsiteY79" fmla="*/ 78493 h 166556"/>
                <a:gd name="connsiteX80" fmla="*/ 865475 w 918299"/>
                <a:gd name="connsiteY80" fmla="*/ 71294 h 166556"/>
                <a:gd name="connsiteX81" fmla="*/ 875261 w 918299"/>
                <a:gd name="connsiteY81" fmla="*/ 52680 h 166556"/>
                <a:gd name="connsiteX82" fmla="*/ 881012 w 918299"/>
                <a:gd name="connsiteY82" fmla="*/ 44734 h 166556"/>
                <a:gd name="connsiteX83" fmla="*/ 883052 w 918299"/>
                <a:gd name="connsiteY83" fmla="*/ 44734 h 166556"/>
                <a:gd name="connsiteX84" fmla="*/ 883934 w 918299"/>
                <a:gd name="connsiteY84" fmla="*/ 48905 h 166556"/>
                <a:gd name="connsiteX85" fmla="*/ 886345 w 918299"/>
                <a:gd name="connsiteY85" fmla="*/ 49958 h 166556"/>
                <a:gd name="connsiteX86" fmla="*/ 895806 w 918299"/>
                <a:gd name="connsiteY86" fmla="*/ 46622 h 166556"/>
                <a:gd name="connsiteX87" fmla="*/ 903180 w 918299"/>
                <a:gd name="connsiteY87" fmla="*/ 52373 h 166556"/>
                <a:gd name="connsiteX88" fmla="*/ 903180 w 918299"/>
                <a:gd name="connsiteY88" fmla="*/ 83278 h 166556"/>
                <a:gd name="connsiteX89" fmla="*/ 904340 w 918299"/>
                <a:gd name="connsiteY89" fmla="*/ 84376 h 166556"/>
                <a:gd name="connsiteX90" fmla="*/ 908699 w 918299"/>
                <a:gd name="connsiteY90" fmla="*/ 84376 h 166556"/>
                <a:gd name="connsiteX91" fmla="*/ 908699 w 918299"/>
                <a:gd name="connsiteY91" fmla="*/ 93024 h 166556"/>
                <a:gd name="connsiteX92" fmla="*/ 909580 w 918299"/>
                <a:gd name="connsiteY92" fmla="*/ 94078 h 166556"/>
                <a:gd name="connsiteX93" fmla="*/ 912595 w 918299"/>
                <a:gd name="connsiteY93" fmla="*/ 94780 h 166556"/>
                <a:gd name="connsiteX94" fmla="*/ 914682 w 918299"/>
                <a:gd name="connsiteY94" fmla="*/ 98204 h 166556"/>
                <a:gd name="connsiteX95" fmla="*/ 914867 w 918299"/>
                <a:gd name="connsiteY95" fmla="*/ 98424 h 166556"/>
                <a:gd name="connsiteX96" fmla="*/ 915980 w 918299"/>
                <a:gd name="connsiteY96" fmla="*/ 99478 h 166556"/>
                <a:gd name="connsiteX97" fmla="*/ 915980 w 918299"/>
                <a:gd name="connsiteY97" fmla="*/ 102594 h 166556"/>
                <a:gd name="connsiteX98" fmla="*/ 917140 w 918299"/>
                <a:gd name="connsiteY98" fmla="*/ 103692 h 166556"/>
                <a:gd name="connsiteX99" fmla="*/ 918299 w 918299"/>
                <a:gd name="connsiteY99" fmla="*/ 102594 h 166556"/>
                <a:gd name="connsiteX100" fmla="*/ 918299 w 918299"/>
                <a:gd name="connsiteY100" fmla="*/ 99039 h 166556"/>
                <a:gd name="connsiteX101" fmla="*/ 917975 w 918299"/>
                <a:gd name="connsiteY101" fmla="*/ 98248 h 166556"/>
                <a:gd name="connsiteX102" fmla="*/ 917140 w 918299"/>
                <a:gd name="connsiteY102" fmla="*/ 97458 h 166556"/>
                <a:gd name="connsiteX103" fmla="*/ 916630 w 918299"/>
                <a:gd name="connsiteY103" fmla="*/ 96975 h 166556"/>
                <a:gd name="connsiteX104" fmla="*/ 914403 w 918299"/>
                <a:gd name="connsiteY104" fmla="*/ 93244 h 166556"/>
                <a:gd name="connsiteX105" fmla="*/ 913661 w 918299"/>
                <a:gd name="connsiteY105" fmla="*/ 92717 h 166556"/>
                <a:gd name="connsiteX106" fmla="*/ 911064 w 918299"/>
                <a:gd name="connsiteY106" fmla="*/ 92102 h 166556"/>
                <a:gd name="connsiteX107" fmla="*/ 911064 w 918299"/>
                <a:gd name="connsiteY107" fmla="*/ 83235 h 166556"/>
                <a:gd name="connsiteX108" fmla="*/ 909905 w 918299"/>
                <a:gd name="connsiteY108" fmla="*/ 82137 h 166556"/>
                <a:gd name="connsiteX109" fmla="*/ 905545 w 918299"/>
                <a:gd name="connsiteY109" fmla="*/ 82137 h 166556"/>
                <a:gd name="connsiteX110" fmla="*/ 905545 w 918299"/>
                <a:gd name="connsiteY110" fmla="*/ 51802 h 166556"/>
                <a:gd name="connsiteX111" fmla="*/ 905128 w 918299"/>
                <a:gd name="connsiteY111" fmla="*/ 50968 h 166556"/>
                <a:gd name="connsiteX112" fmla="*/ 896734 w 918299"/>
                <a:gd name="connsiteY112" fmla="*/ 44383 h 166556"/>
                <a:gd name="connsiteX113" fmla="*/ 895389 w 918299"/>
                <a:gd name="connsiteY113" fmla="*/ 44295 h 166556"/>
                <a:gd name="connsiteX114" fmla="*/ 886392 w 918299"/>
                <a:gd name="connsiteY114" fmla="*/ 47719 h 166556"/>
                <a:gd name="connsiteX115" fmla="*/ 885789 w 918299"/>
                <a:gd name="connsiteY115" fmla="*/ 47500 h 166556"/>
                <a:gd name="connsiteX116" fmla="*/ 885603 w 918299"/>
                <a:gd name="connsiteY116" fmla="*/ 43856 h 166556"/>
                <a:gd name="connsiteX117" fmla="*/ 885371 w 918299"/>
                <a:gd name="connsiteY117" fmla="*/ 42934 h 166556"/>
                <a:gd name="connsiteX118" fmla="*/ 884444 w 918299"/>
                <a:gd name="connsiteY118" fmla="*/ 42539 h 166556"/>
                <a:gd name="connsiteX119" fmla="*/ 880316 w 918299"/>
                <a:gd name="connsiteY119" fmla="*/ 42539 h 166556"/>
                <a:gd name="connsiteX120" fmla="*/ 879250 w 918299"/>
                <a:gd name="connsiteY120" fmla="*/ 43198 h 166556"/>
                <a:gd name="connsiteX121" fmla="*/ 873731 w 918299"/>
                <a:gd name="connsiteY121" fmla="*/ 51056 h 166556"/>
                <a:gd name="connsiteX122" fmla="*/ 863296 w 918299"/>
                <a:gd name="connsiteY122" fmla="*/ 70679 h 166556"/>
                <a:gd name="connsiteX123" fmla="*/ 863203 w 918299"/>
                <a:gd name="connsiteY123" fmla="*/ 71074 h 166556"/>
                <a:gd name="connsiteX124" fmla="*/ 863203 w 918299"/>
                <a:gd name="connsiteY124" fmla="*/ 78054 h 166556"/>
                <a:gd name="connsiteX125" fmla="*/ 858009 w 918299"/>
                <a:gd name="connsiteY125" fmla="*/ 83498 h 166556"/>
                <a:gd name="connsiteX126" fmla="*/ 857731 w 918299"/>
                <a:gd name="connsiteY126" fmla="*/ 84244 h 166556"/>
                <a:gd name="connsiteX127" fmla="*/ 857731 w 918299"/>
                <a:gd name="connsiteY127" fmla="*/ 87581 h 166556"/>
                <a:gd name="connsiteX128" fmla="*/ 856757 w 918299"/>
                <a:gd name="connsiteY128" fmla="*/ 89732 h 166556"/>
                <a:gd name="connsiteX129" fmla="*/ 850078 w 918299"/>
                <a:gd name="connsiteY129" fmla="*/ 89600 h 166556"/>
                <a:gd name="connsiteX130" fmla="*/ 845719 w 918299"/>
                <a:gd name="connsiteY130" fmla="*/ 90127 h 166556"/>
                <a:gd name="connsiteX131" fmla="*/ 843493 w 918299"/>
                <a:gd name="connsiteY131" fmla="*/ 96009 h 166556"/>
                <a:gd name="connsiteX132" fmla="*/ 789602 w 918299"/>
                <a:gd name="connsiteY132" fmla="*/ 96009 h 166556"/>
                <a:gd name="connsiteX133" fmla="*/ 788907 w 918299"/>
                <a:gd name="connsiteY133" fmla="*/ 96229 h 166556"/>
                <a:gd name="connsiteX134" fmla="*/ 768315 w 918299"/>
                <a:gd name="connsiteY134" fmla="*/ 111331 h 166556"/>
                <a:gd name="connsiteX135" fmla="*/ 767990 w 918299"/>
                <a:gd name="connsiteY135" fmla="*/ 111726 h 166556"/>
                <a:gd name="connsiteX136" fmla="*/ 767619 w 918299"/>
                <a:gd name="connsiteY136" fmla="*/ 112428 h 166556"/>
                <a:gd name="connsiteX137" fmla="*/ 760802 w 918299"/>
                <a:gd name="connsiteY137" fmla="*/ 125379 h 166556"/>
                <a:gd name="connsiteX138" fmla="*/ 730193 w 918299"/>
                <a:gd name="connsiteY138" fmla="*/ 125379 h 166556"/>
                <a:gd name="connsiteX139" fmla="*/ 729822 w 918299"/>
                <a:gd name="connsiteY139" fmla="*/ 125423 h 166556"/>
                <a:gd name="connsiteX140" fmla="*/ 723144 w 918299"/>
                <a:gd name="connsiteY140" fmla="*/ 127618 h 166556"/>
                <a:gd name="connsiteX141" fmla="*/ 722402 w 918299"/>
                <a:gd name="connsiteY141" fmla="*/ 128934 h 166556"/>
                <a:gd name="connsiteX142" fmla="*/ 723561 w 918299"/>
                <a:gd name="connsiteY142" fmla="*/ 133149 h 166556"/>
                <a:gd name="connsiteX143" fmla="*/ 725694 w 918299"/>
                <a:gd name="connsiteY143" fmla="*/ 141095 h 166556"/>
                <a:gd name="connsiteX144" fmla="*/ 724535 w 918299"/>
                <a:gd name="connsiteY144" fmla="*/ 141622 h 166556"/>
                <a:gd name="connsiteX145" fmla="*/ 700604 w 918299"/>
                <a:gd name="connsiteY145" fmla="*/ 152289 h 166556"/>
                <a:gd name="connsiteX146" fmla="*/ 690912 w 918299"/>
                <a:gd name="connsiteY146" fmla="*/ 153650 h 166556"/>
                <a:gd name="connsiteX147" fmla="*/ 690494 w 918299"/>
                <a:gd name="connsiteY147" fmla="*/ 153782 h 166556"/>
                <a:gd name="connsiteX148" fmla="*/ 676117 w 918299"/>
                <a:gd name="connsiteY148" fmla="*/ 161947 h 166556"/>
                <a:gd name="connsiteX149" fmla="*/ 670830 w 918299"/>
                <a:gd name="connsiteY149" fmla="*/ 164318 h 166556"/>
                <a:gd name="connsiteX150" fmla="*/ 664662 w 918299"/>
                <a:gd name="connsiteY150" fmla="*/ 162430 h 166556"/>
                <a:gd name="connsiteX151" fmla="*/ 662900 w 918299"/>
                <a:gd name="connsiteY151" fmla="*/ 158479 h 166556"/>
                <a:gd name="connsiteX152" fmla="*/ 662807 w 918299"/>
                <a:gd name="connsiteY152" fmla="*/ 158084 h 166556"/>
                <a:gd name="connsiteX153" fmla="*/ 664894 w 918299"/>
                <a:gd name="connsiteY153" fmla="*/ 151982 h 166556"/>
                <a:gd name="connsiteX154" fmla="*/ 670042 w 918299"/>
                <a:gd name="connsiteY154" fmla="*/ 147065 h 166556"/>
                <a:gd name="connsiteX155" fmla="*/ 671155 w 918299"/>
                <a:gd name="connsiteY155" fmla="*/ 146363 h 166556"/>
                <a:gd name="connsiteX156" fmla="*/ 671711 w 918299"/>
                <a:gd name="connsiteY156" fmla="*/ 145704 h 166556"/>
                <a:gd name="connsiteX157" fmla="*/ 674077 w 918299"/>
                <a:gd name="connsiteY157" fmla="*/ 138285 h 166556"/>
                <a:gd name="connsiteX158" fmla="*/ 677787 w 918299"/>
                <a:gd name="connsiteY158" fmla="*/ 126520 h 166556"/>
                <a:gd name="connsiteX159" fmla="*/ 677787 w 918299"/>
                <a:gd name="connsiteY159" fmla="*/ 126037 h 166556"/>
                <a:gd name="connsiteX160" fmla="*/ 672592 w 918299"/>
                <a:gd name="connsiteY160" fmla="*/ 89820 h 166556"/>
                <a:gd name="connsiteX161" fmla="*/ 672082 w 918299"/>
                <a:gd name="connsiteY161" fmla="*/ 89073 h 166556"/>
                <a:gd name="connsiteX162" fmla="*/ 655897 w 918299"/>
                <a:gd name="connsiteY162" fmla="*/ 78932 h 166556"/>
                <a:gd name="connsiteX163" fmla="*/ 656639 w 918299"/>
                <a:gd name="connsiteY163" fmla="*/ 77747 h 166556"/>
                <a:gd name="connsiteX164" fmla="*/ 657102 w 918299"/>
                <a:gd name="connsiteY164" fmla="*/ 77045 h 166556"/>
                <a:gd name="connsiteX165" fmla="*/ 657334 w 918299"/>
                <a:gd name="connsiteY165" fmla="*/ 76693 h 166556"/>
                <a:gd name="connsiteX166" fmla="*/ 657242 w 918299"/>
                <a:gd name="connsiteY166" fmla="*/ 75464 h 166556"/>
                <a:gd name="connsiteX167" fmla="*/ 654505 w 918299"/>
                <a:gd name="connsiteY167" fmla="*/ 72128 h 166556"/>
                <a:gd name="connsiteX168" fmla="*/ 653114 w 918299"/>
                <a:gd name="connsiteY168" fmla="*/ 71821 h 166556"/>
                <a:gd name="connsiteX169" fmla="*/ 652882 w 918299"/>
                <a:gd name="connsiteY169" fmla="*/ 71908 h 166556"/>
                <a:gd name="connsiteX170" fmla="*/ 647456 w 918299"/>
                <a:gd name="connsiteY170" fmla="*/ 72391 h 166556"/>
                <a:gd name="connsiteX171" fmla="*/ 646807 w 918299"/>
                <a:gd name="connsiteY171" fmla="*/ 65323 h 166556"/>
                <a:gd name="connsiteX172" fmla="*/ 646528 w 918299"/>
                <a:gd name="connsiteY172" fmla="*/ 64314 h 166556"/>
                <a:gd name="connsiteX173" fmla="*/ 645462 w 918299"/>
                <a:gd name="connsiteY173" fmla="*/ 63962 h 166556"/>
                <a:gd name="connsiteX174" fmla="*/ 637670 w 918299"/>
                <a:gd name="connsiteY174" fmla="*/ 64138 h 166556"/>
                <a:gd name="connsiteX175" fmla="*/ 637531 w 918299"/>
                <a:gd name="connsiteY175" fmla="*/ 64094 h 166556"/>
                <a:gd name="connsiteX176" fmla="*/ 634331 w 918299"/>
                <a:gd name="connsiteY176" fmla="*/ 55226 h 166556"/>
                <a:gd name="connsiteX177" fmla="*/ 633775 w 918299"/>
                <a:gd name="connsiteY177" fmla="*/ 54480 h 166556"/>
                <a:gd name="connsiteX178" fmla="*/ 577844 w 918299"/>
                <a:gd name="connsiteY178" fmla="*/ 23223 h 166556"/>
                <a:gd name="connsiteX179" fmla="*/ 576684 w 918299"/>
                <a:gd name="connsiteY179" fmla="*/ 23223 h 166556"/>
                <a:gd name="connsiteX180" fmla="*/ 563606 w 918299"/>
                <a:gd name="connsiteY180" fmla="*/ 30467 h 166556"/>
                <a:gd name="connsiteX181" fmla="*/ 554145 w 918299"/>
                <a:gd name="connsiteY181" fmla="*/ 30467 h 166556"/>
                <a:gd name="connsiteX182" fmla="*/ 552151 w 918299"/>
                <a:gd name="connsiteY182" fmla="*/ 29018 h 166556"/>
                <a:gd name="connsiteX183" fmla="*/ 551455 w 918299"/>
                <a:gd name="connsiteY183" fmla="*/ 28798 h 166556"/>
                <a:gd name="connsiteX184" fmla="*/ 541113 w 918299"/>
                <a:gd name="connsiteY184" fmla="*/ 28798 h 166556"/>
                <a:gd name="connsiteX185" fmla="*/ 539722 w 918299"/>
                <a:gd name="connsiteY185" fmla="*/ 26340 h 166556"/>
                <a:gd name="connsiteX186" fmla="*/ 538469 w 918299"/>
                <a:gd name="connsiteY186" fmla="*/ 25813 h 166556"/>
                <a:gd name="connsiteX187" fmla="*/ 533136 w 918299"/>
                <a:gd name="connsiteY187" fmla="*/ 26955 h 166556"/>
                <a:gd name="connsiteX188" fmla="*/ 527385 w 918299"/>
                <a:gd name="connsiteY188" fmla="*/ 28711 h 166556"/>
                <a:gd name="connsiteX189" fmla="*/ 520336 w 918299"/>
                <a:gd name="connsiteY189" fmla="*/ 23048 h 166556"/>
                <a:gd name="connsiteX190" fmla="*/ 519594 w 918299"/>
                <a:gd name="connsiteY190" fmla="*/ 22784 h 166556"/>
                <a:gd name="connsiteX191" fmla="*/ 515513 w 918299"/>
                <a:gd name="connsiteY191" fmla="*/ 22784 h 166556"/>
                <a:gd name="connsiteX192" fmla="*/ 511710 w 918299"/>
                <a:gd name="connsiteY192" fmla="*/ 21116 h 166556"/>
                <a:gd name="connsiteX193" fmla="*/ 510968 w 918299"/>
                <a:gd name="connsiteY193" fmla="*/ 19887 h 166556"/>
                <a:gd name="connsiteX194" fmla="*/ 509576 w 918299"/>
                <a:gd name="connsiteY194" fmla="*/ 17604 h 166556"/>
                <a:gd name="connsiteX195" fmla="*/ 508556 w 918299"/>
                <a:gd name="connsiteY195" fmla="*/ 17033 h 166556"/>
                <a:gd name="connsiteX196" fmla="*/ 500254 w 918299"/>
                <a:gd name="connsiteY196" fmla="*/ 17033 h 166556"/>
                <a:gd name="connsiteX197" fmla="*/ 500208 w 918299"/>
                <a:gd name="connsiteY197" fmla="*/ 17033 h 166556"/>
                <a:gd name="connsiteX198" fmla="*/ 494550 w 918299"/>
                <a:gd name="connsiteY198" fmla="*/ 18306 h 166556"/>
                <a:gd name="connsiteX199" fmla="*/ 486898 w 918299"/>
                <a:gd name="connsiteY199" fmla="*/ 14575 h 166556"/>
                <a:gd name="connsiteX200" fmla="*/ 479988 w 918299"/>
                <a:gd name="connsiteY200" fmla="*/ 12731 h 166556"/>
                <a:gd name="connsiteX201" fmla="*/ 479477 w 918299"/>
                <a:gd name="connsiteY201" fmla="*/ 11019 h 166556"/>
                <a:gd name="connsiteX202" fmla="*/ 476417 w 918299"/>
                <a:gd name="connsiteY202" fmla="*/ 790 h 166556"/>
                <a:gd name="connsiteX203" fmla="*/ 475303 w 918299"/>
                <a:gd name="connsiteY203" fmla="*/ 0 h 166556"/>
                <a:gd name="connsiteX204" fmla="*/ 471176 w 918299"/>
                <a:gd name="connsiteY204" fmla="*/ 0 h 166556"/>
                <a:gd name="connsiteX205" fmla="*/ 470017 w 918299"/>
                <a:gd name="connsiteY205" fmla="*/ 1098 h 166556"/>
                <a:gd name="connsiteX206" fmla="*/ 470017 w 918299"/>
                <a:gd name="connsiteY206" fmla="*/ 7683 h 166556"/>
                <a:gd name="connsiteX207" fmla="*/ 25166 w 918299"/>
                <a:gd name="connsiteY207" fmla="*/ 7683 h 166556"/>
                <a:gd name="connsiteX208" fmla="*/ 24099 w 918299"/>
                <a:gd name="connsiteY208" fmla="*/ 8341 h 166556"/>
                <a:gd name="connsiteX209" fmla="*/ 24285 w 918299"/>
                <a:gd name="connsiteY209" fmla="*/ 9526 h 166556"/>
                <a:gd name="connsiteX210" fmla="*/ 27485 w 918299"/>
                <a:gd name="connsiteY210" fmla="*/ 12995 h 166556"/>
                <a:gd name="connsiteX211" fmla="*/ 25676 w 918299"/>
                <a:gd name="connsiteY211" fmla="*/ 15585 h 166556"/>
                <a:gd name="connsiteX212" fmla="*/ 25583 w 918299"/>
                <a:gd name="connsiteY212" fmla="*/ 16638 h 166556"/>
                <a:gd name="connsiteX213" fmla="*/ 27717 w 918299"/>
                <a:gd name="connsiteY213" fmla="*/ 23882 h 166556"/>
                <a:gd name="connsiteX214" fmla="*/ 17096 w 918299"/>
                <a:gd name="connsiteY214" fmla="*/ 24979 h 166556"/>
                <a:gd name="connsiteX215" fmla="*/ 16261 w 918299"/>
                <a:gd name="connsiteY215" fmla="*/ 24979 h 166556"/>
                <a:gd name="connsiteX216" fmla="*/ 1560 w 918299"/>
                <a:gd name="connsiteY216" fmla="*/ 20106 h 166556"/>
                <a:gd name="connsiteX217" fmla="*/ 76 w 918299"/>
                <a:gd name="connsiteY217" fmla="*/ 20721 h 166556"/>
                <a:gd name="connsiteX218" fmla="*/ 725 w 918299"/>
                <a:gd name="connsiteY218" fmla="*/ 22126 h 166556"/>
                <a:gd name="connsiteX219" fmla="*/ 16215 w 918299"/>
                <a:gd name="connsiteY219" fmla="*/ 27130 h 166556"/>
                <a:gd name="connsiteX220" fmla="*/ 17003 w 918299"/>
                <a:gd name="connsiteY220" fmla="*/ 27130 h 166556"/>
                <a:gd name="connsiteX221" fmla="*/ 29386 w 918299"/>
                <a:gd name="connsiteY221" fmla="*/ 25374 h 166556"/>
                <a:gd name="connsiteX222" fmla="*/ 30128 w 918299"/>
                <a:gd name="connsiteY222" fmla="*/ 23487 h 166556"/>
                <a:gd name="connsiteX223" fmla="*/ 27995 w 918299"/>
                <a:gd name="connsiteY223" fmla="*/ 16287 h 166556"/>
                <a:gd name="connsiteX224" fmla="*/ 29943 w 918299"/>
                <a:gd name="connsiteY224" fmla="*/ 13477 h 166556"/>
                <a:gd name="connsiteX225" fmla="*/ 29850 w 918299"/>
                <a:gd name="connsiteY225" fmla="*/ 12160 h 166556"/>
                <a:gd name="connsiteX226" fmla="*/ 27763 w 918299"/>
                <a:gd name="connsiteY226" fmla="*/ 9878 h 166556"/>
                <a:gd name="connsiteX227" fmla="*/ 471222 w 918299"/>
                <a:gd name="connsiteY227" fmla="*/ 9878 h 166556"/>
                <a:gd name="connsiteX228" fmla="*/ 472382 w 918299"/>
                <a:gd name="connsiteY228" fmla="*/ 8780 h 1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918299" h="166556">
                  <a:moveTo>
                    <a:pt x="472057" y="8692"/>
                  </a:moveTo>
                  <a:lnTo>
                    <a:pt x="472057" y="2107"/>
                  </a:lnTo>
                  <a:lnTo>
                    <a:pt x="474190" y="2107"/>
                  </a:lnTo>
                  <a:lnTo>
                    <a:pt x="476927" y="11151"/>
                  </a:lnTo>
                  <a:lnTo>
                    <a:pt x="477761" y="13872"/>
                  </a:lnTo>
                  <a:cubicBezTo>
                    <a:pt x="477854" y="14224"/>
                    <a:pt x="478179" y="14531"/>
                    <a:pt x="478550" y="14619"/>
                  </a:cubicBezTo>
                  <a:lnTo>
                    <a:pt x="485878" y="16550"/>
                  </a:lnTo>
                  <a:lnTo>
                    <a:pt x="493715" y="20414"/>
                  </a:lnTo>
                  <a:cubicBezTo>
                    <a:pt x="493947" y="20545"/>
                    <a:pt x="494225" y="20545"/>
                    <a:pt x="494504" y="20501"/>
                  </a:cubicBezTo>
                  <a:lnTo>
                    <a:pt x="500301" y="19141"/>
                  </a:lnTo>
                  <a:lnTo>
                    <a:pt x="507721" y="19141"/>
                  </a:lnTo>
                  <a:lnTo>
                    <a:pt x="508556" y="20545"/>
                  </a:lnTo>
                  <a:lnTo>
                    <a:pt x="509669" y="22433"/>
                  </a:lnTo>
                  <a:cubicBezTo>
                    <a:pt x="509669" y="22433"/>
                    <a:pt x="509994" y="22784"/>
                    <a:pt x="510179" y="22872"/>
                  </a:cubicBezTo>
                  <a:lnTo>
                    <a:pt x="514539" y="24804"/>
                  </a:lnTo>
                  <a:cubicBezTo>
                    <a:pt x="514539" y="24804"/>
                    <a:pt x="514863" y="24891"/>
                    <a:pt x="515049" y="24891"/>
                  </a:cubicBezTo>
                  <a:lnTo>
                    <a:pt x="518991" y="24891"/>
                  </a:lnTo>
                  <a:lnTo>
                    <a:pt x="526226" y="30686"/>
                  </a:lnTo>
                  <a:cubicBezTo>
                    <a:pt x="526550" y="30950"/>
                    <a:pt x="526921" y="30993"/>
                    <a:pt x="527339" y="30906"/>
                  </a:cubicBezTo>
                  <a:lnTo>
                    <a:pt x="533600" y="29018"/>
                  </a:lnTo>
                  <a:lnTo>
                    <a:pt x="537959" y="28096"/>
                  </a:lnTo>
                  <a:lnTo>
                    <a:pt x="539304" y="30379"/>
                  </a:lnTo>
                  <a:cubicBezTo>
                    <a:pt x="539490" y="30730"/>
                    <a:pt x="539907" y="30950"/>
                    <a:pt x="540325" y="30950"/>
                  </a:cubicBezTo>
                  <a:lnTo>
                    <a:pt x="550945" y="30950"/>
                  </a:lnTo>
                  <a:lnTo>
                    <a:pt x="552939" y="32398"/>
                  </a:lnTo>
                  <a:cubicBezTo>
                    <a:pt x="552939" y="32398"/>
                    <a:pt x="553403" y="32618"/>
                    <a:pt x="553635" y="32618"/>
                  </a:cubicBezTo>
                  <a:lnTo>
                    <a:pt x="563791" y="32618"/>
                  </a:lnTo>
                  <a:cubicBezTo>
                    <a:pt x="563791" y="32618"/>
                    <a:pt x="564209" y="32574"/>
                    <a:pt x="564394" y="32486"/>
                  </a:cubicBezTo>
                  <a:lnTo>
                    <a:pt x="577148" y="25418"/>
                  </a:lnTo>
                  <a:lnTo>
                    <a:pt x="632059" y="56104"/>
                  </a:lnTo>
                  <a:cubicBezTo>
                    <a:pt x="632522" y="58387"/>
                    <a:pt x="633543" y="62382"/>
                    <a:pt x="634980" y="64621"/>
                  </a:cubicBezTo>
                  <a:cubicBezTo>
                    <a:pt x="635398" y="65236"/>
                    <a:pt x="635815" y="65762"/>
                    <a:pt x="636325" y="66026"/>
                  </a:cubicBezTo>
                  <a:cubicBezTo>
                    <a:pt x="638041" y="66904"/>
                    <a:pt x="641844" y="66640"/>
                    <a:pt x="644117" y="66377"/>
                  </a:cubicBezTo>
                  <a:cubicBezTo>
                    <a:pt x="643746" y="68528"/>
                    <a:pt x="643560" y="72260"/>
                    <a:pt x="645879" y="74059"/>
                  </a:cubicBezTo>
                  <a:cubicBezTo>
                    <a:pt x="647502" y="75333"/>
                    <a:pt x="649960" y="75376"/>
                    <a:pt x="653160" y="74147"/>
                  </a:cubicBezTo>
                  <a:lnTo>
                    <a:pt x="654830" y="76211"/>
                  </a:lnTo>
                  <a:lnTo>
                    <a:pt x="654088" y="77396"/>
                  </a:lnTo>
                  <a:lnTo>
                    <a:pt x="653253" y="78713"/>
                  </a:lnTo>
                  <a:cubicBezTo>
                    <a:pt x="652929" y="79196"/>
                    <a:pt x="653114" y="79854"/>
                    <a:pt x="653624" y="80206"/>
                  </a:cubicBezTo>
                  <a:lnTo>
                    <a:pt x="670274" y="90654"/>
                  </a:lnTo>
                  <a:lnTo>
                    <a:pt x="675375" y="126125"/>
                  </a:lnTo>
                  <a:lnTo>
                    <a:pt x="672129" y="136442"/>
                  </a:lnTo>
                  <a:lnTo>
                    <a:pt x="669532" y="144695"/>
                  </a:lnTo>
                  <a:cubicBezTo>
                    <a:pt x="668929" y="145046"/>
                    <a:pt x="667630" y="145880"/>
                    <a:pt x="666285" y="147065"/>
                  </a:cubicBezTo>
                  <a:cubicBezTo>
                    <a:pt x="665589" y="147680"/>
                    <a:pt x="664847" y="148338"/>
                    <a:pt x="664152" y="149129"/>
                  </a:cubicBezTo>
                  <a:cubicBezTo>
                    <a:pt x="662250" y="151280"/>
                    <a:pt x="660627" y="154133"/>
                    <a:pt x="660534" y="157557"/>
                  </a:cubicBezTo>
                  <a:cubicBezTo>
                    <a:pt x="660534" y="157777"/>
                    <a:pt x="660488" y="157953"/>
                    <a:pt x="660488" y="158172"/>
                  </a:cubicBezTo>
                  <a:cubicBezTo>
                    <a:pt x="660534" y="160630"/>
                    <a:pt x="661415" y="162650"/>
                    <a:pt x="663085" y="164099"/>
                  </a:cubicBezTo>
                  <a:cubicBezTo>
                    <a:pt x="665682" y="166337"/>
                    <a:pt x="669392" y="166557"/>
                    <a:pt x="670691" y="166557"/>
                  </a:cubicBezTo>
                  <a:cubicBezTo>
                    <a:pt x="670969" y="166557"/>
                    <a:pt x="671108" y="166557"/>
                    <a:pt x="671155" y="166557"/>
                  </a:cubicBezTo>
                  <a:cubicBezTo>
                    <a:pt x="671294" y="166557"/>
                    <a:pt x="671433" y="166557"/>
                    <a:pt x="671572" y="166469"/>
                  </a:cubicBezTo>
                  <a:lnTo>
                    <a:pt x="677184" y="163967"/>
                  </a:lnTo>
                  <a:lnTo>
                    <a:pt x="691468" y="155845"/>
                  </a:lnTo>
                  <a:lnTo>
                    <a:pt x="701114" y="154484"/>
                  </a:lnTo>
                  <a:cubicBezTo>
                    <a:pt x="701114" y="154484"/>
                    <a:pt x="701346" y="154441"/>
                    <a:pt x="701439" y="154397"/>
                  </a:cubicBezTo>
                  <a:lnTo>
                    <a:pt x="727550" y="142763"/>
                  </a:lnTo>
                  <a:cubicBezTo>
                    <a:pt x="727920" y="142587"/>
                    <a:pt x="728106" y="142236"/>
                    <a:pt x="728152" y="141841"/>
                  </a:cubicBezTo>
                  <a:cubicBezTo>
                    <a:pt x="728152" y="141709"/>
                    <a:pt x="728199" y="141622"/>
                    <a:pt x="728152" y="141490"/>
                  </a:cubicBezTo>
                  <a:lnTo>
                    <a:pt x="725741" y="132578"/>
                  </a:lnTo>
                  <a:lnTo>
                    <a:pt x="724906" y="129417"/>
                  </a:lnTo>
                  <a:lnTo>
                    <a:pt x="730378" y="127618"/>
                  </a:lnTo>
                  <a:lnTo>
                    <a:pt x="761498" y="127618"/>
                  </a:lnTo>
                  <a:cubicBezTo>
                    <a:pt x="761915" y="127618"/>
                    <a:pt x="762332" y="127398"/>
                    <a:pt x="762518" y="127003"/>
                  </a:cubicBezTo>
                  <a:lnTo>
                    <a:pt x="769567" y="113701"/>
                  </a:lnTo>
                  <a:lnTo>
                    <a:pt x="769938" y="112955"/>
                  </a:lnTo>
                  <a:lnTo>
                    <a:pt x="789973" y="98248"/>
                  </a:lnTo>
                  <a:lnTo>
                    <a:pt x="844652" y="98248"/>
                  </a:lnTo>
                  <a:cubicBezTo>
                    <a:pt x="844977" y="98248"/>
                    <a:pt x="845301" y="98117"/>
                    <a:pt x="845533" y="97897"/>
                  </a:cubicBezTo>
                  <a:cubicBezTo>
                    <a:pt x="845765" y="97678"/>
                    <a:pt x="845858" y="97370"/>
                    <a:pt x="845812" y="97063"/>
                  </a:cubicBezTo>
                  <a:cubicBezTo>
                    <a:pt x="845719" y="96053"/>
                    <a:pt x="845719" y="92937"/>
                    <a:pt x="847110" y="91927"/>
                  </a:cubicBezTo>
                  <a:cubicBezTo>
                    <a:pt x="847713" y="91488"/>
                    <a:pt x="848594" y="91488"/>
                    <a:pt x="849754" y="91927"/>
                  </a:cubicBezTo>
                  <a:cubicBezTo>
                    <a:pt x="850078" y="92058"/>
                    <a:pt x="850449" y="92015"/>
                    <a:pt x="850728" y="91839"/>
                  </a:cubicBezTo>
                  <a:cubicBezTo>
                    <a:pt x="850867" y="91751"/>
                    <a:pt x="854206" y="89907"/>
                    <a:pt x="856154" y="92366"/>
                  </a:cubicBezTo>
                  <a:cubicBezTo>
                    <a:pt x="856386" y="92673"/>
                    <a:pt x="856803" y="92849"/>
                    <a:pt x="857220" y="92805"/>
                  </a:cubicBezTo>
                  <a:cubicBezTo>
                    <a:pt x="857638" y="92761"/>
                    <a:pt x="857962" y="92497"/>
                    <a:pt x="858148" y="92146"/>
                  </a:cubicBezTo>
                  <a:lnTo>
                    <a:pt x="859910" y="88283"/>
                  </a:lnTo>
                  <a:cubicBezTo>
                    <a:pt x="859910" y="88283"/>
                    <a:pt x="860003" y="88020"/>
                    <a:pt x="860003" y="87844"/>
                  </a:cubicBezTo>
                  <a:lnTo>
                    <a:pt x="860003" y="84683"/>
                  </a:lnTo>
                  <a:lnTo>
                    <a:pt x="865197" y="79240"/>
                  </a:lnTo>
                  <a:cubicBezTo>
                    <a:pt x="865197" y="79240"/>
                    <a:pt x="865475" y="78757"/>
                    <a:pt x="865475" y="78493"/>
                  </a:cubicBezTo>
                  <a:lnTo>
                    <a:pt x="865475" y="71294"/>
                  </a:lnTo>
                  <a:cubicBezTo>
                    <a:pt x="867377" y="66728"/>
                    <a:pt x="872571" y="55007"/>
                    <a:pt x="875261" y="52680"/>
                  </a:cubicBezTo>
                  <a:cubicBezTo>
                    <a:pt x="878183" y="50178"/>
                    <a:pt x="880270" y="46271"/>
                    <a:pt x="881012" y="44734"/>
                  </a:cubicBezTo>
                  <a:lnTo>
                    <a:pt x="883052" y="44734"/>
                  </a:lnTo>
                  <a:cubicBezTo>
                    <a:pt x="882913" y="45963"/>
                    <a:pt x="882960" y="47763"/>
                    <a:pt x="883934" y="48905"/>
                  </a:cubicBezTo>
                  <a:cubicBezTo>
                    <a:pt x="884537" y="49607"/>
                    <a:pt x="885371" y="49958"/>
                    <a:pt x="886345" y="49958"/>
                  </a:cubicBezTo>
                  <a:cubicBezTo>
                    <a:pt x="889221" y="49958"/>
                    <a:pt x="893951" y="47588"/>
                    <a:pt x="895806" y="46622"/>
                  </a:cubicBezTo>
                  <a:lnTo>
                    <a:pt x="903180" y="52373"/>
                  </a:lnTo>
                  <a:lnTo>
                    <a:pt x="903180" y="83278"/>
                  </a:lnTo>
                  <a:cubicBezTo>
                    <a:pt x="903180" y="83893"/>
                    <a:pt x="903690" y="84376"/>
                    <a:pt x="904340" y="84376"/>
                  </a:cubicBezTo>
                  <a:lnTo>
                    <a:pt x="908699" y="84376"/>
                  </a:lnTo>
                  <a:lnTo>
                    <a:pt x="908699" y="93024"/>
                  </a:lnTo>
                  <a:cubicBezTo>
                    <a:pt x="908699" y="93507"/>
                    <a:pt x="909070" y="93946"/>
                    <a:pt x="909580" y="94078"/>
                  </a:cubicBezTo>
                  <a:lnTo>
                    <a:pt x="912595" y="94780"/>
                  </a:lnTo>
                  <a:lnTo>
                    <a:pt x="914682" y="98204"/>
                  </a:lnTo>
                  <a:cubicBezTo>
                    <a:pt x="914682" y="98204"/>
                    <a:pt x="914775" y="98380"/>
                    <a:pt x="914867" y="98424"/>
                  </a:cubicBezTo>
                  <a:lnTo>
                    <a:pt x="915980" y="99478"/>
                  </a:lnTo>
                  <a:lnTo>
                    <a:pt x="915980" y="102594"/>
                  </a:lnTo>
                  <a:cubicBezTo>
                    <a:pt x="915980" y="103209"/>
                    <a:pt x="916490" y="103692"/>
                    <a:pt x="917140" y="103692"/>
                  </a:cubicBezTo>
                  <a:cubicBezTo>
                    <a:pt x="917789" y="103692"/>
                    <a:pt x="918299" y="103209"/>
                    <a:pt x="918299" y="102594"/>
                  </a:cubicBezTo>
                  <a:lnTo>
                    <a:pt x="918299" y="99039"/>
                  </a:lnTo>
                  <a:cubicBezTo>
                    <a:pt x="918299" y="98731"/>
                    <a:pt x="918160" y="98468"/>
                    <a:pt x="917975" y="98248"/>
                  </a:cubicBezTo>
                  <a:lnTo>
                    <a:pt x="917140" y="97458"/>
                  </a:lnTo>
                  <a:lnTo>
                    <a:pt x="916630" y="96975"/>
                  </a:lnTo>
                  <a:lnTo>
                    <a:pt x="914403" y="93244"/>
                  </a:lnTo>
                  <a:cubicBezTo>
                    <a:pt x="914264" y="92980"/>
                    <a:pt x="913986" y="92805"/>
                    <a:pt x="913661" y="92717"/>
                  </a:cubicBezTo>
                  <a:lnTo>
                    <a:pt x="911064" y="92102"/>
                  </a:lnTo>
                  <a:lnTo>
                    <a:pt x="911064" y="83235"/>
                  </a:lnTo>
                  <a:cubicBezTo>
                    <a:pt x="911064" y="82620"/>
                    <a:pt x="910554" y="82137"/>
                    <a:pt x="909905" y="82137"/>
                  </a:cubicBezTo>
                  <a:lnTo>
                    <a:pt x="905545" y="82137"/>
                  </a:lnTo>
                  <a:lnTo>
                    <a:pt x="905545" y="51802"/>
                  </a:lnTo>
                  <a:cubicBezTo>
                    <a:pt x="905545" y="51495"/>
                    <a:pt x="905406" y="51144"/>
                    <a:pt x="905128" y="50968"/>
                  </a:cubicBezTo>
                  <a:lnTo>
                    <a:pt x="896734" y="44383"/>
                  </a:lnTo>
                  <a:cubicBezTo>
                    <a:pt x="896363" y="44076"/>
                    <a:pt x="895806" y="44032"/>
                    <a:pt x="895389" y="44295"/>
                  </a:cubicBezTo>
                  <a:cubicBezTo>
                    <a:pt x="893673" y="45261"/>
                    <a:pt x="888757" y="47719"/>
                    <a:pt x="886392" y="47719"/>
                  </a:cubicBezTo>
                  <a:cubicBezTo>
                    <a:pt x="886021" y="47719"/>
                    <a:pt x="885881" y="47588"/>
                    <a:pt x="885789" y="47500"/>
                  </a:cubicBezTo>
                  <a:cubicBezTo>
                    <a:pt x="885232" y="46841"/>
                    <a:pt x="885325" y="44954"/>
                    <a:pt x="885603" y="43856"/>
                  </a:cubicBezTo>
                  <a:cubicBezTo>
                    <a:pt x="885696" y="43549"/>
                    <a:pt x="885603" y="43198"/>
                    <a:pt x="885371" y="42934"/>
                  </a:cubicBezTo>
                  <a:cubicBezTo>
                    <a:pt x="885139" y="42671"/>
                    <a:pt x="884815" y="42539"/>
                    <a:pt x="884444" y="42539"/>
                  </a:cubicBezTo>
                  <a:lnTo>
                    <a:pt x="880316" y="42539"/>
                  </a:lnTo>
                  <a:cubicBezTo>
                    <a:pt x="879852" y="42539"/>
                    <a:pt x="879435" y="42803"/>
                    <a:pt x="879250" y="43198"/>
                  </a:cubicBezTo>
                  <a:cubicBezTo>
                    <a:pt x="879250" y="43242"/>
                    <a:pt x="876977" y="48202"/>
                    <a:pt x="873731" y="51056"/>
                  </a:cubicBezTo>
                  <a:cubicBezTo>
                    <a:pt x="870160" y="54173"/>
                    <a:pt x="863991" y="69011"/>
                    <a:pt x="863296" y="70679"/>
                  </a:cubicBezTo>
                  <a:cubicBezTo>
                    <a:pt x="863249" y="70811"/>
                    <a:pt x="863203" y="70943"/>
                    <a:pt x="863203" y="71074"/>
                  </a:cubicBezTo>
                  <a:lnTo>
                    <a:pt x="863203" y="78054"/>
                  </a:lnTo>
                  <a:lnTo>
                    <a:pt x="858009" y="83498"/>
                  </a:lnTo>
                  <a:cubicBezTo>
                    <a:pt x="858009" y="83498"/>
                    <a:pt x="857731" y="83981"/>
                    <a:pt x="857731" y="84244"/>
                  </a:cubicBezTo>
                  <a:lnTo>
                    <a:pt x="857731" y="87581"/>
                  </a:lnTo>
                  <a:lnTo>
                    <a:pt x="856757" y="89732"/>
                  </a:lnTo>
                  <a:cubicBezTo>
                    <a:pt x="854530" y="88239"/>
                    <a:pt x="851748" y="88854"/>
                    <a:pt x="850078" y="89600"/>
                  </a:cubicBezTo>
                  <a:cubicBezTo>
                    <a:pt x="848316" y="89117"/>
                    <a:pt x="846878" y="89293"/>
                    <a:pt x="845719" y="90127"/>
                  </a:cubicBezTo>
                  <a:cubicBezTo>
                    <a:pt x="843817" y="91532"/>
                    <a:pt x="843493" y="94341"/>
                    <a:pt x="843493" y="96009"/>
                  </a:cubicBezTo>
                  <a:lnTo>
                    <a:pt x="789602" y="96009"/>
                  </a:lnTo>
                  <a:cubicBezTo>
                    <a:pt x="789324" y="96009"/>
                    <a:pt x="789092" y="96097"/>
                    <a:pt x="788907" y="96229"/>
                  </a:cubicBezTo>
                  <a:lnTo>
                    <a:pt x="768315" y="111331"/>
                  </a:lnTo>
                  <a:cubicBezTo>
                    <a:pt x="768315" y="111331"/>
                    <a:pt x="768083" y="111550"/>
                    <a:pt x="767990" y="111726"/>
                  </a:cubicBezTo>
                  <a:lnTo>
                    <a:pt x="767619" y="112428"/>
                  </a:lnTo>
                  <a:lnTo>
                    <a:pt x="760802" y="125379"/>
                  </a:lnTo>
                  <a:lnTo>
                    <a:pt x="730193" y="125379"/>
                  </a:lnTo>
                  <a:cubicBezTo>
                    <a:pt x="730193" y="125379"/>
                    <a:pt x="729915" y="125379"/>
                    <a:pt x="729822" y="125423"/>
                  </a:cubicBezTo>
                  <a:lnTo>
                    <a:pt x="723144" y="127618"/>
                  </a:lnTo>
                  <a:cubicBezTo>
                    <a:pt x="722587" y="127793"/>
                    <a:pt x="722262" y="128364"/>
                    <a:pt x="722402" y="128934"/>
                  </a:cubicBezTo>
                  <a:lnTo>
                    <a:pt x="723561" y="133149"/>
                  </a:lnTo>
                  <a:lnTo>
                    <a:pt x="725694" y="141095"/>
                  </a:lnTo>
                  <a:lnTo>
                    <a:pt x="724535" y="141622"/>
                  </a:lnTo>
                  <a:lnTo>
                    <a:pt x="700604" y="152289"/>
                  </a:lnTo>
                  <a:lnTo>
                    <a:pt x="690912" y="153650"/>
                  </a:lnTo>
                  <a:cubicBezTo>
                    <a:pt x="690912" y="153650"/>
                    <a:pt x="690633" y="153738"/>
                    <a:pt x="690494" y="153782"/>
                  </a:cubicBezTo>
                  <a:lnTo>
                    <a:pt x="676117" y="161947"/>
                  </a:lnTo>
                  <a:lnTo>
                    <a:pt x="670830" y="164318"/>
                  </a:lnTo>
                  <a:cubicBezTo>
                    <a:pt x="669949" y="164318"/>
                    <a:pt x="666749" y="164230"/>
                    <a:pt x="664662" y="162430"/>
                  </a:cubicBezTo>
                  <a:cubicBezTo>
                    <a:pt x="663549" y="161464"/>
                    <a:pt x="662992" y="160148"/>
                    <a:pt x="662900" y="158479"/>
                  </a:cubicBezTo>
                  <a:cubicBezTo>
                    <a:pt x="662900" y="158348"/>
                    <a:pt x="662807" y="158216"/>
                    <a:pt x="662807" y="158084"/>
                  </a:cubicBezTo>
                  <a:cubicBezTo>
                    <a:pt x="662760" y="155758"/>
                    <a:pt x="663688" y="153694"/>
                    <a:pt x="664894" y="151982"/>
                  </a:cubicBezTo>
                  <a:cubicBezTo>
                    <a:pt x="666563" y="149612"/>
                    <a:pt x="668697" y="147899"/>
                    <a:pt x="670042" y="147065"/>
                  </a:cubicBezTo>
                  <a:cubicBezTo>
                    <a:pt x="670691" y="146626"/>
                    <a:pt x="671108" y="146363"/>
                    <a:pt x="671155" y="146363"/>
                  </a:cubicBezTo>
                  <a:cubicBezTo>
                    <a:pt x="671433" y="146231"/>
                    <a:pt x="671619" y="146012"/>
                    <a:pt x="671711" y="145704"/>
                  </a:cubicBezTo>
                  <a:lnTo>
                    <a:pt x="674077" y="138285"/>
                  </a:lnTo>
                  <a:lnTo>
                    <a:pt x="677787" y="126520"/>
                  </a:lnTo>
                  <a:cubicBezTo>
                    <a:pt x="677787" y="126520"/>
                    <a:pt x="677833" y="126213"/>
                    <a:pt x="677787" y="126037"/>
                  </a:cubicBezTo>
                  <a:lnTo>
                    <a:pt x="672592" y="89820"/>
                  </a:lnTo>
                  <a:cubicBezTo>
                    <a:pt x="672592" y="89512"/>
                    <a:pt x="672361" y="89205"/>
                    <a:pt x="672082" y="89073"/>
                  </a:cubicBezTo>
                  <a:lnTo>
                    <a:pt x="655897" y="78932"/>
                  </a:lnTo>
                  <a:lnTo>
                    <a:pt x="656639" y="77747"/>
                  </a:lnTo>
                  <a:lnTo>
                    <a:pt x="657102" y="77045"/>
                  </a:lnTo>
                  <a:lnTo>
                    <a:pt x="657334" y="76693"/>
                  </a:lnTo>
                  <a:cubicBezTo>
                    <a:pt x="657566" y="76298"/>
                    <a:pt x="657566" y="75816"/>
                    <a:pt x="657242" y="75464"/>
                  </a:cubicBezTo>
                  <a:lnTo>
                    <a:pt x="654505" y="72128"/>
                  </a:lnTo>
                  <a:cubicBezTo>
                    <a:pt x="654181" y="71733"/>
                    <a:pt x="653578" y="71601"/>
                    <a:pt x="653114" y="71821"/>
                  </a:cubicBezTo>
                  <a:cubicBezTo>
                    <a:pt x="653021" y="71821"/>
                    <a:pt x="652929" y="71864"/>
                    <a:pt x="652882" y="71908"/>
                  </a:cubicBezTo>
                  <a:cubicBezTo>
                    <a:pt x="651027" y="72699"/>
                    <a:pt x="648662" y="73357"/>
                    <a:pt x="647456" y="72391"/>
                  </a:cubicBezTo>
                  <a:cubicBezTo>
                    <a:pt x="645740" y="71030"/>
                    <a:pt x="646389" y="66728"/>
                    <a:pt x="646807" y="65323"/>
                  </a:cubicBezTo>
                  <a:cubicBezTo>
                    <a:pt x="646899" y="64972"/>
                    <a:pt x="646807" y="64577"/>
                    <a:pt x="646528" y="64314"/>
                  </a:cubicBezTo>
                  <a:cubicBezTo>
                    <a:pt x="646250" y="64050"/>
                    <a:pt x="645879" y="63918"/>
                    <a:pt x="645462" y="63962"/>
                  </a:cubicBezTo>
                  <a:cubicBezTo>
                    <a:pt x="642957" y="64358"/>
                    <a:pt x="638969" y="64665"/>
                    <a:pt x="637670" y="64138"/>
                  </a:cubicBezTo>
                  <a:cubicBezTo>
                    <a:pt x="637670" y="64138"/>
                    <a:pt x="637578" y="64138"/>
                    <a:pt x="637531" y="64094"/>
                  </a:cubicBezTo>
                  <a:cubicBezTo>
                    <a:pt x="636696" y="63655"/>
                    <a:pt x="635212" y="59485"/>
                    <a:pt x="634331" y="55226"/>
                  </a:cubicBezTo>
                  <a:cubicBezTo>
                    <a:pt x="634285" y="54919"/>
                    <a:pt x="634053" y="54656"/>
                    <a:pt x="633775" y="54480"/>
                  </a:cubicBezTo>
                  <a:lnTo>
                    <a:pt x="577844" y="23223"/>
                  </a:lnTo>
                  <a:cubicBezTo>
                    <a:pt x="577473" y="23004"/>
                    <a:pt x="577009" y="23004"/>
                    <a:pt x="576684" y="23223"/>
                  </a:cubicBezTo>
                  <a:lnTo>
                    <a:pt x="563606" y="30467"/>
                  </a:lnTo>
                  <a:lnTo>
                    <a:pt x="554145" y="30467"/>
                  </a:lnTo>
                  <a:lnTo>
                    <a:pt x="552151" y="29018"/>
                  </a:lnTo>
                  <a:cubicBezTo>
                    <a:pt x="552151" y="29018"/>
                    <a:pt x="551687" y="28798"/>
                    <a:pt x="551455" y="28798"/>
                  </a:cubicBezTo>
                  <a:lnTo>
                    <a:pt x="541113" y="28798"/>
                  </a:lnTo>
                  <a:lnTo>
                    <a:pt x="539722" y="26340"/>
                  </a:lnTo>
                  <a:cubicBezTo>
                    <a:pt x="539490" y="25901"/>
                    <a:pt x="538933" y="25682"/>
                    <a:pt x="538469" y="25813"/>
                  </a:cubicBezTo>
                  <a:lnTo>
                    <a:pt x="533136" y="26955"/>
                  </a:lnTo>
                  <a:lnTo>
                    <a:pt x="527385" y="28711"/>
                  </a:lnTo>
                  <a:lnTo>
                    <a:pt x="520336" y="23048"/>
                  </a:lnTo>
                  <a:cubicBezTo>
                    <a:pt x="520336" y="23048"/>
                    <a:pt x="519872" y="22784"/>
                    <a:pt x="519594" y="22784"/>
                  </a:cubicBezTo>
                  <a:lnTo>
                    <a:pt x="515513" y="22784"/>
                  </a:lnTo>
                  <a:lnTo>
                    <a:pt x="511710" y="21116"/>
                  </a:lnTo>
                  <a:lnTo>
                    <a:pt x="510968" y="19887"/>
                  </a:lnTo>
                  <a:lnTo>
                    <a:pt x="509576" y="17604"/>
                  </a:lnTo>
                  <a:cubicBezTo>
                    <a:pt x="509391" y="17253"/>
                    <a:pt x="508973" y="17033"/>
                    <a:pt x="508556" y="17033"/>
                  </a:cubicBezTo>
                  <a:lnTo>
                    <a:pt x="500254" y="17033"/>
                  </a:lnTo>
                  <a:cubicBezTo>
                    <a:pt x="500254" y="17033"/>
                    <a:pt x="500208" y="17033"/>
                    <a:pt x="500208" y="17033"/>
                  </a:cubicBezTo>
                  <a:lnTo>
                    <a:pt x="494550" y="18306"/>
                  </a:lnTo>
                  <a:lnTo>
                    <a:pt x="486898" y="14575"/>
                  </a:lnTo>
                  <a:lnTo>
                    <a:pt x="479988" y="12731"/>
                  </a:lnTo>
                  <a:lnTo>
                    <a:pt x="479477" y="11019"/>
                  </a:lnTo>
                  <a:lnTo>
                    <a:pt x="476417" y="790"/>
                  </a:lnTo>
                  <a:cubicBezTo>
                    <a:pt x="476278" y="307"/>
                    <a:pt x="475814" y="0"/>
                    <a:pt x="475303" y="0"/>
                  </a:cubicBezTo>
                  <a:lnTo>
                    <a:pt x="471176" y="0"/>
                  </a:lnTo>
                  <a:cubicBezTo>
                    <a:pt x="470527" y="0"/>
                    <a:pt x="470017" y="483"/>
                    <a:pt x="470017" y="1098"/>
                  </a:cubicBezTo>
                  <a:lnTo>
                    <a:pt x="470017" y="7683"/>
                  </a:lnTo>
                  <a:lnTo>
                    <a:pt x="25166" y="7683"/>
                  </a:lnTo>
                  <a:cubicBezTo>
                    <a:pt x="24702" y="7683"/>
                    <a:pt x="24285" y="7946"/>
                    <a:pt x="24099" y="8341"/>
                  </a:cubicBezTo>
                  <a:cubicBezTo>
                    <a:pt x="23914" y="8736"/>
                    <a:pt x="23960" y="9175"/>
                    <a:pt x="24285" y="9526"/>
                  </a:cubicBezTo>
                  <a:lnTo>
                    <a:pt x="27485" y="12995"/>
                  </a:lnTo>
                  <a:lnTo>
                    <a:pt x="25676" y="15585"/>
                  </a:lnTo>
                  <a:cubicBezTo>
                    <a:pt x="25444" y="15892"/>
                    <a:pt x="25398" y="16331"/>
                    <a:pt x="25583" y="16638"/>
                  </a:cubicBezTo>
                  <a:cubicBezTo>
                    <a:pt x="25583" y="16638"/>
                    <a:pt x="27531" y="20633"/>
                    <a:pt x="27717" y="23882"/>
                  </a:cubicBezTo>
                  <a:cubicBezTo>
                    <a:pt x="27067" y="24540"/>
                    <a:pt x="24656" y="25243"/>
                    <a:pt x="17096" y="24979"/>
                  </a:cubicBezTo>
                  <a:cubicBezTo>
                    <a:pt x="16679" y="24979"/>
                    <a:pt x="16400" y="24979"/>
                    <a:pt x="16261" y="24979"/>
                  </a:cubicBezTo>
                  <a:cubicBezTo>
                    <a:pt x="15287" y="24891"/>
                    <a:pt x="8006" y="22433"/>
                    <a:pt x="1560" y="20106"/>
                  </a:cubicBezTo>
                  <a:cubicBezTo>
                    <a:pt x="957" y="19887"/>
                    <a:pt x="308" y="20194"/>
                    <a:pt x="76" y="20721"/>
                  </a:cubicBezTo>
                  <a:cubicBezTo>
                    <a:pt x="-156" y="21292"/>
                    <a:pt x="168" y="21906"/>
                    <a:pt x="725" y="22126"/>
                  </a:cubicBezTo>
                  <a:cubicBezTo>
                    <a:pt x="4899" y="23618"/>
                    <a:pt x="14731" y="27130"/>
                    <a:pt x="16215" y="27130"/>
                  </a:cubicBezTo>
                  <a:cubicBezTo>
                    <a:pt x="16354" y="27130"/>
                    <a:pt x="16632" y="27130"/>
                    <a:pt x="17003" y="27130"/>
                  </a:cubicBezTo>
                  <a:cubicBezTo>
                    <a:pt x="22058" y="27306"/>
                    <a:pt x="27485" y="27218"/>
                    <a:pt x="29386" y="25374"/>
                  </a:cubicBezTo>
                  <a:cubicBezTo>
                    <a:pt x="29943" y="24847"/>
                    <a:pt x="30175" y="24189"/>
                    <a:pt x="30128" y="23487"/>
                  </a:cubicBezTo>
                  <a:cubicBezTo>
                    <a:pt x="29896" y="20765"/>
                    <a:pt x="28551" y="17560"/>
                    <a:pt x="27995" y="16287"/>
                  </a:cubicBezTo>
                  <a:lnTo>
                    <a:pt x="29943" y="13477"/>
                  </a:lnTo>
                  <a:cubicBezTo>
                    <a:pt x="30221" y="13082"/>
                    <a:pt x="30175" y="12512"/>
                    <a:pt x="29850" y="12160"/>
                  </a:cubicBezTo>
                  <a:lnTo>
                    <a:pt x="27763" y="9878"/>
                  </a:lnTo>
                  <a:lnTo>
                    <a:pt x="471222" y="9878"/>
                  </a:lnTo>
                  <a:cubicBezTo>
                    <a:pt x="471872" y="9878"/>
                    <a:pt x="472382" y="9395"/>
                    <a:pt x="472382" y="87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5" name="Freeform: Shape 2204">
              <a:extLst>
                <a:ext uri="{FF2B5EF4-FFF2-40B4-BE49-F238E27FC236}">
                  <a16:creationId xmlns:a16="http://schemas.microsoft.com/office/drawing/2014/main" id="{AD913337-BA8B-C20A-B574-7BC4424AD235}"/>
                </a:ext>
              </a:extLst>
            </p:cNvPr>
            <p:cNvSpPr>
              <a:spLocks/>
            </p:cNvSpPr>
            <p:nvPr/>
          </p:nvSpPr>
          <p:spPr>
            <a:xfrm>
              <a:off x="2912498" y="3301974"/>
              <a:ext cx="483371" cy="178994"/>
            </a:xfrm>
            <a:custGeom>
              <a:avLst/>
              <a:gdLst>
                <a:gd name="connsiteX0" fmla="*/ 40630 w 323838"/>
                <a:gd name="connsiteY0" fmla="*/ 5515 h 119918"/>
                <a:gd name="connsiteX1" fmla="*/ 41372 w 323838"/>
                <a:gd name="connsiteY1" fmla="*/ 6525 h 119918"/>
                <a:gd name="connsiteX2" fmla="*/ 98462 w 323838"/>
                <a:gd name="connsiteY2" fmla="*/ 26807 h 119918"/>
                <a:gd name="connsiteX3" fmla="*/ 98879 w 323838"/>
                <a:gd name="connsiteY3" fmla="*/ 26894 h 119918"/>
                <a:gd name="connsiteX4" fmla="*/ 145257 w 323838"/>
                <a:gd name="connsiteY4" fmla="*/ 26894 h 119918"/>
                <a:gd name="connsiteX5" fmla="*/ 146416 w 323838"/>
                <a:gd name="connsiteY5" fmla="*/ 25797 h 119918"/>
                <a:gd name="connsiteX6" fmla="*/ 146416 w 323838"/>
                <a:gd name="connsiteY6" fmla="*/ 18378 h 119918"/>
                <a:gd name="connsiteX7" fmla="*/ 174011 w 323838"/>
                <a:gd name="connsiteY7" fmla="*/ 18378 h 119918"/>
                <a:gd name="connsiteX8" fmla="*/ 189037 w 323838"/>
                <a:gd name="connsiteY8" fmla="*/ 34489 h 119918"/>
                <a:gd name="connsiteX9" fmla="*/ 189362 w 323838"/>
                <a:gd name="connsiteY9" fmla="*/ 34709 h 119918"/>
                <a:gd name="connsiteX10" fmla="*/ 197385 w 323838"/>
                <a:gd name="connsiteY10" fmla="*/ 38879 h 119918"/>
                <a:gd name="connsiteX11" fmla="*/ 203321 w 323838"/>
                <a:gd name="connsiteY11" fmla="*/ 54947 h 119918"/>
                <a:gd name="connsiteX12" fmla="*/ 203785 w 323838"/>
                <a:gd name="connsiteY12" fmla="*/ 55517 h 119918"/>
                <a:gd name="connsiteX13" fmla="*/ 222336 w 323838"/>
                <a:gd name="connsiteY13" fmla="*/ 66756 h 119918"/>
                <a:gd name="connsiteX14" fmla="*/ 223495 w 323838"/>
                <a:gd name="connsiteY14" fmla="*/ 66799 h 119918"/>
                <a:gd name="connsiteX15" fmla="*/ 230174 w 323838"/>
                <a:gd name="connsiteY15" fmla="*/ 63507 h 119918"/>
                <a:gd name="connsiteX16" fmla="*/ 230730 w 323838"/>
                <a:gd name="connsiteY16" fmla="*/ 62848 h 119918"/>
                <a:gd name="connsiteX17" fmla="*/ 233698 w 323838"/>
                <a:gd name="connsiteY17" fmla="*/ 53981 h 119918"/>
                <a:gd name="connsiteX18" fmla="*/ 237826 w 323838"/>
                <a:gd name="connsiteY18" fmla="*/ 53761 h 119918"/>
                <a:gd name="connsiteX19" fmla="*/ 238614 w 323838"/>
                <a:gd name="connsiteY19" fmla="*/ 53410 h 119918"/>
                <a:gd name="connsiteX20" fmla="*/ 240237 w 323838"/>
                <a:gd name="connsiteY20" fmla="*/ 51654 h 119918"/>
                <a:gd name="connsiteX21" fmla="*/ 248400 w 323838"/>
                <a:gd name="connsiteY21" fmla="*/ 52400 h 119918"/>
                <a:gd name="connsiteX22" fmla="*/ 253640 w 323838"/>
                <a:gd name="connsiteY22" fmla="*/ 54903 h 119918"/>
                <a:gd name="connsiteX23" fmla="*/ 255774 w 323838"/>
                <a:gd name="connsiteY23" fmla="*/ 59205 h 119918"/>
                <a:gd name="connsiteX24" fmla="*/ 256284 w 323838"/>
                <a:gd name="connsiteY24" fmla="*/ 59732 h 119918"/>
                <a:gd name="connsiteX25" fmla="*/ 262035 w 323838"/>
                <a:gd name="connsiteY25" fmla="*/ 62585 h 119918"/>
                <a:gd name="connsiteX26" fmla="*/ 270290 w 323838"/>
                <a:gd name="connsiteY26" fmla="*/ 78433 h 119918"/>
                <a:gd name="connsiteX27" fmla="*/ 270475 w 323838"/>
                <a:gd name="connsiteY27" fmla="*/ 78696 h 119918"/>
                <a:gd name="connsiteX28" fmla="*/ 280957 w 323838"/>
                <a:gd name="connsiteY28" fmla="*/ 89452 h 119918"/>
                <a:gd name="connsiteX29" fmla="*/ 289119 w 323838"/>
                <a:gd name="connsiteY29" fmla="*/ 109426 h 119918"/>
                <a:gd name="connsiteX30" fmla="*/ 303218 w 323838"/>
                <a:gd name="connsiteY30" fmla="*/ 116231 h 119918"/>
                <a:gd name="connsiteX31" fmla="*/ 303774 w 323838"/>
                <a:gd name="connsiteY31" fmla="*/ 116363 h 119918"/>
                <a:gd name="connsiteX32" fmla="*/ 312261 w 323838"/>
                <a:gd name="connsiteY32" fmla="*/ 116363 h 119918"/>
                <a:gd name="connsiteX33" fmla="*/ 315508 w 323838"/>
                <a:gd name="connsiteY33" fmla="*/ 119699 h 119918"/>
                <a:gd name="connsiteX34" fmla="*/ 316853 w 323838"/>
                <a:gd name="connsiteY34" fmla="*/ 119919 h 119918"/>
                <a:gd name="connsiteX35" fmla="*/ 318986 w 323838"/>
                <a:gd name="connsiteY35" fmla="*/ 119304 h 119918"/>
                <a:gd name="connsiteX36" fmla="*/ 320934 w 323838"/>
                <a:gd name="connsiteY36" fmla="*/ 118645 h 119918"/>
                <a:gd name="connsiteX37" fmla="*/ 323067 w 323838"/>
                <a:gd name="connsiteY37" fmla="*/ 117943 h 119918"/>
                <a:gd name="connsiteX38" fmla="*/ 323763 w 323838"/>
                <a:gd name="connsiteY38" fmla="*/ 116538 h 119918"/>
                <a:gd name="connsiteX39" fmla="*/ 322279 w 323838"/>
                <a:gd name="connsiteY39" fmla="*/ 115880 h 119918"/>
                <a:gd name="connsiteX40" fmla="*/ 320656 w 323838"/>
                <a:gd name="connsiteY40" fmla="*/ 116450 h 119918"/>
                <a:gd name="connsiteX41" fmla="*/ 318012 w 323838"/>
                <a:gd name="connsiteY41" fmla="*/ 117372 h 119918"/>
                <a:gd name="connsiteX42" fmla="*/ 316343 w 323838"/>
                <a:gd name="connsiteY42" fmla="*/ 117680 h 119918"/>
                <a:gd name="connsiteX43" fmla="*/ 314209 w 323838"/>
                <a:gd name="connsiteY43" fmla="*/ 114958 h 119918"/>
                <a:gd name="connsiteX44" fmla="*/ 313096 w 323838"/>
                <a:gd name="connsiteY44" fmla="*/ 114212 h 119918"/>
                <a:gd name="connsiteX45" fmla="*/ 304099 w 323838"/>
                <a:gd name="connsiteY45" fmla="*/ 114212 h 119918"/>
                <a:gd name="connsiteX46" fmla="*/ 290047 w 323838"/>
                <a:gd name="connsiteY46" fmla="*/ 107451 h 119918"/>
                <a:gd name="connsiteX47" fmla="*/ 283183 w 323838"/>
                <a:gd name="connsiteY47" fmla="*/ 88793 h 119918"/>
                <a:gd name="connsiteX48" fmla="*/ 282904 w 323838"/>
                <a:gd name="connsiteY48" fmla="*/ 88267 h 119918"/>
                <a:gd name="connsiteX49" fmla="*/ 272284 w 323838"/>
                <a:gd name="connsiteY49" fmla="*/ 77423 h 119918"/>
                <a:gd name="connsiteX50" fmla="*/ 263936 w 323838"/>
                <a:gd name="connsiteY50" fmla="*/ 61356 h 119918"/>
                <a:gd name="connsiteX51" fmla="*/ 263426 w 323838"/>
                <a:gd name="connsiteY51" fmla="*/ 60873 h 119918"/>
                <a:gd name="connsiteX52" fmla="*/ 257675 w 323838"/>
                <a:gd name="connsiteY52" fmla="*/ 58019 h 119918"/>
                <a:gd name="connsiteX53" fmla="*/ 255542 w 323838"/>
                <a:gd name="connsiteY53" fmla="*/ 53673 h 119918"/>
                <a:gd name="connsiteX54" fmla="*/ 255032 w 323838"/>
                <a:gd name="connsiteY54" fmla="*/ 53147 h 119918"/>
                <a:gd name="connsiteX55" fmla="*/ 249235 w 323838"/>
                <a:gd name="connsiteY55" fmla="*/ 50425 h 119918"/>
                <a:gd name="connsiteX56" fmla="*/ 248817 w 323838"/>
                <a:gd name="connsiteY56" fmla="*/ 50293 h 119918"/>
                <a:gd name="connsiteX57" fmla="*/ 239820 w 323838"/>
                <a:gd name="connsiteY57" fmla="*/ 49459 h 119918"/>
                <a:gd name="connsiteX58" fmla="*/ 238846 w 323838"/>
                <a:gd name="connsiteY58" fmla="*/ 49810 h 119918"/>
                <a:gd name="connsiteX59" fmla="*/ 237130 w 323838"/>
                <a:gd name="connsiteY59" fmla="*/ 51654 h 119918"/>
                <a:gd name="connsiteX60" fmla="*/ 232678 w 323838"/>
                <a:gd name="connsiteY60" fmla="*/ 51917 h 119918"/>
                <a:gd name="connsiteX61" fmla="*/ 231658 w 323838"/>
                <a:gd name="connsiteY61" fmla="*/ 52664 h 119918"/>
                <a:gd name="connsiteX62" fmla="*/ 228597 w 323838"/>
                <a:gd name="connsiteY62" fmla="*/ 61839 h 119918"/>
                <a:gd name="connsiteX63" fmla="*/ 222939 w 323838"/>
                <a:gd name="connsiteY63" fmla="*/ 64604 h 119918"/>
                <a:gd name="connsiteX64" fmla="*/ 205269 w 323838"/>
                <a:gd name="connsiteY64" fmla="*/ 53893 h 119918"/>
                <a:gd name="connsiteX65" fmla="*/ 199333 w 323838"/>
                <a:gd name="connsiteY65" fmla="*/ 37782 h 119918"/>
                <a:gd name="connsiteX66" fmla="*/ 198776 w 323838"/>
                <a:gd name="connsiteY66" fmla="*/ 37167 h 119918"/>
                <a:gd name="connsiteX67" fmla="*/ 190567 w 323838"/>
                <a:gd name="connsiteY67" fmla="*/ 32865 h 119918"/>
                <a:gd name="connsiteX68" fmla="*/ 175356 w 323838"/>
                <a:gd name="connsiteY68" fmla="*/ 16534 h 119918"/>
                <a:gd name="connsiteX69" fmla="*/ 174474 w 323838"/>
                <a:gd name="connsiteY69" fmla="*/ 16183 h 119918"/>
                <a:gd name="connsiteX70" fmla="*/ 145210 w 323838"/>
                <a:gd name="connsiteY70" fmla="*/ 16183 h 119918"/>
                <a:gd name="connsiteX71" fmla="*/ 144051 w 323838"/>
                <a:gd name="connsiteY71" fmla="*/ 17280 h 119918"/>
                <a:gd name="connsiteX72" fmla="*/ 144051 w 323838"/>
                <a:gd name="connsiteY72" fmla="*/ 24699 h 119918"/>
                <a:gd name="connsiteX73" fmla="*/ 99065 w 323838"/>
                <a:gd name="connsiteY73" fmla="*/ 24699 h 119918"/>
                <a:gd name="connsiteX74" fmla="*/ 42902 w 323838"/>
                <a:gd name="connsiteY74" fmla="*/ 4725 h 119918"/>
                <a:gd name="connsiteX75" fmla="*/ 42902 w 323838"/>
                <a:gd name="connsiteY75" fmla="*/ 1081 h 119918"/>
                <a:gd name="connsiteX76" fmla="*/ 42531 w 323838"/>
                <a:gd name="connsiteY76" fmla="*/ 291 h 119918"/>
                <a:gd name="connsiteX77" fmla="*/ 41650 w 323838"/>
                <a:gd name="connsiteY77" fmla="*/ 27 h 119918"/>
                <a:gd name="connsiteX78" fmla="*/ 3806 w 323838"/>
                <a:gd name="connsiteY78" fmla="*/ 3101 h 119918"/>
                <a:gd name="connsiteX79" fmla="*/ 1070 w 323838"/>
                <a:gd name="connsiteY79" fmla="*/ 3320 h 119918"/>
                <a:gd name="connsiteX80" fmla="*/ 3 w 323838"/>
                <a:gd name="connsiteY80" fmla="*/ 4505 h 119918"/>
                <a:gd name="connsiteX81" fmla="*/ 1255 w 323838"/>
                <a:gd name="connsiteY81" fmla="*/ 5515 h 119918"/>
                <a:gd name="connsiteX82" fmla="*/ 3760 w 323838"/>
                <a:gd name="connsiteY82" fmla="*/ 5296 h 119918"/>
                <a:gd name="connsiteX83" fmla="*/ 40583 w 323838"/>
                <a:gd name="connsiteY83" fmla="*/ 2310 h 119918"/>
                <a:gd name="connsiteX84" fmla="*/ 40583 w 323838"/>
                <a:gd name="connsiteY84" fmla="*/ 5515 h 11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23838" h="119918">
                  <a:moveTo>
                    <a:pt x="40630" y="5515"/>
                  </a:moveTo>
                  <a:cubicBezTo>
                    <a:pt x="40630" y="5954"/>
                    <a:pt x="40908" y="6393"/>
                    <a:pt x="41372" y="6525"/>
                  </a:cubicBezTo>
                  <a:lnTo>
                    <a:pt x="98462" y="26807"/>
                  </a:lnTo>
                  <a:cubicBezTo>
                    <a:pt x="98462" y="26807"/>
                    <a:pt x="98740" y="26894"/>
                    <a:pt x="98879" y="26894"/>
                  </a:cubicBezTo>
                  <a:lnTo>
                    <a:pt x="145257" y="26894"/>
                  </a:lnTo>
                  <a:cubicBezTo>
                    <a:pt x="145906" y="26894"/>
                    <a:pt x="146416" y="26411"/>
                    <a:pt x="146416" y="25797"/>
                  </a:cubicBezTo>
                  <a:lnTo>
                    <a:pt x="146416" y="18378"/>
                  </a:lnTo>
                  <a:lnTo>
                    <a:pt x="174011" y="18378"/>
                  </a:lnTo>
                  <a:lnTo>
                    <a:pt x="189037" y="34489"/>
                  </a:lnTo>
                  <a:cubicBezTo>
                    <a:pt x="189037" y="34489"/>
                    <a:pt x="189222" y="34665"/>
                    <a:pt x="189362" y="34709"/>
                  </a:cubicBezTo>
                  <a:lnTo>
                    <a:pt x="197385" y="38879"/>
                  </a:lnTo>
                  <a:lnTo>
                    <a:pt x="203321" y="54947"/>
                  </a:lnTo>
                  <a:cubicBezTo>
                    <a:pt x="203414" y="55166"/>
                    <a:pt x="203553" y="55385"/>
                    <a:pt x="203785" y="55517"/>
                  </a:cubicBezTo>
                  <a:lnTo>
                    <a:pt x="222336" y="66756"/>
                  </a:lnTo>
                  <a:cubicBezTo>
                    <a:pt x="222707" y="66975"/>
                    <a:pt x="223124" y="66975"/>
                    <a:pt x="223495" y="66799"/>
                  </a:cubicBezTo>
                  <a:lnTo>
                    <a:pt x="230174" y="63507"/>
                  </a:lnTo>
                  <a:cubicBezTo>
                    <a:pt x="230452" y="63375"/>
                    <a:pt x="230637" y="63156"/>
                    <a:pt x="230730" y="62848"/>
                  </a:cubicBezTo>
                  <a:lnTo>
                    <a:pt x="233698" y="53981"/>
                  </a:lnTo>
                  <a:lnTo>
                    <a:pt x="237826" y="53761"/>
                  </a:lnTo>
                  <a:cubicBezTo>
                    <a:pt x="238150" y="53761"/>
                    <a:pt x="238429" y="53586"/>
                    <a:pt x="238614" y="53410"/>
                  </a:cubicBezTo>
                  <a:lnTo>
                    <a:pt x="240237" y="51654"/>
                  </a:lnTo>
                  <a:lnTo>
                    <a:pt x="248400" y="52400"/>
                  </a:lnTo>
                  <a:lnTo>
                    <a:pt x="253640" y="54903"/>
                  </a:lnTo>
                  <a:lnTo>
                    <a:pt x="255774" y="59205"/>
                  </a:lnTo>
                  <a:cubicBezTo>
                    <a:pt x="255774" y="59205"/>
                    <a:pt x="256052" y="59600"/>
                    <a:pt x="256284" y="59732"/>
                  </a:cubicBezTo>
                  <a:lnTo>
                    <a:pt x="262035" y="62585"/>
                  </a:lnTo>
                  <a:lnTo>
                    <a:pt x="270290" y="78433"/>
                  </a:lnTo>
                  <a:cubicBezTo>
                    <a:pt x="270290" y="78433"/>
                    <a:pt x="270383" y="78609"/>
                    <a:pt x="270475" y="78696"/>
                  </a:cubicBezTo>
                  <a:lnTo>
                    <a:pt x="280957" y="89452"/>
                  </a:lnTo>
                  <a:cubicBezTo>
                    <a:pt x="281699" y="93139"/>
                    <a:pt x="284852" y="107714"/>
                    <a:pt x="289119" y="109426"/>
                  </a:cubicBezTo>
                  <a:cubicBezTo>
                    <a:pt x="293061" y="111051"/>
                    <a:pt x="303125" y="116187"/>
                    <a:pt x="303218" y="116231"/>
                  </a:cubicBezTo>
                  <a:cubicBezTo>
                    <a:pt x="303403" y="116319"/>
                    <a:pt x="303589" y="116363"/>
                    <a:pt x="303774" y="116363"/>
                  </a:cubicBezTo>
                  <a:lnTo>
                    <a:pt x="312261" y="116363"/>
                  </a:lnTo>
                  <a:cubicBezTo>
                    <a:pt x="312725" y="117372"/>
                    <a:pt x="313745" y="119084"/>
                    <a:pt x="315508" y="119699"/>
                  </a:cubicBezTo>
                  <a:cubicBezTo>
                    <a:pt x="315879" y="119831"/>
                    <a:pt x="316343" y="119919"/>
                    <a:pt x="316853" y="119919"/>
                  </a:cubicBezTo>
                  <a:cubicBezTo>
                    <a:pt x="317502" y="119919"/>
                    <a:pt x="318244" y="119743"/>
                    <a:pt x="318986" y="119304"/>
                  </a:cubicBezTo>
                  <a:lnTo>
                    <a:pt x="320934" y="118645"/>
                  </a:lnTo>
                  <a:lnTo>
                    <a:pt x="323067" y="117943"/>
                  </a:lnTo>
                  <a:cubicBezTo>
                    <a:pt x="323670" y="117724"/>
                    <a:pt x="323995" y="117109"/>
                    <a:pt x="323763" y="116538"/>
                  </a:cubicBezTo>
                  <a:cubicBezTo>
                    <a:pt x="323531" y="115968"/>
                    <a:pt x="322882" y="115660"/>
                    <a:pt x="322279" y="115880"/>
                  </a:cubicBezTo>
                  <a:lnTo>
                    <a:pt x="320656" y="116450"/>
                  </a:lnTo>
                  <a:lnTo>
                    <a:pt x="318012" y="117372"/>
                  </a:lnTo>
                  <a:cubicBezTo>
                    <a:pt x="317085" y="117899"/>
                    <a:pt x="316528" y="117724"/>
                    <a:pt x="316343" y="117680"/>
                  </a:cubicBezTo>
                  <a:cubicBezTo>
                    <a:pt x="315229" y="117285"/>
                    <a:pt x="314395" y="115529"/>
                    <a:pt x="314209" y="114958"/>
                  </a:cubicBezTo>
                  <a:cubicBezTo>
                    <a:pt x="314070" y="114519"/>
                    <a:pt x="313606" y="114212"/>
                    <a:pt x="313096" y="114212"/>
                  </a:cubicBezTo>
                  <a:lnTo>
                    <a:pt x="304099" y="114212"/>
                  </a:lnTo>
                  <a:cubicBezTo>
                    <a:pt x="302429" y="113378"/>
                    <a:pt x="293803" y="108944"/>
                    <a:pt x="290047" y="107451"/>
                  </a:cubicBezTo>
                  <a:cubicBezTo>
                    <a:pt x="287635" y="106485"/>
                    <a:pt x="284574" y="95949"/>
                    <a:pt x="283183" y="88793"/>
                  </a:cubicBezTo>
                  <a:cubicBezTo>
                    <a:pt x="283183" y="88574"/>
                    <a:pt x="283044" y="88398"/>
                    <a:pt x="282904" y="88267"/>
                  </a:cubicBezTo>
                  <a:lnTo>
                    <a:pt x="272284" y="77423"/>
                  </a:lnTo>
                  <a:lnTo>
                    <a:pt x="263936" y="61356"/>
                  </a:lnTo>
                  <a:cubicBezTo>
                    <a:pt x="263936" y="61356"/>
                    <a:pt x="263658" y="60961"/>
                    <a:pt x="263426" y="60873"/>
                  </a:cubicBezTo>
                  <a:lnTo>
                    <a:pt x="257675" y="58019"/>
                  </a:lnTo>
                  <a:lnTo>
                    <a:pt x="255542" y="53673"/>
                  </a:lnTo>
                  <a:cubicBezTo>
                    <a:pt x="255449" y="53454"/>
                    <a:pt x="255264" y="53278"/>
                    <a:pt x="255032" y="53147"/>
                  </a:cubicBezTo>
                  <a:lnTo>
                    <a:pt x="249235" y="50425"/>
                  </a:lnTo>
                  <a:cubicBezTo>
                    <a:pt x="249235" y="50425"/>
                    <a:pt x="248956" y="50337"/>
                    <a:pt x="248817" y="50293"/>
                  </a:cubicBezTo>
                  <a:lnTo>
                    <a:pt x="239820" y="49459"/>
                  </a:lnTo>
                  <a:cubicBezTo>
                    <a:pt x="239449" y="49415"/>
                    <a:pt x="239078" y="49547"/>
                    <a:pt x="238846" y="49810"/>
                  </a:cubicBezTo>
                  <a:lnTo>
                    <a:pt x="237130" y="51654"/>
                  </a:lnTo>
                  <a:lnTo>
                    <a:pt x="232678" y="51917"/>
                  </a:lnTo>
                  <a:cubicBezTo>
                    <a:pt x="232214" y="51917"/>
                    <a:pt x="231797" y="52269"/>
                    <a:pt x="231658" y="52664"/>
                  </a:cubicBezTo>
                  <a:lnTo>
                    <a:pt x="228597" y="61839"/>
                  </a:lnTo>
                  <a:lnTo>
                    <a:pt x="222939" y="64604"/>
                  </a:lnTo>
                  <a:lnTo>
                    <a:pt x="205269" y="53893"/>
                  </a:lnTo>
                  <a:lnTo>
                    <a:pt x="199333" y="37782"/>
                  </a:lnTo>
                  <a:cubicBezTo>
                    <a:pt x="199240" y="37518"/>
                    <a:pt x="199054" y="37299"/>
                    <a:pt x="198776" y="37167"/>
                  </a:cubicBezTo>
                  <a:lnTo>
                    <a:pt x="190567" y="32865"/>
                  </a:lnTo>
                  <a:lnTo>
                    <a:pt x="175356" y="16534"/>
                  </a:lnTo>
                  <a:cubicBezTo>
                    <a:pt x="175124" y="16314"/>
                    <a:pt x="174799" y="16183"/>
                    <a:pt x="174474" y="16183"/>
                  </a:cubicBezTo>
                  <a:lnTo>
                    <a:pt x="145210" y="16183"/>
                  </a:lnTo>
                  <a:cubicBezTo>
                    <a:pt x="144561" y="16183"/>
                    <a:pt x="144051" y="16666"/>
                    <a:pt x="144051" y="17280"/>
                  </a:cubicBezTo>
                  <a:lnTo>
                    <a:pt x="144051" y="24699"/>
                  </a:lnTo>
                  <a:lnTo>
                    <a:pt x="99065" y="24699"/>
                  </a:lnTo>
                  <a:lnTo>
                    <a:pt x="42902" y="4725"/>
                  </a:lnTo>
                  <a:lnTo>
                    <a:pt x="42902" y="1081"/>
                  </a:lnTo>
                  <a:cubicBezTo>
                    <a:pt x="42902" y="774"/>
                    <a:pt x="42763" y="467"/>
                    <a:pt x="42531" y="291"/>
                  </a:cubicBezTo>
                  <a:cubicBezTo>
                    <a:pt x="42299" y="71"/>
                    <a:pt x="41975" y="-60"/>
                    <a:pt x="41650" y="27"/>
                  </a:cubicBezTo>
                  <a:lnTo>
                    <a:pt x="3806" y="3101"/>
                  </a:lnTo>
                  <a:lnTo>
                    <a:pt x="1070" y="3320"/>
                  </a:lnTo>
                  <a:cubicBezTo>
                    <a:pt x="421" y="3364"/>
                    <a:pt x="-43" y="3891"/>
                    <a:pt x="3" y="4505"/>
                  </a:cubicBezTo>
                  <a:cubicBezTo>
                    <a:pt x="50" y="5120"/>
                    <a:pt x="606" y="5559"/>
                    <a:pt x="1255" y="5515"/>
                  </a:cubicBezTo>
                  <a:lnTo>
                    <a:pt x="3760" y="5296"/>
                  </a:lnTo>
                  <a:lnTo>
                    <a:pt x="40583" y="2310"/>
                  </a:lnTo>
                  <a:lnTo>
                    <a:pt x="40583" y="551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6" name="Freeform: Shape 2205">
              <a:extLst>
                <a:ext uri="{FF2B5EF4-FFF2-40B4-BE49-F238E27FC236}">
                  <a16:creationId xmlns:a16="http://schemas.microsoft.com/office/drawing/2014/main" id="{456C4266-843D-5BA7-3C85-179A54C64A31}"/>
                </a:ext>
              </a:extLst>
            </p:cNvPr>
            <p:cNvSpPr>
              <a:spLocks/>
            </p:cNvSpPr>
            <p:nvPr/>
          </p:nvSpPr>
          <p:spPr>
            <a:xfrm>
              <a:off x="3577194" y="3655793"/>
              <a:ext cx="28104" cy="18740"/>
            </a:xfrm>
            <a:custGeom>
              <a:avLst/>
              <a:gdLst>
                <a:gd name="connsiteX0" fmla="*/ 9971 w 18829"/>
                <a:gd name="connsiteY0" fmla="*/ 571 h 12555"/>
                <a:gd name="connsiteX1" fmla="*/ 5102 w 18829"/>
                <a:gd name="connsiteY1" fmla="*/ 8780 h 12555"/>
                <a:gd name="connsiteX2" fmla="*/ 1159 w 18829"/>
                <a:gd name="connsiteY2" fmla="*/ 8780 h 12555"/>
                <a:gd name="connsiteX3" fmla="*/ 0 w 18829"/>
                <a:gd name="connsiteY3" fmla="*/ 9878 h 12555"/>
                <a:gd name="connsiteX4" fmla="*/ 0 w 18829"/>
                <a:gd name="connsiteY4" fmla="*/ 11458 h 12555"/>
                <a:gd name="connsiteX5" fmla="*/ 1159 w 18829"/>
                <a:gd name="connsiteY5" fmla="*/ 11458 h 12555"/>
                <a:gd name="connsiteX6" fmla="*/ 2319 w 18829"/>
                <a:gd name="connsiteY6" fmla="*/ 12555 h 12555"/>
                <a:gd name="connsiteX7" fmla="*/ 2319 w 18829"/>
                <a:gd name="connsiteY7" fmla="*/ 10975 h 12555"/>
                <a:gd name="connsiteX8" fmla="*/ 5797 w 18829"/>
                <a:gd name="connsiteY8" fmla="*/ 10975 h 12555"/>
                <a:gd name="connsiteX9" fmla="*/ 6817 w 18829"/>
                <a:gd name="connsiteY9" fmla="*/ 10404 h 12555"/>
                <a:gd name="connsiteX10" fmla="*/ 11687 w 18829"/>
                <a:gd name="connsiteY10" fmla="*/ 2195 h 12555"/>
                <a:gd name="connsiteX11" fmla="*/ 17670 w 18829"/>
                <a:gd name="connsiteY11" fmla="*/ 2195 h 12555"/>
                <a:gd name="connsiteX12" fmla="*/ 18829 w 18829"/>
                <a:gd name="connsiteY12" fmla="*/ 1098 h 12555"/>
                <a:gd name="connsiteX13" fmla="*/ 17670 w 18829"/>
                <a:gd name="connsiteY13" fmla="*/ 0 h 12555"/>
                <a:gd name="connsiteX14" fmla="*/ 10991 w 18829"/>
                <a:gd name="connsiteY14" fmla="*/ 0 h 12555"/>
                <a:gd name="connsiteX15" fmla="*/ 9971 w 18829"/>
                <a:gd name="connsiteY15" fmla="*/ 571 h 1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829" h="12555">
                  <a:moveTo>
                    <a:pt x="9971" y="571"/>
                  </a:moveTo>
                  <a:lnTo>
                    <a:pt x="5102" y="8780"/>
                  </a:lnTo>
                  <a:lnTo>
                    <a:pt x="1159" y="8780"/>
                  </a:lnTo>
                  <a:cubicBezTo>
                    <a:pt x="510" y="8780"/>
                    <a:pt x="0" y="9263"/>
                    <a:pt x="0" y="9878"/>
                  </a:cubicBezTo>
                  <a:lnTo>
                    <a:pt x="0" y="11458"/>
                  </a:lnTo>
                  <a:lnTo>
                    <a:pt x="1159" y="11458"/>
                  </a:lnTo>
                  <a:cubicBezTo>
                    <a:pt x="1809" y="11458"/>
                    <a:pt x="2319" y="11941"/>
                    <a:pt x="2319" y="12555"/>
                  </a:cubicBezTo>
                  <a:lnTo>
                    <a:pt x="2319" y="10975"/>
                  </a:lnTo>
                  <a:lnTo>
                    <a:pt x="5797" y="10975"/>
                  </a:lnTo>
                  <a:cubicBezTo>
                    <a:pt x="6215" y="10975"/>
                    <a:pt x="6585" y="10756"/>
                    <a:pt x="6817" y="10404"/>
                  </a:cubicBezTo>
                  <a:lnTo>
                    <a:pt x="11687" y="2195"/>
                  </a:lnTo>
                  <a:lnTo>
                    <a:pt x="17670" y="2195"/>
                  </a:lnTo>
                  <a:cubicBezTo>
                    <a:pt x="18319" y="2195"/>
                    <a:pt x="18829" y="1712"/>
                    <a:pt x="18829" y="1098"/>
                  </a:cubicBezTo>
                  <a:cubicBezTo>
                    <a:pt x="18829" y="483"/>
                    <a:pt x="18319" y="0"/>
                    <a:pt x="17670" y="0"/>
                  </a:cubicBezTo>
                  <a:lnTo>
                    <a:pt x="10991" y="0"/>
                  </a:lnTo>
                  <a:cubicBezTo>
                    <a:pt x="10574" y="0"/>
                    <a:pt x="10203" y="220"/>
                    <a:pt x="9971" y="57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7" name="Freeform: Shape 2206">
              <a:extLst>
                <a:ext uri="{FF2B5EF4-FFF2-40B4-BE49-F238E27FC236}">
                  <a16:creationId xmlns:a16="http://schemas.microsoft.com/office/drawing/2014/main" id="{7E761CA6-6C19-D261-8C17-17A5396C860C}"/>
                </a:ext>
              </a:extLst>
            </p:cNvPr>
            <p:cNvSpPr>
              <a:spLocks/>
            </p:cNvSpPr>
            <p:nvPr/>
          </p:nvSpPr>
          <p:spPr>
            <a:xfrm>
              <a:off x="3577123" y="3674535"/>
              <a:ext cx="3460" cy="51306"/>
            </a:xfrm>
            <a:custGeom>
              <a:avLst/>
              <a:gdLst>
                <a:gd name="connsiteX0" fmla="*/ 1159 w 2318"/>
                <a:gd name="connsiteY0" fmla="*/ 1098 h 34373"/>
                <a:gd name="connsiteX1" fmla="*/ 0 w 2318"/>
                <a:gd name="connsiteY1" fmla="*/ 1098 h 34373"/>
                <a:gd name="connsiteX2" fmla="*/ 0 w 2318"/>
                <a:gd name="connsiteY2" fmla="*/ 33276 h 34373"/>
                <a:gd name="connsiteX3" fmla="*/ 1159 w 2318"/>
                <a:gd name="connsiteY3" fmla="*/ 34374 h 34373"/>
                <a:gd name="connsiteX4" fmla="*/ 2319 w 2318"/>
                <a:gd name="connsiteY4" fmla="*/ 33276 h 34373"/>
                <a:gd name="connsiteX5" fmla="*/ 2319 w 2318"/>
                <a:gd name="connsiteY5" fmla="*/ 0 h 34373"/>
                <a:gd name="connsiteX6" fmla="*/ 1159 w 2318"/>
                <a:gd name="connsiteY6" fmla="*/ 1098 h 3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8" h="34373">
                  <a:moveTo>
                    <a:pt x="1159" y="1098"/>
                  </a:moveTo>
                  <a:lnTo>
                    <a:pt x="0" y="1098"/>
                  </a:lnTo>
                  <a:lnTo>
                    <a:pt x="0" y="33276"/>
                  </a:lnTo>
                  <a:cubicBezTo>
                    <a:pt x="0" y="33891"/>
                    <a:pt x="510" y="34374"/>
                    <a:pt x="1159" y="34374"/>
                  </a:cubicBezTo>
                  <a:cubicBezTo>
                    <a:pt x="1809" y="34374"/>
                    <a:pt x="2319" y="33891"/>
                    <a:pt x="2319" y="33276"/>
                  </a:cubicBezTo>
                  <a:lnTo>
                    <a:pt x="2319" y="0"/>
                  </a:lnTo>
                  <a:cubicBezTo>
                    <a:pt x="2319" y="615"/>
                    <a:pt x="1809" y="1098"/>
                    <a:pt x="1159" y="109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8" name="Freeform: Shape 2207">
              <a:extLst>
                <a:ext uri="{FF2B5EF4-FFF2-40B4-BE49-F238E27FC236}">
                  <a16:creationId xmlns:a16="http://schemas.microsoft.com/office/drawing/2014/main" id="{BD796008-37E3-5547-A385-8EA159F2A541}"/>
                </a:ext>
              </a:extLst>
            </p:cNvPr>
            <p:cNvSpPr>
              <a:spLocks/>
            </p:cNvSpPr>
            <p:nvPr/>
          </p:nvSpPr>
          <p:spPr>
            <a:xfrm>
              <a:off x="3504879" y="3672963"/>
              <a:ext cx="75705" cy="81514"/>
            </a:xfrm>
            <a:custGeom>
              <a:avLst/>
              <a:gdLst>
                <a:gd name="connsiteX0" fmla="*/ 4852 w 50719"/>
                <a:gd name="connsiteY0" fmla="*/ 42056 h 54611"/>
                <a:gd name="connsiteX1" fmla="*/ 2580 w 50719"/>
                <a:gd name="connsiteY1" fmla="*/ 40125 h 54611"/>
                <a:gd name="connsiteX2" fmla="*/ 3832 w 50719"/>
                <a:gd name="connsiteY2" fmla="*/ 37315 h 54611"/>
                <a:gd name="connsiteX3" fmla="*/ 13386 w 50719"/>
                <a:gd name="connsiteY3" fmla="*/ 31345 h 54611"/>
                <a:gd name="connsiteX4" fmla="*/ 31287 w 50719"/>
                <a:gd name="connsiteY4" fmla="*/ 31345 h 54611"/>
                <a:gd name="connsiteX5" fmla="*/ 32447 w 50719"/>
                <a:gd name="connsiteY5" fmla="*/ 30247 h 54611"/>
                <a:gd name="connsiteX6" fmla="*/ 32447 w 50719"/>
                <a:gd name="connsiteY6" fmla="*/ 21204 h 54611"/>
                <a:gd name="connsiteX7" fmla="*/ 31287 w 50719"/>
                <a:gd name="connsiteY7" fmla="*/ 20106 h 54611"/>
                <a:gd name="connsiteX8" fmla="*/ 26928 w 50719"/>
                <a:gd name="connsiteY8" fmla="*/ 20106 h 54611"/>
                <a:gd name="connsiteX9" fmla="*/ 17235 w 50719"/>
                <a:gd name="connsiteY9" fmla="*/ 10800 h 54611"/>
                <a:gd name="connsiteX10" fmla="*/ 20296 w 50719"/>
                <a:gd name="connsiteY10" fmla="*/ 10800 h 54611"/>
                <a:gd name="connsiteX11" fmla="*/ 21455 w 50719"/>
                <a:gd name="connsiteY11" fmla="*/ 9702 h 54611"/>
                <a:gd name="connsiteX12" fmla="*/ 21455 w 50719"/>
                <a:gd name="connsiteY12" fmla="*/ 2195 h 54611"/>
                <a:gd name="connsiteX13" fmla="*/ 49560 w 50719"/>
                <a:gd name="connsiteY13" fmla="*/ 2195 h 54611"/>
                <a:gd name="connsiteX14" fmla="*/ 50720 w 50719"/>
                <a:gd name="connsiteY14" fmla="*/ 1098 h 54611"/>
                <a:gd name="connsiteX15" fmla="*/ 49560 w 50719"/>
                <a:gd name="connsiteY15" fmla="*/ 0 h 54611"/>
                <a:gd name="connsiteX16" fmla="*/ 20296 w 50719"/>
                <a:gd name="connsiteY16" fmla="*/ 0 h 54611"/>
                <a:gd name="connsiteX17" fmla="*/ 19137 w 50719"/>
                <a:gd name="connsiteY17" fmla="*/ 1098 h 54611"/>
                <a:gd name="connsiteX18" fmla="*/ 19137 w 50719"/>
                <a:gd name="connsiteY18" fmla="*/ 8605 h 54611"/>
                <a:gd name="connsiteX19" fmla="*/ 13061 w 50719"/>
                <a:gd name="connsiteY19" fmla="*/ 8605 h 54611"/>
                <a:gd name="connsiteX20" fmla="*/ 11948 w 50719"/>
                <a:gd name="connsiteY20" fmla="*/ 9439 h 54611"/>
                <a:gd name="connsiteX21" fmla="*/ 12551 w 50719"/>
                <a:gd name="connsiteY21" fmla="*/ 10668 h 54611"/>
                <a:gd name="connsiteX22" fmla="*/ 25026 w 50719"/>
                <a:gd name="connsiteY22" fmla="*/ 21467 h 54611"/>
                <a:gd name="connsiteX23" fmla="*/ 26140 w 50719"/>
                <a:gd name="connsiteY23" fmla="*/ 22301 h 54611"/>
                <a:gd name="connsiteX24" fmla="*/ 30221 w 50719"/>
                <a:gd name="connsiteY24" fmla="*/ 22301 h 54611"/>
                <a:gd name="connsiteX25" fmla="*/ 30221 w 50719"/>
                <a:gd name="connsiteY25" fmla="*/ 29150 h 54611"/>
                <a:gd name="connsiteX26" fmla="*/ 13108 w 50719"/>
                <a:gd name="connsiteY26" fmla="*/ 29150 h 54611"/>
                <a:gd name="connsiteX27" fmla="*/ 12458 w 50719"/>
                <a:gd name="connsiteY27" fmla="*/ 29325 h 54611"/>
                <a:gd name="connsiteX28" fmla="*/ 2302 w 50719"/>
                <a:gd name="connsiteY28" fmla="*/ 35647 h 54611"/>
                <a:gd name="connsiteX29" fmla="*/ 1884 w 50719"/>
                <a:gd name="connsiteY29" fmla="*/ 36130 h 54611"/>
                <a:gd name="connsiteX30" fmla="*/ 122 w 50719"/>
                <a:gd name="connsiteY30" fmla="*/ 39993 h 54611"/>
                <a:gd name="connsiteX31" fmla="*/ 400 w 50719"/>
                <a:gd name="connsiteY31" fmla="*/ 41222 h 54611"/>
                <a:gd name="connsiteX32" fmla="*/ 2765 w 50719"/>
                <a:gd name="connsiteY32" fmla="*/ 43242 h 54611"/>
                <a:gd name="connsiteX33" fmla="*/ 725 w 50719"/>
                <a:gd name="connsiteY33" fmla="*/ 50748 h 54611"/>
                <a:gd name="connsiteX34" fmla="*/ 29 w 50719"/>
                <a:gd name="connsiteY34" fmla="*/ 53295 h 54611"/>
                <a:gd name="connsiteX35" fmla="*/ 864 w 50719"/>
                <a:gd name="connsiteY35" fmla="*/ 54612 h 54611"/>
                <a:gd name="connsiteX36" fmla="*/ 1142 w 50719"/>
                <a:gd name="connsiteY36" fmla="*/ 54612 h 54611"/>
                <a:gd name="connsiteX37" fmla="*/ 2255 w 50719"/>
                <a:gd name="connsiteY37" fmla="*/ 53778 h 54611"/>
                <a:gd name="connsiteX38" fmla="*/ 2673 w 50719"/>
                <a:gd name="connsiteY38" fmla="*/ 52285 h 54611"/>
                <a:gd name="connsiteX39" fmla="*/ 5177 w 50719"/>
                <a:gd name="connsiteY39" fmla="*/ 43066 h 54611"/>
                <a:gd name="connsiteX40" fmla="*/ 4852 w 50719"/>
                <a:gd name="connsiteY40" fmla="*/ 41968 h 5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0719" h="54611">
                  <a:moveTo>
                    <a:pt x="4852" y="42056"/>
                  </a:moveTo>
                  <a:lnTo>
                    <a:pt x="2580" y="40125"/>
                  </a:lnTo>
                  <a:lnTo>
                    <a:pt x="3832" y="37315"/>
                  </a:lnTo>
                  <a:lnTo>
                    <a:pt x="13386" y="31345"/>
                  </a:lnTo>
                  <a:lnTo>
                    <a:pt x="31287" y="31345"/>
                  </a:lnTo>
                  <a:cubicBezTo>
                    <a:pt x="31937" y="31345"/>
                    <a:pt x="32447" y="30862"/>
                    <a:pt x="32447" y="30247"/>
                  </a:cubicBezTo>
                  <a:lnTo>
                    <a:pt x="32447" y="21204"/>
                  </a:lnTo>
                  <a:cubicBezTo>
                    <a:pt x="32447" y="20589"/>
                    <a:pt x="31937" y="20106"/>
                    <a:pt x="31287" y="20106"/>
                  </a:cubicBezTo>
                  <a:lnTo>
                    <a:pt x="26928" y="20106"/>
                  </a:lnTo>
                  <a:cubicBezTo>
                    <a:pt x="25444" y="16375"/>
                    <a:pt x="20667" y="12907"/>
                    <a:pt x="17235" y="10800"/>
                  </a:cubicBezTo>
                  <a:lnTo>
                    <a:pt x="20296" y="10800"/>
                  </a:lnTo>
                  <a:cubicBezTo>
                    <a:pt x="20945" y="10800"/>
                    <a:pt x="21455" y="10317"/>
                    <a:pt x="21455" y="9702"/>
                  </a:cubicBezTo>
                  <a:lnTo>
                    <a:pt x="21455" y="2195"/>
                  </a:lnTo>
                  <a:lnTo>
                    <a:pt x="49560" y="2195"/>
                  </a:lnTo>
                  <a:cubicBezTo>
                    <a:pt x="50209" y="2195"/>
                    <a:pt x="50720" y="1712"/>
                    <a:pt x="50720" y="1098"/>
                  </a:cubicBezTo>
                  <a:cubicBezTo>
                    <a:pt x="50720" y="483"/>
                    <a:pt x="50209" y="0"/>
                    <a:pt x="49560" y="0"/>
                  </a:cubicBezTo>
                  <a:lnTo>
                    <a:pt x="20296" y="0"/>
                  </a:lnTo>
                  <a:cubicBezTo>
                    <a:pt x="19647" y="0"/>
                    <a:pt x="19137" y="483"/>
                    <a:pt x="19137" y="1098"/>
                  </a:cubicBezTo>
                  <a:lnTo>
                    <a:pt x="19137" y="8605"/>
                  </a:lnTo>
                  <a:lnTo>
                    <a:pt x="13061" y="8605"/>
                  </a:lnTo>
                  <a:cubicBezTo>
                    <a:pt x="12505" y="8605"/>
                    <a:pt x="12041" y="8956"/>
                    <a:pt x="11948" y="9439"/>
                  </a:cubicBezTo>
                  <a:cubicBezTo>
                    <a:pt x="11809" y="9921"/>
                    <a:pt x="12041" y="10448"/>
                    <a:pt x="12551" y="10668"/>
                  </a:cubicBezTo>
                  <a:cubicBezTo>
                    <a:pt x="15658" y="12204"/>
                    <a:pt x="23913" y="17165"/>
                    <a:pt x="25026" y="21467"/>
                  </a:cubicBezTo>
                  <a:cubicBezTo>
                    <a:pt x="25166" y="21950"/>
                    <a:pt x="25629" y="22301"/>
                    <a:pt x="26140" y="22301"/>
                  </a:cubicBezTo>
                  <a:lnTo>
                    <a:pt x="30221" y="22301"/>
                  </a:lnTo>
                  <a:lnTo>
                    <a:pt x="30221" y="29150"/>
                  </a:lnTo>
                  <a:lnTo>
                    <a:pt x="13108" y="29150"/>
                  </a:lnTo>
                  <a:cubicBezTo>
                    <a:pt x="13108" y="29150"/>
                    <a:pt x="12644" y="29194"/>
                    <a:pt x="12458" y="29325"/>
                  </a:cubicBezTo>
                  <a:lnTo>
                    <a:pt x="2302" y="35647"/>
                  </a:lnTo>
                  <a:cubicBezTo>
                    <a:pt x="2302" y="35647"/>
                    <a:pt x="1977" y="35954"/>
                    <a:pt x="1884" y="36130"/>
                  </a:cubicBezTo>
                  <a:lnTo>
                    <a:pt x="122" y="39993"/>
                  </a:lnTo>
                  <a:cubicBezTo>
                    <a:pt x="-64" y="40432"/>
                    <a:pt x="29" y="40915"/>
                    <a:pt x="400" y="41222"/>
                  </a:cubicBezTo>
                  <a:lnTo>
                    <a:pt x="2765" y="43242"/>
                  </a:lnTo>
                  <a:lnTo>
                    <a:pt x="725" y="50748"/>
                  </a:lnTo>
                  <a:lnTo>
                    <a:pt x="29" y="53295"/>
                  </a:lnTo>
                  <a:cubicBezTo>
                    <a:pt x="-110" y="53865"/>
                    <a:pt x="261" y="54480"/>
                    <a:pt x="864" y="54612"/>
                  </a:cubicBezTo>
                  <a:cubicBezTo>
                    <a:pt x="957" y="54612"/>
                    <a:pt x="1050" y="54612"/>
                    <a:pt x="1142" y="54612"/>
                  </a:cubicBezTo>
                  <a:cubicBezTo>
                    <a:pt x="1652" y="54612"/>
                    <a:pt x="2116" y="54260"/>
                    <a:pt x="2255" y="53778"/>
                  </a:cubicBezTo>
                  <a:lnTo>
                    <a:pt x="2673" y="52285"/>
                  </a:lnTo>
                  <a:lnTo>
                    <a:pt x="5177" y="43066"/>
                  </a:lnTo>
                  <a:cubicBezTo>
                    <a:pt x="5270" y="42671"/>
                    <a:pt x="5177" y="42232"/>
                    <a:pt x="4852" y="419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9" name="Freeform: Shape 2208">
              <a:extLst>
                <a:ext uri="{FF2B5EF4-FFF2-40B4-BE49-F238E27FC236}">
                  <a16:creationId xmlns:a16="http://schemas.microsoft.com/office/drawing/2014/main" id="{B29C41EE-C3BB-FD18-9DB2-4505FD80F037}"/>
                </a:ext>
              </a:extLst>
            </p:cNvPr>
            <p:cNvSpPr>
              <a:spLocks/>
            </p:cNvSpPr>
            <p:nvPr/>
          </p:nvSpPr>
          <p:spPr>
            <a:xfrm>
              <a:off x="3577123" y="3751333"/>
              <a:ext cx="38073" cy="31125"/>
            </a:xfrm>
            <a:custGeom>
              <a:avLst/>
              <a:gdLst>
                <a:gd name="connsiteX0" fmla="*/ 24348 w 25507"/>
                <a:gd name="connsiteY0" fmla="*/ 8736 h 20852"/>
                <a:gd name="connsiteX1" fmla="*/ 23142 w 25507"/>
                <a:gd name="connsiteY1" fmla="*/ 7902 h 20852"/>
                <a:gd name="connsiteX2" fmla="*/ 18226 w 25507"/>
                <a:gd name="connsiteY2" fmla="*/ 8165 h 20852"/>
                <a:gd name="connsiteX3" fmla="*/ 16881 w 25507"/>
                <a:gd name="connsiteY3" fmla="*/ 6541 h 20852"/>
                <a:gd name="connsiteX4" fmla="*/ 15258 w 25507"/>
                <a:gd name="connsiteY4" fmla="*/ 6366 h 20852"/>
                <a:gd name="connsiteX5" fmla="*/ 12800 w 25507"/>
                <a:gd name="connsiteY5" fmla="*/ 8165 h 20852"/>
                <a:gd name="connsiteX6" fmla="*/ 3061 w 25507"/>
                <a:gd name="connsiteY6" fmla="*/ 263 h 20852"/>
                <a:gd name="connsiteX7" fmla="*/ 2319 w 25507"/>
                <a:gd name="connsiteY7" fmla="*/ 0 h 20852"/>
                <a:gd name="connsiteX8" fmla="*/ 1484 w 25507"/>
                <a:gd name="connsiteY8" fmla="*/ 0 h 20852"/>
                <a:gd name="connsiteX9" fmla="*/ 1113 w 25507"/>
                <a:gd name="connsiteY9" fmla="*/ 1361 h 20852"/>
                <a:gd name="connsiteX10" fmla="*/ 881 w 25507"/>
                <a:gd name="connsiteY10" fmla="*/ 1668 h 20852"/>
                <a:gd name="connsiteX11" fmla="*/ 742 w 25507"/>
                <a:gd name="connsiteY11" fmla="*/ 1888 h 20852"/>
                <a:gd name="connsiteX12" fmla="*/ 0 w 25507"/>
                <a:gd name="connsiteY12" fmla="*/ 2195 h 20852"/>
                <a:gd name="connsiteX13" fmla="*/ 1901 w 25507"/>
                <a:gd name="connsiteY13" fmla="*/ 2195 h 20852"/>
                <a:gd name="connsiteX14" fmla="*/ 12012 w 25507"/>
                <a:gd name="connsiteY14" fmla="*/ 10448 h 20852"/>
                <a:gd name="connsiteX15" fmla="*/ 13496 w 25507"/>
                <a:gd name="connsiteY15" fmla="*/ 10448 h 20852"/>
                <a:gd name="connsiteX16" fmla="*/ 15768 w 25507"/>
                <a:gd name="connsiteY16" fmla="*/ 8780 h 20852"/>
                <a:gd name="connsiteX17" fmla="*/ 16789 w 25507"/>
                <a:gd name="connsiteY17" fmla="*/ 10009 h 20852"/>
                <a:gd name="connsiteX18" fmla="*/ 17763 w 25507"/>
                <a:gd name="connsiteY18" fmla="*/ 10404 h 20852"/>
                <a:gd name="connsiteX19" fmla="*/ 22307 w 25507"/>
                <a:gd name="connsiteY19" fmla="*/ 10185 h 20852"/>
                <a:gd name="connsiteX20" fmla="*/ 23189 w 25507"/>
                <a:gd name="connsiteY20" fmla="*/ 13433 h 20852"/>
                <a:gd name="connsiteX21" fmla="*/ 23189 w 25507"/>
                <a:gd name="connsiteY21" fmla="*/ 19755 h 20852"/>
                <a:gd name="connsiteX22" fmla="*/ 24348 w 25507"/>
                <a:gd name="connsiteY22" fmla="*/ 20853 h 20852"/>
                <a:gd name="connsiteX23" fmla="*/ 25507 w 25507"/>
                <a:gd name="connsiteY23" fmla="*/ 19755 h 20852"/>
                <a:gd name="connsiteX24" fmla="*/ 25507 w 25507"/>
                <a:gd name="connsiteY24" fmla="*/ 16901 h 20852"/>
                <a:gd name="connsiteX25" fmla="*/ 25507 w 25507"/>
                <a:gd name="connsiteY25" fmla="*/ 13170 h 20852"/>
                <a:gd name="connsiteX26" fmla="*/ 24348 w 25507"/>
                <a:gd name="connsiteY26" fmla="*/ 8780 h 2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507" h="20852">
                  <a:moveTo>
                    <a:pt x="24348" y="8736"/>
                  </a:moveTo>
                  <a:cubicBezTo>
                    <a:pt x="24209" y="8209"/>
                    <a:pt x="23699" y="7902"/>
                    <a:pt x="23142" y="7902"/>
                  </a:cubicBezTo>
                  <a:lnTo>
                    <a:pt x="18226" y="8165"/>
                  </a:lnTo>
                  <a:lnTo>
                    <a:pt x="16881" y="6541"/>
                  </a:lnTo>
                  <a:cubicBezTo>
                    <a:pt x="16464" y="6058"/>
                    <a:pt x="15768" y="6014"/>
                    <a:pt x="15258" y="6366"/>
                  </a:cubicBezTo>
                  <a:lnTo>
                    <a:pt x="12800" y="8165"/>
                  </a:lnTo>
                  <a:lnTo>
                    <a:pt x="3061" y="263"/>
                  </a:lnTo>
                  <a:cubicBezTo>
                    <a:pt x="3061" y="263"/>
                    <a:pt x="2597" y="0"/>
                    <a:pt x="2319" y="0"/>
                  </a:cubicBezTo>
                  <a:lnTo>
                    <a:pt x="1484" y="0"/>
                  </a:lnTo>
                  <a:lnTo>
                    <a:pt x="1113" y="1361"/>
                  </a:lnTo>
                  <a:cubicBezTo>
                    <a:pt x="1113" y="1361"/>
                    <a:pt x="974" y="1580"/>
                    <a:pt x="881" y="1668"/>
                  </a:cubicBezTo>
                  <a:cubicBezTo>
                    <a:pt x="835" y="1756"/>
                    <a:pt x="788" y="1800"/>
                    <a:pt x="742" y="1888"/>
                  </a:cubicBezTo>
                  <a:cubicBezTo>
                    <a:pt x="510" y="2063"/>
                    <a:pt x="278" y="2195"/>
                    <a:pt x="0" y="2195"/>
                  </a:cubicBezTo>
                  <a:lnTo>
                    <a:pt x="1901" y="2195"/>
                  </a:lnTo>
                  <a:lnTo>
                    <a:pt x="12012" y="10448"/>
                  </a:lnTo>
                  <a:cubicBezTo>
                    <a:pt x="12429" y="10799"/>
                    <a:pt x="13032" y="10799"/>
                    <a:pt x="13496" y="10448"/>
                  </a:cubicBezTo>
                  <a:lnTo>
                    <a:pt x="15768" y="8780"/>
                  </a:lnTo>
                  <a:lnTo>
                    <a:pt x="16789" y="10009"/>
                  </a:lnTo>
                  <a:cubicBezTo>
                    <a:pt x="17021" y="10272"/>
                    <a:pt x="17391" y="10448"/>
                    <a:pt x="17763" y="10404"/>
                  </a:cubicBezTo>
                  <a:lnTo>
                    <a:pt x="22307" y="10185"/>
                  </a:lnTo>
                  <a:lnTo>
                    <a:pt x="23189" y="13433"/>
                  </a:lnTo>
                  <a:lnTo>
                    <a:pt x="23189" y="19755"/>
                  </a:lnTo>
                  <a:cubicBezTo>
                    <a:pt x="23189" y="20370"/>
                    <a:pt x="23699" y="20853"/>
                    <a:pt x="24348" y="20853"/>
                  </a:cubicBezTo>
                  <a:cubicBezTo>
                    <a:pt x="24997" y="20853"/>
                    <a:pt x="25507" y="20370"/>
                    <a:pt x="25507" y="19755"/>
                  </a:cubicBezTo>
                  <a:lnTo>
                    <a:pt x="25507" y="16901"/>
                  </a:lnTo>
                  <a:cubicBezTo>
                    <a:pt x="25507" y="16901"/>
                    <a:pt x="25507" y="13170"/>
                    <a:pt x="25507" y="13170"/>
                  </a:cubicBezTo>
                  <a:lnTo>
                    <a:pt x="24348" y="87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0" name="Freeform: Shape 2209">
              <a:extLst>
                <a:ext uri="{FF2B5EF4-FFF2-40B4-BE49-F238E27FC236}">
                  <a16:creationId xmlns:a16="http://schemas.microsoft.com/office/drawing/2014/main" id="{A7504E2A-EB1A-E08C-740D-4B3376977638}"/>
                </a:ext>
              </a:extLst>
            </p:cNvPr>
            <p:cNvSpPr>
              <a:spLocks/>
            </p:cNvSpPr>
            <p:nvPr/>
          </p:nvSpPr>
          <p:spPr>
            <a:xfrm>
              <a:off x="3552894" y="3751333"/>
              <a:ext cx="24229" cy="21754"/>
            </a:xfrm>
            <a:custGeom>
              <a:avLst/>
              <a:gdLst>
                <a:gd name="connsiteX0" fmla="*/ 8348 w 16232"/>
                <a:gd name="connsiteY0" fmla="*/ 6980 h 14574"/>
                <a:gd name="connsiteX1" fmla="*/ 11826 w 16232"/>
                <a:gd name="connsiteY1" fmla="*/ 5312 h 14574"/>
                <a:gd name="connsiteX2" fmla="*/ 12475 w 16232"/>
                <a:gd name="connsiteY2" fmla="*/ 4346 h 14574"/>
                <a:gd name="connsiteX3" fmla="*/ 12475 w 16232"/>
                <a:gd name="connsiteY3" fmla="*/ 2151 h 14574"/>
                <a:gd name="connsiteX4" fmla="*/ 16232 w 16232"/>
                <a:gd name="connsiteY4" fmla="*/ 2151 h 14574"/>
                <a:gd name="connsiteX5" fmla="*/ 15954 w 16232"/>
                <a:gd name="connsiteY5" fmla="*/ 2151 h 14574"/>
                <a:gd name="connsiteX6" fmla="*/ 15119 w 16232"/>
                <a:gd name="connsiteY6" fmla="*/ 834 h 14574"/>
                <a:gd name="connsiteX7" fmla="*/ 15351 w 16232"/>
                <a:gd name="connsiteY7" fmla="*/ 0 h 14574"/>
                <a:gd name="connsiteX8" fmla="*/ 11316 w 16232"/>
                <a:gd name="connsiteY8" fmla="*/ 0 h 14574"/>
                <a:gd name="connsiteX9" fmla="*/ 10157 w 16232"/>
                <a:gd name="connsiteY9" fmla="*/ 1098 h 14574"/>
                <a:gd name="connsiteX10" fmla="*/ 10157 w 16232"/>
                <a:gd name="connsiteY10" fmla="*/ 3731 h 14574"/>
                <a:gd name="connsiteX11" fmla="*/ 7188 w 16232"/>
                <a:gd name="connsiteY11" fmla="*/ 5136 h 14574"/>
                <a:gd name="connsiteX12" fmla="*/ 510 w 16232"/>
                <a:gd name="connsiteY12" fmla="*/ 9263 h 14574"/>
                <a:gd name="connsiteX13" fmla="*/ 0 w 16232"/>
                <a:gd name="connsiteY13" fmla="*/ 10185 h 14574"/>
                <a:gd name="connsiteX14" fmla="*/ 0 w 16232"/>
                <a:gd name="connsiteY14" fmla="*/ 13477 h 14574"/>
                <a:gd name="connsiteX15" fmla="*/ 1159 w 16232"/>
                <a:gd name="connsiteY15" fmla="*/ 14575 h 14574"/>
                <a:gd name="connsiteX16" fmla="*/ 2319 w 16232"/>
                <a:gd name="connsiteY16" fmla="*/ 13477 h 14574"/>
                <a:gd name="connsiteX17" fmla="*/ 2319 w 16232"/>
                <a:gd name="connsiteY17" fmla="*/ 10799 h 14574"/>
                <a:gd name="connsiteX18" fmla="*/ 8348 w 16232"/>
                <a:gd name="connsiteY18" fmla="*/ 7068 h 1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232" h="14574">
                  <a:moveTo>
                    <a:pt x="8348" y="6980"/>
                  </a:moveTo>
                  <a:lnTo>
                    <a:pt x="11826" y="5312"/>
                  </a:lnTo>
                  <a:cubicBezTo>
                    <a:pt x="12197" y="5136"/>
                    <a:pt x="12475" y="4741"/>
                    <a:pt x="12475" y="4346"/>
                  </a:cubicBezTo>
                  <a:lnTo>
                    <a:pt x="12475" y="2151"/>
                  </a:lnTo>
                  <a:lnTo>
                    <a:pt x="16232" y="2151"/>
                  </a:lnTo>
                  <a:cubicBezTo>
                    <a:pt x="16232" y="2151"/>
                    <a:pt x="16046" y="2151"/>
                    <a:pt x="15954" y="2151"/>
                  </a:cubicBezTo>
                  <a:cubicBezTo>
                    <a:pt x="15351" y="2019"/>
                    <a:pt x="14933" y="1405"/>
                    <a:pt x="15119" y="834"/>
                  </a:cubicBezTo>
                  <a:lnTo>
                    <a:pt x="15351" y="0"/>
                  </a:lnTo>
                  <a:lnTo>
                    <a:pt x="11316" y="0"/>
                  </a:lnTo>
                  <a:cubicBezTo>
                    <a:pt x="10667" y="0"/>
                    <a:pt x="10157" y="483"/>
                    <a:pt x="10157" y="1098"/>
                  </a:cubicBezTo>
                  <a:lnTo>
                    <a:pt x="10157" y="3731"/>
                  </a:lnTo>
                  <a:lnTo>
                    <a:pt x="7188" y="5136"/>
                  </a:lnTo>
                  <a:lnTo>
                    <a:pt x="510" y="9263"/>
                  </a:lnTo>
                  <a:cubicBezTo>
                    <a:pt x="186" y="9482"/>
                    <a:pt x="0" y="9790"/>
                    <a:pt x="0" y="10185"/>
                  </a:cubicBezTo>
                  <a:lnTo>
                    <a:pt x="0" y="13477"/>
                  </a:lnTo>
                  <a:cubicBezTo>
                    <a:pt x="0" y="14092"/>
                    <a:pt x="510" y="14575"/>
                    <a:pt x="1159" y="14575"/>
                  </a:cubicBezTo>
                  <a:cubicBezTo>
                    <a:pt x="1809" y="14575"/>
                    <a:pt x="2319" y="14092"/>
                    <a:pt x="2319" y="13477"/>
                  </a:cubicBezTo>
                  <a:lnTo>
                    <a:pt x="2319" y="10799"/>
                  </a:lnTo>
                  <a:lnTo>
                    <a:pt x="8348" y="706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1" name="Freeform: Shape 2210">
              <a:extLst>
                <a:ext uri="{FF2B5EF4-FFF2-40B4-BE49-F238E27FC236}">
                  <a16:creationId xmlns:a16="http://schemas.microsoft.com/office/drawing/2014/main" id="{0EEFC818-7BE7-FC57-7A87-14402315318B}"/>
                </a:ext>
              </a:extLst>
            </p:cNvPr>
            <p:cNvSpPr>
              <a:spLocks/>
            </p:cNvSpPr>
            <p:nvPr/>
          </p:nvSpPr>
          <p:spPr>
            <a:xfrm>
              <a:off x="3578302" y="3753757"/>
              <a:ext cx="207" cy="327"/>
            </a:xfrm>
            <a:custGeom>
              <a:avLst/>
              <a:gdLst>
                <a:gd name="connsiteX0" fmla="*/ 139 w 139"/>
                <a:gd name="connsiteY0" fmla="*/ 0 h 219"/>
                <a:gd name="connsiteX1" fmla="*/ 0 w 139"/>
                <a:gd name="connsiteY1" fmla="*/ 219 h 219"/>
                <a:gd name="connsiteX2" fmla="*/ 139 w 139"/>
                <a:gd name="connsiteY2" fmla="*/ 0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" h="219">
                  <a:moveTo>
                    <a:pt x="139" y="0"/>
                  </a:moveTo>
                  <a:cubicBezTo>
                    <a:pt x="139" y="0"/>
                    <a:pt x="46" y="176"/>
                    <a:pt x="0" y="219"/>
                  </a:cubicBezTo>
                  <a:cubicBezTo>
                    <a:pt x="93" y="176"/>
                    <a:pt x="93" y="88"/>
                    <a:pt x="139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2" name="Freeform: Shape 2211">
              <a:extLst>
                <a:ext uri="{FF2B5EF4-FFF2-40B4-BE49-F238E27FC236}">
                  <a16:creationId xmlns:a16="http://schemas.microsoft.com/office/drawing/2014/main" id="{7F17324C-E11C-EDC4-6895-9706E7B05654}"/>
                </a:ext>
              </a:extLst>
            </p:cNvPr>
            <p:cNvSpPr>
              <a:spLocks/>
            </p:cNvSpPr>
            <p:nvPr/>
          </p:nvSpPr>
          <p:spPr>
            <a:xfrm>
              <a:off x="3575351" y="3711983"/>
              <a:ext cx="39744" cy="42496"/>
            </a:xfrm>
            <a:custGeom>
              <a:avLst/>
              <a:gdLst>
                <a:gd name="connsiteX0" fmla="*/ 1189 w 26627"/>
                <a:gd name="connsiteY0" fmla="*/ 16441 h 28470"/>
                <a:gd name="connsiteX1" fmla="*/ 1189 w 26627"/>
                <a:gd name="connsiteY1" fmla="*/ 22763 h 28470"/>
                <a:gd name="connsiteX2" fmla="*/ 261 w 26627"/>
                <a:gd name="connsiteY2" fmla="*/ 26319 h 28470"/>
                <a:gd name="connsiteX3" fmla="*/ 29 w 26627"/>
                <a:gd name="connsiteY3" fmla="*/ 27153 h 28470"/>
                <a:gd name="connsiteX4" fmla="*/ 864 w 26627"/>
                <a:gd name="connsiteY4" fmla="*/ 28470 h 28470"/>
                <a:gd name="connsiteX5" fmla="*/ 1142 w 26627"/>
                <a:gd name="connsiteY5" fmla="*/ 28470 h 28470"/>
                <a:gd name="connsiteX6" fmla="*/ 1884 w 26627"/>
                <a:gd name="connsiteY6" fmla="*/ 28163 h 28470"/>
                <a:gd name="connsiteX7" fmla="*/ 2023 w 26627"/>
                <a:gd name="connsiteY7" fmla="*/ 27943 h 28470"/>
                <a:gd name="connsiteX8" fmla="*/ 2255 w 26627"/>
                <a:gd name="connsiteY8" fmla="*/ 27636 h 28470"/>
                <a:gd name="connsiteX9" fmla="*/ 2626 w 26627"/>
                <a:gd name="connsiteY9" fmla="*/ 26275 h 28470"/>
                <a:gd name="connsiteX10" fmla="*/ 3461 w 26627"/>
                <a:gd name="connsiteY10" fmla="*/ 22983 h 28470"/>
                <a:gd name="connsiteX11" fmla="*/ 3461 w 26627"/>
                <a:gd name="connsiteY11" fmla="*/ 16968 h 28470"/>
                <a:gd name="connsiteX12" fmla="*/ 23171 w 26627"/>
                <a:gd name="connsiteY12" fmla="*/ 3974 h 28470"/>
                <a:gd name="connsiteX13" fmla="*/ 26140 w 26627"/>
                <a:gd name="connsiteY13" fmla="*/ 1998 h 28470"/>
                <a:gd name="connsiteX14" fmla="*/ 26418 w 26627"/>
                <a:gd name="connsiteY14" fmla="*/ 462 h 28470"/>
                <a:gd name="connsiteX15" fmla="*/ 24795 w 26627"/>
                <a:gd name="connsiteY15" fmla="*/ 198 h 28470"/>
                <a:gd name="connsiteX16" fmla="*/ 16169 w 26627"/>
                <a:gd name="connsiteY16" fmla="*/ 5862 h 28470"/>
                <a:gd name="connsiteX17" fmla="*/ 1606 w 26627"/>
                <a:gd name="connsiteY17" fmla="*/ 15432 h 28470"/>
                <a:gd name="connsiteX18" fmla="*/ 1096 w 26627"/>
                <a:gd name="connsiteY18" fmla="*/ 16354 h 28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627" h="28470">
                  <a:moveTo>
                    <a:pt x="1189" y="16441"/>
                  </a:moveTo>
                  <a:lnTo>
                    <a:pt x="1189" y="22763"/>
                  </a:lnTo>
                  <a:cubicBezTo>
                    <a:pt x="1189" y="22763"/>
                    <a:pt x="261" y="26319"/>
                    <a:pt x="261" y="26319"/>
                  </a:cubicBezTo>
                  <a:lnTo>
                    <a:pt x="29" y="27153"/>
                  </a:lnTo>
                  <a:cubicBezTo>
                    <a:pt x="-110" y="27724"/>
                    <a:pt x="261" y="28338"/>
                    <a:pt x="864" y="28470"/>
                  </a:cubicBezTo>
                  <a:cubicBezTo>
                    <a:pt x="957" y="28470"/>
                    <a:pt x="1050" y="28470"/>
                    <a:pt x="1142" y="28470"/>
                  </a:cubicBezTo>
                  <a:cubicBezTo>
                    <a:pt x="1420" y="28470"/>
                    <a:pt x="1699" y="28338"/>
                    <a:pt x="1884" y="28163"/>
                  </a:cubicBezTo>
                  <a:cubicBezTo>
                    <a:pt x="1931" y="28119"/>
                    <a:pt x="1977" y="28031"/>
                    <a:pt x="2023" y="27943"/>
                  </a:cubicBezTo>
                  <a:cubicBezTo>
                    <a:pt x="2116" y="27855"/>
                    <a:pt x="2209" y="27768"/>
                    <a:pt x="2255" y="27636"/>
                  </a:cubicBezTo>
                  <a:lnTo>
                    <a:pt x="2626" y="26275"/>
                  </a:lnTo>
                  <a:lnTo>
                    <a:pt x="3461" y="22983"/>
                  </a:lnTo>
                  <a:lnTo>
                    <a:pt x="3461" y="16968"/>
                  </a:lnTo>
                  <a:lnTo>
                    <a:pt x="23171" y="3974"/>
                  </a:lnTo>
                  <a:lnTo>
                    <a:pt x="26140" y="1998"/>
                  </a:lnTo>
                  <a:cubicBezTo>
                    <a:pt x="26650" y="1647"/>
                    <a:pt x="26789" y="989"/>
                    <a:pt x="26418" y="462"/>
                  </a:cubicBezTo>
                  <a:cubicBezTo>
                    <a:pt x="26047" y="-21"/>
                    <a:pt x="25351" y="-153"/>
                    <a:pt x="24795" y="198"/>
                  </a:cubicBezTo>
                  <a:lnTo>
                    <a:pt x="16169" y="5862"/>
                  </a:lnTo>
                  <a:lnTo>
                    <a:pt x="1606" y="15432"/>
                  </a:lnTo>
                  <a:cubicBezTo>
                    <a:pt x="1281" y="15651"/>
                    <a:pt x="1096" y="15959"/>
                    <a:pt x="1096" y="1635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3" name="Freeform: Shape 2212">
              <a:extLst>
                <a:ext uri="{FF2B5EF4-FFF2-40B4-BE49-F238E27FC236}">
                  <a16:creationId xmlns:a16="http://schemas.microsoft.com/office/drawing/2014/main" id="{0CE07A74-B642-2B7F-A807-DF9F3978FE31}"/>
                </a:ext>
              </a:extLst>
            </p:cNvPr>
            <p:cNvSpPr>
              <a:spLocks/>
            </p:cNvSpPr>
            <p:nvPr/>
          </p:nvSpPr>
          <p:spPr>
            <a:xfrm>
              <a:off x="3616818" y="3735606"/>
              <a:ext cx="110937" cy="52093"/>
            </a:xfrm>
            <a:custGeom>
              <a:avLst/>
              <a:gdLst>
                <a:gd name="connsiteX0" fmla="*/ 12271 w 74323"/>
                <a:gd name="connsiteY0" fmla="*/ 34901 h 34900"/>
                <a:gd name="connsiteX1" fmla="*/ 13013 w 74323"/>
                <a:gd name="connsiteY1" fmla="*/ 34637 h 34900"/>
                <a:gd name="connsiteX2" fmla="*/ 13430 w 74323"/>
                <a:gd name="connsiteY2" fmla="*/ 33803 h 34900"/>
                <a:gd name="connsiteX3" fmla="*/ 13430 w 74323"/>
                <a:gd name="connsiteY3" fmla="*/ 30511 h 34900"/>
                <a:gd name="connsiteX4" fmla="*/ 15517 w 74323"/>
                <a:gd name="connsiteY4" fmla="*/ 22038 h 34900"/>
                <a:gd name="connsiteX5" fmla="*/ 20108 w 74323"/>
                <a:gd name="connsiteY5" fmla="*/ 22038 h 34900"/>
                <a:gd name="connsiteX6" fmla="*/ 21036 w 74323"/>
                <a:gd name="connsiteY6" fmla="*/ 21599 h 34900"/>
                <a:gd name="connsiteX7" fmla="*/ 24004 w 74323"/>
                <a:gd name="connsiteY7" fmla="*/ 17955 h 34900"/>
                <a:gd name="connsiteX8" fmla="*/ 26045 w 74323"/>
                <a:gd name="connsiteY8" fmla="*/ 21423 h 34900"/>
                <a:gd name="connsiteX9" fmla="*/ 26787 w 74323"/>
                <a:gd name="connsiteY9" fmla="*/ 21950 h 34900"/>
                <a:gd name="connsiteX10" fmla="*/ 27714 w 74323"/>
                <a:gd name="connsiteY10" fmla="*/ 21775 h 34900"/>
                <a:gd name="connsiteX11" fmla="*/ 38427 w 74323"/>
                <a:gd name="connsiteY11" fmla="*/ 14926 h 34900"/>
                <a:gd name="connsiteX12" fmla="*/ 38937 w 74323"/>
                <a:gd name="connsiteY12" fmla="*/ 14004 h 34900"/>
                <a:gd name="connsiteX13" fmla="*/ 38937 w 74323"/>
                <a:gd name="connsiteY13" fmla="*/ 9263 h 34900"/>
                <a:gd name="connsiteX14" fmla="*/ 42972 w 74323"/>
                <a:gd name="connsiteY14" fmla="*/ 5444 h 34900"/>
                <a:gd name="connsiteX15" fmla="*/ 49511 w 74323"/>
                <a:gd name="connsiteY15" fmla="*/ 8165 h 34900"/>
                <a:gd name="connsiteX16" fmla="*/ 49929 w 74323"/>
                <a:gd name="connsiteY16" fmla="*/ 8253 h 34900"/>
                <a:gd name="connsiteX17" fmla="*/ 66114 w 74323"/>
                <a:gd name="connsiteY17" fmla="*/ 2195 h 34900"/>
                <a:gd name="connsiteX18" fmla="*/ 73164 w 74323"/>
                <a:gd name="connsiteY18" fmla="*/ 2195 h 34900"/>
                <a:gd name="connsiteX19" fmla="*/ 74323 w 74323"/>
                <a:gd name="connsiteY19" fmla="*/ 1098 h 34900"/>
                <a:gd name="connsiteX20" fmla="*/ 73164 w 74323"/>
                <a:gd name="connsiteY20" fmla="*/ 0 h 34900"/>
                <a:gd name="connsiteX21" fmla="*/ 65326 w 74323"/>
                <a:gd name="connsiteY21" fmla="*/ 0 h 34900"/>
                <a:gd name="connsiteX22" fmla="*/ 64213 w 74323"/>
                <a:gd name="connsiteY22" fmla="*/ 790 h 34900"/>
                <a:gd name="connsiteX23" fmla="*/ 50207 w 74323"/>
                <a:gd name="connsiteY23" fmla="*/ 6058 h 34900"/>
                <a:gd name="connsiteX24" fmla="*/ 43158 w 74323"/>
                <a:gd name="connsiteY24" fmla="*/ 3117 h 34900"/>
                <a:gd name="connsiteX25" fmla="*/ 41859 w 74323"/>
                <a:gd name="connsiteY25" fmla="*/ 3336 h 34900"/>
                <a:gd name="connsiteX26" fmla="*/ 36943 w 74323"/>
                <a:gd name="connsiteY26" fmla="*/ 7990 h 34900"/>
                <a:gd name="connsiteX27" fmla="*/ 36619 w 74323"/>
                <a:gd name="connsiteY27" fmla="*/ 8780 h 34900"/>
                <a:gd name="connsiteX28" fmla="*/ 36619 w 74323"/>
                <a:gd name="connsiteY28" fmla="*/ 13389 h 34900"/>
                <a:gd name="connsiteX29" fmla="*/ 27436 w 74323"/>
                <a:gd name="connsiteY29" fmla="*/ 19228 h 34900"/>
                <a:gd name="connsiteX30" fmla="*/ 25163 w 74323"/>
                <a:gd name="connsiteY30" fmla="*/ 15321 h 34900"/>
                <a:gd name="connsiteX31" fmla="*/ 24236 w 74323"/>
                <a:gd name="connsiteY31" fmla="*/ 14750 h 34900"/>
                <a:gd name="connsiteX32" fmla="*/ 23215 w 74323"/>
                <a:gd name="connsiteY32" fmla="*/ 15190 h 34900"/>
                <a:gd name="connsiteX33" fmla="*/ 19505 w 74323"/>
                <a:gd name="connsiteY33" fmla="*/ 19711 h 34900"/>
                <a:gd name="connsiteX34" fmla="*/ 14543 w 74323"/>
                <a:gd name="connsiteY34" fmla="*/ 19711 h 34900"/>
                <a:gd name="connsiteX35" fmla="*/ 13430 w 74323"/>
                <a:gd name="connsiteY35" fmla="*/ 20545 h 34900"/>
                <a:gd name="connsiteX36" fmla="*/ 11065 w 74323"/>
                <a:gd name="connsiteY36" fmla="*/ 30115 h 34900"/>
                <a:gd name="connsiteX37" fmla="*/ 11065 w 74323"/>
                <a:gd name="connsiteY37" fmla="*/ 32310 h 34900"/>
                <a:gd name="connsiteX38" fmla="*/ 3366 w 74323"/>
                <a:gd name="connsiteY38" fmla="*/ 30774 h 34900"/>
                <a:gd name="connsiteX39" fmla="*/ 1418 w 74323"/>
                <a:gd name="connsiteY39" fmla="*/ 30379 h 34900"/>
                <a:gd name="connsiteX40" fmla="*/ 27 w 74323"/>
                <a:gd name="connsiteY40" fmla="*/ 31213 h 34900"/>
                <a:gd name="connsiteX41" fmla="*/ 908 w 74323"/>
                <a:gd name="connsiteY41" fmla="*/ 32530 h 34900"/>
                <a:gd name="connsiteX42" fmla="*/ 2392 w 74323"/>
                <a:gd name="connsiteY42" fmla="*/ 32837 h 34900"/>
                <a:gd name="connsiteX43" fmla="*/ 11899 w 74323"/>
                <a:gd name="connsiteY43" fmla="*/ 34725 h 34900"/>
                <a:gd name="connsiteX44" fmla="*/ 12131 w 74323"/>
                <a:gd name="connsiteY44" fmla="*/ 34725 h 3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4323" h="34900">
                  <a:moveTo>
                    <a:pt x="12271" y="34901"/>
                  </a:moveTo>
                  <a:cubicBezTo>
                    <a:pt x="12549" y="34901"/>
                    <a:pt x="12781" y="34813"/>
                    <a:pt x="13013" y="34637"/>
                  </a:cubicBezTo>
                  <a:cubicBezTo>
                    <a:pt x="13291" y="34418"/>
                    <a:pt x="13430" y="34110"/>
                    <a:pt x="13430" y="33803"/>
                  </a:cubicBezTo>
                  <a:lnTo>
                    <a:pt x="13430" y="30511"/>
                  </a:lnTo>
                  <a:cubicBezTo>
                    <a:pt x="13430" y="30511"/>
                    <a:pt x="15517" y="22038"/>
                    <a:pt x="15517" y="22038"/>
                  </a:cubicBezTo>
                  <a:lnTo>
                    <a:pt x="20108" y="22038"/>
                  </a:lnTo>
                  <a:cubicBezTo>
                    <a:pt x="20479" y="22038"/>
                    <a:pt x="20804" y="21862"/>
                    <a:pt x="21036" y="21599"/>
                  </a:cubicBezTo>
                  <a:lnTo>
                    <a:pt x="24004" y="17955"/>
                  </a:lnTo>
                  <a:lnTo>
                    <a:pt x="26045" y="21423"/>
                  </a:lnTo>
                  <a:cubicBezTo>
                    <a:pt x="26184" y="21687"/>
                    <a:pt x="26462" y="21906"/>
                    <a:pt x="26787" y="21950"/>
                  </a:cubicBezTo>
                  <a:cubicBezTo>
                    <a:pt x="27111" y="22038"/>
                    <a:pt x="27436" y="21950"/>
                    <a:pt x="27714" y="21775"/>
                  </a:cubicBezTo>
                  <a:lnTo>
                    <a:pt x="38427" y="14926"/>
                  </a:lnTo>
                  <a:cubicBezTo>
                    <a:pt x="38752" y="14707"/>
                    <a:pt x="38937" y="14399"/>
                    <a:pt x="38937" y="14004"/>
                  </a:cubicBezTo>
                  <a:lnTo>
                    <a:pt x="38937" y="9263"/>
                  </a:lnTo>
                  <a:lnTo>
                    <a:pt x="42972" y="5444"/>
                  </a:lnTo>
                  <a:lnTo>
                    <a:pt x="49511" y="8165"/>
                  </a:lnTo>
                  <a:cubicBezTo>
                    <a:pt x="49511" y="8165"/>
                    <a:pt x="49790" y="8253"/>
                    <a:pt x="49929" y="8253"/>
                  </a:cubicBezTo>
                  <a:cubicBezTo>
                    <a:pt x="61338" y="8648"/>
                    <a:pt x="65048" y="4127"/>
                    <a:pt x="66114" y="2195"/>
                  </a:cubicBezTo>
                  <a:lnTo>
                    <a:pt x="73164" y="2195"/>
                  </a:lnTo>
                  <a:cubicBezTo>
                    <a:pt x="73813" y="2195"/>
                    <a:pt x="74323" y="1712"/>
                    <a:pt x="74323" y="1098"/>
                  </a:cubicBezTo>
                  <a:cubicBezTo>
                    <a:pt x="74323" y="483"/>
                    <a:pt x="73813" y="0"/>
                    <a:pt x="73164" y="0"/>
                  </a:cubicBezTo>
                  <a:lnTo>
                    <a:pt x="65326" y="0"/>
                  </a:lnTo>
                  <a:cubicBezTo>
                    <a:pt x="64816" y="0"/>
                    <a:pt x="64352" y="307"/>
                    <a:pt x="64213" y="790"/>
                  </a:cubicBezTo>
                  <a:cubicBezTo>
                    <a:pt x="64120" y="1010"/>
                    <a:pt x="62173" y="6541"/>
                    <a:pt x="50207" y="6058"/>
                  </a:cubicBezTo>
                  <a:lnTo>
                    <a:pt x="43158" y="3117"/>
                  </a:lnTo>
                  <a:cubicBezTo>
                    <a:pt x="42740" y="2941"/>
                    <a:pt x="42230" y="3029"/>
                    <a:pt x="41859" y="3336"/>
                  </a:cubicBezTo>
                  <a:lnTo>
                    <a:pt x="36943" y="7990"/>
                  </a:lnTo>
                  <a:cubicBezTo>
                    <a:pt x="36943" y="7990"/>
                    <a:pt x="36619" y="8473"/>
                    <a:pt x="36619" y="8780"/>
                  </a:cubicBezTo>
                  <a:lnTo>
                    <a:pt x="36619" y="13389"/>
                  </a:lnTo>
                  <a:lnTo>
                    <a:pt x="27436" y="19228"/>
                  </a:lnTo>
                  <a:lnTo>
                    <a:pt x="25163" y="15321"/>
                  </a:lnTo>
                  <a:cubicBezTo>
                    <a:pt x="24978" y="15014"/>
                    <a:pt x="24607" y="14794"/>
                    <a:pt x="24236" y="14750"/>
                  </a:cubicBezTo>
                  <a:cubicBezTo>
                    <a:pt x="23818" y="14707"/>
                    <a:pt x="23447" y="14882"/>
                    <a:pt x="23215" y="15190"/>
                  </a:cubicBezTo>
                  <a:lnTo>
                    <a:pt x="19505" y="19711"/>
                  </a:lnTo>
                  <a:lnTo>
                    <a:pt x="14543" y="19711"/>
                  </a:lnTo>
                  <a:cubicBezTo>
                    <a:pt x="13986" y="19711"/>
                    <a:pt x="13523" y="20062"/>
                    <a:pt x="13430" y="20545"/>
                  </a:cubicBezTo>
                  <a:lnTo>
                    <a:pt x="11065" y="30115"/>
                  </a:lnTo>
                  <a:lnTo>
                    <a:pt x="11065" y="32310"/>
                  </a:lnTo>
                  <a:lnTo>
                    <a:pt x="3366" y="30774"/>
                  </a:lnTo>
                  <a:lnTo>
                    <a:pt x="1418" y="30379"/>
                  </a:lnTo>
                  <a:cubicBezTo>
                    <a:pt x="815" y="30291"/>
                    <a:pt x="166" y="30642"/>
                    <a:pt x="27" y="31213"/>
                  </a:cubicBezTo>
                  <a:cubicBezTo>
                    <a:pt x="-112" y="31828"/>
                    <a:pt x="305" y="32398"/>
                    <a:pt x="908" y="32530"/>
                  </a:cubicBezTo>
                  <a:lnTo>
                    <a:pt x="2392" y="32837"/>
                  </a:lnTo>
                  <a:lnTo>
                    <a:pt x="11899" y="34725"/>
                  </a:lnTo>
                  <a:cubicBezTo>
                    <a:pt x="11899" y="34725"/>
                    <a:pt x="12039" y="34725"/>
                    <a:pt x="12131" y="3472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4" name="Freeform: Shape 2213">
              <a:extLst>
                <a:ext uri="{FF2B5EF4-FFF2-40B4-BE49-F238E27FC236}">
                  <a16:creationId xmlns:a16="http://schemas.microsoft.com/office/drawing/2014/main" id="{AE67A089-D388-E780-81E6-E250502D6075}"/>
                </a:ext>
              </a:extLst>
            </p:cNvPr>
            <p:cNvSpPr>
              <a:spLocks/>
            </p:cNvSpPr>
            <p:nvPr/>
          </p:nvSpPr>
          <p:spPr>
            <a:xfrm>
              <a:off x="3655730" y="3822423"/>
              <a:ext cx="58507" cy="16910"/>
            </a:xfrm>
            <a:custGeom>
              <a:avLst/>
              <a:gdLst>
                <a:gd name="connsiteX0" fmla="*/ 16115 w 39197"/>
                <a:gd name="connsiteY0" fmla="*/ 7379 h 11329"/>
                <a:gd name="connsiteX1" fmla="*/ 17274 w 39197"/>
                <a:gd name="connsiteY1" fmla="*/ 7291 h 11329"/>
                <a:gd name="connsiteX2" fmla="*/ 20706 w 39197"/>
                <a:gd name="connsiteY2" fmla="*/ 5052 h 11329"/>
                <a:gd name="connsiteX3" fmla="*/ 30770 w 39197"/>
                <a:gd name="connsiteY3" fmla="*/ 11154 h 11329"/>
                <a:gd name="connsiteX4" fmla="*/ 31373 w 39197"/>
                <a:gd name="connsiteY4" fmla="*/ 11330 h 11329"/>
                <a:gd name="connsiteX5" fmla="*/ 34851 w 39197"/>
                <a:gd name="connsiteY5" fmla="*/ 11330 h 11329"/>
                <a:gd name="connsiteX6" fmla="*/ 35871 w 39197"/>
                <a:gd name="connsiteY6" fmla="*/ 10759 h 11329"/>
                <a:gd name="connsiteX7" fmla="*/ 37355 w 39197"/>
                <a:gd name="connsiteY7" fmla="*/ 8081 h 11329"/>
                <a:gd name="connsiteX8" fmla="*/ 39071 w 39197"/>
                <a:gd name="connsiteY8" fmla="*/ 5008 h 11329"/>
                <a:gd name="connsiteX9" fmla="*/ 38561 w 39197"/>
                <a:gd name="connsiteY9" fmla="*/ 3515 h 11329"/>
                <a:gd name="connsiteX10" fmla="*/ 36984 w 39197"/>
                <a:gd name="connsiteY10" fmla="*/ 3999 h 11329"/>
                <a:gd name="connsiteX11" fmla="*/ 35918 w 39197"/>
                <a:gd name="connsiteY11" fmla="*/ 5886 h 11329"/>
                <a:gd name="connsiteX12" fmla="*/ 34109 w 39197"/>
                <a:gd name="connsiteY12" fmla="*/ 9135 h 11329"/>
                <a:gd name="connsiteX13" fmla="*/ 31651 w 39197"/>
                <a:gd name="connsiteY13" fmla="*/ 9135 h 11329"/>
                <a:gd name="connsiteX14" fmla="*/ 21216 w 39197"/>
                <a:gd name="connsiteY14" fmla="*/ 2813 h 11329"/>
                <a:gd name="connsiteX15" fmla="*/ 19917 w 39197"/>
                <a:gd name="connsiteY15" fmla="*/ 2813 h 11329"/>
                <a:gd name="connsiteX16" fmla="*/ 17970 w 39197"/>
                <a:gd name="connsiteY16" fmla="*/ 4086 h 11329"/>
                <a:gd name="connsiteX17" fmla="*/ 16439 w 39197"/>
                <a:gd name="connsiteY17" fmla="*/ 5096 h 11329"/>
                <a:gd name="connsiteX18" fmla="*/ 5494 w 39197"/>
                <a:gd name="connsiteY18" fmla="*/ 91 h 11329"/>
                <a:gd name="connsiteX19" fmla="*/ 4288 w 39197"/>
                <a:gd name="connsiteY19" fmla="*/ 267 h 11329"/>
                <a:gd name="connsiteX20" fmla="*/ 4010 w 39197"/>
                <a:gd name="connsiteY20" fmla="*/ 443 h 11329"/>
                <a:gd name="connsiteX21" fmla="*/ 2294 w 39197"/>
                <a:gd name="connsiteY21" fmla="*/ 2813 h 11329"/>
                <a:gd name="connsiteX22" fmla="*/ 207 w 39197"/>
                <a:gd name="connsiteY22" fmla="*/ 5710 h 11329"/>
                <a:gd name="connsiteX23" fmla="*/ 532 w 39197"/>
                <a:gd name="connsiteY23" fmla="*/ 7247 h 11329"/>
                <a:gd name="connsiteX24" fmla="*/ 2155 w 39197"/>
                <a:gd name="connsiteY24" fmla="*/ 6940 h 11329"/>
                <a:gd name="connsiteX25" fmla="*/ 3129 w 39197"/>
                <a:gd name="connsiteY25" fmla="*/ 5579 h 11329"/>
                <a:gd name="connsiteX26" fmla="*/ 5401 w 39197"/>
                <a:gd name="connsiteY26" fmla="*/ 2418 h 11329"/>
                <a:gd name="connsiteX27" fmla="*/ 16068 w 39197"/>
                <a:gd name="connsiteY27" fmla="*/ 7291 h 1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9197" h="11329">
                  <a:moveTo>
                    <a:pt x="16115" y="7379"/>
                  </a:moveTo>
                  <a:cubicBezTo>
                    <a:pt x="16485" y="7554"/>
                    <a:pt x="16949" y="7510"/>
                    <a:pt x="17274" y="7291"/>
                  </a:cubicBezTo>
                  <a:lnTo>
                    <a:pt x="20706" y="5052"/>
                  </a:lnTo>
                  <a:lnTo>
                    <a:pt x="30770" y="11154"/>
                  </a:lnTo>
                  <a:cubicBezTo>
                    <a:pt x="30770" y="11154"/>
                    <a:pt x="31187" y="11330"/>
                    <a:pt x="31373" y="11330"/>
                  </a:cubicBezTo>
                  <a:lnTo>
                    <a:pt x="34851" y="11330"/>
                  </a:lnTo>
                  <a:cubicBezTo>
                    <a:pt x="35268" y="11330"/>
                    <a:pt x="35686" y="11110"/>
                    <a:pt x="35871" y="10759"/>
                  </a:cubicBezTo>
                  <a:lnTo>
                    <a:pt x="37355" y="8081"/>
                  </a:lnTo>
                  <a:lnTo>
                    <a:pt x="39071" y="5008"/>
                  </a:lnTo>
                  <a:cubicBezTo>
                    <a:pt x="39349" y="4481"/>
                    <a:pt x="39164" y="3823"/>
                    <a:pt x="38561" y="3515"/>
                  </a:cubicBezTo>
                  <a:cubicBezTo>
                    <a:pt x="38004" y="3252"/>
                    <a:pt x="37309" y="3428"/>
                    <a:pt x="36984" y="3999"/>
                  </a:cubicBezTo>
                  <a:lnTo>
                    <a:pt x="35918" y="5886"/>
                  </a:lnTo>
                  <a:lnTo>
                    <a:pt x="34109" y="9135"/>
                  </a:lnTo>
                  <a:lnTo>
                    <a:pt x="31651" y="9135"/>
                  </a:lnTo>
                  <a:lnTo>
                    <a:pt x="21216" y="2813"/>
                  </a:lnTo>
                  <a:cubicBezTo>
                    <a:pt x="20799" y="2594"/>
                    <a:pt x="20335" y="2594"/>
                    <a:pt x="19917" y="2813"/>
                  </a:cubicBezTo>
                  <a:lnTo>
                    <a:pt x="17970" y="4086"/>
                  </a:lnTo>
                  <a:lnTo>
                    <a:pt x="16439" y="5096"/>
                  </a:lnTo>
                  <a:lnTo>
                    <a:pt x="5494" y="91"/>
                  </a:lnTo>
                  <a:cubicBezTo>
                    <a:pt x="5077" y="-84"/>
                    <a:pt x="4659" y="3"/>
                    <a:pt x="4288" y="267"/>
                  </a:cubicBezTo>
                  <a:cubicBezTo>
                    <a:pt x="4196" y="355"/>
                    <a:pt x="4056" y="355"/>
                    <a:pt x="4010" y="443"/>
                  </a:cubicBezTo>
                  <a:lnTo>
                    <a:pt x="2294" y="2813"/>
                  </a:lnTo>
                  <a:lnTo>
                    <a:pt x="207" y="5710"/>
                  </a:lnTo>
                  <a:cubicBezTo>
                    <a:pt x="-164" y="6194"/>
                    <a:pt x="-25" y="6896"/>
                    <a:pt x="532" y="7247"/>
                  </a:cubicBezTo>
                  <a:cubicBezTo>
                    <a:pt x="1042" y="7598"/>
                    <a:pt x="1784" y="7467"/>
                    <a:pt x="2155" y="6940"/>
                  </a:cubicBezTo>
                  <a:lnTo>
                    <a:pt x="3129" y="5579"/>
                  </a:lnTo>
                  <a:lnTo>
                    <a:pt x="5401" y="2418"/>
                  </a:lnTo>
                  <a:lnTo>
                    <a:pt x="16068" y="729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5" name="Freeform: Shape 2214">
              <a:extLst>
                <a:ext uri="{FF2B5EF4-FFF2-40B4-BE49-F238E27FC236}">
                  <a16:creationId xmlns:a16="http://schemas.microsoft.com/office/drawing/2014/main" id="{73C11867-21C3-6967-AB00-BF20DB873921}"/>
                </a:ext>
              </a:extLst>
            </p:cNvPr>
            <p:cNvSpPr>
              <a:spLocks/>
            </p:cNvSpPr>
            <p:nvPr/>
          </p:nvSpPr>
          <p:spPr>
            <a:xfrm>
              <a:off x="3722113" y="3847844"/>
              <a:ext cx="18110" cy="52495"/>
            </a:xfrm>
            <a:custGeom>
              <a:avLst/>
              <a:gdLst>
                <a:gd name="connsiteX0" fmla="*/ 3733 w 12133"/>
                <a:gd name="connsiteY0" fmla="*/ 26916 h 35169"/>
                <a:gd name="connsiteX1" fmla="*/ 3733 w 12133"/>
                <a:gd name="connsiteY1" fmla="*/ 23272 h 35169"/>
                <a:gd name="connsiteX2" fmla="*/ 7536 w 12133"/>
                <a:gd name="connsiteY2" fmla="*/ 20023 h 35169"/>
                <a:gd name="connsiteX3" fmla="*/ 7907 w 12133"/>
                <a:gd name="connsiteY3" fmla="*/ 19102 h 35169"/>
                <a:gd name="connsiteX4" fmla="*/ 7351 w 12133"/>
                <a:gd name="connsiteY4" fmla="*/ 18268 h 35169"/>
                <a:gd name="connsiteX5" fmla="*/ 3687 w 12133"/>
                <a:gd name="connsiteY5" fmla="*/ 16116 h 35169"/>
                <a:gd name="connsiteX6" fmla="*/ 3687 w 12133"/>
                <a:gd name="connsiteY6" fmla="*/ 12078 h 35169"/>
                <a:gd name="connsiteX7" fmla="*/ 7768 w 12133"/>
                <a:gd name="connsiteY7" fmla="*/ 12078 h 35169"/>
                <a:gd name="connsiteX8" fmla="*/ 8881 w 12133"/>
                <a:gd name="connsiteY8" fmla="*/ 11287 h 35169"/>
                <a:gd name="connsiteX9" fmla="*/ 9484 w 12133"/>
                <a:gd name="connsiteY9" fmla="*/ 9488 h 35169"/>
                <a:gd name="connsiteX10" fmla="*/ 12081 w 12133"/>
                <a:gd name="connsiteY10" fmla="*/ 1410 h 35169"/>
                <a:gd name="connsiteX11" fmla="*/ 11293 w 12133"/>
                <a:gd name="connsiteY11" fmla="*/ 49 h 35169"/>
                <a:gd name="connsiteX12" fmla="*/ 9855 w 12133"/>
                <a:gd name="connsiteY12" fmla="*/ 795 h 35169"/>
                <a:gd name="connsiteX13" fmla="*/ 7768 w 12133"/>
                <a:gd name="connsiteY13" fmla="*/ 7336 h 35169"/>
                <a:gd name="connsiteX14" fmla="*/ 6933 w 12133"/>
                <a:gd name="connsiteY14" fmla="*/ 9926 h 35169"/>
                <a:gd name="connsiteX15" fmla="*/ 2574 w 12133"/>
                <a:gd name="connsiteY15" fmla="*/ 9926 h 35169"/>
                <a:gd name="connsiteX16" fmla="*/ 1415 w 12133"/>
                <a:gd name="connsiteY16" fmla="*/ 11024 h 35169"/>
                <a:gd name="connsiteX17" fmla="*/ 1415 w 12133"/>
                <a:gd name="connsiteY17" fmla="*/ 16775 h 35169"/>
                <a:gd name="connsiteX18" fmla="*/ 1971 w 12133"/>
                <a:gd name="connsiteY18" fmla="*/ 17697 h 35169"/>
                <a:gd name="connsiteX19" fmla="*/ 4846 w 12133"/>
                <a:gd name="connsiteY19" fmla="*/ 19409 h 35169"/>
                <a:gd name="connsiteX20" fmla="*/ 1786 w 12133"/>
                <a:gd name="connsiteY20" fmla="*/ 21999 h 35169"/>
                <a:gd name="connsiteX21" fmla="*/ 1415 w 12133"/>
                <a:gd name="connsiteY21" fmla="*/ 22833 h 35169"/>
                <a:gd name="connsiteX22" fmla="*/ 1415 w 12133"/>
                <a:gd name="connsiteY22" fmla="*/ 26740 h 35169"/>
                <a:gd name="connsiteX23" fmla="*/ 487 w 12133"/>
                <a:gd name="connsiteY23" fmla="*/ 29023 h 35169"/>
                <a:gd name="connsiteX24" fmla="*/ 70 w 12133"/>
                <a:gd name="connsiteY24" fmla="*/ 30120 h 35169"/>
                <a:gd name="connsiteX25" fmla="*/ 70 w 12133"/>
                <a:gd name="connsiteY25" fmla="*/ 30911 h 35169"/>
                <a:gd name="connsiteX26" fmla="*/ 1507 w 12133"/>
                <a:gd name="connsiteY26" fmla="*/ 34467 h 35169"/>
                <a:gd name="connsiteX27" fmla="*/ 2574 w 12133"/>
                <a:gd name="connsiteY27" fmla="*/ 35169 h 35169"/>
                <a:gd name="connsiteX28" fmla="*/ 2991 w 12133"/>
                <a:gd name="connsiteY28" fmla="*/ 35081 h 35169"/>
                <a:gd name="connsiteX29" fmla="*/ 3641 w 12133"/>
                <a:gd name="connsiteY29" fmla="*/ 33676 h 35169"/>
                <a:gd name="connsiteX30" fmla="*/ 2342 w 12133"/>
                <a:gd name="connsiteY30" fmla="*/ 30516 h 35169"/>
                <a:gd name="connsiteX31" fmla="*/ 3641 w 12133"/>
                <a:gd name="connsiteY31" fmla="*/ 27355 h 35169"/>
                <a:gd name="connsiteX32" fmla="*/ 3733 w 12133"/>
                <a:gd name="connsiteY32" fmla="*/ 26960 h 35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133" h="35169">
                  <a:moveTo>
                    <a:pt x="3733" y="26916"/>
                  </a:moveTo>
                  <a:lnTo>
                    <a:pt x="3733" y="23272"/>
                  </a:lnTo>
                  <a:lnTo>
                    <a:pt x="7536" y="20023"/>
                  </a:lnTo>
                  <a:cubicBezTo>
                    <a:pt x="7815" y="19804"/>
                    <a:pt x="7954" y="19453"/>
                    <a:pt x="7907" y="19102"/>
                  </a:cubicBezTo>
                  <a:cubicBezTo>
                    <a:pt x="7907" y="18750"/>
                    <a:pt x="7675" y="18443"/>
                    <a:pt x="7351" y="18268"/>
                  </a:cubicBezTo>
                  <a:lnTo>
                    <a:pt x="3687" y="16116"/>
                  </a:lnTo>
                  <a:lnTo>
                    <a:pt x="3687" y="12078"/>
                  </a:lnTo>
                  <a:lnTo>
                    <a:pt x="7768" y="12078"/>
                  </a:lnTo>
                  <a:cubicBezTo>
                    <a:pt x="8278" y="12078"/>
                    <a:pt x="8742" y="11770"/>
                    <a:pt x="8881" y="11287"/>
                  </a:cubicBezTo>
                  <a:lnTo>
                    <a:pt x="9484" y="9488"/>
                  </a:lnTo>
                  <a:lnTo>
                    <a:pt x="12081" y="1410"/>
                  </a:lnTo>
                  <a:cubicBezTo>
                    <a:pt x="12267" y="839"/>
                    <a:pt x="11942" y="224"/>
                    <a:pt x="11293" y="49"/>
                  </a:cubicBezTo>
                  <a:cubicBezTo>
                    <a:pt x="10690" y="-127"/>
                    <a:pt x="10041" y="181"/>
                    <a:pt x="9855" y="795"/>
                  </a:cubicBezTo>
                  <a:lnTo>
                    <a:pt x="7768" y="7336"/>
                  </a:lnTo>
                  <a:lnTo>
                    <a:pt x="6933" y="9926"/>
                  </a:lnTo>
                  <a:lnTo>
                    <a:pt x="2574" y="9926"/>
                  </a:lnTo>
                  <a:cubicBezTo>
                    <a:pt x="1925" y="9926"/>
                    <a:pt x="1415" y="10409"/>
                    <a:pt x="1415" y="11024"/>
                  </a:cubicBezTo>
                  <a:lnTo>
                    <a:pt x="1415" y="16775"/>
                  </a:lnTo>
                  <a:cubicBezTo>
                    <a:pt x="1415" y="17170"/>
                    <a:pt x="1600" y="17521"/>
                    <a:pt x="1971" y="17697"/>
                  </a:cubicBezTo>
                  <a:lnTo>
                    <a:pt x="4846" y="19409"/>
                  </a:lnTo>
                  <a:lnTo>
                    <a:pt x="1786" y="21999"/>
                  </a:lnTo>
                  <a:cubicBezTo>
                    <a:pt x="1554" y="22218"/>
                    <a:pt x="1415" y="22526"/>
                    <a:pt x="1415" y="22833"/>
                  </a:cubicBezTo>
                  <a:lnTo>
                    <a:pt x="1415" y="26740"/>
                  </a:lnTo>
                  <a:lnTo>
                    <a:pt x="487" y="29023"/>
                  </a:lnTo>
                  <a:lnTo>
                    <a:pt x="70" y="30120"/>
                  </a:lnTo>
                  <a:cubicBezTo>
                    <a:pt x="-23" y="30384"/>
                    <a:pt x="-23" y="30647"/>
                    <a:pt x="70" y="30911"/>
                  </a:cubicBezTo>
                  <a:lnTo>
                    <a:pt x="1507" y="34467"/>
                  </a:lnTo>
                  <a:cubicBezTo>
                    <a:pt x="1693" y="34906"/>
                    <a:pt x="2110" y="35169"/>
                    <a:pt x="2574" y="35169"/>
                  </a:cubicBezTo>
                  <a:cubicBezTo>
                    <a:pt x="2713" y="35169"/>
                    <a:pt x="2852" y="35169"/>
                    <a:pt x="2991" y="35081"/>
                  </a:cubicBezTo>
                  <a:cubicBezTo>
                    <a:pt x="3594" y="34862"/>
                    <a:pt x="3872" y="34247"/>
                    <a:pt x="3641" y="33676"/>
                  </a:cubicBezTo>
                  <a:lnTo>
                    <a:pt x="2342" y="30516"/>
                  </a:lnTo>
                  <a:lnTo>
                    <a:pt x="3641" y="27355"/>
                  </a:lnTo>
                  <a:cubicBezTo>
                    <a:pt x="3641" y="27355"/>
                    <a:pt x="3733" y="27091"/>
                    <a:pt x="3733" y="2696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6" name="Freeform: Shape 2215">
              <a:extLst>
                <a:ext uri="{FF2B5EF4-FFF2-40B4-BE49-F238E27FC236}">
                  <a16:creationId xmlns:a16="http://schemas.microsoft.com/office/drawing/2014/main" id="{CD42138B-A068-9D0D-587D-EA189360A6AF}"/>
                </a:ext>
              </a:extLst>
            </p:cNvPr>
            <p:cNvSpPr>
              <a:spLocks/>
            </p:cNvSpPr>
            <p:nvPr/>
          </p:nvSpPr>
          <p:spPr>
            <a:xfrm>
              <a:off x="3840609" y="3878616"/>
              <a:ext cx="25535" cy="43021"/>
            </a:xfrm>
            <a:custGeom>
              <a:avLst/>
              <a:gdLst>
                <a:gd name="connsiteX0" fmla="*/ 9032 w 17107"/>
                <a:gd name="connsiteY0" fmla="*/ 21622 h 28822"/>
                <a:gd name="connsiteX1" fmla="*/ 9913 w 17107"/>
                <a:gd name="connsiteY1" fmla="*/ 21974 h 28822"/>
                <a:gd name="connsiteX2" fmla="*/ 10795 w 17107"/>
                <a:gd name="connsiteY2" fmla="*/ 21535 h 28822"/>
                <a:gd name="connsiteX3" fmla="*/ 16870 w 17107"/>
                <a:gd name="connsiteY3" fmla="*/ 14116 h 28822"/>
                <a:gd name="connsiteX4" fmla="*/ 16824 w 17107"/>
                <a:gd name="connsiteY4" fmla="*/ 12711 h 28822"/>
                <a:gd name="connsiteX5" fmla="*/ 11258 w 17107"/>
                <a:gd name="connsiteY5" fmla="*/ 6960 h 28822"/>
                <a:gd name="connsiteX6" fmla="*/ 13021 w 17107"/>
                <a:gd name="connsiteY6" fmla="*/ 3711 h 28822"/>
                <a:gd name="connsiteX7" fmla="*/ 14180 w 17107"/>
                <a:gd name="connsiteY7" fmla="*/ 1604 h 28822"/>
                <a:gd name="connsiteX8" fmla="*/ 13670 w 17107"/>
                <a:gd name="connsiteY8" fmla="*/ 112 h 28822"/>
                <a:gd name="connsiteX9" fmla="*/ 12093 w 17107"/>
                <a:gd name="connsiteY9" fmla="*/ 594 h 28822"/>
                <a:gd name="connsiteX10" fmla="*/ 11305 w 17107"/>
                <a:gd name="connsiteY10" fmla="*/ 2087 h 28822"/>
                <a:gd name="connsiteX11" fmla="*/ 8847 w 17107"/>
                <a:gd name="connsiteY11" fmla="*/ 6653 h 28822"/>
                <a:gd name="connsiteX12" fmla="*/ 9032 w 17107"/>
                <a:gd name="connsiteY12" fmla="*/ 7882 h 28822"/>
                <a:gd name="connsiteX13" fmla="*/ 14458 w 17107"/>
                <a:gd name="connsiteY13" fmla="*/ 13501 h 28822"/>
                <a:gd name="connsiteX14" fmla="*/ 9821 w 17107"/>
                <a:gd name="connsiteY14" fmla="*/ 19164 h 28822"/>
                <a:gd name="connsiteX15" fmla="*/ 6667 w 17107"/>
                <a:gd name="connsiteY15" fmla="*/ 16003 h 28822"/>
                <a:gd name="connsiteX16" fmla="*/ 5600 w 17107"/>
                <a:gd name="connsiteY16" fmla="*/ 15652 h 28822"/>
                <a:gd name="connsiteX17" fmla="*/ 4719 w 17107"/>
                <a:gd name="connsiteY17" fmla="*/ 16311 h 28822"/>
                <a:gd name="connsiteX18" fmla="*/ 1519 w 17107"/>
                <a:gd name="connsiteY18" fmla="*/ 23861 h 28822"/>
                <a:gd name="connsiteX19" fmla="*/ 81 w 17107"/>
                <a:gd name="connsiteY19" fmla="*/ 27286 h 28822"/>
                <a:gd name="connsiteX20" fmla="*/ 731 w 17107"/>
                <a:gd name="connsiteY20" fmla="*/ 28734 h 28822"/>
                <a:gd name="connsiteX21" fmla="*/ 1148 w 17107"/>
                <a:gd name="connsiteY21" fmla="*/ 28822 h 28822"/>
                <a:gd name="connsiteX22" fmla="*/ 2215 w 17107"/>
                <a:gd name="connsiteY22" fmla="*/ 28120 h 28822"/>
                <a:gd name="connsiteX23" fmla="*/ 3142 w 17107"/>
                <a:gd name="connsiteY23" fmla="*/ 25925 h 28822"/>
                <a:gd name="connsiteX24" fmla="*/ 6157 w 17107"/>
                <a:gd name="connsiteY24" fmla="*/ 18769 h 28822"/>
                <a:gd name="connsiteX25" fmla="*/ 8986 w 17107"/>
                <a:gd name="connsiteY25" fmla="*/ 21622 h 2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07" h="28822">
                  <a:moveTo>
                    <a:pt x="9032" y="21622"/>
                  </a:moveTo>
                  <a:cubicBezTo>
                    <a:pt x="9264" y="21842"/>
                    <a:pt x="9635" y="21974"/>
                    <a:pt x="9913" y="21974"/>
                  </a:cubicBezTo>
                  <a:cubicBezTo>
                    <a:pt x="10238" y="21974"/>
                    <a:pt x="10563" y="21798"/>
                    <a:pt x="10795" y="21535"/>
                  </a:cubicBezTo>
                  <a:lnTo>
                    <a:pt x="16870" y="14116"/>
                  </a:lnTo>
                  <a:cubicBezTo>
                    <a:pt x="17195" y="13677"/>
                    <a:pt x="17195" y="13106"/>
                    <a:pt x="16824" y="12711"/>
                  </a:cubicBezTo>
                  <a:lnTo>
                    <a:pt x="11258" y="6960"/>
                  </a:lnTo>
                  <a:lnTo>
                    <a:pt x="13021" y="3711"/>
                  </a:lnTo>
                  <a:lnTo>
                    <a:pt x="14180" y="1604"/>
                  </a:lnTo>
                  <a:cubicBezTo>
                    <a:pt x="14458" y="1077"/>
                    <a:pt x="14226" y="419"/>
                    <a:pt x="13670" y="112"/>
                  </a:cubicBezTo>
                  <a:cubicBezTo>
                    <a:pt x="13113" y="-152"/>
                    <a:pt x="12418" y="68"/>
                    <a:pt x="12093" y="594"/>
                  </a:cubicBezTo>
                  <a:lnTo>
                    <a:pt x="11305" y="2087"/>
                  </a:lnTo>
                  <a:lnTo>
                    <a:pt x="8847" y="6653"/>
                  </a:lnTo>
                  <a:cubicBezTo>
                    <a:pt x="8615" y="7048"/>
                    <a:pt x="8708" y="7574"/>
                    <a:pt x="9032" y="7882"/>
                  </a:cubicBezTo>
                  <a:lnTo>
                    <a:pt x="14458" y="13501"/>
                  </a:lnTo>
                  <a:lnTo>
                    <a:pt x="9821" y="19164"/>
                  </a:lnTo>
                  <a:lnTo>
                    <a:pt x="6667" y="16003"/>
                  </a:lnTo>
                  <a:cubicBezTo>
                    <a:pt x="6389" y="15740"/>
                    <a:pt x="6018" y="15608"/>
                    <a:pt x="5600" y="15652"/>
                  </a:cubicBezTo>
                  <a:cubicBezTo>
                    <a:pt x="5229" y="15740"/>
                    <a:pt x="4905" y="15959"/>
                    <a:pt x="4719" y="16311"/>
                  </a:cubicBezTo>
                  <a:lnTo>
                    <a:pt x="1519" y="23861"/>
                  </a:lnTo>
                  <a:lnTo>
                    <a:pt x="81" y="27286"/>
                  </a:lnTo>
                  <a:cubicBezTo>
                    <a:pt x="-151" y="27856"/>
                    <a:pt x="128" y="28471"/>
                    <a:pt x="731" y="28734"/>
                  </a:cubicBezTo>
                  <a:cubicBezTo>
                    <a:pt x="870" y="28778"/>
                    <a:pt x="1009" y="28822"/>
                    <a:pt x="1148" y="28822"/>
                  </a:cubicBezTo>
                  <a:cubicBezTo>
                    <a:pt x="1612" y="28822"/>
                    <a:pt x="2029" y="28559"/>
                    <a:pt x="2215" y="28120"/>
                  </a:cubicBezTo>
                  <a:lnTo>
                    <a:pt x="3142" y="25925"/>
                  </a:lnTo>
                  <a:lnTo>
                    <a:pt x="6157" y="18769"/>
                  </a:lnTo>
                  <a:lnTo>
                    <a:pt x="8986" y="216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7" name="Freeform: Shape 2216">
              <a:extLst>
                <a:ext uri="{FF2B5EF4-FFF2-40B4-BE49-F238E27FC236}">
                  <a16:creationId xmlns:a16="http://schemas.microsoft.com/office/drawing/2014/main" id="{A8D504D7-9A7F-F321-092E-807092BF94E3}"/>
                </a:ext>
              </a:extLst>
            </p:cNvPr>
            <p:cNvSpPr>
              <a:spLocks/>
            </p:cNvSpPr>
            <p:nvPr/>
          </p:nvSpPr>
          <p:spPr>
            <a:xfrm>
              <a:off x="4106344" y="3880948"/>
              <a:ext cx="167149" cy="181374"/>
            </a:xfrm>
            <a:custGeom>
              <a:avLst/>
              <a:gdLst>
                <a:gd name="connsiteX0" fmla="*/ 103097 w 111983"/>
                <a:gd name="connsiteY0" fmla="*/ 13432 h 121513"/>
                <a:gd name="connsiteX1" fmla="*/ 97763 w 111983"/>
                <a:gd name="connsiteY1" fmla="*/ 15539 h 121513"/>
                <a:gd name="connsiteX2" fmla="*/ 97068 w 111983"/>
                <a:gd name="connsiteY2" fmla="*/ 16549 h 121513"/>
                <a:gd name="connsiteX3" fmla="*/ 97068 w 111983"/>
                <a:gd name="connsiteY3" fmla="*/ 23660 h 121513"/>
                <a:gd name="connsiteX4" fmla="*/ 98181 w 111983"/>
                <a:gd name="connsiteY4" fmla="*/ 24758 h 121513"/>
                <a:gd name="connsiteX5" fmla="*/ 102586 w 111983"/>
                <a:gd name="connsiteY5" fmla="*/ 24977 h 121513"/>
                <a:gd name="connsiteX6" fmla="*/ 102586 w 111983"/>
                <a:gd name="connsiteY6" fmla="*/ 25548 h 121513"/>
                <a:gd name="connsiteX7" fmla="*/ 96650 w 111983"/>
                <a:gd name="connsiteY7" fmla="*/ 29455 h 121513"/>
                <a:gd name="connsiteX8" fmla="*/ 89369 w 111983"/>
                <a:gd name="connsiteY8" fmla="*/ 30509 h 121513"/>
                <a:gd name="connsiteX9" fmla="*/ 88580 w 111983"/>
                <a:gd name="connsiteY9" fmla="*/ 30992 h 121513"/>
                <a:gd name="connsiteX10" fmla="*/ 88441 w 111983"/>
                <a:gd name="connsiteY10" fmla="*/ 31914 h 121513"/>
                <a:gd name="connsiteX11" fmla="*/ 90575 w 111983"/>
                <a:gd name="connsiteY11" fmla="*/ 38499 h 121513"/>
                <a:gd name="connsiteX12" fmla="*/ 86447 w 111983"/>
                <a:gd name="connsiteY12" fmla="*/ 43240 h 121513"/>
                <a:gd name="connsiteX13" fmla="*/ 86447 w 111983"/>
                <a:gd name="connsiteY13" fmla="*/ 44645 h 121513"/>
                <a:gd name="connsiteX14" fmla="*/ 98366 w 111983"/>
                <a:gd name="connsiteY14" fmla="*/ 57507 h 121513"/>
                <a:gd name="connsiteX15" fmla="*/ 94007 w 111983"/>
                <a:gd name="connsiteY15" fmla="*/ 59351 h 121513"/>
                <a:gd name="connsiteX16" fmla="*/ 93357 w 111983"/>
                <a:gd name="connsiteY16" fmla="*/ 60010 h 121513"/>
                <a:gd name="connsiteX17" fmla="*/ 92337 w 111983"/>
                <a:gd name="connsiteY17" fmla="*/ 62951 h 121513"/>
                <a:gd name="connsiteX18" fmla="*/ 87097 w 111983"/>
                <a:gd name="connsiteY18" fmla="*/ 63917 h 121513"/>
                <a:gd name="connsiteX19" fmla="*/ 86494 w 111983"/>
                <a:gd name="connsiteY19" fmla="*/ 64224 h 121513"/>
                <a:gd name="connsiteX20" fmla="*/ 83201 w 111983"/>
                <a:gd name="connsiteY20" fmla="*/ 67560 h 121513"/>
                <a:gd name="connsiteX21" fmla="*/ 65253 w 111983"/>
                <a:gd name="connsiteY21" fmla="*/ 71336 h 121513"/>
                <a:gd name="connsiteX22" fmla="*/ 64325 w 111983"/>
                <a:gd name="connsiteY22" fmla="*/ 72390 h 121513"/>
                <a:gd name="connsiteX23" fmla="*/ 64325 w 111983"/>
                <a:gd name="connsiteY23" fmla="*/ 75814 h 121513"/>
                <a:gd name="connsiteX24" fmla="*/ 62516 w 111983"/>
                <a:gd name="connsiteY24" fmla="*/ 76604 h 121513"/>
                <a:gd name="connsiteX25" fmla="*/ 58435 w 111983"/>
                <a:gd name="connsiteY25" fmla="*/ 73004 h 121513"/>
                <a:gd name="connsiteX26" fmla="*/ 57693 w 111983"/>
                <a:gd name="connsiteY26" fmla="*/ 72697 h 121513"/>
                <a:gd name="connsiteX27" fmla="*/ 47444 w 111983"/>
                <a:gd name="connsiteY27" fmla="*/ 72433 h 121513"/>
                <a:gd name="connsiteX28" fmla="*/ 43409 w 111983"/>
                <a:gd name="connsiteY28" fmla="*/ 68614 h 121513"/>
                <a:gd name="connsiteX29" fmla="*/ 42760 w 111983"/>
                <a:gd name="connsiteY29" fmla="*/ 68307 h 121513"/>
                <a:gd name="connsiteX30" fmla="*/ 34041 w 111983"/>
                <a:gd name="connsiteY30" fmla="*/ 67209 h 121513"/>
                <a:gd name="connsiteX31" fmla="*/ 32881 w 111983"/>
                <a:gd name="connsiteY31" fmla="*/ 67736 h 121513"/>
                <a:gd name="connsiteX32" fmla="*/ 32974 w 111983"/>
                <a:gd name="connsiteY32" fmla="*/ 68965 h 121513"/>
                <a:gd name="connsiteX33" fmla="*/ 40534 w 111983"/>
                <a:gd name="connsiteY33" fmla="*/ 78491 h 121513"/>
                <a:gd name="connsiteX34" fmla="*/ 39699 w 111983"/>
                <a:gd name="connsiteY34" fmla="*/ 85208 h 121513"/>
                <a:gd name="connsiteX35" fmla="*/ 39977 w 111983"/>
                <a:gd name="connsiteY35" fmla="*/ 86042 h 121513"/>
                <a:gd name="connsiteX36" fmla="*/ 44337 w 111983"/>
                <a:gd name="connsiteY36" fmla="*/ 90696 h 121513"/>
                <a:gd name="connsiteX37" fmla="*/ 44615 w 111983"/>
                <a:gd name="connsiteY37" fmla="*/ 95261 h 121513"/>
                <a:gd name="connsiteX38" fmla="*/ 45681 w 111983"/>
                <a:gd name="connsiteY38" fmla="*/ 96315 h 121513"/>
                <a:gd name="connsiteX39" fmla="*/ 53287 w 111983"/>
                <a:gd name="connsiteY39" fmla="*/ 96798 h 121513"/>
                <a:gd name="connsiteX40" fmla="*/ 53287 w 111983"/>
                <a:gd name="connsiteY40" fmla="*/ 99739 h 121513"/>
                <a:gd name="connsiteX41" fmla="*/ 43873 w 111983"/>
                <a:gd name="connsiteY41" fmla="*/ 100968 h 121513"/>
                <a:gd name="connsiteX42" fmla="*/ 42853 w 111983"/>
                <a:gd name="connsiteY42" fmla="*/ 102066 h 121513"/>
                <a:gd name="connsiteX43" fmla="*/ 42853 w 111983"/>
                <a:gd name="connsiteY43" fmla="*/ 106061 h 121513"/>
                <a:gd name="connsiteX44" fmla="*/ 40534 w 111983"/>
                <a:gd name="connsiteY44" fmla="*/ 108651 h 121513"/>
                <a:gd name="connsiteX45" fmla="*/ 40534 w 111983"/>
                <a:gd name="connsiteY45" fmla="*/ 108651 h 121513"/>
                <a:gd name="connsiteX46" fmla="*/ 39884 w 111983"/>
                <a:gd name="connsiteY46" fmla="*/ 107641 h 121513"/>
                <a:gd name="connsiteX47" fmla="*/ 38679 w 111983"/>
                <a:gd name="connsiteY47" fmla="*/ 107773 h 121513"/>
                <a:gd name="connsiteX48" fmla="*/ 33392 w 111983"/>
                <a:gd name="connsiteY48" fmla="*/ 111724 h 121513"/>
                <a:gd name="connsiteX49" fmla="*/ 29310 w 111983"/>
                <a:gd name="connsiteY49" fmla="*/ 112514 h 121513"/>
                <a:gd name="connsiteX50" fmla="*/ 28661 w 111983"/>
                <a:gd name="connsiteY50" fmla="*/ 112865 h 121513"/>
                <a:gd name="connsiteX51" fmla="*/ 22864 w 111983"/>
                <a:gd name="connsiteY51" fmla="*/ 118836 h 121513"/>
                <a:gd name="connsiteX52" fmla="*/ 21102 w 111983"/>
                <a:gd name="connsiteY52" fmla="*/ 116992 h 121513"/>
                <a:gd name="connsiteX53" fmla="*/ 19942 w 111983"/>
                <a:gd name="connsiteY53" fmla="*/ 116641 h 121513"/>
                <a:gd name="connsiteX54" fmla="*/ 9229 w 111983"/>
                <a:gd name="connsiteY54" fmla="*/ 119231 h 121513"/>
                <a:gd name="connsiteX55" fmla="*/ 1623 w 111983"/>
                <a:gd name="connsiteY55" fmla="*/ 113261 h 121513"/>
                <a:gd name="connsiteX56" fmla="*/ 1623 w 111983"/>
                <a:gd name="connsiteY56" fmla="*/ 113655 h 121513"/>
                <a:gd name="connsiteX57" fmla="*/ 1623 w 111983"/>
                <a:gd name="connsiteY57" fmla="*/ 113743 h 121513"/>
                <a:gd name="connsiteX58" fmla="*/ 1623 w 111983"/>
                <a:gd name="connsiteY58" fmla="*/ 113831 h 121513"/>
                <a:gd name="connsiteX59" fmla="*/ 1484 w 111983"/>
                <a:gd name="connsiteY59" fmla="*/ 114138 h 121513"/>
                <a:gd name="connsiteX60" fmla="*/ 1299 w 111983"/>
                <a:gd name="connsiteY60" fmla="*/ 114534 h 121513"/>
                <a:gd name="connsiteX61" fmla="*/ 927 w 111983"/>
                <a:gd name="connsiteY61" fmla="*/ 114753 h 121513"/>
                <a:gd name="connsiteX62" fmla="*/ 603 w 111983"/>
                <a:gd name="connsiteY62" fmla="*/ 114928 h 121513"/>
                <a:gd name="connsiteX63" fmla="*/ 417 w 111983"/>
                <a:gd name="connsiteY63" fmla="*/ 114928 h 121513"/>
                <a:gd name="connsiteX64" fmla="*/ 417 w 111983"/>
                <a:gd name="connsiteY64" fmla="*/ 114928 h 121513"/>
                <a:gd name="connsiteX65" fmla="*/ 0 w 111983"/>
                <a:gd name="connsiteY65" fmla="*/ 114928 h 121513"/>
                <a:gd name="connsiteX66" fmla="*/ 8070 w 111983"/>
                <a:gd name="connsiteY66" fmla="*/ 121250 h 121513"/>
                <a:gd name="connsiteX67" fmla="*/ 8812 w 111983"/>
                <a:gd name="connsiteY67" fmla="*/ 121513 h 121513"/>
                <a:gd name="connsiteX68" fmla="*/ 9090 w 111983"/>
                <a:gd name="connsiteY68" fmla="*/ 121513 h 121513"/>
                <a:gd name="connsiteX69" fmla="*/ 19710 w 111983"/>
                <a:gd name="connsiteY69" fmla="*/ 118924 h 121513"/>
                <a:gd name="connsiteX70" fmla="*/ 21844 w 111983"/>
                <a:gd name="connsiteY70" fmla="*/ 121162 h 121513"/>
                <a:gd name="connsiteX71" fmla="*/ 22678 w 111983"/>
                <a:gd name="connsiteY71" fmla="*/ 121513 h 121513"/>
                <a:gd name="connsiteX72" fmla="*/ 22678 w 111983"/>
                <a:gd name="connsiteY72" fmla="*/ 121513 h 121513"/>
                <a:gd name="connsiteX73" fmla="*/ 23513 w 111983"/>
                <a:gd name="connsiteY73" fmla="*/ 121162 h 121513"/>
                <a:gd name="connsiteX74" fmla="*/ 29913 w 111983"/>
                <a:gd name="connsiteY74" fmla="*/ 114577 h 121513"/>
                <a:gd name="connsiteX75" fmla="*/ 33902 w 111983"/>
                <a:gd name="connsiteY75" fmla="*/ 113831 h 121513"/>
                <a:gd name="connsiteX76" fmla="*/ 34412 w 111983"/>
                <a:gd name="connsiteY76" fmla="*/ 113612 h 121513"/>
                <a:gd name="connsiteX77" fmla="*/ 38029 w 111983"/>
                <a:gd name="connsiteY77" fmla="*/ 110890 h 121513"/>
                <a:gd name="connsiteX78" fmla="*/ 38029 w 111983"/>
                <a:gd name="connsiteY78" fmla="*/ 111636 h 121513"/>
                <a:gd name="connsiteX79" fmla="*/ 38771 w 111983"/>
                <a:gd name="connsiteY79" fmla="*/ 112646 h 121513"/>
                <a:gd name="connsiteX80" fmla="*/ 40070 w 111983"/>
                <a:gd name="connsiteY80" fmla="*/ 112339 h 121513"/>
                <a:gd name="connsiteX81" fmla="*/ 44708 w 111983"/>
                <a:gd name="connsiteY81" fmla="*/ 107114 h 121513"/>
                <a:gd name="connsiteX82" fmla="*/ 44986 w 111983"/>
                <a:gd name="connsiteY82" fmla="*/ 106412 h 121513"/>
                <a:gd name="connsiteX83" fmla="*/ 44986 w 111983"/>
                <a:gd name="connsiteY83" fmla="*/ 102988 h 121513"/>
                <a:gd name="connsiteX84" fmla="*/ 54400 w 111983"/>
                <a:gd name="connsiteY84" fmla="*/ 101758 h 121513"/>
                <a:gd name="connsiteX85" fmla="*/ 55421 w 111983"/>
                <a:gd name="connsiteY85" fmla="*/ 100661 h 121513"/>
                <a:gd name="connsiteX86" fmla="*/ 55421 w 111983"/>
                <a:gd name="connsiteY86" fmla="*/ 95744 h 121513"/>
                <a:gd name="connsiteX87" fmla="*/ 54354 w 111983"/>
                <a:gd name="connsiteY87" fmla="*/ 94647 h 121513"/>
                <a:gd name="connsiteX88" fmla="*/ 46702 w 111983"/>
                <a:gd name="connsiteY88" fmla="*/ 94164 h 121513"/>
                <a:gd name="connsiteX89" fmla="*/ 46470 w 111983"/>
                <a:gd name="connsiteY89" fmla="*/ 90213 h 121513"/>
                <a:gd name="connsiteX90" fmla="*/ 46192 w 111983"/>
                <a:gd name="connsiteY90" fmla="*/ 89554 h 121513"/>
                <a:gd name="connsiteX91" fmla="*/ 41879 w 111983"/>
                <a:gd name="connsiteY91" fmla="*/ 84989 h 121513"/>
                <a:gd name="connsiteX92" fmla="*/ 42667 w 111983"/>
                <a:gd name="connsiteY92" fmla="*/ 78360 h 121513"/>
                <a:gd name="connsiteX93" fmla="*/ 42435 w 111983"/>
                <a:gd name="connsiteY93" fmla="*/ 77570 h 121513"/>
                <a:gd name="connsiteX94" fmla="*/ 36267 w 111983"/>
                <a:gd name="connsiteY94" fmla="*/ 69799 h 121513"/>
                <a:gd name="connsiteX95" fmla="*/ 41832 w 111983"/>
                <a:gd name="connsiteY95" fmla="*/ 70502 h 121513"/>
                <a:gd name="connsiteX96" fmla="*/ 45913 w 111983"/>
                <a:gd name="connsiteY96" fmla="*/ 74365 h 121513"/>
                <a:gd name="connsiteX97" fmla="*/ 46702 w 111983"/>
                <a:gd name="connsiteY97" fmla="*/ 74672 h 121513"/>
                <a:gd name="connsiteX98" fmla="*/ 56998 w 111983"/>
                <a:gd name="connsiteY98" fmla="*/ 74936 h 121513"/>
                <a:gd name="connsiteX99" fmla="*/ 61311 w 111983"/>
                <a:gd name="connsiteY99" fmla="*/ 78755 h 121513"/>
                <a:gd name="connsiteX100" fmla="*/ 62563 w 111983"/>
                <a:gd name="connsiteY100" fmla="*/ 78931 h 121513"/>
                <a:gd name="connsiteX101" fmla="*/ 65763 w 111983"/>
                <a:gd name="connsiteY101" fmla="*/ 77570 h 121513"/>
                <a:gd name="connsiteX102" fmla="*/ 66459 w 111983"/>
                <a:gd name="connsiteY102" fmla="*/ 76560 h 121513"/>
                <a:gd name="connsiteX103" fmla="*/ 66459 w 111983"/>
                <a:gd name="connsiteY103" fmla="*/ 73311 h 121513"/>
                <a:gd name="connsiteX104" fmla="*/ 83850 w 111983"/>
                <a:gd name="connsiteY104" fmla="*/ 69668 h 121513"/>
                <a:gd name="connsiteX105" fmla="*/ 84453 w 111983"/>
                <a:gd name="connsiteY105" fmla="*/ 69360 h 121513"/>
                <a:gd name="connsiteX106" fmla="*/ 87746 w 111983"/>
                <a:gd name="connsiteY106" fmla="*/ 66068 h 121513"/>
                <a:gd name="connsiteX107" fmla="*/ 93311 w 111983"/>
                <a:gd name="connsiteY107" fmla="*/ 65058 h 121513"/>
                <a:gd name="connsiteX108" fmla="*/ 94192 w 111983"/>
                <a:gd name="connsiteY108" fmla="*/ 64312 h 121513"/>
                <a:gd name="connsiteX109" fmla="*/ 95259 w 111983"/>
                <a:gd name="connsiteY109" fmla="*/ 61195 h 121513"/>
                <a:gd name="connsiteX110" fmla="*/ 100592 w 111983"/>
                <a:gd name="connsiteY110" fmla="*/ 58912 h 121513"/>
                <a:gd name="connsiteX111" fmla="*/ 101242 w 111983"/>
                <a:gd name="connsiteY111" fmla="*/ 58166 h 121513"/>
                <a:gd name="connsiteX112" fmla="*/ 100963 w 111983"/>
                <a:gd name="connsiteY112" fmla="*/ 57200 h 121513"/>
                <a:gd name="connsiteX113" fmla="*/ 98969 w 111983"/>
                <a:gd name="connsiteY113" fmla="*/ 55049 h 121513"/>
                <a:gd name="connsiteX114" fmla="*/ 96418 w 111983"/>
                <a:gd name="connsiteY114" fmla="*/ 55049 h 121513"/>
                <a:gd name="connsiteX115" fmla="*/ 95259 w 111983"/>
                <a:gd name="connsiteY115" fmla="*/ 53951 h 121513"/>
                <a:gd name="connsiteX116" fmla="*/ 96418 w 111983"/>
                <a:gd name="connsiteY116" fmla="*/ 52854 h 121513"/>
                <a:gd name="connsiteX117" fmla="*/ 96928 w 111983"/>
                <a:gd name="connsiteY117" fmla="*/ 52854 h 121513"/>
                <a:gd name="connsiteX118" fmla="*/ 88673 w 111983"/>
                <a:gd name="connsiteY118" fmla="*/ 43898 h 121513"/>
                <a:gd name="connsiteX119" fmla="*/ 92569 w 111983"/>
                <a:gd name="connsiteY119" fmla="*/ 39421 h 121513"/>
                <a:gd name="connsiteX120" fmla="*/ 92801 w 111983"/>
                <a:gd name="connsiteY120" fmla="*/ 38411 h 121513"/>
                <a:gd name="connsiteX121" fmla="*/ 90899 w 111983"/>
                <a:gd name="connsiteY121" fmla="*/ 32484 h 121513"/>
                <a:gd name="connsiteX122" fmla="*/ 97114 w 111983"/>
                <a:gd name="connsiteY122" fmla="*/ 31562 h 121513"/>
                <a:gd name="connsiteX123" fmla="*/ 97578 w 111983"/>
                <a:gd name="connsiteY123" fmla="*/ 31387 h 121513"/>
                <a:gd name="connsiteX124" fmla="*/ 104256 w 111983"/>
                <a:gd name="connsiteY124" fmla="*/ 26997 h 121513"/>
                <a:gd name="connsiteX125" fmla="*/ 104766 w 111983"/>
                <a:gd name="connsiteY125" fmla="*/ 26075 h 121513"/>
                <a:gd name="connsiteX126" fmla="*/ 104766 w 111983"/>
                <a:gd name="connsiteY126" fmla="*/ 23880 h 121513"/>
                <a:gd name="connsiteX127" fmla="*/ 103653 w 111983"/>
                <a:gd name="connsiteY127" fmla="*/ 22782 h 121513"/>
                <a:gd name="connsiteX128" fmla="*/ 99247 w 111983"/>
                <a:gd name="connsiteY128" fmla="*/ 22563 h 121513"/>
                <a:gd name="connsiteX129" fmla="*/ 99247 w 111983"/>
                <a:gd name="connsiteY129" fmla="*/ 17207 h 121513"/>
                <a:gd name="connsiteX130" fmla="*/ 104024 w 111983"/>
                <a:gd name="connsiteY130" fmla="*/ 15276 h 121513"/>
                <a:gd name="connsiteX131" fmla="*/ 104395 w 111983"/>
                <a:gd name="connsiteY131" fmla="*/ 15056 h 121513"/>
                <a:gd name="connsiteX132" fmla="*/ 111630 w 111983"/>
                <a:gd name="connsiteY132" fmla="*/ 8471 h 121513"/>
                <a:gd name="connsiteX133" fmla="*/ 111955 w 111983"/>
                <a:gd name="connsiteY133" fmla="*/ 7417 h 121513"/>
                <a:gd name="connsiteX134" fmla="*/ 111120 w 111983"/>
                <a:gd name="connsiteY134" fmla="*/ 4257 h 121513"/>
                <a:gd name="connsiteX135" fmla="*/ 110192 w 111983"/>
                <a:gd name="connsiteY135" fmla="*/ 832 h 121513"/>
                <a:gd name="connsiteX136" fmla="*/ 108801 w 111983"/>
                <a:gd name="connsiteY136" fmla="*/ 42 h 121513"/>
                <a:gd name="connsiteX137" fmla="*/ 107966 w 111983"/>
                <a:gd name="connsiteY137" fmla="*/ 1359 h 121513"/>
                <a:gd name="connsiteX138" fmla="*/ 108337 w 111983"/>
                <a:gd name="connsiteY138" fmla="*/ 2764 h 121513"/>
                <a:gd name="connsiteX139" fmla="*/ 109543 w 111983"/>
                <a:gd name="connsiteY139" fmla="*/ 7330 h 121513"/>
                <a:gd name="connsiteX140" fmla="*/ 102957 w 111983"/>
                <a:gd name="connsiteY140" fmla="*/ 13344 h 121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</a:cxnLst>
              <a:rect l="l" t="t" r="r" b="b"/>
              <a:pathLst>
                <a:path w="111983" h="121513">
                  <a:moveTo>
                    <a:pt x="103097" y="13432"/>
                  </a:moveTo>
                  <a:lnTo>
                    <a:pt x="97763" y="15539"/>
                  </a:lnTo>
                  <a:cubicBezTo>
                    <a:pt x="97346" y="15714"/>
                    <a:pt x="97068" y="16110"/>
                    <a:pt x="97068" y="16549"/>
                  </a:cubicBezTo>
                  <a:lnTo>
                    <a:pt x="97068" y="23660"/>
                  </a:lnTo>
                  <a:cubicBezTo>
                    <a:pt x="97068" y="24231"/>
                    <a:pt x="97531" y="24714"/>
                    <a:pt x="98181" y="24758"/>
                  </a:cubicBezTo>
                  <a:lnTo>
                    <a:pt x="102586" y="24977"/>
                  </a:lnTo>
                  <a:lnTo>
                    <a:pt x="102586" y="25548"/>
                  </a:lnTo>
                  <a:lnTo>
                    <a:pt x="96650" y="29455"/>
                  </a:lnTo>
                  <a:lnTo>
                    <a:pt x="89369" y="30509"/>
                  </a:lnTo>
                  <a:cubicBezTo>
                    <a:pt x="89044" y="30553"/>
                    <a:pt x="88720" y="30728"/>
                    <a:pt x="88580" y="30992"/>
                  </a:cubicBezTo>
                  <a:cubicBezTo>
                    <a:pt x="88441" y="31255"/>
                    <a:pt x="88349" y="31606"/>
                    <a:pt x="88441" y="31914"/>
                  </a:cubicBezTo>
                  <a:lnTo>
                    <a:pt x="90575" y="38499"/>
                  </a:lnTo>
                  <a:lnTo>
                    <a:pt x="86447" y="43240"/>
                  </a:lnTo>
                  <a:cubicBezTo>
                    <a:pt x="86076" y="43635"/>
                    <a:pt x="86076" y="44249"/>
                    <a:pt x="86447" y="44645"/>
                  </a:cubicBezTo>
                  <a:lnTo>
                    <a:pt x="98366" y="57507"/>
                  </a:lnTo>
                  <a:lnTo>
                    <a:pt x="94007" y="59351"/>
                  </a:lnTo>
                  <a:cubicBezTo>
                    <a:pt x="93728" y="59483"/>
                    <a:pt x="93497" y="59702"/>
                    <a:pt x="93357" y="60010"/>
                  </a:cubicBezTo>
                  <a:lnTo>
                    <a:pt x="92337" y="62951"/>
                  </a:lnTo>
                  <a:lnTo>
                    <a:pt x="87097" y="63917"/>
                  </a:lnTo>
                  <a:cubicBezTo>
                    <a:pt x="86865" y="63917"/>
                    <a:pt x="86633" y="64092"/>
                    <a:pt x="86494" y="64224"/>
                  </a:cubicBezTo>
                  <a:lnTo>
                    <a:pt x="83201" y="67560"/>
                  </a:lnTo>
                  <a:lnTo>
                    <a:pt x="65253" y="71336"/>
                  </a:lnTo>
                  <a:cubicBezTo>
                    <a:pt x="64743" y="71468"/>
                    <a:pt x="64325" y="71906"/>
                    <a:pt x="64325" y="72390"/>
                  </a:cubicBezTo>
                  <a:lnTo>
                    <a:pt x="64325" y="75814"/>
                  </a:lnTo>
                  <a:lnTo>
                    <a:pt x="62516" y="76604"/>
                  </a:lnTo>
                  <a:lnTo>
                    <a:pt x="58435" y="73004"/>
                  </a:lnTo>
                  <a:cubicBezTo>
                    <a:pt x="58435" y="73004"/>
                    <a:pt x="57972" y="72697"/>
                    <a:pt x="57693" y="72697"/>
                  </a:cubicBezTo>
                  <a:lnTo>
                    <a:pt x="47444" y="72433"/>
                  </a:lnTo>
                  <a:lnTo>
                    <a:pt x="43409" y="68614"/>
                  </a:lnTo>
                  <a:cubicBezTo>
                    <a:pt x="43409" y="68614"/>
                    <a:pt x="42992" y="68351"/>
                    <a:pt x="42760" y="68307"/>
                  </a:cubicBezTo>
                  <a:lnTo>
                    <a:pt x="34041" y="67209"/>
                  </a:lnTo>
                  <a:cubicBezTo>
                    <a:pt x="33577" y="67209"/>
                    <a:pt x="33113" y="67385"/>
                    <a:pt x="32881" y="67736"/>
                  </a:cubicBezTo>
                  <a:cubicBezTo>
                    <a:pt x="32649" y="68131"/>
                    <a:pt x="32696" y="68614"/>
                    <a:pt x="32974" y="68965"/>
                  </a:cubicBezTo>
                  <a:lnTo>
                    <a:pt x="40534" y="78491"/>
                  </a:lnTo>
                  <a:lnTo>
                    <a:pt x="39699" y="85208"/>
                  </a:lnTo>
                  <a:cubicBezTo>
                    <a:pt x="39699" y="85516"/>
                    <a:pt x="39745" y="85823"/>
                    <a:pt x="39977" y="86042"/>
                  </a:cubicBezTo>
                  <a:lnTo>
                    <a:pt x="44337" y="90696"/>
                  </a:lnTo>
                  <a:lnTo>
                    <a:pt x="44615" y="95261"/>
                  </a:lnTo>
                  <a:cubicBezTo>
                    <a:pt x="44615" y="95832"/>
                    <a:pt x="45125" y="96271"/>
                    <a:pt x="45681" y="96315"/>
                  </a:cubicBezTo>
                  <a:lnTo>
                    <a:pt x="53287" y="96798"/>
                  </a:lnTo>
                  <a:lnTo>
                    <a:pt x="53287" y="99739"/>
                  </a:lnTo>
                  <a:lnTo>
                    <a:pt x="43873" y="100968"/>
                  </a:lnTo>
                  <a:cubicBezTo>
                    <a:pt x="43316" y="101056"/>
                    <a:pt x="42853" y="101495"/>
                    <a:pt x="42853" y="102066"/>
                  </a:cubicBezTo>
                  <a:lnTo>
                    <a:pt x="42853" y="106061"/>
                  </a:lnTo>
                  <a:lnTo>
                    <a:pt x="40534" y="108651"/>
                  </a:lnTo>
                  <a:lnTo>
                    <a:pt x="40534" y="108651"/>
                  </a:lnTo>
                  <a:cubicBezTo>
                    <a:pt x="40534" y="108212"/>
                    <a:pt x="40302" y="107817"/>
                    <a:pt x="39884" y="107641"/>
                  </a:cubicBezTo>
                  <a:cubicBezTo>
                    <a:pt x="39467" y="107466"/>
                    <a:pt x="39003" y="107510"/>
                    <a:pt x="38679" y="107773"/>
                  </a:cubicBezTo>
                  <a:lnTo>
                    <a:pt x="33392" y="111724"/>
                  </a:lnTo>
                  <a:lnTo>
                    <a:pt x="29310" y="112514"/>
                  </a:lnTo>
                  <a:cubicBezTo>
                    <a:pt x="29078" y="112558"/>
                    <a:pt x="28847" y="112690"/>
                    <a:pt x="28661" y="112865"/>
                  </a:cubicBezTo>
                  <a:lnTo>
                    <a:pt x="22864" y="118836"/>
                  </a:lnTo>
                  <a:lnTo>
                    <a:pt x="21102" y="116992"/>
                  </a:lnTo>
                  <a:cubicBezTo>
                    <a:pt x="20823" y="116685"/>
                    <a:pt x="20360" y="116553"/>
                    <a:pt x="19942" y="116641"/>
                  </a:cubicBezTo>
                  <a:lnTo>
                    <a:pt x="9229" y="119231"/>
                  </a:lnTo>
                  <a:lnTo>
                    <a:pt x="1623" y="113261"/>
                  </a:lnTo>
                  <a:lnTo>
                    <a:pt x="1623" y="113655"/>
                  </a:lnTo>
                  <a:cubicBezTo>
                    <a:pt x="1623" y="113655"/>
                    <a:pt x="1623" y="113699"/>
                    <a:pt x="1623" y="113743"/>
                  </a:cubicBezTo>
                  <a:cubicBezTo>
                    <a:pt x="1623" y="113743"/>
                    <a:pt x="1623" y="113787"/>
                    <a:pt x="1623" y="113831"/>
                  </a:cubicBezTo>
                  <a:cubicBezTo>
                    <a:pt x="1623" y="113963"/>
                    <a:pt x="1530" y="114051"/>
                    <a:pt x="1484" y="114138"/>
                  </a:cubicBezTo>
                  <a:cubicBezTo>
                    <a:pt x="1438" y="114270"/>
                    <a:pt x="1438" y="114402"/>
                    <a:pt x="1299" y="114534"/>
                  </a:cubicBezTo>
                  <a:cubicBezTo>
                    <a:pt x="1206" y="114621"/>
                    <a:pt x="1067" y="114665"/>
                    <a:pt x="927" y="114753"/>
                  </a:cubicBezTo>
                  <a:cubicBezTo>
                    <a:pt x="835" y="114797"/>
                    <a:pt x="742" y="114928"/>
                    <a:pt x="603" y="114928"/>
                  </a:cubicBezTo>
                  <a:cubicBezTo>
                    <a:pt x="557" y="114928"/>
                    <a:pt x="464" y="114928"/>
                    <a:pt x="417" y="114928"/>
                  </a:cubicBezTo>
                  <a:lnTo>
                    <a:pt x="417" y="114928"/>
                  </a:lnTo>
                  <a:cubicBezTo>
                    <a:pt x="417" y="114928"/>
                    <a:pt x="0" y="114928"/>
                    <a:pt x="0" y="114928"/>
                  </a:cubicBezTo>
                  <a:lnTo>
                    <a:pt x="8070" y="121250"/>
                  </a:lnTo>
                  <a:cubicBezTo>
                    <a:pt x="8070" y="121250"/>
                    <a:pt x="8533" y="121513"/>
                    <a:pt x="8812" y="121513"/>
                  </a:cubicBezTo>
                  <a:cubicBezTo>
                    <a:pt x="8904" y="121513"/>
                    <a:pt x="8997" y="121513"/>
                    <a:pt x="9090" y="121513"/>
                  </a:cubicBezTo>
                  <a:lnTo>
                    <a:pt x="19710" y="118924"/>
                  </a:lnTo>
                  <a:lnTo>
                    <a:pt x="21844" y="121162"/>
                  </a:lnTo>
                  <a:cubicBezTo>
                    <a:pt x="22075" y="121382"/>
                    <a:pt x="22354" y="121513"/>
                    <a:pt x="22678" y="121513"/>
                  </a:cubicBezTo>
                  <a:lnTo>
                    <a:pt x="22678" y="121513"/>
                  </a:lnTo>
                  <a:cubicBezTo>
                    <a:pt x="23003" y="121513"/>
                    <a:pt x="23328" y="121382"/>
                    <a:pt x="23513" y="121162"/>
                  </a:cubicBezTo>
                  <a:lnTo>
                    <a:pt x="29913" y="114577"/>
                  </a:lnTo>
                  <a:lnTo>
                    <a:pt x="33902" y="113831"/>
                  </a:lnTo>
                  <a:cubicBezTo>
                    <a:pt x="33902" y="113831"/>
                    <a:pt x="34273" y="113743"/>
                    <a:pt x="34412" y="113612"/>
                  </a:cubicBezTo>
                  <a:lnTo>
                    <a:pt x="38029" y="110890"/>
                  </a:lnTo>
                  <a:lnTo>
                    <a:pt x="38029" y="111636"/>
                  </a:lnTo>
                  <a:cubicBezTo>
                    <a:pt x="38029" y="112119"/>
                    <a:pt x="38354" y="112514"/>
                    <a:pt x="38771" y="112646"/>
                  </a:cubicBezTo>
                  <a:cubicBezTo>
                    <a:pt x="39235" y="112821"/>
                    <a:pt x="39745" y="112646"/>
                    <a:pt x="40070" y="112339"/>
                  </a:cubicBezTo>
                  <a:lnTo>
                    <a:pt x="44708" y="107114"/>
                  </a:lnTo>
                  <a:cubicBezTo>
                    <a:pt x="44708" y="107114"/>
                    <a:pt x="44986" y="106676"/>
                    <a:pt x="44986" y="106412"/>
                  </a:cubicBezTo>
                  <a:lnTo>
                    <a:pt x="44986" y="102988"/>
                  </a:lnTo>
                  <a:lnTo>
                    <a:pt x="54400" y="101758"/>
                  </a:lnTo>
                  <a:cubicBezTo>
                    <a:pt x="54957" y="101671"/>
                    <a:pt x="55421" y="101232"/>
                    <a:pt x="55421" y="100661"/>
                  </a:cubicBezTo>
                  <a:lnTo>
                    <a:pt x="55421" y="95744"/>
                  </a:lnTo>
                  <a:cubicBezTo>
                    <a:pt x="55421" y="95173"/>
                    <a:pt x="54957" y="94691"/>
                    <a:pt x="54354" y="94647"/>
                  </a:cubicBezTo>
                  <a:lnTo>
                    <a:pt x="46702" y="94164"/>
                  </a:lnTo>
                  <a:lnTo>
                    <a:pt x="46470" y="90213"/>
                  </a:lnTo>
                  <a:cubicBezTo>
                    <a:pt x="46470" y="89950"/>
                    <a:pt x="46331" y="89730"/>
                    <a:pt x="46192" y="89554"/>
                  </a:cubicBezTo>
                  <a:lnTo>
                    <a:pt x="41879" y="84989"/>
                  </a:lnTo>
                  <a:lnTo>
                    <a:pt x="42667" y="78360"/>
                  </a:lnTo>
                  <a:cubicBezTo>
                    <a:pt x="42667" y="78097"/>
                    <a:pt x="42621" y="77789"/>
                    <a:pt x="42435" y="77570"/>
                  </a:cubicBezTo>
                  <a:lnTo>
                    <a:pt x="36267" y="69799"/>
                  </a:lnTo>
                  <a:lnTo>
                    <a:pt x="41832" y="70502"/>
                  </a:lnTo>
                  <a:lnTo>
                    <a:pt x="45913" y="74365"/>
                  </a:lnTo>
                  <a:cubicBezTo>
                    <a:pt x="45913" y="74365"/>
                    <a:pt x="46424" y="74672"/>
                    <a:pt x="46702" y="74672"/>
                  </a:cubicBezTo>
                  <a:lnTo>
                    <a:pt x="56998" y="74936"/>
                  </a:lnTo>
                  <a:lnTo>
                    <a:pt x="61311" y="78755"/>
                  </a:lnTo>
                  <a:cubicBezTo>
                    <a:pt x="61635" y="79062"/>
                    <a:pt x="62146" y="79150"/>
                    <a:pt x="62563" y="78931"/>
                  </a:cubicBezTo>
                  <a:lnTo>
                    <a:pt x="65763" y="77570"/>
                  </a:lnTo>
                  <a:cubicBezTo>
                    <a:pt x="66180" y="77394"/>
                    <a:pt x="66459" y="76999"/>
                    <a:pt x="66459" y="76560"/>
                  </a:cubicBezTo>
                  <a:lnTo>
                    <a:pt x="66459" y="73311"/>
                  </a:lnTo>
                  <a:lnTo>
                    <a:pt x="83850" y="69668"/>
                  </a:lnTo>
                  <a:cubicBezTo>
                    <a:pt x="83850" y="69668"/>
                    <a:pt x="84267" y="69492"/>
                    <a:pt x="84453" y="69360"/>
                  </a:cubicBezTo>
                  <a:lnTo>
                    <a:pt x="87746" y="66068"/>
                  </a:lnTo>
                  <a:lnTo>
                    <a:pt x="93311" y="65058"/>
                  </a:lnTo>
                  <a:cubicBezTo>
                    <a:pt x="93728" y="64970"/>
                    <a:pt x="94053" y="64707"/>
                    <a:pt x="94192" y="64312"/>
                  </a:cubicBezTo>
                  <a:lnTo>
                    <a:pt x="95259" y="61195"/>
                  </a:lnTo>
                  <a:lnTo>
                    <a:pt x="100592" y="58912"/>
                  </a:lnTo>
                  <a:cubicBezTo>
                    <a:pt x="100917" y="58780"/>
                    <a:pt x="101149" y="58473"/>
                    <a:pt x="101242" y="58166"/>
                  </a:cubicBezTo>
                  <a:cubicBezTo>
                    <a:pt x="101334" y="57815"/>
                    <a:pt x="101242" y="57463"/>
                    <a:pt x="100963" y="57200"/>
                  </a:cubicBezTo>
                  <a:lnTo>
                    <a:pt x="98969" y="55049"/>
                  </a:lnTo>
                  <a:lnTo>
                    <a:pt x="96418" y="55049"/>
                  </a:lnTo>
                  <a:cubicBezTo>
                    <a:pt x="95769" y="55049"/>
                    <a:pt x="95259" y="54566"/>
                    <a:pt x="95259" y="53951"/>
                  </a:cubicBezTo>
                  <a:cubicBezTo>
                    <a:pt x="95259" y="53337"/>
                    <a:pt x="95769" y="52854"/>
                    <a:pt x="96418" y="52854"/>
                  </a:cubicBezTo>
                  <a:lnTo>
                    <a:pt x="96928" y="52854"/>
                  </a:lnTo>
                  <a:lnTo>
                    <a:pt x="88673" y="43898"/>
                  </a:lnTo>
                  <a:lnTo>
                    <a:pt x="92569" y="39421"/>
                  </a:lnTo>
                  <a:cubicBezTo>
                    <a:pt x="92801" y="39113"/>
                    <a:pt x="92894" y="38762"/>
                    <a:pt x="92801" y="38411"/>
                  </a:cubicBezTo>
                  <a:lnTo>
                    <a:pt x="90899" y="32484"/>
                  </a:lnTo>
                  <a:lnTo>
                    <a:pt x="97114" y="31562"/>
                  </a:lnTo>
                  <a:cubicBezTo>
                    <a:pt x="97114" y="31562"/>
                    <a:pt x="97439" y="31475"/>
                    <a:pt x="97578" y="31387"/>
                  </a:cubicBezTo>
                  <a:lnTo>
                    <a:pt x="104256" y="26997"/>
                  </a:lnTo>
                  <a:cubicBezTo>
                    <a:pt x="104581" y="26777"/>
                    <a:pt x="104766" y="26470"/>
                    <a:pt x="104766" y="26075"/>
                  </a:cubicBezTo>
                  <a:lnTo>
                    <a:pt x="104766" y="23880"/>
                  </a:lnTo>
                  <a:cubicBezTo>
                    <a:pt x="104766" y="23309"/>
                    <a:pt x="104302" y="22826"/>
                    <a:pt x="103653" y="22782"/>
                  </a:cubicBezTo>
                  <a:lnTo>
                    <a:pt x="99247" y="22563"/>
                  </a:lnTo>
                  <a:lnTo>
                    <a:pt x="99247" y="17207"/>
                  </a:lnTo>
                  <a:lnTo>
                    <a:pt x="104024" y="15276"/>
                  </a:lnTo>
                  <a:cubicBezTo>
                    <a:pt x="104024" y="15276"/>
                    <a:pt x="104256" y="15144"/>
                    <a:pt x="104395" y="15056"/>
                  </a:cubicBezTo>
                  <a:lnTo>
                    <a:pt x="111630" y="8471"/>
                  </a:lnTo>
                  <a:cubicBezTo>
                    <a:pt x="111908" y="8207"/>
                    <a:pt x="112047" y="7812"/>
                    <a:pt x="111955" y="7417"/>
                  </a:cubicBezTo>
                  <a:lnTo>
                    <a:pt x="111120" y="4257"/>
                  </a:lnTo>
                  <a:lnTo>
                    <a:pt x="110192" y="832"/>
                  </a:lnTo>
                  <a:cubicBezTo>
                    <a:pt x="110053" y="262"/>
                    <a:pt x="109404" y="-133"/>
                    <a:pt x="108801" y="42"/>
                  </a:cubicBezTo>
                  <a:cubicBezTo>
                    <a:pt x="108198" y="174"/>
                    <a:pt x="107781" y="788"/>
                    <a:pt x="107966" y="1359"/>
                  </a:cubicBezTo>
                  <a:lnTo>
                    <a:pt x="108337" y="2764"/>
                  </a:lnTo>
                  <a:lnTo>
                    <a:pt x="109543" y="7330"/>
                  </a:lnTo>
                  <a:lnTo>
                    <a:pt x="102957" y="133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8" name="Freeform: Shape 2217">
              <a:extLst>
                <a:ext uri="{FF2B5EF4-FFF2-40B4-BE49-F238E27FC236}">
                  <a16:creationId xmlns:a16="http://schemas.microsoft.com/office/drawing/2014/main" id="{EB4BA714-182A-0300-2F32-788B07C3B842}"/>
                </a:ext>
              </a:extLst>
            </p:cNvPr>
            <p:cNvSpPr>
              <a:spLocks/>
            </p:cNvSpPr>
            <p:nvPr/>
          </p:nvSpPr>
          <p:spPr>
            <a:xfrm>
              <a:off x="3950952" y="3810307"/>
              <a:ext cx="157675" cy="240743"/>
            </a:xfrm>
            <a:custGeom>
              <a:avLst/>
              <a:gdLst>
                <a:gd name="connsiteX0" fmla="*/ 30690 w 105635"/>
                <a:gd name="connsiteY0" fmla="*/ 0 h 161288"/>
                <a:gd name="connsiteX1" fmla="*/ 21415 w 105635"/>
                <a:gd name="connsiteY1" fmla="*/ 2458 h 161288"/>
                <a:gd name="connsiteX2" fmla="*/ 20673 w 105635"/>
                <a:gd name="connsiteY2" fmla="*/ 3117 h 161288"/>
                <a:gd name="connsiteX3" fmla="*/ 18076 w 105635"/>
                <a:gd name="connsiteY3" fmla="*/ 9482 h 161288"/>
                <a:gd name="connsiteX4" fmla="*/ 13948 w 105635"/>
                <a:gd name="connsiteY4" fmla="*/ 9482 h 161288"/>
                <a:gd name="connsiteX5" fmla="*/ 12974 w 105635"/>
                <a:gd name="connsiteY5" fmla="*/ 10009 h 161288"/>
                <a:gd name="connsiteX6" fmla="*/ 6017 w 105635"/>
                <a:gd name="connsiteY6" fmla="*/ 20765 h 161288"/>
                <a:gd name="connsiteX7" fmla="*/ 5832 w 105635"/>
                <a:gd name="connsiteY7" fmla="*/ 21335 h 161288"/>
                <a:gd name="connsiteX8" fmla="*/ 5832 w 105635"/>
                <a:gd name="connsiteY8" fmla="*/ 31476 h 161288"/>
                <a:gd name="connsiteX9" fmla="*/ 174 w 105635"/>
                <a:gd name="connsiteY9" fmla="*/ 40564 h 161288"/>
                <a:gd name="connsiteX10" fmla="*/ 174 w 105635"/>
                <a:gd name="connsiteY10" fmla="*/ 41661 h 161288"/>
                <a:gd name="connsiteX11" fmla="*/ 1194 w 105635"/>
                <a:gd name="connsiteY11" fmla="*/ 42232 h 161288"/>
                <a:gd name="connsiteX12" fmla="*/ 5832 w 105635"/>
                <a:gd name="connsiteY12" fmla="*/ 42232 h 161288"/>
                <a:gd name="connsiteX13" fmla="*/ 5832 w 105635"/>
                <a:gd name="connsiteY13" fmla="*/ 42759 h 161288"/>
                <a:gd name="connsiteX14" fmla="*/ 6991 w 105635"/>
                <a:gd name="connsiteY14" fmla="*/ 43856 h 161288"/>
                <a:gd name="connsiteX15" fmla="*/ 10794 w 105635"/>
                <a:gd name="connsiteY15" fmla="*/ 43856 h 161288"/>
                <a:gd name="connsiteX16" fmla="*/ 11026 w 105635"/>
                <a:gd name="connsiteY16" fmla="*/ 49651 h 161288"/>
                <a:gd name="connsiteX17" fmla="*/ 11351 w 105635"/>
                <a:gd name="connsiteY17" fmla="*/ 50397 h 161288"/>
                <a:gd name="connsiteX18" fmla="*/ 15061 w 105635"/>
                <a:gd name="connsiteY18" fmla="*/ 53909 h 161288"/>
                <a:gd name="connsiteX19" fmla="*/ 14226 w 105635"/>
                <a:gd name="connsiteY19" fmla="*/ 67957 h 161288"/>
                <a:gd name="connsiteX20" fmla="*/ 14551 w 105635"/>
                <a:gd name="connsiteY20" fmla="*/ 68791 h 161288"/>
                <a:gd name="connsiteX21" fmla="*/ 15386 w 105635"/>
                <a:gd name="connsiteY21" fmla="*/ 69143 h 161288"/>
                <a:gd name="connsiteX22" fmla="*/ 19467 w 105635"/>
                <a:gd name="connsiteY22" fmla="*/ 69143 h 161288"/>
                <a:gd name="connsiteX23" fmla="*/ 20951 w 105635"/>
                <a:gd name="connsiteY23" fmla="*/ 73840 h 161288"/>
                <a:gd name="connsiteX24" fmla="*/ 22064 w 105635"/>
                <a:gd name="connsiteY24" fmla="*/ 74630 h 161288"/>
                <a:gd name="connsiteX25" fmla="*/ 47618 w 105635"/>
                <a:gd name="connsiteY25" fmla="*/ 74630 h 161288"/>
                <a:gd name="connsiteX26" fmla="*/ 52673 w 105635"/>
                <a:gd name="connsiteY26" fmla="*/ 76649 h 161288"/>
                <a:gd name="connsiteX27" fmla="*/ 65241 w 105635"/>
                <a:gd name="connsiteY27" fmla="*/ 88854 h 161288"/>
                <a:gd name="connsiteX28" fmla="*/ 66772 w 105635"/>
                <a:gd name="connsiteY28" fmla="*/ 88942 h 161288"/>
                <a:gd name="connsiteX29" fmla="*/ 69091 w 105635"/>
                <a:gd name="connsiteY29" fmla="*/ 87229 h 161288"/>
                <a:gd name="connsiteX30" fmla="*/ 86297 w 105635"/>
                <a:gd name="connsiteY30" fmla="*/ 86439 h 161288"/>
                <a:gd name="connsiteX31" fmla="*/ 93021 w 105635"/>
                <a:gd name="connsiteY31" fmla="*/ 86703 h 161288"/>
                <a:gd name="connsiteX32" fmla="*/ 93995 w 105635"/>
                <a:gd name="connsiteY32" fmla="*/ 89424 h 161288"/>
                <a:gd name="connsiteX33" fmla="*/ 91955 w 105635"/>
                <a:gd name="connsiteY33" fmla="*/ 91137 h 161288"/>
                <a:gd name="connsiteX34" fmla="*/ 91584 w 105635"/>
                <a:gd name="connsiteY34" fmla="*/ 91883 h 161288"/>
                <a:gd name="connsiteX35" fmla="*/ 91305 w 105635"/>
                <a:gd name="connsiteY35" fmla="*/ 94824 h 161288"/>
                <a:gd name="connsiteX36" fmla="*/ 87456 w 105635"/>
                <a:gd name="connsiteY36" fmla="*/ 99214 h 161288"/>
                <a:gd name="connsiteX37" fmla="*/ 87178 w 105635"/>
                <a:gd name="connsiteY37" fmla="*/ 99917 h 161288"/>
                <a:gd name="connsiteX38" fmla="*/ 87178 w 105635"/>
                <a:gd name="connsiteY38" fmla="*/ 114184 h 161288"/>
                <a:gd name="connsiteX39" fmla="*/ 87178 w 105635"/>
                <a:gd name="connsiteY39" fmla="*/ 114448 h 161288"/>
                <a:gd name="connsiteX40" fmla="*/ 95340 w 105635"/>
                <a:gd name="connsiteY40" fmla="*/ 128276 h 161288"/>
                <a:gd name="connsiteX41" fmla="*/ 87456 w 105635"/>
                <a:gd name="connsiteY41" fmla="*/ 136749 h 161288"/>
                <a:gd name="connsiteX42" fmla="*/ 87270 w 105635"/>
                <a:gd name="connsiteY42" fmla="*/ 137934 h 161288"/>
                <a:gd name="connsiteX43" fmla="*/ 88337 w 105635"/>
                <a:gd name="connsiteY43" fmla="*/ 138593 h 161288"/>
                <a:gd name="connsiteX44" fmla="*/ 92975 w 105635"/>
                <a:gd name="connsiteY44" fmla="*/ 138593 h 161288"/>
                <a:gd name="connsiteX45" fmla="*/ 98169 w 105635"/>
                <a:gd name="connsiteY45" fmla="*/ 144738 h 161288"/>
                <a:gd name="connsiteX46" fmla="*/ 98169 w 105635"/>
                <a:gd name="connsiteY46" fmla="*/ 150094 h 161288"/>
                <a:gd name="connsiteX47" fmla="*/ 98679 w 105635"/>
                <a:gd name="connsiteY47" fmla="*/ 151016 h 161288"/>
                <a:gd name="connsiteX48" fmla="*/ 102018 w 105635"/>
                <a:gd name="connsiteY48" fmla="*/ 153211 h 161288"/>
                <a:gd name="connsiteX49" fmla="*/ 103178 w 105635"/>
                <a:gd name="connsiteY49" fmla="*/ 160279 h 161288"/>
                <a:gd name="connsiteX50" fmla="*/ 104523 w 105635"/>
                <a:gd name="connsiteY50" fmla="*/ 160279 h 161288"/>
                <a:gd name="connsiteX51" fmla="*/ 105636 w 105635"/>
                <a:gd name="connsiteY51" fmla="*/ 161289 h 161288"/>
                <a:gd name="connsiteX52" fmla="*/ 105636 w 105635"/>
                <a:gd name="connsiteY52" fmla="*/ 161201 h 161288"/>
                <a:gd name="connsiteX53" fmla="*/ 105636 w 105635"/>
                <a:gd name="connsiteY53" fmla="*/ 160806 h 161288"/>
                <a:gd name="connsiteX54" fmla="*/ 104198 w 105635"/>
                <a:gd name="connsiteY54" fmla="*/ 152421 h 161288"/>
                <a:gd name="connsiteX55" fmla="*/ 103734 w 105635"/>
                <a:gd name="connsiteY55" fmla="*/ 151675 h 161288"/>
                <a:gd name="connsiteX56" fmla="*/ 100488 w 105635"/>
                <a:gd name="connsiteY56" fmla="*/ 149524 h 161288"/>
                <a:gd name="connsiteX57" fmla="*/ 100488 w 105635"/>
                <a:gd name="connsiteY57" fmla="*/ 144343 h 161288"/>
                <a:gd name="connsiteX58" fmla="*/ 100256 w 105635"/>
                <a:gd name="connsiteY58" fmla="*/ 143641 h 161288"/>
                <a:gd name="connsiteX59" fmla="*/ 94459 w 105635"/>
                <a:gd name="connsiteY59" fmla="*/ 136793 h 161288"/>
                <a:gd name="connsiteX60" fmla="*/ 93531 w 105635"/>
                <a:gd name="connsiteY60" fmla="*/ 136398 h 161288"/>
                <a:gd name="connsiteX61" fmla="*/ 90888 w 105635"/>
                <a:gd name="connsiteY61" fmla="*/ 136398 h 161288"/>
                <a:gd name="connsiteX62" fmla="*/ 97891 w 105635"/>
                <a:gd name="connsiteY62" fmla="*/ 128891 h 161288"/>
                <a:gd name="connsiteX63" fmla="*/ 98169 w 105635"/>
                <a:gd name="connsiteY63" fmla="*/ 128056 h 161288"/>
                <a:gd name="connsiteX64" fmla="*/ 97705 w 105635"/>
                <a:gd name="connsiteY64" fmla="*/ 127310 h 161288"/>
                <a:gd name="connsiteX65" fmla="*/ 89450 w 105635"/>
                <a:gd name="connsiteY65" fmla="*/ 114052 h 161288"/>
                <a:gd name="connsiteX66" fmla="*/ 89450 w 105635"/>
                <a:gd name="connsiteY66" fmla="*/ 100312 h 161288"/>
                <a:gd name="connsiteX67" fmla="*/ 93253 w 105635"/>
                <a:gd name="connsiteY67" fmla="*/ 95965 h 161288"/>
                <a:gd name="connsiteX68" fmla="*/ 93531 w 105635"/>
                <a:gd name="connsiteY68" fmla="*/ 95351 h 161288"/>
                <a:gd name="connsiteX69" fmla="*/ 93763 w 105635"/>
                <a:gd name="connsiteY69" fmla="*/ 92497 h 161288"/>
                <a:gd name="connsiteX70" fmla="*/ 96036 w 105635"/>
                <a:gd name="connsiteY70" fmla="*/ 90610 h 161288"/>
                <a:gd name="connsiteX71" fmla="*/ 96360 w 105635"/>
                <a:gd name="connsiteY71" fmla="*/ 89424 h 161288"/>
                <a:gd name="connsiteX72" fmla="*/ 94923 w 105635"/>
                <a:gd name="connsiteY72" fmla="*/ 85298 h 161288"/>
                <a:gd name="connsiteX73" fmla="*/ 93856 w 105635"/>
                <a:gd name="connsiteY73" fmla="*/ 84552 h 161288"/>
                <a:gd name="connsiteX74" fmla="*/ 86204 w 105635"/>
                <a:gd name="connsiteY74" fmla="*/ 84288 h 161288"/>
                <a:gd name="connsiteX75" fmla="*/ 68534 w 105635"/>
                <a:gd name="connsiteY75" fmla="*/ 85122 h 161288"/>
                <a:gd name="connsiteX76" fmla="*/ 67885 w 105635"/>
                <a:gd name="connsiteY76" fmla="*/ 85342 h 161288"/>
                <a:gd name="connsiteX77" fmla="*/ 66076 w 105635"/>
                <a:gd name="connsiteY77" fmla="*/ 86659 h 161288"/>
                <a:gd name="connsiteX78" fmla="*/ 54064 w 105635"/>
                <a:gd name="connsiteY78" fmla="*/ 75025 h 161288"/>
                <a:gd name="connsiteX79" fmla="*/ 53693 w 105635"/>
                <a:gd name="connsiteY79" fmla="*/ 74762 h 161288"/>
                <a:gd name="connsiteX80" fmla="*/ 48174 w 105635"/>
                <a:gd name="connsiteY80" fmla="*/ 72567 h 161288"/>
                <a:gd name="connsiteX81" fmla="*/ 47711 w 105635"/>
                <a:gd name="connsiteY81" fmla="*/ 72479 h 161288"/>
                <a:gd name="connsiteX82" fmla="*/ 22760 w 105635"/>
                <a:gd name="connsiteY82" fmla="*/ 72479 h 161288"/>
                <a:gd name="connsiteX83" fmla="*/ 21276 w 105635"/>
                <a:gd name="connsiteY83" fmla="*/ 67782 h 161288"/>
                <a:gd name="connsiteX84" fmla="*/ 20163 w 105635"/>
                <a:gd name="connsiteY84" fmla="*/ 66992 h 161288"/>
                <a:gd name="connsiteX85" fmla="*/ 16452 w 105635"/>
                <a:gd name="connsiteY85" fmla="*/ 66992 h 161288"/>
                <a:gd name="connsiteX86" fmla="*/ 17241 w 105635"/>
                <a:gd name="connsiteY86" fmla="*/ 53602 h 161288"/>
                <a:gd name="connsiteX87" fmla="*/ 16916 w 105635"/>
                <a:gd name="connsiteY87" fmla="*/ 52768 h 161288"/>
                <a:gd name="connsiteX88" fmla="*/ 13160 w 105635"/>
                <a:gd name="connsiteY88" fmla="*/ 49212 h 161288"/>
                <a:gd name="connsiteX89" fmla="*/ 12881 w 105635"/>
                <a:gd name="connsiteY89" fmla="*/ 42803 h 161288"/>
                <a:gd name="connsiteX90" fmla="*/ 11722 w 105635"/>
                <a:gd name="connsiteY90" fmla="*/ 41749 h 161288"/>
                <a:gd name="connsiteX91" fmla="*/ 7965 w 105635"/>
                <a:gd name="connsiteY91" fmla="*/ 41749 h 161288"/>
                <a:gd name="connsiteX92" fmla="*/ 7965 w 105635"/>
                <a:gd name="connsiteY92" fmla="*/ 41222 h 161288"/>
                <a:gd name="connsiteX93" fmla="*/ 6806 w 105635"/>
                <a:gd name="connsiteY93" fmla="*/ 40125 h 161288"/>
                <a:gd name="connsiteX94" fmla="*/ 3049 w 105635"/>
                <a:gd name="connsiteY94" fmla="*/ 40125 h 161288"/>
                <a:gd name="connsiteX95" fmla="*/ 7826 w 105635"/>
                <a:gd name="connsiteY95" fmla="*/ 32442 h 161288"/>
                <a:gd name="connsiteX96" fmla="*/ 7965 w 105635"/>
                <a:gd name="connsiteY96" fmla="*/ 31871 h 161288"/>
                <a:gd name="connsiteX97" fmla="*/ 7965 w 105635"/>
                <a:gd name="connsiteY97" fmla="*/ 21731 h 161288"/>
                <a:gd name="connsiteX98" fmla="*/ 14412 w 105635"/>
                <a:gd name="connsiteY98" fmla="*/ 11765 h 161288"/>
                <a:gd name="connsiteX99" fmla="*/ 18678 w 105635"/>
                <a:gd name="connsiteY99" fmla="*/ 11765 h 161288"/>
                <a:gd name="connsiteX100" fmla="*/ 19745 w 105635"/>
                <a:gd name="connsiteY100" fmla="*/ 11063 h 161288"/>
                <a:gd name="connsiteX101" fmla="*/ 22435 w 105635"/>
                <a:gd name="connsiteY101" fmla="*/ 4522 h 161288"/>
                <a:gd name="connsiteX102" fmla="*/ 28789 w 105635"/>
                <a:gd name="connsiteY102" fmla="*/ 2810 h 161288"/>
                <a:gd name="connsiteX103" fmla="*/ 30968 w 105635"/>
                <a:gd name="connsiteY103" fmla="*/ 2239 h 161288"/>
                <a:gd name="connsiteX104" fmla="*/ 36905 w 105635"/>
                <a:gd name="connsiteY104" fmla="*/ 2239 h 161288"/>
                <a:gd name="connsiteX105" fmla="*/ 38064 w 105635"/>
                <a:gd name="connsiteY105" fmla="*/ 1141 h 161288"/>
                <a:gd name="connsiteX106" fmla="*/ 36905 w 105635"/>
                <a:gd name="connsiteY106" fmla="*/ 44 h 161288"/>
                <a:gd name="connsiteX107" fmla="*/ 30829 w 105635"/>
                <a:gd name="connsiteY107" fmla="*/ 44 h 161288"/>
                <a:gd name="connsiteX108" fmla="*/ 30505 w 105635"/>
                <a:gd name="connsiteY108" fmla="*/ 44 h 161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105635" h="161288">
                  <a:moveTo>
                    <a:pt x="30690" y="0"/>
                  </a:moveTo>
                  <a:lnTo>
                    <a:pt x="21415" y="2458"/>
                  </a:lnTo>
                  <a:cubicBezTo>
                    <a:pt x="21044" y="2546"/>
                    <a:pt x="20765" y="2810"/>
                    <a:pt x="20673" y="3117"/>
                  </a:cubicBezTo>
                  <a:lnTo>
                    <a:pt x="18076" y="9482"/>
                  </a:lnTo>
                  <a:lnTo>
                    <a:pt x="13948" y="9482"/>
                  </a:lnTo>
                  <a:cubicBezTo>
                    <a:pt x="13531" y="9482"/>
                    <a:pt x="13160" y="9658"/>
                    <a:pt x="12974" y="10009"/>
                  </a:cubicBezTo>
                  <a:lnTo>
                    <a:pt x="6017" y="20765"/>
                  </a:lnTo>
                  <a:cubicBezTo>
                    <a:pt x="6017" y="20765"/>
                    <a:pt x="5832" y="21116"/>
                    <a:pt x="5832" y="21335"/>
                  </a:cubicBezTo>
                  <a:lnTo>
                    <a:pt x="5832" y="31476"/>
                  </a:lnTo>
                  <a:lnTo>
                    <a:pt x="174" y="40564"/>
                  </a:lnTo>
                  <a:cubicBezTo>
                    <a:pt x="-58" y="40915"/>
                    <a:pt x="-58" y="41310"/>
                    <a:pt x="174" y="41661"/>
                  </a:cubicBezTo>
                  <a:cubicBezTo>
                    <a:pt x="360" y="42012"/>
                    <a:pt x="777" y="42232"/>
                    <a:pt x="1194" y="42232"/>
                  </a:cubicBezTo>
                  <a:lnTo>
                    <a:pt x="5832" y="42232"/>
                  </a:lnTo>
                  <a:lnTo>
                    <a:pt x="5832" y="42759"/>
                  </a:lnTo>
                  <a:cubicBezTo>
                    <a:pt x="5832" y="43373"/>
                    <a:pt x="6342" y="43856"/>
                    <a:pt x="6991" y="43856"/>
                  </a:cubicBezTo>
                  <a:lnTo>
                    <a:pt x="10794" y="43856"/>
                  </a:lnTo>
                  <a:lnTo>
                    <a:pt x="11026" y="49651"/>
                  </a:lnTo>
                  <a:cubicBezTo>
                    <a:pt x="11026" y="49914"/>
                    <a:pt x="11165" y="50178"/>
                    <a:pt x="11351" y="50397"/>
                  </a:cubicBezTo>
                  <a:lnTo>
                    <a:pt x="15061" y="53909"/>
                  </a:lnTo>
                  <a:lnTo>
                    <a:pt x="14226" y="67957"/>
                  </a:lnTo>
                  <a:cubicBezTo>
                    <a:pt x="14226" y="68265"/>
                    <a:pt x="14319" y="68572"/>
                    <a:pt x="14551" y="68791"/>
                  </a:cubicBezTo>
                  <a:cubicBezTo>
                    <a:pt x="14783" y="69011"/>
                    <a:pt x="15061" y="69143"/>
                    <a:pt x="15386" y="69143"/>
                  </a:cubicBezTo>
                  <a:lnTo>
                    <a:pt x="19467" y="69143"/>
                  </a:lnTo>
                  <a:lnTo>
                    <a:pt x="20951" y="73840"/>
                  </a:lnTo>
                  <a:cubicBezTo>
                    <a:pt x="21090" y="74323"/>
                    <a:pt x="21554" y="74630"/>
                    <a:pt x="22064" y="74630"/>
                  </a:cubicBezTo>
                  <a:lnTo>
                    <a:pt x="47618" y="74630"/>
                  </a:lnTo>
                  <a:lnTo>
                    <a:pt x="52673" y="76649"/>
                  </a:lnTo>
                  <a:lnTo>
                    <a:pt x="65241" y="88854"/>
                  </a:lnTo>
                  <a:cubicBezTo>
                    <a:pt x="65659" y="89249"/>
                    <a:pt x="66308" y="89293"/>
                    <a:pt x="66772" y="88942"/>
                  </a:cubicBezTo>
                  <a:lnTo>
                    <a:pt x="69091" y="87229"/>
                  </a:lnTo>
                  <a:lnTo>
                    <a:pt x="86297" y="86439"/>
                  </a:lnTo>
                  <a:lnTo>
                    <a:pt x="93021" y="86703"/>
                  </a:lnTo>
                  <a:lnTo>
                    <a:pt x="93995" y="89424"/>
                  </a:lnTo>
                  <a:lnTo>
                    <a:pt x="91955" y="91137"/>
                  </a:lnTo>
                  <a:cubicBezTo>
                    <a:pt x="91955" y="91137"/>
                    <a:pt x="91584" y="91575"/>
                    <a:pt x="91584" y="91883"/>
                  </a:cubicBezTo>
                  <a:lnTo>
                    <a:pt x="91305" y="94824"/>
                  </a:lnTo>
                  <a:lnTo>
                    <a:pt x="87456" y="99214"/>
                  </a:lnTo>
                  <a:cubicBezTo>
                    <a:pt x="87456" y="99214"/>
                    <a:pt x="87178" y="99653"/>
                    <a:pt x="87178" y="99917"/>
                  </a:cubicBezTo>
                  <a:lnTo>
                    <a:pt x="87178" y="114184"/>
                  </a:lnTo>
                  <a:cubicBezTo>
                    <a:pt x="87178" y="114184"/>
                    <a:pt x="87178" y="114360"/>
                    <a:pt x="87178" y="114448"/>
                  </a:cubicBezTo>
                  <a:cubicBezTo>
                    <a:pt x="87270" y="114842"/>
                    <a:pt x="89682" y="123491"/>
                    <a:pt x="95340" y="128276"/>
                  </a:cubicBezTo>
                  <a:lnTo>
                    <a:pt x="87456" y="136749"/>
                  </a:lnTo>
                  <a:cubicBezTo>
                    <a:pt x="87178" y="137056"/>
                    <a:pt x="87085" y="137539"/>
                    <a:pt x="87270" y="137934"/>
                  </a:cubicBezTo>
                  <a:cubicBezTo>
                    <a:pt x="87456" y="138329"/>
                    <a:pt x="87873" y="138593"/>
                    <a:pt x="88337" y="138593"/>
                  </a:cubicBezTo>
                  <a:lnTo>
                    <a:pt x="92975" y="138593"/>
                  </a:lnTo>
                  <a:lnTo>
                    <a:pt x="98169" y="144738"/>
                  </a:lnTo>
                  <a:lnTo>
                    <a:pt x="98169" y="150094"/>
                  </a:lnTo>
                  <a:cubicBezTo>
                    <a:pt x="98169" y="150446"/>
                    <a:pt x="98355" y="150797"/>
                    <a:pt x="98679" y="151016"/>
                  </a:cubicBezTo>
                  <a:lnTo>
                    <a:pt x="102018" y="153211"/>
                  </a:lnTo>
                  <a:lnTo>
                    <a:pt x="103178" y="160279"/>
                  </a:lnTo>
                  <a:lnTo>
                    <a:pt x="104523" y="160279"/>
                  </a:lnTo>
                  <a:cubicBezTo>
                    <a:pt x="105126" y="160279"/>
                    <a:pt x="105589" y="160718"/>
                    <a:pt x="105636" y="161289"/>
                  </a:cubicBezTo>
                  <a:cubicBezTo>
                    <a:pt x="105636" y="161289"/>
                    <a:pt x="105636" y="161245"/>
                    <a:pt x="105636" y="161201"/>
                  </a:cubicBezTo>
                  <a:lnTo>
                    <a:pt x="105636" y="160806"/>
                  </a:lnTo>
                  <a:cubicBezTo>
                    <a:pt x="105636" y="160806"/>
                    <a:pt x="104198" y="152421"/>
                    <a:pt x="104198" y="152421"/>
                  </a:cubicBezTo>
                  <a:cubicBezTo>
                    <a:pt x="104152" y="152114"/>
                    <a:pt x="103966" y="151850"/>
                    <a:pt x="103734" y="151675"/>
                  </a:cubicBezTo>
                  <a:lnTo>
                    <a:pt x="100488" y="149524"/>
                  </a:lnTo>
                  <a:lnTo>
                    <a:pt x="100488" y="144343"/>
                  </a:lnTo>
                  <a:cubicBezTo>
                    <a:pt x="100488" y="144080"/>
                    <a:pt x="100395" y="143861"/>
                    <a:pt x="100256" y="143641"/>
                  </a:cubicBezTo>
                  <a:lnTo>
                    <a:pt x="94459" y="136793"/>
                  </a:lnTo>
                  <a:cubicBezTo>
                    <a:pt x="94227" y="136529"/>
                    <a:pt x="93902" y="136398"/>
                    <a:pt x="93531" y="136398"/>
                  </a:cubicBezTo>
                  <a:lnTo>
                    <a:pt x="90888" y="136398"/>
                  </a:lnTo>
                  <a:lnTo>
                    <a:pt x="97891" y="128891"/>
                  </a:lnTo>
                  <a:cubicBezTo>
                    <a:pt x="98123" y="128671"/>
                    <a:pt x="98215" y="128364"/>
                    <a:pt x="98169" y="128056"/>
                  </a:cubicBezTo>
                  <a:cubicBezTo>
                    <a:pt x="98169" y="127749"/>
                    <a:pt x="97984" y="127486"/>
                    <a:pt x="97705" y="127310"/>
                  </a:cubicBezTo>
                  <a:cubicBezTo>
                    <a:pt x="92372" y="123491"/>
                    <a:pt x="89821" y="115194"/>
                    <a:pt x="89450" y="114052"/>
                  </a:cubicBezTo>
                  <a:lnTo>
                    <a:pt x="89450" y="100312"/>
                  </a:lnTo>
                  <a:lnTo>
                    <a:pt x="93253" y="95965"/>
                  </a:lnTo>
                  <a:cubicBezTo>
                    <a:pt x="93253" y="95965"/>
                    <a:pt x="93485" y="95571"/>
                    <a:pt x="93531" y="95351"/>
                  </a:cubicBezTo>
                  <a:lnTo>
                    <a:pt x="93763" y="92497"/>
                  </a:lnTo>
                  <a:lnTo>
                    <a:pt x="96036" y="90610"/>
                  </a:lnTo>
                  <a:cubicBezTo>
                    <a:pt x="96360" y="90302"/>
                    <a:pt x="96500" y="89863"/>
                    <a:pt x="96360" y="89424"/>
                  </a:cubicBezTo>
                  <a:lnTo>
                    <a:pt x="94923" y="85298"/>
                  </a:lnTo>
                  <a:cubicBezTo>
                    <a:pt x="94784" y="84859"/>
                    <a:pt x="94366" y="84552"/>
                    <a:pt x="93856" y="84552"/>
                  </a:cubicBezTo>
                  <a:lnTo>
                    <a:pt x="86204" y="84288"/>
                  </a:lnTo>
                  <a:lnTo>
                    <a:pt x="68534" y="85122"/>
                  </a:lnTo>
                  <a:cubicBezTo>
                    <a:pt x="68302" y="85122"/>
                    <a:pt x="68070" y="85210"/>
                    <a:pt x="67885" y="85342"/>
                  </a:cubicBezTo>
                  <a:lnTo>
                    <a:pt x="66076" y="86659"/>
                  </a:lnTo>
                  <a:lnTo>
                    <a:pt x="54064" y="75025"/>
                  </a:lnTo>
                  <a:cubicBezTo>
                    <a:pt x="54064" y="75025"/>
                    <a:pt x="53833" y="74850"/>
                    <a:pt x="53693" y="74762"/>
                  </a:cubicBezTo>
                  <a:lnTo>
                    <a:pt x="48174" y="72567"/>
                  </a:lnTo>
                  <a:cubicBezTo>
                    <a:pt x="48174" y="72567"/>
                    <a:pt x="47896" y="72479"/>
                    <a:pt x="47711" y="72479"/>
                  </a:cubicBezTo>
                  <a:lnTo>
                    <a:pt x="22760" y="72479"/>
                  </a:lnTo>
                  <a:lnTo>
                    <a:pt x="21276" y="67782"/>
                  </a:lnTo>
                  <a:cubicBezTo>
                    <a:pt x="21136" y="67299"/>
                    <a:pt x="20673" y="66992"/>
                    <a:pt x="20163" y="66992"/>
                  </a:cubicBezTo>
                  <a:lnTo>
                    <a:pt x="16452" y="66992"/>
                  </a:lnTo>
                  <a:lnTo>
                    <a:pt x="17241" y="53602"/>
                  </a:lnTo>
                  <a:cubicBezTo>
                    <a:pt x="17241" y="53295"/>
                    <a:pt x="17148" y="52987"/>
                    <a:pt x="16916" y="52768"/>
                  </a:cubicBezTo>
                  <a:lnTo>
                    <a:pt x="13160" y="49212"/>
                  </a:lnTo>
                  <a:lnTo>
                    <a:pt x="12881" y="42803"/>
                  </a:lnTo>
                  <a:cubicBezTo>
                    <a:pt x="12881" y="42232"/>
                    <a:pt x="12325" y="41749"/>
                    <a:pt x="11722" y="41749"/>
                  </a:cubicBezTo>
                  <a:lnTo>
                    <a:pt x="7965" y="41749"/>
                  </a:lnTo>
                  <a:lnTo>
                    <a:pt x="7965" y="41222"/>
                  </a:lnTo>
                  <a:cubicBezTo>
                    <a:pt x="7965" y="40608"/>
                    <a:pt x="7455" y="40125"/>
                    <a:pt x="6806" y="40125"/>
                  </a:cubicBezTo>
                  <a:lnTo>
                    <a:pt x="3049" y="40125"/>
                  </a:lnTo>
                  <a:lnTo>
                    <a:pt x="7826" y="32442"/>
                  </a:lnTo>
                  <a:cubicBezTo>
                    <a:pt x="7826" y="32442"/>
                    <a:pt x="7965" y="32091"/>
                    <a:pt x="7965" y="31871"/>
                  </a:cubicBezTo>
                  <a:lnTo>
                    <a:pt x="7965" y="21731"/>
                  </a:lnTo>
                  <a:lnTo>
                    <a:pt x="14412" y="11765"/>
                  </a:lnTo>
                  <a:lnTo>
                    <a:pt x="18678" y="11765"/>
                  </a:lnTo>
                  <a:cubicBezTo>
                    <a:pt x="19142" y="11765"/>
                    <a:pt x="19606" y="11502"/>
                    <a:pt x="19745" y="11063"/>
                  </a:cubicBezTo>
                  <a:lnTo>
                    <a:pt x="22435" y="4522"/>
                  </a:lnTo>
                  <a:lnTo>
                    <a:pt x="28789" y="2810"/>
                  </a:lnTo>
                  <a:lnTo>
                    <a:pt x="30968" y="2239"/>
                  </a:lnTo>
                  <a:lnTo>
                    <a:pt x="36905" y="2239"/>
                  </a:lnTo>
                  <a:cubicBezTo>
                    <a:pt x="37554" y="2239"/>
                    <a:pt x="38064" y="1756"/>
                    <a:pt x="38064" y="1141"/>
                  </a:cubicBezTo>
                  <a:cubicBezTo>
                    <a:pt x="38064" y="527"/>
                    <a:pt x="37554" y="44"/>
                    <a:pt x="36905" y="44"/>
                  </a:cubicBezTo>
                  <a:lnTo>
                    <a:pt x="30829" y="44"/>
                  </a:lnTo>
                  <a:cubicBezTo>
                    <a:pt x="30829" y="44"/>
                    <a:pt x="30597" y="44"/>
                    <a:pt x="30505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9" name="Freeform: Shape 2218">
              <a:extLst>
                <a:ext uri="{FF2B5EF4-FFF2-40B4-BE49-F238E27FC236}">
                  <a16:creationId xmlns:a16="http://schemas.microsoft.com/office/drawing/2014/main" id="{D659953D-0F7F-1CDB-A69A-88D999D2758C}"/>
                </a:ext>
              </a:extLst>
            </p:cNvPr>
            <p:cNvSpPr>
              <a:spLocks/>
            </p:cNvSpPr>
            <p:nvPr/>
          </p:nvSpPr>
          <p:spPr>
            <a:xfrm>
              <a:off x="4108420" y="4051510"/>
              <a:ext cx="277" cy="589"/>
            </a:xfrm>
            <a:custGeom>
              <a:avLst/>
              <a:gdLst>
                <a:gd name="connsiteX0" fmla="*/ 186 w 185"/>
                <a:gd name="connsiteY0" fmla="*/ 0 h 394"/>
                <a:gd name="connsiteX1" fmla="*/ 0 w 185"/>
                <a:gd name="connsiteY1" fmla="*/ 395 h 394"/>
                <a:gd name="connsiteX2" fmla="*/ 186 w 185"/>
                <a:gd name="connsiteY2" fmla="*/ 0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4">
                  <a:moveTo>
                    <a:pt x="186" y="0"/>
                  </a:moveTo>
                  <a:cubicBezTo>
                    <a:pt x="186" y="0"/>
                    <a:pt x="93" y="263"/>
                    <a:pt x="0" y="395"/>
                  </a:cubicBezTo>
                  <a:cubicBezTo>
                    <a:pt x="93" y="307"/>
                    <a:pt x="139" y="176"/>
                    <a:pt x="18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0" name="Freeform: Shape 2219">
              <a:extLst>
                <a:ext uri="{FF2B5EF4-FFF2-40B4-BE49-F238E27FC236}">
                  <a16:creationId xmlns:a16="http://schemas.microsoft.com/office/drawing/2014/main" id="{AD72F276-93A1-5777-8231-16C09D56BC3D}"/>
                </a:ext>
              </a:extLst>
            </p:cNvPr>
            <p:cNvSpPr>
              <a:spLocks/>
            </p:cNvSpPr>
            <p:nvPr/>
          </p:nvSpPr>
          <p:spPr>
            <a:xfrm>
              <a:off x="4107105" y="4052429"/>
              <a:ext cx="762" cy="262"/>
            </a:xfrm>
            <a:custGeom>
              <a:avLst/>
              <a:gdLst>
                <a:gd name="connsiteX0" fmla="*/ 186 w 510"/>
                <a:gd name="connsiteY0" fmla="*/ 176 h 175"/>
                <a:gd name="connsiteX1" fmla="*/ 510 w 510"/>
                <a:gd name="connsiteY1" fmla="*/ 0 h 175"/>
                <a:gd name="connsiteX2" fmla="*/ 0 w 510"/>
                <a:gd name="connsiteY2" fmla="*/ 176 h 175"/>
                <a:gd name="connsiteX3" fmla="*/ 186 w 510"/>
                <a:gd name="connsiteY3" fmla="*/ 176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0" h="175">
                  <a:moveTo>
                    <a:pt x="186" y="176"/>
                  </a:moveTo>
                  <a:cubicBezTo>
                    <a:pt x="186" y="176"/>
                    <a:pt x="371" y="44"/>
                    <a:pt x="510" y="0"/>
                  </a:cubicBezTo>
                  <a:cubicBezTo>
                    <a:pt x="371" y="88"/>
                    <a:pt x="232" y="176"/>
                    <a:pt x="0" y="176"/>
                  </a:cubicBezTo>
                  <a:cubicBezTo>
                    <a:pt x="46" y="176"/>
                    <a:pt x="139" y="176"/>
                    <a:pt x="186" y="1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1" name="Freeform: Shape 2220">
              <a:extLst>
                <a:ext uri="{FF2B5EF4-FFF2-40B4-BE49-F238E27FC236}">
                  <a16:creationId xmlns:a16="http://schemas.microsoft.com/office/drawing/2014/main" id="{12987477-467D-EE63-CC72-DD4812D501C7}"/>
                </a:ext>
              </a:extLst>
            </p:cNvPr>
            <p:cNvSpPr>
              <a:spLocks/>
            </p:cNvSpPr>
            <p:nvPr/>
          </p:nvSpPr>
          <p:spPr>
            <a:xfrm>
              <a:off x="4043763" y="4293825"/>
              <a:ext cx="287168" cy="239566"/>
            </a:xfrm>
            <a:custGeom>
              <a:avLst/>
              <a:gdLst>
                <a:gd name="connsiteX0" fmla="*/ 417 w 192390"/>
                <a:gd name="connsiteY0" fmla="*/ 20283 h 160499"/>
                <a:gd name="connsiteX1" fmla="*/ 742 w 192390"/>
                <a:gd name="connsiteY1" fmla="*/ 20546 h 160499"/>
                <a:gd name="connsiteX2" fmla="*/ 881 w 192390"/>
                <a:gd name="connsiteY2" fmla="*/ 20634 h 160499"/>
                <a:gd name="connsiteX3" fmla="*/ 2133 w 192390"/>
                <a:gd name="connsiteY3" fmla="*/ 22697 h 160499"/>
                <a:gd name="connsiteX4" fmla="*/ 15907 w 192390"/>
                <a:gd name="connsiteY4" fmla="*/ 25024 h 160499"/>
                <a:gd name="connsiteX5" fmla="*/ 17021 w 192390"/>
                <a:gd name="connsiteY5" fmla="*/ 24629 h 160499"/>
                <a:gd name="connsiteX6" fmla="*/ 23606 w 192390"/>
                <a:gd name="connsiteY6" fmla="*/ 16859 h 160499"/>
                <a:gd name="connsiteX7" fmla="*/ 28522 w 192390"/>
                <a:gd name="connsiteY7" fmla="*/ 17122 h 160499"/>
                <a:gd name="connsiteX8" fmla="*/ 29357 w 192390"/>
                <a:gd name="connsiteY8" fmla="*/ 16859 h 160499"/>
                <a:gd name="connsiteX9" fmla="*/ 34366 w 192390"/>
                <a:gd name="connsiteY9" fmla="*/ 12644 h 160499"/>
                <a:gd name="connsiteX10" fmla="*/ 38725 w 192390"/>
                <a:gd name="connsiteY10" fmla="*/ 11591 h 160499"/>
                <a:gd name="connsiteX11" fmla="*/ 39189 w 192390"/>
                <a:gd name="connsiteY11" fmla="*/ 11371 h 160499"/>
                <a:gd name="connsiteX12" fmla="*/ 46238 w 192390"/>
                <a:gd name="connsiteY12" fmla="*/ 5796 h 160499"/>
                <a:gd name="connsiteX13" fmla="*/ 58945 w 192390"/>
                <a:gd name="connsiteY13" fmla="*/ 3162 h 160499"/>
                <a:gd name="connsiteX14" fmla="*/ 61821 w 192390"/>
                <a:gd name="connsiteY14" fmla="*/ 4171 h 160499"/>
                <a:gd name="connsiteX15" fmla="*/ 63027 w 192390"/>
                <a:gd name="connsiteY15" fmla="*/ 3908 h 160499"/>
                <a:gd name="connsiteX16" fmla="*/ 64650 w 192390"/>
                <a:gd name="connsiteY16" fmla="*/ 2372 h 160499"/>
                <a:gd name="connsiteX17" fmla="*/ 66598 w 192390"/>
                <a:gd name="connsiteY17" fmla="*/ 3776 h 160499"/>
                <a:gd name="connsiteX18" fmla="*/ 64047 w 192390"/>
                <a:gd name="connsiteY18" fmla="*/ 9571 h 160499"/>
                <a:gd name="connsiteX19" fmla="*/ 63954 w 192390"/>
                <a:gd name="connsiteY19" fmla="*/ 10010 h 160499"/>
                <a:gd name="connsiteX20" fmla="*/ 63954 w 192390"/>
                <a:gd name="connsiteY20" fmla="*/ 27307 h 160499"/>
                <a:gd name="connsiteX21" fmla="*/ 64093 w 192390"/>
                <a:gd name="connsiteY21" fmla="*/ 27790 h 160499"/>
                <a:gd name="connsiteX22" fmla="*/ 69612 w 192390"/>
                <a:gd name="connsiteY22" fmla="*/ 38238 h 160499"/>
                <a:gd name="connsiteX23" fmla="*/ 70633 w 192390"/>
                <a:gd name="connsiteY23" fmla="*/ 38853 h 160499"/>
                <a:gd name="connsiteX24" fmla="*/ 75549 w 192390"/>
                <a:gd name="connsiteY24" fmla="*/ 38853 h 160499"/>
                <a:gd name="connsiteX25" fmla="*/ 80696 w 192390"/>
                <a:gd name="connsiteY25" fmla="*/ 45262 h 160499"/>
                <a:gd name="connsiteX26" fmla="*/ 81624 w 192390"/>
                <a:gd name="connsiteY26" fmla="*/ 45701 h 160499"/>
                <a:gd name="connsiteX27" fmla="*/ 91734 w 192390"/>
                <a:gd name="connsiteY27" fmla="*/ 45701 h 160499"/>
                <a:gd name="connsiteX28" fmla="*/ 96094 w 192390"/>
                <a:gd name="connsiteY28" fmla="*/ 48028 h 160499"/>
                <a:gd name="connsiteX29" fmla="*/ 96650 w 192390"/>
                <a:gd name="connsiteY29" fmla="*/ 48159 h 160499"/>
                <a:gd name="connsiteX30" fmla="*/ 100824 w 192390"/>
                <a:gd name="connsiteY30" fmla="*/ 48159 h 160499"/>
                <a:gd name="connsiteX31" fmla="*/ 107456 w 192390"/>
                <a:gd name="connsiteY31" fmla="*/ 54437 h 160499"/>
                <a:gd name="connsiteX32" fmla="*/ 108291 w 192390"/>
                <a:gd name="connsiteY32" fmla="*/ 54744 h 160499"/>
                <a:gd name="connsiteX33" fmla="*/ 116129 w 192390"/>
                <a:gd name="connsiteY33" fmla="*/ 54744 h 160499"/>
                <a:gd name="connsiteX34" fmla="*/ 120442 w 192390"/>
                <a:gd name="connsiteY34" fmla="*/ 60056 h 160499"/>
                <a:gd name="connsiteX35" fmla="*/ 121369 w 192390"/>
                <a:gd name="connsiteY35" fmla="*/ 60495 h 160499"/>
                <a:gd name="connsiteX36" fmla="*/ 135700 w 192390"/>
                <a:gd name="connsiteY36" fmla="*/ 60495 h 160499"/>
                <a:gd name="connsiteX37" fmla="*/ 139317 w 192390"/>
                <a:gd name="connsiteY37" fmla="*/ 63612 h 160499"/>
                <a:gd name="connsiteX38" fmla="*/ 143399 w 192390"/>
                <a:gd name="connsiteY38" fmla="*/ 66027 h 160499"/>
                <a:gd name="connsiteX39" fmla="*/ 143399 w 192390"/>
                <a:gd name="connsiteY39" fmla="*/ 67563 h 160499"/>
                <a:gd name="connsiteX40" fmla="*/ 141868 w 192390"/>
                <a:gd name="connsiteY40" fmla="*/ 69758 h 160499"/>
                <a:gd name="connsiteX41" fmla="*/ 141868 w 192390"/>
                <a:gd name="connsiteY41" fmla="*/ 70944 h 160499"/>
                <a:gd name="connsiteX42" fmla="*/ 145764 w 192390"/>
                <a:gd name="connsiteY42" fmla="*/ 77002 h 160499"/>
                <a:gd name="connsiteX43" fmla="*/ 145764 w 192390"/>
                <a:gd name="connsiteY43" fmla="*/ 83279 h 160499"/>
                <a:gd name="connsiteX44" fmla="*/ 141404 w 192390"/>
                <a:gd name="connsiteY44" fmla="*/ 83279 h 160499"/>
                <a:gd name="connsiteX45" fmla="*/ 140338 w 192390"/>
                <a:gd name="connsiteY45" fmla="*/ 83938 h 160499"/>
                <a:gd name="connsiteX46" fmla="*/ 140523 w 192390"/>
                <a:gd name="connsiteY46" fmla="*/ 85123 h 160499"/>
                <a:gd name="connsiteX47" fmla="*/ 145764 w 192390"/>
                <a:gd name="connsiteY47" fmla="*/ 90830 h 160499"/>
                <a:gd name="connsiteX48" fmla="*/ 145764 w 192390"/>
                <a:gd name="connsiteY48" fmla="*/ 103035 h 160499"/>
                <a:gd name="connsiteX49" fmla="*/ 146923 w 192390"/>
                <a:gd name="connsiteY49" fmla="*/ 104132 h 160499"/>
                <a:gd name="connsiteX50" fmla="*/ 175306 w 192390"/>
                <a:gd name="connsiteY50" fmla="*/ 104132 h 160499"/>
                <a:gd name="connsiteX51" fmla="*/ 175306 w 192390"/>
                <a:gd name="connsiteY51" fmla="*/ 105932 h 160499"/>
                <a:gd name="connsiteX52" fmla="*/ 173265 w 192390"/>
                <a:gd name="connsiteY52" fmla="*/ 108083 h 160499"/>
                <a:gd name="connsiteX53" fmla="*/ 172987 w 192390"/>
                <a:gd name="connsiteY53" fmla="*/ 108698 h 160499"/>
                <a:gd name="connsiteX54" fmla="*/ 180964 w 192390"/>
                <a:gd name="connsiteY54" fmla="*/ 122746 h 160499"/>
                <a:gd name="connsiteX55" fmla="*/ 185509 w 192390"/>
                <a:gd name="connsiteY55" fmla="*/ 124501 h 160499"/>
                <a:gd name="connsiteX56" fmla="*/ 189776 w 192390"/>
                <a:gd name="connsiteY56" fmla="*/ 132360 h 160499"/>
                <a:gd name="connsiteX57" fmla="*/ 187411 w 192390"/>
                <a:gd name="connsiteY57" fmla="*/ 133984 h 160499"/>
                <a:gd name="connsiteX58" fmla="*/ 186947 w 192390"/>
                <a:gd name="connsiteY58" fmla="*/ 134686 h 160499"/>
                <a:gd name="connsiteX59" fmla="*/ 185463 w 192390"/>
                <a:gd name="connsiteY59" fmla="*/ 143027 h 160499"/>
                <a:gd name="connsiteX60" fmla="*/ 185184 w 192390"/>
                <a:gd name="connsiteY60" fmla="*/ 146627 h 160499"/>
                <a:gd name="connsiteX61" fmla="*/ 178182 w 192390"/>
                <a:gd name="connsiteY61" fmla="*/ 158700 h 160499"/>
                <a:gd name="connsiteX62" fmla="*/ 179248 w 192390"/>
                <a:gd name="connsiteY62" fmla="*/ 159534 h 160499"/>
                <a:gd name="connsiteX63" fmla="*/ 179387 w 192390"/>
                <a:gd name="connsiteY63" fmla="*/ 159797 h 160499"/>
                <a:gd name="connsiteX64" fmla="*/ 179573 w 192390"/>
                <a:gd name="connsiteY64" fmla="*/ 160017 h 160499"/>
                <a:gd name="connsiteX65" fmla="*/ 179758 w 192390"/>
                <a:gd name="connsiteY65" fmla="*/ 160500 h 160499"/>
                <a:gd name="connsiteX66" fmla="*/ 187318 w 192390"/>
                <a:gd name="connsiteY66" fmla="*/ 147505 h 160499"/>
                <a:gd name="connsiteX67" fmla="*/ 187457 w 192390"/>
                <a:gd name="connsiteY67" fmla="*/ 147066 h 160499"/>
                <a:gd name="connsiteX68" fmla="*/ 187735 w 192390"/>
                <a:gd name="connsiteY68" fmla="*/ 143335 h 160499"/>
                <a:gd name="connsiteX69" fmla="*/ 189126 w 192390"/>
                <a:gd name="connsiteY69" fmla="*/ 135564 h 160499"/>
                <a:gd name="connsiteX70" fmla="*/ 191909 w 192390"/>
                <a:gd name="connsiteY70" fmla="*/ 133633 h 160499"/>
                <a:gd name="connsiteX71" fmla="*/ 192280 w 192390"/>
                <a:gd name="connsiteY71" fmla="*/ 132228 h 160499"/>
                <a:gd name="connsiteX72" fmla="*/ 187364 w 192390"/>
                <a:gd name="connsiteY72" fmla="*/ 123184 h 160499"/>
                <a:gd name="connsiteX73" fmla="*/ 186761 w 192390"/>
                <a:gd name="connsiteY73" fmla="*/ 122658 h 160499"/>
                <a:gd name="connsiteX74" fmla="*/ 181845 w 192390"/>
                <a:gd name="connsiteY74" fmla="*/ 120726 h 160499"/>
                <a:gd name="connsiteX75" fmla="*/ 175260 w 192390"/>
                <a:gd name="connsiteY75" fmla="*/ 109312 h 160499"/>
                <a:gd name="connsiteX76" fmla="*/ 177300 w 192390"/>
                <a:gd name="connsiteY76" fmla="*/ 107117 h 160499"/>
                <a:gd name="connsiteX77" fmla="*/ 177579 w 192390"/>
                <a:gd name="connsiteY77" fmla="*/ 106371 h 160499"/>
                <a:gd name="connsiteX78" fmla="*/ 177579 w 192390"/>
                <a:gd name="connsiteY78" fmla="*/ 103078 h 160499"/>
                <a:gd name="connsiteX79" fmla="*/ 176419 w 192390"/>
                <a:gd name="connsiteY79" fmla="*/ 101981 h 160499"/>
                <a:gd name="connsiteX80" fmla="*/ 148036 w 192390"/>
                <a:gd name="connsiteY80" fmla="*/ 101981 h 160499"/>
                <a:gd name="connsiteX81" fmla="*/ 148036 w 192390"/>
                <a:gd name="connsiteY81" fmla="*/ 90479 h 160499"/>
                <a:gd name="connsiteX82" fmla="*/ 147758 w 192390"/>
                <a:gd name="connsiteY82" fmla="*/ 89777 h 160499"/>
                <a:gd name="connsiteX83" fmla="*/ 143909 w 192390"/>
                <a:gd name="connsiteY83" fmla="*/ 85562 h 160499"/>
                <a:gd name="connsiteX84" fmla="*/ 146877 w 192390"/>
                <a:gd name="connsiteY84" fmla="*/ 85562 h 160499"/>
                <a:gd name="connsiteX85" fmla="*/ 148036 w 192390"/>
                <a:gd name="connsiteY85" fmla="*/ 84465 h 160499"/>
                <a:gd name="connsiteX86" fmla="*/ 148036 w 192390"/>
                <a:gd name="connsiteY86" fmla="*/ 76782 h 160499"/>
                <a:gd name="connsiteX87" fmla="*/ 147851 w 192390"/>
                <a:gd name="connsiteY87" fmla="*/ 76211 h 160499"/>
                <a:gd name="connsiteX88" fmla="*/ 144187 w 192390"/>
                <a:gd name="connsiteY88" fmla="*/ 70504 h 160499"/>
                <a:gd name="connsiteX89" fmla="*/ 145532 w 192390"/>
                <a:gd name="connsiteY89" fmla="*/ 68617 h 160499"/>
                <a:gd name="connsiteX90" fmla="*/ 145717 w 192390"/>
                <a:gd name="connsiteY90" fmla="*/ 68002 h 160499"/>
                <a:gd name="connsiteX91" fmla="*/ 145717 w 192390"/>
                <a:gd name="connsiteY91" fmla="*/ 65544 h 160499"/>
                <a:gd name="connsiteX92" fmla="*/ 145161 w 192390"/>
                <a:gd name="connsiteY92" fmla="*/ 64622 h 160499"/>
                <a:gd name="connsiteX93" fmla="*/ 140709 w 192390"/>
                <a:gd name="connsiteY93" fmla="*/ 61988 h 160499"/>
                <a:gd name="connsiteX94" fmla="*/ 136952 w 192390"/>
                <a:gd name="connsiteY94" fmla="*/ 58695 h 160499"/>
                <a:gd name="connsiteX95" fmla="*/ 136164 w 192390"/>
                <a:gd name="connsiteY95" fmla="*/ 58388 h 160499"/>
                <a:gd name="connsiteX96" fmla="*/ 121972 w 192390"/>
                <a:gd name="connsiteY96" fmla="*/ 58388 h 160499"/>
                <a:gd name="connsiteX97" fmla="*/ 117659 w 192390"/>
                <a:gd name="connsiteY97" fmla="*/ 53076 h 160499"/>
                <a:gd name="connsiteX98" fmla="*/ 116732 w 192390"/>
                <a:gd name="connsiteY98" fmla="*/ 52637 h 160499"/>
                <a:gd name="connsiteX99" fmla="*/ 108801 w 192390"/>
                <a:gd name="connsiteY99" fmla="*/ 52637 h 160499"/>
                <a:gd name="connsiteX100" fmla="*/ 102169 w 192390"/>
                <a:gd name="connsiteY100" fmla="*/ 46359 h 160499"/>
                <a:gd name="connsiteX101" fmla="*/ 101334 w 192390"/>
                <a:gd name="connsiteY101" fmla="*/ 46052 h 160499"/>
                <a:gd name="connsiteX102" fmla="*/ 97021 w 192390"/>
                <a:gd name="connsiteY102" fmla="*/ 46052 h 160499"/>
                <a:gd name="connsiteX103" fmla="*/ 92662 w 192390"/>
                <a:gd name="connsiteY103" fmla="*/ 43725 h 160499"/>
                <a:gd name="connsiteX104" fmla="*/ 92105 w 192390"/>
                <a:gd name="connsiteY104" fmla="*/ 43594 h 160499"/>
                <a:gd name="connsiteX105" fmla="*/ 82227 w 192390"/>
                <a:gd name="connsiteY105" fmla="*/ 43594 h 160499"/>
                <a:gd name="connsiteX106" fmla="*/ 77079 w 192390"/>
                <a:gd name="connsiteY106" fmla="*/ 37184 h 160499"/>
                <a:gd name="connsiteX107" fmla="*/ 76152 w 192390"/>
                <a:gd name="connsiteY107" fmla="*/ 36745 h 160499"/>
                <a:gd name="connsiteX108" fmla="*/ 71375 w 192390"/>
                <a:gd name="connsiteY108" fmla="*/ 36745 h 160499"/>
                <a:gd name="connsiteX109" fmla="*/ 66319 w 192390"/>
                <a:gd name="connsiteY109" fmla="*/ 27175 h 160499"/>
                <a:gd name="connsiteX110" fmla="*/ 66319 w 192390"/>
                <a:gd name="connsiteY110" fmla="*/ 10361 h 160499"/>
                <a:gd name="connsiteX111" fmla="*/ 69149 w 192390"/>
                <a:gd name="connsiteY111" fmla="*/ 3996 h 160499"/>
                <a:gd name="connsiteX112" fmla="*/ 68777 w 192390"/>
                <a:gd name="connsiteY112" fmla="*/ 2679 h 160499"/>
                <a:gd name="connsiteX113" fmla="*/ 65299 w 192390"/>
                <a:gd name="connsiteY113" fmla="*/ 220 h 160499"/>
                <a:gd name="connsiteX114" fmla="*/ 63769 w 192390"/>
                <a:gd name="connsiteY114" fmla="*/ 308 h 160499"/>
                <a:gd name="connsiteX115" fmla="*/ 61960 w 192390"/>
                <a:gd name="connsiteY115" fmla="*/ 2020 h 160499"/>
                <a:gd name="connsiteX116" fmla="*/ 59456 w 192390"/>
                <a:gd name="connsiteY116" fmla="*/ 1142 h 160499"/>
                <a:gd name="connsiteX117" fmla="*/ 58806 w 192390"/>
                <a:gd name="connsiteY117" fmla="*/ 1142 h 160499"/>
                <a:gd name="connsiteX118" fmla="*/ 45450 w 192390"/>
                <a:gd name="connsiteY118" fmla="*/ 3864 h 160499"/>
                <a:gd name="connsiteX119" fmla="*/ 44940 w 192390"/>
                <a:gd name="connsiteY119" fmla="*/ 4084 h 160499"/>
                <a:gd name="connsiteX120" fmla="*/ 37890 w 192390"/>
                <a:gd name="connsiteY120" fmla="*/ 9703 h 160499"/>
                <a:gd name="connsiteX121" fmla="*/ 33531 w 192390"/>
                <a:gd name="connsiteY121" fmla="*/ 10756 h 160499"/>
                <a:gd name="connsiteX122" fmla="*/ 33021 w 192390"/>
                <a:gd name="connsiteY122" fmla="*/ 11020 h 160499"/>
                <a:gd name="connsiteX123" fmla="*/ 28151 w 192390"/>
                <a:gd name="connsiteY123" fmla="*/ 15103 h 160499"/>
                <a:gd name="connsiteX124" fmla="*/ 23142 w 192390"/>
                <a:gd name="connsiteY124" fmla="*/ 14839 h 160499"/>
                <a:gd name="connsiteX125" fmla="*/ 22168 w 192390"/>
                <a:gd name="connsiteY125" fmla="*/ 15234 h 160499"/>
                <a:gd name="connsiteX126" fmla="*/ 15629 w 192390"/>
                <a:gd name="connsiteY126" fmla="*/ 22961 h 160499"/>
                <a:gd name="connsiteX127" fmla="*/ 93 w 192390"/>
                <a:gd name="connsiteY127" fmla="*/ 20327 h 160499"/>
                <a:gd name="connsiteX128" fmla="*/ 0 w 192390"/>
                <a:gd name="connsiteY128" fmla="*/ 20327 h 160499"/>
                <a:gd name="connsiteX129" fmla="*/ 0 w 192390"/>
                <a:gd name="connsiteY129" fmla="*/ 20327 h 160499"/>
                <a:gd name="connsiteX130" fmla="*/ 417 w 192390"/>
                <a:gd name="connsiteY130" fmla="*/ 20502 h 16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192390" h="160499">
                  <a:moveTo>
                    <a:pt x="417" y="20283"/>
                  </a:moveTo>
                  <a:cubicBezTo>
                    <a:pt x="417" y="20283"/>
                    <a:pt x="649" y="20415"/>
                    <a:pt x="742" y="20546"/>
                  </a:cubicBezTo>
                  <a:cubicBezTo>
                    <a:pt x="742" y="20546"/>
                    <a:pt x="835" y="20590"/>
                    <a:pt x="881" y="20634"/>
                  </a:cubicBezTo>
                  <a:lnTo>
                    <a:pt x="2133" y="22697"/>
                  </a:lnTo>
                  <a:lnTo>
                    <a:pt x="15907" y="25024"/>
                  </a:lnTo>
                  <a:cubicBezTo>
                    <a:pt x="16325" y="25112"/>
                    <a:pt x="16742" y="24936"/>
                    <a:pt x="17021" y="24629"/>
                  </a:cubicBezTo>
                  <a:lnTo>
                    <a:pt x="23606" y="16859"/>
                  </a:lnTo>
                  <a:lnTo>
                    <a:pt x="28522" y="17122"/>
                  </a:lnTo>
                  <a:cubicBezTo>
                    <a:pt x="28800" y="17122"/>
                    <a:pt x="29125" y="17034"/>
                    <a:pt x="29357" y="16859"/>
                  </a:cubicBezTo>
                  <a:lnTo>
                    <a:pt x="34366" y="12644"/>
                  </a:lnTo>
                  <a:lnTo>
                    <a:pt x="38725" y="11591"/>
                  </a:lnTo>
                  <a:cubicBezTo>
                    <a:pt x="38725" y="11591"/>
                    <a:pt x="39050" y="11459"/>
                    <a:pt x="39189" y="11371"/>
                  </a:cubicBezTo>
                  <a:lnTo>
                    <a:pt x="46238" y="5796"/>
                  </a:lnTo>
                  <a:lnTo>
                    <a:pt x="58945" y="3162"/>
                  </a:lnTo>
                  <a:lnTo>
                    <a:pt x="61821" y="4171"/>
                  </a:lnTo>
                  <a:cubicBezTo>
                    <a:pt x="62238" y="4303"/>
                    <a:pt x="62702" y="4215"/>
                    <a:pt x="63027" y="3908"/>
                  </a:cubicBezTo>
                  <a:lnTo>
                    <a:pt x="64650" y="2372"/>
                  </a:lnTo>
                  <a:lnTo>
                    <a:pt x="66598" y="3776"/>
                  </a:lnTo>
                  <a:lnTo>
                    <a:pt x="64047" y="9571"/>
                  </a:lnTo>
                  <a:cubicBezTo>
                    <a:pt x="64047" y="9571"/>
                    <a:pt x="63954" y="9834"/>
                    <a:pt x="63954" y="10010"/>
                  </a:cubicBezTo>
                  <a:lnTo>
                    <a:pt x="63954" y="27307"/>
                  </a:lnTo>
                  <a:cubicBezTo>
                    <a:pt x="63954" y="27307"/>
                    <a:pt x="63954" y="27658"/>
                    <a:pt x="64093" y="27790"/>
                  </a:cubicBezTo>
                  <a:lnTo>
                    <a:pt x="69612" y="38238"/>
                  </a:lnTo>
                  <a:cubicBezTo>
                    <a:pt x="69798" y="38589"/>
                    <a:pt x="70215" y="38853"/>
                    <a:pt x="70633" y="38853"/>
                  </a:cubicBezTo>
                  <a:lnTo>
                    <a:pt x="75549" y="38853"/>
                  </a:lnTo>
                  <a:lnTo>
                    <a:pt x="80696" y="45262"/>
                  </a:lnTo>
                  <a:cubicBezTo>
                    <a:pt x="80928" y="45525"/>
                    <a:pt x="81253" y="45701"/>
                    <a:pt x="81624" y="45701"/>
                  </a:cubicBezTo>
                  <a:lnTo>
                    <a:pt x="91734" y="45701"/>
                  </a:lnTo>
                  <a:lnTo>
                    <a:pt x="96094" y="48028"/>
                  </a:lnTo>
                  <a:cubicBezTo>
                    <a:pt x="96094" y="48028"/>
                    <a:pt x="96465" y="48159"/>
                    <a:pt x="96650" y="48159"/>
                  </a:cubicBezTo>
                  <a:lnTo>
                    <a:pt x="100824" y="48159"/>
                  </a:lnTo>
                  <a:lnTo>
                    <a:pt x="107456" y="54437"/>
                  </a:lnTo>
                  <a:cubicBezTo>
                    <a:pt x="107456" y="54437"/>
                    <a:pt x="107966" y="54744"/>
                    <a:pt x="108291" y="54744"/>
                  </a:cubicBezTo>
                  <a:lnTo>
                    <a:pt x="116129" y="54744"/>
                  </a:lnTo>
                  <a:lnTo>
                    <a:pt x="120442" y="60056"/>
                  </a:lnTo>
                  <a:cubicBezTo>
                    <a:pt x="120674" y="60320"/>
                    <a:pt x="120998" y="60495"/>
                    <a:pt x="121369" y="60495"/>
                  </a:cubicBezTo>
                  <a:lnTo>
                    <a:pt x="135700" y="60495"/>
                  </a:lnTo>
                  <a:lnTo>
                    <a:pt x="139317" y="63612"/>
                  </a:lnTo>
                  <a:lnTo>
                    <a:pt x="143399" y="66027"/>
                  </a:lnTo>
                  <a:lnTo>
                    <a:pt x="143399" y="67563"/>
                  </a:lnTo>
                  <a:lnTo>
                    <a:pt x="141868" y="69758"/>
                  </a:lnTo>
                  <a:cubicBezTo>
                    <a:pt x="141636" y="70109"/>
                    <a:pt x="141590" y="70592"/>
                    <a:pt x="141868" y="70944"/>
                  </a:cubicBezTo>
                  <a:lnTo>
                    <a:pt x="145764" y="77002"/>
                  </a:lnTo>
                  <a:lnTo>
                    <a:pt x="145764" y="83279"/>
                  </a:lnTo>
                  <a:lnTo>
                    <a:pt x="141404" y="83279"/>
                  </a:lnTo>
                  <a:cubicBezTo>
                    <a:pt x="140940" y="83279"/>
                    <a:pt x="140523" y="83543"/>
                    <a:pt x="140338" y="83938"/>
                  </a:cubicBezTo>
                  <a:cubicBezTo>
                    <a:pt x="140152" y="84333"/>
                    <a:pt x="140199" y="84772"/>
                    <a:pt x="140523" y="85123"/>
                  </a:cubicBezTo>
                  <a:lnTo>
                    <a:pt x="145764" y="90830"/>
                  </a:lnTo>
                  <a:lnTo>
                    <a:pt x="145764" y="103035"/>
                  </a:lnTo>
                  <a:cubicBezTo>
                    <a:pt x="145764" y="103649"/>
                    <a:pt x="146274" y="104132"/>
                    <a:pt x="146923" y="104132"/>
                  </a:cubicBezTo>
                  <a:lnTo>
                    <a:pt x="175306" y="104132"/>
                  </a:lnTo>
                  <a:lnTo>
                    <a:pt x="175306" y="105932"/>
                  </a:lnTo>
                  <a:lnTo>
                    <a:pt x="173265" y="108083"/>
                  </a:lnTo>
                  <a:cubicBezTo>
                    <a:pt x="173265" y="108083"/>
                    <a:pt x="172987" y="108478"/>
                    <a:pt x="172987" y="108698"/>
                  </a:cubicBezTo>
                  <a:cubicBezTo>
                    <a:pt x="172987" y="108785"/>
                    <a:pt x="171828" y="119146"/>
                    <a:pt x="180964" y="122746"/>
                  </a:cubicBezTo>
                  <a:lnTo>
                    <a:pt x="185509" y="124501"/>
                  </a:lnTo>
                  <a:lnTo>
                    <a:pt x="189776" y="132360"/>
                  </a:lnTo>
                  <a:lnTo>
                    <a:pt x="187411" y="133984"/>
                  </a:lnTo>
                  <a:cubicBezTo>
                    <a:pt x="187179" y="134160"/>
                    <a:pt x="186993" y="134423"/>
                    <a:pt x="186947" y="134686"/>
                  </a:cubicBezTo>
                  <a:lnTo>
                    <a:pt x="185463" y="143027"/>
                  </a:lnTo>
                  <a:lnTo>
                    <a:pt x="185184" y="146627"/>
                  </a:lnTo>
                  <a:lnTo>
                    <a:pt x="178182" y="158700"/>
                  </a:lnTo>
                  <a:lnTo>
                    <a:pt x="179248" y="159534"/>
                  </a:lnTo>
                  <a:cubicBezTo>
                    <a:pt x="179248" y="159534"/>
                    <a:pt x="179341" y="159709"/>
                    <a:pt x="179387" y="159797"/>
                  </a:cubicBezTo>
                  <a:cubicBezTo>
                    <a:pt x="179434" y="159885"/>
                    <a:pt x="179573" y="159929"/>
                    <a:pt x="179573" y="160017"/>
                  </a:cubicBezTo>
                  <a:lnTo>
                    <a:pt x="179758" y="160500"/>
                  </a:lnTo>
                  <a:lnTo>
                    <a:pt x="187318" y="147505"/>
                  </a:lnTo>
                  <a:cubicBezTo>
                    <a:pt x="187318" y="147505"/>
                    <a:pt x="187457" y="147198"/>
                    <a:pt x="187457" y="147066"/>
                  </a:cubicBezTo>
                  <a:lnTo>
                    <a:pt x="187735" y="143335"/>
                  </a:lnTo>
                  <a:lnTo>
                    <a:pt x="189126" y="135564"/>
                  </a:lnTo>
                  <a:lnTo>
                    <a:pt x="191909" y="133633"/>
                  </a:lnTo>
                  <a:cubicBezTo>
                    <a:pt x="192373" y="133325"/>
                    <a:pt x="192512" y="132711"/>
                    <a:pt x="192280" y="132228"/>
                  </a:cubicBezTo>
                  <a:lnTo>
                    <a:pt x="187364" y="123184"/>
                  </a:lnTo>
                  <a:cubicBezTo>
                    <a:pt x="187225" y="122965"/>
                    <a:pt x="187039" y="122790"/>
                    <a:pt x="186761" y="122658"/>
                  </a:cubicBezTo>
                  <a:lnTo>
                    <a:pt x="181845" y="120726"/>
                  </a:lnTo>
                  <a:cubicBezTo>
                    <a:pt x="175121" y="118092"/>
                    <a:pt x="175167" y="110936"/>
                    <a:pt x="175260" y="109312"/>
                  </a:cubicBezTo>
                  <a:lnTo>
                    <a:pt x="177300" y="107117"/>
                  </a:lnTo>
                  <a:cubicBezTo>
                    <a:pt x="177300" y="107117"/>
                    <a:pt x="177579" y="106678"/>
                    <a:pt x="177579" y="106371"/>
                  </a:cubicBezTo>
                  <a:lnTo>
                    <a:pt x="177579" y="103078"/>
                  </a:lnTo>
                  <a:cubicBezTo>
                    <a:pt x="177579" y="102464"/>
                    <a:pt x="177068" y="101981"/>
                    <a:pt x="176419" y="101981"/>
                  </a:cubicBezTo>
                  <a:lnTo>
                    <a:pt x="148036" y="101981"/>
                  </a:lnTo>
                  <a:lnTo>
                    <a:pt x="148036" y="90479"/>
                  </a:lnTo>
                  <a:cubicBezTo>
                    <a:pt x="148036" y="90215"/>
                    <a:pt x="147943" y="89952"/>
                    <a:pt x="147758" y="89777"/>
                  </a:cubicBezTo>
                  <a:lnTo>
                    <a:pt x="143909" y="85562"/>
                  </a:lnTo>
                  <a:lnTo>
                    <a:pt x="146877" y="85562"/>
                  </a:lnTo>
                  <a:cubicBezTo>
                    <a:pt x="147526" y="85562"/>
                    <a:pt x="148036" y="85079"/>
                    <a:pt x="148036" y="84465"/>
                  </a:cubicBezTo>
                  <a:lnTo>
                    <a:pt x="148036" y="76782"/>
                  </a:lnTo>
                  <a:cubicBezTo>
                    <a:pt x="148036" y="76782"/>
                    <a:pt x="147990" y="76387"/>
                    <a:pt x="147851" y="76211"/>
                  </a:cubicBezTo>
                  <a:lnTo>
                    <a:pt x="144187" y="70504"/>
                  </a:lnTo>
                  <a:lnTo>
                    <a:pt x="145532" y="68617"/>
                  </a:lnTo>
                  <a:cubicBezTo>
                    <a:pt x="145532" y="68617"/>
                    <a:pt x="145717" y="68222"/>
                    <a:pt x="145717" y="68002"/>
                  </a:cubicBezTo>
                  <a:lnTo>
                    <a:pt x="145717" y="65544"/>
                  </a:lnTo>
                  <a:cubicBezTo>
                    <a:pt x="145717" y="65149"/>
                    <a:pt x="145532" y="64797"/>
                    <a:pt x="145161" y="64622"/>
                  </a:cubicBezTo>
                  <a:lnTo>
                    <a:pt x="140709" y="61988"/>
                  </a:lnTo>
                  <a:lnTo>
                    <a:pt x="136952" y="58695"/>
                  </a:lnTo>
                  <a:cubicBezTo>
                    <a:pt x="136952" y="58695"/>
                    <a:pt x="136442" y="58388"/>
                    <a:pt x="136164" y="58388"/>
                  </a:cubicBezTo>
                  <a:lnTo>
                    <a:pt x="121972" y="58388"/>
                  </a:lnTo>
                  <a:lnTo>
                    <a:pt x="117659" y="53076"/>
                  </a:lnTo>
                  <a:cubicBezTo>
                    <a:pt x="117427" y="52813"/>
                    <a:pt x="117103" y="52637"/>
                    <a:pt x="116732" y="52637"/>
                  </a:cubicBezTo>
                  <a:lnTo>
                    <a:pt x="108801" y="52637"/>
                  </a:lnTo>
                  <a:lnTo>
                    <a:pt x="102169" y="46359"/>
                  </a:lnTo>
                  <a:cubicBezTo>
                    <a:pt x="102169" y="46359"/>
                    <a:pt x="101659" y="46052"/>
                    <a:pt x="101334" y="46052"/>
                  </a:cubicBezTo>
                  <a:lnTo>
                    <a:pt x="97021" y="46052"/>
                  </a:lnTo>
                  <a:lnTo>
                    <a:pt x="92662" y="43725"/>
                  </a:lnTo>
                  <a:cubicBezTo>
                    <a:pt x="92662" y="43725"/>
                    <a:pt x="92291" y="43594"/>
                    <a:pt x="92105" y="43594"/>
                  </a:cubicBezTo>
                  <a:lnTo>
                    <a:pt x="82227" y="43594"/>
                  </a:lnTo>
                  <a:lnTo>
                    <a:pt x="77079" y="37184"/>
                  </a:lnTo>
                  <a:cubicBezTo>
                    <a:pt x="76847" y="36921"/>
                    <a:pt x="76522" y="36745"/>
                    <a:pt x="76152" y="36745"/>
                  </a:cubicBezTo>
                  <a:lnTo>
                    <a:pt x="71375" y="36745"/>
                  </a:lnTo>
                  <a:lnTo>
                    <a:pt x="66319" y="27175"/>
                  </a:lnTo>
                  <a:lnTo>
                    <a:pt x="66319" y="10361"/>
                  </a:lnTo>
                  <a:lnTo>
                    <a:pt x="69149" y="3996"/>
                  </a:lnTo>
                  <a:cubicBezTo>
                    <a:pt x="69334" y="3513"/>
                    <a:pt x="69195" y="2986"/>
                    <a:pt x="68777" y="2679"/>
                  </a:cubicBezTo>
                  <a:lnTo>
                    <a:pt x="65299" y="220"/>
                  </a:lnTo>
                  <a:cubicBezTo>
                    <a:pt x="64835" y="-87"/>
                    <a:pt x="64186" y="-87"/>
                    <a:pt x="63769" y="308"/>
                  </a:cubicBezTo>
                  <a:lnTo>
                    <a:pt x="61960" y="2020"/>
                  </a:lnTo>
                  <a:lnTo>
                    <a:pt x="59456" y="1142"/>
                  </a:lnTo>
                  <a:cubicBezTo>
                    <a:pt x="59456" y="1142"/>
                    <a:pt x="59038" y="1054"/>
                    <a:pt x="58806" y="1142"/>
                  </a:cubicBezTo>
                  <a:lnTo>
                    <a:pt x="45450" y="3864"/>
                  </a:lnTo>
                  <a:cubicBezTo>
                    <a:pt x="45450" y="3864"/>
                    <a:pt x="45079" y="3996"/>
                    <a:pt x="44940" y="4084"/>
                  </a:cubicBezTo>
                  <a:lnTo>
                    <a:pt x="37890" y="9703"/>
                  </a:lnTo>
                  <a:lnTo>
                    <a:pt x="33531" y="10756"/>
                  </a:lnTo>
                  <a:cubicBezTo>
                    <a:pt x="33531" y="10756"/>
                    <a:pt x="33160" y="10888"/>
                    <a:pt x="33021" y="11020"/>
                  </a:cubicBezTo>
                  <a:lnTo>
                    <a:pt x="28151" y="15103"/>
                  </a:lnTo>
                  <a:lnTo>
                    <a:pt x="23142" y="14839"/>
                  </a:lnTo>
                  <a:cubicBezTo>
                    <a:pt x="22771" y="14839"/>
                    <a:pt x="22400" y="14971"/>
                    <a:pt x="22168" y="15234"/>
                  </a:cubicBezTo>
                  <a:lnTo>
                    <a:pt x="15629" y="22961"/>
                  </a:lnTo>
                  <a:lnTo>
                    <a:pt x="93" y="20327"/>
                  </a:lnTo>
                  <a:cubicBezTo>
                    <a:pt x="93" y="20327"/>
                    <a:pt x="46" y="20327"/>
                    <a:pt x="0" y="20327"/>
                  </a:cubicBezTo>
                  <a:cubicBezTo>
                    <a:pt x="0" y="20327"/>
                    <a:pt x="0" y="20327"/>
                    <a:pt x="0" y="20327"/>
                  </a:cubicBezTo>
                  <a:cubicBezTo>
                    <a:pt x="139" y="20327"/>
                    <a:pt x="278" y="20415"/>
                    <a:pt x="417" y="2050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2" name="Freeform: Shape 2221">
              <a:extLst>
                <a:ext uri="{FF2B5EF4-FFF2-40B4-BE49-F238E27FC236}">
                  <a16:creationId xmlns:a16="http://schemas.microsoft.com/office/drawing/2014/main" id="{B9ACA74A-533F-5B48-7DBE-F60FE24A95F0}"/>
                </a:ext>
              </a:extLst>
            </p:cNvPr>
            <p:cNvSpPr>
              <a:spLocks/>
            </p:cNvSpPr>
            <p:nvPr/>
          </p:nvSpPr>
          <p:spPr>
            <a:xfrm>
              <a:off x="4308617" y="4532148"/>
              <a:ext cx="97666" cy="140553"/>
            </a:xfrm>
            <a:custGeom>
              <a:avLst/>
              <a:gdLst>
                <a:gd name="connsiteX0" fmla="*/ 1855 w 65432"/>
                <a:gd name="connsiteY0" fmla="*/ 44 h 94165"/>
                <a:gd name="connsiteX1" fmla="*/ 1855 w 65432"/>
                <a:gd name="connsiteY1" fmla="*/ 1361 h 94165"/>
                <a:gd name="connsiteX2" fmla="*/ 232 w 65432"/>
                <a:gd name="connsiteY2" fmla="*/ 1493 h 94165"/>
                <a:gd name="connsiteX3" fmla="*/ 0 w 65432"/>
                <a:gd name="connsiteY3" fmla="*/ 1317 h 94165"/>
                <a:gd name="connsiteX4" fmla="*/ 6168 w 65432"/>
                <a:gd name="connsiteY4" fmla="*/ 16682 h 94165"/>
                <a:gd name="connsiteX5" fmla="*/ 3617 w 65432"/>
                <a:gd name="connsiteY5" fmla="*/ 34769 h 94165"/>
                <a:gd name="connsiteX6" fmla="*/ 4499 w 65432"/>
                <a:gd name="connsiteY6" fmla="*/ 35998 h 94165"/>
                <a:gd name="connsiteX7" fmla="*/ 23606 w 65432"/>
                <a:gd name="connsiteY7" fmla="*/ 40125 h 94165"/>
                <a:gd name="connsiteX8" fmla="*/ 24487 w 65432"/>
                <a:gd name="connsiteY8" fmla="*/ 39949 h 94165"/>
                <a:gd name="connsiteX9" fmla="*/ 29357 w 65432"/>
                <a:gd name="connsiteY9" fmla="*/ 36964 h 94165"/>
                <a:gd name="connsiteX10" fmla="*/ 29357 w 65432"/>
                <a:gd name="connsiteY10" fmla="*/ 37974 h 94165"/>
                <a:gd name="connsiteX11" fmla="*/ 30377 w 65432"/>
                <a:gd name="connsiteY11" fmla="*/ 39071 h 94165"/>
                <a:gd name="connsiteX12" fmla="*/ 38771 w 65432"/>
                <a:gd name="connsiteY12" fmla="*/ 40081 h 94165"/>
                <a:gd name="connsiteX13" fmla="*/ 44151 w 65432"/>
                <a:gd name="connsiteY13" fmla="*/ 65192 h 94165"/>
                <a:gd name="connsiteX14" fmla="*/ 45125 w 65432"/>
                <a:gd name="connsiteY14" fmla="*/ 66245 h 94165"/>
                <a:gd name="connsiteX15" fmla="*/ 53844 w 65432"/>
                <a:gd name="connsiteY15" fmla="*/ 67606 h 94165"/>
                <a:gd name="connsiteX16" fmla="*/ 55142 w 65432"/>
                <a:gd name="connsiteY16" fmla="*/ 66860 h 94165"/>
                <a:gd name="connsiteX17" fmla="*/ 56905 w 65432"/>
                <a:gd name="connsiteY17" fmla="*/ 65104 h 94165"/>
                <a:gd name="connsiteX18" fmla="*/ 61311 w 65432"/>
                <a:gd name="connsiteY18" fmla="*/ 67299 h 94165"/>
                <a:gd name="connsiteX19" fmla="*/ 58574 w 65432"/>
                <a:gd name="connsiteY19" fmla="*/ 83454 h 94165"/>
                <a:gd name="connsiteX20" fmla="*/ 58389 w 65432"/>
                <a:gd name="connsiteY20" fmla="*/ 83981 h 94165"/>
                <a:gd name="connsiteX21" fmla="*/ 57230 w 65432"/>
                <a:gd name="connsiteY21" fmla="*/ 94122 h 94165"/>
                <a:gd name="connsiteX22" fmla="*/ 57230 w 65432"/>
                <a:gd name="connsiteY22" fmla="*/ 94166 h 94165"/>
                <a:gd name="connsiteX23" fmla="*/ 58343 w 65432"/>
                <a:gd name="connsiteY23" fmla="*/ 93112 h 94165"/>
                <a:gd name="connsiteX24" fmla="*/ 59641 w 65432"/>
                <a:gd name="connsiteY24" fmla="*/ 93112 h 94165"/>
                <a:gd name="connsiteX25" fmla="*/ 60615 w 65432"/>
                <a:gd name="connsiteY25" fmla="*/ 84464 h 94165"/>
                <a:gd name="connsiteX26" fmla="*/ 62934 w 65432"/>
                <a:gd name="connsiteY26" fmla="*/ 65719 h 94165"/>
                <a:gd name="connsiteX27" fmla="*/ 56348 w 65432"/>
                <a:gd name="connsiteY27" fmla="*/ 62953 h 94165"/>
                <a:gd name="connsiteX28" fmla="*/ 53334 w 65432"/>
                <a:gd name="connsiteY28" fmla="*/ 65279 h 94165"/>
                <a:gd name="connsiteX29" fmla="*/ 46424 w 65432"/>
                <a:gd name="connsiteY29" fmla="*/ 64182 h 94165"/>
                <a:gd name="connsiteX30" fmla="*/ 40487 w 65432"/>
                <a:gd name="connsiteY30" fmla="*/ 38457 h 94165"/>
                <a:gd name="connsiteX31" fmla="*/ 39653 w 65432"/>
                <a:gd name="connsiteY31" fmla="*/ 37930 h 94165"/>
                <a:gd name="connsiteX32" fmla="*/ 31676 w 65432"/>
                <a:gd name="connsiteY32" fmla="*/ 36964 h 94165"/>
                <a:gd name="connsiteX33" fmla="*/ 31676 w 65432"/>
                <a:gd name="connsiteY33" fmla="*/ 34901 h 94165"/>
                <a:gd name="connsiteX34" fmla="*/ 31073 w 65432"/>
                <a:gd name="connsiteY34" fmla="*/ 33935 h 94165"/>
                <a:gd name="connsiteX35" fmla="*/ 29867 w 65432"/>
                <a:gd name="connsiteY35" fmla="*/ 33979 h 94165"/>
                <a:gd name="connsiteX36" fmla="*/ 23606 w 65432"/>
                <a:gd name="connsiteY36" fmla="*/ 37842 h 94165"/>
                <a:gd name="connsiteX37" fmla="*/ 5983 w 65432"/>
                <a:gd name="connsiteY37" fmla="*/ 34067 h 94165"/>
                <a:gd name="connsiteX38" fmla="*/ 8441 w 65432"/>
                <a:gd name="connsiteY38" fmla="*/ 16682 h 94165"/>
                <a:gd name="connsiteX39" fmla="*/ 8394 w 65432"/>
                <a:gd name="connsiteY39" fmla="*/ 16155 h 94165"/>
                <a:gd name="connsiteX40" fmla="*/ 2226 w 65432"/>
                <a:gd name="connsiteY40" fmla="*/ 703 h 94165"/>
                <a:gd name="connsiteX41" fmla="*/ 2041 w 65432"/>
                <a:gd name="connsiteY41" fmla="*/ 219 h 94165"/>
                <a:gd name="connsiteX42" fmla="*/ 1855 w 65432"/>
                <a:gd name="connsiteY42" fmla="*/ 0 h 9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5432" h="94165">
                  <a:moveTo>
                    <a:pt x="1855" y="44"/>
                  </a:moveTo>
                  <a:cubicBezTo>
                    <a:pt x="2133" y="439"/>
                    <a:pt x="2226" y="966"/>
                    <a:pt x="1855" y="1361"/>
                  </a:cubicBezTo>
                  <a:cubicBezTo>
                    <a:pt x="1438" y="1844"/>
                    <a:pt x="696" y="1888"/>
                    <a:pt x="232" y="1493"/>
                  </a:cubicBezTo>
                  <a:lnTo>
                    <a:pt x="0" y="1317"/>
                  </a:lnTo>
                  <a:lnTo>
                    <a:pt x="6168" y="16682"/>
                  </a:lnTo>
                  <a:lnTo>
                    <a:pt x="3617" y="34769"/>
                  </a:lnTo>
                  <a:cubicBezTo>
                    <a:pt x="3525" y="35340"/>
                    <a:pt x="3942" y="35867"/>
                    <a:pt x="4499" y="35998"/>
                  </a:cubicBezTo>
                  <a:lnTo>
                    <a:pt x="23606" y="40125"/>
                  </a:lnTo>
                  <a:cubicBezTo>
                    <a:pt x="23884" y="40169"/>
                    <a:pt x="24255" y="40125"/>
                    <a:pt x="24487" y="39949"/>
                  </a:cubicBezTo>
                  <a:lnTo>
                    <a:pt x="29357" y="36964"/>
                  </a:lnTo>
                  <a:lnTo>
                    <a:pt x="29357" y="37974"/>
                  </a:lnTo>
                  <a:cubicBezTo>
                    <a:pt x="29357" y="38544"/>
                    <a:pt x="29774" y="38983"/>
                    <a:pt x="30377" y="39071"/>
                  </a:cubicBezTo>
                  <a:lnTo>
                    <a:pt x="38771" y="40081"/>
                  </a:lnTo>
                  <a:cubicBezTo>
                    <a:pt x="39745" y="41925"/>
                    <a:pt x="43409" y="49563"/>
                    <a:pt x="44151" y="65192"/>
                  </a:cubicBezTo>
                  <a:cubicBezTo>
                    <a:pt x="44151" y="65719"/>
                    <a:pt x="44568" y="66157"/>
                    <a:pt x="45125" y="66245"/>
                  </a:cubicBezTo>
                  <a:lnTo>
                    <a:pt x="53844" y="67606"/>
                  </a:lnTo>
                  <a:cubicBezTo>
                    <a:pt x="54400" y="67694"/>
                    <a:pt x="54957" y="67387"/>
                    <a:pt x="55142" y="66860"/>
                  </a:cubicBezTo>
                  <a:cubicBezTo>
                    <a:pt x="55142" y="66860"/>
                    <a:pt x="55699" y="65367"/>
                    <a:pt x="56905" y="65104"/>
                  </a:cubicBezTo>
                  <a:cubicBezTo>
                    <a:pt x="58018" y="64884"/>
                    <a:pt x="59548" y="65631"/>
                    <a:pt x="61311" y="67299"/>
                  </a:cubicBezTo>
                  <a:cubicBezTo>
                    <a:pt x="66644" y="72348"/>
                    <a:pt x="58667" y="83366"/>
                    <a:pt x="58574" y="83454"/>
                  </a:cubicBezTo>
                  <a:cubicBezTo>
                    <a:pt x="58482" y="83586"/>
                    <a:pt x="58389" y="83761"/>
                    <a:pt x="58389" y="83981"/>
                  </a:cubicBezTo>
                  <a:lnTo>
                    <a:pt x="57230" y="94122"/>
                  </a:lnTo>
                  <a:cubicBezTo>
                    <a:pt x="57230" y="94122"/>
                    <a:pt x="57230" y="94122"/>
                    <a:pt x="57230" y="94166"/>
                  </a:cubicBezTo>
                  <a:cubicBezTo>
                    <a:pt x="57230" y="93595"/>
                    <a:pt x="57740" y="93112"/>
                    <a:pt x="58343" y="93112"/>
                  </a:cubicBezTo>
                  <a:lnTo>
                    <a:pt x="59641" y="93112"/>
                  </a:lnTo>
                  <a:lnTo>
                    <a:pt x="60615" y="84464"/>
                  </a:lnTo>
                  <a:cubicBezTo>
                    <a:pt x="61867" y="82664"/>
                    <a:pt x="69195" y="71689"/>
                    <a:pt x="62934" y="65719"/>
                  </a:cubicBezTo>
                  <a:cubicBezTo>
                    <a:pt x="60522" y="63436"/>
                    <a:pt x="58296" y="62514"/>
                    <a:pt x="56348" y="62953"/>
                  </a:cubicBezTo>
                  <a:cubicBezTo>
                    <a:pt x="54772" y="63304"/>
                    <a:pt x="53798" y="64445"/>
                    <a:pt x="53334" y="65279"/>
                  </a:cubicBezTo>
                  <a:lnTo>
                    <a:pt x="46424" y="64182"/>
                  </a:lnTo>
                  <a:cubicBezTo>
                    <a:pt x="45450" y="46095"/>
                    <a:pt x="40719" y="38764"/>
                    <a:pt x="40487" y="38457"/>
                  </a:cubicBezTo>
                  <a:cubicBezTo>
                    <a:pt x="40302" y="38193"/>
                    <a:pt x="39977" y="37974"/>
                    <a:pt x="39653" y="37930"/>
                  </a:cubicBezTo>
                  <a:lnTo>
                    <a:pt x="31676" y="36964"/>
                  </a:lnTo>
                  <a:lnTo>
                    <a:pt x="31676" y="34901"/>
                  </a:lnTo>
                  <a:cubicBezTo>
                    <a:pt x="31676" y="34506"/>
                    <a:pt x="31444" y="34110"/>
                    <a:pt x="31073" y="33935"/>
                  </a:cubicBezTo>
                  <a:cubicBezTo>
                    <a:pt x="30702" y="33759"/>
                    <a:pt x="30238" y="33759"/>
                    <a:pt x="29867" y="33979"/>
                  </a:cubicBezTo>
                  <a:lnTo>
                    <a:pt x="23606" y="37842"/>
                  </a:lnTo>
                  <a:lnTo>
                    <a:pt x="5983" y="34067"/>
                  </a:lnTo>
                  <a:lnTo>
                    <a:pt x="8441" y="16682"/>
                  </a:lnTo>
                  <a:cubicBezTo>
                    <a:pt x="8441" y="16682"/>
                    <a:pt x="8441" y="16331"/>
                    <a:pt x="8394" y="16155"/>
                  </a:cubicBezTo>
                  <a:lnTo>
                    <a:pt x="2226" y="703"/>
                  </a:lnTo>
                  <a:lnTo>
                    <a:pt x="2041" y="219"/>
                  </a:lnTo>
                  <a:cubicBezTo>
                    <a:pt x="2041" y="219"/>
                    <a:pt x="1901" y="88"/>
                    <a:pt x="185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3" name="Freeform: Shape 2222">
              <a:extLst>
                <a:ext uri="{FF2B5EF4-FFF2-40B4-BE49-F238E27FC236}">
                  <a16:creationId xmlns:a16="http://schemas.microsoft.com/office/drawing/2014/main" id="{37B24C3C-0976-EA7F-C08F-5476948C2B96}"/>
                </a:ext>
              </a:extLst>
            </p:cNvPr>
            <p:cNvSpPr>
              <a:spLocks/>
            </p:cNvSpPr>
            <p:nvPr/>
          </p:nvSpPr>
          <p:spPr>
            <a:xfrm>
              <a:off x="4035111" y="4173061"/>
              <a:ext cx="68" cy="64"/>
            </a:xfrm>
            <a:custGeom>
              <a:avLst/>
              <a:gdLst>
                <a:gd name="connsiteX0" fmla="*/ 0 w 46"/>
                <a:gd name="connsiteY0" fmla="*/ 44 h 43"/>
                <a:gd name="connsiteX1" fmla="*/ 46 w 46"/>
                <a:gd name="connsiteY1" fmla="*/ 0 h 43"/>
                <a:gd name="connsiteX2" fmla="*/ 0 w 46"/>
                <a:gd name="connsiteY2" fmla="*/ 44 h 43"/>
                <a:gd name="connsiteX3" fmla="*/ 0 w 46"/>
                <a:gd name="connsiteY3" fmla="*/ 44 h 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" h="43">
                  <a:moveTo>
                    <a:pt x="0" y="44"/>
                  </a:moveTo>
                  <a:lnTo>
                    <a:pt x="46" y="0"/>
                  </a:lnTo>
                  <a:lnTo>
                    <a:pt x="0" y="44"/>
                  </a:lnTo>
                  <a:lnTo>
                    <a:pt x="0" y="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4" name="Freeform: Shape 2223">
              <a:extLst>
                <a:ext uri="{FF2B5EF4-FFF2-40B4-BE49-F238E27FC236}">
                  <a16:creationId xmlns:a16="http://schemas.microsoft.com/office/drawing/2014/main" id="{BFA58D26-6181-582C-5362-9DDFC68B4DD4}"/>
                </a:ext>
              </a:extLst>
            </p:cNvPr>
            <p:cNvSpPr>
              <a:spLocks/>
            </p:cNvSpPr>
            <p:nvPr/>
          </p:nvSpPr>
          <p:spPr>
            <a:xfrm>
              <a:off x="4029020" y="4025228"/>
              <a:ext cx="79953" cy="147505"/>
            </a:xfrm>
            <a:custGeom>
              <a:avLst/>
              <a:gdLst>
                <a:gd name="connsiteX0" fmla="*/ 52360 w 53565"/>
                <a:gd name="connsiteY0" fmla="*/ 18398 h 98822"/>
                <a:gd name="connsiteX1" fmla="*/ 52360 w 53565"/>
                <a:gd name="connsiteY1" fmla="*/ 18398 h 98822"/>
                <a:gd name="connsiteX2" fmla="*/ 52870 w 53565"/>
                <a:gd name="connsiteY2" fmla="*/ 18222 h 98822"/>
                <a:gd name="connsiteX3" fmla="*/ 53241 w 53565"/>
                <a:gd name="connsiteY3" fmla="*/ 18002 h 98822"/>
                <a:gd name="connsiteX4" fmla="*/ 53427 w 53565"/>
                <a:gd name="connsiteY4" fmla="*/ 17608 h 98822"/>
                <a:gd name="connsiteX5" fmla="*/ 53566 w 53565"/>
                <a:gd name="connsiteY5" fmla="*/ 17300 h 98822"/>
                <a:gd name="connsiteX6" fmla="*/ 53566 w 53565"/>
                <a:gd name="connsiteY6" fmla="*/ 17212 h 98822"/>
                <a:gd name="connsiteX7" fmla="*/ 52453 w 53565"/>
                <a:gd name="connsiteY7" fmla="*/ 16203 h 98822"/>
                <a:gd name="connsiteX8" fmla="*/ 49253 w 53565"/>
                <a:gd name="connsiteY8" fmla="*/ 16203 h 98822"/>
                <a:gd name="connsiteX9" fmla="*/ 49253 w 53565"/>
                <a:gd name="connsiteY9" fmla="*/ 9881 h 98822"/>
                <a:gd name="connsiteX10" fmla="*/ 48882 w 53565"/>
                <a:gd name="connsiteY10" fmla="*/ 9091 h 98822"/>
                <a:gd name="connsiteX11" fmla="*/ 45496 w 53565"/>
                <a:gd name="connsiteY11" fmla="*/ 6106 h 98822"/>
                <a:gd name="connsiteX12" fmla="*/ 45496 w 53565"/>
                <a:gd name="connsiteY12" fmla="*/ 1101 h 98822"/>
                <a:gd name="connsiteX13" fmla="*/ 44800 w 53565"/>
                <a:gd name="connsiteY13" fmla="*/ 91 h 98822"/>
                <a:gd name="connsiteX14" fmla="*/ 43548 w 53565"/>
                <a:gd name="connsiteY14" fmla="*/ 267 h 98822"/>
                <a:gd name="connsiteX15" fmla="*/ 38215 w 53565"/>
                <a:gd name="connsiteY15" fmla="*/ 4789 h 98822"/>
                <a:gd name="connsiteX16" fmla="*/ 35896 w 53565"/>
                <a:gd name="connsiteY16" fmla="*/ 7467 h 98822"/>
                <a:gd name="connsiteX17" fmla="*/ 33021 w 53565"/>
                <a:gd name="connsiteY17" fmla="*/ 4218 h 98822"/>
                <a:gd name="connsiteX18" fmla="*/ 32093 w 53565"/>
                <a:gd name="connsiteY18" fmla="*/ 3823 h 98822"/>
                <a:gd name="connsiteX19" fmla="*/ 31212 w 53565"/>
                <a:gd name="connsiteY19" fmla="*/ 4262 h 98822"/>
                <a:gd name="connsiteX20" fmla="*/ 29218 w 53565"/>
                <a:gd name="connsiteY20" fmla="*/ 6852 h 98822"/>
                <a:gd name="connsiteX21" fmla="*/ 4267 w 53565"/>
                <a:gd name="connsiteY21" fmla="*/ 8037 h 98822"/>
                <a:gd name="connsiteX22" fmla="*/ 3154 w 53565"/>
                <a:gd name="connsiteY22" fmla="*/ 9135 h 98822"/>
                <a:gd name="connsiteX23" fmla="*/ 3154 w 53565"/>
                <a:gd name="connsiteY23" fmla="*/ 19144 h 98822"/>
                <a:gd name="connsiteX24" fmla="*/ 4313 w 53565"/>
                <a:gd name="connsiteY24" fmla="*/ 20241 h 98822"/>
                <a:gd name="connsiteX25" fmla="*/ 11873 w 53565"/>
                <a:gd name="connsiteY25" fmla="*/ 20241 h 98822"/>
                <a:gd name="connsiteX26" fmla="*/ 14980 w 53565"/>
                <a:gd name="connsiteY26" fmla="*/ 23797 h 98822"/>
                <a:gd name="connsiteX27" fmla="*/ 14470 w 53565"/>
                <a:gd name="connsiteY27" fmla="*/ 24368 h 98822"/>
                <a:gd name="connsiteX28" fmla="*/ 11223 w 53565"/>
                <a:gd name="connsiteY28" fmla="*/ 22832 h 98822"/>
                <a:gd name="connsiteX29" fmla="*/ 10296 w 53565"/>
                <a:gd name="connsiteY29" fmla="*/ 22788 h 98822"/>
                <a:gd name="connsiteX30" fmla="*/ 742 w 53565"/>
                <a:gd name="connsiteY30" fmla="*/ 26080 h 98822"/>
                <a:gd name="connsiteX31" fmla="*/ 0 w 53565"/>
                <a:gd name="connsiteY31" fmla="*/ 27134 h 98822"/>
                <a:gd name="connsiteX32" fmla="*/ 0 w 53565"/>
                <a:gd name="connsiteY32" fmla="*/ 38372 h 98822"/>
                <a:gd name="connsiteX33" fmla="*/ 510 w 53565"/>
                <a:gd name="connsiteY33" fmla="*/ 39294 h 98822"/>
                <a:gd name="connsiteX34" fmla="*/ 6957 w 53565"/>
                <a:gd name="connsiteY34" fmla="*/ 43377 h 98822"/>
                <a:gd name="connsiteX35" fmla="*/ 6957 w 53565"/>
                <a:gd name="connsiteY35" fmla="*/ 47460 h 98822"/>
                <a:gd name="connsiteX36" fmla="*/ 7142 w 53565"/>
                <a:gd name="connsiteY36" fmla="*/ 48030 h 98822"/>
                <a:gd name="connsiteX37" fmla="*/ 10388 w 53565"/>
                <a:gd name="connsiteY37" fmla="*/ 52903 h 98822"/>
                <a:gd name="connsiteX38" fmla="*/ 2736 w 53565"/>
                <a:gd name="connsiteY38" fmla="*/ 95794 h 98822"/>
                <a:gd name="connsiteX39" fmla="*/ 4359 w 53565"/>
                <a:gd name="connsiteY39" fmla="*/ 97462 h 98822"/>
                <a:gd name="connsiteX40" fmla="*/ 4359 w 53565"/>
                <a:gd name="connsiteY40" fmla="*/ 97462 h 98822"/>
                <a:gd name="connsiteX41" fmla="*/ 4406 w 53565"/>
                <a:gd name="connsiteY41" fmla="*/ 97462 h 98822"/>
                <a:gd name="connsiteX42" fmla="*/ 4499 w 53565"/>
                <a:gd name="connsiteY42" fmla="*/ 97813 h 98822"/>
                <a:gd name="connsiteX43" fmla="*/ 4591 w 53565"/>
                <a:gd name="connsiteY43" fmla="*/ 98208 h 98822"/>
                <a:gd name="connsiteX44" fmla="*/ 4406 w 53565"/>
                <a:gd name="connsiteY44" fmla="*/ 98603 h 98822"/>
                <a:gd name="connsiteX45" fmla="*/ 4313 w 53565"/>
                <a:gd name="connsiteY45" fmla="*/ 98823 h 98822"/>
                <a:gd name="connsiteX46" fmla="*/ 4591 w 53565"/>
                <a:gd name="connsiteY46" fmla="*/ 98340 h 98822"/>
                <a:gd name="connsiteX47" fmla="*/ 12707 w 53565"/>
                <a:gd name="connsiteY47" fmla="*/ 52772 h 98822"/>
                <a:gd name="connsiteX48" fmla="*/ 12522 w 53565"/>
                <a:gd name="connsiteY48" fmla="*/ 51981 h 98822"/>
                <a:gd name="connsiteX49" fmla="*/ 9229 w 53565"/>
                <a:gd name="connsiteY49" fmla="*/ 47021 h 98822"/>
                <a:gd name="connsiteX50" fmla="*/ 9229 w 53565"/>
                <a:gd name="connsiteY50" fmla="*/ 42675 h 98822"/>
                <a:gd name="connsiteX51" fmla="*/ 8719 w 53565"/>
                <a:gd name="connsiteY51" fmla="*/ 41753 h 98822"/>
                <a:gd name="connsiteX52" fmla="*/ 2272 w 53565"/>
                <a:gd name="connsiteY52" fmla="*/ 37670 h 98822"/>
                <a:gd name="connsiteX53" fmla="*/ 2272 w 53565"/>
                <a:gd name="connsiteY53" fmla="*/ 27792 h 98822"/>
                <a:gd name="connsiteX54" fmla="*/ 10620 w 53565"/>
                <a:gd name="connsiteY54" fmla="*/ 24939 h 98822"/>
                <a:gd name="connsiteX55" fmla="*/ 14238 w 53565"/>
                <a:gd name="connsiteY55" fmla="*/ 26651 h 98822"/>
                <a:gd name="connsiteX56" fmla="*/ 15629 w 53565"/>
                <a:gd name="connsiteY56" fmla="*/ 26388 h 98822"/>
                <a:gd name="connsiteX57" fmla="*/ 17391 w 53565"/>
                <a:gd name="connsiteY57" fmla="*/ 24456 h 98822"/>
                <a:gd name="connsiteX58" fmla="*/ 17391 w 53565"/>
                <a:gd name="connsiteY58" fmla="*/ 23051 h 98822"/>
                <a:gd name="connsiteX59" fmla="*/ 13310 w 53565"/>
                <a:gd name="connsiteY59" fmla="*/ 18398 h 98822"/>
                <a:gd name="connsiteX60" fmla="*/ 12429 w 53565"/>
                <a:gd name="connsiteY60" fmla="*/ 18002 h 98822"/>
                <a:gd name="connsiteX61" fmla="*/ 5472 w 53565"/>
                <a:gd name="connsiteY61" fmla="*/ 18002 h 98822"/>
                <a:gd name="connsiteX62" fmla="*/ 5472 w 53565"/>
                <a:gd name="connsiteY62" fmla="*/ 10144 h 98822"/>
                <a:gd name="connsiteX63" fmla="*/ 29867 w 53565"/>
                <a:gd name="connsiteY63" fmla="*/ 8959 h 98822"/>
                <a:gd name="connsiteX64" fmla="*/ 30748 w 53565"/>
                <a:gd name="connsiteY64" fmla="*/ 8520 h 98822"/>
                <a:gd name="connsiteX65" fmla="*/ 32186 w 53565"/>
                <a:gd name="connsiteY65" fmla="*/ 6633 h 98822"/>
                <a:gd name="connsiteX66" fmla="*/ 35015 w 53565"/>
                <a:gd name="connsiteY66" fmla="*/ 9793 h 98822"/>
                <a:gd name="connsiteX67" fmla="*/ 35896 w 53565"/>
                <a:gd name="connsiteY67" fmla="*/ 10188 h 98822"/>
                <a:gd name="connsiteX68" fmla="*/ 35896 w 53565"/>
                <a:gd name="connsiteY68" fmla="*/ 10188 h 98822"/>
                <a:gd name="connsiteX69" fmla="*/ 36777 w 53565"/>
                <a:gd name="connsiteY69" fmla="*/ 9793 h 98822"/>
                <a:gd name="connsiteX70" fmla="*/ 39838 w 53565"/>
                <a:gd name="connsiteY70" fmla="*/ 6193 h 98822"/>
                <a:gd name="connsiteX71" fmla="*/ 43131 w 53565"/>
                <a:gd name="connsiteY71" fmla="*/ 3428 h 98822"/>
                <a:gd name="connsiteX72" fmla="*/ 43131 w 53565"/>
                <a:gd name="connsiteY72" fmla="*/ 6457 h 98822"/>
                <a:gd name="connsiteX73" fmla="*/ 43502 w 53565"/>
                <a:gd name="connsiteY73" fmla="*/ 7247 h 98822"/>
                <a:gd name="connsiteX74" fmla="*/ 46887 w 53565"/>
                <a:gd name="connsiteY74" fmla="*/ 10232 h 98822"/>
                <a:gd name="connsiteX75" fmla="*/ 46887 w 53565"/>
                <a:gd name="connsiteY75" fmla="*/ 17168 h 98822"/>
                <a:gd name="connsiteX76" fmla="*/ 48047 w 53565"/>
                <a:gd name="connsiteY76" fmla="*/ 18266 h 98822"/>
                <a:gd name="connsiteX77" fmla="*/ 52406 w 53565"/>
                <a:gd name="connsiteY77" fmla="*/ 18266 h 9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3565" h="98822">
                  <a:moveTo>
                    <a:pt x="52360" y="18398"/>
                  </a:moveTo>
                  <a:lnTo>
                    <a:pt x="52360" y="18398"/>
                  </a:lnTo>
                  <a:cubicBezTo>
                    <a:pt x="52360" y="18398"/>
                    <a:pt x="52685" y="18266"/>
                    <a:pt x="52870" y="18222"/>
                  </a:cubicBezTo>
                  <a:cubicBezTo>
                    <a:pt x="53009" y="18134"/>
                    <a:pt x="53148" y="18134"/>
                    <a:pt x="53241" y="18002"/>
                  </a:cubicBezTo>
                  <a:cubicBezTo>
                    <a:pt x="53334" y="17915"/>
                    <a:pt x="53380" y="17739"/>
                    <a:pt x="53427" y="17608"/>
                  </a:cubicBezTo>
                  <a:cubicBezTo>
                    <a:pt x="53427" y="17476"/>
                    <a:pt x="53566" y="17432"/>
                    <a:pt x="53566" y="17300"/>
                  </a:cubicBezTo>
                  <a:cubicBezTo>
                    <a:pt x="53566" y="17300"/>
                    <a:pt x="53566" y="17256"/>
                    <a:pt x="53566" y="17212"/>
                  </a:cubicBezTo>
                  <a:cubicBezTo>
                    <a:pt x="53519" y="16642"/>
                    <a:pt x="53056" y="16203"/>
                    <a:pt x="52453" y="16203"/>
                  </a:cubicBezTo>
                  <a:lnTo>
                    <a:pt x="49253" y="16203"/>
                  </a:lnTo>
                  <a:lnTo>
                    <a:pt x="49253" y="9881"/>
                  </a:lnTo>
                  <a:cubicBezTo>
                    <a:pt x="49253" y="9574"/>
                    <a:pt x="49114" y="9266"/>
                    <a:pt x="48882" y="9091"/>
                  </a:cubicBezTo>
                  <a:lnTo>
                    <a:pt x="45496" y="6106"/>
                  </a:lnTo>
                  <a:lnTo>
                    <a:pt x="45496" y="1101"/>
                  </a:lnTo>
                  <a:cubicBezTo>
                    <a:pt x="45496" y="662"/>
                    <a:pt x="45218" y="267"/>
                    <a:pt x="44800" y="91"/>
                  </a:cubicBezTo>
                  <a:cubicBezTo>
                    <a:pt x="44383" y="-84"/>
                    <a:pt x="43873" y="4"/>
                    <a:pt x="43548" y="267"/>
                  </a:cubicBezTo>
                  <a:lnTo>
                    <a:pt x="38215" y="4789"/>
                  </a:lnTo>
                  <a:lnTo>
                    <a:pt x="35896" y="7467"/>
                  </a:lnTo>
                  <a:lnTo>
                    <a:pt x="33021" y="4218"/>
                  </a:lnTo>
                  <a:cubicBezTo>
                    <a:pt x="32789" y="3955"/>
                    <a:pt x="32418" y="3823"/>
                    <a:pt x="32093" y="3823"/>
                  </a:cubicBezTo>
                  <a:cubicBezTo>
                    <a:pt x="31722" y="3823"/>
                    <a:pt x="31397" y="3998"/>
                    <a:pt x="31212" y="4262"/>
                  </a:cubicBezTo>
                  <a:lnTo>
                    <a:pt x="29218" y="6852"/>
                  </a:lnTo>
                  <a:lnTo>
                    <a:pt x="4267" y="8037"/>
                  </a:lnTo>
                  <a:cubicBezTo>
                    <a:pt x="3664" y="8037"/>
                    <a:pt x="3154" y="8564"/>
                    <a:pt x="3154" y="9135"/>
                  </a:cubicBezTo>
                  <a:lnTo>
                    <a:pt x="3154" y="19144"/>
                  </a:lnTo>
                  <a:cubicBezTo>
                    <a:pt x="3154" y="19759"/>
                    <a:pt x="3664" y="20241"/>
                    <a:pt x="4313" y="20241"/>
                  </a:cubicBezTo>
                  <a:lnTo>
                    <a:pt x="11873" y="20241"/>
                  </a:lnTo>
                  <a:lnTo>
                    <a:pt x="14980" y="23797"/>
                  </a:lnTo>
                  <a:lnTo>
                    <a:pt x="14470" y="24368"/>
                  </a:lnTo>
                  <a:lnTo>
                    <a:pt x="11223" y="22832"/>
                  </a:lnTo>
                  <a:cubicBezTo>
                    <a:pt x="10945" y="22700"/>
                    <a:pt x="10620" y="22700"/>
                    <a:pt x="10296" y="22788"/>
                  </a:cubicBezTo>
                  <a:lnTo>
                    <a:pt x="742" y="26080"/>
                  </a:lnTo>
                  <a:cubicBezTo>
                    <a:pt x="278" y="26256"/>
                    <a:pt x="0" y="26651"/>
                    <a:pt x="0" y="27134"/>
                  </a:cubicBezTo>
                  <a:lnTo>
                    <a:pt x="0" y="38372"/>
                  </a:lnTo>
                  <a:cubicBezTo>
                    <a:pt x="0" y="38723"/>
                    <a:pt x="186" y="39075"/>
                    <a:pt x="510" y="39294"/>
                  </a:cubicBezTo>
                  <a:lnTo>
                    <a:pt x="6957" y="43377"/>
                  </a:lnTo>
                  <a:lnTo>
                    <a:pt x="6957" y="47460"/>
                  </a:lnTo>
                  <a:cubicBezTo>
                    <a:pt x="6957" y="47460"/>
                    <a:pt x="7003" y="47855"/>
                    <a:pt x="7142" y="48030"/>
                  </a:cubicBezTo>
                  <a:lnTo>
                    <a:pt x="10388" y="52903"/>
                  </a:lnTo>
                  <a:lnTo>
                    <a:pt x="2736" y="95794"/>
                  </a:lnTo>
                  <a:lnTo>
                    <a:pt x="4359" y="97462"/>
                  </a:lnTo>
                  <a:cubicBezTo>
                    <a:pt x="4359" y="97462"/>
                    <a:pt x="4359" y="97462"/>
                    <a:pt x="4359" y="97462"/>
                  </a:cubicBezTo>
                  <a:cubicBezTo>
                    <a:pt x="4359" y="97462"/>
                    <a:pt x="4359" y="97462"/>
                    <a:pt x="4406" y="97462"/>
                  </a:cubicBezTo>
                  <a:cubicBezTo>
                    <a:pt x="4499" y="97593"/>
                    <a:pt x="4452" y="97725"/>
                    <a:pt x="4499" y="97813"/>
                  </a:cubicBezTo>
                  <a:cubicBezTo>
                    <a:pt x="4499" y="97945"/>
                    <a:pt x="4638" y="98076"/>
                    <a:pt x="4591" y="98208"/>
                  </a:cubicBezTo>
                  <a:cubicBezTo>
                    <a:pt x="4591" y="98340"/>
                    <a:pt x="4452" y="98471"/>
                    <a:pt x="4406" y="98603"/>
                  </a:cubicBezTo>
                  <a:cubicBezTo>
                    <a:pt x="4406" y="98691"/>
                    <a:pt x="4359" y="98735"/>
                    <a:pt x="4313" y="98823"/>
                  </a:cubicBezTo>
                  <a:cubicBezTo>
                    <a:pt x="4452" y="98691"/>
                    <a:pt x="4591" y="98515"/>
                    <a:pt x="4591" y="98340"/>
                  </a:cubicBezTo>
                  <a:lnTo>
                    <a:pt x="12707" y="52772"/>
                  </a:lnTo>
                  <a:cubicBezTo>
                    <a:pt x="12754" y="52508"/>
                    <a:pt x="12707" y="52245"/>
                    <a:pt x="12522" y="51981"/>
                  </a:cubicBezTo>
                  <a:lnTo>
                    <a:pt x="9229" y="47021"/>
                  </a:lnTo>
                  <a:lnTo>
                    <a:pt x="9229" y="42675"/>
                  </a:lnTo>
                  <a:cubicBezTo>
                    <a:pt x="9229" y="42323"/>
                    <a:pt x="9044" y="41972"/>
                    <a:pt x="8719" y="41753"/>
                  </a:cubicBezTo>
                  <a:lnTo>
                    <a:pt x="2272" y="37670"/>
                  </a:lnTo>
                  <a:lnTo>
                    <a:pt x="2272" y="27792"/>
                  </a:lnTo>
                  <a:lnTo>
                    <a:pt x="10620" y="24939"/>
                  </a:lnTo>
                  <a:lnTo>
                    <a:pt x="14238" y="26651"/>
                  </a:lnTo>
                  <a:cubicBezTo>
                    <a:pt x="14702" y="26870"/>
                    <a:pt x="15305" y="26783"/>
                    <a:pt x="15629" y="26388"/>
                  </a:cubicBezTo>
                  <a:lnTo>
                    <a:pt x="17391" y="24456"/>
                  </a:lnTo>
                  <a:cubicBezTo>
                    <a:pt x="17763" y="24061"/>
                    <a:pt x="17763" y="23446"/>
                    <a:pt x="17391" y="23051"/>
                  </a:cubicBezTo>
                  <a:lnTo>
                    <a:pt x="13310" y="18398"/>
                  </a:lnTo>
                  <a:cubicBezTo>
                    <a:pt x="13078" y="18134"/>
                    <a:pt x="12754" y="18002"/>
                    <a:pt x="12429" y="18002"/>
                  </a:cubicBezTo>
                  <a:lnTo>
                    <a:pt x="5472" y="18002"/>
                  </a:lnTo>
                  <a:lnTo>
                    <a:pt x="5472" y="10144"/>
                  </a:lnTo>
                  <a:lnTo>
                    <a:pt x="29867" y="8959"/>
                  </a:lnTo>
                  <a:cubicBezTo>
                    <a:pt x="30238" y="8959"/>
                    <a:pt x="30563" y="8784"/>
                    <a:pt x="30748" y="8520"/>
                  </a:cubicBezTo>
                  <a:lnTo>
                    <a:pt x="32186" y="6633"/>
                  </a:lnTo>
                  <a:lnTo>
                    <a:pt x="35015" y="9793"/>
                  </a:lnTo>
                  <a:cubicBezTo>
                    <a:pt x="35247" y="10057"/>
                    <a:pt x="35571" y="10188"/>
                    <a:pt x="35896" y="10188"/>
                  </a:cubicBezTo>
                  <a:lnTo>
                    <a:pt x="35896" y="10188"/>
                  </a:lnTo>
                  <a:cubicBezTo>
                    <a:pt x="36221" y="10188"/>
                    <a:pt x="36545" y="10057"/>
                    <a:pt x="36777" y="9793"/>
                  </a:cubicBezTo>
                  <a:lnTo>
                    <a:pt x="39838" y="6193"/>
                  </a:lnTo>
                  <a:lnTo>
                    <a:pt x="43131" y="3428"/>
                  </a:lnTo>
                  <a:lnTo>
                    <a:pt x="43131" y="6457"/>
                  </a:lnTo>
                  <a:cubicBezTo>
                    <a:pt x="43131" y="6764"/>
                    <a:pt x="43270" y="7071"/>
                    <a:pt x="43502" y="7247"/>
                  </a:cubicBezTo>
                  <a:lnTo>
                    <a:pt x="46887" y="10232"/>
                  </a:lnTo>
                  <a:lnTo>
                    <a:pt x="46887" y="17168"/>
                  </a:lnTo>
                  <a:cubicBezTo>
                    <a:pt x="46887" y="17783"/>
                    <a:pt x="47398" y="18266"/>
                    <a:pt x="48047" y="18266"/>
                  </a:cubicBezTo>
                  <a:lnTo>
                    <a:pt x="52406" y="1826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5" name="Freeform: Shape 2224">
              <a:extLst>
                <a:ext uri="{FF2B5EF4-FFF2-40B4-BE49-F238E27FC236}">
                  <a16:creationId xmlns:a16="http://schemas.microsoft.com/office/drawing/2014/main" id="{167F6D4E-B41A-D47A-3FC4-127A231D251A}"/>
                </a:ext>
              </a:extLst>
            </p:cNvPr>
            <p:cNvSpPr>
              <a:spLocks/>
            </p:cNvSpPr>
            <p:nvPr/>
          </p:nvSpPr>
          <p:spPr>
            <a:xfrm>
              <a:off x="4322045" y="4667067"/>
              <a:ext cx="98598" cy="120307"/>
            </a:xfrm>
            <a:custGeom>
              <a:avLst/>
              <a:gdLst>
                <a:gd name="connsiteX0" fmla="*/ 50505 w 66057"/>
                <a:gd name="connsiteY0" fmla="*/ 3819 h 80600"/>
                <a:gd name="connsiteX1" fmla="*/ 50505 w 66057"/>
                <a:gd name="connsiteY1" fmla="*/ 4917 h 80600"/>
                <a:gd name="connsiteX2" fmla="*/ 52267 w 66057"/>
                <a:gd name="connsiteY2" fmla="*/ 4917 h 80600"/>
                <a:gd name="connsiteX3" fmla="*/ 52824 w 66057"/>
                <a:gd name="connsiteY3" fmla="*/ 4785 h 80600"/>
                <a:gd name="connsiteX4" fmla="*/ 56302 w 66057"/>
                <a:gd name="connsiteY4" fmla="*/ 2941 h 80600"/>
                <a:gd name="connsiteX5" fmla="*/ 56302 w 66057"/>
                <a:gd name="connsiteY5" fmla="*/ 3819 h 80600"/>
                <a:gd name="connsiteX6" fmla="*/ 57461 w 66057"/>
                <a:gd name="connsiteY6" fmla="*/ 4917 h 80600"/>
                <a:gd name="connsiteX7" fmla="*/ 61218 w 66057"/>
                <a:gd name="connsiteY7" fmla="*/ 4917 h 80600"/>
                <a:gd name="connsiteX8" fmla="*/ 61218 w 66057"/>
                <a:gd name="connsiteY8" fmla="*/ 10141 h 80600"/>
                <a:gd name="connsiteX9" fmla="*/ 61450 w 66057"/>
                <a:gd name="connsiteY9" fmla="*/ 10799 h 80600"/>
                <a:gd name="connsiteX10" fmla="*/ 63769 w 66057"/>
                <a:gd name="connsiteY10" fmla="*/ 13697 h 80600"/>
                <a:gd name="connsiteX11" fmla="*/ 61635 w 66057"/>
                <a:gd name="connsiteY11" fmla="*/ 26252 h 80600"/>
                <a:gd name="connsiteX12" fmla="*/ 53473 w 66057"/>
                <a:gd name="connsiteY12" fmla="*/ 32047 h 80600"/>
                <a:gd name="connsiteX13" fmla="*/ 40905 w 66057"/>
                <a:gd name="connsiteY13" fmla="*/ 39817 h 80600"/>
                <a:gd name="connsiteX14" fmla="*/ 29867 w 66057"/>
                <a:gd name="connsiteY14" fmla="*/ 46797 h 80600"/>
                <a:gd name="connsiteX15" fmla="*/ 29542 w 66057"/>
                <a:gd name="connsiteY15" fmla="*/ 47105 h 80600"/>
                <a:gd name="connsiteX16" fmla="*/ 24626 w 66057"/>
                <a:gd name="connsiteY16" fmla="*/ 53909 h 80600"/>
                <a:gd name="connsiteX17" fmla="*/ 17160 w 66057"/>
                <a:gd name="connsiteY17" fmla="*/ 63436 h 80600"/>
                <a:gd name="connsiteX18" fmla="*/ 46 w 66057"/>
                <a:gd name="connsiteY18" fmla="*/ 80469 h 80600"/>
                <a:gd name="connsiteX19" fmla="*/ 0 w 66057"/>
                <a:gd name="connsiteY19" fmla="*/ 80601 h 80600"/>
                <a:gd name="connsiteX20" fmla="*/ 93 w 66057"/>
                <a:gd name="connsiteY20" fmla="*/ 80513 h 80600"/>
                <a:gd name="connsiteX21" fmla="*/ 417 w 66057"/>
                <a:gd name="connsiteY21" fmla="*/ 80249 h 80600"/>
                <a:gd name="connsiteX22" fmla="*/ 835 w 66057"/>
                <a:gd name="connsiteY22" fmla="*/ 80162 h 80600"/>
                <a:gd name="connsiteX23" fmla="*/ 1113 w 66057"/>
                <a:gd name="connsiteY23" fmla="*/ 80118 h 80600"/>
                <a:gd name="connsiteX24" fmla="*/ 3107 w 66057"/>
                <a:gd name="connsiteY24" fmla="*/ 80557 h 80600"/>
                <a:gd name="connsiteX25" fmla="*/ 18875 w 66057"/>
                <a:gd name="connsiteY25" fmla="*/ 64841 h 80600"/>
                <a:gd name="connsiteX26" fmla="*/ 26435 w 66057"/>
                <a:gd name="connsiteY26" fmla="*/ 55182 h 80600"/>
                <a:gd name="connsiteX27" fmla="*/ 31258 w 66057"/>
                <a:gd name="connsiteY27" fmla="*/ 48510 h 80600"/>
                <a:gd name="connsiteX28" fmla="*/ 42389 w 66057"/>
                <a:gd name="connsiteY28" fmla="*/ 41486 h 80600"/>
                <a:gd name="connsiteX29" fmla="*/ 42760 w 66057"/>
                <a:gd name="connsiteY29" fmla="*/ 41047 h 80600"/>
                <a:gd name="connsiteX30" fmla="*/ 54076 w 66057"/>
                <a:gd name="connsiteY30" fmla="*/ 34242 h 80600"/>
                <a:gd name="connsiteX31" fmla="*/ 55282 w 66057"/>
                <a:gd name="connsiteY31" fmla="*/ 33496 h 80600"/>
                <a:gd name="connsiteX32" fmla="*/ 62841 w 66057"/>
                <a:gd name="connsiteY32" fmla="*/ 28184 h 80600"/>
                <a:gd name="connsiteX33" fmla="*/ 63722 w 66057"/>
                <a:gd name="connsiteY33" fmla="*/ 27306 h 80600"/>
                <a:gd name="connsiteX34" fmla="*/ 66041 w 66057"/>
                <a:gd name="connsiteY34" fmla="*/ 13609 h 80600"/>
                <a:gd name="connsiteX35" fmla="*/ 65809 w 66057"/>
                <a:gd name="connsiteY35" fmla="*/ 12775 h 80600"/>
                <a:gd name="connsiteX36" fmla="*/ 63444 w 66057"/>
                <a:gd name="connsiteY36" fmla="*/ 9790 h 80600"/>
                <a:gd name="connsiteX37" fmla="*/ 63444 w 66057"/>
                <a:gd name="connsiteY37" fmla="*/ 3863 h 80600"/>
                <a:gd name="connsiteX38" fmla="*/ 62285 w 66057"/>
                <a:gd name="connsiteY38" fmla="*/ 2766 h 80600"/>
                <a:gd name="connsiteX39" fmla="*/ 58528 w 66057"/>
                <a:gd name="connsiteY39" fmla="*/ 2766 h 80600"/>
                <a:gd name="connsiteX40" fmla="*/ 58528 w 66057"/>
                <a:gd name="connsiteY40" fmla="*/ 1098 h 80600"/>
                <a:gd name="connsiteX41" fmla="*/ 57972 w 66057"/>
                <a:gd name="connsiteY41" fmla="*/ 132 h 80600"/>
                <a:gd name="connsiteX42" fmla="*/ 56812 w 66057"/>
                <a:gd name="connsiteY42" fmla="*/ 132 h 80600"/>
                <a:gd name="connsiteX43" fmla="*/ 51850 w 66057"/>
                <a:gd name="connsiteY43" fmla="*/ 2722 h 80600"/>
                <a:gd name="connsiteX44" fmla="*/ 49253 w 66057"/>
                <a:gd name="connsiteY44" fmla="*/ 2722 h 80600"/>
                <a:gd name="connsiteX45" fmla="*/ 50412 w 66057"/>
                <a:gd name="connsiteY45" fmla="*/ 3819 h 8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66057" h="80600">
                  <a:moveTo>
                    <a:pt x="50505" y="3819"/>
                  </a:moveTo>
                  <a:lnTo>
                    <a:pt x="50505" y="4917"/>
                  </a:lnTo>
                  <a:lnTo>
                    <a:pt x="52267" y="4917"/>
                  </a:lnTo>
                  <a:cubicBezTo>
                    <a:pt x="52267" y="4917"/>
                    <a:pt x="52638" y="4873"/>
                    <a:pt x="52824" y="4785"/>
                  </a:cubicBezTo>
                  <a:lnTo>
                    <a:pt x="56302" y="2941"/>
                  </a:lnTo>
                  <a:lnTo>
                    <a:pt x="56302" y="3819"/>
                  </a:lnTo>
                  <a:cubicBezTo>
                    <a:pt x="56302" y="4434"/>
                    <a:pt x="56812" y="4917"/>
                    <a:pt x="57461" y="4917"/>
                  </a:cubicBezTo>
                  <a:lnTo>
                    <a:pt x="61218" y="4917"/>
                  </a:lnTo>
                  <a:lnTo>
                    <a:pt x="61218" y="10141"/>
                  </a:lnTo>
                  <a:cubicBezTo>
                    <a:pt x="61218" y="10360"/>
                    <a:pt x="61311" y="10624"/>
                    <a:pt x="61450" y="10799"/>
                  </a:cubicBezTo>
                  <a:lnTo>
                    <a:pt x="63769" y="13697"/>
                  </a:lnTo>
                  <a:lnTo>
                    <a:pt x="61635" y="26252"/>
                  </a:lnTo>
                  <a:cubicBezTo>
                    <a:pt x="59827" y="26823"/>
                    <a:pt x="55189" y="28535"/>
                    <a:pt x="53473" y="32047"/>
                  </a:cubicBezTo>
                  <a:cubicBezTo>
                    <a:pt x="51108" y="32091"/>
                    <a:pt x="44708" y="32925"/>
                    <a:pt x="40905" y="39817"/>
                  </a:cubicBezTo>
                  <a:lnTo>
                    <a:pt x="29867" y="46797"/>
                  </a:lnTo>
                  <a:cubicBezTo>
                    <a:pt x="29867" y="46797"/>
                    <a:pt x="29635" y="46973"/>
                    <a:pt x="29542" y="47105"/>
                  </a:cubicBezTo>
                  <a:lnTo>
                    <a:pt x="24626" y="53909"/>
                  </a:lnTo>
                  <a:lnTo>
                    <a:pt x="17160" y="63436"/>
                  </a:lnTo>
                  <a:lnTo>
                    <a:pt x="46" y="80469"/>
                  </a:lnTo>
                  <a:cubicBezTo>
                    <a:pt x="46" y="80469"/>
                    <a:pt x="46" y="80557"/>
                    <a:pt x="0" y="80601"/>
                  </a:cubicBezTo>
                  <a:cubicBezTo>
                    <a:pt x="0" y="80601"/>
                    <a:pt x="93" y="80557"/>
                    <a:pt x="93" y="80513"/>
                  </a:cubicBezTo>
                  <a:cubicBezTo>
                    <a:pt x="185" y="80425"/>
                    <a:pt x="278" y="80337"/>
                    <a:pt x="417" y="80249"/>
                  </a:cubicBezTo>
                  <a:cubicBezTo>
                    <a:pt x="557" y="80206"/>
                    <a:pt x="696" y="80162"/>
                    <a:pt x="835" y="80162"/>
                  </a:cubicBezTo>
                  <a:cubicBezTo>
                    <a:pt x="927" y="80162"/>
                    <a:pt x="1020" y="80074"/>
                    <a:pt x="1113" y="80118"/>
                  </a:cubicBezTo>
                  <a:lnTo>
                    <a:pt x="3107" y="80557"/>
                  </a:lnTo>
                  <a:lnTo>
                    <a:pt x="18875" y="64841"/>
                  </a:lnTo>
                  <a:lnTo>
                    <a:pt x="26435" y="55182"/>
                  </a:lnTo>
                  <a:lnTo>
                    <a:pt x="31258" y="48510"/>
                  </a:lnTo>
                  <a:lnTo>
                    <a:pt x="42389" y="41486"/>
                  </a:lnTo>
                  <a:cubicBezTo>
                    <a:pt x="42389" y="41486"/>
                    <a:pt x="42713" y="41222"/>
                    <a:pt x="42760" y="41047"/>
                  </a:cubicBezTo>
                  <a:cubicBezTo>
                    <a:pt x="46656" y="33627"/>
                    <a:pt x="53751" y="34242"/>
                    <a:pt x="54076" y="34242"/>
                  </a:cubicBezTo>
                  <a:cubicBezTo>
                    <a:pt x="54632" y="34242"/>
                    <a:pt x="55142" y="33979"/>
                    <a:pt x="55282" y="33496"/>
                  </a:cubicBezTo>
                  <a:cubicBezTo>
                    <a:pt x="56534" y="29764"/>
                    <a:pt x="62795" y="28228"/>
                    <a:pt x="62841" y="28184"/>
                  </a:cubicBezTo>
                  <a:cubicBezTo>
                    <a:pt x="63305" y="28096"/>
                    <a:pt x="63630" y="27745"/>
                    <a:pt x="63722" y="27306"/>
                  </a:cubicBezTo>
                  <a:lnTo>
                    <a:pt x="66041" y="13609"/>
                  </a:lnTo>
                  <a:cubicBezTo>
                    <a:pt x="66088" y="13302"/>
                    <a:pt x="66041" y="13038"/>
                    <a:pt x="65809" y="12775"/>
                  </a:cubicBezTo>
                  <a:lnTo>
                    <a:pt x="63444" y="9790"/>
                  </a:lnTo>
                  <a:lnTo>
                    <a:pt x="63444" y="3863"/>
                  </a:lnTo>
                  <a:cubicBezTo>
                    <a:pt x="63444" y="3249"/>
                    <a:pt x="62934" y="2766"/>
                    <a:pt x="62285" y="2766"/>
                  </a:cubicBezTo>
                  <a:lnTo>
                    <a:pt x="58528" y="2766"/>
                  </a:lnTo>
                  <a:lnTo>
                    <a:pt x="58528" y="1098"/>
                  </a:lnTo>
                  <a:cubicBezTo>
                    <a:pt x="58528" y="702"/>
                    <a:pt x="58296" y="351"/>
                    <a:pt x="57972" y="132"/>
                  </a:cubicBezTo>
                  <a:cubicBezTo>
                    <a:pt x="57600" y="-44"/>
                    <a:pt x="57183" y="-44"/>
                    <a:pt x="56812" y="132"/>
                  </a:cubicBezTo>
                  <a:lnTo>
                    <a:pt x="51850" y="2722"/>
                  </a:lnTo>
                  <a:lnTo>
                    <a:pt x="49253" y="2722"/>
                  </a:lnTo>
                  <a:cubicBezTo>
                    <a:pt x="49902" y="2722"/>
                    <a:pt x="50412" y="3205"/>
                    <a:pt x="50412" y="38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6" name="Freeform: Shape 2225">
              <a:extLst>
                <a:ext uri="{FF2B5EF4-FFF2-40B4-BE49-F238E27FC236}">
                  <a16:creationId xmlns:a16="http://schemas.microsoft.com/office/drawing/2014/main" id="{5301E29D-E77E-8A0F-1E8D-457404054094}"/>
                </a:ext>
              </a:extLst>
            </p:cNvPr>
            <p:cNvSpPr>
              <a:spLocks/>
            </p:cNvSpPr>
            <p:nvPr/>
          </p:nvSpPr>
          <p:spPr>
            <a:xfrm>
              <a:off x="4302732" y="4787178"/>
              <a:ext cx="21528" cy="112377"/>
            </a:xfrm>
            <a:custGeom>
              <a:avLst/>
              <a:gdLst>
                <a:gd name="connsiteX0" fmla="*/ 3154 w 14423"/>
                <a:gd name="connsiteY0" fmla="*/ 55577 h 75288"/>
                <a:gd name="connsiteX1" fmla="*/ 3154 w 14423"/>
                <a:gd name="connsiteY1" fmla="*/ 51890 h 75288"/>
                <a:gd name="connsiteX2" fmla="*/ 6817 w 14423"/>
                <a:gd name="connsiteY2" fmla="*/ 50265 h 75288"/>
                <a:gd name="connsiteX3" fmla="*/ 7467 w 14423"/>
                <a:gd name="connsiteY3" fmla="*/ 49212 h 75288"/>
                <a:gd name="connsiteX4" fmla="*/ 6307 w 14423"/>
                <a:gd name="connsiteY4" fmla="*/ 30598 h 75288"/>
                <a:gd name="connsiteX5" fmla="*/ 8162 w 14423"/>
                <a:gd name="connsiteY5" fmla="*/ 27613 h 75288"/>
                <a:gd name="connsiteX6" fmla="*/ 8302 w 14423"/>
                <a:gd name="connsiteY6" fmla="*/ 27042 h 75288"/>
                <a:gd name="connsiteX7" fmla="*/ 8302 w 14423"/>
                <a:gd name="connsiteY7" fmla="*/ 21818 h 75288"/>
                <a:gd name="connsiteX8" fmla="*/ 12244 w 14423"/>
                <a:gd name="connsiteY8" fmla="*/ 14355 h 75288"/>
                <a:gd name="connsiteX9" fmla="*/ 12383 w 14423"/>
                <a:gd name="connsiteY9" fmla="*/ 13872 h 75288"/>
                <a:gd name="connsiteX10" fmla="*/ 12383 w 14423"/>
                <a:gd name="connsiteY10" fmla="*/ 5400 h 75288"/>
                <a:gd name="connsiteX11" fmla="*/ 14423 w 14423"/>
                <a:gd name="connsiteY11" fmla="*/ 1975 h 75288"/>
                <a:gd name="connsiteX12" fmla="*/ 13589 w 14423"/>
                <a:gd name="connsiteY12" fmla="*/ 1800 h 75288"/>
                <a:gd name="connsiteX13" fmla="*/ 12707 w 14423"/>
                <a:gd name="connsiteY13" fmla="*/ 483 h 75288"/>
                <a:gd name="connsiteX14" fmla="*/ 13078 w 14423"/>
                <a:gd name="connsiteY14" fmla="*/ 0 h 75288"/>
                <a:gd name="connsiteX15" fmla="*/ 12986 w 14423"/>
                <a:gd name="connsiteY15" fmla="*/ 88 h 75288"/>
                <a:gd name="connsiteX16" fmla="*/ 12846 w 14423"/>
                <a:gd name="connsiteY16" fmla="*/ 176 h 75288"/>
                <a:gd name="connsiteX17" fmla="*/ 10249 w 14423"/>
                <a:gd name="connsiteY17" fmla="*/ 4566 h 75288"/>
                <a:gd name="connsiteX18" fmla="*/ 10110 w 14423"/>
                <a:gd name="connsiteY18" fmla="*/ 5092 h 75288"/>
                <a:gd name="connsiteX19" fmla="*/ 10110 w 14423"/>
                <a:gd name="connsiteY19" fmla="*/ 13609 h 75288"/>
                <a:gd name="connsiteX20" fmla="*/ 6168 w 14423"/>
                <a:gd name="connsiteY20" fmla="*/ 21072 h 75288"/>
                <a:gd name="connsiteX21" fmla="*/ 6029 w 14423"/>
                <a:gd name="connsiteY21" fmla="*/ 21555 h 75288"/>
                <a:gd name="connsiteX22" fmla="*/ 6029 w 14423"/>
                <a:gd name="connsiteY22" fmla="*/ 26735 h 75288"/>
                <a:gd name="connsiteX23" fmla="*/ 4174 w 14423"/>
                <a:gd name="connsiteY23" fmla="*/ 29764 h 75288"/>
                <a:gd name="connsiteX24" fmla="*/ 4035 w 14423"/>
                <a:gd name="connsiteY24" fmla="*/ 30379 h 75288"/>
                <a:gd name="connsiteX25" fmla="*/ 5148 w 14423"/>
                <a:gd name="connsiteY25" fmla="*/ 48553 h 75288"/>
                <a:gd name="connsiteX26" fmla="*/ 1530 w 14423"/>
                <a:gd name="connsiteY26" fmla="*/ 50178 h 75288"/>
                <a:gd name="connsiteX27" fmla="*/ 881 w 14423"/>
                <a:gd name="connsiteY27" fmla="*/ 51187 h 75288"/>
                <a:gd name="connsiteX28" fmla="*/ 881 w 14423"/>
                <a:gd name="connsiteY28" fmla="*/ 55446 h 75288"/>
                <a:gd name="connsiteX29" fmla="*/ 0 w 14423"/>
                <a:gd name="connsiteY29" fmla="*/ 62558 h 75288"/>
                <a:gd name="connsiteX30" fmla="*/ 0 w 14423"/>
                <a:gd name="connsiteY30" fmla="*/ 62953 h 75288"/>
                <a:gd name="connsiteX31" fmla="*/ 2226 w 14423"/>
                <a:gd name="connsiteY31" fmla="*/ 71864 h 75288"/>
                <a:gd name="connsiteX32" fmla="*/ 2875 w 14423"/>
                <a:gd name="connsiteY32" fmla="*/ 74454 h 75288"/>
                <a:gd name="connsiteX33" fmla="*/ 3988 w 14423"/>
                <a:gd name="connsiteY33" fmla="*/ 75288 h 75288"/>
                <a:gd name="connsiteX34" fmla="*/ 4267 w 14423"/>
                <a:gd name="connsiteY34" fmla="*/ 75288 h 75288"/>
                <a:gd name="connsiteX35" fmla="*/ 5148 w 14423"/>
                <a:gd name="connsiteY35" fmla="*/ 73972 h 75288"/>
                <a:gd name="connsiteX36" fmla="*/ 4406 w 14423"/>
                <a:gd name="connsiteY36" fmla="*/ 70986 h 75288"/>
                <a:gd name="connsiteX37" fmla="*/ 2319 w 14423"/>
                <a:gd name="connsiteY37" fmla="*/ 62645 h 75288"/>
                <a:gd name="connsiteX38" fmla="*/ 3154 w 14423"/>
                <a:gd name="connsiteY38" fmla="*/ 55577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4423" h="75288">
                  <a:moveTo>
                    <a:pt x="3154" y="55577"/>
                  </a:moveTo>
                  <a:lnTo>
                    <a:pt x="3154" y="51890"/>
                  </a:lnTo>
                  <a:lnTo>
                    <a:pt x="6817" y="50265"/>
                  </a:lnTo>
                  <a:cubicBezTo>
                    <a:pt x="7235" y="50090"/>
                    <a:pt x="7513" y="49651"/>
                    <a:pt x="7467" y="49212"/>
                  </a:cubicBezTo>
                  <a:lnTo>
                    <a:pt x="6307" y="30598"/>
                  </a:lnTo>
                  <a:lnTo>
                    <a:pt x="8162" y="27613"/>
                  </a:lnTo>
                  <a:cubicBezTo>
                    <a:pt x="8162" y="27613"/>
                    <a:pt x="8302" y="27262"/>
                    <a:pt x="8302" y="27042"/>
                  </a:cubicBezTo>
                  <a:lnTo>
                    <a:pt x="8302" y="21818"/>
                  </a:lnTo>
                  <a:lnTo>
                    <a:pt x="12244" y="14355"/>
                  </a:lnTo>
                  <a:cubicBezTo>
                    <a:pt x="12244" y="14355"/>
                    <a:pt x="12383" y="14048"/>
                    <a:pt x="12383" y="13872"/>
                  </a:cubicBezTo>
                  <a:lnTo>
                    <a:pt x="12383" y="5400"/>
                  </a:lnTo>
                  <a:lnTo>
                    <a:pt x="14423" y="1975"/>
                  </a:lnTo>
                  <a:lnTo>
                    <a:pt x="13589" y="1800"/>
                  </a:lnTo>
                  <a:cubicBezTo>
                    <a:pt x="12986" y="1668"/>
                    <a:pt x="12568" y="1098"/>
                    <a:pt x="12707" y="483"/>
                  </a:cubicBezTo>
                  <a:cubicBezTo>
                    <a:pt x="12754" y="263"/>
                    <a:pt x="12939" y="176"/>
                    <a:pt x="13078" y="0"/>
                  </a:cubicBezTo>
                  <a:cubicBezTo>
                    <a:pt x="13078" y="0"/>
                    <a:pt x="12986" y="44"/>
                    <a:pt x="12986" y="88"/>
                  </a:cubicBezTo>
                  <a:cubicBezTo>
                    <a:pt x="12986" y="88"/>
                    <a:pt x="12893" y="88"/>
                    <a:pt x="12846" y="176"/>
                  </a:cubicBezTo>
                  <a:lnTo>
                    <a:pt x="10249" y="4566"/>
                  </a:lnTo>
                  <a:cubicBezTo>
                    <a:pt x="10249" y="4566"/>
                    <a:pt x="10110" y="4917"/>
                    <a:pt x="10110" y="5092"/>
                  </a:cubicBezTo>
                  <a:lnTo>
                    <a:pt x="10110" y="13609"/>
                  </a:lnTo>
                  <a:lnTo>
                    <a:pt x="6168" y="21072"/>
                  </a:lnTo>
                  <a:cubicBezTo>
                    <a:pt x="6168" y="21072"/>
                    <a:pt x="6029" y="21379"/>
                    <a:pt x="6029" y="21555"/>
                  </a:cubicBezTo>
                  <a:lnTo>
                    <a:pt x="6029" y="26735"/>
                  </a:lnTo>
                  <a:lnTo>
                    <a:pt x="4174" y="29764"/>
                  </a:lnTo>
                  <a:cubicBezTo>
                    <a:pt x="4174" y="29764"/>
                    <a:pt x="3988" y="30159"/>
                    <a:pt x="4035" y="30379"/>
                  </a:cubicBezTo>
                  <a:lnTo>
                    <a:pt x="5148" y="48553"/>
                  </a:lnTo>
                  <a:lnTo>
                    <a:pt x="1530" y="50178"/>
                  </a:lnTo>
                  <a:cubicBezTo>
                    <a:pt x="1113" y="50353"/>
                    <a:pt x="881" y="50748"/>
                    <a:pt x="881" y="51187"/>
                  </a:cubicBezTo>
                  <a:lnTo>
                    <a:pt x="881" y="55446"/>
                  </a:lnTo>
                  <a:cubicBezTo>
                    <a:pt x="881" y="55446"/>
                    <a:pt x="0" y="62558"/>
                    <a:pt x="0" y="62558"/>
                  </a:cubicBezTo>
                  <a:cubicBezTo>
                    <a:pt x="0" y="62689"/>
                    <a:pt x="0" y="62821"/>
                    <a:pt x="0" y="62953"/>
                  </a:cubicBezTo>
                  <a:lnTo>
                    <a:pt x="2226" y="71864"/>
                  </a:lnTo>
                  <a:lnTo>
                    <a:pt x="2875" y="74454"/>
                  </a:lnTo>
                  <a:cubicBezTo>
                    <a:pt x="3014" y="74981"/>
                    <a:pt x="3478" y="75288"/>
                    <a:pt x="3988" y="75288"/>
                  </a:cubicBezTo>
                  <a:cubicBezTo>
                    <a:pt x="4081" y="75288"/>
                    <a:pt x="4174" y="75288"/>
                    <a:pt x="4267" y="75288"/>
                  </a:cubicBezTo>
                  <a:cubicBezTo>
                    <a:pt x="4870" y="75157"/>
                    <a:pt x="5287" y="74542"/>
                    <a:pt x="5148" y="73972"/>
                  </a:cubicBezTo>
                  <a:lnTo>
                    <a:pt x="4406" y="70986"/>
                  </a:lnTo>
                  <a:lnTo>
                    <a:pt x="2319" y="62645"/>
                  </a:lnTo>
                  <a:lnTo>
                    <a:pt x="3154" y="5557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7" name="Freeform: Shape 2226">
              <a:extLst>
                <a:ext uri="{FF2B5EF4-FFF2-40B4-BE49-F238E27FC236}">
                  <a16:creationId xmlns:a16="http://schemas.microsoft.com/office/drawing/2014/main" id="{115D31C1-C87F-38FD-1CAE-C0470E880E4F}"/>
                </a:ext>
              </a:extLst>
            </p:cNvPr>
            <p:cNvSpPr>
              <a:spLocks/>
            </p:cNvSpPr>
            <p:nvPr/>
          </p:nvSpPr>
          <p:spPr>
            <a:xfrm>
              <a:off x="4322807" y="4786655"/>
              <a:ext cx="623" cy="130"/>
            </a:xfrm>
            <a:custGeom>
              <a:avLst/>
              <a:gdLst>
                <a:gd name="connsiteX0" fmla="*/ 0 w 417"/>
                <a:gd name="connsiteY0" fmla="*/ 88 h 87"/>
                <a:gd name="connsiteX1" fmla="*/ 417 w 417"/>
                <a:gd name="connsiteY1" fmla="*/ 0 h 87"/>
                <a:gd name="connsiteX2" fmla="*/ 0 w 417"/>
                <a:gd name="connsiteY2" fmla="*/ 88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87">
                  <a:moveTo>
                    <a:pt x="0" y="88"/>
                  </a:moveTo>
                  <a:cubicBezTo>
                    <a:pt x="0" y="88"/>
                    <a:pt x="278" y="44"/>
                    <a:pt x="417" y="0"/>
                  </a:cubicBezTo>
                  <a:cubicBezTo>
                    <a:pt x="278" y="0"/>
                    <a:pt x="139" y="0"/>
                    <a:pt x="0" y="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8" name="Freeform: Shape 2227">
              <a:extLst>
                <a:ext uri="{FF2B5EF4-FFF2-40B4-BE49-F238E27FC236}">
                  <a16:creationId xmlns:a16="http://schemas.microsoft.com/office/drawing/2014/main" id="{F028A33C-B64B-A2AC-56E6-BA5D0DB323B7}"/>
                </a:ext>
              </a:extLst>
            </p:cNvPr>
            <p:cNvSpPr>
              <a:spLocks/>
            </p:cNvSpPr>
            <p:nvPr/>
          </p:nvSpPr>
          <p:spPr>
            <a:xfrm>
              <a:off x="4044387" y="4324101"/>
              <a:ext cx="484" cy="393"/>
            </a:xfrm>
            <a:custGeom>
              <a:avLst/>
              <a:gdLst>
                <a:gd name="connsiteX0" fmla="*/ 0 w 324"/>
                <a:gd name="connsiteY0" fmla="*/ 0 h 263"/>
                <a:gd name="connsiteX1" fmla="*/ 325 w 324"/>
                <a:gd name="connsiteY1" fmla="*/ 263 h 263"/>
                <a:gd name="connsiteX2" fmla="*/ 0 w 324"/>
                <a:gd name="connsiteY2" fmla="*/ 0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263">
                  <a:moveTo>
                    <a:pt x="0" y="0"/>
                  </a:moveTo>
                  <a:cubicBezTo>
                    <a:pt x="0" y="0"/>
                    <a:pt x="232" y="132"/>
                    <a:pt x="325" y="263"/>
                  </a:cubicBezTo>
                  <a:cubicBezTo>
                    <a:pt x="232" y="132"/>
                    <a:pt x="139" y="88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9" name="Freeform: Shape 2228">
              <a:extLst>
                <a:ext uri="{FF2B5EF4-FFF2-40B4-BE49-F238E27FC236}">
                  <a16:creationId xmlns:a16="http://schemas.microsoft.com/office/drawing/2014/main" id="{A33EA864-9292-96DC-CA74-9DCBC720BB6D}"/>
                </a:ext>
              </a:extLst>
            </p:cNvPr>
            <p:cNvSpPr>
              <a:spLocks/>
            </p:cNvSpPr>
            <p:nvPr/>
          </p:nvSpPr>
          <p:spPr>
            <a:xfrm>
              <a:off x="3936328" y="4169458"/>
              <a:ext cx="107504" cy="157591"/>
            </a:xfrm>
            <a:custGeom>
              <a:avLst/>
              <a:gdLst>
                <a:gd name="connsiteX0" fmla="*/ 65438 w 72023"/>
                <a:gd name="connsiteY0" fmla="*/ 2722 h 105579"/>
                <a:gd name="connsiteX1" fmla="*/ 64557 w 72023"/>
                <a:gd name="connsiteY1" fmla="*/ 2371 h 105579"/>
                <a:gd name="connsiteX2" fmla="*/ 63722 w 72023"/>
                <a:gd name="connsiteY2" fmla="*/ 1492 h 105579"/>
                <a:gd name="connsiteX3" fmla="*/ 61682 w 72023"/>
                <a:gd name="connsiteY3" fmla="*/ 2985 h 105579"/>
                <a:gd name="connsiteX4" fmla="*/ 61682 w 72023"/>
                <a:gd name="connsiteY4" fmla="*/ 1098 h 105579"/>
                <a:gd name="connsiteX5" fmla="*/ 60522 w 72023"/>
                <a:gd name="connsiteY5" fmla="*/ 0 h 105579"/>
                <a:gd name="connsiteX6" fmla="*/ 50366 w 72023"/>
                <a:gd name="connsiteY6" fmla="*/ 0 h 105579"/>
                <a:gd name="connsiteX7" fmla="*/ 49345 w 72023"/>
                <a:gd name="connsiteY7" fmla="*/ 615 h 105579"/>
                <a:gd name="connsiteX8" fmla="*/ 48139 w 72023"/>
                <a:gd name="connsiteY8" fmla="*/ 2897 h 105579"/>
                <a:gd name="connsiteX9" fmla="*/ 33345 w 72023"/>
                <a:gd name="connsiteY9" fmla="*/ 5795 h 105579"/>
                <a:gd name="connsiteX10" fmla="*/ 32974 w 72023"/>
                <a:gd name="connsiteY10" fmla="*/ 5926 h 105579"/>
                <a:gd name="connsiteX11" fmla="*/ 17623 w 72023"/>
                <a:gd name="connsiteY11" fmla="*/ 14706 h 105579"/>
                <a:gd name="connsiteX12" fmla="*/ 17067 w 72023"/>
                <a:gd name="connsiteY12" fmla="*/ 15628 h 105579"/>
                <a:gd name="connsiteX13" fmla="*/ 17067 w 72023"/>
                <a:gd name="connsiteY13" fmla="*/ 20809 h 105579"/>
                <a:gd name="connsiteX14" fmla="*/ 12012 w 72023"/>
                <a:gd name="connsiteY14" fmla="*/ 29062 h 105579"/>
                <a:gd name="connsiteX15" fmla="*/ 11919 w 72023"/>
                <a:gd name="connsiteY15" fmla="*/ 29940 h 105579"/>
                <a:gd name="connsiteX16" fmla="*/ 13171 w 72023"/>
                <a:gd name="connsiteY16" fmla="*/ 33891 h 105579"/>
                <a:gd name="connsiteX17" fmla="*/ 4777 w 72023"/>
                <a:gd name="connsiteY17" fmla="*/ 40300 h 105579"/>
                <a:gd name="connsiteX18" fmla="*/ 4359 w 72023"/>
                <a:gd name="connsiteY18" fmla="*/ 41134 h 105579"/>
                <a:gd name="connsiteX19" fmla="*/ 4359 w 72023"/>
                <a:gd name="connsiteY19" fmla="*/ 47719 h 105579"/>
                <a:gd name="connsiteX20" fmla="*/ 1159 w 72023"/>
                <a:gd name="connsiteY20" fmla="*/ 47719 h 105579"/>
                <a:gd name="connsiteX21" fmla="*/ 0 w 72023"/>
                <a:gd name="connsiteY21" fmla="*/ 48817 h 105579"/>
                <a:gd name="connsiteX22" fmla="*/ 0 w 72023"/>
                <a:gd name="connsiteY22" fmla="*/ 53470 h 105579"/>
                <a:gd name="connsiteX23" fmla="*/ 649 w 72023"/>
                <a:gd name="connsiteY23" fmla="*/ 54480 h 105579"/>
                <a:gd name="connsiteX24" fmla="*/ 5148 w 72023"/>
                <a:gd name="connsiteY24" fmla="*/ 56499 h 105579"/>
                <a:gd name="connsiteX25" fmla="*/ 3849 w 72023"/>
                <a:gd name="connsiteY25" fmla="*/ 59353 h 105579"/>
                <a:gd name="connsiteX26" fmla="*/ 4035 w 72023"/>
                <a:gd name="connsiteY26" fmla="*/ 60538 h 105579"/>
                <a:gd name="connsiteX27" fmla="*/ 16464 w 72023"/>
                <a:gd name="connsiteY27" fmla="*/ 73621 h 105579"/>
                <a:gd name="connsiteX28" fmla="*/ 11733 w 72023"/>
                <a:gd name="connsiteY28" fmla="*/ 80600 h 105579"/>
                <a:gd name="connsiteX29" fmla="*/ 11733 w 72023"/>
                <a:gd name="connsiteY29" fmla="*/ 81698 h 105579"/>
                <a:gd name="connsiteX30" fmla="*/ 12754 w 72023"/>
                <a:gd name="connsiteY30" fmla="*/ 82269 h 105579"/>
                <a:gd name="connsiteX31" fmla="*/ 26435 w 72023"/>
                <a:gd name="connsiteY31" fmla="*/ 82269 h 105579"/>
                <a:gd name="connsiteX32" fmla="*/ 29357 w 72023"/>
                <a:gd name="connsiteY32" fmla="*/ 89512 h 105579"/>
                <a:gd name="connsiteX33" fmla="*/ 30423 w 72023"/>
                <a:gd name="connsiteY33" fmla="*/ 90215 h 105579"/>
                <a:gd name="connsiteX34" fmla="*/ 45774 w 72023"/>
                <a:gd name="connsiteY34" fmla="*/ 90215 h 105579"/>
                <a:gd name="connsiteX35" fmla="*/ 46516 w 72023"/>
                <a:gd name="connsiteY35" fmla="*/ 89951 h 105579"/>
                <a:gd name="connsiteX36" fmla="*/ 54679 w 72023"/>
                <a:gd name="connsiteY36" fmla="*/ 83630 h 105579"/>
                <a:gd name="connsiteX37" fmla="*/ 53705 w 72023"/>
                <a:gd name="connsiteY37" fmla="*/ 85649 h 105579"/>
                <a:gd name="connsiteX38" fmla="*/ 53612 w 72023"/>
                <a:gd name="connsiteY38" fmla="*/ 86132 h 105579"/>
                <a:gd name="connsiteX39" fmla="*/ 54169 w 72023"/>
                <a:gd name="connsiteY39" fmla="*/ 104526 h 105579"/>
                <a:gd name="connsiteX40" fmla="*/ 55328 w 72023"/>
                <a:gd name="connsiteY40" fmla="*/ 105580 h 105579"/>
                <a:gd name="connsiteX41" fmla="*/ 71189 w 72023"/>
                <a:gd name="connsiteY41" fmla="*/ 105580 h 105579"/>
                <a:gd name="connsiteX42" fmla="*/ 70864 w 72023"/>
                <a:gd name="connsiteY42" fmla="*/ 105053 h 105579"/>
                <a:gd name="connsiteX43" fmla="*/ 71282 w 72023"/>
                <a:gd name="connsiteY43" fmla="*/ 103560 h 105579"/>
                <a:gd name="connsiteX44" fmla="*/ 72024 w 72023"/>
                <a:gd name="connsiteY44" fmla="*/ 103473 h 105579"/>
                <a:gd name="connsiteX45" fmla="*/ 72024 w 72023"/>
                <a:gd name="connsiteY45" fmla="*/ 103473 h 105579"/>
                <a:gd name="connsiteX46" fmla="*/ 71931 w 72023"/>
                <a:gd name="connsiteY46" fmla="*/ 103473 h 105579"/>
                <a:gd name="connsiteX47" fmla="*/ 56534 w 72023"/>
                <a:gd name="connsiteY47" fmla="*/ 103473 h 105579"/>
                <a:gd name="connsiteX48" fmla="*/ 55977 w 72023"/>
                <a:gd name="connsiteY48" fmla="*/ 86395 h 105579"/>
                <a:gd name="connsiteX49" fmla="*/ 58899 w 72023"/>
                <a:gd name="connsiteY49" fmla="*/ 80337 h 105579"/>
                <a:gd name="connsiteX50" fmla="*/ 58528 w 72023"/>
                <a:gd name="connsiteY50" fmla="*/ 79020 h 105579"/>
                <a:gd name="connsiteX51" fmla="*/ 57090 w 72023"/>
                <a:gd name="connsiteY51" fmla="*/ 79020 h 105579"/>
                <a:gd name="connsiteX52" fmla="*/ 45403 w 72023"/>
                <a:gd name="connsiteY52" fmla="*/ 88107 h 105579"/>
                <a:gd name="connsiteX53" fmla="*/ 31258 w 72023"/>
                <a:gd name="connsiteY53" fmla="*/ 88107 h 105579"/>
                <a:gd name="connsiteX54" fmla="*/ 28336 w 72023"/>
                <a:gd name="connsiteY54" fmla="*/ 80864 h 105579"/>
                <a:gd name="connsiteX55" fmla="*/ 27270 w 72023"/>
                <a:gd name="connsiteY55" fmla="*/ 80162 h 105579"/>
                <a:gd name="connsiteX56" fmla="*/ 14887 w 72023"/>
                <a:gd name="connsiteY56" fmla="*/ 80162 h 105579"/>
                <a:gd name="connsiteX57" fmla="*/ 18968 w 72023"/>
                <a:gd name="connsiteY57" fmla="*/ 74147 h 105579"/>
                <a:gd name="connsiteX58" fmla="*/ 18875 w 72023"/>
                <a:gd name="connsiteY58" fmla="*/ 72830 h 105579"/>
                <a:gd name="connsiteX59" fmla="*/ 6307 w 72023"/>
                <a:gd name="connsiteY59" fmla="*/ 59616 h 105579"/>
                <a:gd name="connsiteX60" fmla="*/ 7745 w 72023"/>
                <a:gd name="connsiteY60" fmla="*/ 56411 h 105579"/>
                <a:gd name="connsiteX61" fmla="*/ 7188 w 72023"/>
                <a:gd name="connsiteY61" fmla="*/ 55007 h 105579"/>
                <a:gd name="connsiteX62" fmla="*/ 2365 w 72023"/>
                <a:gd name="connsiteY62" fmla="*/ 52812 h 105579"/>
                <a:gd name="connsiteX63" fmla="*/ 2365 w 72023"/>
                <a:gd name="connsiteY63" fmla="*/ 49958 h 105579"/>
                <a:gd name="connsiteX64" fmla="*/ 5565 w 72023"/>
                <a:gd name="connsiteY64" fmla="*/ 49958 h 105579"/>
                <a:gd name="connsiteX65" fmla="*/ 6725 w 72023"/>
                <a:gd name="connsiteY65" fmla="*/ 48861 h 105579"/>
                <a:gd name="connsiteX66" fmla="*/ 6725 w 72023"/>
                <a:gd name="connsiteY66" fmla="*/ 41705 h 105579"/>
                <a:gd name="connsiteX67" fmla="*/ 15258 w 72023"/>
                <a:gd name="connsiteY67" fmla="*/ 35164 h 105579"/>
                <a:gd name="connsiteX68" fmla="*/ 15629 w 72023"/>
                <a:gd name="connsiteY68" fmla="*/ 34023 h 105579"/>
                <a:gd name="connsiteX69" fmla="*/ 14331 w 72023"/>
                <a:gd name="connsiteY69" fmla="*/ 29808 h 105579"/>
                <a:gd name="connsiteX70" fmla="*/ 19293 w 72023"/>
                <a:gd name="connsiteY70" fmla="*/ 21731 h 105579"/>
                <a:gd name="connsiteX71" fmla="*/ 19432 w 72023"/>
                <a:gd name="connsiteY71" fmla="*/ 21160 h 105579"/>
                <a:gd name="connsiteX72" fmla="*/ 19432 w 72023"/>
                <a:gd name="connsiteY72" fmla="*/ 16287 h 105579"/>
                <a:gd name="connsiteX73" fmla="*/ 34087 w 72023"/>
                <a:gd name="connsiteY73" fmla="*/ 7946 h 105579"/>
                <a:gd name="connsiteX74" fmla="*/ 49253 w 72023"/>
                <a:gd name="connsiteY74" fmla="*/ 4961 h 105579"/>
                <a:gd name="connsiteX75" fmla="*/ 50041 w 72023"/>
                <a:gd name="connsiteY75" fmla="*/ 4390 h 105579"/>
                <a:gd name="connsiteX76" fmla="*/ 51154 w 72023"/>
                <a:gd name="connsiteY76" fmla="*/ 2239 h 105579"/>
                <a:gd name="connsiteX77" fmla="*/ 59409 w 72023"/>
                <a:gd name="connsiteY77" fmla="*/ 2239 h 105579"/>
                <a:gd name="connsiteX78" fmla="*/ 59409 w 72023"/>
                <a:gd name="connsiteY78" fmla="*/ 5268 h 105579"/>
                <a:gd name="connsiteX79" fmla="*/ 60058 w 72023"/>
                <a:gd name="connsiteY79" fmla="*/ 6234 h 105579"/>
                <a:gd name="connsiteX80" fmla="*/ 61264 w 72023"/>
                <a:gd name="connsiteY80" fmla="*/ 6102 h 105579"/>
                <a:gd name="connsiteX81" fmla="*/ 66180 w 72023"/>
                <a:gd name="connsiteY81" fmla="*/ 2546 h 105579"/>
                <a:gd name="connsiteX82" fmla="*/ 66180 w 72023"/>
                <a:gd name="connsiteY82" fmla="*/ 2546 h 105579"/>
                <a:gd name="connsiteX83" fmla="*/ 66180 w 72023"/>
                <a:gd name="connsiteY83" fmla="*/ 2546 h 105579"/>
                <a:gd name="connsiteX84" fmla="*/ 65438 w 72023"/>
                <a:gd name="connsiteY84" fmla="*/ 2810 h 10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72023" h="105579">
                  <a:moveTo>
                    <a:pt x="65438" y="2722"/>
                  </a:moveTo>
                  <a:cubicBezTo>
                    <a:pt x="65114" y="2722"/>
                    <a:pt x="64789" y="2590"/>
                    <a:pt x="64557" y="2371"/>
                  </a:cubicBezTo>
                  <a:lnTo>
                    <a:pt x="63722" y="1492"/>
                  </a:lnTo>
                  <a:lnTo>
                    <a:pt x="61682" y="2985"/>
                  </a:lnTo>
                  <a:lnTo>
                    <a:pt x="61682" y="1098"/>
                  </a:lnTo>
                  <a:cubicBezTo>
                    <a:pt x="61682" y="483"/>
                    <a:pt x="61172" y="0"/>
                    <a:pt x="60522" y="0"/>
                  </a:cubicBezTo>
                  <a:lnTo>
                    <a:pt x="50366" y="0"/>
                  </a:lnTo>
                  <a:cubicBezTo>
                    <a:pt x="49948" y="0"/>
                    <a:pt x="49531" y="219"/>
                    <a:pt x="49345" y="615"/>
                  </a:cubicBezTo>
                  <a:lnTo>
                    <a:pt x="48139" y="2897"/>
                  </a:lnTo>
                  <a:lnTo>
                    <a:pt x="33345" y="5795"/>
                  </a:lnTo>
                  <a:cubicBezTo>
                    <a:pt x="33345" y="5795"/>
                    <a:pt x="33113" y="5882"/>
                    <a:pt x="32974" y="5926"/>
                  </a:cubicBezTo>
                  <a:lnTo>
                    <a:pt x="17623" y="14706"/>
                  </a:lnTo>
                  <a:cubicBezTo>
                    <a:pt x="17299" y="14926"/>
                    <a:pt x="17067" y="15277"/>
                    <a:pt x="17067" y="15628"/>
                  </a:cubicBezTo>
                  <a:lnTo>
                    <a:pt x="17067" y="20809"/>
                  </a:lnTo>
                  <a:lnTo>
                    <a:pt x="12012" y="29062"/>
                  </a:lnTo>
                  <a:cubicBezTo>
                    <a:pt x="11873" y="29325"/>
                    <a:pt x="11826" y="29633"/>
                    <a:pt x="11919" y="29940"/>
                  </a:cubicBezTo>
                  <a:lnTo>
                    <a:pt x="13171" y="33891"/>
                  </a:lnTo>
                  <a:lnTo>
                    <a:pt x="4777" y="40300"/>
                  </a:lnTo>
                  <a:cubicBezTo>
                    <a:pt x="4499" y="40520"/>
                    <a:pt x="4359" y="40827"/>
                    <a:pt x="4359" y="41134"/>
                  </a:cubicBezTo>
                  <a:lnTo>
                    <a:pt x="4359" y="47719"/>
                  </a:lnTo>
                  <a:lnTo>
                    <a:pt x="1159" y="47719"/>
                  </a:lnTo>
                  <a:cubicBezTo>
                    <a:pt x="510" y="47719"/>
                    <a:pt x="0" y="48202"/>
                    <a:pt x="0" y="48817"/>
                  </a:cubicBezTo>
                  <a:lnTo>
                    <a:pt x="0" y="53470"/>
                  </a:lnTo>
                  <a:cubicBezTo>
                    <a:pt x="0" y="53909"/>
                    <a:pt x="278" y="54260"/>
                    <a:pt x="649" y="54480"/>
                  </a:cubicBezTo>
                  <a:lnTo>
                    <a:pt x="5148" y="56499"/>
                  </a:lnTo>
                  <a:lnTo>
                    <a:pt x="3849" y="59353"/>
                  </a:lnTo>
                  <a:cubicBezTo>
                    <a:pt x="3664" y="59748"/>
                    <a:pt x="3757" y="60187"/>
                    <a:pt x="4035" y="60538"/>
                  </a:cubicBezTo>
                  <a:lnTo>
                    <a:pt x="16464" y="73621"/>
                  </a:lnTo>
                  <a:lnTo>
                    <a:pt x="11733" y="80600"/>
                  </a:lnTo>
                  <a:cubicBezTo>
                    <a:pt x="11501" y="80952"/>
                    <a:pt x="11501" y="81347"/>
                    <a:pt x="11733" y="81698"/>
                  </a:cubicBezTo>
                  <a:cubicBezTo>
                    <a:pt x="11919" y="82049"/>
                    <a:pt x="12336" y="82269"/>
                    <a:pt x="12754" y="82269"/>
                  </a:cubicBezTo>
                  <a:lnTo>
                    <a:pt x="26435" y="82269"/>
                  </a:lnTo>
                  <a:lnTo>
                    <a:pt x="29357" y="89512"/>
                  </a:lnTo>
                  <a:cubicBezTo>
                    <a:pt x="29542" y="89951"/>
                    <a:pt x="29960" y="90215"/>
                    <a:pt x="30423" y="90215"/>
                  </a:cubicBezTo>
                  <a:lnTo>
                    <a:pt x="45774" y="90215"/>
                  </a:lnTo>
                  <a:cubicBezTo>
                    <a:pt x="46053" y="90215"/>
                    <a:pt x="46284" y="90127"/>
                    <a:pt x="46516" y="89951"/>
                  </a:cubicBezTo>
                  <a:lnTo>
                    <a:pt x="54679" y="83630"/>
                  </a:lnTo>
                  <a:lnTo>
                    <a:pt x="53705" y="85649"/>
                  </a:lnTo>
                  <a:cubicBezTo>
                    <a:pt x="53705" y="85649"/>
                    <a:pt x="53612" y="85956"/>
                    <a:pt x="53612" y="86132"/>
                  </a:cubicBezTo>
                  <a:lnTo>
                    <a:pt x="54169" y="104526"/>
                  </a:lnTo>
                  <a:cubicBezTo>
                    <a:pt x="54169" y="105097"/>
                    <a:pt x="54679" y="105580"/>
                    <a:pt x="55328" y="105580"/>
                  </a:cubicBezTo>
                  <a:lnTo>
                    <a:pt x="71189" y="105580"/>
                  </a:lnTo>
                  <a:lnTo>
                    <a:pt x="70864" y="105053"/>
                  </a:lnTo>
                  <a:cubicBezTo>
                    <a:pt x="70540" y="104526"/>
                    <a:pt x="70725" y="103867"/>
                    <a:pt x="71282" y="103560"/>
                  </a:cubicBezTo>
                  <a:cubicBezTo>
                    <a:pt x="71514" y="103429"/>
                    <a:pt x="71746" y="103429"/>
                    <a:pt x="72024" y="103473"/>
                  </a:cubicBezTo>
                  <a:cubicBezTo>
                    <a:pt x="72024" y="103473"/>
                    <a:pt x="72024" y="103473"/>
                    <a:pt x="72024" y="103473"/>
                  </a:cubicBezTo>
                  <a:cubicBezTo>
                    <a:pt x="72024" y="103473"/>
                    <a:pt x="71977" y="103473"/>
                    <a:pt x="71931" y="103473"/>
                  </a:cubicBezTo>
                  <a:lnTo>
                    <a:pt x="56534" y="103473"/>
                  </a:lnTo>
                  <a:lnTo>
                    <a:pt x="55977" y="86395"/>
                  </a:lnTo>
                  <a:lnTo>
                    <a:pt x="58899" y="80337"/>
                  </a:lnTo>
                  <a:cubicBezTo>
                    <a:pt x="59131" y="79854"/>
                    <a:pt x="58992" y="79327"/>
                    <a:pt x="58528" y="79020"/>
                  </a:cubicBezTo>
                  <a:cubicBezTo>
                    <a:pt x="58111" y="78713"/>
                    <a:pt x="57508" y="78713"/>
                    <a:pt x="57090" y="79020"/>
                  </a:cubicBezTo>
                  <a:lnTo>
                    <a:pt x="45403" y="88107"/>
                  </a:lnTo>
                  <a:lnTo>
                    <a:pt x="31258" y="88107"/>
                  </a:lnTo>
                  <a:lnTo>
                    <a:pt x="28336" y="80864"/>
                  </a:lnTo>
                  <a:cubicBezTo>
                    <a:pt x="28151" y="80425"/>
                    <a:pt x="27734" y="80162"/>
                    <a:pt x="27270" y="80162"/>
                  </a:cubicBezTo>
                  <a:lnTo>
                    <a:pt x="14887" y="80162"/>
                  </a:lnTo>
                  <a:lnTo>
                    <a:pt x="18968" y="74147"/>
                  </a:lnTo>
                  <a:cubicBezTo>
                    <a:pt x="19247" y="73752"/>
                    <a:pt x="19200" y="73181"/>
                    <a:pt x="18875" y="72830"/>
                  </a:cubicBezTo>
                  <a:lnTo>
                    <a:pt x="6307" y="59616"/>
                  </a:lnTo>
                  <a:lnTo>
                    <a:pt x="7745" y="56411"/>
                  </a:lnTo>
                  <a:cubicBezTo>
                    <a:pt x="7977" y="55885"/>
                    <a:pt x="7745" y="55226"/>
                    <a:pt x="7188" y="55007"/>
                  </a:cubicBezTo>
                  <a:lnTo>
                    <a:pt x="2365" y="52812"/>
                  </a:lnTo>
                  <a:lnTo>
                    <a:pt x="2365" y="49958"/>
                  </a:lnTo>
                  <a:lnTo>
                    <a:pt x="5565" y="49958"/>
                  </a:lnTo>
                  <a:cubicBezTo>
                    <a:pt x="6215" y="49958"/>
                    <a:pt x="6725" y="49475"/>
                    <a:pt x="6725" y="48861"/>
                  </a:cubicBezTo>
                  <a:lnTo>
                    <a:pt x="6725" y="41705"/>
                  </a:lnTo>
                  <a:lnTo>
                    <a:pt x="15258" y="35164"/>
                  </a:lnTo>
                  <a:cubicBezTo>
                    <a:pt x="15629" y="34901"/>
                    <a:pt x="15768" y="34418"/>
                    <a:pt x="15629" y="34023"/>
                  </a:cubicBezTo>
                  <a:lnTo>
                    <a:pt x="14331" y="29808"/>
                  </a:lnTo>
                  <a:lnTo>
                    <a:pt x="19293" y="21731"/>
                  </a:lnTo>
                  <a:cubicBezTo>
                    <a:pt x="19293" y="21731"/>
                    <a:pt x="19432" y="21379"/>
                    <a:pt x="19432" y="21160"/>
                  </a:cubicBezTo>
                  <a:lnTo>
                    <a:pt x="19432" y="16287"/>
                  </a:lnTo>
                  <a:lnTo>
                    <a:pt x="34087" y="7946"/>
                  </a:lnTo>
                  <a:lnTo>
                    <a:pt x="49253" y="4961"/>
                  </a:lnTo>
                  <a:cubicBezTo>
                    <a:pt x="49577" y="4873"/>
                    <a:pt x="49902" y="4697"/>
                    <a:pt x="50041" y="4390"/>
                  </a:cubicBezTo>
                  <a:lnTo>
                    <a:pt x="51154" y="2239"/>
                  </a:lnTo>
                  <a:lnTo>
                    <a:pt x="59409" y="2239"/>
                  </a:lnTo>
                  <a:lnTo>
                    <a:pt x="59409" y="5268"/>
                  </a:lnTo>
                  <a:cubicBezTo>
                    <a:pt x="59409" y="5663"/>
                    <a:pt x="59641" y="6058"/>
                    <a:pt x="60058" y="6234"/>
                  </a:cubicBezTo>
                  <a:cubicBezTo>
                    <a:pt x="60430" y="6410"/>
                    <a:pt x="60940" y="6366"/>
                    <a:pt x="61264" y="6102"/>
                  </a:cubicBezTo>
                  <a:lnTo>
                    <a:pt x="66180" y="2546"/>
                  </a:lnTo>
                  <a:cubicBezTo>
                    <a:pt x="66180" y="2546"/>
                    <a:pt x="66180" y="2546"/>
                    <a:pt x="66180" y="2546"/>
                  </a:cubicBezTo>
                  <a:cubicBezTo>
                    <a:pt x="66180" y="2546"/>
                    <a:pt x="66180" y="2546"/>
                    <a:pt x="66180" y="2546"/>
                  </a:cubicBezTo>
                  <a:cubicBezTo>
                    <a:pt x="65948" y="2722"/>
                    <a:pt x="65717" y="2810"/>
                    <a:pt x="65438" y="281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0" name="Freeform: Shape 2229">
              <a:extLst>
                <a:ext uri="{FF2B5EF4-FFF2-40B4-BE49-F238E27FC236}">
                  <a16:creationId xmlns:a16="http://schemas.microsoft.com/office/drawing/2014/main" id="{B302B0A0-93E4-0707-F2C8-13B8E18D8FC2}"/>
                </a:ext>
              </a:extLst>
            </p:cNvPr>
            <p:cNvSpPr>
              <a:spLocks/>
            </p:cNvSpPr>
            <p:nvPr/>
          </p:nvSpPr>
          <p:spPr>
            <a:xfrm>
              <a:off x="4035318" y="4170900"/>
              <a:ext cx="207" cy="590"/>
            </a:xfrm>
            <a:custGeom>
              <a:avLst/>
              <a:gdLst>
                <a:gd name="connsiteX0" fmla="*/ 46 w 139"/>
                <a:gd name="connsiteY0" fmla="*/ 0 h 395"/>
                <a:gd name="connsiteX1" fmla="*/ 0 w 139"/>
                <a:gd name="connsiteY1" fmla="*/ 0 h 395"/>
                <a:gd name="connsiteX2" fmla="*/ 139 w 139"/>
                <a:gd name="connsiteY2" fmla="*/ 395 h 395"/>
                <a:gd name="connsiteX3" fmla="*/ 46 w 139"/>
                <a:gd name="connsiteY3" fmla="*/ 44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" h="395">
                  <a:moveTo>
                    <a:pt x="46" y="0"/>
                  </a:moveTo>
                  <a:cubicBezTo>
                    <a:pt x="46" y="0"/>
                    <a:pt x="46" y="0"/>
                    <a:pt x="0" y="0"/>
                  </a:cubicBezTo>
                  <a:cubicBezTo>
                    <a:pt x="93" y="132"/>
                    <a:pt x="93" y="263"/>
                    <a:pt x="139" y="395"/>
                  </a:cubicBezTo>
                  <a:cubicBezTo>
                    <a:pt x="139" y="263"/>
                    <a:pt x="139" y="132"/>
                    <a:pt x="46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1" name="Freeform: Shape 2230">
              <a:extLst>
                <a:ext uri="{FF2B5EF4-FFF2-40B4-BE49-F238E27FC236}">
                  <a16:creationId xmlns:a16="http://schemas.microsoft.com/office/drawing/2014/main" id="{8EAECD87-98E8-F316-4DFE-5AC2322E3BFE}"/>
                </a:ext>
              </a:extLst>
            </p:cNvPr>
            <p:cNvSpPr>
              <a:spLocks/>
            </p:cNvSpPr>
            <p:nvPr/>
          </p:nvSpPr>
          <p:spPr>
            <a:xfrm>
              <a:off x="4035457" y="4172014"/>
              <a:ext cx="277" cy="589"/>
            </a:xfrm>
            <a:custGeom>
              <a:avLst/>
              <a:gdLst>
                <a:gd name="connsiteX0" fmla="*/ 186 w 185"/>
                <a:gd name="connsiteY0" fmla="*/ 0 h 394"/>
                <a:gd name="connsiteX1" fmla="*/ 0 w 185"/>
                <a:gd name="connsiteY1" fmla="*/ 395 h 394"/>
                <a:gd name="connsiteX2" fmla="*/ 186 w 185"/>
                <a:gd name="connsiteY2" fmla="*/ 0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4">
                  <a:moveTo>
                    <a:pt x="186" y="0"/>
                  </a:moveTo>
                  <a:cubicBezTo>
                    <a:pt x="186" y="0"/>
                    <a:pt x="46" y="263"/>
                    <a:pt x="0" y="395"/>
                  </a:cubicBezTo>
                  <a:cubicBezTo>
                    <a:pt x="93" y="263"/>
                    <a:pt x="186" y="176"/>
                    <a:pt x="18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2" name="Freeform: Shape 2231">
              <a:extLst>
                <a:ext uri="{FF2B5EF4-FFF2-40B4-BE49-F238E27FC236}">
                  <a16:creationId xmlns:a16="http://schemas.microsoft.com/office/drawing/2014/main" id="{4BB6C4A3-1781-B9F6-0355-B23BD1FD15A8}"/>
                </a:ext>
              </a:extLst>
            </p:cNvPr>
            <p:cNvSpPr>
              <a:spLocks/>
            </p:cNvSpPr>
            <p:nvPr/>
          </p:nvSpPr>
          <p:spPr>
            <a:xfrm>
              <a:off x="4204158" y="4587125"/>
              <a:ext cx="193410" cy="134853"/>
            </a:xfrm>
            <a:custGeom>
              <a:avLst/>
              <a:gdLst>
                <a:gd name="connsiteX0" fmla="*/ 129485 w 129577"/>
                <a:gd name="connsiteY0" fmla="*/ 57377 h 90346"/>
                <a:gd name="connsiteX1" fmla="*/ 128326 w 129577"/>
                <a:gd name="connsiteY1" fmla="*/ 56280 h 90346"/>
                <a:gd name="connsiteX2" fmla="*/ 127213 w 129577"/>
                <a:gd name="connsiteY2" fmla="*/ 57333 h 90346"/>
                <a:gd name="connsiteX3" fmla="*/ 127213 w 129577"/>
                <a:gd name="connsiteY3" fmla="*/ 57377 h 90346"/>
                <a:gd name="connsiteX4" fmla="*/ 127213 w 129577"/>
                <a:gd name="connsiteY4" fmla="*/ 63787 h 90346"/>
                <a:gd name="connsiteX5" fmla="*/ 124152 w 129577"/>
                <a:gd name="connsiteY5" fmla="*/ 72699 h 90346"/>
                <a:gd name="connsiteX6" fmla="*/ 118169 w 129577"/>
                <a:gd name="connsiteY6" fmla="*/ 78098 h 90346"/>
                <a:gd name="connsiteX7" fmla="*/ 112929 w 129577"/>
                <a:gd name="connsiteY7" fmla="*/ 79679 h 90346"/>
                <a:gd name="connsiteX8" fmla="*/ 112186 w 129577"/>
                <a:gd name="connsiteY8" fmla="*/ 80337 h 90346"/>
                <a:gd name="connsiteX9" fmla="*/ 110285 w 129577"/>
                <a:gd name="connsiteY9" fmla="*/ 85034 h 90346"/>
                <a:gd name="connsiteX10" fmla="*/ 106204 w 129577"/>
                <a:gd name="connsiteY10" fmla="*/ 83322 h 90346"/>
                <a:gd name="connsiteX11" fmla="*/ 104905 w 129577"/>
                <a:gd name="connsiteY11" fmla="*/ 83586 h 90346"/>
                <a:gd name="connsiteX12" fmla="*/ 103839 w 129577"/>
                <a:gd name="connsiteY12" fmla="*/ 84639 h 90346"/>
                <a:gd name="connsiteX13" fmla="*/ 100685 w 129577"/>
                <a:gd name="connsiteY13" fmla="*/ 87756 h 90346"/>
                <a:gd name="connsiteX14" fmla="*/ 98459 w 129577"/>
                <a:gd name="connsiteY14" fmla="*/ 85474 h 90346"/>
                <a:gd name="connsiteX15" fmla="*/ 97949 w 129577"/>
                <a:gd name="connsiteY15" fmla="*/ 84947 h 90346"/>
                <a:gd name="connsiteX16" fmla="*/ 96882 w 129577"/>
                <a:gd name="connsiteY16" fmla="*/ 84596 h 90346"/>
                <a:gd name="connsiteX17" fmla="*/ 86725 w 129577"/>
                <a:gd name="connsiteY17" fmla="*/ 86483 h 90346"/>
                <a:gd name="connsiteX18" fmla="*/ 74250 w 129577"/>
                <a:gd name="connsiteY18" fmla="*/ 82971 h 90346"/>
                <a:gd name="connsiteX19" fmla="*/ 73925 w 129577"/>
                <a:gd name="connsiteY19" fmla="*/ 82971 h 90346"/>
                <a:gd name="connsiteX20" fmla="*/ 65531 w 129577"/>
                <a:gd name="connsiteY20" fmla="*/ 82971 h 90346"/>
                <a:gd name="connsiteX21" fmla="*/ 65531 w 129577"/>
                <a:gd name="connsiteY21" fmla="*/ 81522 h 90346"/>
                <a:gd name="connsiteX22" fmla="*/ 71838 w 129577"/>
                <a:gd name="connsiteY22" fmla="*/ 75552 h 90346"/>
                <a:gd name="connsiteX23" fmla="*/ 72163 w 129577"/>
                <a:gd name="connsiteY23" fmla="*/ 74806 h 90346"/>
                <a:gd name="connsiteX24" fmla="*/ 72441 w 129577"/>
                <a:gd name="connsiteY24" fmla="*/ 66377 h 90346"/>
                <a:gd name="connsiteX25" fmla="*/ 77079 w 129577"/>
                <a:gd name="connsiteY25" fmla="*/ 63918 h 90346"/>
                <a:gd name="connsiteX26" fmla="*/ 77682 w 129577"/>
                <a:gd name="connsiteY26" fmla="*/ 63128 h 90346"/>
                <a:gd name="connsiteX27" fmla="*/ 78517 w 129577"/>
                <a:gd name="connsiteY27" fmla="*/ 57992 h 90346"/>
                <a:gd name="connsiteX28" fmla="*/ 82922 w 129577"/>
                <a:gd name="connsiteY28" fmla="*/ 53558 h 90346"/>
                <a:gd name="connsiteX29" fmla="*/ 83247 w 129577"/>
                <a:gd name="connsiteY29" fmla="*/ 52768 h 90346"/>
                <a:gd name="connsiteX30" fmla="*/ 82830 w 129577"/>
                <a:gd name="connsiteY30" fmla="*/ 51978 h 90346"/>
                <a:gd name="connsiteX31" fmla="*/ 76430 w 129577"/>
                <a:gd name="connsiteY31" fmla="*/ 46754 h 90346"/>
                <a:gd name="connsiteX32" fmla="*/ 76151 w 129577"/>
                <a:gd name="connsiteY32" fmla="*/ 46578 h 90346"/>
                <a:gd name="connsiteX33" fmla="*/ 61264 w 129577"/>
                <a:gd name="connsiteY33" fmla="*/ 40081 h 90346"/>
                <a:gd name="connsiteX34" fmla="*/ 44151 w 129577"/>
                <a:gd name="connsiteY34" fmla="*/ 28272 h 90346"/>
                <a:gd name="connsiteX35" fmla="*/ 43455 w 129577"/>
                <a:gd name="connsiteY35" fmla="*/ 28052 h 90346"/>
                <a:gd name="connsiteX36" fmla="*/ 35850 w 129577"/>
                <a:gd name="connsiteY36" fmla="*/ 28052 h 90346"/>
                <a:gd name="connsiteX37" fmla="*/ 27826 w 129577"/>
                <a:gd name="connsiteY37" fmla="*/ 24935 h 90346"/>
                <a:gd name="connsiteX38" fmla="*/ 12754 w 129577"/>
                <a:gd name="connsiteY38" fmla="*/ 11765 h 90346"/>
                <a:gd name="connsiteX39" fmla="*/ 9368 w 129577"/>
                <a:gd name="connsiteY39" fmla="*/ 5619 h 90346"/>
                <a:gd name="connsiteX40" fmla="*/ 9043 w 129577"/>
                <a:gd name="connsiteY40" fmla="*/ 5268 h 90346"/>
                <a:gd name="connsiteX41" fmla="*/ 1901 w 129577"/>
                <a:gd name="connsiteY41" fmla="*/ 0 h 90346"/>
                <a:gd name="connsiteX42" fmla="*/ 1577 w 129577"/>
                <a:gd name="connsiteY42" fmla="*/ 790 h 90346"/>
                <a:gd name="connsiteX43" fmla="*/ 1577 w 129577"/>
                <a:gd name="connsiteY43" fmla="*/ 790 h 90346"/>
                <a:gd name="connsiteX44" fmla="*/ 1577 w 129577"/>
                <a:gd name="connsiteY44" fmla="*/ 790 h 90346"/>
                <a:gd name="connsiteX45" fmla="*/ 1484 w 129577"/>
                <a:gd name="connsiteY45" fmla="*/ 878 h 90346"/>
                <a:gd name="connsiteX46" fmla="*/ 1020 w 129577"/>
                <a:gd name="connsiteY46" fmla="*/ 1273 h 90346"/>
                <a:gd name="connsiteX47" fmla="*/ 788 w 129577"/>
                <a:gd name="connsiteY47" fmla="*/ 1361 h 90346"/>
                <a:gd name="connsiteX48" fmla="*/ 557 w 129577"/>
                <a:gd name="connsiteY48" fmla="*/ 1405 h 90346"/>
                <a:gd name="connsiteX49" fmla="*/ 139 w 129577"/>
                <a:gd name="connsiteY49" fmla="*/ 1317 h 90346"/>
                <a:gd name="connsiteX50" fmla="*/ 139 w 129577"/>
                <a:gd name="connsiteY50" fmla="*/ 1317 h 90346"/>
                <a:gd name="connsiteX51" fmla="*/ 93 w 129577"/>
                <a:gd name="connsiteY51" fmla="*/ 1317 h 90346"/>
                <a:gd name="connsiteX52" fmla="*/ 0 w 129577"/>
                <a:gd name="connsiteY52" fmla="*/ 1317 h 90346"/>
                <a:gd name="connsiteX53" fmla="*/ 7513 w 129577"/>
                <a:gd name="connsiteY53" fmla="*/ 6804 h 90346"/>
                <a:gd name="connsiteX54" fmla="*/ 10852 w 129577"/>
                <a:gd name="connsiteY54" fmla="*/ 12907 h 90346"/>
                <a:gd name="connsiteX55" fmla="*/ 11084 w 129577"/>
                <a:gd name="connsiteY55" fmla="*/ 13214 h 90346"/>
                <a:gd name="connsiteX56" fmla="*/ 26435 w 129577"/>
                <a:gd name="connsiteY56" fmla="*/ 26647 h 90346"/>
                <a:gd name="connsiteX57" fmla="*/ 26760 w 129577"/>
                <a:gd name="connsiteY57" fmla="*/ 26867 h 90346"/>
                <a:gd name="connsiteX58" fmla="*/ 35154 w 129577"/>
                <a:gd name="connsiteY58" fmla="*/ 30159 h 90346"/>
                <a:gd name="connsiteX59" fmla="*/ 35618 w 129577"/>
                <a:gd name="connsiteY59" fmla="*/ 30247 h 90346"/>
                <a:gd name="connsiteX60" fmla="*/ 43084 w 129577"/>
                <a:gd name="connsiteY60" fmla="*/ 30247 h 90346"/>
                <a:gd name="connsiteX61" fmla="*/ 60058 w 129577"/>
                <a:gd name="connsiteY61" fmla="*/ 41925 h 90346"/>
                <a:gd name="connsiteX62" fmla="*/ 74992 w 129577"/>
                <a:gd name="connsiteY62" fmla="*/ 48466 h 90346"/>
                <a:gd name="connsiteX63" fmla="*/ 80325 w 129577"/>
                <a:gd name="connsiteY63" fmla="*/ 52812 h 90346"/>
                <a:gd name="connsiteX64" fmla="*/ 76522 w 129577"/>
                <a:gd name="connsiteY64" fmla="*/ 56631 h 90346"/>
                <a:gd name="connsiteX65" fmla="*/ 76244 w 129577"/>
                <a:gd name="connsiteY65" fmla="*/ 57202 h 90346"/>
                <a:gd name="connsiteX66" fmla="*/ 75456 w 129577"/>
                <a:gd name="connsiteY66" fmla="*/ 62162 h 90346"/>
                <a:gd name="connsiteX67" fmla="*/ 70725 w 129577"/>
                <a:gd name="connsiteY67" fmla="*/ 64665 h 90346"/>
                <a:gd name="connsiteX68" fmla="*/ 70122 w 129577"/>
                <a:gd name="connsiteY68" fmla="*/ 65587 h 90346"/>
                <a:gd name="connsiteX69" fmla="*/ 69844 w 129577"/>
                <a:gd name="connsiteY69" fmla="*/ 74191 h 90346"/>
                <a:gd name="connsiteX70" fmla="*/ 63490 w 129577"/>
                <a:gd name="connsiteY70" fmla="*/ 80206 h 90346"/>
                <a:gd name="connsiteX71" fmla="*/ 63166 w 129577"/>
                <a:gd name="connsiteY71" fmla="*/ 80996 h 90346"/>
                <a:gd name="connsiteX72" fmla="*/ 63166 w 129577"/>
                <a:gd name="connsiteY72" fmla="*/ 84025 h 90346"/>
                <a:gd name="connsiteX73" fmla="*/ 64325 w 129577"/>
                <a:gd name="connsiteY73" fmla="*/ 85122 h 90346"/>
                <a:gd name="connsiteX74" fmla="*/ 73740 w 129577"/>
                <a:gd name="connsiteY74" fmla="*/ 85122 h 90346"/>
                <a:gd name="connsiteX75" fmla="*/ 86354 w 129577"/>
                <a:gd name="connsiteY75" fmla="*/ 88634 h 90346"/>
                <a:gd name="connsiteX76" fmla="*/ 86911 w 129577"/>
                <a:gd name="connsiteY76" fmla="*/ 88634 h 90346"/>
                <a:gd name="connsiteX77" fmla="*/ 96418 w 129577"/>
                <a:gd name="connsiteY77" fmla="*/ 86878 h 90346"/>
                <a:gd name="connsiteX78" fmla="*/ 96696 w 129577"/>
                <a:gd name="connsiteY78" fmla="*/ 86878 h 90346"/>
                <a:gd name="connsiteX79" fmla="*/ 99850 w 129577"/>
                <a:gd name="connsiteY79" fmla="*/ 90039 h 90346"/>
                <a:gd name="connsiteX80" fmla="*/ 99897 w 129577"/>
                <a:gd name="connsiteY80" fmla="*/ 90039 h 90346"/>
                <a:gd name="connsiteX81" fmla="*/ 100685 w 129577"/>
                <a:gd name="connsiteY81" fmla="*/ 90346 h 90346"/>
                <a:gd name="connsiteX82" fmla="*/ 100685 w 129577"/>
                <a:gd name="connsiteY82" fmla="*/ 90346 h 90346"/>
                <a:gd name="connsiteX83" fmla="*/ 101520 w 129577"/>
                <a:gd name="connsiteY83" fmla="*/ 89995 h 90346"/>
                <a:gd name="connsiteX84" fmla="*/ 106065 w 129577"/>
                <a:gd name="connsiteY84" fmla="*/ 85517 h 90346"/>
                <a:gd name="connsiteX85" fmla="*/ 110517 w 129577"/>
                <a:gd name="connsiteY85" fmla="*/ 87405 h 90346"/>
                <a:gd name="connsiteX86" fmla="*/ 111445 w 129577"/>
                <a:gd name="connsiteY86" fmla="*/ 87405 h 90346"/>
                <a:gd name="connsiteX87" fmla="*/ 112094 w 129577"/>
                <a:gd name="connsiteY87" fmla="*/ 86791 h 90346"/>
                <a:gd name="connsiteX88" fmla="*/ 114227 w 129577"/>
                <a:gd name="connsiteY88" fmla="*/ 81522 h 90346"/>
                <a:gd name="connsiteX89" fmla="*/ 119189 w 129577"/>
                <a:gd name="connsiteY89" fmla="*/ 80030 h 90346"/>
                <a:gd name="connsiteX90" fmla="*/ 119653 w 129577"/>
                <a:gd name="connsiteY90" fmla="*/ 79766 h 90346"/>
                <a:gd name="connsiteX91" fmla="*/ 126053 w 129577"/>
                <a:gd name="connsiteY91" fmla="*/ 74015 h 90346"/>
                <a:gd name="connsiteX92" fmla="*/ 126332 w 129577"/>
                <a:gd name="connsiteY92" fmla="*/ 73577 h 90346"/>
                <a:gd name="connsiteX93" fmla="*/ 129532 w 129577"/>
                <a:gd name="connsiteY93" fmla="*/ 64270 h 90346"/>
                <a:gd name="connsiteX94" fmla="*/ 129578 w 129577"/>
                <a:gd name="connsiteY94" fmla="*/ 63918 h 90346"/>
                <a:gd name="connsiteX95" fmla="*/ 129578 w 129577"/>
                <a:gd name="connsiteY95" fmla="*/ 57333 h 90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29577" h="90346">
                  <a:moveTo>
                    <a:pt x="129485" y="57377"/>
                  </a:moveTo>
                  <a:cubicBezTo>
                    <a:pt x="129485" y="56763"/>
                    <a:pt x="128975" y="56280"/>
                    <a:pt x="128326" y="56280"/>
                  </a:cubicBezTo>
                  <a:cubicBezTo>
                    <a:pt x="127677" y="56280"/>
                    <a:pt x="127213" y="56763"/>
                    <a:pt x="127213" y="57333"/>
                  </a:cubicBezTo>
                  <a:cubicBezTo>
                    <a:pt x="127213" y="57333"/>
                    <a:pt x="127213" y="57333"/>
                    <a:pt x="127213" y="57377"/>
                  </a:cubicBezTo>
                  <a:lnTo>
                    <a:pt x="127213" y="63787"/>
                  </a:lnTo>
                  <a:lnTo>
                    <a:pt x="124152" y="72699"/>
                  </a:lnTo>
                  <a:lnTo>
                    <a:pt x="118169" y="78098"/>
                  </a:lnTo>
                  <a:lnTo>
                    <a:pt x="112929" y="79679"/>
                  </a:lnTo>
                  <a:cubicBezTo>
                    <a:pt x="112604" y="79766"/>
                    <a:pt x="112326" y="80030"/>
                    <a:pt x="112186" y="80337"/>
                  </a:cubicBezTo>
                  <a:lnTo>
                    <a:pt x="110285" y="85034"/>
                  </a:lnTo>
                  <a:lnTo>
                    <a:pt x="106204" y="83322"/>
                  </a:lnTo>
                  <a:cubicBezTo>
                    <a:pt x="105740" y="83147"/>
                    <a:pt x="105230" y="83235"/>
                    <a:pt x="104905" y="83586"/>
                  </a:cubicBezTo>
                  <a:lnTo>
                    <a:pt x="103839" y="84639"/>
                  </a:lnTo>
                  <a:lnTo>
                    <a:pt x="100685" y="87756"/>
                  </a:lnTo>
                  <a:lnTo>
                    <a:pt x="98459" y="85474"/>
                  </a:lnTo>
                  <a:lnTo>
                    <a:pt x="97949" y="84947"/>
                  </a:lnTo>
                  <a:cubicBezTo>
                    <a:pt x="97671" y="84683"/>
                    <a:pt x="97299" y="84552"/>
                    <a:pt x="96882" y="84596"/>
                  </a:cubicBezTo>
                  <a:lnTo>
                    <a:pt x="86725" y="86483"/>
                  </a:lnTo>
                  <a:lnTo>
                    <a:pt x="74250" y="82971"/>
                  </a:lnTo>
                  <a:cubicBezTo>
                    <a:pt x="74250" y="82971"/>
                    <a:pt x="74018" y="82971"/>
                    <a:pt x="73925" y="82971"/>
                  </a:cubicBezTo>
                  <a:lnTo>
                    <a:pt x="65531" y="82971"/>
                  </a:lnTo>
                  <a:lnTo>
                    <a:pt x="65531" y="81522"/>
                  </a:lnTo>
                  <a:lnTo>
                    <a:pt x="71838" y="75552"/>
                  </a:lnTo>
                  <a:cubicBezTo>
                    <a:pt x="71838" y="75552"/>
                    <a:pt x="72163" y="75069"/>
                    <a:pt x="72163" y="74806"/>
                  </a:cubicBezTo>
                  <a:lnTo>
                    <a:pt x="72441" y="66377"/>
                  </a:lnTo>
                  <a:lnTo>
                    <a:pt x="77079" y="63918"/>
                  </a:lnTo>
                  <a:cubicBezTo>
                    <a:pt x="77404" y="63743"/>
                    <a:pt x="77589" y="63480"/>
                    <a:pt x="77682" y="63128"/>
                  </a:cubicBezTo>
                  <a:lnTo>
                    <a:pt x="78517" y="57992"/>
                  </a:lnTo>
                  <a:lnTo>
                    <a:pt x="82922" y="53558"/>
                  </a:lnTo>
                  <a:cubicBezTo>
                    <a:pt x="82922" y="53558"/>
                    <a:pt x="83247" y="53031"/>
                    <a:pt x="83247" y="52768"/>
                  </a:cubicBezTo>
                  <a:cubicBezTo>
                    <a:pt x="83247" y="52461"/>
                    <a:pt x="83108" y="52197"/>
                    <a:pt x="82830" y="51978"/>
                  </a:cubicBezTo>
                  <a:lnTo>
                    <a:pt x="76430" y="46754"/>
                  </a:lnTo>
                  <a:cubicBezTo>
                    <a:pt x="76430" y="46754"/>
                    <a:pt x="76244" y="46622"/>
                    <a:pt x="76151" y="46578"/>
                  </a:cubicBezTo>
                  <a:lnTo>
                    <a:pt x="61264" y="40081"/>
                  </a:lnTo>
                  <a:lnTo>
                    <a:pt x="44151" y="28272"/>
                  </a:lnTo>
                  <a:cubicBezTo>
                    <a:pt x="44151" y="28272"/>
                    <a:pt x="43734" y="28052"/>
                    <a:pt x="43455" y="28052"/>
                  </a:cubicBezTo>
                  <a:lnTo>
                    <a:pt x="35850" y="28052"/>
                  </a:lnTo>
                  <a:lnTo>
                    <a:pt x="27826" y="24935"/>
                  </a:lnTo>
                  <a:lnTo>
                    <a:pt x="12754" y="11765"/>
                  </a:lnTo>
                  <a:lnTo>
                    <a:pt x="9368" y="5619"/>
                  </a:lnTo>
                  <a:cubicBezTo>
                    <a:pt x="9368" y="5619"/>
                    <a:pt x="9183" y="5356"/>
                    <a:pt x="9043" y="5268"/>
                  </a:cubicBezTo>
                  <a:lnTo>
                    <a:pt x="1901" y="0"/>
                  </a:lnTo>
                  <a:lnTo>
                    <a:pt x="1577" y="790"/>
                  </a:lnTo>
                  <a:cubicBezTo>
                    <a:pt x="1577" y="790"/>
                    <a:pt x="1577" y="790"/>
                    <a:pt x="1577" y="790"/>
                  </a:cubicBezTo>
                  <a:cubicBezTo>
                    <a:pt x="1577" y="790"/>
                    <a:pt x="1577" y="790"/>
                    <a:pt x="1577" y="790"/>
                  </a:cubicBezTo>
                  <a:cubicBezTo>
                    <a:pt x="1577" y="790"/>
                    <a:pt x="1484" y="834"/>
                    <a:pt x="1484" y="878"/>
                  </a:cubicBezTo>
                  <a:cubicBezTo>
                    <a:pt x="1345" y="1054"/>
                    <a:pt x="1206" y="1185"/>
                    <a:pt x="1020" y="1273"/>
                  </a:cubicBezTo>
                  <a:cubicBezTo>
                    <a:pt x="927" y="1273"/>
                    <a:pt x="881" y="1317"/>
                    <a:pt x="788" y="1361"/>
                  </a:cubicBezTo>
                  <a:cubicBezTo>
                    <a:pt x="696" y="1361"/>
                    <a:pt x="649" y="1405"/>
                    <a:pt x="557" y="1405"/>
                  </a:cubicBezTo>
                  <a:cubicBezTo>
                    <a:pt x="417" y="1405"/>
                    <a:pt x="278" y="1405"/>
                    <a:pt x="139" y="1317"/>
                  </a:cubicBezTo>
                  <a:cubicBezTo>
                    <a:pt x="139" y="1317"/>
                    <a:pt x="139" y="1317"/>
                    <a:pt x="139" y="1317"/>
                  </a:cubicBezTo>
                  <a:cubicBezTo>
                    <a:pt x="139" y="1317"/>
                    <a:pt x="139" y="1317"/>
                    <a:pt x="93" y="1317"/>
                  </a:cubicBezTo>
                  <a:lnTo>
                    <a:pt x="0" y="1317"/>
                  </a:lnTo>
                  <a:cubicBezTo>
                    <a:pt x="0" y="1317"/>
                    <a:pt x="7513" y="6804"/>
                    <a:pt x="7513" y="6804"/>
                  </a:cubicBezTo>
                  <a:lnTo>
                    <a:pt x="10852" y="12907"/>
                  </a:lnTo>
                  <a:cubicBezTo>
                    <a:pt x="10852" y="12907"/>
                    <a:pt x="10991" y="13126"/>
                    <a:pt x="11084" y="13214"/>
                  </a:cubicBezTo>
                  <a:lnTo>
                    <a:pt x="26435" y="26647"/>
                  </a:lnTo>
                  <a:cubicBezTo>
                    <a:pt x="26435" y="26647"/>
                    <a:pt x="26667" y="26823"/>
                    <a:pt x="26760" y="26867"/>
                  </a:cubicBezTo>
                  <a:lnTo>
                    <a:pt x="35154" y="30159"/>
                  </a:lnTo>
                  <a:cubicBezTo>
                    <a:pt x="35154" y="30159"/>
                    <a:pt x="35432" y="30247"/>
                    <a:pt x="35618" y="30247"/>
                  </a:cubicBezTo>
                  <a:lnTo>
                    <a:pt x="43084" y="30247"/>
                  </a:lnTo>
                  <a:lnTo>
                    <a:pt x="60058" y="41925"/>
                  </a:lnTo>
                  <a:lnTo>
                    <a:pt x="74992" y="48466"/>
                  </a:lnTo>
                  <a:lnTo>
                    <a:pt x="80325" y="52812"/>
                  </a:lnTo>
                  <a:lnTo>
                    <a:pt x="76522" y="56631"/>
                  </a:lnTo>
                  <a:cubicBezTo>
                    <a:pt x="76522" y="56631"/>
                    <a:pt x="76244" y="56982"/>
                    <a:pt x="76244" y="57202"/>
                  </a:cubicBezTo>
                  <a:lnTo>
                    <a:pt x="75456" y="62162"/>
                  </a:lnTo>
                  <a:lnTo>
                    <a:pt x="70725" y="64665"/>
                  </a:lnTo>
                  <a:cubicBezTo>
                    <a:pt x="70354" y="64840"/>
                    <a:pt x="70122" y="65192"/>
                    <a:pt x="70122" y="65587"/>
                  </a:cubicBezTo>
                  <a:lnTo>
                    <a:pt x="69844" y="74191"/>
                  </a:lnTo>
                  <a:lnTo>
                    <a:pt x="63490" y="80206"/>
                  </a:lnTo>
                  <a:cubicBezTo>
                    <a:pt x="63490" y="80206"/>
                    <a:pt x="63166" y="80688"/>
                    <a:pt x="63166" y="80996"/>
                  </a:cubicBezTo>
                  <a:lnTo>
                    <a:pt x="63166" y="84025"/>
                  </a:lnTo>
                  <a:cubicBezTo>
                    <a:pt x="63166" y="84639"/>
                    <a:pt x="63676" y="85122"/>
                    <a:pt x="64325" y="85122"/>
                  </a:cubicBezTo>
                  <a:lnTo>
                    <a:pt x="73740" y="85122"/>
                  </a:lnTo>
                  <a:lnTo>
                    <a:pt x="86354" y="88634"/>
                  </a:lnTo>
                  <a:cubicBezTo>
                    <a:pt x="86354" y="88634"/>
                    <a:pt x="86725" y="88678"/>
                    <a:pt x="86911" y="88634"/>
                  </a:cubicBezTo>
                  <a:lnTo>
                    <a:pt x="96418" y="86878"/>
                  </a:lnTo>
                  <a:lnTo>
                    <a:pt x="96696" y="86878"/>
                  </a:lnTo>
                  <a:cubicBezTo>
                    <a:pt x="96696" y="86878"/>
                    <a:pt x="99850" y="90039"/>
                    <a:pt x="99850" y="90039"/>
                  </a:cubicBezTo>
                  <a:cubicBezTo>
                    <a:pt x="99850" y="90039"/>
                    <a:pt x="99850" y="90039"/>
                    <a:pt x="99897" y="90039"/>
                  </a:cubicBezTo>
                  <a:cubicBezTo>
                    <a:pt x="100129" y="90215"/>
                    <a:pt x="100360" y="90346"/>
                    <a:pt x="100685" y="90346"/>
                  </a:cubicBezTo>
                  <a:lnTo>
                    <a:pt x="100685" y="90346"/>
                  </a:lnTo>
                  <a:cubicBezTo>
                    <a:pt x="101010" y="90346"/>
                    <a:pt x="101288" y="90215"/>
                    <a:pt x="101520" y="89995"/>
                  </a:cubicBezTo>
                  <a:lnTo>
                    <a:pt x="106065" y="85517"/>
                  </a:lnTo>
                  <a:lnTo>
                    <a:pt x="110517" y="87405"/>
                  </a:lnTo>
                  <a:cubicBezTo>
                    <a:pt x="110795" y="87537"/>
                    <a:pt x="111120" y="87537"/>
                    <a:pt x="111445" y="87405"/>
                  </a:cubicBezTo>
                  <a:cubicBezTo>
                    <a:pt x="111723" y="87273"/>
                    <a:pt x="111955" y="87054"/>
                    <a:pt x="112094" y="86791"/>
                  </a:cubicBezTo>
                  <a:lnTo>
                    <a:pt x="114227" y="81522"/>
                  </a:lnTo>
                  <a:lnTo>
                    <a:pt x="119189" y="80030"/>
                  </a:lnTo>
                  <a:cubicBezTo>
                    <a:pt x="119189" y="80030"/>
                    <a:pt x="119514" y="79898"/>
                    <a:pt x="119653" y="79766"/>
                  </a:cubicBezTo>
                  <a:lnTo>
                    <a:pt x="126053" y="74015"/>
                  </a:lnTo>
                  <a:cubicBezTo>
                    <a:pt x="126053" y="74015"/>
                    <a:pt x="126285" y="73752"/>
                    <a:pt x="126332" y="73577"/>
                  </a:cubicBezTo>
                  <a:lnTo>
                    <a:pt x="129532" y="64270"/>
                  </a:lnTo>
                  <a:cubicBezTo>
                    <a:pt x="129532" y="64270"/>
                    <a:pt x="129578" y="64050"/>
                    <a:pt x="129578" y="63918"/>
                  </a:cubicBezTo>
                  <a:lnTo>
                    <a:pt x="129578" y="5733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3" name="Freeform: Shape 2232">
              <a:extLst>
                <a:ext uri="{FF2B5EF4-FFF2-40B4-BE49-F238E27FC236}">
                  <a16:creationId xmlns:a16="http://schemas.microsoft.com/office/drawing/2014/main" id="{342940F0-6BE5-D38A-C25F-36D3772422D7}"/>
                </a:ext>
              </a:extLst>
            </p:cNvPr>
            <p:cNvSpPr>
              <a:spLocks/>
            </p:cNvSpPr>
            <p:nvPr/>
          </p:nvSpPr>
          <p:spPr>
            <a:xfrm>
              <a:off x="4203948" y="4517535"/>
              <a:ext cx="107565" cy="70704"/>
            </a:xfrm>
            <a:custGeom>
              <a:avLst/>
              <a:gdLst>
                <a:gd name="connsiteX0" fmla="*/ 59177 w 72064"/>
                <a:gd name="connsiteY0" fmla="*/ 0 h 47368"/>
                <a:gd name="connsiteX1" fmla="*/ 42157 w 72064"/>
                <a:gd name="connsiteY1" fmla="*/ 0 h 47368"/>
                <a:gd name="connsiteX2" fmla="*/ 15212 w 72064"/>
                <a:gd name="connsiteY2" fmla="*/ 5224 h 47368"/>
                <a:gd name="connsiteX3" fmla="*/ 14470 w 72064"/>
                <a:gd name="connsiteY3" fmla="*/ 5707 h 47368"/>
                <a:gd name="connsiteX4" fmla="*/ 5751 w 72064"/>
                <a:gd name="connsiteY4" fmla="*/ 18350 h 47368"/>
                <a:gd name="connsiteX5" fmla="*/ 5565 w 72064"/>
                <a:gd name="connsiteY5" fmla="*/ 19009 h 47368"/>
                <a:gd name="connsiteX6" fmla="*/ 6400 w 72064"/>
                <a:gd name="connsiteY6" fmla="*/ 30555 h 47368"/>
                <a:gd name="connsiteX7" fmla="*/ 0 w 72064"/>
                <a:gd name="connsiteY7" fmla="*/ 45393 h 47368"/>
                <a:gd name="connsiteX8" fmla="*/ 1113 w 72064"/>
                <a:gd name="connsiteY8" fmla="*/ 45920 h 47368"/>
                <a:gd name="connsiteX9" fmla="*/ 1623 w 72064"/>
                <a:gd name="connsiteY9" fmla="*/ 47368 h 47368"/>
                <a:gd name="connsiteX10" fmla="*/ 1623 w 72064"/>
                <a:gd name="connsiteY10" fmla="*/ 47368 h 47368"/>
                <a:gd name="connsiteX11" fmla="*/ 1948 w 72064"/>
                <a:gd name="connsiteY11" fmla="*/ 46578 h 47368"/>
                <a:gd name="connsiteX12" fmla="*/ 8580 w 72064"/>
                <a:gd name="connsiteY12" fmla="*/ 31169 h 47368"/>
                <a:gd name="connsiteX13" fmla="*/ 8673 w 72064"/>
                <a:gd name="connsiteY13" fmla="*/ 30686 h 47368"/>
                <a:gd name="connsiteX14" fmla="*/ 7838 w 72064"/>
                <a:gd name="connsiteY14" fmla="*/ 19272 h 47368"/>
                <a:gd name="connsiteX15" fmla="*/ 16047 w 72064"/>
                <a:gd name="connsiteY15" fmla="*/ 7331 h 47368"/>
                <a:gd name="connsiteX16" fmla="*/ 42296 w 72064"/>
                <a:gd name="connsiteY16" fmla="*/ 2239 h 47368"/>
                <a:gd name="connsiteX17" fmla="*/ 58667 w 72064"/>
                <a:gd name="connsiteY17" fmla="*/ 2239 h 47368"/>
                <a:gd name="connsiteX18" fmla="*/ 69983 w 72064"/>
                <a:gd name="connsiteY18" fmla="*/ 11151 h 47368"/>
                <a:gd name="connsiteX19" fmla="*/ 70215 w 72064"/>
                <a:gd name="connsiteY19" fmla="*/ 11326 h 47368"/>
                <a:gd name="connsiteX20" fmla="*/ 71838 w 72064"/>
                <a:gd name="connsiteY20" fmla="*/ 11194 h 47368"/>
                <a:gd name="connsiteX21" fmla="*/ 71838 w 72064"/>
                <a:gd name="connsiteY21" fmla="*/ 9878 h 47368"/>
                <a:gd name="connsiteX22" fmla="*/ 71699 w 72064"/>
                <a:gd name="connsiteY22" fmla="*/ 9614 h 47368"/>
                <a:gd name="connsiteX23" fmla="*/ 70633 w 72064"/>
                <a:gd name="connsiteY23" fmla="*/ 8780 h 47368"/>
                <a:gd name="connsiteX24" fmla="*/ 59827 w 72064"/>
                <a:gd name="connsiteY24" fmla="*/ 307 h 47368"/>
                <a:gd name="connsiteX25" fmla="*/ 59085 w 72064"/>
                <a:gd name="connsiteY25" fmla="*/ 44 h 47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2064" h="47368">
                  <a:moveTo>
                    <a:pt x="59177" y="0"/>
                  </a:moveTo>
                  <a:lnTo>
                    <a:pt x="42157" y="0"/>
                  </a:lnTo>
                  <a:cubicBezTo>
                    <a:pt x="42157" y="0"/>
                    <a:pt x="15212" y="5224"/>
                    <a:pt x="15212" y="5224"/>
                  </a:cubicBezTo>
                  <a:cubicBezTo>
                    <a:pt x="14887" y="5268"/>
                    <a:pt x="14655" y="5444"/>
                    <a:pt x="14470" y="5707"/>
                  </a:cubicBezTo>
                  <a:lnTo>
                    <a:pt x="5751" y="18350"/>
                  </a:lnTo>
                  <a:cubicBezTo>
                    <a:pt x="5751" y="18350"/>
                    <a:pt x="5565" y="18789"/>
                    <a:pt x="5565" y="19009"/>
                  </a:cubicBezTo>
                  <a:lnTo>
                    <a:pt x="6400" y="30555"/>
                  </a:lnTo>
                  <a:lnTo>
                    <a:pt x="0" y="45393"/>
                  </a:lnTo>
                  <a:lnTo>
                    <a:pt x="1113" y="45920"/>
                  </a:lnTo>
                  <a:cubicBezTo>
                    <a:pt x="1670" y="46183"/>
                    <a:pt x="1901" y="46797"/>
                    <a:pt x="1623" y="47368"/>
                  </a:cubicBezTo>
                  <a:cubicBezTo>
                    <a:pt x="1623" y="47368"/>
                    <a:pt x="1623" y="47368"/>
                    <a:pt x="1623" y="47368"/>
                  </a:cubicBezTo>
                  <a:lnTo>
                    <a:pt x="1948" y="46578"/>
                  </a:lnTo>
                  <a:lnTo>
                    <a:pt x="8580" y="31169"/>
                  </a:lnTo>
                  <a:cubicBezTo>
                    <a:pt x="8580" y="31169"/>
                    <a:pt x="8673" y="30862"/>
                    <a:pt x="8673" y="30686"/>
                  </a:cubicBezTo>
                  <a:lnTo>
                    <a:pt x="7838" y="19272"/>
                  </a:lnTo>
                  <a:lnTo>
                    <a:pt x="16047" y="7331"/>
                  </a:lnTo>
                  <a:lnTo>
                    <a:pt x="42296" y="2239"/>
                  </a:lnTo>
                  <a:lnTo>
                    <a:pt x="58667" y="2239"/>
                  </a:lnTo>
                  <a:lnTo>
                    <a:pt x="69983" y="11151"/>
                  </a:lnTo>
                  <a:lnTo>
                    <a:pt x="70215" y="11326"/>
                  </a:lnTo>
                  <a:cubicBezTo>
                    <a:pt x="70725" y="11721"/>
                    <a:pt x="71421" y="11634"/>
                    <a:pt x="71838" y="11194"/>
                  </a:cubicBezTo>
                  <a:cubicBezTo>
                    <a:pt x="72163" y="10800"/>
                    <a:pt x="72117" y="10273"/>
                    <a:pt x="71838" y="9878"/>
                  </a:cubicBezTo>
                  <a:cubicBezTo>
                    <a:pt x="71792" y="9790"/>
                    <a:pt x="71792" y="9702"/>
                    <a:pt x="71699" y="9614"/>
                  </a:cubicBezTo>
                  <a:lnTo>
                    <a:pt x="70633" y="8780"/>
                  </a:lnTo>
                  <a:lnTo>
                    <a:pt x="59827" y="307"/>
                  </a:lnTo>
                  <a:cubicBezTo>
                    <a:pt x="59827" y="307"/>
                    <a:pt x="59363" y="44"/>
                    <a:pt x="59085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4" name="Freeform: Shape 2233">
              <a:extLst>
                <a:ext uri="{FF2B5EF4-FFF2-40B4-BE49-F238E27FC236}">
                  <a16:creationId xmlns:a16="http://schemas.microsoft.com/office/drawing/2014/main" id="{A545890D-083F-B644-90C8-512566ACEEC9}"/>
                </a:ext>
              </a:extLst>
            </p:cNvPr>
            <p:cNvSpPr>
              <a:spLocks/>
            </p:cNvSpPr>
            <p:nvPr/>
          </p:nvSpPr>
          <p:spPr>
            <a:xfrm>
              <a:off x="4204226" y="4589090"/>
              <a:ext cx="1037" cy="130"/>
            </a:xfrm>
            <a:custGeom>
              <a:avLst/>
              <a:gdLst>
                <a:gd name="connsiteX0" fmla="*/ 46 w 695"/>
                <a:gd name="connsiteY0" fmla="*/ 0 h 87"/>
                <a:gd name="connsiteX1" fmla="*/ 464 w 695"/>
                <a:gd name="connsiteY1" fmla="*/ 88 h 87"/>
                <a:gd name="connsiteX2" fmla="*/ 696 w 695"/>
                <a:gd name="connsiteY2" fmla="*/ 44 h 87"/>
                <a:gd name="connsiteX3" fmla="*/ 0 w 695"/>
                <a:gd name="connsiteY3" fmla="*/ 0 h 87"/>
                <a:gd name="connsiteX4" fmla="*/ 0 w 695"/>
                <a:gd name="connsiteY4" fmla="*/ 0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" h="87">
                  <a:moveTo>
                    <a:pt x="46" y="0"/>
                  </a:moveTo>
                  <a:cubicBezTo>
                    <a:pt x="46" y="0"/>
                    <a:pt x="325" y="88"/>
                    <a:pt x="464" y="88"/>
                  </a:cubicBezTo>
                  <a:cubicBezTo>
                    <a:pt x="557" y="88"/>
                    <a:pt x="603" y="44"/>
                    <a:pt x="696" y="44"/>
                  </a:cubicBezTo>
                  <a:cubicBezTo>
                    <a:pt x="464" y="88"/>
                    <a:pt x="232" y="88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5" name="Freeform: Shape 2234">
              <a:extLst>
                <a:ext uri="{FF2B5EF4-FFF2-40B4-BE49-F238E27FC236}">
                  <a16:creationId xmlns:a16="http://schemas.microsoft.com/office/drawing/2014/main" id="{7904AFE6-D868-09F7-7F46-358CDF7DB910}"/>
                </a:ext>
              </a:extLst>
            </p:cNvPr>
            <p:cNvSpPr>
              <a:spLocks/>
            </p:cNvSpPr>
            <p:nvPr/>
          </p:nvSpPr>
          <p:spPr>
            <a:xfrm>
              <a:off x="4205611" y="4588435"/>
              <a:ext cx="691" cy="589"/>
            </a:xfrm>
            <a:custGeom>
              <a:avLst/>
              <a:gdLst>
                <a:gd name="connsiteX0" fmla="*/ 464 w 463"/>
                <a:gd name="connsiteY0" fmla="*/ 0 h 394"/>
                <a:gd name="connsiteX1" fmla="*/ 0 w 463"/>
                <a:gd name="connsiteY1" fmla="*/ 395 h 394"/>
                <a:gd name="connsiteX2" fmla="*/ 464 w 463"/>
                <a:gd name="connsiteY2" fmla="*/ 0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" h="394">
                  <a:moveTo>
                    <a:pt x="464" y="0"/>
                  </a:moveTo>
                  <a:cubicBezTo>
                    <a:pt x="464" y="0"/>
                    <a:pt x="186" y="307"/>
                    <a:pt x="0" y="395"/>
                  </a:cubicBezTo>
                  <a:cubicBezTo>
                    <a:pt x="186" y="307"/>
                    <a:pt x="325" y="176"/>
                    <a:pt x="464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6" name="Freeform: Shape 2235">
              <a:extLst>
                <a:ext uri="{FF2B5EF4-FFF2-40B4-BE49-F238E27FC236}">
                  <a16:creationId xmlns:a16="http://schemas.microsoft.com/office/drawing/2014/main" id="{64107B68-6478-FF16-7867-36D0C6211A38}"/>
                </a:ext>
              </a:extLst>
            </p:cNvPr>
            <p:cNvSpPr>
              <a:spLocks/>
            </p:cNvSpPr>
            <p:nvPr/>
          </p:nvSpPr>
          <p:spPr>
            <a:xfrm>
              <a:off x="3957884" y="4602786"/>
              <a:ext cx="146798" cy="745561"/>
            </a:xfrm>
            <a:custGeom>
              <a:avLst/>
              <a:gdLst>
                <a:gd name="connsiteX0" fmla="*/ 95613 w 98348"/>
                <a:gd name="connsiteY0" fmla="*/ 658 h 499494"/>
                <a:gd name="connsiteX1" fmla="*/ 95473 w 98348"/>
                <a:gd name="connsiteY1" fmla="*/ 746 h 499494"/>
                <a:gd name="connsiteX2" fmla="*/ 94731 w 98348"/>
                <a:gd name="connsiteY2" fmla="*/ 1054 h 499494"/>
                <a:gd name="connsiteX3" fmla="*/ 94128 w 98348"/>
                <a:gd name="connsiteY3" fmla="*/ 1054 h 499494"/>
                <a:gd name="connsiteX4" fmla="*/ 95798 w 98348"/>
                <a:gd name="connsiteY4" fmla="*/ 3424 h 499494"/>
                <a:gd name="connsiteX5" fmla="*/ 90929 w 98348"/>
                <a:gd name="connsiteY5" fmla="*/ 18789 h 499494"/>
                <a:gd name="connsiteX6" fmla="*/ 72007 w 98348"/>
                <a:gd name="connsiteY6" fmla="*/ 29633 h 499494"/>
                <a:gd name="connsiteX7" fmla="*/ 71960 w 98348"/>
                <a:gd name="connsiteY7" fmla="*/ 30511 h 499494"/>
                <a:gd name="connsiteX8" fmla="*/ 74325 w 98348"/>
                <a:gd name="connsiteY8" fmla="*/ 36656 h 499494"/>
                <a:gd name="connsiteX9" fmla="*/ 72285 w 98348"/>
                <a:gd name="connsiteY9" fmla="*/ 38369 h 499494"/>
                <a:gd name="connsiteX10" fmla="*/ 71960 w 98348"/>
                <a:gd name="connsiteY10" fmla="*/ 38808 h 499494"/>
                <a:gd name="connsiteX11" fmla="*/ 69920 w 98348"/>
                <a:gd name="connsiteY11" fmla="*/ 44295 h 499494"/>
                <a:gd name="connsiteX12" fmla="*/ 69920 w 98348"/>
                <a:gd name="connsiteY12" fmla="*/ 45085 h 499494"/>
                <a:gd name="connsiteX13" fmla="*/ 74465 w 98348"/>
                <a:gd name="connsiteY13" fmla="*/ 54919 h 499494"/>
                <a:gd name="connsiteX14" fmla="*/ 70383 w 98348"/>
                <a:gd name="connsiteY14" fmla="*/ 57421 h 499494"/>
                <a:gd name="connsiteX15" fmla="*/ 69873 w 98348"/>
                <a:gd name="connsiteY15" fmla="*/ 58343 h 499494"/>
                <a:gd name="connsiteX16" fmla="*/ 69873 w 98348"/>
                <a:gd name="connsiteY16" fmla="*/ 61899 h 499494"/>
                <a:gd name="connsiteX17" fmla="*/ 70151 w 98348"/>
                <a:gd name="connsiteY17" fmla="*/ 62602 h 499494"/>
                <a:gd name="connsiteX18" fmla="*/ 74975 w 98348"/>
                <a:gd name="connsiteY18" fmla="*/ 68089 h 499494"/>
                <a:gd name="connsiteX19" fmla="*/ 66534 w 98348"/>
                <a:gd name="connsiteY19" fmla="*/ 71601 h 499494"/>
                <a:gd name="connsiteX20" fmla="*/ 65885 w 98348"/>
                <a:gd name="connsiteY20" fmla="*/ 72347 h 499494"/>
                <a:gd name="connsiteX21" fmla="*/ 64493 w 98348"/>
                <a:gd name="connsiteY21" fmla="*/ 78318 h 499494"/>
                <a:gd name="connsiteX22" fmla="*/ 61664 w 98348"/>
                <a:gd name="connsiteY22" fmla="*/ 84903 h 499494"/>
                <a:gd name="connsiteX23" fmla="*/ 54290 w 98348"/>
                <a:gd name="connsiteY23" fmla="*/ 91883 h 499494"/>
                <a:gd name="connsiteX24" fmla="*/ 53966 w 98348"/>
                <a:gd name="connsiteY24" fmla="*/ 92673 h 499494"/>
                <a:gd name="connsiteX25" fmla="*/ 53966 w 98348"/>
                <a:gd name="connsiteY25" fmla="*/ 96053 h 499494"/>
                <a:gd name="connsiteX26" fmla="*/ 52296 w 98348"/>
                <a:gd name="connsiteY26" fmla="*/ 104526 h 499494"/>
                <a:gd name="connsiteX27" fmla="*/ 48771 w 98348"/>
                <a:gd name="connsiteY27" fmla="*/ 108126 h 499494"/>
                <a:gd name="connsiteX28" fmla="*/ 48447 w 98348"/>
                <a:gd name="connsiteY28" fmla="*/ 108872 h 499494"/>
                <a:gd name="connsiteX29" fmla="*/ 48447 w 98348"/>
                <a:gd name="connsiteY29" fmla="*/ 122042 h 499494"/>
                <a:gd name="connsiteX30" fmla="*/ 48864 w 98348"/>
                <a:gd name="connsiteY30" fmla="*/ 122876 h 499494"/>
                <a:gd name="connsiteX31" fmla="*/ 50580 w 98348"/>
                <a:gd name="connsiteY31" fmla="*/ 124193 h 499494"/>
                <a:gd name="connsiteX32" fmla="*/ 46824 w 98348"/>
                <a:gd name="connsiteY32" fmla="*/ 125686 h 499494"/>
                <a:gd name="connsiteX33" fmla="*/ 46128 w 98348"/>
                <a:gd name="connsiteY33" fmla="*/ 126564 h 499494"/>
                <a:gd name="connsiteX34" fmla="*/ 44783 w 98348"/>
                <a:gd name="connsiteY34" fmla="*/ 137671 h 499494"/>
                <a:gd name="connsiteX35" fmla="*/ 41398 w 98348"/>
                <a:gd name="connsiteY35" fmla="*/ 138812 h 499494"/>
                <a:gd name="connsiteX36" fmla="*/ 40609 w 98348"/>
                <a:gd name="connsiteY36" fmla="*/ 139866 h 499494"/>
                <a:gd name="connsiteX37" fmla="*/ 40609 w 98348"/>
                <a:gd name="connsiteY37" fmla="*/ 151938 h 499494"/>
                <a:gd name="connsiteX38" fmla="*/ 41212 w 98348"/>
                <a:gd name="connsiteY38" fmla="*/ 152904 h 499494"/>
                <a:gd name="connsiteX39" fmla="*/ 45247 w 98348"/>
                <a:gd name="connsiteY39" fmla="*/ 154923 h 499494"/>
                <a:gd name="connsiteX40" fmla="*/ 43577 w 98348"/>
                <a:gd name="connsiteY40" fmla="*/ 156328 h 499494"/>
                <a:gd name="connsiteX41" fmla="*/ 43345 w 98348"/>
                <a:gd name="connsiteY41" fmla="*/ 157645 h 499494"/>
                <a:gd name="connsiteX42" fmla="*/ 48401 w 98348"/>
                <a:gd name="connsiteY42" fmla="*/ 166952 h 499494"/>
                <a:gd name="connsiteX43" fmla="*/ 47566 w 98348"/>
                <a:gd name="connsiteY43" fmla="*/ 176259 h 499494"/>
                <a:gd name="connsiteX44" fmla="*/ 47844 w 98348"/>
                <a:gd name="connsiteY44" fmla="*/ 177093 h 499494"/>
                <a:gd name="connsiteX45" fmla="*/ 50163 w 98348"/>
                <a:gd name="connsiteY45" fmla="*/ 179551 h 499494"/>
                <a:gd name="connsiteX46" fmla="*/ 50441 w 98348"/>
                <a:gd name="connsiteY46" fmla="*/ 188024 h 499494"/>
                <a:gd name="connsiteX47" fmla="*/ 51229 w 98348"/>
                <a:gd name="connsiteY47" fmla="*/ 193599 h 499494"/>
                <a:gd name="connsiteX48" fmla="*/ 48401 w 98348"/>
                <a:gd name="connsiteY48" fmla="*/ 195136 h 499494"/>
                <a:gd name="connsiteX49" fmla="*/ 48030 w 98348"/>
                <a:gd name="connsiteY49" fmla="*/ 195487 h 499494"/>
                <a:gd name="connsiteX50" fmla="*/ 43113 w 98348"/>
                <a:gd name="connsiteY50" fmla="*/ 202599 h 499494"/>
                <a:gd name="connsiteX51" fmla="*/ 42928 w 98348"/>
                <a:gd name="connsiteY51" fmla="*/ 203213 h 499494"/>
                <a:gd name="connsiteX52" fmla="*/ 42928 w 98348"/>
                <a:gd name="connsiteY52" fmla="*/ 209184 h 499494"/>
                <a:gd name="connsiteX53" fmla="*/ 39403 w 98348"/>
                <a:gd name="connsiteY53" fmla="*/ 211335 h 499494"/>
                <a:gd name="connsiteX54" fmla="*/ 38893 w 98348"/>
                <a:gd name="connsiteY54" fmla="*/ 212037 h 499494"/>
                <a:gd name="connsiteX55" fmla="*/ 39079 w 98348"/>
                <a:gd name="connsiteY55" fmla="*/ 212871 h 499494"/>
                <a:gd name="connsiteX56" fmla="*/ 42325 w 98348"/>
                <a:gd name="connsiteY56" fmla="*/ 217481 h 499494"/>
                <a:gd name="connsiteX57" fmla="*/ 41537 w 98348"/>
                <a:gd name="connsiteY57" fmla="*/ 227622 h 499494"/>
                <a:gd name="connsiteX58" fmla="*/ 39172 w 98348"/>
                <a:gd name="connsiteY58" fmla="*/ 229641 h 499494"/>
                <a:gd name="connsiteX59" fmla="*/ 36342 w 98348"/>
                <a:gd name="connsiteY59" fmla="*/ 232802 h 499494"/>
                <a:gd name="connsiteX60" fmla="*/ 33977 w 98348"/>
                <a:gd name="connsiteY60" fmla="*/ 232802 h 499494"/>
                <a:gd name="connsiteX61" fmla="*/ 32864 w 98348"/>
                <a:gd name="connsiteY61" fmla="*/ 233592 h 499494"/>
                <a:gd name="connsiteX62" fmla="*/ 30824 w 98348"/>
                <a:gd name="connsiteY62" fmla="*/ 239914 h 499494"/>
                <a:gd name="connsiteX63" fmla="*/ 30777 w 98348"/>
                <a:gd name="connsiteY63" fmla="*/ 240221 h 499494"/>
                <a:gd name="connsiteX64" fmla="*/ 30777 w 98348"/>
                <a:gd name="connsiteY64" fmla="*/ 248694 h 499494"/>
                <a:gd name="connsiteX65" fmla="*/ 28922 w 98348"/>
                <a:gd name="connsiteY65" fmla="*/ 251723 h 499494"/>
                <a:gd name="connsiteX66" fmla="*/ 28783 w 98348"/>
                <a:gd name="connsiteY66" fmla="*/ 252294 h 499494"/>
                <a:gd name="connsiteX67" fmla="*/ 28783 w 98348"/>
                <a:gd name="connsiteY67" fmla="*/ 263269 h 499494"/>
                <a:gd name="connsiteX68" fmla="*/ 28922 w 98348"/>
                <a:gd name="connsiteY68" fmla="*/ 263795 h 499494"/>
                <a:gd name="connsiteX69" fmla="*/ 36342 w 98348"/>
                <a:gd name="connsiteY69" fmla="*/ 276000 h 499494"/>
                <a:gd name="connsiteX70" fmla="*/ 33606 w 98348"/>
                <a:gd name="connsiteY70" fmla="*/ 279029 h 499494"/>
                <a:gd name="connsiteX71" fmla="*/ 26650 w 98348"/>
                <a:gd name="connsiteY71" fmla="*/ 281136 h 499494"/>
                <a:gd name="connsiteX72" fmla="*/ 25861 w 98348"/>
                <a:gd name="connsiteY72" fmla="*/ 282190 h 499494"/>
                <a:gd name="connsiteX73" fmla="*/ 25861 w 98348"/>
                <a:gd name="connsiteY73" fmla="*/ 290355 h 499494"/>
                <a:gd name="connsiteX74" fmla="*/ 21455 w 98348"/>
                <a:gd name="connsiteY74" fmla="*/ 296106 h 499494"/>
                <a:gd name="connsiteX75" fmla="*/ 21224 w 98348"/>
                <a:gd name="connsiteY75" fmla="*/ 296764 h 499494"/>
                <a:gd name="connsiteX76" fmla="*/ 21224 w 98348"/>
                <a:gd name="connsiteY76" fmla="*/ 301813 h 499494"/>
                <a:gd name="connsiteX77" fmla="*/ 19507 w 98348"/>
                <a:gd name="connsiteY77" fmla="*/ 307695 h 499494"/>
                <a:gd name="connsiteX78" fmla="*/ 19786 w 98348"/>
                <a:gd name="connsiteY78" fmla="*/ 308749 h 499494"/>
                <a:gd name="connsiteX79" fmla="*/ 21780 w 98348"/>
                <a:gd name="connsiteY79" fmla="*/ 310637 h 499494"/>
                <a:gd name="connsiteX80" fmla="*/ 17560 w 98348"/>
                <a:gd name="connsiteY80" fmla="*/ 318144 h 499494"/>
                <a:gd name="connsiteX81" fmla="*/ 17421 w 98348"/>
                <a:gd name="connsiteY81" fmla="*/ 318802 h 499494"/>
                <a:gd name="connsiteX82" fmla="*/ 21038 w 98348"/>
                <a:gd name="connsiteY82" fmla="*/ 345011 h 499494"/>
                <a:gd name="connsiteX83" fmla="*/ 16539 w 98348"/>
                <a:gd name="connsiteY83" fmla="*/ 345011 h 499494"/>
                <a:gd name="connsiteX84" fmla="*/ 15380 w 98348"/>
                <a:gd name="connsiteY84" fmla="*/ 346108 h 499494"/>
                <a:gd name="connsiteX85" fmla="*/ 15380 w 98348"/>
                <a:gd name="connsiteY85" fmla="*/ 361736 h 499494"/>
                <a:gd name="connsiteX86" fmla="*/ 15705 w 98348"/>
                <a:gd name="connsiteY86" fmla="*/ 362527 h 499494"/>
                <a:gd name="connsiteX87" fmla="*/ 20389 w 98348"/>
                <a:gd name="connsiteY87" fmla="*/ 366961 h 499494"/>
                <a:gd name="connsiteX88" fmla="*/ 17792 w 98348"/>
                <a:gd name="connsiteY88" fmla="*/ 372887 h 499494"/>
                <a:gd name="connsiteX89" fmla="*/ 18209 w 98348"/>
                <a:gd name="connsiteY89" fmla="*/ 374248 h 499494"/>
                <a:gd name="connsiteX90" fmla="*/ 22939 w 98348"/>
                <a:gd name="connsiteY90" fmla="*/ 377145 h 499494"/>
                <a:gd name="connsiteX91" fmla="*/ 20806 w 98348"/>
                <a:gd name="connsiteY91" fmla="*/ 379780 h 499494"/>
                <a:gd name="connsiteX92" fmla="*/ 20621 w 98348"/>
                <a:gd name="connsiteY92" fmla="*/ 380833 h 499494"/>
                <a:gd name="connsiteX93" fmla="*/ 21873 w 98348"/>
                <a:gd name="connsiteY93" fmla="*/ 384126 h 499494"/>
                <a:gd name="connsiteX94" fmla="*/ 19647 w 98348"/>
                <a:gd name="connsiteY94" fmla="*/ 386935 h 499494"/>
                <a:gd name="connsiteX95" fmla="*/ 19415 w 98348"/>
                <a:gd name="connsiteY95" fmla="*/ 387594 h 499494"/>
                <a:gd name="connsiteX96" fmla="*/ 19415 w 98348"/>
                <a:gd name="connsiteY96" fmla="*/ 392818 h 499494"/>
                <a:gd name="connsiteX97" fmla="*/ 20574 w 98348"/>
                <a:gd name="connsiteY97" fmla="*/ 393915 h 499494"/>
                <a:gd name="connsiteX98" fmla="*/ 28922 w 98348"/>
                <a:gd name="connsiteY98" fmla="*/ 393915 h 499494"/>
                <a:gd name="connsiteX99" fmla="*/ 32215 w 98348"/>
                <a:gd name="connsiteY99" fmla="*/ 395847 h 499494"/>
                <a:gd name="connsiteX100" fmla="*/ 28273 w 98348"/>
                <a:gd name="connsiteY100" fmla="*/ 400852 h 499494"/>
                <a:gd name="connsiteX101" fmla="*/ 26047 w 98348"/>
                <a:gd name="connsiteY101" fmla="*/ 398657 h 499494"/>
                <a:gd name="connsiteX102" fmla="*/ 25026 w 98348"/>
                <a:gd name="connsiteY102" fmla="*/ 398349 h 499494"/>
                <a:gd name="connsiteX103" fmla="*/ 16307 w 98348"/>
                <a:gd name="connsiteY103" fmla="*/ 399710 h 499494"/>
                <a:gd name="connsiteX104" fmla="*/ 15334 w 98348"/>
                <a:gd name="connsiteY104" fmla="*/ 400808 h 499494"/>
                <a:gd name="connsiteX105" fmla="*/ 15334 w 98348"/>
                <a:gd name="connsiteY105" fmla="*/ 404364 h 499494"/>
                <a:gd name="connsiteX106" fmla="*/ 16493 w 98348"/>
                <a:gd name="connsiteY106" fmla="*/ 405461 h 499494"/>
                <a:gd name="connsiteX107" fmla="*/ 23682 w 98348"/>
                <a:gd name="connsiteY107" fmla="*/ 405461 h 499494"/>
                <a:gd name="connsiteX108" fmla="*/ 27299 w 98348"/>
                <a:gd name="connsiteY108" fmla="*/ 410992 h 499494"/>
                <a:gd name="connsiteX109" fmla="*/ 25305 w 98348"/>
                <a:gd name="connsiteY109" fmla="*/ 411871 h 499494"/>
                <a:gd name="connsiteX110" fmla="*/ 24609 w 98348"/>
                <a:gd name="connsiteY110" fmla="*/ 412880 h 499494"/>
                <a:gd name="connsiteX111" fmla="*/ 24609 w 98348"/>
                <a:gd name="connsiteY111" fmla="*/ 415909 h 499494"/>
                <a:gd name="connsiteX112" fmla="*/ 19647 w 98348"/>
                <a:gd name="connsiteY112" fmla="*/ 417314 h 499494"/>
                <a:gd name="connsiteX113" fmla="*/ 18905 w 98348"/>
                <a:gd name="connsiteY113" fmla="*/ 418016 h 499494"/>
                <a:gd name="connsiteX114" fmla="*/ 19044 w 98348"/>
                <a:gd name="connsiteY114" fmla="*/ 418982 h 499494"/>
                <a:gd name="connsiteX115" fmla="*/ 23125 w 98348"/>
                <a:gd name="connsiteY115" fmla="*/ 424514 h 499494"/>
                <a:gd name="connsiteX116" fmla="*/ 18905 w 98348"/>
                <a:gd name="connsiteY116" fmla="*/ 428245 h 499494"/>
                <a:gd name="connsiteX117" fmla="*/ 18719 w 98348"/>
                <a:gd name="connsiteY117" fmla="*/ 429606 h 499494"/>
                <a:gd name="connsiteX118" fmla="*/ 21177 w 98348"/>
                <a:gd name="connsiteY118" fmla="*/ 433513 h 499494"/>
                <a:gd name="connsiteX119" fmla="*/ 22012 w 98348"/>
                <a:gd name="connsiteY119" fmla="*/ 434830 h 499494"/>
                <a:gd name="connsiteX120" fmla="*/ 22012 w 98348"/>
                <a:gd name="connsiteY120" fmla="*/ 439308 h 499494"/>
                <a:gd name="connsiteX121" fmla="*/ 17977 w 98348"/>
                <a:gd name="connsiteY121" fmla="*/ 443391 h 499494"/>
                <a:gd name="connsiteX122" fmla="*/ 17652 w 98348"/>
                <a:gd name="connsiteY122" fmla="*/ 444181 h 499494"/>
                <a:gd name="connsiteX123" fmla="*/ 17931 w 98348"/>
                <a:gd name="connsiteY123" fmla="*/ 450678 h 499494"/>
                <a:gd name="connsiteX124" fmla="*/ 15612 w 98348"/>
                <a:gd name="connsiteY124" fmla="*/ 454102 h 499494"/>
                <a:gd name="connsiteX125" fmla="*/ 12412 w 98348"/>
                <a:gd name="connsiteY125" fmla="*/ 457658 h 499494"/>
                <a:gd name="connsiteX126" fmla="*/ 12180 w 98348"/>
                <a:gd name="connsiteY126" fmla="*/ 458053 h 499494"/>
                <a:gd name="connsiteX127" fmla="*/ 10696 w 98348"/>
                <a:gd name="connsiteY127" fmla="*/ 462751 h 499494"/>
                <a:gd name="connsiteX128" fmla="*/ 8655 w 98348"/>
                <a:gd name="connsiteY128" fmla="*/ 462751 h 499494"/>
                <a:gd name="connsiteX129" fmla="*/ 7496 w 98348"/>
                <a:gd name="connsiteY129" fmla="*/ 463848 h 499494"/>
                <a:gd name="connsiteX130" fmla="*/ 7496 w 98348"/>
                <a:gd name="connsiteY130" fmla="*/ 470170 h 499494"/>
                <a:gd name="connsiteX131" fmla="*/ 7728 w 98348"/>
                <a:gd name="connsiteY131" fmla="*/ 470872 h 499494"/>
                <a:gd name="connsiteX132" fmla="*/ 12644 w 98348"/>
                <a:gd name="connsiteY132" fmla="*/ 476755 h 499494"/>
                <a:gd name="connsiteX133" fmla="*/ 7774 w 98348"/>
                <a:gd name="connsiteY133" fmla="*/ 482111 h 499494"/>
                <a:gd name="connsiteX134" fmla="*/ 7496 w 98348"/>
                <a:gd name="connsiteY134" fmla="*/ 482813 h 499494"/>
                <a:gd name="connsiteX135" fmla="*/ 7496 w 98348"/>
                <a:gd name="connsiteY135" fmla="*/ 489003 h 499494"/>
                <a:gd name="connsiteX136" fmla="*/ 5502 w 98348"/>
                <a:gd name="connsiteY136" fmla="*/ 490013 h 499494"/>
                <a:gd name="connsiteX137" fmla="*/ 2070 w 98348"/>
                <a:gd name="connsiteY137" fmla="*/ 491725 h 499494"/>
                <a:gd name="connsiteX138" fmla="*/ 1467 w 98348"/>
                <a:gd name="connsiteY138" fmla="*/ 492427 h 499494"/>
                <a:gd name="connsiteX139" fmla="*/ 29 w 98348"/>
                <a:gd name="connsiteY139" fmla="*/ 498178 h 499494"/>
                <a:gd name="connsiteX140" fmla="*/ 910 w 98348"/>
                <a:gd name="connsiteY140" fmla="*/ 499495 h 499494"/>
                <a:gd name="connsiteX141" fmla="*/ 1189 w 98348"/>
                <a:gd name="connsiteY141" fmla="*/ 499495 h 499494"/>
                <a:gd name="connsiteX142" fmla="*/ 2302 w 98348"/>
                <a:gd name="connsiteY142" fmla="*/ 498661 h 499494"/>
                <a:gd name="connsiteX143" fmla="*/ 3646 w 98348"/>
                <a:gd name="connsiteY143" fmla="*/ 493393 h 499494"/>
                <a:gd name="connsiteX144" fmla="*/ 7403 w 98348"/>
                <a:gd name="connsiteY144" fmla="*/ 491505 h 499494"/>
                <a:gd name="connsiteX145" fmla="*/ 9258 w 98348"/>
                <a:gd name="connsiteY145" fmla="*/ 490583 h 499494"/>
                <a:gd name="connsiteX146" fmla="*/ 9861 w 98348"/>
                <a:gd name="connsiteY146" fmla="*/ 489617 h 499494"/>
                <a:gd name="connsiteX147" fmla="*/ 9861 w 98348"/>
                <a:gd name="connsiteY147" fmla="*/ 483164 h 499494"/>
                <a:gd name="connsiteX148" fmla="*/ 15102 w 98348"/>
                <a:gd name="connsiteY148" fmla="*/ 477457 h 499494"/>
                <a:gd name="connsiteX149" fmla="*/ 15102 w 98348"/>
                <a:gd name="connsiteY149" fmla="*/ 476052 h 499494"/>
                <a:gd name="connsiteX150" fmla="*/ 9861 w 98348"/>
                <a:gd name="connsiteY150" fmla="*/ 469775 h 499494"/>
                <a:gd name="connsiteX151" fmla="*/ 9861 w 98348"/>
                <a:gd name="connsiteY151" fmla="*/ 464946 h 499494"/>
                <a:gd name="connsiteX152" fmla="*/ 11623 w 98348"/>
                <a:gd name="connsiteY152" fmla="*/ 464946 h 499494"/>
                <a:gd name="connsiteX153" fmla="*/ 12736 w 98348"/>
                <a:gd name="connsiteY153" fmla="*/ 464155 h 499494"/>
                <a:gd name="connsiteX154" fmla="*/ 14406 w 98348"/>
                <a:gd name="connsiteY154" fmla="*/ 458887 h 499494"/>
                <a:gd name="connsiteX155" fmla="*/ 17513 w 98348"/>
                <a:gd name="connsiteY155" fmla="*/ 455375 h 499494"/>
                <a:gd name="connsiteX156" fmla="*/ 20110 w 98348"/>
                <a:gd name="connsiteY156" fmla="*/ 451512 h 499494"/>
                <a:gd name="connsiteX157" fmla="*/ 20296 w 98348"/>
                <a:gd name="connsiteY157" fmla="*/ 450897 h 499494"/>
                <a:gd name="connsiteX158" fmla="*/ 20018 w 98348"/>
                <a:gd name="connsiteY158" fmla="*/ 444488 h 499494"/>
                <a:gd name="connsiteX159" fmla="*/ 24052 w 98348"/>
                <a:gd name="connsiteY159" fmla="*/ 440450 h 499494"/>
                <a:gd name="connsiteX160" fmla="*/ 24377 w 98348"/>
                <a:gd name="connsiteY160" fmla="*/ 439703 h 499494"/>
                <a:gd name="connsiteX161" fmla="*/ 24377 w 98348"/>
                <a:gd name="connsiteY161" fmla="*/ 434479 h 499494"/>
                <a:gd name="connsiteX162" fmla="*/ 24192 w 98348"/>
                <a:gd name="connsiteY162" fmla="*/ 433908 h 499494"/>
                <a:gd name="connsiteX163" fmla="*/ 23774 w 98348"/>
                <a:gd name="connsiteY163" fmla="*/ 433250 h 499494"/>
                <a:gd name="connsiteX164" fmla="*/ 21224 w 98348"/>
                <a:gd name="connsiteY164" fmla="*/ 429211 h 499494"/>
                <a:gd name="connsiteX165" fmla="*/ 25490 w 98348"/>
                <a:gd name="connsiteY165" fmla="*/ 425436 h 499494"/>
                <a:gd name="connsiteX166" fmla="*/ 25629 w 98348"/>
                <a:gd name="connsiteY166" fmla="*/ 424031 h 499494"/>
                <a:gd name="connsiteX167" fmla="*/ 21919 w 98348"/>
                <a:gd name="connsiteY167" fmla="*/ 418982 h 499494"/>
                <a:gd name="connsiteX168" fmla="*/ 26186 w 98348"/>
                <a:gd name="connsiteY168" fmla="*/ 417753 h 499494"/>
                <a:gd name="connsiteX169" fmla="*/ 27021 w 98348"/>
                <a:gd name="connsiteY169" fmla="*/ 416699 h 499494"/>
                <a:gd name="connsiteX170" fmla="*/ 27021 w 98348"/>
                <a:gd name="connsiteY170" fmla="*/ 413582 h 499494"/>
                <a:gd name="connsiteX171" fmla="*/ 29525 w 98348"/>
                <a:gd name="connsiteY171" fmla="*/ 412485 h 499494"/>
                <a:gd name="connsiteX172" fmla="*/ 30174 w 98348"/>
                <a:gd name="connsiteY172" fmla="*/ 411827 h 499494"/>
                <a:gd name="connsiteX173" fmla="*/ 30035 w 98348"/>
                <a:gd name="connsiteY173" fmla="*/ 410949 h 499494"/>
                <a:gd name="connsiteX174" fmla="*/ 25397 w 98348"/>
                <a:gd name="connsiteY174" fmla="*/ 403837 h 499494"/>
                <a:gd name="connsiteX175" fmla="*/ 24423 w 98348"/>
                <a:gd name="connsiteY175" fmla="*/ 403310 h 499494"/>
                <a:gd name="connsiteX176" fmla="*/ 17745 w 98348"/>
                <a:gd name="connsiteY176" fmla="*/ 403310 h 499494"/>
                <a:gd name="connsiteX177" fmla="*/ 17745 w 98348"/>
                <a:gd name="connsiteY177" fmla="*/ 401773 h 499494"/>
                <a:gd name="connsiteX178" fmla="*/ 24887 w 98348"/>
                <a:gd name="connsiteY178" fmla="*/ 400632 h 499494"/>
                <a:gd name="connsiteX179" fmla="*/ 27670 w 98348"/>
                <a:gd name="connsiteY179" fmla="*/ 403354 h 499494"/>
                <a:gd name="connsiteX180" fmla="*/ 28597 w 98348"/>
                <a:gd name="connsiteY180" fmla="*/ 403705 h 499494"/>
                <a:gd name="connsiteX181" fmla="*/ 29479 w 98348"/>
                <a:gd name="connsiteY181" fmla="*/ 403266 h 499494"/>
                <a:gd name="connsiteX182" fmla="*/ 34997 w 98348"/>
                <a:gd name="connsiteY182" fmla="*/ 396286 h 499494"/>
                <a:gd name="connsiteX183" fmla="*/ 35183 w 98348"/>
                <a:gd name="connsiteY183" fmla="*/ 395408 h 499494"/>
                <a:gd name="connsiteX184" fmla="*/ 34673 w 98348"/>
                <a:gd name="connsiteY184" fmla="*/ 394662 h 499494"/>
                <a:gd name="connsiteX185" fmla="*/ 30035 w 98348"/>
                <a:gd name="connsiteY185" fmla="*/ 391940 h 499494"/>
                <a:gd name="connsiteX186" fmla="*/ 29432 w 98348"/>
                <a:gd name="connsiteY186" fmla="*/ 391764 h 499494"/>
                <a:gd name="connsiteX187" fmla="*/ 21919 w 98348"/>
                <a:gd name="connsiteY187" fmla="*/ 391764 h 499494"/>
                <a:gd name="connsiteX188" fmla="*/ 21919 w 98348"/>
                <a:gd name="connsiteY188" fmla="*/ 388033 h 499494"/>
                <a:gd name="connsiteX189" fmla="*/ 24284 w 98348"/>
                <a:gd name="connsiteY189" fmla="*/ 385047 h 499494"/>
                <a:gd name="connsiteX190" fmla="*/ 24470 w 98348"/>
                <a:gd name="connsiteY190" fmla="*/ 384038 h 499494"/>
                <a:gd name="connsiteX191" fmla="*/ 23218 w 98348"/>
                <a:gd name="connsiteY191" fmla="*/ 380745 h 499494"/>
                <a:gd name="connsiteX192" fmla="*/ 25722 w 98348"/>
                <a:gd name="connsiteY192" fmla="*/ 377672 h 499494"/>
                <a:gd name="connsiteX193" fmla="*/ 25954 w 98348"/>
                <a:gd name="connsiteY193" fmla="*/ 376838 h 499494"/>
                <a:gd name="connsiteX194" fmla="*/ 25444 w 98348"/>
                <a:gd name="connsiteY194" fmla="*/ 376092 h 499494"/>
                <a:gd name="connsiteX195" fmla="*/ 20435 w 98348"/>
                <a:gd name="connsiteY195" fmla="*/ 373019 h 499494"/>
                <a:gd name="connsiteX196" fmla="*/ 22986 w 98348"/>
                <a:gd name="connsiteY196" fmla="*/ 367268 h 499494"/>
                <a:gd name="connsiteX197" fmla="*/ 22754 w 98348"/>
                <a:gd name="connsiteY197" fmla="*/ 366083 h 499494"/>
                <a:gd name="connsiteX198" fmla="*/ 17884 w 98348"/>
                <a:gd name="connsiteY198" fmla="*/ 361473 h 499494"/>
                <a:gd name="connsiteX199" fmla="*/ 17884 w 98348"/>
                <a:gd name="connsiteY199" fmla="*/ 347381 h 499494"/>
                <a:gd name="connsiteX200" fmla="*/ 22522 w 98348"/>
                <a:gd name="connsiteY200" fmla="*/ 347381 h 499494"/>
                <a:gd name="connsiteX201" fmla="*/ 23403 w 98348"/>
                <a:gd name="connsiteY201" fmla="*/ 347030 h 499494"/>
                <a:gd name="connsiteX202" fmla="*/ 23682 w 98348"/>
                <a:gd name="connsiteY202" fmla="*/ 346152 h 499494"/>
                <a:gd name="connsiteX203" fmla="*/ 19971 w 98348"/>
                <a:gd name="connsiteY203" fmla="*/ 319066 h 499494"/>
                <a:gd name="connsiteX204" fmla="*/ 24423 w 98348"/>
                <a:gd name="connsiteY204" fmla="*/ 311164 h 499494"/>
                <a:gd name="connsiteX205" fmla="*/ 24238 w 98348"/>
                <a:gd name="connsiteY205" fmla="*/ 309890 h 499494"/>
                <a:gd name="connsiteX206" fmla="*/ 22105 w 98348"/>
                <a:gd name="connsiteY206" fmla="*/ 307871 h 499494"/>
                <a:gd name="connsiteX207" fmla="*/ 23682 w 98348"/>
                <a:gd name="connsiteY207" fmla="*/ 302428 h 499494"/>
                <a:gd name="connsiteX208" fmla="*/ 23682 w 98348"/>
                <a:gd name="connsiteY208" fmla="*/ 302120 h 499494"/>
                <a:gd name="connsiteX209" fmla="*/ 23682 w 98348"/>
                <a:gd name="connsiteY209" fmla="*/ 297247 h 499494"/>
                <a:gd name="connsiteX210" fmla="*/ 28087 w 98348"/>
                <a:gd name="connsiteY210" fmla="*/ 291496 h 499494"/>
                <a:gd name="connsiteX211" fmla="*/ 28319 w 98348"/>
                <a:gd name="connsiteY211" fmla="*/ 290838 h 499494"/>
                <a:gd name="connsiteX212" fmla="*/ 28319 w 98348"/>
                <a:gd name="connsiteY212" fmla="*/ 283155 h 499494"/>
                <a:gd name="connsiteX213" fmla="*/ 34766 w 98348"/>
                <a:gd name="connsiteY213" fmla="*/ 281224 h 499494"/>
                <a:gd name="connsiteX214" fmla="*/ 35276 w 98348"/>
                <a:gd name="connsiteY214" fmla="*/ 280873 h 499494"/>
                <a:gd name="connsiteX215" fmla="*/ 38754 w 98348"/>
                <a:gd name="connsiteY215" fmla="*/ 277009 h 499494"/>
                <a:gd name="connsiteX216" fmla="*/ 38893 w 98348"/>
                <a:gd name="connsiteY216" fmla="*/ 275736 h 499494"/>
                <a:gd name="connsiteX217" fmla="*/ 31241 w 98348"/>
                <a:gd name="connsiteY217" fmla="*/ 263093 h 499494"/>
                <a:gd name="connsiteX218" fmla="*/ 31241 w 98348"/>
                <a:gd name="connsiteY218" fmla="*/ 252689 h 499494"/>
                <a:gd name="connsiteX219" fmla="*/ 33096 w 98348"/>
                <a:gd name="connsiteY219" fmla="*/ 249660 h 499494"/>
                <a:gd name="connsiteX220" fmla="*/ 33235 w 98348"/>
                <a:gd name="connsiteY220" fmla="*/ 249089 h 499494"/>
                <a:gd name="connsiteX221" fmla="*/ 33235 w 98348"/>
                <a:gd name="connsiteY221" fmla="*/ 240484 h 499494"/>
                <a:gd name="connsiteX222" fmla="*/ 34951 w 98348"/>
                <a:gd name="connsiteY222" fmla="*/ 235129 h 499494"/>
                <a:gd name="connsiteX223" fmla="*/ 36992 w 98348"/>
                <a:gd name="connsiteY223" fmla="*/ 235129 h 499494"/>
                <a:gd name="connsiteX224" fmla="*/ 37873 w 98348"/>
                <a:gd name="connsiteY224" fmla="*/ 234734 h 499494"/>
                <a:gd name="connsiteX225" fmla="*/ 40934 w 98348"/>
                <a:gd name="connsiteY225" fmla="*/ 231266 h 499494"/>
                <a:gd name="connsiteX226" fmla="*/ 43531 w 98348"/>
                <a:gd name="connsiteY226" fmla="*/ 229071 h 499494"/>
                <a:gd name="connsiteX227" fmla="*/ 43902 w 98348"/>
                <a:gd name="connsiteY227" fmla="*/ 228324 h 499494"/>
                <a:gd name="connsiteX228" fmla="*/ 44783 w 98348"/>
                <a:gd name="connsiteY228" fmla="*/ 217349 h 499494"/>
                <a:gd name="connsiteX229" fmla="*/ 44598 w 98348"/>
                <a:gd name="connsiteY229" fmla="*/ 216647 h 499494"/>
                <a:gd name="connsiteX230" fmla="*/ 41769 w 98348"/>
                <a:gd name="connsiteY230" fmla="*/ 212652 h 499494"/>
                <a:gd name="connsiteX231" fmla="*/ 44830 w 98348"/>
                <a:gd name="connsiteY231" fmla="*/ 210764 h 499494"/>
                <a:gd name="connsiteX232" fmla="*/ 45340 w 98348"/>
                <a:gd name="connsiteY232" fmla="*/ 209842 h 499494"/>
                <a:gd name="connsiteX233" fmla="*/ 45340 w 98348"/>
                <a:gd name="connsiteY233" fmla="*/ 203565 h 499494"/>
                <a:gd name="connsiteX234" fmla="*/ 49931 w 98348"/>
                <a:gd name="connsiteY234" fmla="*/ 196936 h 499494"/>
                <a:gd name="connsiteX235" fmla="*/ 53177 w 98348"/>
                <a:gd name="connsiteY235" fmla="*/ 195136 h 499494"/>
                <a:gd name="connsiteX236" fmla="*/ 53734 w 98348"/>
                <a:gd name="connsiteY236" fmla="*/ 194038 h 499494"/>
                <a:gd name="connsiteX237" fmla="*/ 52853 w 98348"/>
                <a:gd name="connsiteY237" fmla="*/ 187848 h 499494"/>
                <a:gd name="connsiteX238" fmla="*/ 52574 w 98348"/>
                <a:gd name="connsiteY238" fmla="*/ 179068 h 499494"/>
                <a:gd name="connsiteX239" fmla="*/ 52296 w 98348"/>
                <a:gd name="connsiteY239" fmla="*/ 178366 h 499494"/>
                <a:gd name="connsiteX240" fmla="*/ 50024 w 98348"/>
                <a:gd name="connsiteY240" fmla="*/ 175995 h 499494"/>
                <a:gd name="connsiteX241" fmla="*/ 50859 w 98348"/>
                <a:gd name="connsiteY241" fmla="*/ 166864 h 499494"/>
                <a:gd name="connsiteX242" fmla="*/ 50719 w 98348"/>
                <a:gd name="connsiteY242" fmla="*/ 166250 h 499494"/>
                <a:gd name="connsiteX243" fmla="*/ 45896 w 98348"/>
                <a:gd name="connsiteY243" fmla="*/ 157382 h 499494"/>
                <a:gd name="connsiteX244" fmla="*/ 48122 w 98348"/>
                <a:gd name="connsiteY244" fmla="*/ 155494 h 499494"/>
                <a:gd name="connsiteX245" fmla="*/ 48493 w 98348"/>
                <a:gd name="connsiteY245" fmla="*/ 154528 h 499494"/>
                <a:gd name="connsiteX246" fmla="*/ 47890 w 98348"/>
                <a:gd name="connsiteY246" fmla="*/ 153694 h 499494"/>
                <a:gd name="connsiteX247" fmla="*/ 43021 w 98348"/>
                <a:gd name="connsiteY247" fmla="*/ 151279 h 499494"/>
                <a:gd name="connsiteX248" fmla="*/ 43021 w 98348"/>
                <a:gd name="connsiteY248" fmla="*/ 140656 h 499494"/>
                <a:gd name="connsiteX249" fmla="*/ 46313 w 98348"/>
                <a:gd name="connsiteY249" fmla="*/ 139558 h 499494"/>
                <a:gd name="connsiteX250" fmla="*/ 47056 w 98348"/>
                <a:gd name="connsiteY250" fmla="*/ 138637 h 499494"/>
                <a:gd name="connsiteX251" fmla="*/ 48447 w 98348"/>
                <a:gd name="connsiteY251" fmla="*/ 127486 h 499494"/>
                <a:gd name="connsiteX252" fmla="*/ 53317 w 98348"/>
                <a:gd name="connsiteY252" fmla="*/ 125554 h 499494"/>
                <a:gd name="connsiteX253" fmla="*/ 54012 w 98348"/>
                <a:gd name="connsiteY253" fmla="*/ 124720 h 499494"/>
                <a:gd name="connsiteX254" fmla="*/ 53595 w 98348"/>
                <a:gd name="connsiteY254" fmla="*/ 123710 h 499494"/>
                <a:gd name="connsiteX255" fmla="*/ 50812 w 98348"/>
                <a:gd name="connsiteY255" fmla="*/ 121559 h 499494"/>
                <a:gd name="connsiteX256" fmla="*/ 50812 w 98348"/>
                <a:gd name="connsiteY256" fmla="*/ 109355 h 499494"/>
                <a:gd name="connsiteX257" fmla="*/ 54290 w 98348"/>
                <a:gd name="connsiteY257" fmla="*/ 105843 h 499494"/>
                <a:gd name="connsiteX258" fmla="*/ 54569 w 98348"/>
                <a:gd name="connsiteY258" fmla="*/ 105316 h 499494"/>
                <a:gd name="connsiteX259" fmla="*/ 56331 w 98348"/>
                <a:gd name="connsiteY259" fmla="*/ 96317 h 499494"/>
                <a:gd name="connsiteX260" fmla="*/ 56331 w 98348"/>
                <a:gd name="connsiteY260" fmla="*/ 93200 h 499494"/>
                <a:gd name="connsiteX261" fmla="*/ 63520 w 98348"/>
                <a:gd name="connsiteY261" fmla="*/ 86395 h 499494"/>
                <a:gd name="connsiteX262" fmla="*/ 63798 w 98348"/>
                <a:gd name="connsiteY262" fmla="*/ 86044 h 499494"/>
                <a:gd name="connsiteX263" fmla="*/ 66766 w 98348"/>
                <a:gd name="connsiteY263" fmla="*/ 79108 h 499494"/>
                <a:gd name="connsiteX264" fmla="*/ 68064 w 98348"/>
                <a:gd name="connsiteY264" fmla="*/ 73533 h 499494"/>
                <a:gd name="connsiteX265" fmla="*/ 77386 w 98348"/>
                <a:gd name="connsiteY265" fmla="*/ 69625 h 499494"/>
                <a:gd name="connsiteX266" fmla="*/ 78036 w 98348"/>
                <a:gd name="connsiteY266" fmla="*/ 68879 h 499494"/>
                <a:gd name="connsiteX267" fmla="*/ 77804 w 98348"/>
                <a:gd name="connsiteY267" fmla="*/ 67913 h 499494"/>
                <a:gd name="connsiteX268" fmla="*/ 72285 w 98348"/>
                <a:gd name="connsiteY268" fmla="*/ 61636 h 499494"/>
                <a:gd name="connsiteX269" fmla="*/ 72285 w 98348"/>
                <a:gd name="connsiteY269" fmla="*/ 59046 h 499494"/>
                <a:gd name="connsiteX270" fmla="*/ 76691 w 98348"/>
                <a:gd name="connsiteY270" fmla="*/ 56368 h 499494"/>
                <a:gd name="connsiteX271" fmla="*/ 77108 w 98348"/>
                <a:gd name="connsiteY271" fmla="*/ 55007 h 499494"/>
                <a:gd name="connsiteX272" fmla="*/ 72378 w 98348"/>
                <a:gd name="connsiteY272" fmla="*/ 44690 h 499494"/>
                <a:gd name="connsiteX273" fmla="*/ 74140 w 98348"/>
                <a:gd name="connsiteY273" fmla="*/ 39861 h 499494"/>
                <a:gd name="connsiteX274" fmla="*/ 76505 w 98348"/>
                <a:gd name="connsiteY274" fmla="*/ 37842 h 499494"/>
                <a:gd name="connsiteX275" fmla="*/ 76830 w 98348"/>
                <a:gd name="connsiteY275" fmla="*/ 36656 h 499494"/>
                <a:gd name="connsiteX276" fmla="*/ 74418 w 98348"/>
                <a:gd name="connsiteY276" fmla="*/ 30291 h 499494"/>
                <a:gd name="connsiteX277" fmla="*/ 92273 w 98348"/>
                <a:gd name="connsiteY277" fmla="*/ 20809 h 499494"/>
                <a:gd name="connsiteX278" fmla="*/ 93108 w 98348"/>
                <a:gd name="connsiteY278" fmla="*/ 20062 h 499494"/>
                <a:gd name="connsiteX279" fmla="*/ 98303 w 98348"/>
                <a:gd name="connsiteY279" fmla="*/ 3600 h 499494"/>
                <a:gd name="connsiteX280" fmla="*/ 98163 w 98348"/>
                <a:gd name="connsiteY280" fmla="*/ 2678 h 499494"/>
                <a:gd name="connsiteX281" fmla="*/ 96262 w 98348"/>
                <a:gd name="connsiteY281" fmla="*/ 0 h 499494"/>
                <a:gd name="connsiteX282" fmla="*/ 95845 w 98348"/>
                <a:gd name="connsiteY282" fmla="*/ 615 h 499494"/>
                <a:gd name="connsiteX283" fmla="*/ 95705 w 98348"/>
                <a:gd name="connsiteY283" fmla="*/ 702 h 49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</a:cxnLst>
              <a:rect l="l" t="t" r="r" b="b"/>
              <a:pathLst>
                <a:path w="98348" h="499494">
                  <a:moveTo>
                    <a:pt x="95613" y="658"/>
                  </a:moveTo>
                  <a:cubicBezTo>
                    <a:pt x="95613" y="658"/>
                    <a:pt x="95520" y="746"/>
                    <a:pt x="95473" y="746"/>
                  </a:cubicBezTo>
                  <a:cubicBezTo>
                    <a:pt x="95242" y="922"/>
                    <a:pt x="95010" y="1054"/>
                    <a:pt x="94731" y="1054"/>
                  </a:cubicBezTo>
                  <a:lnTo>
                    <a:pt x="94128" y="1054"/>
                  </a:lnTo>
                  <a:lnTo>
                    <a:pt x="95798" y="3424"/>
                  </a:lnTo>
                  <a:lnTo>
                    <a:pt x="90929" y="18789"/>
                  </a:lnTo>
                  <a:cubicBezTo>
                    <a:pt x="87914" y="19579"/>
                    <a:pt x="75531" y="23135"/>
                    <a:pt x="72007" y="29633"/>
                  </a:cubicBezTo>
                  <a:cubicBezTo>
                    <a:pt x="71867" y="29896"/>
                    <a:pt x="71821" y="30203"/>
                    <a:pt x="71960" y="30511"/>
                  </a:cubicBezTo>
                  <a:lnTo>
                    <a:pt x="74325" y="36656"/>
                  </a:lnTo>
                  <a:lnTo>
                    <a:pt x="72285" y="38369"/>
                  </a:lnTo>
                  <a:cubicBezTo>
                    <a:pt x="72285" y="38369"/>
                    <a:pt x="72007" y="38632"/>
                    <a:pt x="71960" y="38808"/>
                  </a:cubicBezTo>
                  <a:lnTo>
                    <a:pt x="69920" y="44295"/>
                  </a:lnTo>
                  <a:cubicBezTo>
                    <a:pt x="69827" y="44558"/>
                    <a:pt x="69827" y="44822"/>
                    <a:pt x="69920" y="45085"/>
                  </a:cubicBezTo>
                  <a:lnTo>
                    <a:pt x="74465" y="54919"/>
                  </a:lnTo>
                  <a:lnTo>
                    <a:pt x="70383" y="57421"/>
                  </a:lnTo>
                  <a:cubicBezTo>
                    <a:pt x="70059" y="57641"/>
                    <a:pt x="69873" y="57948"/>
                    <a:pt x="69873" y="58343"/>
                  </a:cubicBezTo>
                  <a:lnTo>
                    <a:pt x="69873" y="61899"/>
                  </a:lnTo>
                  <a:cubicBezTo>
                    <a:pt x="69873" y="62162"/>
                    <a:pt x="69966" y="62426"/>
                    <a:pt x="70151" y="62602"/>
                  </a:cubicBezTo>
                  <a:lnTo>
                    <a:pt x="74975" y="68089"/>
                  </a:lnTo>
                  <a:lnTo>
                    <a:pt x="66534" y="71601"/>
                  </a:lnTo>
                  <a:cubicBezTo>
                    <a:pt x="66209" y="71733"/>
                    <a:pt x="65931" y="72040"/>
                    <a:pt x="65885" y="72347"/>
                  </a:cubicBezTo>
                  <a:lnTo>
                    <a:pt x="64493" y="78318"/>
                  </a:lnTo>
                  <a:lnTo>
                    <a:pt x="61664" y="84903"/>
                  </a:lnTo>
                  <a:lnTo>
                    <a:pt x="54290" y="91883"/>
                  </a:lnTo>
                  <a:cubicBezTo>
                    <a:pt x="54290" y="91883"/>
                    <a:pt x="53966" y="92366"/>
                    <a:pt x="53966" y="92673"/>
                  </a:cubicBezTo>
                  <a:lnTo>
                    <a:pt x="53966" y="96053"/>
                  </a:lnTo>
                  <a:cubicBezTo>
                    <a:pt x="53966" y="96053"/>
                    <a:pt x="52296" y="104526"/>
                    <a:pt x="52296" y="104526"/>
                  </a:cubicBezTo>
                  <a:lnTo>
                    <a:pt x="48771" y="108126"/>
                  </a:lnTo>
                  <a:cubicBezTo>
                    <a:pt x="48771" y="108126"/>
                    <a:pt x="48447" y="108609"/>
                    <a:pt x="48447" y="108872"/>
                  </a:cubicBezTo>
                  <a:lnTo>
                    <a:pt x="48447" y="122042"/>
                  </a:lnTo>
                  <a:cubicBezTo>
                    <a:pt x="48447" y="122393"/>
                    <a:pt x="48586" y="122701"/>
                    <a:pt x="48864" y="122876"/>
                  </a:cubicBezTo>
                  <a:lnTo>
                    <a:pt x="50580" y="124193"/>
                  </a:lnTo>
                  <a:lnTo>
                    <a:pt x="46824" y="125686"/>
                  </a:lnTo>
                  <a:cubicBezTo>
                    <a:pt x="46453" y="125861"/>
                    <a:pt x="46174" y="126169"/>
                    <a:pt x="46128" y="126564"/>
                  </a:cubicBezTo>
                  <a:lnTo>
                    <a:pt x="44783" y="137671"/>
                  </a:lnTo>
                  <a:lnTo>
                    <a:pt x="41398" y="138812"/>
                  </a:lnTo>
                  <a:cubicBezTo>
                    <a:pt x="40934" y="138988"/>
                    <a:pt x="40609" y="139383"/>
                    <a:pt x="40609" y="139866"/>
                  </a:cubicBezTo>
                  <a:lnTo>
                    <a:pt x="40609" y="151938"/>
                  </a:lnTo>
                  <a:cubicBezTo>
                    <a:pt x="40609" y="152333"/>
                    <a:pt x="40841" y="152728"/>
                    <a:pt x="41212" y="152904"/>
                  </a:cubicBezTo>
                  <a:lnTo>
                    <a:pt x="45247" y="154923"/>
                  </a:lnTo>
                  <a:lnTo>
                    <a:pt x="43577" y="156328"/>
                  </a:lnTo>
                  <a:cubicBezTo>
                    <a:pt x="43206" y="156679"/>
                    <a:pt x="43067" y="157206"/>
                    <a:pt x="43345" y="157645"/>
                  </a:cubicBezTo>
                  <a:lnTo>
                    <a:pt x="48401" y="166952"/>
                  </a:lnTo>
                  <a:lnTo>
                    <a:pt x="47566" y="176259"/>
                  </a:lnTo>
                  <a:cubicBezTo>
                    <a:pt x="47566" y="176566"/>
                    <a:pt x="47658" y="176873"/>
                    <a:pt x="47844" y="177093"/>
                  </a:cubicBezTo>
                  <a:lnTo>
                    <a:pt x="50163" y="179551"/>
                  </a:lnTo>
                  <a:lnTo>
                    <a:pt x="50441" y="188024"/>
                  </a:lnTo>
                  <a:lnTo>
                    <a:pt x="51229" y="193599"/>
                  </a:lnTo>
                  <a:lnTo>
                    <a:pt x="48401" y="195136"/>
                  </a:lnTo>
                  <a:cubicBezTo>
                    <a:pt x="48401" y="195136"/>
                    <a:pt x="48122" y="195355"/>
                    <a:pt x="48030" y="195487"/>
                  </a:cubicBezTo>
                  <a:lnTo>
                    <a:pt x="43113" y="202599"/>
                  </a:lnTo>
                  <a:cubicBezTo>
                    <a:pt x="43113" y="202599"/>
                    <a:pt x="42928" y="202994"/>
                    <a:pt x="42928" y="203213"/>
                  </a:cubicBezTo>
                  <a:lnTo>
                    <a:pt x="42928" y="209184"/>
                  </a:lnTo>
                  <a:lnTo>
                    <a:pt x="39403" y="211335"/>
                  </a:lnTo>
                  <a:cubicBezTo>
                    <a:pt x="39125" y="211511"/>
                    <a:pt x="38940" y="211730"/>
                    <a:pt x="38893" y="212037"/>
                  </a:cubicBezTo>
                  <a:cubicBezTo>
                    <a:pt x="38847" y="212345"/>
                    <a:pt x="38893" y="212608"/>
                    <a:pt x="39079" y="212871"/>
                  </a:cubicBezTo>
                  <a:lnTo>
                    <a:pt x="42325" y="217481"/>
                  </a:lnTo>
                  <a:lnTo>
                    <a:pt x="41537" y="227622"/>
                  </a:lnTo>
                  <a:lnTo>
                    <a:pt x="39172" y="229641"/>
                  </a:lnTo>
                  <a:lnTo>
                    <a:pt x="36342" y="232802"/>
                  </a:lnTo>
                  <a:lnTo>
                    <a:pt x="33977" y="232802"/>
                  </a:lnTo>
                  <a:cubicBezTo>
                    <a:pt x="33467" y="232802"/>
                    <a:pt x="33003" y="233109"/>
                    <a:pt x="32864" y="233592"/>
                  </a:cubicBezTo>
                  <a:lnTo>
                    <a:pt x="30824" y="239914"/>
                  </a:lnTo>
                  <a:cubicBezTo>
                    <a:pt x="30824" y="239914"/>
                    <a:pt x="30777" y="240133"/>
                    <a:pt x="30777" y="240221"/>
                  </a:cubicBezTo>
                  <a:lnTo>
                    <a:pt x="30777" y="248694"/>
                  </a:lnTo>
                  <a:lnTo>
                    <a:pt x="28922" y="251723"/>
                  </a:lnTo>
                  <a:cubicBezTo>
                    <a:pt x="28922" y="251723"/>
                    <a:pt x="28783" y="252074"/>
                    <a:pt x="28783" y="252294"/>
                  </a:cubicBezTo>
                  <a:lnTo>
                    <a:pt x="28783" y="263269"/>
                  </a:lnTo>
                  <a:cubicBezTo>
                    <a:pt x="28783" y="263269"/>
                    <a:pt x="28829" y="263664"/>
                    <a:pt x="28922" y="263795"/>
                  </a:cubicBezTo>
                  <a:lnTo>
                    <a:pt x="36342" y="276000"/>
                  </a:lnTo>
                  <a:lnTo>
                    <a:pt x="33606" y="279029"/>
                  </a:lnTo>
                  <a:lnTo>
                    <a:pt x="26650" y="281136"/>
                  </a:lnTo>
                  <a:cubicBezTo>
                    <a:pt x="26186" y="281268"/>
                    <a:pt x="25861" y="281707"/>
                    <a:pt x="25861" y="282190"/>
                  </a:cubicBezTo>
                  <a:lnTo>
                    <a:pt x="25861" y="290355"/>
                  </a:lnTo>
                  <a:lnTo>
                    <a:pt x="21455" y="296106"/>
                  </a:lnTo>
                  <a:cubicBezTo>
                    <a:pt x="21455" y="296106"/>
                    <a:pt x="21224" y="296501"/>
                    <a:pt x="21224" y="296764"/>
                  </a:cubicBezTo>
                  <a:lnTo>
                    <a:pt x="21224" y="301813"/>
                  </a:lnTo>
                  <a:lnTo>
                    <a:pt x="19507" y="307695"/>
                  </a:lnTo>
                  <a:cubicBezTo>
                    <a:pt x="19415" y="308091"/>
                    <a:pt x="19507" y="308486"/>
                    <a:pt x="19786" y="308749"/>
                  </a:cubicBezTo>
                  <a:lnTo>
                    <a:pt x="21780" y="310637"/>
                  </a:lnTo>
                  <a:lnTo>
                    <a:pt x="17560" y="318144"/>
                  </a:lnTo>
                  <a:cubicBezTo>
                    <a:pt x="17560" y="318144"/>
                    <a:pt x="17421" y="318583"/>
                    <a:pt x="17421" y="318802"/>
                  </a:cubicBezTo>
                  <a:lnTo>
                    <a:pt x="21038" y="345011"/>
                  </a:lnTo>
                  <a:lnTo>
                    <a:pt x="16539" y="345011"/>
                  </a:lnTo>
                  <a:cubicBezTo>
                    <a:pt x="15890" y="345011"/>
                    <a:pt x="15380" y="345494"/>
                    <a:pt x="15380" y="346108"/>
                  </a:cubicBezTo>
                  <a:lnTo>
                    <a:pt x="15380" y="361736"/>
                  </a:lnTo>
                  <a:cubicBezTo>
                    <a:pt x="15380" y="362044"/>
                    <a:pt x="15519" y="362307"/>
                    <a:pt x="15705" y="362527"/>
                  </a:cubicBezTo>
                  <a:lnTo>
                    <a:pt x="20389" y="366961"/>
                  </a:lnTo>
                  <a:lnTo>
                    <a:pt x="17792" y="372887"/>
                  </a:lnTo>
                  <a:cubicBezTo>
                    <a:pt x="17560" y="373370"/>
                    <a:pt x="17792" y="373941"/>
                    <a:pt x="18209" y="374248"/>
                  </a:cubicBezTo>
                  <a:lnTo>
                    <a:pt x="22939" y="377145"/>
                  </a:lnTo>
                  <a:lnTo>
                    <a:pt x="20806" y="379780"/>
                  </a:lnTo>
                  <a:cubicBezTo>
                    <a:pt x="20574" y="380087"/>
                    <a:pt x="20481" y="380482"/>
                    <a:pt x="20621" y="380833"/>
                  </a:cubicBezTo>
                  <a:lnTo>
                    <a:pt x="21873" y="384126"/>
                  </a:lnTo>
                  <a:lnTo>
                    <a:pt x="19647" y="386935"/>
                  </a:lnTo>
                  <a:cubicBezTo>
                    <a:pt x="19647" y="386935"/>
                    <a:pt x="19415" y="387374"/>
                    <a:pt x="19415" y="387594"/>
                  </a:cubicBezTo>
                  <a:lnTo>
                    <a:pt x="19415" y="392818"/>
                  </a:lnTo>
                  <a:cubicBezTo>
                    <a:pt x="19415" y="393432"/>
                    <a:pt x="19925" y="393915"/>
                    <a:pt x="20574" y="393915"/>
                  </a:cubicBezTo>
                  <a:lnTo>
                    <a:pt x="28922" y="393915"/>
                  </a:lnTo>
                  <a:lnTo>
                    <a:pt x="32215" y="395847"/>
                  </a:lnTo>
                  <a:lnTo>
                    <a:pt x="28273" y="400852"/>
                  </a:lnTo>
                  <a:lnTo>
                    <a:pt x="26047" y="398657"/>
                  </a:lnTo>
                  <a:cubicBezTo>
                    <a:pt x="25768" y="398393"/>
                    <a:pt x="25397" y="398261"/>
                    <a:pt x="25026" y="398349"/>
                  </a:cubicBezTo>
                  <a:lnTo>
                    <a:pt x="16307" y="399710"/>
                  </a:lnTo>
                  <a:cubicBezTo>
                    <a:pt x="15751" y="399798"/>
                    <a:pt x="15334" y="400237"/>
                    <a:pt x="15334" y="400808"/>
                  </a:cubicBezTo>
                  <a:lnTo>
                    <a:pt x="15334" y="404364"/>
                  </a:lnTo>
                  <a:cubicBezTo>
                    <a:pt x="15334" y="404978"/>
                    <a:pt x="15844" y="405461"/>
                    <a:pt x="16493" y="405461"/>
                  </a:cubicBezTo>
                  <a:lnTo>
                    <a:pt x="23682" y="405461"/>
                  </a:lnTo>
                  <a:lnTo>
                    <a:pt x="27299" y="410992"/>
                  </a:lnTo>
                  <a:lnTo>
                    <a:pt x="25305" y="411871"/>
                  </a:lnTo>
                  <a:cubicBezTo>
                    <a:pt x="24887" y="412046"/>
                    <a:pt x="24609" y="412441"/>
                    <a:pt x="24609" y="412880"/>
                  </a:cubicBezTo>
                  <a:lnTo>
                    <a:pt x="24609" y="415909"/>
                  </a:lnTo>
                  <a:lnTo>
                    <a:pt x="19647" y="417314"/>
                  </a:lnTo>
                  <a:cubicBezTo>
                    <a:pt x="19276" y="417402"/>
                    <a:pt x="18997" y="417665"/>
                    <a:pt x="18905" y="418016"/>
                  </a:cubicBezTo>
                  <a:cubicBezTo>
                    <a:pt x="18765" y="418368"/>
                    <a:pt x="18812" y="418719"/>
                    <a:pt x="19044" y="418982"/>
                  </a:cubicBezTo>
                  <a:lnTo>
                    <a:pt x="23125" y="424514"/>
                  </a:lnTo>
                  <a:lnTo>
                    <a:pt x="18905" y="428245"/>
                  </a:lnTo>
                  <a:cubicBezTo>
                    <a:pt x="18487" y="428596"/>
                    <a:pt x="18441" y="429167"/>
                    <a:pt x="18719" y="429606"/>
                  </a:cubicBezTo>
                  <a:lnTo>
                    <a:pt x="21177" y="433513"/>
                  </a:lnTo>
                  <a:lnTo>
                    <a:pt x="22012" y="434830"/>
                  </a:lnTo>
                  <a:lnTo>
                    <a:pt x="22012" y="439308"/>
                  </a:lnTo>
                  <a:lnTo>
                    <a:pt x="17977" y="443391"/>
                  </a:lnTo>
                  <a:cubicBezTo>
                    <a:pt x="17977" y="443391"/>
                    <a:pt x="17652" y="443874"/>
                    <a:pt x="17652" y="444181"/>
                  </a:cubicBezTo>
                  <a:lnTo>
                    <a:pt x="17931" y="450678"/>
                  </a:lnTo>
                  <a:lnTo>
                    <a:pt x="15612" y="454102"/>
                  </a:lnTo>
                  <a:lnTo>
                    <a:pt x="12412" y="457658"/>
                  </a:lnTo>
                  <a:cubicBezTo>
                    <a:pt x="12412" y="457658"/>
                    <a:pt x="12226" y="457922"/>
                    <a:pt x="12180" y="458053"/>
                  </a:cubicBezTo>
                  <a:lnTo>
                    <a:pt x="10696" y="462751"/>
                  </a:lnTo>
                  <a:lnTo>
                    <a:pt x="8655" y="462751"/>
                  </a:lnTo>
                  <a:cubicBezTo>
                    <a:pt x="8006" y="462751"/>
                    <a:pt x="7496" y="463233"/>
                    <a:pt x="7496" y="463848"/>
                  </a:cubicBezTo>
                  <a:lnTo>
                    <a:pt x="7496" y="470170"/>
                  </a:lnTo>
                  <a:cubicBezTo>
                    <a:pt x="7496" y="470433"/>
                    <a:pt x="7589" y="470653"/>
                    <a:pt x="7728" y="470872"/>
                  </a:cubicBezTo>
                  <a:lnTo>
                    <a:pt x="12644" y="476755"/>
                  </a:lnTo>
                  <a:lnTo>
                    <a:pt x="7774" y="482111"/>
                  </a:lnTo>
                  <a:cubicBezTo>
                    <a:pt x="7774" y="482111"/>
                    <a:pt x="7496" y="482550"/>
                    <a:pt x="7496" y="482813"/>
                  </a:cubicBezTo>
                  <a:lnTo>
                    <a:pt x="7496" y="489003"/>
                  </a:lnTo>
                  <a:lnTo>
                    <a:pt x="5502" y="490013"/>
                  </a:lnTo>
                  <a:lnTo>
                    <a:pt x="2070" y="491725"/>
                  </a:lnTo>
                  <a:cubicBezTo>
                    <a:pt x="1791" y="491856"/>
                    <a:pt x="1559" y="492120"/>
                    <a:pt x="1467" y="492427"/>
                  </a:cubicBezTo>
                  <a:lnTo>
                    <a:pt x="29" y="498178"/>
                  </a:lnTo>
                  <a:cubicBezTo>
                    <a:pt x="-110" y="498749"/>
                    <a:pt x="261" y="499363"/>
                    <a:pt x="910" y="499495"/>
                  </a:cubicBezTo>
                  <a:cubicBezTo>
                    <a:pt x="1003" y="499495"/>
                    <a:pt x="1096" y="499495"/>
                    <a:pt x="1189" y="499495"/>
                  </a:cubicBezTo>
                  <a:cubicBezTo>
                    <a:pt x="1699" y="499495"/>
                    <a:pt x="2209" y="499144"/>
                    <a:pt x="2302" y="498661"/>
                  </a:cubicBezTo>
                  <a:lnTo>
                    <a:pt x="3646" y="493393"/>
                  </a:lnTo>
                  <a:lnTo>
                    <a:pt x="7403" y="491505"/>
                  </a:lnTo>
                  <a:lnTo>
                    <a:pt x="9258" y="490583"/>
                  </a:lnTo>
                  <a:cubicBezTo>
                    <a:pt x="9629" y="490408"/>
                    <a:pt x="9861" y="490013"/>
                    <a:pt x="9861" y="489617"/>
                  </a:cubicBezTo>
                  <a:lnTo>
                    <a:pt x="9861" y="483164"/>
                  </a:lnTo>
                  <a:lnTo>
                    <a:pt x="15102" y="477457"/>
                  </a:lnTo>
                  <a:cubicBezTo>
                    <a:pt x="15473" y="477062"/>
                    <a:pt x="15473" y="476491"/>
                    <a:pt x="15102" y="476052"/>
                  </a:cubicBezTo>
                  <a:lnTo>
                    <a:pt x="9861" y="469775"/>
                  </a:lnTo>
                  <a:lnTo>
                    <a:pt x="9861" y="464946"/>
                  </a:lnTo>
                  <a:lnTo>
                    <a:pt x="11623" y="464946"/>
                  </a:lnTo>
                  <a:cubicBezTo>
                    <a:pt x="12133" y="464946"/>
                    <a:pt x="12597" y="464638"/>
                    <a:pt x="12736" y="464155"/>
                  </a:cubicBezTo>
                  <a:lnTo>
                    <a:pt x="14406" y="458887"/>
                  </a:lnTo>
                  <a:lnTo>
                    <a:pt x="17513" y="455375"/>
                  </a:lnTo>
                  <a:lnTo>
                    <a:pt x="20110" y="451512"/>
                  </a:lnTo>
                  <a:cubicBezTo>
                    <a:pt x="20110" y="451512"/>
                    <a:pt x="20296" y="451117"/>
                    <a:pt x="20296" y="450897"/>
                  </a:cubicBezTo>
                  <a:lnTo>
                    <a:pt x="20018" y="444488"/>
                  </a:lnTo>
                  <a:lnTo>
                    <a:pt x="24052" y="440450"/>
                  </a:lnTo>
                  <a:cubicBezTo>
                    <a:pt x="24052" y="440450"/>
                    <a:pt x="24377" y="439966"/>
                    <a:pt x="24377" y="439703"/>
                  </a:cubicBezTo>
                  <a:lnTo>
                    <a:pt x="24377" y="434479"/>
                  </a:lnTo>
                  <a:cubicBezTo>
                    <a:pt x="24377" y="434479"/>
                    <a:pt x="24331" y="434084"/>
                    <a:pt x="24192" y="433908"/>
                  </a:cubicBezTo>
                  <a:lnTo>
                    <a:pt x="23774" y="433250"/>
                  </a:lnTo>
                  <a:lnTo>
                    <a:pt x="21224" y="429211"/>
                  </a:lnTo>
                  <a:lnTo>
                    <a:pt x="25490" y="425436"/>
                  </a:lnTo>
                  <a:cubicBezTo>
                    <a:pt x="25908" y="425084"/>
                    <a:pt x="25954" y="424470"/>
                    <a:pt x="25629" y="424031"/>
                  </a:cubicBezTo>
                  <a:lnTo>
                    <a:pt x="21919" y="418982"/>
                  </a:lnTo>
                  <a:lnTo>
                    <a:pt x="26186" y="417753"/>
                  </a:lnTo>
                  <a:cubicBezTo>
                    <a:pt x="26696" y="417621"/>
                    <a:pt x="27021" y="417182"/>
                    <a:pt x="27021" y="416699"/>
                  </a:cubicBezTo>
                  <a:lnTo>
                    <a:pt x="27021" y="413582"/>
                  </a:lnTo>
                  <a:lnTo>
                    <a:pt x="29525" y="412485"/>
                  </a:lnTo>
                  <a:cubicBezTo>
                    <a:pt x="29850" y="412353"/>
                    <a:pt x="30035" y="412090"/>
                    <a:pt x="30174" y="411827"/>
                  </a:cubicBezTo>
                  <a:cubicBezTo>
                    <a:pt x="30267" y="411519"/>
                    <a:pt x="30221" y="411212"/>
                    <a:pt x="30035" y="410949"/>
                  </a:cubicBezTo>
                  <a:lnTo>
                    <a:pt x="25397" y="403837"/>
                  </a:lnTo>
                  <a:cubicBezTo>
                    <a:pt x="25165" y="403529"/>
                    <a:pt x="24795" y="403310"/>
                    <a:pt x="24423" y="403310"/>
                  </a:cubicBezTo>
                  <a:lnTo>
                    <a:pt x="17745" y="403310"/>
                  </a:lnTo>
                  <a:lnTo>
                    <a:pt x="17745" y="401773"/>
                  </a:lnTo>
                  <a:lnTo>
                    <a:pt x="24887" y="400632"/>
                  </a:lnTo>
                  <a:lnTo>
                    <a:pt x="27670" y="403354"/>
                  </a:lnTo>
                  <a:cubicBezTo>
                    <a:pt x="27902" y="403573"/>
                    <a:pt x="28273" y="403705"/>
                    <a:pt x="28597" y="403705"/>
                  </a:cubicBezTo>
                  <a:cubicBezTo>
                    <a:pt x="28922" y="403705"/>
                    <a:pt x="29247" y="403529"/>
                    <a:pt x="29479" y="403266"/>
                  </a:cubicBezTo>
                  <a:lnTo>
                    <a:pt x="34997" y="396286"/>
                  </a:lnTo>
                  <a:cubicBezTo>
                    <a:pt x="35183" y="396022"/>
                    <a:pt x="35276" y="395715"/>
                    <a:pt x="35183" y="395408"/>
                  </a:cubicBezTo>
                  <a:cubicBezTo>
                    <a:pt x="35137" y="395101"/>
                    <a:pt x="34951" y="394837"/>
                    <a:pt x="34673" y="394662"/>
                  </a:cubicBezTo>
                  <a:lnTo>
                    <a:pt x="30035" y="391940"/>
                  </a:lnTo>
                  <a:cubicBezTo>
                    <a:pt x="30035" y="391940"/>
                    <a:pt x="29618" y="391764"/>
                    <a:pt x="29432" y="391764"/>
                  </a:cubicBezTo>
                  <a:lnTo>
                    <a:pt x="21919" y="391764"/>
                  </a:lnTo>
                  <a:lnTo>
                    <a:pt x="21919" y="388033"/>
                  </a:lnTo>
                  <a:lnTo>
                    <a:pt x="24284" y="385047"/>
                  </a:lnTo>
                  <a:cubicBezTo>
                    <a:pt x="24516" y="384740"/>
                    <a:pt x="24563" y="384345"/>
                    <a:pt x="24470" y="384038"/>
                  </a:cubicBezTo>
                  <a:lnTo>
                    <a:pt x="23218" y="380745"/>
                  </a:lnTo>
                  <a:lnTo>
                    <a:pt x="25722" y="377672"/>
                  </a:lnTo>
                  <a:cubicBezTo>
                    <a:pt x="25908" y="377409"/>
                    <a:pt x="26000" y="377101"/>
                    <a:pt x="25954" y="376838"/>
                  </a:cubicBezTo>
                  <a:cubicBezTo>
                    <a:pt x="25908" y="376531"/>
                    <a:pt x="25722" y="376267"/>
                    <a:pt x="25444" y="376092"/>
                  </a:cubicBezTo>
                  <a:lnTo>
                    <a:pt x="20435" y="373019"/>
                  </a:lnTo>
                  <a:lnTo>
                    <a:pt x="22986" y="367268"/>
                  </a:lnTo>
                  <a:cubicBezTo>
                    <a:pt x="23171" y="366873"/>
                    <a:pt x="23079" y="366390"/>
                    <a:pt x="22754" y="366083"/>
                  </a:cubicBezTo>
                  <a:lnTo>
                    <a:pt x="17884" y="361473"/>
                  </a:lnTo>
                  <a:lnTo>
                    <a:pt x="17884" y="347381"/>
                  </a:lnTo>
                  <a:lnTo>
                    <a:pt x="22522" y="347381"/>
                  </a:lnTo>
                  <a:cubicBezTo>
                    <a:pt x="22847" y="347381"/>
                    <a:pt x="23171" y="347249"/>
                    <a:pt x="23403" y="347030"/>
                  </a:cubicBezTo>
                  <a:cubicBezTo>
                    <a:pt x="23635" y="346811"/>
                    <a:pt x="23728" y="346459"/>
                    <a:pt x="23682" y="346152"/>
                  </a:cubicBezTo>
                  <a:lnTo>
                    <a:pt x="19971" y="319066"/>
                  </a:lnTo>
                  <a:lnTo>
                    <a:pt x="24423" y="311164"/>
                  </a:lnTo>
                  <a:cubicBezTo>
                    <a:pt x="24655" y="310725"/>
                    <a:pt x="24563" y="310198"/>
                    <a:pt x="24238" y="309890"/>
                  </a:cubicBezTo>
                  <a:lnTo>
                    <a:pt x="22105" y="307871"/>
                  </a:lnTo>
                  <a:lnTo>
                    <a:pt x="23682" y="302428"/>
                  </a:lnTo>
                  <a:cubicBezTo>
                    <a:pt x="23682" y="302428"/>
                    <a:pt x="23682" y="302252"/>
                    <a:pt x="23682" y="302120"/>
                  </a:cubicBezTo>
                  <a:lnTo>
                    <a:pt x="23682" y="297247"/>
                  </a:lnTo>
                  <a:lnTo>
                    <a:pt x="28087" y="291496"/>
                  </a:lnTo>
                  <a:cubicBezTo>
                    <a:pt x="28087" y="291496"/>
                    <a:pt x="28319" y="291101"/>
                    <a:pt x="28319" y="290838"/>
                  </a:cubicBezTo>
                  <a:lnTo>
                    <a:pt x="28319" y="283155"/>
                  </a:lnTo>
                  <a:lnTo>
                    <a:pt x="34766" y="281224"/>
                  </a:lnTo>
                  <a:cubicBezTo>
                    <a:pt x="34766" y="281224"/>
                    <a:pt x="35137" y="281048"/>
                    <a:pt x="35276" y="280873"/>
                  </a:cubicBezTo>
                  <a:lnTo>
                    <a:pt x="38754" y="277009"/>
                  </a:lnTo>
                  <a:cubicBezTo>
                    <a:pt x="39079" y="276658"/>
                    <a:pt x="39125" y="276131"/>
                    <a:pt x="38893" y="275736"/>
                  </a:cubicBezTo>
                  <a:lnTo>
                    <a:pt x="31241" y="263093"/>
                  </a:lnTo>
                  <a:lnTo>
                    <a:pt x="31241" y="252689"/>
                  </a:lnTo>
                  <a:lnTo>
                    <a:pt x="33096" y="249660"/>
                  </a:lnTo>
                  <a:cubicBezTo>
                    <a:pt x="33096" y="249660"/>
                    <a:pt x="33235" y="249308"/>
                    <a:pt x="33235" y="249089"/>
                  </a:cubicBezTo>
                  <a:lnTo>
                    <a:pt x="33235" y="240484"/>
                  </a:lnTo>
                  <a:lnTo>
                    <a:pt x="34951" y="235129"/>
                  </a:lnTo>
                  <a:lnTo>
                    <a:pt x="36992" y="235129"/>
                  </a:lnTo>
                  <a:cubicBezTo>
                    <a:pt x="37316" y="235129"/>
                    <a:pt x="37641" y="234997"/>
                    <a:pt x="37873" y="234734"/>
                  </a:cubicBezTo>
                  <a:lnTo>
                    <a:pt x="40934" y="231266"/>
                  </a:lnTo>
                  <a:lnTo>
                    <a:pt x="43531" y="229071"/>
                  </a:lnTo>
                  <a:cubicBezTo>
                    <a:pt x="43531" y="229071"/>
                    <a:pt x="43902" y="228632"/>
                    <a:pt x="43902" y="228324"/>
                  </a:cubicBezTo>
                  <a:lnTo>
                    <a:pt x="44783" y="217349"/>
                  </a:lnTo>
                  <a:cubicBezTo>
                    <a:pt x="44783" y="217086"/>
                    <a:pt x="44737" y="216866"/>
                    <a:pt x="44598" y="216647"/>
                  </a:cubicBezTo>
                  <a:lnTo>
                    <a:pt x="41769" y="212652"/>
                  </a:lnTo>
                  <a:lnTo>
                    <a:pt x="44830" y="210764"/>
                  </a:lnTo>
                  <a:cubicBezTo>
                    <a:pt x="45154" y="210545"/>
                    <a:pt x="45340" y="210238"/>
                    <a:pt x="45340" y="209842"/>
                  </a:cubicBezTo>
                  <a:lnTo>
                    <a:pt x="45340" y="203565"/>
                  </a:lnTo>
                  <a:lnTo>
                    <a:pt x="49931" y="196936"/>
                  </a:lnTo>
                  <a:lnTo>
                    <a:pt x="53177" y="195136"/>
                  </a:lnTo>
                  <a:cubicBezTo>
                    <a:pt x="53595" y="194916"/>
                    <a:pt x="53780" y="194477"/>
                    <a:pt x="53734" y="194038"/>
                  </a:cubicBezTo>
                  <a:lnTo>
                    <a:pt x="52853" y="187848"/>
                  </a:lnTo>
                  <a:lnTo>
                    <a:pt x="52574" y="179068"/>
                  </a:lnTo>
                  <a:cubicBezTo>
                    <a:pt x="52574" y="178805"/>
                    <a:pt x="52482" y="178542"/>
                    <a:pt x="52296" y="178366"/>
                  </a:cubicBezTo>
                  <a:lnTo>
                    <a:pt x="50024" y="175995"/>
                  </a:lnTo>
                  <a:lnTo>
                    <a:pt x="50859" y="166864"/>
                  </a:lnTo>
                  <a:cubicBezTo>
                    <a:pt x="50859" y="166864"/>
                    <a:pt x="50859" y="166469"/>
                    <a:pt x="50719" y="166250"/>
                  </a:cubicBezTo>
                  <a:lnTo>
                    <a:pt x="45896" y="157382"/>
                  </a:lnTo>
                  <a:lnTo>
                    <a:pt x="48122" y="155494"/>
                  </a:lnTo>
                  <a:cubicBezTo>
                    <a:pt x="48401" y="155275"/>
                    <a:pt x="48540" y="154879"/>
                    <a:pt x="48493" y="154528"/>
                  </a:cubicBezTo>
                  <a:cubicBezTo>
                    <a:pt x="48447" y="154177"/>
                    <a:pt x="48215" y="153870"/>
                    <a:pt x="47890" y="153694"/>
                  </a:cubicBezTo>
                  <a:lnTo>
                    <a:pt x="43021" y="151279"/>
                  </a:lnTo>
                  <a:lnTo>
                    <a:pt x="43021" y="140656"/>
                  </a:lnTo>
                  <a:lnTo>
                    <a:pt x="46313" y="139558"/>
                  </a:lnTo>
                  <a:cubicBezTo>
                    <a:pt x="46731" y="139427"/>
                    <a:pt x="47009" y="139075"/>
                    <a:pt x="47056" y="138637"/>
                  </a:cubicBezTo>
                  <a:lnTo>
                    <a:pt x="48447" y="127486"/>
                  </a:lnTo>
                  <a:lnTo>
                    <a:pt x="53317" y="125554"/>
                  </a:lnTo>
                  <a:cubicBezTo>
                    <a:pt x="53688" y="125423"/>
                    <a:pt x="53966" y="125071"/>
                    <a:pt x="54012" y="124720"/>
                  </a:cubicBezTo>
                  <a:cubicBezTo>
                    <a:pt x="54059" y="124325"/>
                    <a:pt x="53919" y="123974"/>
                    <a:pt x="53595" y="123710"/>
                  </a:cubicBezTo>
                  <a:lnTo>
                    <a:pt x="50812" y="121559"/>
                  </a:lnTo>
                  <a:lnTo>
                    <a:pt x="50812" y="109355"/>
                  </a:lnTo>
                  <a:lnTo>
                    <a:pt x="54290" y="105843"/>
                  </a:lnTo>
                  <a:cubicBezTo>
                    <a:pt x="54290" y="105843"/>
                    <a:pt x="54522" y="105492"/>
                    <a:pt x="54569" y="105316"/>
                  </a:cubicBezTo>
                  <a:lnTo>
                    <a:pt x="56331" y="96317"/>
                  </a:lnTo>
                  <a:lnTo>
                    <a:pt x="56331" y="93200"/>
                  </a:lnTo>
                  <a:lnTo>
                    <a:pt x="63520" y="86395"/>
                  </a:lnTo>
                  <a:cubicBezTo>
                    <a:pt x="63520" y="86395"/>
                    <a:pt x="63705" y="86176"/>
                    <a:pt x="63798" y="86044"/>
                  </a:cubicBezTo>
                  <a:lnTo>
                    <a:pt x="66766" y="79108"/>
                  </a:lnTo>
                  <a:lnTo>
                    <a:pt x="68064" y="73533"/>
                  </a:lnTo>
                  <a:lnTo>
                    <a:pt x="77386" y="69625"/>
                  </a:lnTo>
                  <a:cubicBezTo>
                    <a:pt x="77711" y="69494"/>
                    <a:pt x="77943" y="69230"/>
                    <a:pt x="78036" y="68879"/>
                  </a:cubicBezTo>
                  <a:cubicBezTo>
                    <a:pt x="78128" y="68528"/>
                    <a:pt x="78036" y="68177"/>
                    <a:pt x="77804" y="67913"/>
                  </a:cubicBezTo>
                  <a:lnTo>
                    <a:pt x="72285" y="61636"/>
                  </a:lnTo>
                  <a:lnTo>
                    <a:pt x="72285" y="59046"/>
                  </a:lnTo>
                  <a:lnTo>
                    <a:pt x="76691" y="56368"/>
                  </a:lnTo>
                  <a:cubicBezTo>
                    <a:pt x="77154" y="56060"/>
                    <a:pt x="77340" y="55490"/>
                    <a:pt x="77108" y="55007"/>
                  </a:cubicBezTo>
                  <a:lnTo>
                    <a:pt x="72378" y="44690"/>
                  </a:lnTo>
                  <a:lnTo>
                    <a:pt x="74140" y="39861"/>
                  </a:lnTo>
                  <a:lnTo>
                    <a:pt x="76505" y="37842"/>
                  </a:lnTo>
                  <a:cubicBezTo>
                    <a:pt x="76876" y="37535"/>
                    <a:pt x="76969" y="37096"/>
                    <a:pt x="76830" y="36656"/>
                  </a:cubicBezTo>
                  <a:lnTo>
                    <a:pt x="74418" y="30291"/>
                  </a:lnTo>
                  <a:cubicBezTo>
                    <a:pt x="78268" y="24189"/>
                    <a:pt x="92134" y="20853"/>
                    <a:pt x="92273" y="20809"/>
                  </a:cubicBezTo>
                  <a:cubicBezTo>
                    <a:pt x="92691" y="20721"/>
                    <a:pt x="92969" y="20413"/>
                    <a:pt x="93108" y="20062"/>
                  </a:cubicBezTo>
                  <a:lnTo>
                    <a:pt x="98303" y="3600"/>
                  </a:lnTo>
                  <a:cubicBezTo>
                    <a:pt x="98395" y="3293"/>
                    <a:pt x="98349" y="2941"/>
                    <a:pt x="98163" y="2678"/>
                  </a:cubicBezTo>
                  <a:lnTo>
                    <a:pt x="96262" y="0"/>
                  </a:lnTo>
                  <a:lnTo>
                    <a:pt x="95845" y="615"/>
                  </a:lnTo>
                  <a:cubicBezTo>
                    <a:pt x="95845" y="615"/>
                    <a:pt x="95752" y="658"/>
                    <a:pt x="95705" y="70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7" name="Freeform: Shape 2236">
              <a:extLst>
                <a:ext uri="{FF2B5EF4-FFF2-40B4-BE49-F238E27FC236}">
                  <a16:creationId xmlns:a16="http://schemas.microsoft.com/office/drawing/2014/main" id="{22D1054E-CECA-7EB4-0421-532EE6D7406A}"/>
                </a:ext>
              </a:extLst>
            </p:cNvPr>
            <p:cNvSpPr>
              <a:spLocks/>
            </p:cNvSpPr>
            <p:nvPr/>
          </p:nvSpPr>
          <p:spPr>
            <a:xfrm>
              <a:off x="4098451" y="4573561"/>
              <a:ext cx="108154" cy="30666"/>
            </a:xfrm>
            <a:custGeom>
              <a:avLst/>
              <a:gdLst>
                <a:gd name="connsiteX0" fmla="*/ 70864 w 72458"/>
                <a:gd name="connsiteY0" fmla="*/ 10360 h 20545"/>
                <a:gd name="connsiteX1" fmla="*/ 71560 w 72458"/>
                <a:gd name="connsiteY1" fmla="*/ 10404 h 20545"/>
                <a:gd name="connsiteX2" fmla="*/ 71792 w 72458"/>
                <a:gd name="connsiteY2" fmla="*/ 10317 h 20545"/>
                <a:gd name="connsiteX3" fmla="*/ 72256 w 72458"/>
                <a:gd name="connsiteY3" fmla="*/ 9921 h 20545"/>
                <a:gd name="connsiteX4" fmla="*/ 72349 w 72458"/>
                <a:gd name="connsiteY4" fmla="*/ 9834 h 20545"/>
                <a:gd name="connsiteX5" fmla="*/ 72349 w 72458"/>
                <a:gd name="connsiteY5" fmla="*/ 9834 h 20545"/>
                <a:gd name="connsiteX6" fmla="*/ 71838 w 72458"/>
                <a:gd name="connsiteY6" fmla="*/ 8385 h 20545"/>
                <a:gd name="connsiteX7" fmla="*/ 70725 w 72458"/>
                <a:gd name="connsiteY7" fmla="*/ 7858 h 20545"/>
                <a:gd name="connsiteX8" fmla="*/ 65485 w 72458"/>
                <a:gd name="connsiteY8" fmla="*/ 5356 h 20545"/>
                <a:gd name="connsiteX9" fmla="*/ 64975 w 72458"/>
                <a:gd name="connsiteY9" fmla="*/ 5224 h 20545"/>
                <a:gd name="connsiteX10" fmla="*/ 52499 w 72458"/>
                <a:gd name="connsiteY10" fmla="*/ 5224 h 20545"/>
                <a:gd name="connsiteX11" fmla="*/ 51479 w 72458"/>
                <a:gd name="connsiteY11" fmla="*/ 5839 h 20545"/>
                <a:gd name="connsiteX12" fmla="*/ 45589 w 72458"/>
                <a:gd name="connsiteY12" fmla="*/ 16989 h 20545"/>
                <a:gd name="connsiteX13" fmla="*/ 40812 w 72458"/>
                <a:gd name="connsiteY13" fmla="*/ 7507 h 20545"/>
                <a:gd name="connsiteX14" fmla="*/ 39745 w 72458"/>
                <a:gd name="connsiteY14" fmla="*/ 6892 h 20545"/>
                <a:gd name="connsiteX15" fmla="*/ 22957 w 72458"/>
                <a:gd name="connsiteY15" fmla="*/ 7156 h 20545"/>
                <a:gd name="connsiteX16" fmla="*/ 17531 w 72458"/>
                <a:gd name="connsiteY16" fmla="*/ 439 h 20545"/>
                <a:gd name="connsiteX17" fmla="*/ 16557 w 72458"/>
                <a:gd name="connsiteY17" fmla="*/ 0 h 20545"/>
                <a:gd name="connsiteX18" fmla="*/ 15629 w 72458"/>
                <a:gd name="connsiteY18" fmla="*/ 483 h 20545"/>
                <a:gd name="connsiteX19" fmla="*/ 11965 w 72458"/>
                <a:gd name="connsiteY19" fmla="*/ 5531 h 20545"/>
                <a:gd name="connsiteX20" fmla="*/ 6307 w 72458"/>
                <a:gd name="connsiteY20" fmla="*/ 9395 h 20545"/>
                <a:gd name="connsiteX21" fmla="*/ 6029 w 72458"/>
                <a:gd name="connsiteY21" fmla="*/ 9658 h 20545"/>
                <a:gd name="connsiteX22" fmla="*/ 0 w 72458"/>
                <a:gd name="connsiteY22" fmla="*/ 18350 h 20545"/>
                <a:gd name="connsiteX23" fmla="*/ 649 w 72458"/>
                <a:gd name="connsiteY23" fmla="*/ 18350 h 20545"/>
                <a:gd name="connsiteX24" fmla="*/ 1809 w 72458"/>
                <a:gd name="connsiteY24" fmla="*/ 19448 h 20545"/>
                <a:gd name="connsiteX25" fmla="*/ 1484 w 72458"/>
                <a:gd name="connsiteY25" fmla="*/ 20150 h 20545"/>
                <a:gd name="connsiteX26" fmla="*/ 1623 w 72458"/>
                <a:gd name="connsiteY26" fmla="*/ 20062 h 20545"/>
                <a:gd name="connsiteX27" fmla="*/ 2041 w 72458"/>
                <a:gd name="connsiteY27" fmla="*/ 19448 h 20545"/>
                <a:gd name="connsiteX28" fmla="*/ 7884 w 72458"/>
                <a:gd name="connsiteY28" fmla="*/ 11019 h 20545"/>
                <a:gd name="connsiteX29" fmla="*/ 13496 w 72458"/>
                <a:gd name="connsiteY29" fmla="*/ 7156 h 20545"/>
                <a:gd name="connsiteX30" fmla="*/ 13774 w 72458"/>
                <a:gd name="connsiteY30" fmla="*/ 6892 h 20545"/>
                <a:gd name="connsiteX31" fmla="*/ 16649 w 72458"/>
                <a:gd name="connsiteY31" fmla="*/ 2941 h 20545"/>
                <a:gd name="connsiteX32" fmla="*/ 21473 w 72458"/>
                <a:gd name="connsiteY32" fmla="*/ 8868 h 20545"/>
                <a:gd name="connsiteX33" fmla="*/ 22400 w 72458"/>
                <a:gd name="connsiteY33" fmla="*/ 9307 h 20545"/>
                <a:gd name="connsiteX34" fmla="*/ 22400 w 72458"/>
                <a:gd name="connsiteY34" fmla="*/ 9307 h 20545"/>
                <a:gd name="connsiteX35" fmla="*/ 39050 w 72458"/>
                <a:gd name="connsiteY35" fmla="*/ 9043 h 20545"/>
                <a:gd name="connsiteX36" fmla="*/ 44522 w 72458"/>
                <a:gd name="connsiteY36" fmla="*/ 19931 h 20545"/>
                <a:gd name="connsiteX37" fmla="*/ 45543 w 72458"/>
                <a:gd name="connsiteY37" fmla="*/ 20545 h 20545"/>
                <a:gd name="connsiteX38" fmla="*/ 46609 w 72458"/>
                <a:gd name="connsiteY38" fmla="*/ 19931 h 20545"/>
                <a:gd name="connsiteX39" fmla="*/ 53241 w 72458"/>
                <a:gd name="connsiteY39" fmla="*/ 7375 h 20545"/>
                <a:gd name="connsiteX40" fmla="*/ 64696 w 72458"/>
                <a:gd name="connsiteY40" fmla="*/ 7375 h 20545"/>
                <a:gd name="connsiteX41" fmla="*/ 70725 w 72458"/>
                <a:gd name="connsiteY41" fmla="*/ 10229 h 20545"/>
                <a:gd name="connsiteX42" fmla="*/ 70818 w 72458"/>
                <a:gd name="connsiteY42" fmla="*/ 10229 h 20545"/>
                <a:gd name="connsiteX43" fmla="*/ 70864 w 72458"/>
                <a:gd name="connsiteY43" fmla="*/ 10273 h 2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72458" h="20545">
                  <a:moveTo>
                    <a:pt x="70864" y="10360"/>
                  </a:moveTo>
                  <a:cubicBezTo>
                    <a:pt x="70864" y="10360"/>
                    <a:pt x="71328" y="10448"/>
                    <a:pt x="71560" y="10404"/>
                  </a:cubicBezTo>
                  <a:cubicBezTo>
                    <a:pt x="71653" y="10404"/>
                    <a:pt x="71699" y="10404"/>
                    <a:pt x="71792" y="10317"/>
                  </a:cubicBezTo>
                  <a:cubicBezTo>
                    <a:pt x="71978" y="10229"/>
                    <a:pt x="72163" y="10097"/>
                    <a:pt x="72256" y="9921"/>
                  </a:cubicBezTo>
                  <a:cubicBezTo>
                    <a:pt x="72256" y="9921"/>
                    <a:pt x="72349" y="9878"/>
                    <a:pt x="72349" y="9834"/>
                  </a:cubicBezTo>
                  <a:cubicBezTo>
                    <a:pt x="72349" y="9834"/>
                    <a:pt x="72349" y="9834"/>
                    <a:pt x="72349" y="9834"/>
                  </a:cubicBezTo>
                  <a:cubicBezTo>
                    <a:pt x="72627" y="9307"/>
                    <a:pt x="72349" y="8648"/>
                    <a:pt x="71838" y="8385"/>
                  </a:cubicBezTo>
                  <a:lnTo>
                    <a:pt x="70725" y="7858"/>
                  </a:lnTo>
                  <a:lnTo>
                    <a:pt x="65485" y="5356"/>
                  </a:lnTo>
                  <a:cubicBezTo>
                    <a:pt x="65485" y="5356"/>
                    <a:pt x="65160" y="5224"/>
                    <a:pt x="64975" y="5224"/>
                  </a:cubicBezTo>
                  <a:lnTo>
                    <a:pt x="52499" y="5224"/>
                  </a:lnTo>
                  <a:cubicBezTo>
                    <a:pt x="52082" y="5224"/>
                    <a:pt x="51664" y="5444"/>
                    <a:pt x="51479" y="5839"/>
                  </a:cubicBezTo>
                  <a:lnTo>
                    <a:pt x="45589" y="16989"/>
                  </a:lnTo>
                  <a:lnTo>
                    <a:pt x="40812" y="7507"/>
                  </a:lnTo>
                  <a:cubicBezTo>
                    <a:pt x="40627" y="7112"/>
                    <a:pt x="40070" y="6848"/>
                    <a:pt x="39745" y="6892"/>
                  </a:cubicBezTo>
                  <a:lnTo>
                    <a:pt x="22957" y="7156"/>
                  </a:lnTo>
                  <a:lnTo>
                    <a:pt x="17531" y="439"/>
                  </a:lnTo>
                  <a:cubicBezTo>
                    <a:pt x="17299" y="176"/>
                    <a:pt x="16881" y="0"/>
                    <a:pt x="16557" y="0"/>
                  </a:cubicBezTo>
                  <a:cubicBezTo>
                    <a:pt x="16186" y="0"/>
                    <a:pt x="15861" y="176"/>
                    <a:pt x="15629" y="483"/>
                  </a:cubicBezTo>
                  <a:lnTo>
                    <a:pt x="11965" y="5531"/>
                  </a:lnTo>
                  <a:lnTo>
                    <a:pt x="6307" y="9395"/>
                  </a:lnTo>
                  <a:cubicBezTo>
                    <a:pt x="6307" y="9395"/>
                    <a:pt x="6075" y="9570"/>
                    <a:pt x="6029" y="9658"/>
                  </a:cubicBezTo>
                  <a:lnTo>
                    <a:pt x="0" y="18350"/>
                  </a:lnTo>
                  <a:lnTo>
                    <a:pt x="649" y="18350"/>
                  </a:lnTo>
                  <a:cubicBezTo>
                    <a:pt x="1299" y="18350"/>
                    <a:pt x="1809" y="18833"/>
                    <a:pt x="1809" y="19448"/>
                  </a:cubicBezTo>
                  <a:cubicBezTo>
                    <a:pt x="1809" y="19711"/>
                    <a:pt x="1670" y="19974"/>
                    <a:pt x="1484" y="20150"/>
                  </a:cubicBezTo>
                  <a:cubicBezTo>
                    <a:pt x="1484" y="20150"/>
                    <a:pt x="1577" y="20106"/>
                    <a:pt x="1623" y="20062"/>
                  </a:cubicBezTo>
                  <a:lnTo>
                    <a:pt x="2041" y="19448"/>
                  </a:lnTo>
                  <a:lnTo>
                    <a:pt x="7884" y="11019"/>
                  </a:lnTo>
                  <a:lnTo>
                    <a:pt x="13496" y="7156"/>
                  </a:lnTo>
                  <a:cubicBezTo>
                    <a:pt x="13496" y="7156"/>
                    <a:pt x="13681" y="6980"/>
                    <a:pt x="13774" y="6892"/>
                  </a:cubicBezTo>
                  <a:lnTo>
                    <a:pt x="16649" y="2941"/>
                  </a:lnTo>
                  <a:lnTo>
                    <a:pt x="21473" y="8868"/>
                  </a:lnTo>
                  <a:cubicBezTo>
                    <a:pt x="21705" y="9131"/>
                    <a:pt x="22029" y="9307"/>
                    <a:pt x="22400" y="9307"/>
                  </a:cubicBezTo>
                  <a:lnTo>
                    <a:pt x="22400" y="9307"/>
                  </a:lnTo>
                  <a:lnTo>
                    <a:pt x="39050" y="9043"/>
                  </a:lnTo>
                  <a:lnTo>
                    <a:pt x="44522" y="19931"/>
                  </a:lnTo>
                  <a:cubicBezTo>
                    <a:pt x="44708" y="20326"/>
                    <a:pt x="45125" y="20545"/>
                    <a:pt x="45543" y="20545"/>
                  </a:cubicBezTo>
                  <a:cubicBezTo>
                    <a:pt x="46053" y="20545"/>
                    <a:pt x="46377" y="20326"/>
                    <a:pt x="46609" y="19931"/>
                  </a:cubicBezTo>
                  <a:lnTo>
                    <a:pt x="53241" y="7375"/>
                  </a:lnTo>
                  <a:lnTo>
                    <a:pt x="64696" y="7375"/>
                  </a:lnTo>
                  <a:lnTo>
                    <a:pt x="70725" y="10229"/>
                  </a:lnTo>
                  <a:lnTo>
                    <a:pt x="70818" y="10229"/>
                  </a:lnTo>
                  <a:cubicBezTo>
                    <a:pt x="70818" y="10229"/>
                    <a:pt x="70818" y="10229"/>
                    <a:pt x="70864" y="1027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8" name="Freeform: Shape 2237">
              <a:extLst>
                <a:ext uri="{FF2B5EF4-FFF2-40B4-BE49-F238E27FC236}">
                  <a16:creationId xmlns:a16="http://schemas.microsoft.com/office/drawing/2014/main" id="{8BD81F37-7EA9-A529-AD53-D04ECE142CCF}"/>
                </a:ext>
              </a:extLst>
            </p:cNvPr>
            <p:cNvSpPr>
              <a:spLocks/>
            </p:cNvSpPr>
            <p:nvPr/>
          </p:nvSpPr>
          <p:spPr>
            <a:xfrm>
              <a:off x="4099351" y="4603899"/>
              <a:ext cx="1108" cy="459"/>
            </a:xfrm>
            <a:custGeom>
              <a:avLst/>
              <a:gdLst>
                <a:gd name="connsiteX0" fmla="*/ 742 w 742"/>
                <a:gd name="connsiteY0" fmla="*/ 0 h 307"/>
                <a:gd name="connsiteX1" fmla="*/ 0 w 742"/>
                <a:gd name="connsiteY1" fmla="*/ 307 h 307"/>
                <a:gd name="connsiteX2" fmla="*/ 742 w 742"/>
                <a:gd name="connsiteY2" fmla="*/ 0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2" h="307">
                  <a:moveTo>
                    <a:pt x="742" y="0"/>
                  </a:moveTo>
                  <a:cubicBezTo>
                    <a:pt x="742" y="0"/>
                    <a:pt x="278" y="307"/>
                    <a:pt x="0" y="307"/>
                  </a:cubicBezTo>
                  <a:cubicBezTo>
                    <a:pt x="278" y="307"/>
                    <a:pt x="510" y="176"/>
                    <a:pt x="742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9" name="Freeform: Shape 2238">
              <a:extLst>
                <a:ext uri="{FF2B5EF4-FFF2-40B4-BE49-F238E27FC236}">
                  <a16:creationId xmlns:a16="http://schemas.microsoft.com/office/drawing/2014/main" id="{4EF70105-E0A8-F043-67DE-0227624CF293}"/>
                </a:ext>
              </a:extLst>
            </p:cNvPr>
            <p:cNvSpPr>
              <a:spLocks/>
            </p:cNvSpPr>
            <p:nvPr/>
          </p:nvSpPr>
          <p:spPr>
            <a:xfrm>
              <a:off x="3947538" y="5366026"/>
              <a:ext cx="126796" cy="93260"/>
            </a:xfrm>
            <a:custGeom>
              <a:avLst/>
              <a:gdLst>
                <a:gd name="connsiteX0" fmla="*/ 58299 w 84948"/>
                <a:gd name="connsiteY0" fmla="*/ 51549 h 62480"/>
                <a:gd name="connsiteX1" fmla="*/ 26345 w 84948"/>
                <a:gd name="connsiteY1" fmla="*/ 50013 h 62480"/>
                <a:gd name="connsiteX2" fmla="*/ 18786 w 84948"/>
                <a:gd name="connsiteY2" fmla="*/ 41847 h 62480"/>
                <a:gd name="connsiteX3" fmla="*/ 21661 w 84948"/>
                <a:gd name="connsiteY3" fmla="*/ 36184 h 62480"/>
                <a:gd name="connsiteX4" fmla="*/ 21754 w 84948"/>
                <a:gd name="connsiteY4" fmla="*/ 35701 h 62480"/>
                <a:gd name="connsiteX5" fmla="*/ 21754 w 84948"/>
                <a:gd name="connsiteY5" fmla="*/ 33506 h 62480"/>
                <a:gd name="connsiteX6" fmla="*/ 21151 w 84948"/>
                <a:gd name="connsiteY6" fmla="*/ 32540 h 62480"/>
                <a:gd name="connsiteX7" fmla="*/ 19157 w 84948"/>
                <a:gd name="connsiteY7" fmla="*/ 31487 h 62480"/>
                <a:gd name="connsiteX8" fmla="*/ 19157 w 84948"/>
                <a:gd name="connsiteY8" fmla="*/ 29116 h 62480"/>
                <a:gd name="connsiteX9" fmla="*/ 20595 w 84948"/>
                <a:gd name="connsiteY9" fmla="*/ 29116 h 62480"/>
                <a:gd name="connsiteX10" fmla="*/ 21754 w 84948"/>
                <a:gd name="connsiteY10" fmla="*/ 28019 h 62480"/>
                <a:gd name="connsiteX11" fmla="*/ 21754 w 84948"/>
                <a:gd name="connsiteY11" fmla="*/ 19502 h 62480"/>
                <a:gd name="connsiteX12" fmla="*/ 20687 w 84948"/>
                <a:gd name="connsiteY12" fmla="*/ 18404 h 62480"/>
                <a:gd name="connsiteX13" fmla="*/ 13731 w 84948"/>
                <a:gd name="connsiteY13" fmla="*/ 17878 h 62480"/>
                <a:gd name="connsiteX14" fmla="*/ 12989 w 84948"/>
                <a:gd name="connsiteY14" fmla="*/ 18053 h 62480"/>
                <a:gd name="connsiteX15" fmla="*/ 8490 w 84948"/>
                <a:gd name="connsiteY15" fmla="*/ 21038 h 62480"/>
                <a:gd name="connsiteX16" fmla="*/ 3481 w 84948"/>
                <a:gd name="connsiteY16" fmla="*/ 13136 h 62480"/>
                <a:gd name="connsiteX17" fmla="*/ 2322 w 84948"/>
                <a:gd name="connsiteY17" fmla="*/ 1020 h 62480"/>
                <a:gd name="connsiteX18" fmla="*/ 1070 w 84948"/>
                <a:gd name="connsiteY18" fmla="*/ 10 h 62480"/>
                <a:gd name="connsiteX19" fmla="*/ 3 w 84948"/>
                <a:gd name="connsiteY19" fmla="*/ 1196 h 62480"/>
                <a:gd name="connsiteX20" fmla="*/ 1163 w 84948"/>
                <a:gd name="connsiteY20" fmla="*/ 13532 h 62480"/>
                <a:gd name="connsiteX21" fmla="*/ 1302 w 84948"/>
                <a:gd name="connsiteY21" fmla="*/ 14014 h 62480"/>
                <a:gd name="connsiteX22" fmla="*/ 7099 w 84948"/>
                <a:gd name="connsiteY22" fmla="*/ 23146 h 62480"/>
                <a:gd name="connsiteX23" fmla="*/ 7841 w 84948"/>
                <a:gd name="connsiteY23" fmla="*/ 23673 h 62480"/>
                <a:gd name="connsiteX24" fmla="*/ 8768 w 84948"/>
                <a:gd name="connsiteY24" fmla="*/ 23497 h 62480"/>
                <a:gd name="connsiteX25" fmla="*/ 13916 w 84948"/>
                <a:gd name="connsiteY25" fmla="*/ 20073 h 62480"/>
                <a:gd name="connsiteX26" fmla="*/ 19389 w 84948"/>
                <a:gd name="connsiteY26" fmla="*/ 20512 h 62480"/>
                <a:gd name="connsiteX27" fmla="*/ 19389 w 84948"/>
                <a:gd name="connsiteY27" fmla="*/ 26921 h 62480"/>
                <a:gd name="connsiteX28" fmla="*/ 17951 w 84948"/>
                <a:gd name="connsiteY28" fmla="*/ 26921 h 62480"/>
                <a:gd name="connsiteX29" fmla="*/ 16792 w 84948"/>
                <a:gd name="connsiteY29" fmla="*/ 28019 h 62480"/>
                <a:gd name="connsiteX30" fmla="*/ 16792 w 84948"/>
                <a:gd name="connsiteY30" fmla="*/ 32145 h 62480"/>
                <a:gd name="connsiteX31" fmla="*/ 17395 w 84948"/>
                <a:gd name="connsiteY31" fmla="*/ 33111 h 62480"/>
                <a:gd name="connsiteX32" fmla="*/ 19389 w 84948"/>
                <a:gd name="connsiteY32" fmla="*/ 34165 h 62480"/>
                <a:gd name="connsiteX33" fmla="*/ 19389 w 84948"/>
                <a:gd name="connsiteY33" fmla="*/ 35482 h 62480"/>
                <a:gd name="connsiteX34" fmla="*/ 16328 w 84948"/>
                <a:gd name="connsiteY34" fmla="*/ 41584 h 62480"/>
                <a:gd name="connsiteX35" fmla="*/ 16513 w 84948"/>
                <a:gd name="connsiteY35" fmla="*/ 42769 h 62480"/>
                <a:gd name="connsiteX36" fmla="*/ 24908 w 84948"/>
                <a:gd name="connsiteY36" fmla="*/ 51812 h 62480"/>
                <a:gd name="connsiteX37" fmla="*/ 25743 w 84948"/>
                <a:gd name="connsiteY37" fmla="*/ 52164 h 62480"/>
                <a:gd name="connsiteX38" fmla="*/ 58021 w 84948"/>
                <a:gd name="connsiteY38" fmla="*/ 53700 h 62480"/>
                <a:gd name="connsiteX39" fmla="*/ 79958 w 84948"/>
                <a:gd name="connsiteY39" fmla="*/ 61251 h 62480"/>
                <a:gd name="connsiteX40" fmla="*/ 83389 w 84948"/>
                <a:gd name="connsiteY40" fmla="*/ 62436 h 62480"/>
                <a:gd name="connsiteX41" fmla="*/ 83807 w 84948"/>
                <a:gd name="connsiteY41" fmla="*/ 62480 h 62480"/>
                <a:gd name="connsiteX42" fmla="*/ 84874 w 84948"/>
                <a:gd name="connsiteY42" fmla="*/ 61778 h 62480"/>
                <a:gd name="connsiteX43" fmla="*/ 84178 w 84948"/>
                <a:gd name="connsiteY43" fmla="*/ 60373 h 62480"/>
                <a:gd name="connsiteX44" fmla="*/ 82833 w 84948"/>
                <a:gd name="connsiteY44" fmla="*/ 59934 h 62480"/>
                <a:gd name="connsiteX45" fmla="*/ 58670 w 84948"/>
                <a:gd name="connsiteY45" fmla="*/ 51593 h 62480"/>
                <a:gd name="connsiteX46" fmla="*/ 58346 w 84948"/>
                <a:gd name="connsiteY46" fmla="*/ 51549 h 6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84948" h="62480">
                  <a:moveTo>
                    <a:pt x="58299" y="51549"/>
                  </a:moveTo>
                  <a:lnTo>
                    <a:pt x="26345" y="50013"/>
                  </a:lnTo>
                  <a:lnTo>
                    <a:pt x="18786" y="41847"/>
                  </a:lnTo>
                  <a:lnTo>
                    <a:pt x="21661" y="36184"/>
                  </a:lnTo>
                  <a:cubicBezTo>
                    <a:pt x="21661" y="36184"/>
                    <a:pt x="21754" y="35877"/>
                    <a:pt x="21754" y="35701"/>
                  </a:cubicBezTo>
                  <a:lnTo>
                    <a:pt x="21754" y="33506"/>
                  </a:lnTo>
                  <a:cubicBezTo>
                    <a:pt x="21754" y="33111"/>
                    <a:pt x="21522" y="32760"/>
                    <a:pt x="21151" y="32540"/>
                  </a:cubicBezTo>
                  <a:lnTo>
                    <a:pt x="19157" y="31487"/>
                  </a:lnTo>
                  <a:lnTo>
                    <a:pt x="19157" y="29116"/>
                  </a:lnTo>
                  <a:lnTo>
                    <a:pt x="20595" y="29116"/>
                  </a:lnTo>
                  <a:cubicBezTo>
                    <a:pt x="21244" y="29116"/>
                    <a:pt x="21754" y="28633"/>
                    <a:pt x="21754" y="28019"/>
                  </a:cubicBezTo>
                  <a:lnTo>
                    <a:pt x="21754" y="19502"/>
                  </a:lnTo>
                  <a:cubicBezTo>
                    <a:pt x="21754" y="18931"/>
                    <a:pt x="21290" y="18448"/>
                    <a:pt x="20687" y="18404"/>
                  </a:cubicBezTo>
                  <a:lnTo>
                    <a:pt x="13731" y="17878"/>
                  </a:lnTo>
                  <a:cubicBezTo>
                    <a:pt x="13453" y="17878"/>
                    <a:pt x="13174" y="17922"/>
                    <a:pt x="12989" y="18053"/>
                  </a:cubicBezTo>
                  <a:lnTo>
                    <a:pt x="8490" y="21038"/>
                  </a:lnTo>
                  <a:lnTo>
                    <a:pt x="3481" y="13136"/>
                  </a:lnTo>
                  <a:lnTo>
                    <a:pt x="2322" y="1020"/>
                  </a:lnTo>
                  <a:cubicBezTo>
                    <a:pt x="2276" y="406"/>
                    <a:pt x="1626" y="-78"/>
                    <a:pt x="1070" y="10"/>
                  </a:cubicBezTo>
                  <a:cubicBezTo>
                    <a:pt x="421" y="54"/>
                    <a:pt x="-43" y="581"/>
                    <a:pt x="3" y="1196"/>
                  </a:cubicBezTo>
                  <a:lnTo>
                    <a:pt x="1163" y="13532"/>
                  </a:lnTo>
                  <a:cubicBezTo>
                    <a:pt x="1163" y="13532"/>
                    <a:pt x="1255" y="13839"/>
                    <a:pt x="1302" y="14014"/>
                  </a:cubicBezTo>
                  <a:lnTo>
                    <a:pt x="7099" y="23146"/>
                  </a:lnTo>
                  <a:cubicBezTo>
                    <a:pt x="7284" y="23409"/>
                    <a:pt x="7516" y="23585"/>
                    <a:pt x="7841" y="23673"/>
                  </a:cubicBezTo>
                  <a:cubicBezTo>
                    <a:pt x="8166" y="23760"/>
                    <a:pt x="8490" y="23673"/>
                    <a:pt x="8768" y="23497"/>
                  </a:cubicBezTo>
                  <a:lnTo>
                    <a:pt x="13916" y="20073"/>
                  </a:lnTo>
                  <a:lnTo>
                    <a:pt x="19389" y="20512"/>
                  </a:lnTo>
                  <a:lnTo>
                    <a:pt x="19389" y="26921"/>
                  </a:lnTo>
                  <a:lnTo>
                    <a:pt x="17951" y="26921"/>
                  </a:lnTo>
                  <a:cubicBezTo>
                    <a:pt x="17302" y="26921"/>
                    <a:pt x="16792" y="27404"/>
                    <a:pt x="16792" y="28019"/>
                  </a:cubicBezTo>
                  <a:lnTo>
                    <a:pt x="16792" y="32145"/>
                  </a:lnTo>
                  <a:cubicBezTo>
                    <a:pt x="16792" y="32540"/>
                    <a:pt x="17024" y="32891"/>
                    <a:pt x="17395" y="33111"/>
                  </a:cubicBezTo>
                  <a:lnTo>
                    <a:pt x="19389" y="34165"/>
                  </a:lnTo>
                  <a:lnTo>
                    <a:pt x="19389" y="35482"/>
                  </a:lnTo>
                  <a:lnTo>
                    <a:pt x="16328" y="41584"/>
                  </a:lnTo>
                  <a:cubicBezTo>
                    <a:pt x="16142" y="41979"/>
                    <a:pt x="16189" y="42462"/>
                    <a:pt x="16513" y="42769"/>
                  </a:cubicBezTo>
                  <a:lnTo>
                    <a:pt x="24908" y="51812"/>
                  </a:lnTo>
                  <a:cubicBezTo>
                    <a:pt x="25093" y="52032"/>
                    <a:pt x="25418" y="52164"/>
                    <a:pt x="25743" y="52164"/>
                  </a:cubicBezTo>
                  <a:lnTo>
                    <a:pt x="58021" y="53700"/>
                  </a:lnTo>
                  <a:lnTo>
                    <a:pt x="79958" y="61251"/>
                  </a:lnTo>
                  <a:lnTo>
                    <a:pt x="83389" y="62436"/>
                  </a:lnTo>
                  <a:cubicBezTo>
                    <a:pt x="83389" y="62436"/>
                    <a:pt x="83668" y="62480"/>
                    <a:pt x="83807" y="62480"/>
                  </a:cubicBezTo>
                  <a:cubicBezTo>
                    <a:pt x="84271" y="62480"/>
                    <a:pt x="84734" y="62217"/>
                    <a:pt x="84874" y="61778"/>
                  </a:cubicBezTo>
                  <a:cubicBezTo>
                    <a:pt x="85106" y="61207"/>
                    <a:pt x="84781" y="60592"/>
                    <a:pt x="84178" y="60373"/>
                  </a:cubicBezTo>
                  <a:lnTo>
                    <a:pt x="82833" y="59934"/>
                  </a:lnTo>
                  <a:lnTo>
                    <a:pt x="58670" y="51593"/>
                  </a:lnTo>
                  <a:cubicBezTo>
                    <a:pt x="58670" y="51593"/>
                    <a:pt x="58439" y="51549"/>
                    <a:pt x="58346" y="5154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0" name="Freeform: Shape 2239">
              <a:extLst>
                <a:ext uri="{FF2B5EF4-FFF2-40B4-BE49-F238E27FC236}">
                  <a16:creationId xmlns:a16="http://schemas.microsoft.com/office/drawing/2014/main" id="{F1C0C115-6355-8969-407F-FF5C5531BA73}"/>
                </a:ext>
              </a:extLst>
            </p:cNvPr>
            <p:cNvSpPr>
              <a:spLocks/>
            </p:cNvSpPr>
            <p:nvPr/>
          </p:nvSpPr>
          <p:spPr>
            <a:xfrm>
              <a:off x="4063008" y="5461120"/>
              <a:ext cx="59254" cy="104056"/>
            </a:xfrm>
            <a:custGeom>
              <a:avLst/>
              <a:gdLst>
                <a:gd name="connsiteX0" fmla="*/ 464 w 39698"/>
                <a:gd name="connsiteY0" fmla="*/ 63304 h 69713"/>
                <a:gd name="connsiteX1" fmla="*/ 1438 w 39698"/>
                <a:gd name="connsiteY1" fmla="*/ 63523 h 69713"/>
                <a:gd name="connsiteX2" fmla="*/ 24302 w 39698"/>
                <a:gd name="connsiteY2" fmla="*/ 63392 h 69713"/>
                <a:gd name="connsiteX3" fmla="*/ 25229 w 39698"/>
                <a:gd name="connsiteY3" fmla="*/ 64006 h 69713"/>
                <a:gd name="connsiteX4" fmla="*/ 32093 w 39698"/>
                <a:gd name="connsiteY4" fmla="*/ 69274 h 69713"/>
                <a:gd name="connsiteX5" fmla="*/ 33021 w 39698"/>
                <a:gd name="connsiteY5" fmla="*/ 69713 h 69713"/>
                <a:gd name="connsiteX6" fmla="*/ 38539 w 39698"/>
                <a:gd name="connsiteY6" fmla="*/ 69713 h 69713"/>
                <a:gd name="connsiteX7" fmla="*/ 39699 w 39698"/>
                <a:gd name="connsiteY7" fmla="*/ 68616 h 69713"/>
                <a:gd name="connsiteX8" fmla="*/ 38539 w 39698"/>
                <a:gd name="connsiteY8" fmla="*/ 67518 h 69713"/>
                <a:gd name="connsiteX9" fmla="*/ 33577 w 39698"/>
                <a:gd name="connsiteY9" fmla="*/ 67518 h 69713"/>
                <a:gd name="connsiteX10" fmla="*/ 32279 w 39698"/>
                <a:gd name="connsiteY10" fmla="*/ 66333 h 69713"/>
                <a:gd name="connsiteX11" fmla="*/ 25554 w 39698"/>
                <a:gd name="connsiteY11" fmla="*/ 61548 h 69713"/>
                <a:gd name="connsiteX12" fmla="*/ 2319 w 39698"/>
                <a:gd name="connsiteY12" fmla="*/ 61109 h 69713"/>
                <a:gd name="connsiteX13" fmla="*/ 2319 w 39698"/>
                <a:gd name="connsiteY13" fmla="*/ 1098 h 69713"/>
                <a:gd name="connsiteX14" fmla="*/ 1159 w 39698"/>
                <a:gd name="connsiteY14" fmla="*/ 0 h 69713"/>
                <a:gd name="connsiteX15" fmla="*/ 0 w 39698"/>
                <a:gd name="connsiteY15" fmla="*/ 1098 h 69713"/>
                <a:gd name="connsiteX16" fmla="*/ 0 w 39698"/>
                <a:gd name="connsiteY16" fmla="*/ 62470 h 69713"/>
                <a:gd name="connsiteX17" fmla="*/ 464 w 39698"/>
                <a:gd name="connsiteY17" fmla="*/ 63348 h 6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698" h="69713">
                  <a:moveTo>
                    <a:pt x="464" y="63304"/>
                  </a:moveTo>
                  <a:cubicBezTo>
                    <a:pt x="742" y="63523"/>
                    <a:pt x="1113" y="63611"/>
                    <a:pt x="1438" y="63523"/>
                  </a:cubicBezTo>
                  <a:cubicBezTo>
                    <a:pt x="6122" y="62470"/>
                    <a:pt x="19432" y="60363"/>
                    <a:pt x="24302" y="63392"/>
                  </a:cubicBezTo>
                  <a:cubicBezTo>
                    <a:pt x="24626" y="63611"/>
                    <a:pt x="24905" y="63787"/>
                    <a:pt x="25229" y="64006"/>
                  </a:cubicBezTo>
                  <a:cubicBezTo>
                    <a:pt x="30470" y="67343"/>
                    <a:pt x="32093" y="69274"/>
                    <a:pt x="32093" y="69274"/>
                  </a:cubicBezTo>
                  <a:cubicBezTo>
                    <a:pt x="32325" y="69538"/>
                    <a:pt x="32650" y="69713"/>
                    <a:pt x="33021" y="69713"/>
                  </a:cubicBezTo>
                  <a:lnTo>
                    <a:pt x="38539" y="69713"/>
                  </a:lnTo>
                  <a:cubicBezTo>
                    <a:pt x="39189" y="69713"/>
                    <a:pt x="39699" y="69231"/>
                    <a:pt x="39699" y="68616"/>
                  </a:cubicBezTo>
                  <a:cubicBezTo>
                    <a:pt x="39699" y="68001"/>
                    <a:pt x="39189" y="67518"/>
                    <a:pt x="38539" y="67518"/>
                  </a:cubicBezTo>
                  <a:lnTo>
                    <a:pt x="33577" y="67518"/>
                  </a:lnTo>
                  <a:cubicBezTo>
                    <a:pt x="33299" y="67255"/>
                    <a:pt x="32881" y="66816"/>
                    <a:pt x="32279" y="66333"/>
                  </a:cubicBezTo>
                  <a:cubicBezTo>
                    <a:pt x="31026" y="65235"/>
                    <a:pt x="28939" y="63655"/>
                    <a:pt x="25554" y="61548"/>
                  </a:cubicBezTo>
                  <a:cubicBezTo>
                    <a:pt x="19896" y="58036"/>
                    <a:pt x="6725" y="60231"/>
                    <a:pt x="2319" y="61109"/>
                  </a:cubicBezTo>
                  <a:lnTo>
                    <a:pt x="2319" y="1098"/>
                  </a:lnTo>
                  <a:cubicBezTo>
                    <a:pt x="2319" y="483"/>
                    <a:pt x="1809" y="0"/>
                    <a:pt x="1159" y="0"/>
                  </a:cubicBezTo>
                  <a:cubicBezTo>
                    <a:pt x="510" y="0"/>
                    <a:pt x="0" y="483"/>
                    <a:pt x="0" y="1098"/>
                  </a:cubicBezTo>
                  <a:lnTo>
                    <a:pt x="0" y="62470"/>
                  </a:lnTo>
                  <a:cubicBezTo>
                    <a:pt x="0" y="62821"/>
                    <a:pt x="186" y="63128"/>
                    <a:pt x="464" y="633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1" name="Freeform: Shape 2240">
              <a:extLst>
                <a:ext uri="{FF2B5EF4-FFF2-40B4-BE49-F238E27FC236}">
                  <a16:creationId xmlns:a16="http://schemas.microsoft.com/office/drawing/2014/main" id="{1D9E031C-55FC-F438-9E7F-B8B99F98D9C9}"/>
                </a:ext>
              </a:extLst>
            </p:cNvPr>
            <p:cNvSpPr>
              <a:spLocks/>
            </p:cNvSpPr>
            <p:nvPr/>
          </p:nvSpPr>
          <p:spPr>
            <a:xfrm>
              <a:off x="4042794" y="4475664"/>
              <a:ext cx="58356" cy="128694"/>
            </a:xfrm>
            <a:custGeom>
              <a:avLst/>
              <a:gdLst>
                <a:gd name="connsiteX0" fmla="*/ 38632 w 39096"/>
                <a:gd name="connsiteY0" fmla="*/ 85912 h 86219"/>
                <a:gd name="connsiteX1" fmla="*/ 38771 w 39096"/>
                <a:gd name="connsiteY1" fmla="*/ 85825 h 86219"/>
                <a:gd name="connsiteX2" fmla="*/ 39096 w 39096"/>
                <a:gd name="connsiteY2" fmla="*/ 85122 h 86219"/>
                <a:gd name="connsiteX3" fmla="*/ 37937 w 39096"/>
                <a:gd name="connsiteY3" fmla="*/ 84025 h 86219"/>
                <a:gd name="connsiteX4" fmla="*/ 27595 w 39096"/>
                <a:gd name="connsiteY4" fmla="*/ 84025 h 86219"/>
                <a:gd name="connsiteX5" fmla="*/ 17438 w 39096"/>
                <a:gd name="connsiteY5" fmla="*/ 53514 h 86219"/>
                <a:gd name="connsiteX6" fmla="*/ 19247 w 39096"/>
                <a:gd name="connsiteY6" fmla="*/ 50529 h 86219"/>
                <a:gd name="connsiteX7" fmla="*/ 19015 w 39096"/>
                <a:gd name="connsiteY7" fmla="*/ 49168 h 86219"/>
                <a:gd name="connsiteX8" fmla="*/ 15073 w 39096"/>
                <a:gd name="connsiteY8" fmla="*/ 45920 h 86219"/>
                <a:gd name="connsiteX9" fmla="*/ 15073 w 39096"/>
                <a:gd name="connsiteY9" fmla="*/ 42100 h 86219"/>
                <a:gd name="connsiteX10" fmla="*/ 18597 w 39096"/>
                <a:gd name="connsiteY10" fmla="*/ 39949 h 86219"/>
                <a:gd name="connsiteX11" fmla="*/ 19108 w 39096"/>
                <a:gd name="connsiteY11" fmla="*/ 39159 h 86219"/>
                <a:gd name="connsiteX12" fmla="*/ 18783 w 39096"/>
                <a:gd name="connsiteY12" fmla="*/ 38281 h 86219"/>
                <a:gd name="connsiteX13" fmla="*/ 15351 w 39096"/>
                <a:gd name="connsiteY13" fmla="*/ 34769 h 86219"/>
                <a:gd name="connsiteX14" fmla="*/ 18644 w 39096"/>
                <a:gd name="connsiteY14" fmla="*/ 29720 h 86219"/>
                <a:gd name="connsiteX15" fmla="*/ 18458 w 39096"/>
                <a:gd name="connsiteY15" fmla="*/ 28360 h 86219"/>
                <a:gd name="connsiteX16" fmla="*/ 10574 w 39096"/>
                <a:gd name="connsiteY16" fmla="*/ 20896 h 86219"/>
                <a:gd name="connsiteX17" fmla="*/ 8162 w 39096"/>
                <a:gd name="connsiteY17" fmla="*/ 10843 h 86219"/>
                <a:gd name="connsiteX18" fmla="*/ 10620 w 39096"/>
                <a:gd name="connsiteY18" fmla="*/ 8517 h 86219"/>
                <a:gd name="connsiteX19" fmla="*/ 10852 w 39096"/>
                <a:gd name="connsiteY19" fmla="*/ 7331 h 86219"/>
                <a:gd name="connsiteX20" fmla="*/ 9786 w 39096"/>
                <a:gd name="connsiteY20" fmla="*/ 6673 h 86219"/>
                <a:gd name="connsiteX21" fmla="*/ 4499 w 39096"/>
                <a:gd name="connsiteY21" fmla="*/ 6673 h 86219"/>
                <a:gd name="connsiteX22" fmla="*/ 1623 w 39096"/>
                <a:gd name="connsiteY22" fmla="*/ 0 h 86219"/>
                <a:gd name="connsiteX23" fmla="*/ 1623 w 39096"/>
                <a:gd name="connsiteY23" fmla="*/ 88 h 86219"/>
                <a:gd name="connsiteX24" fmla="*/ 1623 w 39096"/>
                <a:gd name="connsiteY24" fmla="*/ 351 h 86219"/>
                <a:gd name="connsiteX25" fmla="*/ 1577 w 39096"/>
                <a:gd name="connsiteY25" fmla="*/ 746 h 86219"/>
                <a:gd name="connsiteX26" fmla="*/ 1345 w 39096"/>
                <a:gd name="connsiteY26" fmla="*/ 1054 h 86219"/>
                <a:gd name="connsiteX27" fmla="*/ 1159 w 39096"/>
                <a:gd name="connsiteY27" fmla="*/ 1273 h 86219"/>
                <a:gd name="connsiteX28" fmla="*/ 0 w 39096"/>
                <a:gd name="connsiteY28" fmla="*/ 1932 h 86219"/>
                <a:gd name="connsiteX29" fmla="*/ 2690 w 39096"/>
                <a:gd name="connsiteY29" fmla="*/ 8165 h 86219"/>
                <a:gd name="connsiteX30" fmla="*/ 3757 w 39096"/>
                <a:gd name="connsiteY30" fmla="*/ 8868 h 86219"/>
                <a:gd name="connsiteX31" fmla="*/ 7049 w 39096"/>
                <a:gd name="connsiteY31" fmla="*/ 8868 h 86219"/>
                <a:gd name="connsiteX32" fmla="*/ 6122 w 39096"/>
                <a:gd name="connsiteY32" fmla="*/ 9746 h 86219"/>
                <a:gd name="connsiteX33" fmla="*/ 5797 w 39096"/>
                <a:gd name="connsiteY33" fmla="*/ 10756 h 86219"/>
                <a:gd name="connsiteX34" fmla="*/ 8394 w 39096"/>
                <a:gd name="connsiteY34" fmla="*/ 21731 h 86219"/>
                <a:gd name="connsiteX35" fmla="*/ 8719 w 39096"/>
                <a:gd name="connsiteY35" fmla="*/ 22257 h 86219"/>
                <a:gd name="connsiteX36" fmla="*/ 16186 w 39096"/>
                <a:gd name="connsiteY36" fmla="*/ 29325 h 86219"/>
                <a:gd name="connsiteX37" fmla="*/ 12893 w 39096"/>
                <a:gd name="connsiteY37" fmla="*/ 34330 h 86219"/>
                <a:gd name="connsiteX38" fmla="*/ 13032 w 39096"/>
                <a:gd name="connsiteY38" fmla="*/ 35647 h 86219"/>
                <a:gd name="connsiteX39" fmla="*/ 16139 w 39096"/>
                <a:gd name="connsiteY39" fmla="*/ 38808 h 86219"/>
                <a:gd name="connsiteX40" fmla="*/ 13264 w 39096"/>
                <a:gd name="connsiteY40" fmla="*/ 40564 h 86219"/>
                <a:gd name="connsiteX41" fmla="*/ 12754 w 39096"/>
                <a:gd name="connsiteY41" fmla="*/ 41486 h 86219"/>
                <a:gd name="connsiteX42" fmla="*/ 12754 w 39096"/>
                <a:gd name="connsiteY42" fmla="*/ 46402 h 86219"/>
                <a:gd name="connsiteX43" fmla="*/ 13171 w 39096"/>
                <a:gd name="connsiteY43" fmla="*/ 47237 h 86219"/>
                <a:gd name="connsiteX44" fmla="*/ 16789 w 39096"/>
                <a:gd name="connsiteY44" fmla="*/ 50222 h 86219"/>
                <a:gd name="connsiteX45" fmla="*/ 14933 w 39096"/>
                <a:gd name="connsiteY45" fmla="*/ 53295 h 86219"/>
                <a:gd name="connsiteX46" fmla="*/ 15351 w 39096"/>
                <a:gd name="connsiteY46" fmla="*/ 54787 h 86219"/>
                <a:gd name="connsiteX47" fmla="*/ 25368 w 39096"/>
                <a:gd name="connsiteY47" fmla="*/ 85166 h 86219"/>
                <a:gd name="connsiteX48" fmla="*/ 26528 w 39096"/>
                <a:gd name="connsiteY48" fmla="*/ 86220 h 86219"/>
                <a:gd name="connsiteX49" fmla="*/ 37983 w 39096"/>
                <a:gd name="connsiteY49" fmla="*/ 86220 h 86219"/>
                <a:gd name="connsiteX50" fmla="*/ 38725 w 39096"/>
                <a:gd name="connsiteY50" fmla="*/ 85912 h 8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9096" h="86219">
                  <a:moveTo>
                    <a:pt x="38632" y="85912"/>
                  </a:moveTo>
                  <a:cubicBezTo>
                    <a:pt x="38632" y="85912"/>
                    <a:pt x="38725" y="85869"/>
                    <a:pt x="38771" y="85825"/>
                  </a:cubicBezTo>
                  <a:cubicBezTo>
                    <a:pt x="38957" y="85649"/>
                    <a:pt x="39096" y="85386"/>
                    <a:pt x="39096" y="85122"/>
                  </a:cubicBezTo>
                  <a:cubicBezTo>
                    <a:pt x="39096" y="84508"/>
                    <a:pt x="38586" y="84025"/>
                    <a:pt x="37937" y="84025"/>
                  </a:cubicBezTo>
                  <a:lnTo>
                    <a:pt x="27595" y="84025"/>
                  </a:lnTo>
                  <a:cubicBezTo>
                    <a:pt x="27270" y="79152"/>
                    <a:pt x="25368" y="59353"/>
                    <a:pt x="17438" y="53514"/>
                  </a:cubicBezTo>
                  <a:lnTo>
                    <a:pt x="19247" y="50529"/>
                  </a:lnTo>
                  <a:cubicBezTo>
                    <a:pt x="19525" y="50090"/>
                    <a:pt x="19432" y="49519"/>
                    <a:pt x="19015" y="49168"/>
                  </a:cubicBezTo>
                  <a:lnTo>
                    <a:pt x="15073" y="45920"/>
                  </a:lnTo>
                  <a:lnTo>
                    <a:pt x="15073" y="42100"/>
                  </a:lnTo>
                  <a:lnTo>
                    <a:pt x="18597" y="39949"/>
                  </a:lnTo>
                  <a:cubicBezTo>
                    <a:pt x="18876" y="39773"/>
                    <a:pt x="19061" y="39466"/>
                    <a:pt x="19108" y="39159"/>
                  </a:cubicBezTo>
                  <a:cubicBezTo>
                    <a:pt x="19108" y="38852"/>
                    <a:pt x="19061" y="38500"/>
                    <a:pt x="18783" y="38281"/>
                  </a:cubicBezTo>
                  <a:lnTo>
                    <a:pt x="15351" y="34769"/>
                  </a:lnTo>
                  <a:lnTo>
                    <a:pt x="18644" y="29720"/>
                  </a:lnTo>
                  <a:cubicBezTo>
                    <a:pt x="18922" y="29281"/>
                    <a:pt x="18876" y="28711"/>
                    <a:pt x="18458" y="28360"/>
                  </a:cubicBezTo>
                  <a:lnTo>
                    <a:pt x="10574" y="20896"/>
                  </a:lnTo>
                  <a:lnTo>
                    <a:pt x="8162" y="10843"/>
                  </a:lnTo>
                  <a:lnTo>
                    <a:pt x="10620" y="8517"/>
                  </a:lnTo>
                  <a:cubicBezTo>
                    <a:pt x="10945" y="8209"/>
                    <a:pt x="11038" y="7726"/>
                    <a:pt x="10852" y="7331"/>
                  </a:cubicBezTo>
                  <a:cubicBezTo>
                    <a:pt x="10667" y="6936"/>
                    <a:pt x="10249" y="6673"/>
                    <a:pt x="9786" y="6673"/>
                  </a:cubicBezTo>
                  <a:lnTo>
                    <a:pt x="4499" y="6673"/>
                  </a:lnTo>
                  <a:lnTo>
                    <a:pt x="1623" y="0"/>
                  </a:lnTo>
                  <a:lnTo>
                    <a:pt x="1623" y="88"/>
                  </a:lnTo>
                  <a:cubicBezTo>
                    <a:pt x="1623" y="88"/>
                    <a:pt x="1623" y="263"/>
                    <a:pt x="1623" y="351"/>
                  </a:cubicBezTo>
                  <a:cubicBezTo>
                    <a:pt x="1623" y="483"/>
                    <a:pt x="1623" y="615"/>
                    <a:pt x="1577" y="746"/>
                  </a:cubicBezTo>
                  <a:cubicBezTo>
                    <a:pt x="1531" y="878"/>
                    <a:pt x="1438" y="966"/>
                    <a:pt x="1345" y="1054"/>
                  </a:cubicBezTo>
                  <a:cubicBezTo>
                    <a:pt x="1252" y="1141"/>
                    <a:pt x="1252" y="1229"/>
                    <a:pt x="1159" y="1273"/>
                  </a:cubicBezTo>
                  <a:lnTo>
                    <a:pt x="0" y="1932"/>
                  </a:lnTo>
                  <a:lnTo>
                    <a:pt x="2690" y="8165"/>
                  </a:lnTo>
                  <a:cubicBezTo>
                    <a:pt x="2876" y="8561"/>
                    <a:pt x="3293" y="8868"/>
                    <a:pt x="3757" y="8868"/>
                  </a:cubicBezTo>
                  <a:lnTo>
                    <a:pt x="7049" y="8868"/>
                  </a:lnTo>
                  <a:lnTo>
                    <a:pt x="6122" y="9746"/>
                  </a:lnTo>
                  <a:cubicBezTo>
                    <a:pt x="5844" y="10009"/>
                    <a:pt x="5704" y="10404"/>
                    <a:pt x="5797" y="10756"/>
                  </a:cubicBezTo>
                  <a:lnTo>
                    <a:pt x="8394" y="21731"/>
                  </a:lnTo>
                  <a:cubicBezTo>
                    <a:pt x="8394" y="21731"/>
                    <a:pt x="8534" y="22126"/>
                    <a:pt x="8719" y="22257"/>
                  </a:cubicBezTo>
                  <a:lnTo>
                    <a:pt x="16186" y="29325"/>
                  </a:lnTo>
                  <a:lnTo>
                    <a:pt x="12893" y="34330"/>
                  </a:lnTo>
                  <a:cubicBezTo>
                    <a:pt x="12615" y="34769"/>
                    <a:pt x="12661" y="35296"/>
                    <a:pt x="13032" y="35647"/>
                  </a:cubicBezTo>
                  <a:lnTo>
                    <a:pt x="16139" y="38808"/>
                  </a:lnTo>
                  <a:lnTo>
                    <a:pt x="13264" y="40564"/>
                  </a:lnTo>
                  <a:cubicBezTo>
                    <a:pt x="12939" y="40783"/>
                    <a:pt x="12754" y="41090"/>
                    <a:pt x="12754" y="41486"/>
                  </a:cubicBezTo>
                  <a:lnTo>
                    <a:pt x="12754" y="46402"/>
                  </a:lnTo>
                  <a:cubicBezTo>
                    <a:pt x="12754" y="46710"/>
                    <a:pt x="12893" y="47017"/>
                    <a:pt x="13171" y="47237"/>
                  </a:cubicBezTo>
                  <a:lnTo>
                    <a:pt x="16789" y="50222"/>
                  </a:lnTo>
                  <a:lnTo>
                    <a:pt x="14933" y="53295"/>
                  </a:lnTo>
                  <a:cubicBezTo>
                    <a:pt x="14609" y="53822"/>
                    <a:pt x="14794" y="54480"/>
                    <a:pt x="15351" y="54787"/>
                  </a:cubicBezTo>
                  <a:cubicBezTo>
                    <a:pt x="23977" y="59660"/>
                    <a:pt x="25368" y="84903"/>
                    <a:pt x="25368" y="85166"/>
                  </a:cubicBezTo>
                  <a:cubicBezTo>
                    <a:pt x="25368" y="85737"/>
                    <a:pt x="25925" y="86220"/>
                    <a:pt x="26528" y="86220"/>
                  </a:cubicBezTo>
                  <a:lnTo>
                    <a:pt x="37983" y="86220"/>
                  </a:lnTo>
                  <a:cubicBezTo>
                    <a:pt x="38261" y="86220"/>
                    <a:pt x="38493" y="86088"/>
                    <a:pt x="38725" y="859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2" name="Freeform: Shape 2241">
              <a:extLst>
                <a:ext uri="{FF2B5EF4-FFF2-40B4-BE49-F238E27FC236}">
                  <a16:creationId xmlns:a16="http://schemas.microsoft.com/office/drawing/2014/main" id="{EA795BE0-BB7D-01D7-4F2B-49CA49721EA6}"/>
                </a:ext>
              </a:extLst>
            </p:cNvPr>
            <p:cNvSpPr>
              <a:spLocks/>
            </p:cNvSpPr>
            <p:nvPr/>
          </p:nvSpPr>
          <p:spPr>
            <a:xfrm>
              <a:off x="4017593" y="4475401"/>
              <a:ext cx="27140" cy="22475"/>
            </a:xfrm>
            <a:custGeom>
              <a:avLst/>
              <a:gdLst>
                <a:gd name="connsiteX0" fmla="*/ 11458 w 18183"/>
                <a:gd name="connsiteY0" fmla="*/ 13653 h 15057"/>
                <a:gd name="connsiteX1" fmla="*/ 14056 w 18183"/>
                <a:gd name="connsiteY1" fmla="*/ 8999 h 15057"/>
                <a:gd name="connsiteX2" fmla="*/ 14195 w 18183"/>
                <a:gd name="connsiteY2" fmla="*/ 8473 h 15057"/>
                <a:gd name="connsiteX3" fmla="*/ 14195 w 18183"/>
                <a:gd name="connsiteY3" fmla="*/ 3600 h 15057"/>
                <a:gd name="connsiteX4" fmla="*/ 16838 w 18183"/>
                <a:gd name="connsiteY4" fmla="*/ 2107 h 15057"/>
                <a:gd name="connsiteX5" fmla="*/ 17998 w 18183"/>
                <a:gd name="connsiteY5" fmla="*/ 1449 h 15057"/>
                <a:gd name="connsiteX6" fmla="*/ 18183 w 18183"/>
                <a:gd name="connsiteY6" fmla="*/ 1229 h 15057"/>
                <a:gd name="connsiteX7" fmla="*/ 17719 w 18183"/>
                <a:gd name="connsiteY7" fmla="*/ 1580 h 15057"/>
                <a:gd name="connsiteX8" fmla="*/ 17395 w 18183"/>
                <a:gd name="connsiteY8" fmla="*/ 1580 h 15057"/>
                <a:gd name="connsiteX9" fmla="*/ 16282 w 18183"/>
                <a:gd name="connsiteY9" fmla="*/ 790 h 15057"/>
                <a:gd name="connsiteX10" fmla="*/ 16050 w 18183"/>
                <a:gd name="connsiteY10" fmla="*/ 0 h 15057"/>
                <a:gd name="connsiteX11" fmla="*/ 12479 w 18183"/>
                <a:gd name="connsiteY11" fmla="*/ 2019 h 15057"/>
                <a:gd name="connsiteX12" fmla="*/ 11922 w 18183"/>
                <a:gd name="connsiteY12" fmla="*/ 2941 h 15057"/>
                <a:gd name="connsiteX13" fmla="*/ 11922 w 18183"/>
                <a:gd name="connsiteY13" fmla="*/ 8165 h 15057"/>
                <a:gd name="connsiteX14" fmla="*/ 9742 w 18183"/>
                <a:gd name="connsiteY14" fmla="*/ 12073 h 15057"/>
                <a:gd name="connsiteX15" fmla="*/ 2368 w 18183"/>
                <a:gd name="connsiteY15" fmla="*/ 12731 h 15057"/>
                <a:gd name="connsiteX16" fmla="*/ 1070 w 18183"/>
                <a:gd name="connsiteY16" fmla="*/ 12863 h 15057"/>
                <a:gd name="connsiteX17" fmla="*/ 3 w 18183"/>
                <a:gd name="connsiteY17" fmla="*/ 14048 h 15057"/>
                <a:gd name="connsiteX18" fmla="*/ 1163 w 18183"/>
                <a:gd name="connsiteY18" fmla="*/ 15058 h 15057"/>
                <a:gd name="connsiteX19" fmla="*/ 1255 w 18183"/>
                <a:gd name="connsiteY19" fmla="*/ 15058 h 15057"/>
                <a:gd name="connsiteX20" fmla="*/ 3481 w 18183"/>
                <a:gd name="connsiteY20" fmla="*/ 14838 h 15057"/>
                <a:gd name="connsiteX21" fmla="*/ 10531 w 18183"/>
                <a:gd name="connsiteY21" fmla="*/ 14224 h 15057"/>
                <a:gd name="connsiteX22" fmla="*/ 11458 w 18183"/>
                <a:gd name="connsiteY22" fmla="*/ 13653 h 15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183" h="15057">
                  <a:moveTo>
                    <a:pt x="11458" y="13653"/>
                  </a:moveTo>
                  <a:lnTo>
                    <a:pt x="14056" y="8999"/>
                  </a:lnTo>
                  <a:cubicBezTo>
                    <a:pt x="14056" y="8999"/>
                    <a:pt x="14195" y="8648"/>
                    <a:pt x="14195" y="8473"/>
                  </a:cubicBezTo>
                  <a:lnTo>
                    <a:pt x="14195" y="3600"/>
                  </a:lnTo>
                  <a:lnTo>
                    <a:pt x="16838" y="2107"/>
                  </a:lnTo>
                  <a:lnTo>
                    <a:pt x="17998" y="1449"/>
                  </a:lnTo>
                  <a:cubicBezTo>
                    <a:pt x="17998" y="1449"/>
                    <a:pt x="18090" y="1273"/>
                    <a:pt x="18183" y="1229"/>
                  </a:cubicBezTo>
                  <a:cubicBezTo>
                    <a:pt x="18044" y="1361"/>
                    <a:pt x="17905" y="1536"/>
                    <a:pt x="17719" y="1580"/>
                  </a:cubicBezTo>
                  <a:cubicBezTo>
                    <a:pt x="17627" y="1580"/>
                    <a:pt x="17487" y="1580"/>
                    <a:pt x="17395" y="1580"/>
                  </a:cubicBezTo>
                  <a:cubicBezTo>
                    <a:pt x="16884" y="1580"/>
                    <a:pt x="16421" y="1273"/>
                    <a:pt x="16282" y="790"/>
                  </a:cubicBezTo>
                  <a:lnTo>
                    <a:pt x="16050" y="0"/>
                  </a:lnTo>
                  <a:lnTo>
                    <a:pt x="12479" y="2019"/>
                  </a:lnTo>
                  <a:cubicBezTo>
                    <a:pt x="12108" y="2239"/>
                    <a:pt x="11922" y="2590"/>
                    <a:pt x="11922" y="2941"/>
                  </a:cubicBezTo>
                  <a:lnTo>
                    <a:pt x="11922" y="8165"/>
                  </a:lnTo>
                  <a:lnTo>
                    <a:pt x="9742" y="12073"/>
                  </a:lnTo>
                  <a:lnTo>
                    <a:pt x="2368" y="12731"/>
                  </a:lnTo>
                  <a:lnTo>
                    <a:pt x="1070" y="12863"/>
                  </a:lnTo>
                  <a:cubicBezTo>
                    <a:pt x="421" y="12907"/>
                    <a:pt x="-43" y="13433"/>
                    <a:pt x="3" y="14048"/>
                  </a:cubicBezTo>
                  <a:cubicBezTo>
                    <a:pt x="50" y="14619"/>
                    <a:pt x="560" y="15058"/>
                    <a:pt x="1163" y="15058"/>
                  </a:cubicBezTo>
                  <a:cubicBezTo>
                    <a:pt x="1163" y="15058"/>
                    <a:pt x="1255" y="15058"/>
                    <a:pt x="1255" y="15058"/>
                  </a:cubicBezTo>
                  <a:lnTo>
                    <a:pt x="3481" y="14838"/>
                  </a:lnTo>
                  <a:lnTo>
                    <a:pt x="10531" y="14224"/>
                  </a:lnTo>
                  <a:cubicBezTo>
                    <a:pt x="10902" y="14224"/>
                    <a:pt x="11273" y="13960"/>
                    <a:pt x="11458" y="1365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3" name="Freeform: Shape 2242">
              <a:extLst>
                <a:ext uri="{FF2B5EF4-FFF2-40B4-BE49-F238E27FC236}">
                  <a16:creationId xmlns:a16="http://schemas.microsoft.com/office/drawing/2014/main" id="{63B5FBB3-B3D8-984B-1DF1-91D9AB27D2A7}"/>
                </a:ext>
              </a:extLst>
            </p:cNvPr>
            <p:cNvSpPr>
              <a:spLocks/>
            </p:cNvSpPr>
            <p:nvPr/>
          </p:nvSpPr>
          <p:spPr>
            <a:xfrm>
              <a:off x="4045080" y="4476122"/>
              <a:ext cx="68" cy="590"/>
            </a:xfrm>
            <a:custGeom>
              <a:avLst/>
              <a:gdLst>
                <a:gd name="connsiteX0" fmla="*/ 46 w 46"/>
                <a:gd name="connsiteY0" fmla="*/ 0 h 395"/>
                <a:gd name="connsiteX1" fmla="*/ 0 w 46"/>
                <a:gd name="connsiteY1" fmla="*/ 395 h 395"/>
                <a:gd name="connsiteX2" fmla="*/ 46 w 46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" h="395">
                  <a:moveTo>
                    <a:pt x="46" y="0"/>
                  </a:moveTo>
                  <a:cubicBezTo>
                    <a:pt x="46" y="0"/>
                    <a:pt x="46" y="263"/>
                    <a:pt x="0" y="395"/>
                  </a:cubicBezTo>
                  <a:cubicBezTo>
                    <a:pt x="46" y="263"/>
                    <a:pt x="46" y="132"/>
                    <a:pt x="4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4" name="Freeform: Shape 2243">
              <a:extLst>
                <a:ext uri="{FF2B5EF4-FFF2-40B4-BE49-F238E27FC236}">
                  <a16:creationId xmlns:a16="http://schemas.microsoft.com/office/drawing/2014/main" id="{ADF3E838-643A-4140-8E38-17E957405C7E}"/>
                </a:ext>
              </a:extLst>
            </p:cNvPr>
            <p:cNvSpPr>
              <a:spLocks/>
            </p:cNvSpPr>
            <p:nvPr/>
          </p:nvSpPr>
          <p:spPr>
            <a:xfrm>
              <a:off x="4039126" y="4323905"/>
              <a:ext cx="27212" cy="153724"/>
            </a:xfrm>
            <a:custGeom>
              <a:avLst/>
              <a:gdLst>
                <a:gd name="connsiteX0" fmla="*/ 3988 w 18231"/>
                <a:gd name="connsiteY0" fmla="*/ 102375 h 102989"/>
                <a:gd name="connsiteX1" fmla="*/ 4035 w 18231"/>
                <a:gd name="connsiteY1" fmla="*/ 101980 h 102989"/>
                <a:gd name="connsiteX2" fmla="*/ 4035 w 18231"/>
                <a:gd name="connsiteY2" fmla="*/ 101716 h 102989"/>
                <a:gd name="connsiteX3" fmla="*/ 4035 w 18231"/>
                <a:gd name="connsiteY3" fmla="*/ 101629 h 102989"/>
                <a:gd name="connsiteX4" fmla="*/ 2504 w 18231"/>
                <a:gd name="connsiteY4" fmla="*/ 96668 h 102989"/>
                <a:gd name="connsiteX5" fmla="*/ 12290 w 18231"/>
                <a:gd name="connsiteY5" fmla="*/ 89732 h 102989"/>
                <a:gd name="connsiteX6" fmla="*/ 12614 w 18231"/>
                <a:gd name="connsiteY6" fmla="*/ 88327 h 102989"/>
                <a:gd name="connsiteX7" fmla="*/ 11965 w 18231"/>
                <a:gd name="connsiteY7" fmla="*/ 87229 h 102989"/>
                <a:gd name="connsiteX8" fmla="*/ 16371 w 18231"/>
                <a:gd name="connsiteY8" fmla="*/ 83981 h 102989"/>
                <a:gd name="connsiteX9" fmla="*/ 16788 w 18231"/>
                <a:gd name="connsiteY9" fmla="*/ 82971 h 102989"/>
                <a:gd name="connsiteX10" fmla="*/ 16093 w 18231"/>
                <a:gd name="connsiteY10" fmla="*/ 82093 h 102989"/>
                <a:gd name="connsiteX11" fmla="*/ 13588 w 18231"/>
                <a:gd name="connsiteY11" fmla="*/ 81039 h 102989"/>
                <a:gd name="connsiteX12" fmla="*/ 9229 w 18231"/>
                <a:gd name="connsiteY12" fmla="*/ 79240 h 102989"/>
                <a:gd name="connsiteX13" fmla="*/ 5936 w 18231"/>
                <a:gd name="connsiteY13" fmla="*/ 73006 h 102989"/>
                <a:gd name="connsiteX14" fmla="*/ 6910 w 18231"/>
                <a:gd name="connsiteY14" fmla="*/ 71557 h 102989"/>
                <a:gd name="connsiteX15" fmla="*/ 9368 w 18231"/>
                <a:gd name="connsiteY15" fmla="*/ 67782 h 102989"/>
                <a:gd name="connsiteX16" fmla="*/ 9461 w 18231"/>
                <a:gd name="connsiteY16" fmla="*/ 66772 h 102989"/>
                <a:gd name="connsiteX17" fmla="*/ 6214 w 18231"/>
                <a:gd name="connsiteY17" fmla="*/ 59660 h 102989"/>
                <a:gd name="connsiteX18" fmla="*/ 11919 w 18231"/>
                <a:gd name="connsiteY18" fmla="*/ 51583 h 102989"/>
                <a:gd name="connsiteX19" fmla="*/ 15629 w 18231"/>
                <a:gd name="connsiteY19" fmla="*/ 51583 h 102989"/>
                <a:gd name="connsiteX20" fmla="*/ 16649 w 18231"/>
                <a:gd name="connsiteY20" fmla="*/ 51012 h 102989"/>
                <a:gd name="connsiteX21" fmla="*/ 16649 w 18231"/>
                <a:gd name="connsiteY21" fmla="*/ 49914 h 102989"/>
                <a:gd name="connsiteX22" fmla="*/ 11965 w 18231"/>
                <a:gd name="connsiteY22" fmla="*/ 42759 h 102989"/>
                <a:gd name="connsiteX23" fmla="*/ 14238 w 18231"/>
                <a:gd name="connsiteY23" fmla="*/ 40915 h 102989"/>
                <a:gd name="connsiteX24" fmla="*/ 14609 w 18231"/>
                <a:gd name="connsiteY24" fmla="*/ 39905 h 102989"/>
                <a:gd name="connsiteX25" fmla="*/ 13078 w 18231"/>
                <a:gd name="connsiteY25" fmla="*/ 30247 h 102989"/>
                <a:gd name="connsiteX26" fmla="*/ 17948 w 18231"/>
                <a:gd name="connsiteY26" fmla="*/ 25155 h 102989"/>
                <a:gd name="connsiteX27" fmla="*/ 18087 w 18231"/>
                <a:gd name="connsiteY27" fmla="*/ 23882 h 102989"/>
                <a:gd name="connsiteX28" fmla="*/ 5148 w 18231"/>
                <a:gd name="connsiteY28" fmla="*/ 2590 h 102989"/>
                <a:gd name="connsiteX29" fmla="*/ 3896 w 18231"/>
                <a:gd name="connsiteY29" fmla="*/ 527 h 102989"/>
                <a:gd name="connsiteX30" fmla="*/ 3756 w 18231"/>
                <a:gd name="connsiteY30" fmla="*/ 439 h 102989"/>
                <a:gd name="connsiteX31" fmla="*/ 3432 w 18231"/>
                <a:gd name="connsiteY31" fmla="*/ 176 h 102989"/>
                <a:gd name="connsiteX32" fmla="*/ 3014 w 18231"/>
                <a:gd name="connsiteY32" fmla="*/ 0 h 102989"/>
                <a:gd name="connsiteX33" fmla="*/ 2272 w 18231"/>
                <a:gd name="connsiteY33" fmla="*/ 88 h 102989"/>
                <a:gd name="connsiteX34" fmla="*/ 1855 w 18231"/>
                <a:gd name="connsiteY34" fmla="*/ 1580 h 102989"/>
                <a:gd name="connsiteX35" fmla="*/ 2180 w 18231"/>
                <a:gd name="connsiteY35" fmla="*/ 2107 h 102989"/>
                <a:gd name="connsiteX36" fmla="*/ 15629 w 18231"/>
                <a:gd name="connsiteY36" fmla="*/ 24189 h 102989"/>
                <a:gd name="connsiteX37" fmla="*/ 10991 w 18231"/>
                <a:gd name="connsiteY37" fmla="*/ 29106 h 102989"/>
                <a:gd name="connsiteX38" fmla="*/ 10713 w 18231"/>
                <a:gd name="connsiteY38" fmla="*/ 29984 h 102989"/>
                <a:gd name="connsiteX39" fmla="*/ 12197 w 18231"/>
                <a:gd name="connsiteY39" fmla="*/ 39554 h 102989"/>
                <a:gd name="connsiteX40" fmla="*/ 9646 w 18231"/>
                <a:gd name="connsiteY40" fmla="*/ 41617 h 102989"/>
                <a:gd name="connsiteX41" fmla="*/ 9414 w 18231"/>
                <a:gd name="connsiteY41" fmla="*/ 43022 h 102989"/>
                <a:gd name="connsiteX42" fmla="*/ 13542 w 18231"/>
                <a:gd name="connsiteY42" fmla="*/ 49300 h 102989"/>
                <a:gd name="connsiteX43" fmla="*/ 11270 w 18231"/>
                <a:gd name="connsiteY43" fmla="*/ 49300 h 102989"/>
                <a:gd name="connsiteX44" fmla="*/ 10296 w 18231"/>
                <a:gd name="connsiteY44" fmla="*/ 49783 h 102989"/>
                <a:gd name="connsiteX45" fmla="*/ 3896 w 18231"/>
                <a:gd name="connsiteY45" fmla="*/ 58826 h 102989"/>
                <a:gd name="connsiteX46" fmla="*/ 3803 w 18231"/>
                <a:gd name="connsiteY46" fmla="*/ 59880 h 102989"/>
                <a:gd name="connsiteX47" fmla="*/ 7049 w 18231"/>
                <a:gd name="connsiteY47" fmla="*/ 67035 h 102989"/>
                <a:gd name="connsiteX48" fmla="*/ 5148 w 18231"/>
                <a:gd name="connsiteY48" fmla="*/ 69933 h 102989"/>
                <a:gd name="connsiteX49" fmla="*/ 3617 w 18231"/>
                <a:gd name="connsiteY49" fmla="*/ 72303 h 102989"/>
                <a:gd name="connsiteX50" fmla="*/ 3571 w 18231"/>
                <a:gd name="connsiteY50" fmla="*/ 73357 h 102989"/>
                <a:gd name="connsiteX51" fmla="*/ 7327 w 18231"/>
                <a:gd name="connsiteY51" fmla="*/ 80469 h 102989"/>
                <a:gd name="connsiteX52" fmla="*/ 7884 w 18231"/>
                <a:gd name="connsiteY52" fmla="*/ 80996 h 102989"/>
                <a:gd name="connsiteX53" fmla="*/ 13356 w 18231"/>
                <a:gd name="connsiteY53" fmla="*/ 83278 h 102989"/>
                <a:gd name="connsiteX54" fmla="*/ 9878 w 18231"/>
                <a:gd name="connsiteY54" fmla="*/ 85825 h 102989"/>
                <a:gd name="connsiteX55" fmla="*/ 9693 w 18231"/>
                <a:gd name="connsiteY55" fmla="*/ 85956 h 102989"/>
                <a:gd name="connsiteX56" fmla="*/ 9414 w 18231"/>
                <a:gd name="connsiteY56" fmla="*/ 87361 h 102989"/>
                <a:gd name="connsiteX57" fmla="*/ 10064 w 18231"/>
                <a:gd name="connsiteY57" fmla="*/ 88458 h 102989"/>
                <a:gd name="connsiteX58" fmla="*/ 464 w 18231"/>
                <a:gd name="connsiteY58" fmla="*/ 95263 h 102989"/>
                <a:gd name="connsiteX59" fmla="*/ 46 w 18231"/>
                <a:gd name="connsiteY59" fmla="*/ 96448 h 102989"/>
                <a:gd name="connsiteX60" fmla="*/ 1530 w 18231"/>
                <a:gd name="connsiteY60" fmla="*/ 101409 h 102989"/>
                <a:gd name="connsiteX61" fmla="*/ 1762 w 18231"/>
                <a:gd name="connsiteY61" fmla="*/ 102199 h 102989"/>
                <a:gd name="connsiteX62" fmla="*/ 2875 w 18231"/>
                <a:gd name="connsiteY62" fmla="*/ 102989 h 102989"/>
                <a:gd name="connsiteX63" fmla="*/ 3200 w 18231"/>
                <a:gd name="connsiteY63" fmla="*/ 102989 h 102989"/>
                <a:gd name="connsiteX64" fmla="*/ 3664 w 18231"/>
                <a:gd name="connsiteY64" fmla="*/ 102638 h 102989"/>
                <a:gd name="connsiteX65" fmla="*/ 3896 w 18231"/>
                <a:gd name="connsiteY65" fmla="*/ 102331 h 10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8231" h="102989">
                  <a:moveTo>
                    <a:pt x="3988" y="102375"/>
                  </a:moveTo>
                  <a:cubicBezTo>
                    <a:pt x="3988" y="102375"/>
                    <a:pt x="4035" y="102112"/>
                    <a:pt x="4035" y="101980"/>
                  </a:cubicBezTo>
                  <a:cubicBezTo>
                    <a:pt x="4035" y="101892"/>
                    <a:pt x="4081" y="101804"/>
                    <a:pt x="4035" y="101716"/>
                  </a:cubicBezTo>
                  <a:lnTo>
                    <a:pt x="4035" y="101629"/>
                  </a:lnTo>
                  <a:cubicBezTo>
                    <a:pt x="4035" y="101629"/>
                    <a:pt x="2504" y="96668"/>
                    <a:pt x="2504" y="96668"/>
                  </a:cubicBezTo>
                  <a:lnTo>
                    <a:pt x="12290" y="89732"/>
                  </a:lnTo>
                  <a:cubicBezTo>
                    <a:pt x="12754" y="89380"/>
                    <a:pt x="12893" y="88810"/>
                    <a:pt x="12614" y="88327"/>
                  </a:cubicBezTo>
                  <a:lnTo>
                    <a:pt x="11965" y="87229"/>
                  </a:lnTo>
                  <a:lnTo>
                    <a:pt x="16371" y="83981"/>
                  </a:lnTo>
                  <a:cubicBezTo>
                    <a:pt x="16696" y="83761"/>
                    <a:pt x="16881" y="83366"/>
                    <a:pt x="16788" y="82971"/>
                  </a:cubicBezTo>
                  <a:cubicBezTo>
                    <a:pt x="16742" y="82576"/>
                    <a:pt x="16464" y="82269"/>
                    <a:pt x="16093" y="82093"/>
                  </a:cubicBezTo>
                  <a:lnTo>
                    <a:pt x="13588" y="81039"/>
                  </a:lnTo>
                  <a:lnTo>
                    <a:pt x="9229" y="79240"/>
                  </a:lnTo>
                  <a:lnTo>
                    <a:pt x="5936" y="73006"/>
                  </a:lnTo>
                  <a:lnTo>
                    <a:pt x="6910" y="71557"/>
                  </a:lnTo>
                  <a:lnTo>
                    <a:pt x="9368" y="67782"/>
                  </a:lnTo>
                  <a:cubicBezTo>
                    <a:pt x="9553" y="67474"/>
                    <a:pt x="9600" y="67079"/>
                    <a:pt x="9461" y="66772"/>
                  </a:cubicBezTo>
                  <a:lnTo>
                    <a:pt x="6214" y="59660"/>
                  </a:lnTo>
                  <a:lnTo>
                    <a:pt x="11919" y="51583"/>
                  </a:lnTo>
                  <a:lnTo>
                    <a:pt x="15629" y="51583"/>
                  </a:lnTo>
                  <a:cubicBezTo>
                    <a:pt x="16046" y="51583"/>
                    <a:pt x="16417" y="51363"/>
                    <a:pt x="16649" y="51012"/>
                  </a:cubicBezTo>
                  <a:cubicBezTo>
                    <a:pt x="16835" y="50661"/>
                    <a:pt x="16835" y="50222"/>
                    <a:pt x="16649" y="49914"/>
                  </a:cubicBezTo>
                  <a:lnTo>
                    <a:pt x="11965" y="42759"/>
                  </a:lnTo>
                  <a:lnTo>
                    <a:pt x="14238" y="40915"/>
                  </a:lnTo>
                  <a:cubicBezTo>
                    <a:pt x="14562" y="40652"/>
                    <a:pt x="14701" y="40300"/>
                    <a:pt x="14609" y="39905"/>
                  </a:cubicBezTo>
                  <a:lnTo>
                    <a:pt x="13078" y="30247"/>
                  </a:lnTo>
                  <a:lnTo>
                    <a:pt x="17948" y="25155"/>
                  </a:lnTo>
                  <a:cubicBezTo>
                    <a:pt x="18272" y="24803"/>
                    <a:pt x="18319" y="24277"/>
                    <a:pt x="18087" y="23882"/>
                  </a:cubicBezTo>
                  <a:lnTo>
                    <a:pt x="5148" y="2590"/>
                  </a:lnTo>
                  <a:lnTo>
                    <a:pt x="3896" y="527"/>
                  </a:lnTo>
                  <a:cubicBezTo>
                    <a:pt x="3896" y="527"/>
                    <a:pt x="3803" y="483"/>
                    <a:pt x="3756" y="439"/>
                  </a:cubicBezTo>
                  <a:cubicBezTo>
                    <a:pt x="3664" y="351"/>
                    <a:pt x="3524" y="263"/>
                    <a:pt x="3432" y="176"/>
                  </a:cubicBezTo>
                  <a:cubicBezTo>
                    <a:pt x="3293" y="88"/>
                    <a:pt x="3200" y="44"/>
                    <a:pt x="3014" y="0"/>
                  </a:cubicBezTo>
                  <a:cubicBezTo>
                    <a:pt x="2782" y="0"/>
                    <a:pt x="2504" y="0"/>
                    <a:pt x="2272" y="88"/>
                  </a:cubicBezTo>
                  <a:cubicBezTo>
                    <a:pt x="1716" y="395"/>
                    <a:pt x="1530" y="1054"/>
                    <a:pt x="1855" y="1580"/>
                  </a:cubicBezTo>
                  <a:lnTo>
                    <a:pt x="2180" y="2107"/>
                  </a:lnTo>
                  <a:lnTo>
                    <a:pt x="15629" y="24189"/>
                  </a:lnTo>
                  <a:lnTo>
                    <a:pt x="10991" y="29106"/>
                  </a:lnTo>
                  <a:cubicBezTo>
                    <a:pt x="10759" y="29369"/>
                    <a:pt x="10667" y="29676"/>
                    <a:pt x="10713" y="29984"/>
                  </a:cubicBezTo>
                  <a:lnTo>
                    <a:pt x="12197" y="39554"/>
                  </a:lnTo>
                  <a:lnTo>
                    <a:pt x="9646" y="41617"/>
                  </a:lnTo>
                  <a:cubicBezTo>
                    <a:pt x="9229" y="41968"/>
                    <a:pt x="9136" y="42583"/>
                    <a:pt x="9414" y="43022"/>
                  </a:cubicBezTo>
                  <a:lnTo>
                    <a:pt x="13542" y="49300"/>
                  </a:lnTo>
                  <a:lnTo>
                    <a:pt x="11270" y="49300"/>
                  </a:lnTo>
                  <a:cubicBezTo>
                    <a:pt x="10898" y="49300"/>
                    <a:pt x="10527" y="49475"/>
                    <a:pt x="10296" y="49783"/>
                  </a:cubicBezTo>
                  <a:lnTo>
                    <a:pt x="3896" y="58826"/>
                  </a:lnTo>
                  <a:cubicBezTo>
                    <a:pt x="3664" y="59133"/>
                    <a:pt x="3617" y="59528"/>
                    <a:pt x="3803" y="59880"/>
                  </a:cubicBezTo>
                  <a:lnTo>
                    <a:pt x="7049" y="67035"/>
                  </a:lnTo>
                  <a:lnTo>
                    <a:pt x="5148" y="69933"/>
                  </a:lnTo>
                  <a:lnTo>
                    <a:pt x="3617" y="72303"/>
                  </a:lnTo>
                  <a:cubicBezTo>
                    <a:pt x="3385" y="72611"/>
                    <a:pt x="3385" y="73050"/>
                    <a:pt x="3571" y="73357"/>
                  </a:cubicBezTo>
                  <a:lnTo>
                    <a:pt x="7327" y="80469"/>
                  </a:lnTo>
                  <a:cubicBezTo>
                    <a:pt x="7467" y="80688"/>
                    <a:pt x="7652" y="80864"/>
                    <a:pt x="7884" y="80996"/>
                  </a:cubicBezTo>
                  <a:lnTo>
                    <a:pt x="13356" y="83278"/>
                  </a:lnTo>
                  <a:lnTo>
                    <a:pt x="9878" y="85825"/>
                  </a:lnTo>
                  <a:lnTo>
                    <a:pt x="9693" y="85956"/>
                  </a:lnTo>
                  <a:cubicBezTo>
                    <a:pt x="9229" y="86307"/>
                    <a:pt x="9090" y="86878"/>
                    <a:pt x="9414" y="87361"/>
                  </a:cubicBezTo>
                  <a:lnTo>
                    <a:pt x="10064" y="88458"/>
                  </a:lnTo>
                  <a:lnTo>
                    <a:pt x="464" y="95263"/>
                  </a:lnTo>
                  <a:cubicBezTo>
                    <a:pt x="93" y="95527"/>
                    <a:pt x="-93" y="96009"/>
                    <a:pt x="46" y="96448"/>
                  </a:cubicBezTo>
                  <a:lnTo>
                    <a:pt x="1530" y="101409"/>
                  </a:lnTo>
                  <a:lnTo>
                    <a:pt x="1762" y="102199"/>
                  </a:lnTo>
                  <a:cubicBezTo>
                    <a:pt x="1901" y="102682"/>
                    <a:pt x="2365" y="102989"/>
                    <a:pt x="2875" y="102989"/>
                  </a:cubicBezTo>
                  <a:cubicBezTo>
                    <a:pt x="2968" y="102989"/>
                    <a:pt x="3107" y="102989"/>
                    <a:pt x="3200" y="102989"/>
                  </a:cubicBezTo>
                  <a:cubicBezTo>
                    <a:pt x="3385" y="102946"/>
                    <a:pt x="3524" y="102770"/>
                    <a:pt x="3664" y="102638"/>
                  </a:cubicBezTo>
                  <a:cubicBezTo>
                    <a:pt x="3756" y="102551"/>
                    <a:pt x="3849" y="102463"/>
                    <a:pt x="3896" y="10233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5" name="Freeform: Shape 2244">
              <a:extLst>
                <a:ext uri="{FF2B5EF4-FFF2-40B4-BE49-F238E27FC236}">
                  <a16:creationId xmlns:a16="http://schemas.microsoft.com/office/drawing/2014/main" id="{0BA48261-E531-0473-FCB6-25B640824BC6}"/>
                </a:ext>
              </a:extLst>
            </p:cNvPr>
            <p:cNvSpPr>
              <a:spLocks/>
            </p:cNvSpPr>
            <p:nvPr/>
          </p:nvSpPr>
          <p:spPr>
            <a:xfrm>
              <a:off x="3899915" y="4079752"/>
              <a:ext cx="135817" cy="93703"/>
            </a:xfrm>
            <a:custGeom>
              <a:avLst/>
              <a:gdLst>
                <a:gd name="connsiteX0" fmla="*/ 90992 w 90992"/>
                <a:gd name="connsiteY0" fmla="*/ 61811 h 62777"/>
                <a:gd name="connsiteX1" fmla="*/ 90899 w 90992"/>
                <a:gd name="connsiteY1" fmla="*/ 61416 h 62777"/>
                <a:gd name="connsiteX2" fmla="*/ 90760 w 90992"/>
                <a:gd name="connsiteY2" fmla="*/ 61021 h 62777"/>
                <a:gd name="connsiteX3" fmla="*/ 90760 w 90992"/>
                <a:gd name="connsiteY3" fmla="*/ 61021 h 62777"/>
                <a:gd name="connsiteX4" fmla="*/ 89137 w 90992"/>
                <a:gd name="connsiteY4" fmla="*/ 59353 h 62777"/>
                <a:gd name="connsiteX5" fmla="*/ 84963 w 90992"/>
                <a:gd name="connsiteY5" fmla="*/ 55007 h 62777"/>
                <a:gd name="connsiteX6" fmla="*/ 84082 w 90992"/>
                <a:gd name="connsiteY6" fmla="*/ 54656 h 62777"/>
                <a:gd name="connsiteX7" fmla="*/ 79676 w 90992"/>
                <a:gd name="connsiteY7" fmla="*/ 54656 h 62777"/>
                <a:gd name="connsiteX8" fmla="*/ 88581 w 90992"/>
                <a:gd name="connsiteY8" fmla="*/ 39554 h 62777"/>
                <a:gd name="connsiteX9" fmla="*/ 88441 w 90992"/>
                <a:gd name="connsiteY9" fmla="*/ 38281 h 62777"/>
                <a:gd name="connsiteX10" fmla="*/ 84685 w 90992"/>
                <a:gd name="connsiteY10" fmla="*/ 34154 h 62777"/>
                <a:gd name="connsiteX11" fmla="*/ 83526 w 90992"/>
                <a:gd name="connsiteY11" fmla="*/ 33803 h 62777"/>
                <a:gd name="connsiteX12" fmla="*/ 78285 w 90992"/>
                <a:gd name="connsiteY12" fmla="*/ 34988 h 62777"/>
                <a:gd name="connsiteX13" fmla="*/ 75827 w 90992"/>
                <a:gd name="connsiteY13" fmla="*/ 31037 h 62777"/>
                <a:gd name="connsiteX14" fmla="*/ 74250 w 90992"/>
                <a:gd name="connsiteY14" fmla="*/ 30642 h 62777"/>
                <a:gd name="connsiteX15" fmla="*/ 66691 w 90992"/>
                <a:gd name="connsiteY15" fmla="*/ 34857 h 62777"/>
                <a:gd name="connsiteX16" fmla="*/ 62980 w 90992"/>
                <a:gd name="connsiteY16" fmla="*/ 30862 h 62777"/>
                <a:gd name="connsiteX17" fmla="*/ 61450 w 90992"/>
                <a:gd name="connsiteY17" fmla="*/ 30686 h 62777"/>
                <a:gd name="connsiteX18" fmla="*/ 54215 w 90992"/>
                <a:gd name="connsiteY18" fmla="*/ 35427 h 62777"/>
                <a:gd name="connsiteX19" fmla="*/ 42157 w 90992"/>
                <a:gd name="connsiteY19" fmla="*/ 35427 h 62777"/>
                <a:gd name="connsiteX20" fmla="*/ 40209 w 90992"/>
                <a:gd name="connsiteY20" fmla="*/ 32706 h 62777"/>
                <a:gd name="connsiteX21" fmla="*/ 40673 w 90992"/>
                <a:gd name="connsiteY21" fmla="*/ 32706 h 62777"/>
                <a:gd name="connsiteX22" fmla="*/ 41647 w 90992"/>
                <a:gd name="connsiteY22" fmla="*/ 32223 h 62777"/>
                <a:gd name="connsiteX23" fmla="*/ 41786 w 90992"/>
                <a:gd name="connsiteY23" fmla="*/ 31213 h 62777"/>
                <a:gd name="connsiteX24" fmla="*/ 39189 w 90992"/>
                <a:gd name="connsiteY24" fmla="*/ 24891 h 62777"/>
                <a:gd name="connsiteX25" fmla="*/ 38122 w 90992"/>
                <a:gd name="connsiteY25" fmla="*/ 24189 h 62777"/>
                <a:gd name="connsiteX26" fmla="*/ 33484 w 90992"/>
                <a:gd name="connsiteY26" fmla="*/ 24189 h 62777"/>
                <a:gd name="connsiteX27" fmla="*/ 33484 w 90992"/>
                <a:gd name="connsiteY27" fmla="*/ 17867 h 62777"/>
                <a:gd name="connsiteX28" fmla="*/ 32835 w 90992"/>
                <a:gd name="connsiteY28" fmla="*/ 16857 h 62777"/>
                <a:gd name="connsiteX29" fmla="*/ 22818 w 90992"/>
                <a:gd name="connsiteY29" fmla="*/ 12380 h 62777"/>
                <a:gd name="connsiteX30" fmla="*/ 20360 w 90992"/>
                <a:gd name="connsiteY30" fmla="*/ 5926 h 62777"/>
                <a:gd name="connsiteX31" fmla="*/ 20035 w 90992"/>
                <a:gd name="connsiteY31" fmla="*/ 5488 h 62777"/>
                <a:gd name="connsiteX32" fmla="*/ 13635 w 90992"/>
                <a:gd name="connsiteY32" fmla="*/ 263 h 62777"/>
                <a:gd name="connsiteX33" fmla="*/ 12893 w 90992"/>
                <a:gd name="connsiteY33" fmla="*/ 0 h 62777"/>
                <a:gd name="connsiteX34" fmla="*/ 0 w 90992"/>
                <a:gd name="connsiteY34" fmla="*/ 0 h 62777"/>
                <a:gd name="connsiteX35" fmla="*/ 325 w 90992"/>
                <a:gd name="connsiteY35" fmla="*/ 263 h 62777"/>
                <a:gd name="connsiteX36" fmla="*/ 325 w 90992"/>
                <a:gd name="connsiteY36" fmla="*/ 307 h 62777"/>
                <a:gd name="connsiteX37" fmla="*/ 371 w 90992"/>
                <a:gd name="connsiteY37" fmla="*/ 307 h 62777"/>
                <a:gd name="connsiteX38" fmla="*/ 2133 w 90992"/>
                <a:gd name="connsiteY38" fmla="*/ 2151 h 62777"/>
                <a:gd name="connsiteX39" fmla="*/ 12429 w 90992"/>
                <a:gd name="connsiteY39" fmla="*/ 2151 h 62777"/>
                <a:gd name="connsiteX40" fmla="*/ 18226 w 90992"/>
                <a:gd name="connsiteY40" fmla="*/ 6892 h 62777"/>
                <a:gd name="connsiteX41" fmla="*/ 20731 w 90992"/>
                <a:gd name="connsiteY41" fmla="*/ 13477 h 62777"/>
                <a:gd name="connsiteX42" fmla="*/ 21334 w 90992"/>
                <a:gd name="connsiteY42" fmla="*/ 14092 h 62777"/>
                <a:gd name="connsiteX43" fmla="*/ 31119 w 90992"/>
                <a:gd name="connsiteY43" fmla="*/ 18482 h 62777"/>
                <a:gd name="connsiteX44" fmla="*/ 31119 w 90992"/>
                <a:gd name="connsiteY44" fmla="*/ 25199 h 62777"/>
                <a:gd name="connsiteX45" fmla="*/ 32279 w 90992"/>
                <a:gd name="connsiteY45" fmla="*/ 26296 h 62777"/>
                <a:gd name="connsiteX46" fmla="*/ 37287 w 90992"/>
                <a:gd name="connsiteY46" fmla="*/ 26296 h 62777"/>
                <a:gd name="connsiteX47" fmla="*/ 39003 w 90992"/>
                <a:gd name="connsiteY47" fmla="*/ 30423 h 62777"/>
                <a:gd name="connsiteX48" fmla="*/ 38076 w 90992"/>
                <a:gd name="connsiteY48" fmla="*/ 30423 h 62777"/>
                <a:gd name="connsiteX49" fmla="*/ 37055 w 90992"/>
                <a:gd name="connsiteY49" fmla="*/ 30993 h 62777"/>
                <a:gd name="connsiteX50" fmla="*/ 37102 w 90992"/>
                <a:gd name="connsiteY50" fmla="*/ 32135 h 62777"/>
                <a:gd name="connsiteX51" fmla="*/ 40580 w 90992"/>
                <a:gd name="connsiteY51" fmla="*/ 37052 h 62777"/>
                <a:gd name="connsiteX52" fmla="*/ 41554 w 90992"/>
                <a:gd name="connsiteY52" fmla="*/ 37535 h 62777"/>
                <a:gd name="connsiteX53" fmla="*/ 54586 w 90992"/>
                <a:gd name="connsiteY53" fmla="*/ 37535 h 62777"/>
                <a:gd name="connsiteX54" fmla="*/ 55235 w 90992"/>
                <a:gd name="connsiteY54" fmla="*/ 37359 h 62777"/>
                <a:gd name="connsiteX55" fmla="*/ 61914 w 90992"/>
                <a:gd name="connsiteY55" fmla="*/ 32969 h 62777"/>
                <a:gd name="connsiteX56" fmla="*/ 65577 w 90992"/>
                <a:gd name="connsiteY56" fmla="*/ 36920 h 62777"/>
                <a:gd name="connsiteX57" fmla="*/ 67015 w 90992"/>
                <a:gd name="connsiteY57" fmla="*/ 37140 h 62777"/>
                <a:gd name="connsiteX58" fmla="*/ 74435 w 90992"/>
                <a:gd name="connsiteY58" fmla="*/ 33013 h 62777"/>
                <a:gd name="connsiteX59" fmla="*/ 76754 w 90992"/>
                <a:gd name="connsiteY59" fmla="*/ 36744 h 62777"/>
                <a:gd name="connsiteX60" fmla="*/ 78007 w 90992"/>
                <a:gd name="connsiteY60" fmla="*/ 37271 h 62777"/>
                <a:gd name="connsiteX61" fmla="*/ 83386 w 90992"/>
                <a:gd name="connsiteY61" fmla="*/ 36042 h 62777"/>
                <a:gd name="connsiteX62" fmla="*/ 86169 w 90992"/>
                <a:gd name="connsiteY62" fmla="*/ 39071 h 62777"/>
                <a:gd name="connsiteX63" fmla="*/ 76708 w 90992"/>
                <a:gd name="connsiteY63" fmla="*/ 55138 h 62777"/>
                <a:gd name="connsiteX64" fmla="*/ 76708 w 90992"/>
                <a:gd name="connsiteY64" fmla="*/ 56236 h 62777"/>
                <a:gd name="connsiteX65" fmla="*/ 77728 w 90992"/>
                <a:gd name="connsiteY65" fmla="*/ 56763 h 62777"/>
                <a:gd name="connsiteX66" fmla="*/ 83572 w 90992"/>
                <a:gd name="connsiteY66" fmla="*/ 56763 h 62777"/>
                <a:gd name="connsiteX67" fmla="*/ 88163 w 90992"/>
                <a:gd name="connsiteY67" fmla="*/ 61548 h 62777"/>
                <a:gd name="connsiteX68" fmla="*/ 88998 w 90992"/>
                <a:gd name="connsiteY68" fmla="*/ 62426 h 62777"/>
                <a:gd name="connsiteX69" fmla="*/ 89879 w 90992"/>
                <a:gd name="connsiteY69" fmla="*/ 62777 h 62777"/>
                <a:gd name="connsiteX70" fmla="*/ 90621 w 90992"/>
                <a:gd name="connsiteY70" fmla="*/ 62514 h 62777"/>
                <a:gd name="connsiteX71" fmla="*/ 90621 w 90992"/>
                <a:gd name="connsiteY71" fmla="*/ 62514 h 62777"/>
                <a:gd name="connsiteX72" fmla="*/ 90621 w 90992"/>
                <a:gd name="connsiteY72" fmla="*/ 62514 h 62777"/>
                <a:gd name="connsiteX73" fmla="*/ 90667 w 90992"/>
                <a:gd name="connsiteY73" fmla="*/ 62382 h 62777"/>
                <a:gd name="connsiteX74" fmla="*/ 90760 w 90992"/>
                <a:gd name="connsiteY74" fmla="*/ 62162 h 62777"/>
                <a:gd name="connsiteX75" fmla="*/ 90946 w 90992"/>
                <a:gd name="connsiteY75" fmla="*/ 61767 h 6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90992" h="62777">
                  <a:moveTo>
                    <a:pt x="90992" y="61811"/>
                  </a:moveTo>
                  <a:cubicBezTo>
                    <a:pt x="90992" y="61811"/>
                    <a:pt x="90946" y="61548"/>
                    <a:pt x="90899" y="61416"/>
                  </a:cubicBezTo>
                  <a:cubicBezTo>
                    <a:pt x="90899" y="61285"/>
                    <a:pt x="90853" y="61153"/>
                    <a:pt x="90760" y="61021"/>
                  </a:cubicBezTo>
                  <a:cubicBezTo>
                    <a:pt x="90760" y="61021"/>
                    <a:pt x="90760" y="61021"/>
                    <a:pt x="90760" y="61021"/>
                  </a:cubicBezTo>
                  <a:lnTo>
                    <a:pt x="89137" y="59353"/>
                  </a:lnTo>
                  <a:lnTo>
                    <a:pt x="84963" y="55007"/>
                  </a:lnTo>
                  <a:cubicBezTo>
                    <a:pt x="84731" y="54787"/>
                    <a:pt x="84453" y="54656"/>
                    <a:pt x="84082" y="54656"/>
                  </a:cubicBezTo>
                  <a:lnTo>
                    <a:pt x="79676" y="54656"/>
                  </a:lnTo>
                  <a:lnTo>
                    <a:pt x="88581" y="39554"/>
                  </a:lnTo>
                  <a:cubicBezTo>
                    <a:pt x="88812" y="39159"/>
                    <a:pt x="88766" y="38632"/>
                    <a:pt x="88441" y="38281"/>
                  </a:cubicBezTo>
                  <a:lnTo>
                    <a:pt x="84685" y="34154"/>
                  </a:lnTo>
                  <a:cubicBezTo>
                    <a:pt x="84407" y="33847"/>
                    <a:pt x="83989" y="33715"/>
                    <a:pt x="83526" y="33803"/>
                  </a:cubicBezTo>
                  <a:lnTo>
                    <a:pt x="78285" y="34988"/>
                  </a:lnTo>
                  <a:lnTo>
                    <a:pt x="75827" y="31037"/>
                  </a:lnTo>
                  <a:cubicBezTo>
                    <a:pt x="75502" y="30511"/>
                    <a:pt x="74807" y="30335"/>
                    <a:pt x="74250" y="30642"/>
                  </a:cubicBezTo>
                  <a:lnTo>
                    <a:pt x="66691" y="34857"/>
                  </a:lnTo>
                  <a:lnTo>
                    <a:pt x="62980" y="30862"/>
                  </a:lnTo>
                  <a:cubicBezTo>
                    <a:pt x="62609" y="30467"/>
                    <a:pt x="61914" y="30379"/>
                    <a:pt x="61450" y="30686"/>
                  </a:cubicBezTo>
                  <a:lnTo>
                    <a:pt x="54215" y="35427"/>
                  </a:lnTo>
                  <a:lnTo>
                    <a:pt x="42157" y="35427"/>
                  </a:lnTo>
                  <a:lnTo>
                    <a:pt x="40209" y="32706"/>
                  </a:lnTo>
                  <a:lnTo>
                    <a:pt x="40673" y="32706"/>
                  </a:lnTo>
                  <a:cubicBezTo>
                    <a:pt x="41044" y="32706"/>
                    <a:pt x="41415" y="32530"/>
                    <a:pt x="41647" y="32223"/>
                  </a:cubicBezTo>
                  <a:cubicBezTo>
                    <a:pt x="41879" y="31915"/>
                    <a:pt x="41925" y="31564"/>
                    <a:pt x="41786" y="31213"/>
                  </a:cubicBezTo>
                  <a:lnTo>
                    <a:pt x="39189" y="24891"/>
                  </a:lnTo>
                  <a:cubicBezTo>
                    <a:pt x="39003" y="24452"/>
                    <a:pt x="38586" y="24189"/>
                    <a:pt x="38122" y="24189"/>
                  </a:cubicBezTo>
                  <a:lnTo>
                    <a:pt x="33484" y="24189"/>
                  </a:lnTo>
                  <a:lnTo>
                    <a:pt x="33484" y="17867"/>
                  </a:lnTo>
                  <a:cubicBezTo>
                    <a:pt x="33484" y="17428"/>
                    <a:pt x="33206" y="17077"/>
                    <a:pt x="32835" y="16857"/>
                  </a:cubicBezTo>
                  <a:lnTo>
                    <a:pt x="22818" y="12380"/>
                  </a:lnTo>
                  <a:lnTo>
                    <a:pt x="20360" y="5926"/>
                  </a:lnTo>
                  <a:cubicBezTo>
                    <a:pt x="20360" y="5926"/>
                    <a:pt x="20174" y="5575"/>
                    <a:pt x="20035" y="5488"/>
                  </a:cubicBezTo>
                  <a:lnTo>
                    <a:pt x="13635" y="263"/>
                  </a:lnTo>
                  <a:cubicBezTo>
                    <a:pt x="13635" y="263"/>
                    <a:pt x="13171" y="0"/>
                    <a:pt x="12893" y="0"/>
                  </a:cubicBezTo>
                  <a:lnTo>
                    <a:pt x="0" y="0"/>
                  </a:lnTo>
                  <a:lnTo>
                    <a:pt x="325" y="263"/>
                  </a:lnTo>
                  <a:cubicBezTo>
                    <a:pt x="325" y="263"/>
                    <a:pt x="325" y="263"/>
                    <a:pt x="325" y="307"/>
                  </a:cubicBezTo>
                  <a:cubicBezTo>
                    <a:pt x="325" y="351"/>
                    <a:pt x="325" y="307"/>
                    <a:pt x="371" y="307"/>
                  </a:cubicBezTo>
                  <a:lnTo>
                    <a:pt x="2133" y="2151"/>
                  </a:lnTo>
                  <a:lnTo>
                    <a:pt x="12429" y="2151"/>
                  </a:lnTo>
                  <a:lnTo>
                    <a:pt x="18226" y="6892"/>
                  </a:lnTo>
                  <a:lnTo>
                    <a:pt x="20731" y="13477"/>
                  </a:lnTo>
                  <a:cubicBezTo>
                    <a:pt x="20823" y="13741"/>
                    <a:pt x="21055" y="13960"/>
                    <a:pt x="21334" y="14092"/>
                  </a:cubicBezTo>
                  <a:lnTo>
                    <a:pt x="31119" y="18482"/>
                  </a:lnTo>
                  <a:lnTo>
                    <a:pt x="31119" y="25199"/>
                  </a:lnTo>
                  <a:cubicBezTo>
                    <a:pt x="31119" y="25813"/>
                    <a:pt x="31629" y="26296"/>
                    <a:pt x="32279" y="26296"/>
                  </a:cubicBezTo>
                  <a:lnTo>
                    <a:pt x="37287" y="26296"/>
                  </a:lnTo>
                  <a:lnTo>
                    <a:pt x="39003" y="30423"/>
                  </a:lnTo>
                  <a:lnTo>
                    <a:pt x="38076" y="30423"/>
                  </a:lnTo>
                  <a:cubicBezTo>
                    <a:pt x="37658" y="30423"/>
                    <a:pt x="37241" y="30642"/>
                    <a:pt x="37055" y="30993"/>
                  </a:cubicBezTo>
                  <a:cubicBezTo>
                    <a:pt x="36870" y="31345"/>
                    <a:pt x="36870" y="31784"/>
                    <a:pt x="37102" y="32135"/>
                  </a:cubicBezTo>
                  <a:lnTo>
                    <a:pt x="40580" y="37052"/>
                  </a:lnTo>
                  <a:cubicBezTo>
                    <a:pt x="40812" y="37359"/>
                    <a:pt x="41137" y="37535"/>
                    <a:pt x="41554" y="37535"/>
                  </a:cubicBezTo>
                  <a:lnTo>
                    <a:pt x="54586" y="37535"/>
                  </a:lnTo>
                  <a:cubicBezTo>
                    <a:pt x="54818" y="37535"/>
                    <a:pt x="55050" y="37447"/>
                    <a:pt x="55235" y="37359"/>
                  </a:cubicBezTo>
                  <a:lnTo>
                    <a:pt x="61914" y="32969"/>
                  </a:lnTo>
                  <a:lnTo>
                    <a:pt x="65577" y="36920"/>
                  </a:lnTo>
                  <a:cubicBezTo>
                    <a:pt x="65948" y="37315"/>
                    <a:pt x="66551" y="37403"/>
                    <a:pt x="67015" y="37140"/>
                  </a:cubicBezTo>
                  <a:lnTo>
                    <a:pt x="74435" y="33013"/>
                  </a:lnTo>
                  <a:lnTo>
                    <a:pt x="76754" y="36744"/>
                  </a:lnTo>
                  <a:cubicBezTo>
                    <a:pt x="77033" y="37140"/>
                    <a:pt x="77496" y="37359"/>
                    <a:pt x="78007" y="37271"/>
                  </a:cubicBezTo>
                  <a:lnTo>
                    <a:pt x="83386" y="36042"/>
                  </a:lnTo>
                  <a:lnTo>
                    <a:pt x="86169" y="39071"/>
                  </a:lnTo>
                  <a:lnTo>
                    <a:pt x="76708" y="55138"/>
                  </a:lnTo>
                  <a:cubicBezTo>
                    <a:pt x="76522" y="55490"/>
                    <a:pt x="76522" y="55885"/>
                    <a:pt x="76708" y="56236"/>
                  </a:cubicBezTo>
                  <a:cubicBezTo>
                    <a:pt x="76893" y="56587"/>
                    <a:pt x="77311" y="56763"/>
                    <a:pt x="77728" y="56763"/>
                  </a:cubicBezTo>
                  <a:lnTo>
                    <a:pt x="83572" y="56763"/>
                  </a:lnTo>
                  <a:lnTo>
                    <a:pt x="88163" y="61548"/>
                  </a:lnTo>
                  <a:lnTo>
                    <a:pt x="88998" y="62426"/>
                  </a:lnTo>
                  <a:cubicBezTo>
                    <a:pt x="89230" y="62645"/>
                    <a:pt x="89554" y="62777"/>
                    <a:pt x="89879" y="62777"/>
                  </a:cubicBezTo>
                  <a:cubicBezTo>
                    <a:pt x="90157" y="62777"/>
                    <a:pt x="90389" y="62689"/>
                    <a:pt x="90621" y="62514"/>
                  </a:cubicBezTo>
                  <a:cubicBezTo>
                    <a:pt x="90621" y="62514"/>
                    <a:pt x="90621" y="62514"/>
                    <a:pt x="90621" y="62514"/>
                  </a:cubicBezTo>
                  <a:cubicBezTo>
                    <a:pt x="90621" y="62514"/>
                    <a:pt x="90621" y="62514"/>
                    <a:pt x="90621" y="62514"/>
                  </a:cubicBezTo>
                  <a:cubicBezTo>
                    <a:pt x="90621" y="62514"/>
                    <a:pt x="90621" y="62426"/>
                    <a:pt x="90667" y="62382"/>
                  </a:cubicBezTo>
                  <a:cubicBezTo>
                    <a:pt x="90714" y="62338"/>
                    <a:pt x="90714" y="62250"/>
                    <a:pt x="90760" y="62162"/>
                  </a:cubicBezTo>
                  <a:cubicBezTo>
                    <a:pt x="90853" y="62031"/>
                    <a:pt x="90946" y="61943"/>
                    <a:pt x="90946" y="6176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6" name="Freeform: Shape 2245">
              <a:extLst>
                <a:ext uri="{FF2B5EF4-FFF2-40B4-BE49-F238E27FC236}">
                  <a16:creationId xmlns:a16="http://schemas.microsoft.com/office/drawing/2014/main" id="{004D47E8-D0DE-A6DF-8E45-C10602A99AE4}"/>
                </a:ext>
              </a:extLst>
            </p:cNvPr>
            <p:cNvSpPr>
              <a:spLocks/>
            </p:cNvSpPr>
            <p:nvPr/>
          </p:nvSpPr>
          <p:spPr>
            <a:xfrm>
              <a:off x="3816470" y="4042503"/>
              <a:ext cx="83793" cy="40065"/>
            </a:xfrm>
            <a:custGeom>
              <a:avLst/>
              <a:gdLst>
                <a:gd name="connsiteX0" fmla="*/ 29424 w 56137"/>
                <a:gd name="connsiteY0" fmla="*/ 19248 h 26842"/>
                <a:gd name="connsiteX1" fmla="*/ 29795 w 56137"/>
                <a:gd name="connsiteY1" fmla="*/ 19423 h 26842"/>
                <a:gd name="connsiteX2" fmla="*/ 39070 w 56137"/>
                <a:gd name="connsiteY2" fmla="*/ 21618 h 26842"/>
                <a:gd name="connsiteX3" fmla="*/ 39720 w 56137"/>
                <a:gd name="connsiteY3" fmla="*/ 21618 h 26842"/>
                <a:gd name="connsiteX4" fmla="*/ 46027 w 56137"/>
                <a:gd name="connsiteY4" fmla="*/ 19643 h 26842"/>
                <a:gd name="connsiteX5" fmla="*/ 54467 w 56137"/>
                <a:gd name="connsiteY5" fmla="*/ 26843 h 26842"/>
                <a:gd name="connsiteX6" fmla="*/ 54467 w 56137"/>
                <a:gd name="connsiteY6" fmla="*/ 26843 h 26842"/>
                <a:gd name="connsiteX7" fmla="*/ 54560 w 56137"/>
                <a:gd name="connsiteY7" fmla="*/ 25262 h 26842"/>
                <a:gd name="connsiteX8" fmla="*/ 56137 w 56137"/>
                <a:gd name="connsiteY8" fmla="*/ 25306 h 26842"/>
                <a:gd name="connsiteX9" fmla="*/ 56137 w 56137"/>
                <a:gd name="connsiteY9" fmla="*/ 25262 h 26842"/>
                <a:gd name="connsiteX10" fmla="*/ 55812 w 56137"/>
                <a:gd name="connsiteY10" fmla="*/ 24999 h 26842"/>
                <a:gd name="connsiteX11" fmla="*/ 47140 w 56137"/>
                <a:gd name="connsiteY11" fmla="*/ 17580 h 26842"/>
                <a:gd name="connsiteX12" fmla="*/ 45980 w 56137"/>
                <a:gd name="connsiteY12" fmla="*/ 17360 h 26842"/>
                <a:gd name="connsiteX13" fmla="*/ 39348 w 56137"/>
                <a:gd name="connsiteY13" fmla="*/ 19467 h 26842"/>
                <a:gd name="connsiteX14" fmla="*/ 30630 w 56137"/>
                <a:gd name="connsiteY14" fmla="*/ 17404 h 26842"/>
                <a:gd name="connsiteX15" fmla="*/ 21725 w 56137"/>
                <a:gd name="connsiteY15" fmla="*/ 11434 h 26842"/>
                <a:gd name="connsiteX16" fmla="*/ 4287 w 56137"/>
                <a:gd name="connsiteY16" fmla="*/ 1600 h 26842"/>
                <a:gd name="connsiteX17" fmla="*/ 1737 w 56137"/>
                <a:gd name="connsiteY17" fmla="*/ 151 h 26842"/>
                <a:gd name="connsiteX18" fmla="*/ 160 w 56137"/>
                <a:gd name="connsiteY18" fmla="*/ 546 h 26842"/>
                <a:gd name="connsiteX19" fmla="*/ 577 w 56137"/>
                <a:gd name="connsiteY19" fmla="*/ 2039 h 26842"/>
                <a:gd name="connsiteX20" fmla="*/ 4658 w 56137"/>
                <a:gd name="connsiteY20" fmla="*/ 4366 h 26842"/>
                <a:gd name="connsiteX21" fmla="*/ 20473 w 56137"/>
                <a:gd name="connsiteY21" fmla="*/ 13277 h 26842"/>
                <a:gd name="connsiteX22" fmla="*/ 29470 w 56137"/>
                <a:gd name="connsiteY22" fmla="*/ 19336 h 2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6137" h="26842">
                  <a:moveTo>
                    <a:pt x="29424" y="19248"/>
                  </a:moveTo>
                  <a:cubicBezTo>
                    <a:pt x="29424" y="19248"/>
                    <a:pt x="29656" y="19379"/>
                    <a:pt x="29795" y="19423"/>
                  </a:cubicBezTo>
                  <a:lnTo>
                    <a:pt x="39070" y="21618"/>
                  </a:lnTo>
                  <a:cubicBezTo>
                    <a:pt x="39070" y="21618"/>
                    <a:pt x="39488" y="21662"/>
                    <a:pt x="39720" y="21618"/>
                  </a:cubicBezTo>
                  <a:lnTo>
                    <a:pt x="46027" y="19643"/>
                  </a:lnTo>
                  <a:lnTo>
                    <a:pt x="54467" y="26843"/>
                  </a:lnTo>
                  <a:lnTo>
                    <a:pt x="54467" y="26843"/>
                  </a:lnTo>
                  <a:cubicBezTo>
                    <a:pt x="54050" y="26360"/>
                    <a:pt x="54050" y="25657"/>
                    <a:pt x="54560" y="25262"/>
                  </a:cubicBezTo>
                  <a:cubicBezTo>
                    <a:pt x="55024" y="24867"/>
                    <a:pt x="55720" y="24911"/>
                    <a:pt x="56137" y="25306"/>
                  </a:cubicBezTo>
                  <a:cubicBezTo>
                    <a:pt x="56137" y="25306"/>
                    <a:pt x="56137" y="25306"/>
                    <a:pt x="56137" y="25262"/>
                  </a:cubicBezTo>
                  <a:lnTo>
                    <a:pt x="55812" y="24999"/>
                  </a:lnTo>
                  <a:lnTo>
                    <a:pt x="47140" y="17580"/>
                  </a:lnTo>
                  <a:cubicBezTo>
                    <a:pt x="46815" y="17316"/>
                    <a:pt x="46398" y="17228"/>
                    <a:pt x="45980" y="17360"/>
                  </a:cubicBezTo>
                  <a:lnTo>
                    <a:pt x="39348" y="19467"/>
                  </a:lnTo>
                  <a:lnTo>
                    <a:pt x="30630" y="17404"/>
                  </a:lnTo>
                  <a:lnTo>
                    <a:pt x="21725" y="11434"/>
                  </a:lnTo>
                  <a:lnTo>
                    <a:pt x="4287" y="1600"/>
                  </a:lnTo>
                  <a:lnTo>
                    <a:pt x="1737" y="151"/>
                  </a:lnTo>
                  <a:cubicBezTo>
                    <a:pt x="1180" y="-156"/>
                    <a:pt x="484" y="20"/>
                    <a:pt x="160" y="546"/>
                  </a:cubicBezTo>
                  <a:cubicBezTo>
                    <a:pt x="-165" y="1073"/>
                    <a:pt x="21" y="1732"/>
                    <a:pt x="577" y="2039"/>
                  </a:cubicBezTo>
                  <a:lnTo>
                    <a:pt x="4658" y="4366"/>
                  </a:lnTo>
                  <a:lnTo>
                    <a:pt x="20473" y="13277"/>
                  </a:lnTo>
                  <a:lnTo>
                    <a:pt x="29470" y="193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7" name="Freeform: Shape 2246">
              <a:extLst>
                <a:ext uri="{FF2B5EF4-FFF2-40B4-BE49-F238E27FC236}">
                  <a16:creationId xmlns:a16="http://schemas.microsoft.com/office/drawing/2014/main" id="{0E323E1D-2235-3A62-5183-F6FD98183961}"/>
                </a:ext>
              </a:extLst>
            </p:cNvPr>
            <p:cNvSpPr>
              <a:spLocks/>
            </p:cNvSpPr>
            <p:nvPr/>
          </p:nvSpPr>
          <p:spPr>
            <a:xfrm>
              <a:off x="3782650" y="4079735"/>
              <a:ext cx="126612" cy="112526"/>
            </a:xfrm>
            <a:custGeom>
              <a:avLst/>
              <a:gdLst>
                <a:gd name="connsiteX0" fmla="*/ 742 w 84824"/>
                <a:gd name="connsiteY0" fmla="*/ 57697 h 75388"/>
                <a:gd name="connsiteX1" fmla="*/ 0 w 84824"/>
                <a:gd name="connsiteY1" fmla="*/ 58706 h 75388"/>
                <a:gd name="connsiteX2" fmla="*/ 0 w 84824"/>
                <a:gd name="connsiteY2" fmla="*/ 65555 h 75388"/>
                <a:gd name="connsiteX3" fmla="*/ 696 w 84824"/>
                <a:gd name="connsiteY3" fmla="*/ 66564 h 75388"/>
                <a:gd name="connsiteX4" fmla="*/ 1948 w 84824"/>
                <a:gd name="connsiteY4" fmla="*/ 66345 h 75388"/>
                <a:gd name="connsiteX5" fmla="*/ 5472 w 84824"/>
                <a:gd name="connsiteY5" fmla="*/ 63228 h 75388"/>
                <a:gd name="connsiteX6" fmla="*/ 8719 w 84824"/>
                <a:gd name="connsiteY6" fmla="*/ 66301 h 75388"/>
                <a:gd name="connsiteX7" fmla="*/ 9554 w 84824"/>
                <a:gd name="connsiteY7" fmla="*/ 66608 h 75388"/>
                <a:gd name="connsiteX8" fmla="*/ 14563 w 84824"/>
                <a:gd name="connsiteY8" fmla="*/ 66608 h 75388"/>
                <a:gd name="connsiteX9" fmla="*/ 22910 w 84824"/>
                <a:gd name="connsiteY9" fmla="*/ 75037 h 75388"/>
                <a:gd name="connsiteX10" fmla="*/ 23745 w 84824"/>
                <a:gd name="connsiteY10" fmla="*/ 75388 h 75388"/>
                <a:gd name="connsiteX11" fmla="*/ 23745 w 84824"/>
                <a:gd name="connsiteY11" fmla="*/ 75388 h 75388"/>
                <a:gd name="connsiteX12" fmla="*/ 24626 w 84824"/>
                <a:gd name="connsiteY12" fmla="*/ 74993 h 75388"/>
                <a:gd name="connsiteX13" fmla="*/ 30702 w 84824"/>
                <a:gd name="connsiteY13" fmla="*/ 67882 h 75388"/>
                <a:gd name="connsiteX14" fmla="*/ 30887 w 84824"/>
                <a:gd name="connsiteY14" fmla="*/ 67574 h 75388"/>
                <a:gd name="connsiteX15" fmla="*/ 32974 w 84824"/>
                <a:gd name="connsiteY15" fmla="*/ 61911 h 75388"/>
                <a:gd name="connsiteX16" fmla="*/ 34968 w 84824"/>
                <a:gd name="connsiteY16" fmla="*/ 51287 h 75388"/>
                <a:gd name="connsiteX17" fmla="*/ 36638 w 84824"/>
                <a:gd name="connsiteY17" fmla="*/ 52429 h 75388"/>
                <a:gd name="connsiteX18" fmla="*/ 37658 w 84824"/>
                <a:gd name="connsiteY18" fmla="*/ 52604 h 75388"/>
                <a:gd name="connsiteX19" fmla="*/ 38400 w 84824"/>
                <a:gd name="connsiteY19" fmla="*/ 51902 h 75388"/>
                <a:gd name="connsiteX20" fmla="*/ 61589 w 84824"/>
                <a:gd name="connsiteY20" fmla="*/ 39171 h 75388"/>
                <a:gd name="connsiteX21" fmla="*/ 62146 w 84824"/>
                <a:gd name="connsiteY21" fmla="*/ 38907 h 75388"/>
                <a:gd name="connsiteX22" fmla="*/ 78656 w 84824"/>
                <a:gd name="connsiteY22" fmla="*/ 23806 h 75388"/>
                <a:gd name="connsiteX23" fmla="*/ 78980 w 84824"/>
                <a:gd name="connsiteY23" fmla="*/ 23323 h 75388"/>
                <a:gd name="connsiteX24" fmla="*/ 81717 w 84824"/>
                <a:gd name="connsiteY24" fmla="*/ 14718 h 75388"/>
                <a:gd name="connsiteX25" fmla="*/ 84175 w 84824"/>
                <a:gd name="connsiteY25" fmla="*/ 13577 h 75388"/>
                <a:gd name="connsiteX26" fmla="*/ 84824 w 84824"/>
                <a:gd name="connsiteY26" fmla="*/ 12611 h 75388"/>
                <a:gd name="connsiteX27" fmla="*/ 84824 w 84824"/>
                <a:gd name="connsiteY27" fmla="*/ 7124 h 75388"/>
                <a:gd name="connsiteX28" fmla="*/ 84546 w 84824"/>
                <a:gd name="connsiteY28" fmla="*/ 6378 h 75388"/>
                <a:gd name="connsiteX29" fmla="*/ 80511 w 84824"/>
                <a:gd name="connsiteY29" fmla="*/ 2163 h 75388"/>
                <a:gd name="connsiteX30" fmla="*/ 78749 w 84824"/>
                <a:gd name="connsiteY30" fmla="*/ 319 h 75388"/>
                <a:gd name="connsiteX31" fmla="*/ 78702 w 84824"/>
                <a:gd name="connsiteY31" fmla="*/ 319 h 75388"/>
                <a:gd name="connsiteX32" fmla="*/ 77125 w 84824"/>
                <a:gd name="connsiteY32" fmla="*/ 275 h 75388"/>
                <a:gd name="connsiteX33" fmla="*/ 77033 w 84824"/>
                <a:gd name="connsiteY33" fmla="*/ 1812 h 75388"/>
                <a:gd name="connsiteX34" fmla="*/ 77033 w 84824"/>
                <a:gd name="connsiteY34" fmla="*/ 1812 h 75388"/>
                <a:gd name="connsiteX35" fmla="*/ 82505 w 84824"/>
                <a:gd name="connsiteY35" fmla="*/ 7519 h 75388"/>
                <a:gd name="connsiteX36" fmla="*/ 82505 w 84824"/>
                <a:gd name="connsiteY36" fmla="*/ 11909 h 75388"/>
                <a:gd name="connsiteX37" fmla="*/ 80233 w 84824"/>
                <a:gd name="connsiteY37" fmla="*/ 12963 h 75388"/>
                <a:gd name="connsiteX38" fmla="*/ 79630 w 84824"/>
                <a:gd name="connsiteY38" fmla="*/ 13621 h 75388"/>
                <a:gd name="connsiteX39" fmla="*/ 76801 w 84824"/>
                <a:gd name="connsiteY39" fmla="*/ 22401 h 75388"/>
                <a:gd name="connsiteX40" fmla="*/ 60708 w 84824"/>
                <a:gd name="connsiteY40" fmla="*/ 37064 h 75388"/>
                <a:gd name="connsiteX41" fmla="*/ 36731 w 84824"/>
                <a:gd name="connsiteY41" fmla="*/ 49795 h 75388"/>
                <a:gd name="connsiteX42" fmla="*/ 34737 w 84824"/>
                <a:gd name="connsiteY42" fmla="*/ 48390 h 75388"/>
                <a:gd name="connsiteX43" fmla="*/ 33624 w 84824"/>
                <a:gd name="connsiteY43" fmla="*/ 48258 h 75388"/>
                <a:gd name="connsiteX44" fmla="*/ 32928 w 84824"/>
                <a:gd name="connsiteY44" fmla="*/ 49092 h 75388"/>
                <a:gd name="connsiteX45" fmla="*/ 30655 w 84824"/>
                <a:gd name="connsiteY45" fmla="*/ 61253 h 75388"/>
                <a:gd name="connsiteX46" fmla="*/ 28708 w 84824"/>
                <a:gd name="connsiteY46" fmla="*/ 66564 h 75388"/>
                <a:gd name="connsiteX47" fmla="*/ 23606 w 84824"/>
                <a:gd name="connsiteY47" fmla="*/ 72579 h 75388"/>
                <a:gd name="connsiteX48" fmla="*/ 15815 w 84824"/>
                <a:gd name="connsiteY48" fmla="*/ 64721 h 75388"/>
                <a:gd name="connsiteX49" fmla="*/ 14980 w 84824"/>
                <a:gd name="connsiteY49" fmla="*/ 64369 h 75388"/>
                <a:gd name="connsiteX50" fmla="*/ 9971 w 84824"/>
                <a:gd name="connsiteY50" fmla="*/ 64369 h 75388"/>
                <a:gd name="connsiteX51" fmla="*/ 6261 w 84824"/>
                <a:gd name="connsiteY51" fmla="*/ 60857 h 75388"/>
                <a:gd name="connsiteX52" fmla="*/ 4638 w 84824"/>
                <a:gd name="connsiteY52" fmla="*/ 60857 h 75388"/>
                <a:gd name="connsiteX53" fmla="*/ 2226 w 84824"/>
                <a:gd name="connsiteY53" fmla="*/ 62965 h 75388"/>
                <a:gd name="connsiteX54" fmla="*/ 2226 w 84824"/>
                <a:gd name="connsiteY54" fmla="*/ 59365 h 75388"/>
                <a:gd name="connsiteX55" fmla="*/ 6725 w 84824"/>
                <a:gd name="connsiteY55" fmla="*/ 57697 h 75388"/>
                <a:gd name="connsiteX56" fmla="*/ 7420 w 84824"/>
                <a:gd name="connsiteY56" fmla="*/ 56292 h 75388"/>
                <a:gd name="connsiteX57" fmla="*/ 4777 w 84824"/>
                <a:gd name="connsiteY57" fmla="*/ 49180 h 75388"/>
                <a:gd name="connsiteX58" fmla="*/ 3664 w 84824"/>
                <a:gd name="connsiteY58" fmla="*/ 46107 h 75388"/>
                <a:gd name="connsiteX59" fmla="*/ 2180 w 84824"/>
                <a:gd name="connsiteY59" fmla="*/ 45448 h 75388"/>
                <a:gd name="connsiteX60" fmla="*/ 1484 w 84824"/>
                <a:gd name="connsiteY60" fmla="*/ 46853 h 75388"/>
                <a:gd name="connsiteX61" fmla="*/ 2597 w 84824"/>
                <a:gd name="connsiteY61" fmla="*/ 49926 h 75388"/>
                <a:gd name="connsiteX62" fmla="*/ 4870 w 84824"/>
                <a:gd name="connsiteY62" fmla="*/ 56029 h 75388"/>
                <a:gd name="connsiteX63" fmla="*/ 696 w 84824"/>
                <a:gd name="connsiteY63" fmla="*/ 57565 h 75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84824" h="75388">
                  <a:moveTo>
                    <a:pt x="742" y="57697"/>
                  </a:moveTo>
                  <a:cubicBezTo>
                    <a:pt x="278" y="57872"/>
                    <a:pt x="0" y="58267"/>
                    <a:pt x="0" y="58706"/>
                  </a:cubicBezTo>
                  <a:lnTo>
                    <a:pt x="0" y="65555"/>
                  </a:lnTo>
                  <a:cubicBezTo>
                    <a:pt x="0" y="65994"/>
                    <a:pt x="278" y="66389"/>
                    <a:pt x="696" y="66564"/>
                  </a:cubicBezTo>
                  <a:cubicBezTo>
                    <a:pt x="1113" y="66740"/>
                    <a:pt x="1623" y="66652"/>
                    <a:pt x="1948" y="66345"/>
                  </a:cubicBezTo>
                  <a:lnTo>
                    <a:pt x="5472" y="63228"/>
                  </a:lnTo>
                  <a:lnTo>
                    <a:pt x="8719" y="66301"/>
                  </a:lnTo>
                  <a:cubicBezTo>
                    <a:pt x="8719" y="66301"/>
                    <a:pt x="9229" y="66608"/>
                    <a:pt x="9554" y="66608"/>
                  </a:cubicBezTo>
                  <a:lnTo>
                    <a:pt x="14563" y="66608"/>
                  </a:lnTo>
                  <a:lnTo>
                    <a:pt x="22910" y="75037"/>
                  </a:lnTo>
                  <a:cubicBezTo>
                    <a:pt x="23142" y="75257"/>
                    <a:pt x="23420" y="75388"/>
                    <a:pt x="23745" y="75388"/>
                  </a:cubicBezTo>
                  <a:lnTo>
                    <a:pt x="23745" y="75388"/>
                  </a:lnTo>
                  <a:cubicBezTo>
                    <a:pt x="24070" y="75388"/>
                    <a:pt x="24394" y="75213"/>
                    <a:pt x="24626" y="74993"/>
                  </a:cubicBezTo>
                  <a:lnTo>
                    <a:pt x="30702" y="67882"/>
                  </a:lnTo>
                  <a:cubicBezTo>
                    <a:pt x="30702" y="67882"/>
                    <a:pt x="30841" y="67662"/>
                    <a:pt x="30887" y="67574"/>
                  </a:cubicBezTo>
                  <a:lnTo>
                    <a:pt x="32974" y="61911"/>
                  </a:lnTo>
                  <a:lnTo>
                    <a:pt x="34968" y="51287"/>
                  </a:lnTo>
                  <a:lnTo>
                    <a:pt x="36638" y="52429"/>
                  </a:lnTo>
                  <a:cubicBezTo>
                    <a:pt x="36916" y="52648"/>
                    <a:pt x="37334" y="52692"/>
                    <a:pt x="37658" y="52604"/>
                  </a:cubicBezTo>
                  <a:cubicBezTo>
                    <a:pt x="38029" y="52517"/>
                    <a:pt x="38308" y="52253"/>
                    <a:pt x="38400" y="51902"/>
                  </a:cubicBezTo>
                  <a:cubicBezTo>
                    <a:pt x="41322" y="43561"/>
                    <a:pt x="61403" y="39215"/>
                    <a:pt x="61589" y="39171"/>
                  </a:cubicBezTo>
                  <a:cubicBezTo>
                    <a:pt x="61775" y="39171"/>
                    <a:pt x="62006" y="39039"/>
                    <a:pt x="62146" y="38907"/>
                  </a:cubicBezTo>
                  <a:lnTo>
                    <a:pt x="78656" y="23806"/>
                  </a:lnTo>
                  <a:cubicBezTo>
                    <a:pt x="78656" y="23806"/>
                    <a:pt x="78888" y="23498"/>
                    <a:pt x="78980" y="23323"/>
                  </a:cubicBezTo>
                  <a:lnTo>
                    <a:pt x="81717" y="14718"/>
                  </a:lnTo>
                  <a:lnTo>
                    <a:pt x="84175" y="13577"/>
                  </a:lnTo>
                  <a:cubicBezTo>
                    <a:pt x="84546" y="13401"/>
                    <a:pt x="84824" y="13006"/>
                    <a:pt x="84824" y="12611"/>
                  </a:cubicBezTo>
                  <a:lnTo>
                    <a:pt x="84824" y="7124"/>
                  </a:lnTo>
                  <a:cubicBezTo>
                    <a:pt x="84824" y="6860"/>
                    <a:pt x="84731" y="6597"/>
                    <a:pt x="84546" y="6378"/>
                  </a:cubicBezTo>
                  <a:lnTo>
                    <a:pt x="80511" y="2163"/>
                  </a:lnTo>
                  <a:lnTo>
                    <a:pt x="78749" y="319"/>
                  </a:lnTo>
                  <a:cubicBezTo>
                    <a:pt x="78749" y="319"/>
                    <a:pt x="78749" y="319"/>
                    <a:pt x="78702" y="319"/>
                  </a:cubicBezTo>
                  <a:cubicBezTo>
                    <a:pt x="78285" y="-76"/>
                    <a:pt x="77589" y="-120"/>
                    <a:pt x="77125" y="275"/>
                  </a:cubicBezTo>
                  <a:cubicBezTo>
                    <a:pt x="76662" y="671"/>
                    <a:pt x="76615" y="1373"/>
                    <a:pt x="77033" y="1812"/>
                  </a:cubicBezTo>
                  <a:lnTo>
                    <a:pt x="77033" y="1812"/>
                  </a:lnTo>
                  <a:cubicBezTo>
                    <a:pt x="77033" y="1812"/>
                    <a:pt x="82505" y="7519"/>
                    <a:pt x="82505" y="7519"/>
                  </a:cubicBezTo>
                  <a:lnTo>
                    <a:pt x="82505" y="11909"/>
                  </a:lnTo>
                  <a:lnTo>
                    <a:pt x="80233" y="12963"/>
                  </a:lnTo>
                  <a:cubicBezTo>
                    <a:pt x="79954" y="13094"/>
                    <a:pt x="79723" y="13314"/>
                    <a:pt x="79630" y="13621"/>
                  </a:cubicBezTo>
                  <a:lnTo>
                    <a:pt x="76801" y="22401"/>
                  </a:lnTo>
                  <a:lnTo>
                    <a:pt x="60708" y="37064"/>
                  </a:lnTo>
                  <a:cubicBezTo>
                    <a:pt x="58064" y="37634"/>
                    <a:pt x="41183" y="41717"/>
                    <a:pt x="36731" y="49795"/>
                  </a:cubicBezTo>
                  <a:lnTo>
                    <a:pt x="34737" y="48390"/>
                  </a:lnTo>
                  <a:cubicBezTo>
                    <a:pt x="34412" y="48170"/>
                    <a:pt x="33994" y="48127"/>
                    <a:pt x="33624" y="48258"/>
                  </a:cubicBezTo>
                  <a:cubicBezTo>
                    <a:pt x="33253" y="48390"/>
                    <a:pt x="32974" y="48697"/>
                    <a:pt x="32928" y="49092"/>
                  </a:cubicBezTo>
                  <a:lnTo>
                    <a:pt x="30655" y="61253"/>
                  </a:lnTo>
                  <a:lnTo>
                    <a:pt x="28708" y="66564"/>
                  </a:lnTo>
                  <a:lnTo>
                    <a:pt x="23606" y="72579"/>
                  </a:lnTo>
                  <a:lnTo>
                    <a:pt x="15815" y="64721"/>
                  </a:lnTo>
                  <a:cubicBezTo>
                    <a:pt x="15583" y="64501"/>
                    <a:pt x="15304" y="64369"/>
                    <a:pt x="14980" y="64369"/>
                  </a:cubicBezTo>
                  <a:lnTo>
                    <a:pt x="9971" y="64369"/>
                  </a:lnTo>
                  <a:lnTo>
                    <a:pt x="6261" y="60857"/>
                  </a:lnTo>
                  <a:cubicBezTo>
                    <a:pt x="5797" y="60462"/>
                    <a:pt x="5102" y="60419"/>
                    <a:pt x="4638" y="60857"/>
                  </a:cubicBezTo>
                  <a:lnTo>
                    <a:pt x="2226" y="62965"/>
                  </a:lnTo>
                  <a:lnTo>
                    <a:pt x="2226" y="59365"/>
                  </a:lnTo>
                  <a:lnTo>
                    <a:pt x="6725" y="57697"/>
                  </a:lnTo>
                  <a:cubicBezTo>
                    <a:pt x="7328" y="57477"/>
                    <a:pt x="7606" y="56863"/>
                    <a:pt x="7420" y="56292"/>
                  </a:cubicBezTo>
                  <a:lnTo>
                    <a:pt x="4777" y="49180"/>
                  </a:lnTo>
                  <a:lnTo>
                    <a:pt x="3664" y="46107"/>
                  </a:lnTo>
                  <a:cubicBezTo>
                    <a:pt x="3432" y="45536"/>
                    <a:pt x="2783" y="45273"/>
                    <a:pt x="2180" y="45448"/>
                  </a:cubicBezTo>
                  <a:cubicBezTo>
                    <a:pt x="1577" y="45668"/>
                    <a:pt x="1252" y="46283"/>
                    <a:pt x="1484" y="46853"/>
                  </a:cubicBezTo>
                  <a:lnTo>
                    <a:pt x="2597" y="49926"/>
                  </a:lnTo>
                  <a:lnTo>
                    <a:pt x="4870" y="56029"/>
                  </a:lnTo>
                  <a:lnTo>
                    <a:pt x="696" y="5756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8" name="Freeform: Shape 2247">
              <a:extLst>
                <a:ext uri="{FF2B5EF4-FFF2-40B4-BE49-F238E27FC236}">
                  <a16:creationId xmlns:a16="http://schemas.microsoft.com/office/drawing/2014/main" id="{F785A75C-FCF7-D57E-3B81-85CDE9657AEE}"/>
                </a:ext>
              </a:extLst>
            </p:cNvPr>
            <p:cNvSpPr>
              <a:spLocks/>
            </p:cNvSpPr>
            <p:nvPr/>
          </p:nvSpPr>
          <p:spPr>
            <a:xfrm>
              <a:off x="4248737" y="3960034"/>
              <a:ext cx="148485" cy="92850"/>
            </a:xfrm>
            <a:custGeom>
              <a:avLst/>
              <a:gdLst>
                <a:gd name="connsiteX0" fmla="*/ 99247 w 99479"/>
                <a:gd name="connsiteY0" fmla="*/ 45700 h 62206"/>
                <a:gd name="connsiteX1" fmla="*/ 99062 w 99479"/>
                <a:gd name="connsiteY1" fmla="*/ 45437 h 62206"/>
                <a:gd name="connsiteX2" fmla="*/ 98830 w 99479"/>
                <a:gd name="connsiteY2" fmla="*/ 45085 h 62206"/>
                <a:gd name="connsiteX3" fmla="*/ 98830 w 99479"/>
                <a:gd name="connsiteY3" fmla="*/ 44690 h 62206"/>
                <a:gd name="connsiteX4" fmla="*/ 98830 w 99479"/>
                <a:gd name="connsiteY4" fmla="*/ 44383 h 62206"/>
                <a:gd name="connsiteX5" fmla="*/ 98923 w 99479"/>
                <a:gd name="connsiteY5" fmla="*/ 44295 h 62206"/>
                <a:gd name="connsiteX6" fmla="*/ 98923 w 99479"/>
                <a:gd name="connsiteY6" fmla="*/ 44163 h 62206"/>
                <a:gd name="connsiteX7" fmla="*/ 99479 w 99479"/>
                <a:gd name="connsiteY7" fmla="*/ 43417 h 62206"/>
                <a:gd name="connsiteX8" fmla="*/ 96372 w 99479"/>
                <a:gd name="connsiteY8" fmla="*/ 42056 h 62206"/>
                <a:gd name="connsiteX9" fmla="*/ 94239 w 99479"/>
                <a:gd name="connsiteY9" fmla="*/ 38281 h 62206"/>
                <a:gd name="connsiteX10" fmla="*/ 93450 w 99479"/>
                <a:gd name="connsiteY10" fmla="*/ 37710 h 62206"/>
                <a:gd name="connsiteX11" fmla="*/ 92476 w 99479"/>
                <a:gd name="connsiteY11" fmla="*/ 37930 h 62206"/>
                <a:gd name="connsiteX12" fmla="*/ 87885 w 99479"/>
                <a:gd name="connsiteY12" fmla="*/ 41266 h 62206"/>
                <a:gd name="connsiteX13" fmla="*/ 80836 w 99479"/>
                <a:gd name="connsiteY13" fmla="*/ 41003 h 62206"/>
                <a:gd name="connsiteX14" fmla="*/ 77357 w 99479"/>
                <a:gd name="connsiteY14" fmla="*/ 40739 h 62206"/>
                <a:gd name="connsiteX15" fmla="*/ 76430 w 99479"/>
                <a:gd name="connsiteY15" fmla="*/ 41047 h 62206"/>
                <a:gd name="connsiteX16" fmla="*/ 73230 w 99479"/>
                <a:gd name="connsiteY16" fmla="*/ 44076 h 62206"/>
                <a:gd name="connsiteX17" fmla="*/ 73091 w 99479"/>
                <a:gd name="connsiteY17" fmla="*/ 45480 h 62206"/>
                <a:gd name="connsiteX18" fmla="*/ 76569 w 99479"/>
                <a:gd name="connsiteY18" fmla="*/ 50441 h 62206"/>
                <a:gd name="connsiteX19" fmla="*/ 70262 w 99479"/>
                <a:gd name="connsiteY19" fmla="*/ 50661 h 62206"/>
                <a:gd name="connsiteX20" fmla="*/ 70633 w 99479"/>
                <a:gd name="connsiteY20" fmla="*/ 51100 h 62206"/>
                <a:gd name="connsiteX21" fmla="*/ 70401 w 99479"/>
                <a:gd name="connsiteY21" fmla="*/ 52636 h 62206"/>
                <a:gd name="connsiteX22" fmla="*/ 69705 w 99479"/>
                <a:gd name="connsiteY22" fmla="*/ 52856 h 62206"/>
                <a:gd name="connsiteX23" fmla="*/ 68778 w 99479"/>
                <a:gd name="connsiteY23" fmla="*/ 52417 h 62206"/>
                <a:gd name="connsiteX24" fmla="*/ 67433 w 99479"/>
                <a:gd name="connsiteY24" fmla="*/ 50748 h 62206"/>
                <a:gd name="connsiteX25" fmla="*/ 64233 w 99479"/>
                <a:gd name="connsiteY25" fmla="*/ 50880 h 62206"/>
                <a:gd name="connsiteX26" fmla="*/ 62563 w 99479"/>
                <a:gd name="connsiteY26" fmla="*/ 48378 h 62206"/>
                <a:gd name="connsiteX27" fmla="*/ 61589 w 99479"/>
                <a:gd name="connsiteY27" fmla="*/ 47851 h 62206"/>
                <a:gd name="connsiteX28" fmla="*/ 55514 w 99479"/>
                <a:gd name="connsiteY28" fmla="*/ 47851 h 62206"/>
                <a:gd name="connsiteX29" fmla="*/ 54540 w 99479"/>
                <a:gd name="connsiteY29" fmla="*/ 48378 h 62206"/>
                <a:gd name="connsiteX30" fmla="*/ 51943 w 99479"/>
                <a:gd name="connsiteY30" fmla="*/ 52285 h 62206"/>
                <a:gd name="connsiteX31" fmla="*/ 46192 w 99479"/>
                <a:gd name="connsiteY31" fmla="*/ 52549 h 62206"/>
                <a:gd name="connsiteX32" fmla="*/ 45543 w 99479"/>
                <a:gd name="connsiteY32" fmla="*/ 52768 h 62206"/>
                <a:gd name="connsiteX33" fmla="*/ 42203 w 99479"/>
                <a:gd name="connsiteY33" fmla="*/ 55226 h 62206"/>
                <a:gd name="connsiteX34" fmla="*/ 39467 w 99479"/>
                <a:gd name="connsiteY34" fmla="*/ 53031 h 62206"/>
                <a:gd name="connsiteX35" fmla="*/ 38215 w 99479"/>
                <a:gd name="connsiteY35" fmla="*/ 52900 h 62206"/>
                <a:gd name="connsiteX36" fmla="*/ 37566 w 99479"/>
                <a:gd name="connsiteY36" fmla="*/ 53909 h 62206"/>
                <a:gd name="connsiteX37" fmla="*/ 37566 w 99479"/>
                <a:gd name="connsiteY37" fmla="*/ 59968 h 62206"/>
                <a:gd name="connsiteX38" fmla="*/ 32371 w 99479"/>
                <a:gd name="connsiteY38" fmla="*/ 59968 h 62206"/>
                <a:gd name="connsiteX39" fmla="*/ 19849 w 99479"/>
                <a:gd name="connsiteY39" fmla="*/ 53031 h 62206"/>
                <a:gd name="connsiteX40" fmla="*/ 19571 w 99479"/>
                <a:gd name="connsiteY40" fmla="*/ 44866 h 62206"/>
                <a:gd name="connsiteX41" fmla="*/ 18876 w 99479"/>
                <a:gd name="connsiteY41" fmla="*/ 43900 h 62206"/>
                <a:gd name="connsiteX42" fmla="*/ 14655 w 99479"/>
                <a:gd name="connsiteY42" fmla="*/ 42232 h 62206"/>
                <a:gd name="connsiteX43" fmla="*/ 14423 w 99479"/>
                <a:gd name="connsiteY43" fmla="*/ 36832 h 62206"/>
                <a:gd name="connsiteX44" fmla="*/ 16650 w 99479"/>
                <a:gd name="connsiteY44" fmla="*/ 31301 h 62206"/>
                <a:gd name="connsiteX45" fmla="*/ 16742 w 99479"/>
                <a:gd name="connsiteY45" fmla="*/ 30906 h 62206"/>
                <a:gd name="connsiteX46" fmla="*/ 16742 w 99479"/>
                <a:gd name="connsiteY46" fmla="*/ 26647 h 62206"/>
                <a:gd name="connsiteX47" fmla="*/ 22539 w 99479"/>
                <a:gd name="connsiteY47" fmla="*/ 20633 h 62206"/>
                <a:gd name="connsiteX48" fmla="*/ 22818 w 99479"/>
                <a:gd name="connsiteY48" fmla="*/ 19711 h 62206"/>
                <a:gd name="connsiteX49" fmla="*/ 22215 w 99479"/>
                <a:gd name="connsiteY49" fmla="*/ 18921 h 62206"/>
                <a:gd name="connsiteX50" fmla="*/ 18458 w 99479"/>
                <a:gd name="connsiteY50" fmla="*/ 17033 h 62206"/>
                <a:gd name="connsiteX51" fmla="*/ 18458 w 99479"/>
                <a:gd name="connsiteY51" fmla="*/ 6717 h 62206"/>
                <a:gd name="connsiteX52" fmla="*/ 18226 w 99479"/>
                <a:gd name="connsiteY52" fmla="*/ 6058 h 62206"/>
                <a:gd name="connsiteX53" fmla="*/ 13589 w 99479"/>
                <a:gd name="connsiteY53" fmla="*/ 439 h 62206"/>
                <a:gd name="connsiteX54" fmla="*/ 12661 w 99479"/>
                <a:gd name="connsiteY54" fmla="*/ 0 h 62206"/>
                <a:gd name="connsiteX55" fmla="*/ 1159 w 99479"/>
                <a:gd name="connsiteY55" fmla="*/ 0 h 62206"/>
                <a:gd name="connsiteX56" fmla="*/ 0 w 99479"/>
                <a:gd name="connsiteY56" fmla="*/ 1098 h 62206"/>
                <a:gd name="connsiteX57" fmla="*/ 1159 w 99479"/>
                <a:gd name="connsiteY57" fmla="*/ 2195 h 62206"/>
                <a:gd name="connsiteX58" fmla="*/ 12105 w 99479"/>
                <a:gd name="connsiteY58" fmla="*/ 2195 h 62206"/>
                <a:gd name="connsiteX59" fmla="*/ 16139 w 99479"/>
                <a:gd name="connsiteY59" fmla="*/ 7112 h 62206"/>
                <a:gd name="connsiteX60" fmla="*/ 16139 w 99479"/>
                <a:gd name="connsiteY60" fmla="*/ 17692 h 62206"/>
                <a:gd name="connsiteX61" fmla="*/ 16742 w 99479"/>
                <a:gd name="connsiteY61" fmla="*/ 18658 h 62206"/>
                <a:gd name="connsiteX62" fmla="*/ 19757 w 99479"/>
                <a:gd name="connsiteY62" fmla="*/ 20194 h 62206"/>
                <a:gd name="connsiteX63" fmla="*/ 14655 w 99479"/>
                <a:gd name="connsiteY63" fmla="*/ 25462 h 62206"/>
                <a:gd name="connsiteX64" fmla="*/ 14331 w 99479"/>
                <a:gd name="connsiteY64" fmla="*/ 26208 h 62206"/>
                <a:gd name="connsiteX65" fmla="*/ 14331 w 99479"/>
                <a:gd name="connsiteY65" fmla="*/ 30686 h 62206"/>
                <a:gd name="connsiteX66" fmla="*/ 12105 w 99479"/>
                <a:gd name="connsiteY66" fmla="*/ 36262 h 62206"/>
                <a:gd name="connsiteX67" fmla="*/ 12012 w 99479"/>
                <a:gd name="connsiteY67" fmla="*/ 36700 h 62206"/>
                <a:gd name="connsiteX68" fmla="*/ 12290 w 99479"/>
                <a:gd name="connsiteY68" fmla="*/ 43022 h 62206"/>
                <a:gd name="connsiteX69" fmla="*/ 12986 w 99479"/>
                <a:gd name="connsiteY69" fmla="*/ 43988 h 62206"/>
                <a:gd name="connsiteX70" fmla="*/ 17206 w 99479"/>
                <a:gd name="connsiteY70" fmla="*/ 45656 h 62206"/>
                <a:gd name="connsiteX71" fmla="*/ 17484 w 99479"/>
                <a:gd name="connsiteY71" fmla="*/ 53734 h 62206"/>
                <a:gd name="connsiteX72" fmla="*/ 18041 w 99479"/>
                <a:gd name="connsiteY72" fmla="*/ 54656 h 62206"/>
                <a:gd name="connsiteX73" fmla="*/ 31397 w 99479"/>
                <a:gd name="connsiteY73" fmla="*/ 62075 h 62206"/>
                <a:gd name="connsiteX74" fmla="*/ 32000 w 99479"/>
                <a:gd name="connsiteY74" fmla="*/ 62207 h 62206"/>
                <a:gd name="connsiteX75" fmla="*/ 38679 w 99479"/>
                <a:gd name="connsiteY75" fmla="*/ 62207 h 62206"/>
                <a:gd name="connsiteX76" fmla="*/ 39838 w 99479"/>
                <a:gd name="connsiteY76" fmla="*/ 61109 h 62206"/>
                <a:gd name="connsiteX77" fmla="*/ 39838 w 99479"/>
                <a:gd name="connsiteY77" fmla="*/ 56324 h 62206"/>
                <a:gd name="connsiteX78" fmla="*/ 41415 w 99479"/>
                <a:gd name="connsiteY78" fmla="*/ 57553 h 62206"/>
                <a:gd name="connsiteX79" fmla="*/ 42853 w 99479"/>
                <a:gd name="connsiteY79" fmla="*/ 57553 h 62206"/>
                <a:gd name="connsiteX80" fmla="*/ 46609 w 99479"/>
                <a:gd name="connsiteY80" fmla="*/ 54744 h 62206"/>
                <a:gd name="connsiteX81" fmla="*/ 52592 w 99479"/>
                <a:gd name="connsiteY81" fmla="*/ 54480 h 62206"/>
                <a:gd name="connsiteX82" fmla="*/ 53519 w 99479"/>
                <a:gd name="connsiteY82" fmla="*/ 53953 h 62206"/>
                <a:gd name="connsiteX83" fmla="*/ 56070 w 99479"/>
                <a:gd name="connsiteY83" fmla="*/ 50090 h 62206"/>
                <a:gd name="connsiteX84" fmla="*/ 60893 w 99479"/>
                <a:gd name="connsiteY84" fmla="*/ 50090 h 62206"/>
                <a:gd name="connsiteX85" fmla="*/ 62563 w 99479"/>
                <a:gd name="connsiteY85" fmla="*/ 52592 h 62206"/>
                <a:gd name="connsiteX86" fmla="*/ 63583 w 99479"/>
                <a:gd name="connsiteY86" fmla="*/ 53119 h 62206"/>
                <a:gd name="connsiteX87" fmla="*/ 78656 w 99479"/>
                <a:gd name="connsiteY87" fmla="*/ 52592 h 62206"/>
                <a:gd name="connsiteX88" fmla="*/ 79630 w 99479"/>
                <a:gd name="connsiteY88" fmla="*/ 51978 h 62206"/>
                <a:gd name="connsiteX89" fmla="*/ 79583 w 99479"/>
                <a:gd name="connsiteY89" fmla="*/ 50880 h 62206"/>
                <a:gd name="connsiteX90" fmla="*/ 75456 w 99479"/>
                <a:gd name="connsiteY90" fmla="*/ 45042 h 62206"/>
                <a:gd name="connsiteX91" fmla="*/ 77589 w 99479"/>
                <a:gd name="connsiteY91" fmla="*/ 43022 h 62206"/>
                <a:gd name="connsiteX92" fmla="*/ 88117 w 99479"/>
                <a:gd name="connsiteY92" fmla="*/ 43549 h 62206"/>
                <a:gd name="connsiteX93" fmla="*/ 88859 w 99479"/>
                <a:gd name="connsiteY93" fmla="*/ 43329 h 62206"/>
                <a:gd name="connsiteX94" fmla="*/ 92708 w 99479"/>
                <a:gd name="connsiteY94" fmla="*/ 40564 h 62206"/>
                <a:gd name="connsiteX95" fmla="*/ 94378 w 99479"/>
                <a:gd name="connsiteY95" fmla="*/ 43549 h 62206"/>
                <a:gd name="connsiteX96" fmla="*/ 94888 w 99479"/>
                <a:gd name="connsiteY96" fmla="*/ 44032 h 62206"/>
                <a:gd name="connsiteX97" fmla="*/ 99247 w 99479"/>
                <a:gd name="connsiteY97" fmla="*/ 45964 h 62206"/>
                <a:gd name="connsiteX98" fmla="*/ 99247 w 99479"/>
                <a:gd name="connsiteY98" fmla="*/ 45964 h 62206"/>
                <a:gd name="connsiteX99" fmla="*/ 99201 w 99479"/>
                <a:gd name="connsiteY99" fmla="*/ 45920 h 62206"/>
                <a:gd name="connsiteX100" fmla="*/ 99015 w 99479"/>
                <a:gd name="connsiteY100" fmla="*/ 45876 h 6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9479" h="62206">
                  <a:moveTo>
                    <a:pt x="99247" y="45700"/>
                  </a:moveTo>
                  <a:cubicBezTo>
                    <a:pt x="99247" y="45700"/>
                    <a:pt x="99155" y="45524"/>
                    <a:pt x="99062" y="45437"/>
                  </a:cubicBezTo>
                  <a:cubicBezTo>
                    <a:pt x="98969" y="45305"/>
                    <a:pt x="98876" y="45217"/>
                    <a:pt x="98830" y="45085"/>
                  </a:cubicBezTo>
                  <a:cubicBezTo>
                    <a:pt x="98830" y="44954"/>
                    <a:pt x="98830" y="44822"/>
                    <a:pt x="98830" y="44690"/>
                  </a:cubicBezTo>
                  <a:cubicBezTo>
                    <a:pt x="98830" y="44603"/>
                    <a:pt x="98784" y="44515"/>
                    <a:pt x="98830" y="44383"/>
                  </a:cubicBezTo>
                  <a:cubicBezTo>
                    <a:pt x="98830" y="44339"/>
                    <a:pt x="98923" y="44339"/>
                    <a:pt x="98923" y="44295"/>
                  </a:cubicBezTo>
                  <a:cubicBezTo>
                    <a:pt x="98923" y="44251"/>
                    <a:pt x="98923" y="44207"/>
                    <a:pt x="98923" y="44163"/>
                  </a:cubicBezTo>
                  <a:lnTo>
                    <a:pt x="99479" y="43417"/>
                  </a:lnTo>
                  <a:lnTo>
                    <a:pt x="96372" y="42056"/>
                  </a:lnTo>
                  <a:lnTo>
                    <a:pt x="94239" y="38281"/>
                  </a:lnTo>
                  <a:cubicBezTo>
                    <a:pt x="94100" y="37974"/>
                    <a:pt x="93775" y="37798"/>
                    <a:pt x="93450" y="37710"/>
                  </a:cubicBezTo>
                  <a:cubicBezTo>
                    <a:pt x="93126" y="37666"/>
                    <a:pt x="92755" y="37710"/>
                    <a:pt x="92476" y="37930"/>
                  </a:cubicBezTo>
                  <a:lnTo>
                    <a:pt x="87885" y="41266"/>
                  </a:lnTo>
                  <a:lnTo>
                    <a:pt x="80836" y="41003"/>
                  </a:lnTo>
                  <a:lnTo>
                    <a:pt x="77357" y="40739"/>
                  </a:lnTo>
                  <a:cubicBezTo>
                    <a:pt x="76986" y="40739"/>
                    <a:pt x="76662" y="40827"/>
                    <a:pt x="76430" y="41047"/>
                  </a:cubicBezTo>
                  <a:lnTo>
                    <a:pt x="73230" y="44076"/>
                  </a:lnTo>
                  <a:cubicBezTo>
                    <a:pt x="72859" y="44427"/>
                    <a:pt x="72766" y="45042"/>
                    <a:pt x="73091" y="45480"/>
                  </a:cubicBezTo>
                  <a:lnTo>
                    <a:pt x="76569" y="50441"/>
                  </a:lnTo>
                  <a:lnTo>
                    <a:pt x="70262" y="50661"/>
                  </a:lnTo>
                  <a:lnTo>
                    <a:pt x="70633" y="51100"/>
                  </a:lnTo>
                  <a:cubicBezTo>
                    <a:pt x="71004" y="51583"/>
                    <a:pt x="70911" y="52285"/>
                    <a:pt x="70401" y="52636"/>
                  </a:cubicBezTo>
                  <a:cubicBezTo>
                    <a:pt x="70169" y="52812"/>
                    <a:pt x="69937" y="52856"/>
                    <a:pt x="69705" y="52856"/>
                  </a:cubicBezTo>
                  <a:cubicBezTo>
                    <a:pt x="69380" y="52856"/>
                    <a:pt x="69009" y="52724"/>
                    <a:pt x="68778" y="52417"/>
                  </a:cubicBezTo>
                  <a:lnTo>
                    <a:pt x="67433" y="50748"/>
                  </a:lnTo>
                  <a:lnTo>
                    <a:pt x="64233" y="50880"/>
                  </a:lnTo>
                  <a:lnTo>
                    <a:pt x="62563" y="48378"/>
                  </a:lnTo>
                  <a:cubicBezTo>
                    <a:pt x="62331" y="48071"/>
                    <a:pt x="61960" y="47851"/>
                    <a:pt x="61589" y="47851"/>
                  </a:cubicBezTo>
                  <a:lnTo>
                    <a:pt x="55514" y="47851"/>
                  </a:lnTo>
                  <a:cubicBezTo>
                    <a:pt x="55096" y="47851"/>
                    <a:pt x="54725" y="48027"/>
                    <a:pt x="54540" y="48378"/>
                  </a:cubicBezTo>
                  <a:lnTo>
                    <a:pt x="51943" y="52285"/>
                  </a:lnTo>
                  <a:lnTo>
                    <a:pt x="46192" y="52549"/>
                  </a:lnTo>
                  <a:cubicBezTo>
                    <a:pt x="45960" y="52549"/>
                    <a:pt x="45728" y="52636"/>
                    <a:pt x="45543" y="52768"/>
                  </a:cubicBezTo>
                  <a:lnTo>
                    <a:pt x="42203" y="55226"/>
                  </a:lnTo>
                  <a:lnTo>
                    <a:pt x="39467" y="53031"/>
                  </a:lnTo>
                  <a:cubicBezTo>
                    <a:pt x="39142" y="52768"/>
                    <a:pt x="38632" y="52724"/>
                    <a:pt x="38215" y="52900"/>
                  </a:cubicBezTo>
                  <a:cubicBezTo>
                    <a:pt x="37798" y="53075"/>
                    <a:pt x="37566" y="53470"/>
                    <a:pt x="37566" y="53909"/>
                  </a:cubicBezTo>
                  <a:lnTo>
                    <a:pt x="37566" y="59968"/>
                  </a:lnTo>
                  <a:lnTo>
                    <a:pt x="32371" y="59968"/>
                  </a:lnTo>
                  <a:lnTo>
                    <a:pt x="19849" y="53031"/>
                  </a:lnTo>
                  <a:lnTo>
                    <a:pt x="19571" y="44866"/>
                  </a:lnTo>
                  <a:cubicBezTo>
                    <a:pt x="19571" y="44427"/>
                    <a:pt x="19293" y="44032"/>
                    <a:pt x="18876" y="43900"/>
                  </a:cubicBezTo>
                  <a:lnTo>
                    <a:pt x="14655" y="42232"/>
                  </a:lnTo>
                  <a:lnTo>
                    <a:pt x="14423" y="36832"/>
                  </a:lnTo>
                  <a:lnTo>
                    <a:pt x="16650" y="31301"/>
                  </a:lnTo>
                  <a:cubicBezTo>
                    <a:pt x="16650" y="31301"/>
                    <a:pt x="16742" y="31037"/>
                    <a:pt x="16742" y="30906"/>
                  </a:cubicBezTo>
                  <a:lnTo>
                    <a:pt x="16742" y="26647"/>
                  </a:lnTo>
                  <a:lnTo>
                    <a:pt x="22539" y="20633"/>
                  </a:lnTo>
                  <a:cubicBezTo>
                    <a:pt x="22771" y="20370"/>
                    <a:pt x="22864" y="20018"/>
                    <a:pt x="22818" y="19711"/>
                  </a:cubicBezTo>
                  <a:cubicBezTo>
                    <a:pt x="22771" y="19360"/>
                    <a:pt x="22539" y="19097"/>
                    <a:pt x="22215" y="18921"/>
                  </a:cubicBezTo>
                  <a:lnTo>
                    <a:pt x="18458" y="17033"/>
                  </a:lnTo>
                  <a:lnTo>
                    <a:pt x="18458" y="6717"/>
                  </a:lnTo>
                  <a:cubicBezTo>
                    <a:pt x="18458" y="6453"/>
                    <a:pt x="18365" y="6234"/>
                    <a:pt x="18226" y="6058"/>
                  </a:cubicBezTo>
                  <a:lnTo>
                    <a:pt x="13589" y="439"/>
                  </a:lnTo>
                  <a:cubicBezTo>
                    <a:pt x="13357" y="176"/>
                    <a:pt x="13032" y="0"/>
                    <a:pt x="12661" y="0"/>
                  </a:cubicBezTo>
                  <a:lnTo>
                    <a:pt x="1159" y="0"/>
                  </a:lnTo>
                  <a:cubicBezTo>
                    <a:pt x="510" y="0"/>
                    <a:pt x="0" y="483"/>
                    <a:pt x="0" y="1098"/>
                  </a:cubicBezTo>
                  <a:cubicBezTo>
                    <a:pt x="0" y="1712"/>
                    <a:pt x="510" y="2195"/>
                    <a:pt x="1159" y="2195"/>
                  </a:cubicBezTo>
                  <a:lnTo>
                    <a:pt x="12105" y="2195"/>
                  </a:lnTo>
                  <a:lnTo>
                    <a:pt x="16139" y="7112"/>
                  </a:lnTo>
                  <a:lnTo>
                    <a:pt x="16139" y="17692"/>
                  </a:lnTo>
                  <a:cubicBezTo>
                    <a:pt x="16139" y="18087"/>
                    <a:pt x="16371" y="18482"/>
                    <a:pt x="16742" y="18658"/>
                  </a:cubicBezTo>
                  <a:lnTo>
                    <a:pt x="19757" y="20194"/>
                  </a:lnTo>
                  <a:lnTo>
                    <a:pt x="14655" y="25462"/>
                  </a:lnTo>
                  <a:cubicBezTo>
                    <a:pt x="14655" y="25462"/>
                    <a:pt x="14331" y="25945"/>
                    <a:pt x="14331" y="26208"/>
                  </a:cubicBezTo>
                  <a:lnTo>
                    <a:pt x="14331" y="30686"/>
                  </a:lnTo>
                  <a:lnTo>
                    <a:pt x="12105" y="36262"/>
                  </a:lnTo>
                  <a:cubicBezTo>
                    <a:pt x="12105" y="36262"/>
                    <a:pt x="12012" y="36569"/>
                    <a:pt x="12012" y="36700"/>
                  </a:cubicBezTo>
                  <a:lnTo>
                    <a:pt x="12290" y="43022"/>
                  </a:lnTo>
                  <a:cubicBezTo>
                    <a:pt x="12290" y="43461"/>
                    <a:pt x="12568" y="43812"/>
                    <a:pt x="12986" y="43988"/>
                  </a:cubicBezTo>
                  <a:lnTo>
                    <a:pt x="17206" y="45656"/>
                  </a:lnTo>
                  <a:lnTo>
                    <a:pt x="17484" y="53734"/>
                  </a:lnTo>
                  <a:cubicBezTo>
                    <a:pt x="17484" y="54129"/>
                    <a:pt x="17716" y="54436"/>
                    <a:pt x="18041" y="54656"/>
                  </a:cubicBezTo>
                  <a:lnTo>
                    <a:pt x="31397" y="62075"/>
                  </a:lnTo>
                  <a:cubicBezTo>
                    <a:pt x="31397" y="62075"/>
                    <a:pt x="31768" y="62207"/>
                    <a:pt x="32000" y="62207"/>
                  </a:cubicBezTo>
                  <a:lnTo>
                    <a:pt x="38679" y="62207"/>
                  </a:lnTo>
                  <a:cubicBezTo>
                    <a:pt x="39328" y="62207"/>
                    <a:pt x="39838" y="61723"/>
                    <a:pt x="39838" y="61109"/>
                  </a:cubicBezTo>
                  <a:lnTo>
                    <a:pt x="39838" y="56324"/>
                  </a:lnTo>
                  <a:lnTo>
                    <a:pt x="41415" y="57553"/>
                  </a:lnTo>
                  <a:cubicBezTo>
                    <a:pt x="41832" y="57904"/>
                    <a:pt x="42435" y="57904"/>
                    <a:pt x="42853" y="57553"/>
                  </a:cubicBezTo>
                  <a:lnTo>
                    <a:pt x="46609" y="54744"/>
                  </a:lnTo>
                  <a:lnTo>
                    <a:pt x="52592" y="54480"/>
                  </a:lnTo>
                  <a:cubicBezTo>
                    <a:pt x="52963" y="54480"/>
                    <a:pt x="53334" y="54260"/>
                    <a:pt x="53519" y="53953"/>
                  </a:cubicBezTo>
                  <a:lnTo>
                    <a:pt x="56070" y="50090"/>
                  </a:lnTo>
                  <a:lnTo>
                    <a:pt x="60893" y="50090"/>
                  </a:lnTo>
                  <a:lnTo>
                    <a:pt x="62563" y="52592"/>
                  </a:lnTo>
                  <a:cubicBezTo>
                    <a:pt x="62795" y="52943"/>
                    <a:pt x="63120" y="53119"/>
                    <a:pt x="63583" y="53119"/>
                  </a:cubicBezTo>
                  <a:lnTo>
                    <a:pt x="78656" y="52592"/>
                  </a:lnTo>
                  <a:cubicBezTo>
                    <a:pt x="79073" y="52592"/>
                    <a:pt x="79444" y="52329"/>
                    <a:pt x="79630" y="51978"/>
                  </a:cubicBezTo>
                  <a:cubicBezTo>
                    <a:pt x="79815" y="51627"/>
                    <a:pt x="79815" y="51188"/>
                    <a:pt x="79583" y="50880"/>
                  </a:cubicBezTo>
                  <a:lnTo>
                    <a:pt x="75456" y="45042"/>
                  </a:lnTo>
                  <a:lnTo>
                    <a:pt x="77589" y="43022"/>
                  </a:lnTo>
                  <a:lnTo>
                    <a:pt x="88117" y="43549"/>
                  </a:lnTo>
                  <a:cubicBezTo>
                    <a:pt x="88395" y="43549"/>
                    <a:pt x="88673" y="43461"/>
                    <a:pt x="88859" y="43329"/>
                  </a:cubicBezTo>
                  <a:lnTo>
                    <a:pt x="92708" y="40564"/>
                  </a:lnTo>
                  <a:lnTo>
                    <a:pt x="94378" y="43549"/>
                  </a:lnTo>
                  <a:cubicBezTo>
                    <a:pt x="94378" y="43549"/>
                    <a:pt x="94702" y="43944"/>
                    <a:pt x="94888" y="44032"/>
                  </a:cubicBezTo>
                  <a:lnTo>
                    <a:pt x="99247" y="45964"/>
                  </a:lnTo>
                  <a:cubicBezTo>
                    <a:pt x="99247" y="45964"/>
                    <a:pt x="99247" y="45964"/>
                    <a:pt x="99247" y="45964"/>
                  </a:cubicBezTo>
                  <a:cubicBezTo>
                    <a:pt x="99247" y="45964"/>
                    <a:pt x="99247" y="45964"/>
                    <a:pt x="99201" y="45920"/>
                  </a:cubicBezTo>
                  <a:cubicBezTo>
                    <a:pt x="99155" y="45920"/>
                    <a:pt x="99108" y="45920"/>
                    <a:pt x="99015" y="458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9" name="Freeform: Shape 2248">
              <a:extLst>
                <a:ext uri="{FF2B5EF4-FFF2-40B4-BE49-F238E27FC236}">
                  <a16:creationId xmlns:a16="http://schemas.microsoft.com/office/drawing/2014/main" id="{3D1DDAFE-FD92-02DF-B063-13B1EE5DF31D}"/>
                </a:ext>
              </a:extLst>
            </p:cNvPr>
            <p:cNvSpPr>
              <a:spLocks/>
            </p:cNvSpPr>
            <p:nvPr/>
          </p:nvSpPr>
          <p:spPr>
            <a:xfrm>
              <a:off x="4397016" y="3975500"/>
              <a:ext cx="70331" cy="56548"/>
            </a:xfrm>
            <a:custGeom>
              <a:avLst/>
              <a:gdLst>
                <a:gd name="connsiteX0" fmla="*/ 39003 w 47119"/>
                <a:gd name="connsiteY0" fmla="*/ 11063 h 37885"/>
                <a:gd name="connsiteX1" fmla="*/ 38632 w 47119"/>
                <a:gd name="connsiteY1" fmla="*/ 11502 h 37885"/>
                <a:gd name="connsiteX2" fmla="*/ 36082 w 47119"/>
                <a:gd name="connsiteY2" fmla="*/ 17385 h 37885"/>
                <a:gd name="connsiteX3" fmla="*/ 31258 w 47119"/>
                <a:gd name="connsiteY3" fmla="*/ 22740 h 37885"/>
                <a:gd name="connsiteX4" fmla="*/ 30980 w 47119"/>
                <a:gd name="connsiteY4" fmla="*/ 23443 h 37885"/>
                <a:gd name="connsiteX5" fmla="*/ 30980 w 47119"/>
                <a:gd name="connsiteY5" fmla="*/ 29501 h 37885"/>
                <a:gd name="connsiteX6" fmla="*/ 25925 w 47119"/>
                <a:gd name="connsiteY6" fmla="*/ 33320 h 37885"/>
                <a:gd name="connsiteX7" fmla="*/ 11826 w 47119"/>
                <a:gd name="connsiteY7" fmla="*/ 33320 h 37885"/>
                <a:gd name="connsiteX8" fmla="*/ 11270 w 47119"/>
                <a:gd name="connsiteY8" fmla="*/ 33452 h 37885"/>
                <a:gd name="connsiteX9" fmla="*/ 7096 w 47119"/>
                <a:gd name="connsiteY9" fmla="*/ 35647 h 37885"/>
                <a:gd name="connsiteX10" fmla="*/ 2319 w 47119"/>
                <a:gd name="connsiteY10" fmla="*/ 33891 h 37885"/>
                <a:gd name="connsiteX11" fmla="*/ 1438 w 47119"/>
                <a:gd name="connsiteY11" fmla="*/ 35032 h 37885"/>
                <a:gd name="connsiteX12" fmla="*/ 510 w 47119"/>
                <a:gd name="connsiteY12" fmla="*/ 35471 h 37885"/>
                <a:gd name="connsiteX13" fmla="*/ 0 w 47119"/>
                <a:gd name="connsiteY13" fmla="*/ 35296 h 37885"/>
                <a:gd name="connsiteX14" fmla="*/ 46 w 47119"/>
                <a:gd name="connsiteY14" fmla="*/ 35340 h 37885"/>
                <a:gd name="connsiteX15" fmla="*/ 46 w 47119"/>
                <a:gd name="connsiteY15" fmla="*/ 35340 h 37885"/>
                <a:gd name="connsiteX16" fmla="*/ 6725 w 47119"/>
                <a:gd name="connsiteY16" fmla="*/ 37798 h 37885"/>
                <a:gd name="connsiteX17" fmla="*/ 7142 w 47119"/>
                <a:gd name="connsiteY17" fmla="*/ 37886 h 37885"/>
                <a:gd name="connsiteX18" fmla="*/ 7699 w 47119"/>
                <a:gd name="connsiteY18" fmla="*/ 37754 h 37885"/>
                <a:gd name="connsiteX19" fmla="*/ 12058 w 47119"/>
                <a:gd name="connsiteY19" fmla="*/ 35427 h 37885"/>
                <a:gd name="connsiteX20" fmla="*/ 26250 w 47119"/>
                <a:gd name="connsiteY20" fmla="*/ 35427 h 37885"/>
                <a:gd name="connsiteX21" fmla="*/ 26992 w 47119"/>
                <a:gd name="connsiteY21" fmla="*/ 35208 h 37885"/>
                <a:gd name="connsiteX22" fmla="*/ 32789 w 47119"/>
                <a:gd name="connsiteY22" fmla="*/ 30818 h 37885"/>
                <a:gd name="connsiteX23" fmla="*/ 33206 w 47119"/>
                <a:gd name="connsiteY23" fmla="*/ 29940 h 37885"/>
                <a:gd name="connsiteX24" fmla="*/ 33206 w 47119"/>
                <a:gd name="connsiteY24" fmla="*/ 23750 h 37885"/>
                <a:gd name="connsiteX25" fmla="*/ 37844 w 47119"/>
                <a:gd name="connsiteY25" fmla="*/ 18570 h 37885"/>
                <a:gd name="connsiteX26" fmla="*/ 38029 w 47119"/>
                <a:gd name="connsiteY26" fmla="*/ 18263 h 37885"/>
                <a:gd name="connsiteX27" fmla="*/ 40534 w 47119"/>
                <a:gd name="connsiteY27" fmla="*/ 12512 h 37885"/>
                <a:gd name="connsiteX28" fmla="*/ 46656 w 47119"/>
                <a:gd name="connsiteY28" fmla="*/ 8034 h 37885"/>
                <a:gd name="connsiteX29" fmla="*/ 47119 w 47119"/>
                <a:gd name="connsiteY29" fmla="*/ 7156 h 37885"/>
                <a:gd name="connsiteX30" fmla="*/ 47119 w 47119"/>
                <a:gd name="connsiteY30" fmla="*/ 1098 h 37885"/>
                <a:gd name="connsiteX31" fmla="*/ 45960 w 47119"/>
                <a:gd name="connsiteY31" fmla="*/ 0 h 37885"/>
                <a:gd name="connsiteX32" fmla="*/ 44800 w 47119"/>
                <a:gd name="connsiteY32" fmla="*/ 1098 h 37885"/>
                <a:gd name="connsiteX33" fmla="*/ 44800 w 47119"/>
                <a:gd name="connsiteY33" fmla="*/ 6585 h 37885"/>
                <a:gd name="connsiteX34" fmla="*/ 38864 w 47119"/>
                <a:gd name="connsiteY34" fmla="*/ 10931 h 3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119" h="37885">
                  <a:moveTo>
                    <a:pt x="39003" y="11063"/>
                  </a:moveTo>
                  <a:cubicBezTo>
                    <a:pt x="39003" y="11063"/>
                    <a:pt x="38725" y="11326"/>
                    <a:pt x="38632" y="11502"/>
                  </a:cubicBezTo>
                  <a:lnTo>
                    <a:pt x="36082" y="17385"/>
                  </a:lnTo>
                  <a:lnTo>
                    <a:pt x="31258" y="22740"/>
                  </a:lnTo>
                  <a:cubicBezTo>
                    <a:pt x="31258" y="22740"/>
                    <a:pt x="30980" y="23179"/>
                    <a:pt x="30980" y="23443"/>
                  </a:cubicBezTo>
                  <a:lnTo>
                    <a:pt x="30980" y="29501"/>
                  </a:lnTo>
                  <a:lnTo>
                    <a:pt x="25925" y="33320"/>
                  </a:lnTo>
                  <a:lnTo>
                    <a:pt x="11826" y="33320"/>
                  </a:lnTo>
                  <a:cubicBezTo>
                    <a:pt x="11826" y="33320"/>
                    <a:pt x="11409" y="33364"/>
                    <a:pt x="11270" y="33452"/>
                  </a:cubicBezTo>
                  <a:lnTo>
                    <a:pt x="7096" y="35647"/>
                  </a:lnTo>
                  <a:lnTo>
                    <a:pt x="2319" y="33891"/>
                  </a:lnTo>
                  <a:lnTo>
                    <a:pt x="1438" y="35032"/>
                  </a:lnTo>
                  <a:cubicBezTo>
                    <a:pt x="1206" y="35340"/>
                    <a:pt x="835" y="35471"/>
                    <a:pt x="510" y="35471"/>
                  </a:cubicBezTo>
                  <a:cubicBezTo>
                    <a:pt x="325" y="35471"/>
                    <a:pt x="186" y="35384"/>
                    <a:pt x="0" y="35296"/>
                  </a:cubicBezTo>
                  <a:cubicBezTo>
                    <a:pt x="0" y="35296"/>
                    <a:pt x="0" y="35296"/>
                    <a:pt x="46" y="35340"/>
                  </a:cubicBezTo>
                  <a:cubicBezTo>
                    <a:pt x="46" y="35340"/>
                    <a:pt x="46" y="35340"/>
                    <a:pt x="46" y="35340"/>
                  </a:cubicBezTo>
                  <a:lnTo>
                    <a:pt x="6725" y="37798"/>
                  </a:lnTo>
                  <a:cubicBezTo>
                    <a:pt x="6725" y="37798"/>
                    <a:pt x="7003" y="37886"/>
                    <a:pt x="7142" y="37886"/>
                  </a:cubicBezTo>
                  <a:cubicBezTo>
                    <a:pt x="7328" y="37886"/>
                    <a:pt x="7513" y="37842"/>
                    <a:pt x="7699" y="37754"/>
                  </a:cubicBezTo>
                  <a:lnTo>
                    <a:pt x="12058" y="35427"/>
                  </a:lnTo>
                  <a:lnTo>
                    <a:pt x="26250" y="35427"/>
                  </a:lnTo>
                  <a:cubicBezTo>
                    <a:pt x="26528" y="35427"/>
                    <a:pt x="26760" y="35340"/>
                    <a:pt x="26992" y="35208"/>
                  </a:cubicBezTo>
                  <a:lnTo>
                    <a:pt x="32789" y="30818"/>
                  </a:lnTo>
                  <a:cubicBezTo>
                    <a:pt x="33067" y="30598"/>
                    <a:pt x="33206" y="30291"/>
                    <a:pt x="33206" y="29940"/>
                  </a:cubicBezTo>
                  <a:lnTo>
                    <a:pt x="33206" y="23750"/>
                  </a:lnTo>
                  <a:lnTo>
                    <a:pt x="37844" y="18570"/>
                  </a:lnTo>
                  <a:cubicBezTo>
                    <a:pt x="37844" y="18570"/>
                    <a:pt x="37983" y="18394"/>
                    <a:pt x="38029" y="18263"/>
                  </a:cubicBezTo>
                  <a:lnTo>
                    <a:pt x="40534" y="12512"/>
                  </a:lnTo>
                  <a:lnTo>
                    <a:pt x="46656" y="8034"/>
                  </a:lnTo>
                  <a:cubicBezTo>
                    <a:pt x="46934" y="7814"/>
                    <a:pt x="47119" y="7507"/>
                    <a:pt x="47119" y="7156"/>
                  </a:cubicBezTo>
                  <a:lnTo>
                    <a:pt x="47119" y="1098"/>
                  </a:lnTo>
                  <a:cubicBezTo>
                    <a:pt x="47119" y="483"/>
                    <a:pt x="46609" y="0"/>
                    <a:pt x="45960" y="0"/>
                  </a:cubicBezTo>
                  <a:cubicBezTo>
                    <a:pt x="45311" y="0"/>
                    <a:pt x="44800" y="483"/>
                    <a:pt x="44800" y="1098"/>
                  </a:cubicBezTo>
                  <a:lnTo>
                    <a:pt x="44800" y="6585"/>
                  </a:lnTo>
                  <a:lnTo>
                    <a:pt x="38864" y="109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0" name="Freeform: Shape 2249">
              <a:extLst>
                <a:ext uri="{FF2B5EF4-FFF2-40B4-BE49-F238E27FC236}">
                  <a16:creationId xmlns:a16="http://schemas.microsoft.com/office/drawing/2014/main" id="{91A00566-2705-6D77-9861-5442EA438AF1}"/>
                </a:ext>
              </a:extLst>
            </p:cNvPr>
            <p:cNvSpPr>
              <a:spLocks/>
            </p:cNvSpPr>
            <p:nvPr/>
          </p:nvSpPr>
          <p:spPr>
            <a:xfrm>
              <a:off x="4396254" y="4026152"/>
              <a:ext cx="138" cy="589"/>
            </a:xfrm>
            <a:custGeom>
              <a:avLst/>
              <a:gdLst>
                <a:gd name="connsiteX0" fmla="*/ 0 w 92"/>
                <a:gd name="connsiteY0" fmla="*/ 395 h 394"/>
                <a:gd name="connsiteX1" fmla="*/ 93 w 92"/>
                <a:gd name="connsiteY1" fmla="*/ 0 h 394"/>
                <a:gd name="connsiteX2" fmla="*/ 0 w 92"/>
                <a:gd name="connsiteY2" fmla="*/ 88 h 394"/>
                <a:gd name="connsiteX3" fmla="*/ 0 w 92"/>
                <a:gd name="connsiteY3" fmla="*/ 395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" h="394">
                  <a:moveTo>
                    <a:pt x="0" y="395"/>
                  </a:moveTo>
                  <a:cubicBezTo>
                    <a:pt x="0" y="395"/>
                    <a:pt x="0" y="132"/>
                    <a:pt x="93" y="0"/>
                  </a:cubicBezTo>
                  <a:cubicBezTo>
                    <a:pt x="93" y="0"/>
                    <a:pt x="0" y="44"/>
                    <a:pt x="0" y="88"/>
                  </a:cubicBezTo>
                  <a:cubicBezTo>
                    <a:pt x="0" y="176"/>
                    <a:pt x="0" y="263"/>
                    <a:pt x="0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1" name="Freeform: Shape 2250">
              <a:extLst>
                <a:ext uri="{FF2B5EF4-FFF2-40B4-BE49-F238E27FC236}">
                  <a16:creationId xmlns:a16="http://schemas.microsoft.com/office/drawing/2014/main" id="{49815ED2-B1E4-B4BC-C755-F695EE6DAB0C}"/>
                </a:ext>
              </a:extLst>
            </p:cNvPr>
            <p:cNvSpPr>
              <a:spLocks/>
            </p:cNvSpPr>
            <p:nvPr/>
          </p:nvSpPr>
          <p:spPr>
            <a:xfrm>
              <a:off x="4396254" y="4027331"/>
              <a:ext cx="345" cy="524"/>
            </a:xfrm>
            <a:custGeom>
              <a:avLst/>
              <a:gdLst>
                <a:gd name="connsiteX0" fmla="*/ 232 w 231"/>
                <a:gd name="connsiteY0" fmla="*/ 351 h 351"/>
                <a:gd name="connsiteX1" fmla="*/ 0 w 231"/>
                <a:gd name="connsiteY1" fmla="*/ 0 h 351"/>
                <a:gd name="connsiteX2" fmla="*/ 232 w 231"/>
                <a:gd name="connsiteY2" fmla="*/ 351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1" h="351">
                  <a:moveTo>
                    <a:pt x="232" y="351"/>
                  </a:moveTo>
                  <a:cubicBezTo>
                    <a:pt x="232" y="351"/>
                    <a:pt x="46" y="132"/>
                    <a:pt x="0" y="0"/>
                  </a:cubicBezTo>
                  <a:cubicBezTo>
                    <a:pt x="0" y="132"/>
                    <a:pt x="139" y="219"/>
                    <a:pt x="232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2" name="Freeform: Shape 2251">
              <a:extLst>
                <a:ext uri="{FF2B5EF4-FFF2-40B4-BE49-F238E27FC236}">
                  <a16:creationId xmlns:a16="http://schemas.microsoft.com/office/drawing/2014/main" id="{5144AF60-0112-8F46-D9D9-24C66F906D15}"/>
                </a:ext>
              </a:extLst>
            </p:cNvPr>
            <p:cNvSpPr>
              <a:spLocks/>
            </p:cNvSpPr>
            <p:nvPr/>
          </p:nvSpPr>
          <p:spPr>
            <a:xfrm>
              <a:off x="4313393" y="3934803"/>
              <a:ext cx="41179" cy="104061"/>
            </a:xfrm>
            <a:custGeom>
              <a:avLst/>
              <a:gdLst>
                <a:gd name="connsiteX0" fmla="*/ 10388 w 27588"/>
                <a:gd name="connsiteY0" fmla="*/ 15588 h 69716"/>
                <a:gd name="connsiteX1" fmla="*/ 10249 w 27588"/>
                <a:gd name="connsiteY1" fmla="*/ 16466 h 69716"/>
                <a:gd name="connsiteX2" fmla="*/ 10852 w 27588"/>
                <a:gd name="connsiteY2" fmla="*/ 17124 h 69716"/>
                <a:gd name="connsiteX3" fmla="*/ 13542 w 27588"/>
                <a:gd name="connsiteY3" fmla="*/ 18310 h 69716"/>
                <a:gd name="connsiteX4" fmla="*/ 11641 w 27588"/>
                <a:gd name="connsiteY4" fmla="*/ 20505 h 69716"/>
                <a:gd name="connsiteX5" fmla="*/ 8116 w 27588"/>
                <a:gd name="connsiteY5" fmla="*/ 20505 h 69716"/>
                <a:gd name="connsiteX6" fmla="*/ 7606 w 27588"/>
                <a:gd name="connsiteY6" fmla="*/ 20592 h 69716"/>
                <a:gd name="connsiteX7" fmla="*/ 649 w 27588"/>
                <a:gd name="connsiteY7" fmla="*/ 23753 h 69716"/>
                <a:gd name="connsiteX8" fmla="*/ 0 w 27588"/>
                <a:gd name="connsiteY8" fmla="*/ 24763 h 69716"/>
                <a:gd name="connsiteX9" fmla="*/ 0 w 27588"/>
                <a:gd name="connsiteY9" fmla="*/ 33938 h 69716"/>
                <a:gd name="connsiteX10" fmla="*/ 93 w 27588"/>
                <a:gd name="connsiteY10" fmla="*/ 34377 h 69716"/>
                <a:gd name="connsiteX11" fmla="*/ 4452 w 27588"/>
                <a:gd name="connsiteY11" fmla="*/ 44255 h 69716"/>
                <a:gd name="connsiteX12" fmla="*/ 5519 w 27588"/>
                <a:gd name="connsiteY12" fmla="*/ 44913 h 69716"/>
                <a:gd name="connsiteX13" fmla="*/ 12475 w 27588"/>
                <a:gd name="connsiteY13" fmla="*/ 44913 h 69716"/>
                <a:gd name="connsiteX14" fmla="*/ 12475 w 27588"/>
                <a:gd name="connsiteY14" fmla="*/ 52332 h 69716"/>
                <a:gd name="connsiteX15" fmla="*/ 12707 w 27588"/>
                <a:gd name="connsiteY15" fmla="*/ 52991 h 69716"/>
                <a:gd name="connsiteX16" fmla="*/ 18551 w 27588"/>
                <a:gd name="connsiteY16" fmla="*/ 60717 h 69716"/>
                <a:gd name="connsiteX17" fmla="*/ 24163 w 27588"/>
                <a:gd name="connsiteY17" fmla="*/ 67609 h 69716"/>
                <a:gd name="connsiteX18" fmla="*/ 25507 w 27588"/>
                <a:gd name="connsiteY18" fmla="*/ 69278 h 69716"/>
                <a:gd name="connsiteX19" fmla="*/ 26435 w 27588"/>
                <a:gd name="connsiteY19" fmla="*/ 69717 h 69716"/>
                <a:gd name="connsiteX20" fmla="*/ 27131 w 27588"/>
                <a:gd name="connsiteY20" fmla="*/ 69497 h 69716"/>
                <a:gd name="connsiteX21" fmla="*/ 27363 w 27588"/>
                <a:gd name="connsiteY21" fmla="*/ 67961 h 69716"/>
                <a:gd name="connsiteX22" fmla="*/ 26991 w 27588"/>
                <a:gd name="connsiteY22" fmla="*/ 67522 h 69716"/>
                <a:gd name="connsiteX23" fmla="*/ 20406 w 27588"/>
                <a:gd name="connsiteY23" fmla="*/ 59444 h 69716"/>
                <a:gd name="connsiteX24" fmla="*/ 14841 w 27588"/>
                <a:gd name="connsiteY24" fmla="*/ 52069 h 69716"/>
                <a:gd name="connsiteX25" fmla="*/ 14841 w 27588"/>
                <a:gd name="connsiteY25" fmla="*/ 43903 h 69716"/>
                <a:gd name="connsiteX26" fmla="*/ 13681 w 27588"/>
                <a:gd name="connsiteY26" fmla="*/ 42806 h 69716"/>
                <a:gd name="connsiteX27" fmla="*/ 6354 w 27588"/>
                <a:gd name="connsiteY27" fmla="*/ 42806 h 69716"/>
                <a:gd name="connsiteX28" fmla="*/ 2412 w 27588"/>
                <a:gd name="connsiteY28" fmla="*/ 33806 h 69716"/>
                <a:gd name="connsiteX29" fmla="*/ 2412 w 27588"/>
                <a:gd name="connsiteY29" fmla="*/ 25509 h 69716"/>
                <a:gd name="connsiteX30" fmla="*/ 8487 w 27588"/>
                <a:gd name="connsiteY30" fmla="*/ 22744 h 69716"/>
                <a:gd name="connsiteX31" fmla="*/ 12290 w 27588"/>
                <a:gd name="connsiteY31" fmla="*/ 22744 h 69716"/>
                <a:gd name="connsiteX32" fmla="*/ 13171 w 27588"/>
                <a:gd name="connsiteY32" fmla="*/ 22348 h 69716"/>
                <a:gd name="connsiteX33" fmla="*/ 16371 w 27588"/>
                <a:gd name="connsiteY33" fmla="*/ 18661 h 69716"/>
                <a:gd name="connsiteX34" fmla="*/ 16603 w 27588"/>
                <a:gd name="connsiteY34" fmla="*/ 17739 h 69716"/>
                <a:gd name="connsiteX35" fmla="*/ 15954 w 27588"/>
                <a:gd name="connsiteY35" fmla="*/ 16993 h 69716"/>
                <a:gd name="connsiteX36" fmla="*/ 13078 w 27588"/>
                <a:gd name="connsiteY36" fmla="*/ 15720 h 69716"/>
                <a:gd name="connsiteX37" fmla="*/ 14887 w 27588"/>
                <a:gd name="connsiteY37" fmla="*/ 12910 h 69716"/>
                <a:gd name="connsiteX38" fmla="*/ 15026 w 27588"/>
                <a:gd name="connsiteY38" fmla="*/ 12471 h 69716"/>
                <a:gd name="connsiteX39" fmla="*/ 15907 w 27588"/>
                <a:gd name="connsiteY39" fmla="*/ 6325 h 69716"/>
                <a:gd name="connsiteX40" fmla="*/ 16649 w 27588"/>
                <a:gd name="connsiteY40" fmla="*/ 1232 h 69716"/>
                <a:gd name="connsiteX41" fmla="*/ 15675 w 27588"/>
                <a:gd name="connsiteY41" fmla="*/ 3 h 69716"/>
                <a:gd name="connsiteX42" fmla="*/ 14377 w 27588"/>
                <a:gd name="connsiteY42" fmla="*/ 925 h 69716"/>
                <a:gd name="connsiteX43" fmla="*/ 13959 w 27588"/>
                <a:gd name="connsiteY43" fmla="*/ 3779 h 69716"/>
                <a:gd name="connsiteX44" fmla="*/ 12800 w 27588"/>
                <a:gd name="connsiteY44" fmla="*/ 11944 h 69716"/>
                <a:gd name="connsiteX45" fmla="*/ 10481 w 27588"/>
                <a:gd name="connsiteY45" fmla="*/ 15588 h 6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7588" h="69716">
                  <a:moveTo>
                    <a:pt x="10388" y="15588"/>
                  </a:moveTo>
                  <a:cubicBezTo>
                    <a:pt x="10203" y="15851"/>
                    <a:pt x="10156" y="16159"/>
                    <a:pt x="10249" y="16466"/>
                  </a:cubicBezTo>
                  <a:cubicBezTo>
                    <a:pt x="10342" y="16773"/>
                    <a:pt x="10574" y="16993"/>
                    <a:pt x="10852" y="17124"/>
                  </a:cubicBezTo>
                  <a:lnTo>
                    <a:pt x="13542" y="18310"/>
                  </a:lnTo>
                  <a:lnTo>
                    <a:pt x="11641" y="20505"/>
                  </a:lnTo>
                  <a:lnTo>
                    <a:pt x="8116" y="20505"/>
                  </a:lnTo>
                  <a:cubicBezTo>
                    <a:pt x="8116" y="20505"/>
                    <a:pt x="7791" y="20505"/>
                    <a:pt x="7606" y="20592"/>
                  </a:cubicBezTo>
                  <a:lnTo>
                    <a:pt x="649" y="23753"/>
                  </a:lnTo>
                  <a:cubicBezTo>
                    <a:pt x="232" y="23929"/>
                    <a:pt x="0" y="24324"/>
                    <a:pt x="0" y="24763"/>
                  </a:cubicBezTo>
                  <a:lnTo>
                    <a:pt x="0" y="33938"/>
                  </a:lnTo>
                  <a:cubicBezTo>
                    <a:pt x="0" y="33938"/>
                    <a:pt x="0" y="34245"/>
                    <a:pt x="93" y="34377"/>
                  </a:cubicBezTo>
                  <a:lnTo>
                    <a:pt x="4452" y="44255"/>
                  </a:lnTo>
                  <a:cubicBezTo>
                    <a:pt x="4638" y="44650"/>
                    <a:pt x="5055" y="44913"/>
                    <a:pt x="5519" y="44913"/>
                  </a:cubicBezTo>
                  <a:lnTo>
                    <a:pt x="12475" y="44913"/>
                  </a:lnTo>
                  <a:lnTo>
                    <a:pt x="12475" y="52332"/>
                  </a:lnTo>
                  <a:cubicBezTo>
                    <a:pt x="12475" y="52552"/>
                    <a:pt x="12568" y="52771"/>
                    <a:pt x="12707" y="52991"/>
                  </a:cubicBezTo>
                  <a:lnTo>
                    <a:pt x="18551" y="60717"/>
                  </a:lnTo>
                  <a:lnTo>
                    <a:pt x="24163" y="67609"/>
                  </a:lnTo>
                  <a:lnTo>
                    <a:pt x="25507" y="69278"/>
                  </a:lnTo>
                  <a:cubicBezTo>
                    <a:pt x="25739" y="69541"/>
                    <a:pt x="26064" y="69717"/>
                    <a:pt x="26435" y="69717"/>
                  </a:cubicBezTo>
                  <a:cubicBezTo>
                    <a:pt x="26667" y="69717"/>
                    <a:pt x="26945" y="69629"/>
                    <a:pt x="27131" y="69497"/>
                  </a:cubicBezTo>
                  <a:cubicBezTo>
                    <a:pt x="27641" y="69146"/>
                    <a:pt x="27734" y="68443"/>
                    <a:pt x="27363" y="67961"/>
                  </a:cubicBezTo>
                  <a:lnTo>
                    <a:pt x="26991" y="67522"/>
                  </a:lnTo>
                  <a:lnTo>
                    <a:pt x="20406" y="59444"/>
                  </a:lnTo>
                  <a:lnTo>
                    <a:pt x="14841" y="52069"/>
                  </a:lnTo>
                  <a:lnTo>
                    <a:pt x="14841" y="43903"/>
                  </a:lnTo>
                  <a:cubicBezTo>
                    <a:pt x="14841" y="43289"/>
                    <a:pt x="14331" y="42806"/>
                    <a:pt x="13681" y="42806"/>
                  </a:cubicBezTo>
                  <a:lnTo>
                    <a:pt x="6354" y="42806"/>
                  </a:lnTo>
                  <a:lnTo>
                    <a:pt x="2412" y="33806"/>
                  </a:lnTo>
                  <a:lnTo>
                    <a:pt x="2412" y="25509"/>
                  </a:lnTo>
                  <a:lnTo>
                    <a:pt x="8487" y="22744"/>
                  </a:lnTo>
                  <a:lnTo>
                    <a:pt x="12290" y="22744"/>
                  </a:lnTo>
                  <a:cubicBezTo>
                    <a:pt x="12661" y="22744"/>
                    <a:pt x="12986" y="22612"/>
                    <a:pt x="13171" y="22348"/>
                  </a:cubicBezTo>
                  <a:lnTo>
                    <a:pt x="16371" y="18661"/>
                  </a:lnTo>
                  <a:cubicBezTo>
                    <a:pt x="16603" y="18397"/>
                    <a:pt x="16696" y="18046"/>
                    <a:pt x="16603" y="17739"/>
                  </a:cubicBezTo>
                  <a:cubicBezTo>
                    <a:pt x="16510" y="17388"/>
                    <a:pt x="16278" y="17124"/>
                    <a:pt x="15954" y="16993"/>
                  </a:cubicBezTo>
                  <a:lnTo>
                    <a:pt x="13078" y="15720"/>
                  </a:lnTo>
                  <a:lnTo>
                    <a:pt x="14887" y="12910"/>
                  </a:lnTo>
                  <a:cubicBezTo>
                    <a:pt x="14887" y="12910"/>
                    <a:pt x="15026" y="12647"/>
                    <a:pt x="15026" y="12471"/>
                  </a:cubicBezTo>
                  <a:lnTo>
                    <a:pt x="15907" y="6325"/>
                  </a:lnTo>
                  <a:lnTo>
                    <a:pt x="16649" y="1232"/>
                  </a:lnTo>
                  <a:cubicBezTo>
                    <a:pt x="16742" y="618"/>
                    <a:pt x="16278" y="91"/>
                    <a:pt x="15675" y="3"/>
                  </a:cubicBezTo>
                  <a:cubicBezTo>
                    <a:pt x="15026" y="-41"/>
                    <a:pt x="14470" y="355"/>
                    <a:pt x="14377" y="925"/>
                  </a:cubicBezTo>
                  <a:lnTo>
                    <a:pt x="13959" y="3779"/>
                  </a:lnTo>
                  <a:lnTo>
                    <a:pt x="12800" y="11944"/>
                  </a:lnTo>
                  <a:lnTo>
                    <a:pt x="10481" y="155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3" name="Freeform: Shape 2252">
              <a:extLst>
                <a:ext uri="{FF2B5EF4-FFF2-40B4-BE49-F238E27FC236}">
                  <a16:creationId xmlns:a16="http://schemas.microsoft.com/office/drawing/2014/main" id="{4FABB756-9967-452A-38DB-F3F9AD0E4CD3}"/>
                </a:ext>
              </a:extLst>
            </p:cNvPr>
            <p:cNvSpPr>
              <a:spLocks/>
            </p:cNvSpPr>
            <p:nvPr/>
          </p:nvSpPr>
          <p:spPr>
            <a:xfrm>
              <a:off x="4396131" y="3942178"/>
              <a:ext cx="20373" cy="86397"/>
            </a:xfrm>
            <a:custGeom>
              <a:avLst/>
              <a:gdLst>
                <a:gd name="connsiteX0" fmla="*/ 36 w 13649"/>
                <a:gd name="connsiteY0" fmla="*/ 16705 h 57883"/>
                <a:gd name="connsiteX1" fmla="*/ 3793 w 13649"/>
                <a:gd name="connsiteY1" fmla="*/ 30182 h 57883"/>
                <a:gd name="connsiteX2" fmla="*/ 3886 w 13649"/>
                <a:gd name="connsiteY2" fmla="*/ 30446 h 57883"/>
                <a:gd name="connsiteX3" fmla="*/ 7318 w 13649"/>
                <a:gd name="connsiteY3" fmla="*/ 36153 h 57883"/>
                <a:gd name="connsiteX4" fmla="*/ 4489 w 13649"/>
                <a:gd name="connsiteY4" fmla="*/ 40543 h 57883"/>
                <a:gd name="connsiteX5" fmla="*/ 4303 w 13649"/>
                <a:gd name="connsiteY5" fmla="*/ 41113 h 57883"/>
                <a:gd name="connsiteX6" fmla="*/ 4303 w 13649"/>
                <a:gd name="connsiteY6" fmla="*/ 50640 h 57883"/>
                <a:gd name="connsiteX7" fmla="*/ 732 w 13649"/>
                <a:gd name="connsiteY7" fmla="*/ 55381 h 57883"/>
                <a:gd name="connsiteX8" fmla="*/ 176 w 13649"/>
                <a:gd name="connsiteY8" fmla="*/ 56127 h 57883"/>
                <a:gd name="connsiteX9" fmla="*/ 176 w 13649"/>
                <a:gd name="connsiteY9" fmla="*/ 56259 h 57883"/>
                <a:gd name="connsiteX10" fmla="*/ 83 w 13649"/>
                <a:gd name="connsiteY10" fmla="*/ 56654 h 57883"/>
                <a:gd name="connsiteX11" fmla="*/ 83 w 13649"/>
                <a:gd name="connsiteY11" fmla="*/ 57049 h 57883"/>
                <a:gd name="connsiteX12" fmla="*/ 315 w 13649"/>
                <a:gd name="connsiteY12" fmla="*/ 57400 h 57883"/>
                <a:gd name="connsiteX13" fmla="*/ 500 w 13649"/>
                <a:gd name="connsiteY13" fmla="*/ 57664 h 57883"/>
                <a:gd name="connsiteX14" fmla="*/ 686 w 13649"/>
                <a:gd name="connsiteY14" fmla="*/ 57708 h 57883"/>
                <a:gd name="connsiteX15" fmla="*/ 1196 w 13649"/>
                <a:gd name="connsiteY15" fmla="*/ 57883 h 57883"/>
                <a:gd name="connsiteX16" fmla="*/ 2123 w 13649"/>
                <a:gd name="connsiteY16" fmla="*/ 57444 h 57883"/>
                <a:gd name="connsiteX17" fmla="*/ 3004 w 13649"/>
                <a:gd name="connsiteY17" fmla="*/ 56303 h 57883"/>
                <a:gd name="connsiteX18" fmla="*/ 6483 w 13649"/>
                <a:gd name="connsiteY18" fmla="*/ 51693 h 57883"/>
                <a:gd name="connsiteX19" fmla="*/ 6715 w 13649"/>
                <a:gd name="connsiteY19" fmla="*/ 51035 h 57883"/>
                <a:gd name="connsiteX20" fmla="*/ 6715 w 13649"/>
                <a:gd name="connsiteY20" fmla="*/ 41465 h 57883"/>
                <a:gd name="connsiteX21" fmla="*/ 9729 w 13649"/>
                <a:gd name="connsiteY21" fmla="*/ 36767 h 57883"/>
                <a:gd name="connsiteX22" fmla="*/ 9729 w 13649"/>
                <a:gd name="connsiteY22" fmla="*/ 35670 h 57883"/>
                <a:gd name="connsiteX23" fmla="*/ 6019 w 13649"/>
                <a:gd name="connsiteY23" fmla="*/ 29524 h 57883"/>
                <a:gd name="connsiteX24" fmla="*/ 2448 w 13649"/>
                <a:gd name="connsiteY24" fmla="*/ 16705 h 57883"/>
                <a:gd name="connsiteX25" fmla="*/ 11584 w 13649"/>
                <a:gd name="connsiteY25" fmla="*/ 4281 h 57883"/>
                <a:gd name="connsiteX26" fmla="*/ 13439 w 13649"/>
                <a:gd name="connsiteY26" fmla="*/ 1735 h 57883"/>
                <a:gd name="connsiteX27" fmla="*/ 13161 w 13649"/>
                <a:gd name="connsiteY27" fmla="*/ 198 h 57883"/>
                <a:gd name="connsiteX28" fmla="*/ 11538 w 13649"/>
                <a:gd name="connsiteY28" fmla="*/ 462 h 57883"/>
                <a:gd name="connsiteX29" fmla="*/ 9405 w 13649"/>
                <a:gd name="connsiteY29" fmla="*/ 3359 h 57883"/>
                <a:gd name="connsiteX30" fmla="*/ 222 w 13649"/>
                <a:gd name="connsiteY30" fmla="*/ 15827 h 57883"/>
                <a:gd name="connsiteX31" fmla="*/ 36 w 13649"/>
                <a:gd name="connsiteY31" fmla="*/ 16749 h 57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649" h="57883">
                  <a:moveTo>
                    <a:pt x="36" y="16705"/>
                  </a:moveTo>
                  <a:lnTo>
                    <a:pt x="3793" y="30182"/>
                  </a:lnTo>
                  <a:cubicBezTo>
                    <a:pt x="3793" y="30182"/>
                    <a:pt x="3839" y="30358"/>
                    <a:pt x="3886" y="30446"/>
                  </a:cubicBezTo>
                  <a:lnTo>
                    <a:pt x="7318" y="36153"/>
                  </a:lnTo>
                  <a:lnTo>
                    <a:pt x="4489" y="40543"/>
                  </a:lnTo>
                  <a:cubicBezTo>
                    <a:pt x="4489" y="40543"/>
                    <a:pt x="4303" y="40894"/>
                    <a:pt x="4303" y="41113"/>
                  </a:cubicBezTo>
                  <a:lnTo>
                    <a:pt x="4303" y="50640"/>
                  </a:lnTo>
                  <a:lnTo>
                    <a:pt x="732" y="55381"/>
                  </a:lnTo>
                  <a:lnTo>
                    <a:pt x="176" y="56127"/>
                  </a:lnTo>
                  <a:cubicBezTo>
                    <a:pt x="176" y="56127"/>
                    <a:pt x="176" y="56215"/>
                    <a:pt x="176" y="56259"/>
                  </a:cubicBezTo>
                  <a:cubicBezTo>
                    <a:pt x="129" y="56390"/>
                    <a:pt x="83" y="56522"/>
                    <a:pt x="83" y="56654"/>
                  </a:cubicBezTo>
                  <a:cubicBezTo>
                    <a:pt x="83" y="56786"/>
                    <a:pt x="83" y="56917"/>
                    <a:pt x="83" y="57049"/>
                  </a:cubicBezTo>
                  <a:cubicBezTo>
                    <a:pt x="83" y="57181"/>
                    <a:pt x="222" y="57269"/>
                    <a:pt x="315" y="57400"/>
                  </a:cubicBezTo>
                  <a:cubicBezTo>
                    <a:pt x="361" y="57488"/>
                    <a:pt x="407" y="57576"/>
                    <a:pt x="500" y="57664"/>
                  </a:cubicBezTo>
                  <a:cubicBezTo>
                    <a:pt x="547" y="57664"/>
                    <a:pt x="593" y="57664"/>
                    <a:pt x="686" y="57708"/>
                  </a:cubicBezTo>
                  <a:cubicBezTo>
                    <a:pt x="871" y="57795"/>
                    <a:pt x="1010" y="57883"/>
                    <a:pt x="1196" y="57883"/>
                  </a:cubicBezTo>
                  <a:cubicBezTo>
                    <a:pt x="1567" y="57883"/>
                    <a:pt x="1891" y="57708"/>
                    <a:pt x="2123" y="57444"/>
                  </a:cubicBezTo>
                  <a:lnTo>
                    <a:pt x="3004" y="56303"/>
                  </a:lnTo>
                  <a:lnTo>
                    <a:pt x="6483" y="51693"/>
                  </a:lnTo>
                  <a:cubicBezTo>
                    <a:pt x="6483" y="51693"/>
                    <a:pt x="6715" y="51298"/>
                    <a:pt x="6715" y="51035"/>
                  </a:cubicBezTo>
                  <a:lnTo>
                    <a:pt x="6715" y="41465"/>
                  </a:lnTo>
                  <a:lnTo>
                    <a:pt x="9729" y="36767"/>
                  </a:lnTo>
                  <a:cubicBezTo>
                    <a:pt x="9961" y="36416"/>
                    <a:pt x="9961" y="36021"/>
                    <a:pt x="9729" y="35670"/>
                  </a:cubicBezTo>
                  <a:lnTo>
                    <a:pt x="6019" y="29524"/>
                  </a:lnTo>
                  <a:lnTo>
                    <a:pt x="2448" y="16705"/>
                  </a:lnTo>
                  <a:lnTo>
                    <a:pt x="11584" y="4281"/>
                  </a:lnTo>
                  <a:lnTo>
                    <a:pt x="13439" y="1735"/>
                  </a:lnTo>
                  <a:cubicBezTo>
                    <a:pt x="13810" y="1252"/>
                    <a:pt x="13671" y="550"/>
                    <a:pt x="13161" y="198"/>
                  </a:cubicBezTo>
                  <a:cubicBezTo>
                    <a:pt x="12651" y="-153"/>
                    <a:pt x="11909" y="-21"/>
                    <a:pt x="11538" y="462"/>
                  </a:cubicBezTo>
                  <a:lnTo>
                    <a:pt x="9405" y="3359"/>
                  </a:lnTo>
                  <a:lnTo>
                    <a:pt x="222" y="15827"/>
                  </a:lnTo>
                  <a:cubicBezTo>
                    <a:pt x="36" y="16090"/>
                    <a:pt x="-56" y="16442"/>
                    <a:pt x="36" y="1674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4" name="Freeform: Shape 2253">
              <a:extLst>
                <a:ext uri="{FF2B5EF4-FFF2-40B4-BE49-F238E27FC236}">
                  <a16:creationId xmlns:a16="http://schemas.microsoft.com/office/drawing/2014/main" id="{7C4D7562-2FBF-54B5-5024-A4F98AF3F800}"/>
                </a:ext>
              </a:extLst>
            </p:cNvPr>
            <p:cNvSpPr>
              <a:spLocks/>
            </p:cNvSpPr>
            <p:nvPr/>
          </p:nvSpPr>
          <p:spPr>
            <a:xfrm>
              <a:off x="4321517" y="4781739"/>
              <a:ext cx="110564" cy="104186"/>
            </a:xfrm>
            <a:custGeom>
              <a:avLst/>
              <a:gdLst>
                <a:gd name="connsiteX0" fmla="*/ 67508 w 74073"/>
                <a:gd name="connsiteY0" fmla="*/ 60714 h 69800"/>
                <a:gd name="connsiteX1" fmla="*/ 68482 w 74073"/>
                <a:gd name="connsiteY1" fmla="*/ 55797 h 69800"/>
                <a:gd name="connsiteX2" fmla="*/ 73862 w 74073"/>
                <a:gd name="connsiteY2" fmla="*/ 48597 h 69800"/>
                <a:gd name="connsiteX3" fmla="*/ 73630 w 74073"/>
                <a:gd name="connsiteY3" fmla="*/ 47105 h 69800"/>
                <a:gd name="connsiteX4" fmla="*/ 72888 w 74073"/>
                <a:gd name="connsiteY4" fmla="*/ 46534 h 69800"/>
                <a:gd name="connsiteX5" fmla="*/ 66488 w 74073"/>
                <a:gd name="connsiteY5" fmla="*/ 41661 h 69800"/>
                <a:gd name="connsiteX6" fmla="*/ 66488 w 74073"/>
                <a:gd name="connsiteY6" fmla="*/ 36964 h 69800"/>
                <a:gd name="connsiteX7" fmla="*/ 65746 w 74073"/>
                <a:gd name="connsiteY7" fmla="*/ 35954 h 69800"/>
                <a:gd name="connsiteX8" fmla="*/ 59670 w 74073"/>
                <a:gd name="connsiteY8" fmla="*/ 33627 h 69800"/>
                <a:gd name="connsiteX9" fmla="*/ 53177 w 74073"/>
                <a:gd name="connsiteY9" fmla="*/ 24584 h 69800"/>
                <a:gd name="connsiteX10" fmla="*/ 52204 w 74073"/>
                <a:gd name="connsiteY10" fmla="*/ 24101 h 69800"/>
                <a:gd name="connsiteX11" fmla="*/ 46777 w 74073"/>
                <a:gd name="connsiteY11" fmla="*/ 24101 h 69800"/>
                <a:gd name="connsiteX12" fmla="*/ 44783 w 74073"/>
                <a:gd name="connsiteY12" fmla="*/ 21072 h 69800"/>
                <a:gd name="connsiteX13" fmla="*/ 43809 w 74073"/>
                <a:gd name="connsiteY13" fmla="*/ 20545 h 69800"/>
                <a:gd name="connsiteX14" fmla="*/ 39960 w 74073"/>
                <a:gd name="connsiteY14" fmla="*/ 20545 h 69800"/>
                <a:gd name="connsiteX15" fmla="*/ 33931 w 74073"/>
                <a:gd name="connsiteY15" fmla="*/ 14311 h 69800"/>
                <a:gd name="connsiteX16" fmla="*/ 33142 w 74073"/>
                <a:gd name="connsiteY16" fmla="*/ 13960 h 69800"/>
                <a:gd name="connsiteX17" fmla="*/ 32308 w 74073"/>
                <a:gd name="connsiteY17" fmla="*/ 14268 h 69800"/>
                <a:gd name="connsiteX18" fmla="*/ 29479 w 74073"/>
                <a:gd name="connsiteY18" fmla="*/ 16770 h 69800"/>
                <a:gd name="connsiteX19" fmla="*/ 16029 w 74073"/>
                <a:gd name="connsiteY19" fmla="*/ 439 h 69800"/>
                <a:gd name="connsiteX20" fmla="*/ 15102 w 74073"/>
                <a:gd name="connsiteY20" fmla="*/ 0 h 69800"/>
                <a:gd name="connsiteX21" fmla="*/ 9583 w 74073"/>
                <a:gd name="connsiteY21" fmla="*/ 0 h 69800"/>
                <a:gd name="connsiteX22" fmla="*/ 8516 w 74073"/>
                <a:gd name="connsiteY22" fmla="*/ 702 h 69800"/>
                <a:gd name="connsiteX23" fmla="*/ 6847 w 74073"/>
                <a:gd name="connsiteY23" fmla="*/ 4522 h 69800"/>
                <a:gd name="connsiteX24" fmla="*/ 3415 w 74073"/>
                <a:gd name="connsiteY24" fmla="*/ 3775 h 69800"/>
                <a:gd name="connsiteX25" fmla="*/ 1420 w 74073"/>
                <a:gd name="connsiteY25" fmla="*/ 3336 h 69800"/>
                <a:gd name="connsiteX26" fmla="*/ 1142 w 74073"/>
                <a:gd name="connsiteY26" fmla="*/ 3380 h 69800"/>
                <a:gd name="connsiteX27" fmla="*/ 725 w 74073"/>
                <a:gd name="connsiteY27" fmla="*/ 3468 h 69800"/>
                <a:gd name="connsiteX28" fmla="*/ 400 w 74073"/>
                <a:gd name="connsiteY28" fmla="*/ 3731 h 69800"/>
                <a:gd name="connsiteX29" fmla="*/ 29 w 74073"/>
                <a:gd name="connsiteY29" fmla="*/ 4214 h 69800"/>
                <a:gd name="connsiteX30" fmla="*/ 910 w 74073"/>
                <a:gd name="connsiteY30" fmla="*/ 5531 h 69800"/>
                <a:gd name="connsiteX31" fmla="*/ 1745 w 74073"/>
                <a:gd name="connsiteY31" fmla="*/ 5707 h 69800"/>
                <a:gd name="connsiteX32" fmla="*/ 7264 w 74073"/>
                <a:gd name="connsiteY32" fmla="*/ 6892 h 69800"/>
                <a:gd name="connsiteX33" fmla="*/ 8609 w 74073"/>
                <a:gd name="connsiteY33" fmla="*/ 6234 h 69800"/>
                <a:gd name="connsiteX34" fmla="*/ 10325 w 74073"/>
                <a:gd name="connsiteY34" fmla="*/ 2239 h 69800"/>
                <a:gd name="connsiteX35" fmla="*/ 14499 w 74073"/>
                <a:gd name="connsiteY35" fmla="*/ 2239 h 69800"/>
                <a:gd name="connsiteX36" fmla="*/ 28366 w 74073"/>
                <a:gd name="connsiteY36" fmla="*/ 19096 h 69800"/>
                <a:gd name="connsiteX37" fmla="*/ 29200 w 74073"/>
                <a:gd name="connsiteY37" fmla="*/ 19536 h 69800"/>
                <a:gd name="connsiteX38" fmla="*/ 30081 w 74073"/>
                <a:gd name="connsiteY38" fmla="*/ 19228 h 69800"/>
                <a:gd name="connsiteX39" fmla="*/ 33003 w 74073"/>
                <a:gd name="connsiteY39" fmla="*/ 16682 h 69800"/>
                <a:gd name="connsiteX40" fmla="*/ 38615 w 74073"/>
                <a:gd name="connsiteY40" fmla="*/ 22477 h 69800"/>
                <a:gd name="connsiteX41" fmla="*/ 39450 w 74073"/>
                <a:gd name="connsiteY41" fmla="*/ 22828 h 69800"/>
                <a:gd name="connsiteX42" fmla="*/ 43160 w 74073"/>
                <a:gd name="connsiteY42" fmla="*/ 22828 h 69800"/>
                <a:gd name="connsiteX43" fmla="*/ 45154 w 74073"/>
                <a:gd name="connsiteY43" fmla="*/ 25857 h 69800"/>
                <a:gd name="connsiteX44" fmla="*/ 46128 w 74073"/>
                <a:gd name="connsiteY44" fmla="*/ 26384 h 69800"/>
                <a:gd name="connsiteX45" fmla="*/ 51601 w 74073"/>
                <a:gd name="connsiteY45" fmla="*/ 26384 h 69800"/>
                <a:gd name="connsiteX46" fmla="*/ 57908 w 74073"/>
                <a:gd name="connsiteY46" fmla="*/ 35208 h 69800"/>
                <a:gd name="connsiteX47" fmla="*/ 58418 w 74073"/>
                <a:gd name="connsiteY47" fmla="*/ 35603 h 69800"/>
                <a:gd name="connsiteX48" fmla="*/ 64076 w 74073"/>
                <a:gd name="connsiteY48" fmla="*/ 37798 h 69800"/>
                <a:gd name="connsiteX49" fmla="*/ 64076 w 74073"/>
                <a:gd name="connsiteY49" fmla="*/ 42276 h 69800"/>
                <a:gd name="connsiteX50" fmla="*/ 64493 w 74073"/>
                <a:gd name="connsiteY50" fmla="*/ 43110 h 69800"/>
                <a:gd name="connsiteX51" fmla="*/ 71172 w 74073"/>
                <a:gd name="connsiteY51" fmla="*/ 48246 h 69800"/>
                <a:gd name="connsiteX52" fmla="*/ 68667 w 74073"/>
                <a:gd name="connsiteY52" fmla="*/ 51627 h 69800"/>
                <a:gd name="connsiteX53" fmla="*/ 66302 w 74073"/>
                <a:gd name="connsiteY53" fmla="*/ 54831 h 69800"/>
                <a:gd name="connsiteX54" fmla="*/ 66117 w 74073"/>
                <a:gd name="connsiteY54" fmla="*/ 55270 h 69800"/>
                <a:gd name="connsiteX55" fmla="*/ 64911 w 74073"/>
                <a:gd name="connsiteY55" fmla="*/ 61416 h 69800"/>
                <a:gd name="connsiteX56" fmla="*/ 64122 w 74073"/>
                <a:gd name="connsiteY56" fmla="*/ 65455 h 69800"/>
                <a:gd name="connsiteX57" fmla="*/ 64725 w 74073"/>
                <a:gd name="connsiteY57" fmla="*/ 66640 h 69800"/>
                <a:gd name="connsiteX58" fmla="*/ 68714 w 74073"/>
                <a:gd name="connsiteY58" fmla="*/ 68616 h 69800"/>
                <a:gd name="connsiteX59" fmla="*/ 70801 w 74073"/>
                <a:gd name="connsiteY59" fmla="*/ 69669 h 69800"/>
                <a:gd name="connsiteX60" fmla="*/ 71357 w 74073"/>
                <a:gd name="connsiteY60" fmla="*/ 69801 h 69800"/>
                <a:gd name="connsiteX61" fmla="*/ 72378 w 74073"/>
                <a:gd name="connsiteY61" fmla="*/ 69231 h 69800"/>
                <a:gd name="connsiteX62" fmla="*/ 71867 w 74073"/>
                <a:gd name="connsiteY62" fmla="*/ 67738 h 69800"/>
                <a:gd name="connsiteX63" fmla="*/ 70244 w 74073"/>
                <a:gd name="connsiteY63" fmla="*/ 66948 h 69800"/>
                <a:gd name="connsiteX64" fmla="*/ 66534 w 74073"/>
                <a:gd name="connsiteY64" fmla="*/ 65104 h 69800"/>
                <a:gd name="connsiteX65" fmla="*/ 67369 w 74073"/>
                <a:gd name="connsiteY65" fmla="*/ 60889 h 6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74073" h="69800">
                  <a:moveTo>
                    <a:pt x="67508" y="60714"/>
                  </a:moveTo>
                  <a:lnTo>
                    <a:pt x="68482" y="55797"/>
                  </a:lnTo>
                  <a:lnTo>
                    <a:pt x="73862" y="48597"/>
                  </a:lnTo>
                  <a:cubicBezTo>
                    <a:pt x="74233" y="48114"/>
                    <a:pt x="74094" y="47500"/>
                    <a:pt x="73630" y="47105"/>
                  </a:cubicBezTo>
                  <a:lnTo>
                    <a:pt x="72888" y="46534"/>
                  </a:lnTo>
                  <a:lnTo>
                    <a:pt x="66488" y="41661"/>
                  </a:lnTo>
                  <a:lnTo>
                    <a:pt x="66488" y="36964"/>
                  </a:lnTo>
                  <a:cubicBezTo>
                    <a:pt x="66488" y="36525"/>
                    <a:pt x="66209" y="36130"/>
                    <a:pt x="65746" y="35954"/>
                  </a:cubicBezTo>
                  <a:lnTo>
                    <a:pt x="59670" y="33627"/>
                  </a:lnTo>
                  <a:lnTo>
                    <a:pt x="53177" y="24584"/>
                  </a:lnTo>
                  <a:cubicBezTo>
                    <a:pt x="52946" y="24277"/>
                    <a:pt x="52621" y="24101"/>
                    <a:pt x="52204" y="24101"/>
                  </a:cubicBezTo>
                  <a:lnTo>
                    <a:pt x="46777" y="24101"/>
                  </a:lnTo>
                  <a:lnTo>
                    <a:pt x="44783" y="21072"/>
                  </a:lnTo>
                  <a:cubicBezTo>
                    <a:pt x="44551" y="20765"/>
                    <a:pt x="44180" y="20545"/>
                    <a:pt x="43809" y="20545"/>
                  </a:cubicBezTo>
                  <a:lnTo>
                    <a:pt x="39960" y="20545"/>
                  </a:lnTo>
                  <a:lnTo>
                    <a:pt x="33931" y="14311"/>
                  </a:lnTo>
                  <a:cubicBezTo>
                    <a:pt x="33931" y="14311"/>
                    <a:pt x="33421" y="13960"/>
                    <a:pt x="33142" y="13960"/>
                  </a:cubicBezTo>
                  <a:cubicBezTo>
                    <a:pt x="32864" y="13960"/>
                    <a:pt x="32539" y="14048"/>
                    <a:pt x="32308" y="14268"/>
                  </a:cubicBezTo>
                  <a:lnTo>
                    <a:pt x="29479" y="16770"/>
                  </a:lnTo>
                  <a:lnTo>
                    <a:pt x="16029" y="439"/>
                  </a:lnTo>
                  <a:cubicBezTo>
                    <a:pt x="15797" y="176"/>
                    <a:pt x="15473" y="0"/>
                    <a:pt x="15102" y="0"/>
                  </a:cubicBezTo>
                  <a:lnTo>
                    <a:pt x="9583" y="0"/>
                  </a:lnTo>
                  <a:cubicBezTo>
                    <a:pt x="9119" y="0"/>
                    <a:pt x="8702" y="263"/>
                    <a:pt x="8516" y="702"/>
                  </a:cubicBezTo>
                  <a:lnTo>
                    <a:pt x="6847" y="4522"/>
                  </a:lnTo>
                  <a:lnTo>
                    <a:pt x="3415" y="3775"/>
                  </a:lnTo>
                  <a:lnTo>
                    <a:pt x="1420" y="3336"/>
                  </a:lnTo>
                  <a:cubicBezTo>
                    <a:pt x="1420" y="3336"/>
                    <a:pt x="1235" y="3336"/>
                    <a:pt x="1142" y="3380"/>
                  </a:cubicBezTo>
                  <a:cubicBezTo>
                    <a:pt x="1003" y="3380"/>
                    <a:pt x="864" y="3380"/>
                    <a:pt x="725" y="3468"/>
                  </a:cubicBezTo>
                  <a:cubicBezTo>
                    <a:pt x="586" y="3512"/>
                    <a:pt x="493" y="3600"/>
                    <a:pt x="400" y="3731"/>
                  </a:cubicBezTo>
                  <a:cubicBezTo>
                    <a:pt x="261" y="3863"/>
                    <a:pt x="122" y="3995"/>
                    <a:pt x="29" y="4214"/>
                  </a:cubicBezTo>
                  <a:cubicBezTo>
                    <a:pt x="-110" y="4785"/>
                    <a:pt x="261" y="5400"/>
                    <a:pt x="910" y="5531"/>
                  </a:cubicBezTo>
                  <a:lnTo>
                    <a:pt x="1745" y="5707"/>
                  </a:lnTo>
                  <a:lnTo>
                    <a:pt x="7264" y="6892"/>
                  </a:lnTo>
                  <a:cubicBezTo>
                    <a:pt x="7820" y="7024"/>
                    <a:pt x="8377" y="6717"/>
                    <a:pt x="8609" y="6234"/>
                  </a:cubicBezTo>
                  <a:lnTo>
                    <a:pt x="10325" y="2239"/>
                  </a:lnTo>
                  <a:lnTo>
                    <a:pt x="14499" y="2239"/>
                  </a:lnTo>
                  <a:lnTo>
                    <a:pt x="28366" y="19096"/>
                  </a:lnTo>
                  <a:cubicBezTo>
                    <a:pt x="28551" y="19360"/>
                    <a:pt x="28876" y="19492"/>
                    <a:pt x="29200" y="19536"/>
                  </a:cubicBezTo>
                  <a:cubicBezTo>
                    <a:pt x="29525" y="19579"/>
                    <a:pt x="29850" y="19448"/>
                    <a:pt x="30081" y="19228"/>
                  </a:cubicBezTo>
                  <a:lnTo>
                    <a:pt x="33003" y="16682"/>
                  </a:lnTo>
                  <a:lnTo>
                    <a:pt x="38615" y="22477"/>
                  </a:lnTo>
                  <a:cubicBezTo>
                    <a:pt x="38847" y="22696"/>
                    <a:pt x="39125" y="22828"/>
                    <a:pt x="39450" y="22828"/>
                  </a:cubicBezTo>
                  <a:lnTo>
                    <a:pt x="43160" y="22828"/>
                  </a:lnTo>
                  <a:lnTo>
                    <a:pt x="45154" y="25857"/>
                  </a:lnTo>
                  <a:cubicBezTo>
                    <a:pt x="45386" y="26164"/>
                    <a:pt x="45757" y="26384"/>
                    <a:pt x="46128" y="26384"/>
                  </a:cubicBezTo>
                  <a:lnTo>
                    <a:pt x="51601" y="26384"/>
                  </a:lnTo>
                  <a:lnTo>
                    <a:pt x="57908" y="35208"/>
                  </a:lnTo>
                  <a:cubicBezTo>
                    <a:pt x="57908" y="35208"/>
                    <a:pt x="58232" y="35515"/>
                    <a:pt x="58418" y="35603"/>
                  </a:cubicBezTo>
                  <a:lnTo>
                    <a:pt x="64076" y="37798"/>
                  </a:lnTo>
                  <a:lnTo>
                    <a:pt x="64076" y="42276"/>
                  </a:lnTo>
                  <a:cubicBezTo>
                    <a:pt x="64076" y="42627"/>
                    <a:pt x="64215" y="42934"/>
                    <a:pt x="64493" y="43110"/>
                  </a:cubicBezTo>
                  <a:lnTo>
                    <a:pt x="71172" y="48246"/>
                  </a:lnTo>
                  <a:lnTo>
                    <a:pt x="68667" y="51627"/>
                  </a:lnTo>
                  <a:lnTo>
                    <a:pt x="66302" y="54831"/>
                  </a:lnTo>
                  <a:cubicBezTo>
                    <a:pt x="66302" y="54831"/>
                    <a:pt x="66163" y="55095"/>
                    <a:pt x="66117" y="55270"/>
                  </a:cubicBezTo>
                  <a:lnTo>
                    <a:pt x="64911" y="61416"/>
                  </a:lnTo>
                  <a:lnTo>
                    <a:pt x="64122" y="65455"/>
                  </a:lnTo>
                  <a:cubicBezTo>
                    <a:pt x="64030" y="65938"/>
                    <a:pt x="64262" y="66421"/>
                    <a:pt x="64725" y="66640"/>
                  </a:cubicBezTo>
                  <a:lnTo>
                    <a:pt x="68714" y="68616"/>
                  </a:lnTo>
                  <a:lnTo>
                    <a:pt x="70801" y="69669"/>
                  </a:lnTo>
                  <a:cubicBezTo>
                    <a:pt x="70801" y="69669"/>
                    <a:pt x="71172" y="69801"/>
                    <a:pt x="71357" y="69801"/>
                  </a:cubicBezTo>
                  <a:cubicBezTo>
                    <a:pt x="71775" y="69801"/>
                    <a:pt x="72192" y="69582"/>
                    <a:pt x="72378" y="69231"/>
                  </a:cubicBezTo>
                  <a:cubicBezTo>
                    <a:pt x="72656" y="68703"/>
                    <a:pt x="72470" y="68045"/>
                    <a:pt x="71867" y="67738"/>
                  </a:cubicBezTo>
                  <a:lnTo>
                    <a:pt x="70244" y="66948"/>
                  </a:lnTo>
                  <a:lnTo>
                    <a:pt x="66534" y="65104"/>
                  </a:lnTo>
                  <a:lnTo>
                    <a:pt x="67369" y="6088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5" name="Freeform: Shape 2254">
              <a:extLst>
                <a:ext uri="{FF2B5EF4-FFF2-40B4-BE49-F238E27FC236}">
                  <a16:creationId xmlns:a16="http://schemas.microsoft.com/office/drawing/2014/main" id="{4AA9943B-16C7-80B6-5266-E4235ED35D69}"/>
                </a:ext>
              </a:extLst>
            </p:cNvPr>
            <p:cNvSpPr>
              <a:spLocks/>
            </p:cNvSpPr>
            <p:nvPr/>
          </p:nvSpPr>
          <p:spPr>
            <a:xfrm>
              <a:off x="5934446" y="1912915"/>
              <a:ext cx="237198" cy="526702"/>
            </a:xfrm>
            <a:custGeom>
              <a:avLst/>
              <a:gdLst>
                <a:gd name="connsiteX0" fmla="*/ 14402 w 158913"/>
                <a:gd name="connsiteY0" fmla="*/ 352825 h 352868"/>
                <a:gd name="connsiteX1" fmla="*/ 19643 w 158913"/>
                <a:gd name="connsiteY1" fmla="*/ 352825 h 352868"/>
                <a:gd name="connsiteX2" fmla="*/ 22147 w 158913"/>
                <a:gd name="connsiteY2" fmla="*/ 342333 h 352868"/>
                <a:gd name="connsiteX3" fmla="*/ 22147 w 158913"/>
                <a:gd name="connsiteY3" fmla="*/ 342157 h 352868"/>
                <a:gd name="connsiteX4" fmla="*/ 20802 w 158913"/>
                <a:gd name="connsiteY4" fmla="*/ 330655 h 352868"/>
                <a:gd name="connsiteX5" fmla="*/ 24791 w 158913"/>
                <a:gd name="connsiteY5" fmla="*/ 328636 h 352868"/>
                <a:gd name="connsiteX6" fmla="*/ 23075 w 158913"/>
                <a:gd name="connsiteY6" fmla="*/ 324290 h 352868"/>
                <a:gd name="connsiteX7" fmla="*/ 29521 w 158913"/>
                <a:gd name="connsiteY7" fmla="*/ 321261 h 352868"/>
                <a:gd name="connsiteX8" fmla="*/ 34715 w 158913"/>
                <a:gd name="connsiteY8" fmla="*/ 307432 h 352868"/>
                <a:gd name="connsiteX9" fmla="*/ 28965 w 158913"/>
                <a:gd name="connsiteY9" fmla="*/ 288906 h 352868"/>
                <a:gd name="connsiteX10" fmla="*/ 34252 w 158913"/>
                <a:gd name="connsiteY10" fmla="*/ 288906 h 352868"/>
                <a:gd name="connsiteX11" fmla="*/ 39446 w 158913"/>
                <a:gd name="connsiteY11" fmla="*/ 278107 h 352868"/>
                <a:gd name="connsiteX12" fmla="*/ 33510 w 158913"/>
                <a:gd name="connsiteY12" fmla="*/ 269722 h 352868"/>
                <a:gd name="connsiteX13" fmla="*/ 29057 w 158913"/>
                <a:gd name="connsiteY13" fmla="*/ 269722 h 352868"/>
                <a:gd name="connsiteX14" fmla="*/ 27991 w 158913"/>
                <a:gd name="connsiteY14" fmla="*/ 267088 h 352868"/>
                <a:gd name="connsiteX15" fmla="*/ 29428 w 158913"/>
                <a:gd name="connsiteY15" fmla="*/ 248123 h 352868"/>
                <a:gd name="connsiteX16" fmla="*/ 29428 w 158913"/>
                <a:gd name="connsiteY16" fmla="*/ 247904 h 352868"/>
                <a:gd name="connsiteX17" fmla="*/ 26831 w 158913"/>
                <a:gd name="connsiteY17" fmla="*/ 239607 h 352868"/>
                <a:gd name="connsiteX18" fmla="*/ 26553 w 158913"/>
                <a:gd name="connsiteY18" fmla="*/ 227315 h 352868"/>
                <a:gd name="connsiteX19" fmla="*/ 29428 w 158913"/>
                <a:gd name="connsiteY19" fmla="*/ 224286 h 352868"/>
                <a:gd name="connsiteX20" fmla="*/ 23353 w 158913"/>
                <a:gd name="connsiteY20" fmla="*/ 215110 h 352868"/>
                <a:gd name="connsiteX21" fmla="*/ 27434 w 158913"/>
                <a:gd name="connsiteY21" fmla="*/ 210984 h 352868"/>
                <a:gd name="connsiteX22" fmla="*/ 26878 w 158913"/>
                <a:gd name="connsiteY22" fmla="*/ 203301 h 352868"/>
                <a:gd name="connsiteX23" fmla="*/ 38797 w 158913"/>
                <a:gd name="connsiteY23" fmla="*/ 190570 h 352868"/>
                <a:gd name="connsiteX24" fmla="*/ 54055 w 158913"/>
                <a:gd name="connsiteY24" fmla="*/ 192721 h 352868"/>
                <a:gd name="connsiteX25" fmla="*/ 55121 w 158913"/>
                <a:gd name="connsiteY25" fmla="*/ 193380 h 352868"/>
                <a:gd name="connsiteX26" fmla="*/ 55724 w 158913"/>
                <a:gd name="connsiteY26" fmla="*/ 192282 h 352868"/>
                <a:gd name="connsiteX27" fmla="*/ 59017 w 158913"/>
                <a:gd name="connsiteY27" fmla="*/ 174239 h 352868"/>
                <a:gd name="connsiteX28" fmla="*/ 58878 w 158913"/>
                <a:gd name="connsiteY28" fmla="*/ 173669 h 352868"/>
                <a:gd name="connsiteX29" fmla="*/ 51086 w 158913"/>
                <a:gd name="connsiteY29" fmla="*/ 171122 h 352868"/>
                <a:gd name="connsiteX30" fmla="*/ 64443 w 158913"/>
                <a:gd name="connsiteY30" fmla="*/ 144782 h 352868"/>
                <a:gd name="connsiteX31" fmla="*/ 64536 w 158913"/>
                <a:gd name="connsiteY31" fmla="*/ 116818 h 352868"/>
                <a:gd name="connsiteX32" fmla="*/ 72791 w 158913"/>
                <a:gd name="connsiteY32" fmla="*/ 115765 h 352868"/>
                <a:gd name="connsiteX33" fmla="*/ 80536 w 158913"/>
                <a:gd name="connsiteY33" fmla="*/ 110804 h 352868"/>
                <a:gd name="connsiteX34" fmla="*/ 79052 w 158913"/>
                <a:gd name="connsiteY34" fmla="*/ 101541 h 352868"/>
                <a:gd name="connsiteX35" fmla="*/ 94357 w 158913"/>
                <a:gd name="connsiteY35" fmla="*/ 82664 h 352868"/>
                <a:gd name="connsiteX36" fmla="*/ 94357 w 158913"/>
                <a:gd name="connsiteY36" fmla="*/ 72830 h 352868"/>
                <a:gd name="connsiteX37" fmla="*/ 89997 w 158913"/>
                <a:gd name="connsiteY37" fmla="*/ 68177 h 352868"/>
                <a:gd name="connsiteX38" fmla="*/ 89997 w 158913"/>
                <a:gd name="connsiteY38" fmla="*/ 62206 h 352868"/>
                <a:gd name="connsiteX39" fmla="*/ 96768 w 158913"/>
                <a:gd name="connsiteY39" fmla="*/ 59528 h 352868"/>
                <a:gd name="connsiteX40" fmla="*/ 99458 w 158913"/>
                <a:gd name="connsiteY40" fmla="*/ 49124 h 352868"/>
                <a:gd name="connsiteX41" fmla="*/ 108130 w 158913"/>
                <a:gd name="connsiteY41" fmla="*/ 40388 h 352868"/>
                <a:gd name="connsiteX42" fmla="*/ 118983 w 158913"/>
                <a:gd name="connsiteY42" fmla="*/ 47237 h 352868"/>
                <a:gd name="connsiteX43" fmla="*/ 122647 w 158913"/>
                <a:gd name="connsiteY43" fmla="*/ 37710 h 352868"/>
                <a:gd name="connsiteX44" fmla="*/ 122647 w 158913"/>
                <a:gd name="connsiteY44" fmla="*/ 22828 h 352868"/>
                <a:gd name="connsiteX45" fmla="*/ 126589 w 158913"/>
                <a:gd name="connsiteY45" fmla="*/ 21994 h 352868"/>
                <a:gd name="connsiteX46" fmla="*/ 148340 w 158913"/>
                <a:gd name="connsiteY46" fmla="*/ 31169 h 352868"/>
                <a:gd name="connsiteX47" fmla="*/ 157615 w 158913"/>
                <a:gd name="connsiteY47" fmla="*/ 23882 h 352868"/>
                <a:gd name="connsiteX48" fmla="*/ 149963 w 158913"/>
                <a:gd name="connsiteY48" fmla="*/ 20457 h 352868"/>
                <a:gd name="connsiteX49" fmla="*/ 156595 w 158913"/>
                <a:gd name="connsiteY49" fmla="*/ 12907 h 352868"/>
                <a:gd name="connsiteX50" fmla="*/ 156595 w 158913"/>
                <a:gd name="connsiteY50" fmla="*/ 5663 h 352868"/>
                <a:gd name="connsiteX51" fmla="*/ 153859 w 158913"/>
                <a:gd name="connsiteY51" fmla="*/ 2195 h 352868"/>
                <a:gd name="connsiteX52" fmla="*/ 158914 w 158913"/>
                <a:gd name="connsiteY52" fmla="*/ 2195 h 352868"/>
                <a:gd name="connsiteX53" fmla="*/ 158682 w 158913"/>
                <a:gd name="connsiteY53" fmla="*/ 2107 h 352868"/>
                <a:gd name="connsiteX54" fmla="*/ 158450 w 158913"/>
                <a:gd name="connsiteY54" fmla="*/ 2107 h 352868"/>
                <a:gd name="connsiteX55" fmla="*/ 158311 w 158913"/>
                <a:gd name="connsiteY55" fmla="*/ 1975 h 352868"/>
                <a:gd name="connsiteX56" fmla="*/ 158032 w 158913"/>
                <a:gd name="connsiteY56" fmla="*/ 1668 h 352868"/>
                <a:gd name="connsiteX57" fmla="*/ 157847 w 158913"/>
                <a:gd name="connsiteY57" fmla="*/ 1273 h 352868"/>
                <a:gd name="connsiteX58" fmla="*/ 157754 w 158913"/>
                <a:gd name="connsiteY58" fmla="*/ 1098 h 352868"/>
                <a:gd name="connsiteX59" fmla="*/ 157847 w 158913"/>
                <a:gd name="connsiteY59" fmla="*/ 878 h 352868"/>
                <a:gd name="connsiteX60" fmla="*/ 157847 w 158913"/>
                <a:gd name="connsiteY60" fmla="*/ 659 h 352868"/>
                <a:gd name="connsiteX61" fmla="*/ 158172 w 158913"/>
                <a:gd name="connsiteY61" fmla="*/ 0 h 352868"/>
                <a:gd name="connsiteX62" fmla="*/ 149267 w 158913"/>
                <a:gd name="connsiteY62" fmla="*/ 0 h 352868"/>
                <a:gd name="connsiteX63" fmla="*/ 154276 w 158913"/>
                <a:gd name="connsiteY63" fmla="*/ 6409 h 352868"/>
                <a:gd name="connsiteX64" fmla="*/ 154276 w 158913"/>
                <a:gd name="connsiteY64" fmla="*/ 12160 h 352868"/>
                <a:gd name="connsiteX65" fmla="*/ 146253 w 158913"/>
                <a:gd name="connsiteY65" fmla="*/ 21248 h 352868"/>
                <a:gd name="connsiteX66" fmla="*/ 153302 w 158913"/>
                <a:gd name="connsiteY66" fmla="*/ 24408 h 352868"/>
                <a:gd name="connsiteX67" fmla="*/ 147922 w 158913"/>
                <a:gd name="connsiteY67" fmla="*/ 28623 h 352868"/>
                <a:gd name="connsiteX68" fmla="*/ 126774 w 158913"/>
                <a:gd name="connsiteY68" fmla="*/ 19711 h 352868"/>
                <a:gd name="connsiteX69" fmla="*/ 120374 w 158913"/>
                <a:gd name="connsiteY69" fmla="*/ 21072 h 352868"/>
                <a:gd name="connsiteX70" fmla="*/ 120374 w 158913"/>
                <a:gd name="connsiteY70" fmla="*/ 37139 h 352868"/>
                <a:gd name="connsiteX71" fmla="*/ 117777 w 158913"/>
                <a:gd name="connsiteY71" fmla="*/ 43856 h 352868"/>
                <a:gd name="connsiteX72" fmla="*/ 107713 w 158913"/>
                <a:gd name="connsiteY72" fmla="*/ 37535 h 352868"/>
                <a:gd name="connsiteX73" fmla="*/ 97278 w 158913"/>
                <a:gd name="connsiteY73" fmla="*/ 48027 h 352868"/>
                <a:gd name="connsiteX74" fmla="*/ 94728 w 158913"/>
                <a:gd name="connsiteY74" fmla="*/ 57904 h 352868"/>
                <a:gd name="connsiteX75" fmla="*/ 87585 w 158913"/>
                <a:gd name="connsiteY75" fmla="*/ 60714 h 352868"/>
                <a:gd name="connsiteX76" fmla="*/ 87585 w 158913"/>
                <a:gd name="connsiteY76" fmla="*/ 69011 h 352868"/>
                <a:gd name="connsiteX77" fmla="*/ 91945 w 158913"/>
                <a:gd name="connsiteY77" fmla="*/ 73664 h 352868"/>
                <a:gd name="connsiteX78" fmla="*/ 91945 w 158913"/>
                <a:gd name="connsiteY78" fmla="*/ 81918 h 352868"/>
                <a:gd name="connsiteX79" fmla="*/ 76501 w 158913"/>
                <a:gd name="connsiteY79" fmla="*/ 100926 h 352868"/>
                <a:gd name="connsiteX80" fmla="*/ 77893 w 158913"/>
                <a:gd name="connsiteY80" fmla="*/ 109750 h 352868"/>
                <a:gd name="connsiteX81" fmla="*/ 72049 w 158913"/>
                <a:gd name="connsiteY81" fmla="*/ 113613 h 352868"/>
                <a:gd name="connsiteX82" fmla="*/ 62031 w 158913"/>
                <a:gd name="connsiteY82" fmla="*/ 114886 h 352868"/>
                <a:gd name="connsiteX83" fmla="*/ 62031 w 158913"/>
                <a:gd name="connsiteY83" fmla="*/ 144036 h 352868"/>
                <a:gd name="connsiteX84" fmla="*/ 47655 w 158913"/>
                <a:gd name="connsiteY84" fmla="*/ 172352 h 352868"/>
                <a:gd name="connsiteX85" fmla="*/ 56698 w 158913"/>
                <a:gd name="connsiteY85" fmla="*/ 175293 h 352868"/>
                <a:gd name="connsiteX86" fmla="*/ 54008 w 158913"/>
                <a:gd name="connsiteY86" fmla="*/ 190175 h 352868"/>
                <a:gd name="connsiteX87" fmla="*/ 37683 w 158913"/>
                <a:gd name="connsiteY87" fmla="*/ 188507 h 352868"/>
                <a:gd name="connsiteX88" fmla="*/ 37359 w 158913"/>
                <a:gd name="connsiteY88" fmla="*/ 188595 h 352868"/>
                <a:gd name="connsiteX89" fmla="*/ 24373 w 158913"/>
                <a:gd name="connsiteY89" fmla="*/ 202511 h 352868"/>
                <a:gd name="connsiteX90" fmla="*/ 24930 w 158913"/>
                <a:gd name="connsiteY90" fmla="*/ 210150 h 352868"/>
                <a:gd name="connsiteX91" fmla="*/ 20292 w 158913"/>
                <a:gd name="connsiteY91" fmla="*/ 214803 h 352868"/>
                <a:gd name="connsiteX92" fmla="*/ 26368 w 158913"/>
                <a:gd name="connsiteY92" fmla="*/ 224022 h 352868"/>
                <a:gd name="connsiteX93" fmla="*/ 24049 w 158913"/>
                <a:gd name="connsiteY93" fmla="*/ 226481 h 352868"/>
                <a:gd name="connsiteX94" fmla="*/ 24327 w 158913"/>
                <a:gd name="connsiteY94" fmla="*/ 239826 h 352868"/>
                <a:gd name="connsiteX95" fmla="*/ 26924 w 158913"/>
                <a:gd name="connsiteY95" fmla="*/ 248167 h 352868"/>
                <a:gd name="connsiteX96" fmla="*/ 25486 w 158913"/>
                <a:gd name="connsiteY96" fmla="*/ 267395 h 352868"/>
                <a:gd name="connsiteX97" fmla="*/ 27295 w 158913"/>
                <a:gd name="connsiteY97" fmla="*/ 271873 h 352868"/>
                <a:gd name="connsiteX98" fmla="*/ 32118 w 158913"/>
                <a:gd name="connsiteY98" fmla="*/ 271873 h 352868"/>
                <a:gd name="connsiteX99" fmla="*/ 36617 w 158913"/>
                <a:gd name="connsiteY99" fmla="*/ 278283 h 352868"/>
                <a:gd name="connsiteX100" fmla="*/ 32582 w 158913"/>
                <a:gd name="connsiteY100" fmla="*/ 286668 h 352868"/>
                <a:gd name="connsiteX101" fmla="*/ 25672 w 158913"/>
                <a:gd name="connsiteY101" fmla="*/ 286668 h 352868"/>
                <a:gd name="connsiteX102" fmla="*/ 32072 w 158913"/>
                <a:gd name="connsiteY102" fmla="*/ 307301 h 352868"/>
                <a:gd name="connsiteX103" fmla="*/ 27434 w 158913"/>
                <a:gd name="connsiteY103" fmla="*/ 319637 h 352868"/>
                <a:gd name="connsiteX104" fmla="*/ 19968 w 158913"/>
                <a:gd name="connsiteY104" fmla="*/ 323192 h 352868"/>
                <a:gd name="connsiteX105" fmla="*/ 21730 w 158913"/>
                <a:gd name="connsiteY105" fmla="*/ 327626 h 352868"/>
                <a:gd name="connsiteX106" fmla="*/ 18159 w 158913"/>
                <a:gd name="connsiteY106" fmla="*/ 329426 h 352868"/>
                <a:gd name="connsiteX107" fmla="*/ 19689 w 158913"/>
                <a:gd name="connsiteY107" fmla="*/ 342069 h 352868"/>
                <a:gd name="connsiteX108" fmla="*/ 17602 w 158913"/>
                <a:gd name="connsiteY108" fmla="*/ 350674 h 352868"/>
                <a:gd name="connsiteX109" fmla="*/ 15886 w 158913"/>
                <a:gd name="connsiteY109" fmla="*/ 350674 h 352868"/>
                <a:gd name="connsiteX110" fmla="*/ 13706 w 158913"/>
                <a:gd name="connsiteY110" fmla="*/ 344703 h 352868"/>
                <a:gd name="connsiteX111" fmla="*/ 9254 w 158913"/>
                <a:gd name="connsiteY111" fmla="*/ 346767 h 352868"/>
                <a:gd name="connsiteX112" fmla="*/ 628 w 158913"/>
                <a:gd name="connsiteY112" fmla="*/ 350805 h 352868"/>
                <a:gd name="connsiteX113" fmla="*/ 118 w 158913"/>
                <a:gd name="connsiteY113" fmla="*/ 352254 h 352868"/>
                <a:gd name="connsiteX114" fmla="*/ 1138 w 158913"/>
                <a:gd name="connsiteY114" fmla="*/ 352869 h 352868"/>
                <a:gd name="connsiteX115" fmla="*/ 1648 w 158913"/>
                <a:gd name="connsiteY115" fmla="*/ 352737 h 352868"/>
                <a:gd name="connsiteX116" fmla="*/ 9254 w 158913"/>
                <a:gd name="connsiteY116" fmla="*/ 349181 h 352868"/>
                <a:gd name="connsiteX117" fmla="*/ 12362 w 158913"/>
                <a:gd name="connsiteY117" fmla="*/ 347733 h 352868"/>
                <a:gd name="connsiteX118" fmla="*/ 14217 w 158913"/>
                <a:gd name="connsiteY118" fmla="*/ 352825 h 35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158913" h="352868">
                  <a:moveTo>
                    <a:pt x="14402" y="352825"/>
                  </a:moveTo>
                  <a:lnTo>
                    <a:pt x="19643" y="352825"/>
                  </a:lnTo>
                  <a:lnTo>
                    <a:pt x="22147" y="342333"/>
                  </a:lnTo>
                  <a:lnTo>
                    <a:pt x="22147" y="342157"/>
                  </a:lnTo>
                  <a:cubicBezTo>
                    <a:pt x="22147" y="342157"/>
                    <a:pt x="20802" y="330655"/>
                    <a:pt x="20802" y="330655"/>
                  </a:cubicBezTo>
                  <a:lnTo>
                    <a:pt x="24791" y="328636"/>
                  </a:lnTo>
                  <a:lnTo>
                    <a:pt x="23075" y="324290"/>
                  </a:lnTo>
                  <a:lnTo>
                    <a:pt x="29521" y="321261"/>
                  </a:lnTo>
                  <a:lnTo>
                    <a:pt x="34715" y="307432"/>
                  </a:lnTo>
                  <a:lnTo>
                    <a:pt x="28965" y="288906"/>
                  </a:lnTo>
                  <a:lnTo>
                    <a:pt x="34252" y="288906"/>
                  </a:lnTo>
                  <a:lnTo>
                    <a:pt x="39446" y="278107"/>
                  </a:lnTo>
                  <a:lnTo>
                    <a:pt x="33510" y="269722"/>
                  </a:lnTo>
                  <a:lnTo>
                    <a:pt x="29057" y="269722"/>
                  </a:lnTo>
                  <a:lnTo>
                    <a:pt x="27991" y="267088"/>
                  </a:lnTo>
                  <a:lnTo>
                    <a:pt x="29428" y="248123"/>
                  </a:lnTo>
                  <a:lnTo>
                    <a:pt x="29428" y="247904"/>
                  </a:lnTo>
                  <a:cubicBezTo>
                    <a:pt x="29428" y="247904"/>
                    <a:pt x="26831" y="239607"/>
                    <a:pt x="26831" y="239607"/>
                  </a:cubicBezTo>
                  <a:lnTo>
                    <a:pt x="26553" y="227315"/>
                  </a:lnTo>
                  <a:lnTo>
                    <a:pt x="29428" y="224286"/>
                  </a:lnTo>
                  <a:lnTo>
                    <a:pt x="23353" y="215110"/>
                  </a:lnTo>
                  <a:lnTo>
                    <a:pt x="27434" y="210984"/>
                  </a:lnTo>
                  <a:lnTo>
                    <a:pt x="26878" y="203301"/>
                  </a:lnTo>
                  <a:lnTo>
                    <a:pt x="38797" y="190570"/>
                  </a:lnTo>
                  <a:cubicBezTo>
                    <a:pt x="40373" y="190219"/>
                    <a:pt x="47794" y="188814"/>
                    <a:pt x="54055" y="192721"/>
                  </a:cubicBezTo>
                  <a:lnTo>
                    <a:pt x="55121" y="193380"/>
                  </a:lnTo>
                  <a:lnTo>
                    <a:pt x="55724" y="192282"/>
                  </a:lnTo>
                  <a:cubicBezTo>
                    <a:pt x="55956" y="191887"/>
                    <a:pt x="61104" y="182229"/>
                    <a:pt x="59017" y="174239"/>
                  </a:cubicBezTo>
                  <a:lnTo>
                    <a:pt x="58878" y="173669"/>
                  </a:lnTo>
                  <a:lnTo>
                    <a:pt x="51086" y="171122"/>
                  </a:lnTo>
                  <a:lnTo>
                    <a:pt x="64443" y="144782"/>
                  </a:lnTo>
                  <a:lnTo>
                    <a:pt x="64536" y="116818"/>
                  </a:lnTo>
                  <a:lnTo>
                    <a:pt x="72791" y="115765"/>
                  </a:lnTo>
                  <a:lnTo>
                    <a:pt x="80536" y="110804"/>
                  </a:lnTo>
                  <a:lnTo>
                    <a:pt x="79052" y="101541"/>
                  </a:lnTo>
                  <a:lnTo>
                    <a:pt x="94357" y="82664"/>
                  </a:lnTo>
                  <a:lnTo>
                    <a:pt x="94357" y="72830"/>
                  </a:lnTo>
                  <a:lnTo>
                    <a:pt x="89997" y="68177"/>
                  </a:lnTo>
                  <a:lnTo>
                    <a:pt x="89997" y="62206"/>
                  </a:lnTo>
                  <a:lnTo>
                    <a:pt x="96768" y="59528"/>
                  </a:lnTo>
                  <a:lnTo>
                    <a:pt x="99458" y="49124"/>
                  </a:lnTo>
                  <a:lnTo>
                    <a:pt x="108130" y="40388"/>
                  </a:lnTo>
                  <a:lnTo>
                    <a:pt x="118983" y="47237"/>
                  </a:lnTo>
                  <a:lnTo>
                    <a:pt x="122647" y="37710"/>
                  </a:lnTo>
                  <a:lnTo>
                    <a:pt x="122647" y="22828"/>
                  </a:lnTo>
                  <a:cubicBezTo>
                    <a:pt x="122647" y="22828"/>
                    <a:pt x="126589" y="21994"/>
                    <a:pt x="126589" y="21994"/>
                  </a:cubicBezTo>
                  <a:lnTo>
                    <a:pt x="148340" y="31169"/>
                  </a:lnTo>
                  <a:lnTo>
                    <a:pt x="157615" y="23882"/>
                  </a:lnTo>
                  <a:lnTo>
                    <a:pt x="149963" y="20457"/>
                  </a:lnTo>
                  <a:lnTo>
                    <a:pt x="156595" y="12907"/>
                  </a:lnTo>
                  <a:lnTo>
                    <a:pt x="156595" y="5663"/>
                  </a:lnTo>
                  <a:lnTo>
                    <a:pt x="153859" y="2195"/>
                  </a:lnTo>
                  <a:lnTo>
                    <a:pt x="158914" y="2195"/>
                  </a:lnTo>
                  <a:cubicBezTo>
                    <a:pt x="158914" y="2195"/>
                    <a:pt x="158775" y="2107"/>
                    <a:pt x="158682" y="2107"/>
                  </a:cubicBezTo>
                  <a:cubicBezTo>
                    <a:pt x="158589" y="2107"/>
                    <a:pt x="158496" y="2107"/>
                    <a:pt x="158450" y="2107"/>
                  </a:cubicBezTo>
                  <a:cubicBezTo>
                    <a:pt x="158404" y="2107"/>
                    <a:pt x="158357" y="2019"/>
                    <a:pt x="158311" y="1975"/>
                  </a:cubicBezTo>
                  <a:cubicBezTo>
                    <a:pt x="158172" y="1888"/>
                    <a:pt x="158125" y="1800"/>
                    <a:pt x="158032" y="1668"/>
                  </a:cubicBezTo>
                  <a:cubicBezTo>
                    <a:pt x="157940" y="1537"/>
                    <a:pt x="157893" y="1449"/>
                    <a:pt x="157847" y="1273"/>
                  </a:cubicBezTo>
                  <a:cubicBezTo>
                    <a:pt x="157847" y="1185"/>
                    <a:pt x="157754" y="1141"/>
                    <a:pt x="157754" y="1098"/>
                  </a:cubicBezTo>
                  <a:cubicBezTo>
                    <a:pt x="157754" y="1010"/>
                    <a:pt x="157847" y="966"/>
                    <a:pt x="157847" y="878"/>
                  </a:cubicBezTo>
                  <a:cubicBezTo>
                    <a:pt x="157847" y="790"/>
                    <a:pt x="157847" y="702"/>
                    <a:pt x="157847" y="659"/>
                  </a:cubicBezTo>
                  <a:lnTo>
                    <a:pt x="158172" y="0"/>
                  </a:lnTo>
                  <a:lnTo>
                    <a:pt x="149267" y="0"/>
                  </a:lnTo>
                  <a:lnTo>
                    <a:pt x="154276" y="6409"/>
                  </a:lnTo>
                  <a:lnTo>
                    <a:pt x="154276" y="12160"/>
                  </a:lnTo>
                  <a:lnTo>
                    <a:pt x="146253" y="21248"/>
                  </a:lnTo>
                  <a:lnTo>
                    <a:pt x="153302" y="24408"/>
                  </a:lnTo>
                  <a:lnTo>
                    <a:pt x="147922" y="28623"/>
                  </a:lnTo>
                  <a:lnTo>
                    <a:pt x="126774" y="19711"/>
                  </a:lnTo>
                  <a:lnTo>
                    <a:pt x="120374" y="21072"/>
                  </a:lnTo>
                  <a:lnTo>
                    <a:pt x="120374" y="37139"/>
                  </a:lnTo>
                  <a:lnTo>
                    <a:pt x="117777" y="43856"/>
                  </a:lnTo>
                  <a:lnTo>
                    <a:pt x="107713" y="37535"/>
                  </a:lnTo>
                  <a:lnTo>
                    <a:pt x="97278" y="48027"/>
                  </a:lnTo>
                  <a:lnTo>
                    <a:pt x="94728" y="57904"/>
                  </a:lnTo>
                  <a:lnTo>
                    <a:pt x="87585" y="60714"/>
                  </a:lnTo>
                  <a:lnTo>
                    <a:pt x="87585" y="69011"/>
                  </a:lnTo>
                  <a:lnTo>
                    <a:pt x="91945" y="73664"/>
                  </a:lnTo>
                  <a:lnTo>
                    <a:pt x="91945" y="81918"/>
                  </a:lnTo>
                  <a:lnTo>
                    <a:pt x="76501" y="100926"/>
                  </a:lnTo>
                  <a:lnTo>
                    <a:pt x="77893" y="109750"/>
                  </a:lnTo>
                  <a:lnTo>
                    <a:pt x="72049" y="113613"/>
                  </a:lnTo>
                  <a:lnTo>
                    <a:pt x="62031" y="114886"/>
                  </a:lnTo>
                  <a:lnTo>
                    <a:pt x="62031" y="144036"/>
                  </a:lnTo>
                  <a:lnTo>
                    <a:pt x="47655" y="172352"/>
                  </a:lnTo>
                  <a:lnTo>
                    <a:pt x="56698" y="175293"/>
                  </a:lnTo>
                  <a:cubicBezTo>
                    <a:pt x="57904" y="180912"/>
                    <a:pt x="55168" y="187629"/>
                    <a:pt x="54008" y="190175"/>
                  </a:cubicBezTo>
                  <a:cubicBezTo>
                    <a:pt x="46402" y="186180"/>
                    <a:pt x="38054" y="188375"/>
                    <a:pt x="37683" y="188507"/>
                  </a:cubicBezTo>
                  <a:lnTo>
                    <a:pt x="37359" y="188595"/>
                  </a:lnTo>
                  <a:lnTo>
                    <a:pt x="24373" y="202511"/>
                  </a:lnTo>
                  <a:lnTo>
                    <a:pt x="24930" y="210150"/>
                  </a:lnTo>
                  <a:lnTo>
                    <a:pt x="20292" y="214803"/>
                  </a:lnTo>
                  <a:lnTo>
                    <a:pt x="26368" y="224022"/>
                  </a:lnTo>
                  <a:lnTo>
                    <a:pt x="24049" y="226481"/>
                  </a:lnTo>
                  <a:lnTo>
                    <a:pt x="24327" y="239826"/>
                  </a:lnTo>
                  <a:lnTo>
                    <a:pt x="26924" y="248167"/>
                  </a:lnTo>
                  <a:lnTo>
                    <a:pt x="25486" y="267395"/>
                  </a:lnTo>
                  <a:lnTo>
                    <a:pt x="27295" y="271873"/>
                  </a:lnTo>
                  <a:lnTo>
                    <a:pt x="32118" y="271873"/>
                  </a:lnTo>
                  <a:lnTo>
                    <a:pt x="36617" y="278283"/>
                  </a:lnTo>
                  <a:lnTo>
                    <a:pt x="32582" y="286668"/>
                  </a:lnTo>
                  <a:lnTo>
                    <a:pt x="25672" y="286668"/>
                  </a:lnTo>
                  <a:lnTo>
                    <a:pt x="32072" y="307301"/>
                  </a:lnTo>
                  <a:lnTo>
                    <a:pt x="27434" y="319637"/>
                  </a:lnTo>
                  <a:lnTo>
                    <a:pt x="19968" y="323192"/>
                  </a:lnTo>
                  <a:lnTo>
                    <a:pt x="21730" y="327626"/>
                  </a:lnTo>
                  <a:lnTo>
                    <a:pt x="18159" y="329426"/>
                  </a:lnTo>
                  <a:lnTo>
                    <a:pt x="19689" y="342069"/>
                  </a:lnTo>
                  <a:lnTo>
                    <a:pt x="17602" y="350674"/>
                  </a:lnTo>
                  <a:lnTo>
                    <a:pt x="15886" y="350674"/>
                  </a:lnTo>
                  <a:lnTo>
                    <a:pt x="13706" y="344703"/>
                  </a:lnTo>
                  <a:lnTo>
                    <a:pt x="9254" y="346767"/>
                  </a:lnTo>
                  <a:lnTo>
                    <a:pt x="628" y="350805"/>
                  </a:lnTo>
                  <a:cubicBezTo>
                    <a:pt x="71" y="351069"/>
                    <a:pt x="-160" y="351727"/>
                    <a:pt x="118" y="352254"/>
                  </a:cubicBezTo>
                  <a:cubicBezTo>
                    <a:pt x="303" y="352649"/>
                    <a:pt x="721" y="352869"/>
                    <a:pt x="1138" y="352869"/>
                  </a:cubicBezTo>
                  <a:cubicBezTo>
                    <a:pt x="1324" y="352869"/>
                    <a:pt x="1509" y="352869"/>
                    <a:pt x="1648" y="352737"/>
                  </a:cubicBezTo>
                  <a:lnTo>
                    <a:pt x="9254" y="349181"/>
                  </a:lnTo>
                  <a:lnTo>
                    <a:pt x="12362" y="347733"/>
                  </a:lnTo>
                  <a:lnTo>
                    <a:pt x="14217" y="35282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6" name="Freeform: Shape 2255">
              <a:extLst>
                <a:ext uri="{FF2B5EF4-FFF2-40B4-BE49-F238E27FC236}">
                  <a16:creationId xmlns:a16="http://schemas.microsoft.com/office/drawing/2014/main" id="{1A38E6B9-C675-1F7E-0C61-616161F91DB8}"/>
                </a:ext>
              </a:extLst>
            </p:cNvPr>
            <p:cNvSpPr>
              <a:spLocks/>
            </p:cNvSpPr>
            <p:nvPr/>
          </p:nvSpPr>
          <p:spPr>
            <a:xfrm>
              <a:off x="6171371" y="1912849"/>
              <a:ext cx="86876" cy="202673"/>
            </a:xfrm>
            <a:custGeom>
              <a:avLst/>
              <a:gdLst>
                <a:gd name="connsiteX0" fmla="*/ 49995 w 58203"/>
                <a:gd name="connsiteY0" fmla="*/ 108872 h 135782"/>
                <a:gd name="connsiteX1" fmla="*/ 56163 w 58203"/>
                <a:gd name="connsiteY1" fmla="*/ 98468 h 135782"/>
                <a:gd name="connsiteX2" fmla="*/ 56163 w 58203"/>
                <a:gd name="connsiteY2" fmla="*/ 86264 h 135782"/>
                <a:gd name="connsiteX3" fmla="*/ 48928 w 58203"/>
                <a:gd name="connsiteY3" fmla="*/ 77484 h 135782"/>
                <a:gd name="connsiteX4" fmla="*/ 48928 w 58203"/>
                <a:gd name="connsiteY4" fmla="*/ 73181 h 135782"/>
                <a:gd name="connsiteX5" fmla="*/ 52128 w 58203"/>
                <a:gd name="connsiteY5" fmla="*/ 70723 h 135782"/>
                <a:gd name="connsiteX6" fmla="*/ 52128 w 58203"/>
                <a:gd name="connsiteY6" fmla="*/ 65060 h 135782"/>
                <a:gd name="connsiteX7" fmla="*/ 47258 w 58203"/>
                <a:gd name="connsiteY7" fmla="*/ 63348 h 135782"/>
                <a:gd name="connsiteX8" fmla="*/ 50551 w 58203"/>
                <a:gd name="connsiteY8" fmla="*/ 58651 h 135782"/>
                <a:gd name="connsiteX9" fmla="*/ 48743 w 58203"/>
                <a:gd name="connsiteY9" fmla="*/ 49695 h 135782"/>
                <a:gd name="connsiteX10" fmla="*/ 52453 w 58203"/>
                <a:gd name="connsiteY10" fmla="*/ 45612 h 135782"/>
                <a:gd name="connsiteX11" fmla="*/ 46099 w 58203"/>
                <a:gd name="connsiteY11" fmla="*/ 36744 h 135782"/>
                <a:gd name="connsiteX12" fmla="*/ 42574 w 58203"/>
                <a:gd name="connsiteY12" fmla="*/ 36744 h 135782"/>
                <a:gd name="connsiteX13" fmla="*/ 42574 w 58203"/>
                <a:gd name="connsiteY13" fmla="*/ 31257 h 135782"/>
                <a:gd name="connsiteX14" fmla="*/ 31676 w 58203"/>
                <a:gd name="connsiteY14" fmla="*/ 23882 h 135782"/>
                <a:gd name="connsiteX15" fmla="*/ 25090 w 58203"/>
                <a:gd name="connsiteY15" fmla="*/ 23355 h 135782"/>
                <a:gd name="connsiteX16" fmla="*/ 16464 w 58203"/>
                <a:gd name="connsiteY16" fmla="*/ 15980 h 135782"/>
                <a:gd name="connsiteX17" fmla="*/ 16464 w 58203"/>
                <a:gd name="connsiteY17" fmla="*/ 11809 h 135782"/>
                <a:gd name="connsiteX18" fmla="*/ 7745 w 58203"/>
                <a:gd name="connsiteY18" fmla="*/ 8078 h 135782"/>
                <a:gd name="connsiteX19" fmla="*/ 7745 w 58203"/>
                <a:gd name="connsiteY19" fmla="*/ 4610 h 135782"/>
                <a:gd name="connsiteX20" fmla="*/ 3339 w 58203"/>
                <a:gd name="connsiteY20" fmla="*/ 0 h 135782"/>
                <a:gd name="connsiteX21" fmla="*/ 2041 w 58203"/>
                <a:gd name="connsiteY21" fmla="*/ 0 h 135782"/>
                <a:gd name="connsiteX22" fmla="*/ 1298 w 58203"/>
                <a:gd name="connsiteY22" fmla="*/ 1536 h 135782"/>
                <a:gd name="connsiteX23" fmla="*/ 0 w 58203"/>
                <a:gd name="connsiteY23" fmla="*/ 2063 h 135782"/>
                <a:gd name="connsiteX24" fmla="*/ 232 w 58203"/>
                <a:gd name="connsiteY24" fmla="*/ 2151 h 135782"/>
                <a:gd name="connsiteX25" fmla="*/ 2319 w 58203"/>
                <a:gd name="connsiteY25" fmla="*/ 2151 h 135782"/>
                <a:gd name="connsiteX26" fmla="*/ 5426 w 58203"/>
                <a:gd name="connsiteY26" fmla="*/ 5400 h 135782"/>
                <a:gd name="connsiteX27" fmla="*/ 5426 w 58203"/>
                <a:gd name="connsiteY27" fmla="*/ 9438 h 135782"/>
                <a:gd name="connsiteX28" fmla="*/ 14145 w 58203"/>
                <a:gd name="connsiteY28" fmla="*/ 13170 h 135782"/>
                <a:gd name="connsiteX29" fmla="*/ 14145 w 58203"/>
                <a:gd name="connsiteY29" fmla="*/ 16901 h 135782"/>
                <a:gd name="connsiteX30" fmla="*/ 24070 w 58203"/>
                <a:gd name="connsiteY30" fmla="*/ 25418 h 135782"/>
                <a:gd name="connsiteX31" fmla="*/ 30795 w 58203"/>
                <a:gd name="connsiteY31" fmla="*/ 25989 h 135782"/>
                <a:gd name="connsiteX32" fmla="*/ 40209 w 58203"/>
                <a:gd name="connsiteY32" fmla="*/ 32354 h 135782"/>
                <a:gd name="connsiteX33" fmla="*/ 40209 w 58203"/>
                <a:gd name="connsiteY33" fmla="*/ 38939 h 135782"/>
                <a:gd name="connsiteX34" fmla="*/ 44800 w 58203"/>
                <a:gd name="connsiteY34" fmla="*/ 38939 h 135782"/>
                <a:gd name="connsiteX35" fmla="*/ 49484 w 58203"/>
                <a:gd name="connsiteY35" fmla="*/ 45437 h 135782"/>
                <a:gd name="connsiteX36" fmla="*/ 46238 w 58203"/>
                <a:gd name="connsiteY36" fmla="*/ 49036 h 135782"/>
                <a:gd name="connsiteX37" fmla="*/ 48093 w 58203"/>
                <a:gd name="connsiteY37" fmla="*/ 58168 h 135782"/>
                <a:gd name="connsiteX38" fmla="*/ 43687 w 58203"/>
                <a:gd name="connsiteY38" fmla="*/ 64445 h 135782"/>
                <a:gd name="connsiteX39" fmla="*/ 49809 w 58203"/>
                <a:gd name="connsiteY39" fmla="*/ 66596 h 135782"/>
                <a:gd name="connsiteX40" fmla="*/ 49809 w 58203"/>
                <a:gd name="connsiteY40" fmla="*/ 69713 h 135782"/>
                <a:gd name="connsiteX41" fmla="*/ 46609 w 58203"/>
                <a:gd name="connsiteY41" fmla="*/ 72172 h 135782"/>
                <a:gd name="connsiteX42" fmla="*/ 46609 w 58203"/>
                <a:gd name="connsiteY42" fmla="*/ 78274 h 135782"/>
                <a:gd name="connsiteX43" fmla="*/ 53844 w 58203"/>
                <a:gd name="connsiteY43" fmla="*/ 87054 h 135782"/>
                <a:gd name="connsiteX44" fmla="*/ 53844 w 58203"/>
                <a:gd name="connsiteY44" fmla="*/ 97897 h 135782"/>
                <a:gd name="connsiteX45" fmla="*/ 47305 w 58203"/>
                <a:gd name="connsiteY45" fmla="*/ 108916 h 135782"/>
                <a:gd name="connsiteX46" fmla="*/ 55885 w 58203"/>
                <a:gd name="connsiteY46" fmla="*/ 122086 h 135782"/>
                <a:gd name="connsiteX47" fmla="*/ 55885 w 58203"/>
                <a:gd name="connsiteY47" fmla="*/ 134685 h 135782"/>
                <a:gd name="connsiteX48" fmla="*/ 57044 w 58203"/>
                <a:gd name="connsiteY48" fmla="*/ 135783 h 135782"/>
                <a:gd name="connsiteX49" fmla="*/ 58203 w 58203"/>
                <a:gd name="connsiteY49" fmla="*/ 134685 h 135782"/>
                <a:gd name="connsiteX50" fmla="*/ 58203 w 58203"/>
                <a:gd name="connsiteY50" fmla="*/ 121471 h 135782"/>
                <a:gd name="connsiteX51" fmla="*/ 49995 w 58203"/>
                <a:gd name="connsiteY51" fmla="*/ 108872 h 13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8203" h="135782">
                  <a:moveTo>
                    <a:pt x="49995" y="108872"/>
                  </a:moveTo>
                  <a:lnTo>
                    <a:pt x="56163" y="98468"/>
                  </a:lnTo>
                  <a:lnTo>
                    <a:pt x="56163" y="86264"/>
                  </a:lnTo>
                  <a:lnTo>
                    <a:pt x="48928" y="77484"/>
                  </a:lnTo>
                  <a:lnTo>
                    <a:pt x="48928" y="73181"/>
                  </a:lnTo>
                  <a:lnTo>
                    <a:pt x="52128" y="70723"/>
                  </a:lnTo>
                  <a:lnTo>
                    <a:pt x="52128" y="65060"/>
                  </a:lnTo>
                  <a:lnTo>
                    <a:pt x="47258" y="63348"/>
                  </a:lnTo>
                  <a:lnTo>
                    <a:pt x="50551" y="58651"/>
                  </a:lnTo>
                  <a:lnTo>
                    <a:pt x="48743" y="49695"/>
                  </a:lnTo>
                  <a:lnTo>
                    <a:pt x="52453" y="45612"/>
                  </a:lnTo>
                  <a:lnTo>
                    <a:pt x="46099" y="36744"/>
                  </a:lnTo>
                  <a:lnTo>
                    <a:pt x="42574" y="36744"/>
                  </a:lnTo>
                  <a:lnTo>
                    <a:pt x="42574" y="31257"/>
                  </a:lnTo>
                  <a:lnTo>
                    <a:pt x="31676" y="23882"/>
                  </a:lnTo>
                  <a:lnTo>
                    <a:pt x="25090" y="23355"/>
                  </a:lnTo>
                  <a:lnTo>
                    <a:pt x="16464" y="15980"/>
                  </a:lnTo>
                  <a:lnTo>
                    <a:pt x="16464" y="11809"/>
                  </a:lnTo>
                  <a:lnTo>
                    <a:pt x="7745" y="8078"/>
                  </a:lnTo>
                  <a:lnTo>
                    <a:pt x="7745" y="4610"/>
                  </a:lnTo>
                  <a:lnTo>
                    <a:pt x="3339" y="0"/>
                  </a:lnTo>
                  <a:lnTo>
                    <a:pt x="2041" y="0"/>
                  </a:lnTo>
                  <a:lnTo>
                    <a:pt x="1298" y="1536"/>
                  </a:lnTo>
                  <a:cubicBezTo>
                    <a:pt x="1067" y="2019"/>
                    <a:pt x="510" y="2195"/>
                    <a:pt x="0" y="2063"/>
                  </a:cubicBezTo>
                  <a:cubicBezTo>
                    <a:pt x="93" y="2063"/>
                    <a:pt x="139" y="2151"/>
                    <a:pt x="232" y="2151"/>
                  </a:cubicBezTo>
                  <a:lnTo>
                    <a:pt x="2319" y="2151"/>
                  </a:lnTo>
                  <a:lnTo>
                    <a:pt x="5426" y="5400"/>
                  </a:lnTo>
                  <a:lnTo>
                    <a:pt x="5426" y="9438"/>
                  </a:lnTo>
                  <a:lnTo>
                    <a:pt x="14145" y="13170"/>
                  </a:lnTo>
                  <a:lnTo>
                    <a:pt x="14145" y="16901"/>
                  </a:lnTo>
                  <a:lnTo>
                    <a:pt x="24070" y="25418"/>
                  </a:lnTo>
                  <a:lnTo>
                    <a:pt x="30795" y="25989"/>
                  </a:lnTo>
                  <a:lnTo>
                    <a:pt x="40209" y="32354"/>
                  </a:lnTo>
                  <a:lnTo>
                    <a:pt x="40209" y="38939"/>
                  </a:lnTo>
                  <a:lnTo>
                    <a:pt x="44800" y="38939"/>
                  </a:lnTo>
                  <a:lnTo>
                    <a:pt x="49484" y="45437"/>
                  </a:lnTo>
                  <a:lnTo>
                    <a:pt x="46238" y="49036"/>
                  </a:lnTo>
                  <a:lnTo>
                    <a:pt x="48093" y="58168"/>
                  </a:lnTo>
                  <a:lnTo>
                    <a:pt x="43687" y="64445"/>
                  </a:lnTo>
                  <a:lnTo>
                    <a:pt x="49809" y="66596"/>
                  </a:lnTo>
                  <a:lnTo>
                    <a:pt x="49809" y="69713"/>
                  </a:lnTo>
                  <a:lnTo>
                    <a:pt x="46609" y="72172"/>
                  </a:lnTo>
                  <a:lnTo>
                    <a:pt x="46609" y="78274"/>
                  </a:lnTo>
                  <a:lnTo>
                    <a:pt x="53844" y="87054"/>
                  </a:lnTo>
                  <a:lnTo>
                    <a:pt x="53844" y="97897"/>
                  </a:lnTo>
                  <a:lnTo>
                    <a:pt x="47305" y="108916"/>
                  </a:lnTo>
                  <a:lnTo>
                    <a:pt x="55885" y="122086"/>
                  </a:lnTo>
                  <a:lnTo>
                    <a:pt x="55885" y="134685"/>
                  </a:lnTo>
                  <a:cubicBezTo>
                    <a:pt x="55885" y="135300"/>
                    <a:pt x="56395" y="135783"/>
                    <a:pt x="57044" y="135783"/>
                  </a:cubicBezTo>
                  <a:cubicBezTo>
                    <a:pt x="57693" y="135783"/>
                    <a:pt x="58203" y="135300"/>
                    <a:pt x="58203" y="134685"/>
                  </a:cubicBezTo>
                  <a:lnTo>
                    <a:pt x="58203" y="121471"/>
                  </a:lnTo>
                  <a:lnTo>
                    <a:pt x="49995" y="10887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7" name="Freeform: Shape 2256">
              <a:extLst>
                <a:ext uri="{FF2B5EF4-FFF2-40B4-BE49-F238E27FC236}">
                  <a16:creationId xmlns:a16="http://schemas.microsoft.com/office/drawing/2014/main" id="{A6E6B994-DFB2-4EEE-3D17-DF50A0B04CA3}"/>
                </a:ext>
              </a:extLst>
            </p:cNvPr>
            <p:cNvSpPr>
              <a:spLocks/>
            </p:cNvSpPr>
            <p:nvPr/>
          </p:nvSpPr>
          <p:spPr>
            <a:xfrm>
              <a:off x="6170400" y="1915275"/>
              <a:ext cx="414" cy="459"/>
            </a:xfrm>
            <a:custGeom>
              <a:avLst/>
              <a:gdLst>
                <a:gd name="connsiteX0" fmla="*/ 278 w 278"/>
                <a:gd name="connsiteY0" fmla="*/ 307 h 307"/>
                <a:gd name="connsiteX1" fmla="*/ 0 w 278"/>
                <a:gd name="connsiteY1" fmla="*/ 0 h 307"/>
                <a:gd name="connsiteX2" fmla="*/ 278 w 278"/>
                <a:gd name="connsiteY2" fmla="*/ 307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8" h="307">
                  <a:moveTo>
                    <a:pt x="278" y="307"/>
                  </a:moveTo>
                  <a:cubicBezTo>
                    <a:pt x="278" y="307"/>
                    <a:pt x="46" y="132"/>
                    <a:pt x="0" y="0"/>
                  </a:cubicBezTo>
                  <a:cubicBezTo>
                    <a:pt x="93" y="132"/>
                    <a:pt x="139" y="220"/>
                    <a:pt x="278" y="3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8" name="Freeform: Shape 2257">
              <a:extLst>
                <a:ext uri="{FF2B5EF4-FFF2-40B4-BE49-F238E27FC236}">
                  <a16:creationId xmlns:a16="http://schemas.microsoft.com/office/drawing/2014/main" id="{E3C21264-8354-0D9A-E9B0-BA34109DD8CD}"/>
                </a:ext>
              </a:extLst>
            </p:cNvPr>
            <p:cNvSpPr>
              <a:spLocks/>
            </p:cNvSpPr>
            <p:nvPr/>
          </p:nvSpPr>
          <p:spPr>
            <a:xfrm>
              <a:off x="6170054" y="1914161"/>
              <a:ext cx="138" cy="590"/>
            </a:xfrm>
            <a:custGeom>
              <a:avLst/>
              <a:gdLst>
                <a:gd name="connsiteX0" fmla="*/ 0 w 92"/>
                <a:gd name="connsiteY0" fmla="*/ 220 h 395"/>
                <a:gd name="connsiteX1" fmla="*/ 93 w 92"/>
                <a:gd name="connsiteY1" fmla="*/ 395 h 395"/>
                <a:gd name="connsiteX2" fmla="*/ 93 w 92"/>
                <a:gd name="connsiteY2" fmla="*/ 0 h 395"/>
                <a:gd name="connsiteX3" fmla="*/ 0 w 92"/>
                <a:gd name="connsiteY3" fmla="*/ 22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" h="395">
                  <a:moveTo>
                    <a:pt x="0" y="220"/>
                  </a:moveTo>
                  <a:cubicBezTo>
                    <a:pt x="0" y="220"/>
                    <a:pt x="46" y="351"/>
                    <a:pt x="93" y="395"/>
                  </a:cubicBezTo>
                  <a:cubicBezTo>
                    <a:pt x="93" y="263"/>
                    <a:pt x="93" y="132"/>
                    <a:pt x="93" y="0"/>
                  </a:cubicBezTo>
                  <a:cubicBezTo>
                    <a:pt x="93" y="88"/>
                    <a:pt x="0" y="132"/>
                    <a:pt x="0" y="2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9" name="Freeform: Shape 2258">
              <a:extLst>
                <a:ext uri="{FF2B5EF4-FFF2-40B4-BE49-F238E27FC236}">
                  <a16:creationId xmlns:a16="http://schemas.microsoft.com/office/drawing/2014/main" id="{28B39AF3-2388-78CF-930A-E1B6D7E8F9F5}"/>
                </a:ext>
              </a:extLst>
            </p:cNvPr>
            <p:cNvSpPr>
              <a:spLocks/>
            </p:cNvSpPr>
            <p:nvPr/>
          </p:nvSpPr>
          <p:spPr>
            <a:xfrm>
              <a:off x="6170125" y="1845881"/>
              <a:ext cx="249622" cy="100190"/>
            </a:xfrm>
            <a:custGeom>
              <a:avLst/>
              <a:gdLst>
                <a:gd name="connsiteX0" fmla="*/ 138065 w 167236"/>
                <a:gd name="connsiteY0" fmla="*/ 35647 h 67123"/>
                <a:gd name="connsiteX1" fmla="*/ 135700 w 167236"/>
                <a:gd name="connsiteY1" fmla="*/ 44383 h 67123"/>
                <a:gd name="connsiteX2" fmla="*/ 134679 w 167236"/>
                <a:gd name="connsiteY2" fmla="*/ 43900 h 67123"/>
                <a:gd name="connsiteX3" fmla="*/ 134169 w 167236"/>
                <a:gd name="connsiteY3" fmla="*/ 38808 h 67123"/>
                <a:gd name="connsiteX4" fmla="*/ 140106 w 167236"/>
                <a:gd name="connsiteY4" fmla="*/ 27833 h 67123"/>
                <a:gd name="connsiteX5" fmla="*/ 140245 w 167236"/>
                <a:gd name="connsiteY5" fmla="*/ 19843 h 67123"/>
                <a:gd name="connsiteX6" fmla="*/ 127769 w 167236"/>
                <a:gd name="connsiteY6" fmla="*/ 12731 h 67123"/>
                <a:gd name="connsiteX7" fmla="*/ 120627 w 167236"/>
                <a:gd name="connsiteY7" fmla="*/ 0 h 67123"/>
                <a:gd name="connsiteX8" fmla="*/ 112790 w 167236"/>
                <a:gd name="connsiteY8" fmla="*/ 0 h 67123"/>
                <a:gd name="connsiteX9" fmla="*/ 106111 w 167236"/>
                <a:gd name="connsiteY9" fmla="*/ 6234 h 67123"/>
                <a:gd name="connsiteX10" fmla="*/ 101427 w 167236"/>
                <a:gd name="connsiteY10" fmla="*/ 6234 h 67123"/>
                <a:gd name="connsiteX11" fmla="*/ 93172 w 167236"/>
                <a:gd name="connsiteY11" fmla="*/ 7683 h 67123"/>
                <a:gd name="connsiteX12" fmla="*/ 84777 w 167236"/>
                <a:gd name="connsiteY12" fmla="*/ 17692 h 67123"/>
                <a:gd name="connsiteX13" fmla="*/ 81670 w 167236"/>
                <a:gd name="connsiteY13" fmla="*/ 34549 h 67123"/>
                <a:gd name="connsiteX14" fmla="*/ 81670 w 167236"/>
                <a:gd name="connsiteY14" fmla="*/ 34725 h 67123"/>
                <a:gd name="connsiteX15" fmla="*/ 83108 w 167236"/>
                <a:gd name="connsiteY15" fmla="*/ 45963 h 67123"/>
                <a:gd name="connsiteX16" fmla="*/ 81856 w 167236"/>
                <a:gd name="connsiteY16" fmla="*/ 52592 h 67123"/>
                <a:gd name="connsiteX17" fmla="*/ 77496 w 167236"/>
                <a:gd name="connsiteY17" fmla="*/ 52592 h 67123"/>
                <a:gd name="connsiteX18" fmla="*/ 73554 w 167236"/>
                <a:gd name="connsiteY18" fmla="*/ 55621 h 67123"/>
                <a:gd name="connsiteX19" fmla="*/ 73554 w 167236"/>
                <a:gd name="connsiteY19" fmla="*/ 62426 h 67123"/>
                <a:gd name="connsiteX20" fmla="*/ 70679 w 167236"/>
                <a:gd name="connsiteY20" fmla="*/ 64358 h 67123"/>
                <a:gd name="connsiteX21" fmla="*/ 56580 w 167236"/>
                <a:gd name="connsiteY21" fmla="*/ 54129 h 67123"/>
                <a:gd name="connsiteX22" fmla="*/ 51340 w 167236"/>
                <a:gd name="connsiteY22" fmla="*/ 52153 h 67123"/>
                <a:gd name="connsiteX23" fmla="*/ 49206 w 167236"/>
                <a:gd name="connsiteY23" fmla="*/ 59704 h 67123"/>
                <a:gd name="connsiteX24" fmla="*/ 44058 w 167236"/>
                <a:gd name="connsiteY24" fmla="*/ 62119 h 67123"/>
                <a:gd name="connsiteX25" fmla="*/ 42018 w 167236"/>
                <a:gd name="connsiteY25" fmla="*/ 59704 h 67123"/>
                <a:gd name="connsiteX26" fmla="*/ 31675 w 167236"/>
                <a:gd name="connsiteY26" fmla="*/ 58387 h 67123"/>
                <a:gd name="connsiteX27" fmla="*/ 20962 w 167236"/>
                <a:gd name="connsiteY27" fmla="*/ 35822 h 67123"/>
                <a:gd name="connsiteX28" fmla="*/ 20731 w 167236"/>
                <a:gd name="connsiteY28" fmla="*/ 35383 h 67123"/>
                <a:gd name="connsiteX29" fmla="*/ 13032 w 167236"/>
                <a:gd name="connsiteY29" fmla="*/ 33496 h 67123"/>
                <a:gd name="connsiteX30" fmla="*/ 8023 w 167236"/>
                <a:gd name="connsiteY30" fmla="*/ 36876 h 67123"/>
                <a:gd name="connsiteX31" fmla="*/ 8023 w 167236"/>
                <a:gd name="connsiteY31" fmla="*/ 44032 h 67123"/>
                <a:gd name="connsiteX32" fmla="*/ 2272 w 167236"/>
                <a:gd name="connsiteY32" fmla="*/ 40827 h 67123"/>
                <a:gd name="connsiteX33" fmla="*/ 325 w 167236"/>
                <a:gd name="connsiteY33" fmla="*/ 44866 h 67123"/>
                <a:gd name="connsiteX34" fmla="*/ 0 w 167236"/>
                <a:gd name="connsiteY34" fmla="*/ 45524 h 67123"/>
                <a:gd name="connsiteX35" fmla="*/ 0 w 167236"/>
                <a:gd name="connsiteY35" fmla="*/ 45744 h 67123"/>
                <a:gd name="connsiteX36" fmla="*/ 0 w 167236"/>
                <a:gd name="connsiteY36" fmla="*/ 46139 h 67123"/>
                <a:gd name="connsiteX37" fmla="*/ 185 w 167236"/>
                <a:gd name="connsiteY37" fmla="*/ 46534 h 67123"/>
                <a:gd name="connsiteX38" fmla="*/ 464 w 167236"/>
                <a:gd name="connsiteY38" fmla="*/ 46841 h 67123"/>
                <a:gd name="connsiteX39" fmla="*/ 603 w 167236"/>
                <a:gd name="connsiteY39" fmla="*/ 46973 h 67123"/>
                <a:gd name="connsiteX40" fmla="*/ 835 w 167236"/>
                <a:gd name="connsiteY40" fmla="*/ 46973 h 67123"/>
                <a:gd name="connsiteX41" fmla="*/ 2133 w 167236"/>
                <a:gd name="connsiteY41" fmla="*/ 46446 h 67123"/>
                <a:gd name="connsiteX42" fmla="*/ 2875 w 167236"/>
                <a:gd name="connsiteY42" fmla="*/ 44910 h 67123"/>
                <a:gd name="connsiteX43" fmla="*/ 3339 w 167236"/>
                <a:gd name="connsiteY43" fmla="*/ 43988 h 67123"/>
                <a:gd name="connsiteX44" fmla="*/ 10342 w 167236"/>
                <a:gd name="connsiteY44" fmla="*/ 47895 h 67123"/>
                <a:gd name="connsiteX45" fmla="*/ 10342 w 167236"/>
                <a:gd name="connsiteY45" fmla="*/ 38017 h 67123"/>
                <a:gd name="connsiteX46" fmla="*/ 13449 w 167236"/>
                <a:gd name="connsiteY46" fmla="*/ 35910 h 67123"/>
                <a:gd name="connsiteX47" fmla="*/ 19107 w 167236"/>
                <a:gd name="connsiteY47" fmla="*/ 37315 h 67123"/>
                <a:gd name="connsiteX48" fmla="*/ 29449 w 167236"/>
                <a:gd name="connsiteY48" fmla="*/ 59441 h 67123"/>
                <a:gd name="connsiteX49" fmla="*/ 29449 w 167236"/>
                <a:gd name="connsiteY49" fmla="*/ 60406 h 67123"/>
                <a:gd name="connsiteX50" fmla="*/ 40719 w 167236"/>
                <a:gd name="connsiteY50" fmla="*/ 61855 h 67123"/>
                <a:gd name="connsiteX51" fmla="*/ 43316 w 167236"/>
                <a:gd name="connsiteY51" fmla="*/ 64928 h 67123"/>
                <a:gd name="connsiteX52" fmla="*/ 51108 w 167236"/>
                <a:gd name="connsiteY52" fmla="*/ 61284 h 67123"/>
                <a:gd name="connsiteX53" fmla="*/ 52824 w 167236"/>
                <a:gd name="connsiteY53" fmla="*/ 55138 h 67123"/>
                <a:gd name="connsiteX54" fmla="*/ 55235 w 167236"/>
                <a:gd name="connsiteY54" fmla="*/ 56016 h 67123"/>
                <a:gd name="connsiteX55" fmla="*/ 70586 w 167236"/>
                <a:gd name="connsiteY55" fmla="*/ 67123 h 67123"/>
                <a:gd name="connsiteX56" fmla="*/ 75827 w 167236"/>
                <a:gd name="connsiteY56" fmla="*/ 63567 h 67123"/>
                <a:gd name="connsiteX57" fmla="*/ 75827 w 167236"/>
                <a:gd name="connsiteY57" fmla="*/ 56675 h 67123"/>
                <a:gd name="connsiteX58" fmla="*/ 78285 w 167236"/>
                <a:gd name="connsiteY58" fmla="*/ 54787 h 67123"/>
                <a:gd name="connsiteX59" fmla="*/ 83757 w 167236"/>
                <a:gd name="connsiteY59" fmla="*/ 54787 h 67123"/>
                <a:gd name="connsiteX60" fmla="*/ 85427 w 167236"/>
                <a:gd name="connsiteY60" fmla="*/ 46051 h 67123"/>
                <a:gd name="connsiteX61" fmla="*/ 83989 w 167236"/>
                <a:gd name="connsiteY61" fmla="*/ 34813 h 67123"/>
                <a:gd name="connsiteX62" fmla="*/ 86818 w 167236"/>
                <a:gd name="connsiteY62" fmla="*/ 18877 h 67123"/>
                <a:gd name="connsiteX63" fmla="*/ 94470 w 167236"/>
                <a:gd name="connsiteY63" fmla="*/ 9702 h 67123"/>
                <a:gd name="connsiteX64" fmla="*/ 101659 w 167236"/>
                <a:gd name="connsiteY64" fmla="*/ 8429 h 67123"/>
                <a:gd name="connsiteX65" fmla="*/ 107039 w 167236"/>
                <a:gd name="connsiteY65" fmla="*/ 8429 h 67123"/>
                <a:gd name="connsiteX66" fmla="*/ 113717 w 167236"/>
                <a:gd name="connsiteY66" fmla="*/ 2195 h 67123"/>
                <a:gd name="connsiteX67" fmla="*/ 119190 w 167236"/>
                <a:gd name="connsiteY67" fmla="*/ 2195 h 67123"/>
                <a:gd name="connsiteX68" fmla="*/ 125961 w 167236"/>
                <a:gd name="connsiteY68" fmla="*/ 14311 h 67123"/>
                <a:gd name="connsiteX69" fmla="*/ 137833 w 167236"/>
                <a:gd name="connsiteY69" fmla="*/ 21116 h 67123"/>
                <a:gd name="connsiteX70" fmla="*/ 137833 w 167236"/>
                <a:gd name="connsiteY70" fmla="*/ 27086 h 67123"/>
                <a:gd name="connsiteX71" fmla="*/ 131711 w 167236"/>
                <a:gd name="connsiteY71" fmla="*/ 38369 h 67123"/>
                <a:gd name="connsiteX72" fmla="*/ 132268 w 167236"/>
                <a:gd name="connsiteY72" fmla="*/ 44120 h 67123"/>
                <a:gd name="connsiteX73" fmla="*/ 132778 w 167236"/>
                <a:gd name="connsiteY73" fmla="*/ 43768 h 67123"/>
                <a:gd name="connsiteX74" fmla="*/ 134401 w 167236"/>
                <a:gd name="connsiteY74" fmla="*/ 43988 h 67123"/>
                <a:gd name="connsiteX75" fmla="*/ 134169 w 167236"/>
                <a:gd name="connsiteY75" fmla="*/ 45524 h 67123"/>
                <a:gd name="connsiteX76" fmla="*/ 133613 w 167236"/>
                <a:gd name="connsiteY76" fmla="*/ 45919 h 67123"/>
                <a:gd name="connsiteX77" fmla="*/ 137138 w 167236"/>
                <a:gd name="connsiteY77" fmla="*/ 47588 h 67123"/>
                <a:gd name="connsiteX78" fmla="*/ 139967 w 167236"/>
                <a:gd name="connsiteY78" fmla="*/ 37096 h 67123"/>
                <a:gd name="connsiteX79" fmla="*/ 153184 w 167236"/>
                <a:gd name="connsiteY79" fmla="*/ 29852 h 67123"/>
                <a:gd name="connsiteX80" fmla="*/ 153184 w 167236"/>
                <a:gd name="connsiteY80" fmla="*/ 19887 h 67123"/>
                <a:gd name="connsiteX81" fmla="*/ 159167 w 167236"/>
                <a:gd name="connsiteY81" fmla="*/ 25769 h 67123"/>
                <a:gd name="connsiteX82" fmla="*/ 167236 w 167236"/>
                <a:gd name="connsiteY82" fmla="*/ 24365 h 67123"/>
                <a:gd name="connsiteX83" fmla="*/ 165938 w 167236"/>
                <a:gd name="connsiteY83" fmla="*/ 13126 h 67123"/>
                <a:gd name="connsiteX84" fmla="*/ 165659 w 167236"/>
                <a:gd name="connsiteY84" fmla="*/ 10799 h 67123"/>
                <a:gd name="connsiteX85" fmla="*/ 164361 w 167236"/>
                <a:gd name="connsiteY85" fmla="*/ 9834 h 67123"/>
                <a:gd name="connsiteX86" fmla="*/ 163341 w 167236"/>
                <a:gd name="connsiteY86" fmla="*/ 11063 h 67123"/>
                <a:gd name="connsiteX87" fmla="*/ 163619 w 167236"/>
                <a:gd name="connsiteY87" fmla="*/ 13390 h 67123"/>
                <a:gd name="connsiteX88" fmla="*/ 164686 w 167236"/>
                <a:gd name="connsiteY88" fmla="*/ 22565 h 67123"/>
                <a:gd name="connsiteX89" fmla="*/ 160002 w 167236"/>
                <a:gd name="connsiteY89" fmla="*/ 23355 h 67123"/>
                <a:gd name="connsiteX90" fmla="*/ 151004 w 167236"/>
                <a:gd name="connsiteY90" fmla="*/ 14487 h 67123"/>
                <a:gd name="connsiteX91" fmla="*/ 150912 w 167236"/>
                <a:gd name="connsiteY91" fmla="*/ 14399 h 67123"/>
                <a:gd name="connsiteX92" fmla="*/ 150912 w 167236"/>
                <a:gd name="connsiteY92" fmla="*/ 28579 h 67123"/>
                <a:gd name="connsiteX93" fmla="*/ 138019 w 167236"/>
                <a:gd name="connsiteY93" fmla="*/ 35603 h 67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67236" h="67123">
                  <a:moveTo>
                    <a:pt x="138065" y="35647"/>
                  </a:moveTo>
                  <a:lnTo>
                    <a:pt x="135700" y="44383"/>
                  </a:lnTo>
                  <a:lnTo>
                    <a:pt x="134679" y="43900"/>
                  </a:lnTo>
                  <a:lnTo>
                    <a:pt x="134169" y="38808"/>
                  </a:lnTo>
                  <a:lnTo>
                    <a:pt x="140106" y="27833"/>
                  </a:lnTo>
                  <a:lnTo>
                    <a:pt x="140245" y="19843"/>
                  </a:lnTo>
                  <a:lnTo>
                    <a:pt x="127769" y="12731"/>
                  </a:lnTo>
                  <a:lnTo>
                    <a:pt x="120627" y="0"/>
                  </a:lnTo>
                  <a:lnTo>
                    <a:pt x="112790" y="0"/>
                  </a:lnTo>
                  <a:lnTo>
                    <a:pt x="106111" y="6234"/>
                  </a:lnTo>
                  <a:lnTo>
                    <a:pt x="101427" y="6234"/>
                  </a:lnTo>
                  <a:cubicBezTo>
                    <a:pt x="101427" y="6234"/>
                    <a:pt x="93172" y="7683"/>
                    <a:pt x="93172" y="7683"/>
                  </a:cubicBezTo>
                  <a:lnTo>
                    <a:pt x="84777" y="17692"/>
                  </a:lnTo>
                  <a:lnTo>
                    <a:pt x="81670" y="34549"/>
                  </a:lnTo>
                  <a:lnTo>
                    <a:pt x="81670" y="34725"/>
                  </a:lnTo>
                  <a:cubicBezTo>
                    <a:pt x="81670" y="34725"/>
                    <a:pt x="83108" y="45963"/>
                    <a:pt x="83108" y="45963"/>
                  </a:cubicBezTo>
                  <a:lnTo>
                    <a:pt x="81856" y="52592"/>
                  </a:lnTo>
                  <a:lnTo>
                    <a:pt x="77496" y="52592"/>
                  </a:lnTo>
                  <a:lnTo>
                    <a:pt x="73554" y="55621"/>
                  </a:lnTo>
                  <a:lnTo>
                    <a:pt x="73554" y="62426"/>
                  </a:lnTo>
                  <a:lnTo>
                    <a:pt x="70679" y="64358"/>
                  </a:lnTo>
                  <a:lnTo>
                    <a:pt x="56580" y="54129"/>
                  </a:lnTo>
                  <a:lnTo>
                    <a:pt x="51340" y="52153"/>
                  </a:lnTo>
                  <a:lnTo>
                    <a:pt x="49206" y="59704"/>
                  </a:lnTo>
                  <a:lnTo>
                    <a:pt x="44058" y="62119"/>
                  </a:lnTo>
                  <a:lnTo>
                    <a:pt x="42018" y="59704"/>
                  </a:lnTo>
                  <a:lnTo>
                    <a:pt x="31675" y="58387"/>
                  </a:lnTo>
                  <a:cubicBezTo>
                    <a:pt x="30516" y="53514"/>
                    <a:pt x="22632" y="38895"/>
                    <a:pt x="20962" y="35822"/>
                  </a:cubicBezTo>
                  <a:lnTo>
                    <a:pt x="20731" y="35383"/>
                  </a:lnTo>
                  <a:lnTo>
                    <a:pt x="13032" y="33496"/>
                  </a:lnTo>
                  <a:lnTo>
                    <a:pt x="8023" y="36876"/>
                  </a:lnTo>
                  <a:lnTo>
                    <a:pt x="8023" y="44032"/>
                  </a:lnTo>
                  <a:lnTo>
                    <a:pt x="2272" y="40827"/>
                  </a:lnTo>
                  <a:lnTo>
                    <a:pt x="325" y="44866"/>
                  </a:lnTo>
                  <a:lnTo>
                    <a:pt x="0" y="45524"/>
                  </a:lnTo>
                  <a:cubicBezTo>
                    <a:pt x="0" y="45524"/>
                    <a:pt x="0" y="45700"/>
                    <a:pt x="0" y="45744"/>
                  </a:cubicBezTo>
                  <a:cubicBezTo>
                    <a:pt x="0" y="45876"/>
                    <a:pt x="0" y="46007"/>
                    <a:pt x="0" y="46139"/>
                  </a:cubicBezTo>
                  <a:cubicBezTo>
                    <a:pt x="0" y="46271"/>
                    <a:pt x="93" y="46402"/>
                    <a:pt x="185" y="46534"/>
                  </a:cubicBezTo>
                  <a:cubicBezTo>
                    <a:pt x="278" y="46666"/>
                    <a:pt x="371" y="46754"/>
                    <a:pt x="464" y="46841"/>
                  </a:cubicBezTo>
                  <a:cubicBezTo>
                    <a:pt x="510" y="46841"/>
                    <a:pt x="557" y="46973"/>
                    <a:pt x="603" y="46973"/>
                  </a:cubicBezTo>
                  <a:cubicBezTo>
                    <a:pt x="695" y="46973"/>
                    <a:pt x="788" y="46973"/>
                    <a:pt x="835" y="46973"/>
                  </a:cubicBezTo>
                  <a:cubicBezTo>
                    <a:pt x="1345" y="47061"/>
                    <a:pt x="1901" y="46885"/>
                    <a:pt x="2133" y="46446"/>
                  </a:cubicBezTo>
                  <a:lnTo>
                    <a:pt x="2875" y="44910"/>
                  </a:lnTo>
                  <a:lnTo>
                    <a:pt x="3339" y="43988"/>
                  </a:lnTo>
                  <a:lnTo>
                    <a:pt x="10342" y="47895"/>
                  </a:lnTo>
                  <a:lnTo>
                    <a:pt x="10342" y="38017"/>
                  </a:lnTo>
                  <a:lnTo>
                    <a:pt x="13449" y="35910"/>
                  </a:lnTo>
                  <a:lnTo>
                    <a:pt x="19107" y="37315"/>
                  </a:lnTo>
                  <a:cubicBezTo>
                    <a:pt x="23235" y="44910"/>
                    <a:pt x="29449" y="57246"/>
                    <a:pt x="29449" y="59441"/>
                  </a:cubicBezTo>
                  <a:lnTo>
                    <a:pt x="29449" y="60406"/>
                  </a:lnTo>
                  <a:lnTo>
                    <a:pt x="40719" y="61855"/>
                  </a:lnTo>
                  <a:lnTo>
                    <a:pt x="43316" y="64928"/>
                  </a:lnTo>
                  <a:lnTo>
                    <a:pt x="51108" y="61284"/>
                  </a:lnTo>
                  <a:lnTo>
                    <a:pt x="52824" y="55138"/>
                  </a:lnTo>
                  <a:lnTo>
                    <a:pt x="55235" y="56016"/>
                  </a:lnTo>
                  <a:lnTo>
                    <a:pt x="70586" y="67123"/>
                  </a:lnTo>
                  <a:lnTo>
                    <a:pt x="75827" y="63567"/>
                  </a:lnTo>
                  <a:lnTo>
                    <a:pt x="75827" y="56675"/>
                  </a:lnTo>
                  <a:lnTo>
                    <a:pt x="78285" y="54787"/>
                  </a:lnTo>
                  <a:lnTo>
                    <a:pt x="83757" y="54787"/>
                  </a:lnTo>
                  <a:lnTo>
                    <a:pt x="85427" y="46051"/>
                  </a:lnTo>
                  <a:lnTo>
                    <a:pt x="83989" y="34813"/>
                  </a:lnTo>
                  <a:lnTo>
                    <a:pt x="86818" y="18877"/>
                  </a:lnTo>
                  <a:lnTo>
                    <a:pt x="94470" y="9702"/>
                  </a:lnTo>
                  <a:lnTo>
                    <a:pt x="101659" y="8429"/>
                  </a:lnTo>
                  <a:lnTo>
                    <a:pt x="107039" y="8429"/>
                  </a:lnTo>
                  <a:lnTo>
                    <a:pt x="113717" y="2195"/>
                  </a:lnTo>
                  <a:lnTo>
                    <a:pt x="119190" y="2195"/>
                  </a:lnTo>
                  <a:lnTo>
                    <a:pt x="125961" y="14311"/>
                  </a:lnTo>
                  <a:lnTo>
                    <a:pt x="137833" y="21116"/>
                  </a:lnTo>
                  <a:lnTo>
                    <a:pt x="137833" y="27086"/>
                  </a:lnTo>
                  <a:lnTo>
                    <a:pt x="131711" y="38369"/>
                  </a:lnTo>
                  <a:lnTo>
                    <a:pt x="132268" y="44120"/>
                  </a:lnTo>
                  <a:lnTo>
                    <a:pt x="132778" y="43768"/>
                  </a:lnTo>
                  <a:cubicBezTo>
                    <a:pt x="133288" y="43417"/>
                    <a:pt x="134030" y="43505"/>
                    <a:pt x="134401" y="43988"/>
                  </a:cubicBezTo>
                  <a:cubicBezTo>
                    <a:pt x="134772" y="44471"/>
                    <a:pt x="134679" y="45173"/>
                    <a:pt x="134169" y="45524"/>
                  </a:cubicBezTo>
                  <a:lnTo>
                    <a:pt x="133613" y="45919"/>
                  </a:lnTo>
                  <a:lnTo>
                    <a:pt x="137138" y="47588"/>
                  </a:lnTo>
                  <a:lnTo>
                    <a:pt x="139967" y="37096"/>
                  </a:lnTo>
                  <a:lnTo>
                    <a:pt x="153184" y="29852"/>
                  </a:lnTo>
                  <a:lnTo>
                    <a:pt x="153184" y="19887"/>
                  </a:lnTo>
                  <a:lnTo>
                    <a:pt x="159167" y="25769"/>
                  </a:lnTo>
                  <a:lnTo>
                    <a:pt x="167236" y="24365"/>
                  </a:lnTo>
                  <a:lnTo>
                    <a:pt x="165938" y="13126"/>
                  </a:lnTo>
                  <a:lnTo>
                    <a:pt x="165659" y="10799"/>
                  </a:lnTo>
                  <a:cubicBezTo>
                    <a:pt x="165613" y="10185"/>
                    <a:pt x="165057" y="9746"/>
                    <a:pt x="164361" y="9834"/>
                  </a:cubicBezTo>
                  <a:cubicBezTo>
                    <a:pt x="163712" y="9921"/>
                    <a:pt x="163248" y="10448"/>
                    <a:pt x="163341" y="11063"/>
                  </a:cubicBezTo>
                  <a:lnTo>
                    <a:pt x="163619" y="13390"/>
                  </a:lnTo>
                  <a:lnTo>
                    <a:pt x="164686" y="22565"/>
                  </a:lnTo>
                  <a:lnTo>
                    <a:pt x="160002" y="23355"/>
                  </a:lnTo>
                  <a:lnTo>
                    <a:pt x="151004" y="14487"/>
                  </a:lnTo>
                  <a:lnTo>
                    <a:pt x="150912" y="14399"/>
                  </a:lnTo>
                  <a:lnTo>
                    <a:pt x="150912" y="28579"/>
                  </a:lnTo>
                  <a:lnTo>
                    <a:pt x="138019" y="3560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0" name="Freeform: Shape 2259">
              <a:extLst>
                <a:ext uri="{FF2B5EF4-FFF2-40B4-BE49-F238E27FC236}">
                  <a16:creationId xmlns:a16="http://schemas.microsoft.com/office/drawing/2014/main" id="{CFBF801A-9ABE-CE16-F691-AC661217F46A}"/>
                </a:ext>
              </a:extLst>
            </p:cNvPr>
            <p:cNvSpPr>
              <a:spLocks/>
            </p:cNvSpPr>
            <p:nvPr/>
          </p:nvSpPr>
          <p:spPr>
            <a:xfrm>
              <a:off x="6336578" y="1910695"/>
              <a:ext cx="98882" cy="466344"/>
            </a:xfrm>
            <a:custGeom>
              <a:avLst/>
              <a:gdLst>
                <a:gd name="connsiteX0" fmla="*/ 22606 w 66247"/>
                <a:gd name="connsiteY0" fmla="*/ 287759 h 312430"/>
                <a:gd name="connsiteX1" fmla="*/ 32253 w 66247"/>
                <a:gd name="connsiteY1" fmla="*/ 277267 h 312430"/>
                <a:gd name="connsiteX2" fmla="*/ 47836 w 66247"/>
                <a:gd name="connsiteY2" fmla="*/ 256458 h 312430"/>
                <a:gd name="connsiteX3" fmla="*/ 54885 w 66247"/>
                <a:gd name="connsiteY3" fmla="*/ 248337 h 312430"/>
                <a:gd name="connsiteX4" fmla="*/ 66247 w 66247"/>
                <a:gd name="connsiteY4" fmla="*/ 229679 h 312430"/>
                <a:gd name="connsiteX5" fmla="*/ 57760 w 66247"/>
                <a:gd name="connsiteY5" fmla="*/ 216246 h 312430"/>
                <a:gd name="connsiteX6" fmla="*/ 48577 w 66247"/>
                <a:gd name="connsiteY6" fmla="*/ 210758 h 312430"/>
                <a:gd name="connsiteX7" fmla="*/ 41064 w 66247"/>
                <a:gd name="connsiteY7" fmla="*/ 200925 h 312430"/>
                <a:gd name="connsiteX8" fmla="*/ 43151 w 66247"/>
                <a:gd name="connsiteY8" fmla="*/ 199739 h 312430"/>
                <a:gd name="connsiteX9" fmla="*/ 48949 w 66247"/>
                <a:gd name="connsiteY9" fmla="*/ 190169 h 312430"/>
                <a:gd name="connsiteX10" fmla="*/ 48949 w 66247"/>
                <a:gd name="connsiteY10" fmla="*/ 184506 h 312430"/>
                <a:gd name="connsiteX11" fmla="*/ 43430 w 66247"/>
                <a:gd name="connsiteY11" fmla="*/ 179019 h 312430"/>
                <a:gd name="connsiteX12" fmla="*/ 43430 w 66247"/>
                <a:gd name="connsiteY12" fmla="*/ 165190 h 312430"/>
                <a:gd name="connsiteX13" fmla="*/ 35406 w 66247"/>
                <a:gd name="connsiteY13" fmla="*/ 165190 h 312430"/>
                <a:gd name="connsiteX14" fmla="*/ 33691 w 66247"/>
                <a:gd name="connsiteY14" fmla="*/ 156278 h 312430"/>
                <a:gd name="connsiteX15" fmla="*/ 39070 w 66247"/>
                <a:gd name="connsiteY15" fmla="*/ 154127 h 312430"/>
                <a:gd name="connsiteX16" fmla="*/ 39070 w 66247"/>
                <a:gd name="connsiteY16" fmla="*/ 150308 h 312430"/>
                <a:gd name="connsiteX17" fmla="*/ 34896 w 66247"/>
                <a:gd name="connsiteY17" fmla="*/ 147937 h 312430"/>
                <a:gd name="connsiteX18" fmla="*/ 37818 w 66247"/>
                <a:gd name="connsiteY18" fmla="*/ 137182 h 312430"/>
                <a:gd name="connsiteX19" fmla="*/ 35267 w 66247"/>
                <a:gd name="connsiteY19" fmla="*/ 135865 h 312430"/>
                <a:gd name="connsiteX20" fmla="*/ 37494 w 66247"/>
                <a:gd name="connsiteY20" fmla="*/ 133889 h 312430"/>
                <a:gd name="connsiteX21" fmla="*/ 43476 w 66247"/>
                <a:gd name="connsiteY21" fmla="*/ 133889 h 312430"/>
                <a:gd name="connsiteX22" fmla="*/ 43383 w 66247"/>
                <a:gd name="connsiteY22" fmla="*/ 132704 h 312430"/>
                <a:gd name="connsiteX23" fmla="*/ 25296 w 66247"/>
                <a:gd name="connsiteY23" fmla="*/ 85907 h 312430"/>
                <a:gd name="connsiteX24" fmla="*/ 39627 w 66247"/>
                <a:gd name="connsiteY24" fmla="*/ 63386 h 312430"/>
                <a:gd name="connsiteX25" fmla="*/ 39627 w 66247"/>
                <a:gd name="connsiteY25" fmla="*/ 57284 h 312430"/>
                <a:gd name="connsiteX26" fmla="*/ 28543 w 66247"/>
                <a:gd name="connsiteY26" fmla="*/ 40821 h 312430"/>
                <a:gd name="connsiteX27" fmla="*/ 19174 w 66247"/>
                <a:gd name="connsiteY27" fmla="*/ 37046 h 312430"/>
                <a:gd name="connsiteX28" fmla="*/ 15650 w 66247"/>
                <a:gd name="connsiteY28" fmla="*/ 24754 h 312430"/>
                <a:gd name="connsiteX29" fmla="*/ 22235 w 66247"/>
                <a:gd name="connsiteY29" fmla="*/ 9696 h 312430"/>
                <a:gd name="connsiteX30" fmla="*/ 16484 w 66247"/>
                <a:gd name="connsiteY30" fmla="*/ 6316 h 312430"/>
                <a:gd name="connsiteX31" fmla="*/ 22096 w 66247"/>
                <a:gd name="connsiteY31" fmla="*/ 2365 h 312430"/>
                <a:gd name="connsiteX32" fmla="*/ 22653 w 66247"/>
                <a:gd name="connsiteY32" fmla="*/ 1970 h 312430"/>
                <a:gd name="connsiteX33" fmla="*/ 22885 w 66247"/>
                <a:gd name="connsiteY33" fmla="*/ 433 h 312430"/>
                <a:gd name="connsiteX34" fmla="*/ 21261 w 66247"/>
                <a:gd name="connsiteY34" fmla="*/ 214 h 312430"/>
                <a:gd name="connsiteX35" fmla="*/ 20751 w 66247"/>
                <a:gd name="connsiteY35" fmla="*/ 565 h 312430"/>
                <a:gd name="connsiteX36" fmla="*/ 12357 w 66247"/>
                <a:gd name="connsiteY36" fmla="*/ 6447 h 312430"/>
                <a:gd name="connsiteX37" fmla="*/ 19360 w 66247"/>
                <a:gd name="connsiteY37" fmla="*/ 10574 h 312430"/>
                <a:gd name="connsiteX38" fmla="*/ 13192 w 66247"/>
                <a:gd name="connsiteY38" fmla="*/ 24622 h 312430"/>
                <a:gd name="connsiteX39" fmla="*/ 17227 w 66247"/>
                <a:gd name="connsiteY39" fmla="*/ 38670 h 312430"/>
                <a:gd name="connsiteX40" fmla="*/ 26966 w 66247"/>
                <a:gd name="connsiteY40" fmla="*/ 42577 h 312430"/>
                <a:gd name="connsiteX41" fmla="*/ 37308 w 66247"/>
                <a:gd name="connsiteY41" fmla="*/ 57942 h 312430"/>
                <a:gd name="connsiteX42" fmla="*/ 37308 w 66247"/>
                <a:gd name="connsiteY42" fmla="*/ 62815 h 312430"/>
                <a:gd name="connsiteX43" fmla="*/ 22653 w 66247"/>
                <a:gd name="connsiteY43" fmla="*/ 85819 h 312430"/>
                <a:gd name="connsiteX44" fmla="*/ 22931 w 66247"/>
                <a:gd name="connsiteY44" fmla="*/ 86346 h 312430"/>
                <a:gd name="connsiteX45" fmla="*/ 40972 w 66247"/>
                <a:gd name="connsiteY45" fmla="*/ 131694 h 312430"/>
                <a:gd name="connsiteX46" fmla="*/ 36566 w 66247"/>
                <a:gd name="connsiteY46" fmla="*/ 131694 h 312430"/>
                <a:gd name="connsiteX47" fmla="*/ 31279 w 66247"/>
                <a:gd name="connsiteY47" fmla="*/ 136304 h 312430"/>
                <a:gd name="connsiteX48" fmla="*/ 35082 w 66247"/>
                <a:gd name="connsiteY48" fmla="*/ 138279 h 312430"/>
                <a:gd name="connsiteX49" fmla="*/ 32206 w 66247"/>
                <a:gd name="connsiteY49" fmla="*/ 148947 h 312430"/>
                <a:gd name="connsiteX50" fmla="*/ 36751 w 66247"/>
                <a:gd name="connsiteY50" fmla="*/ 151537 h 312430"/>
                <a:gd name="connsiteX51" fmla="*/ 36751 w 66247"/>
                <a:gd name="connsiteY51" fmla="*/ 152635 h 312430"/>
                <a:gd name="connsiteX52" fmla="*/ 31093 w 66247"/>
                <a:gd name="connsiteY52" fmla="*/ 154874 h 312430"/>
                <a:gd name="connsiteX53" fmla="*/ 33459 w 66247"/>
                <a:gd name="connsiteY53" fmla="*/ 167341 h 312430"/>
                <a:gd name="connsiteX54" fmla="*/ 41111 w 66247"/>
                <a:gd name="connsiteY54" fmla="*/ 167341 h 312430"/>
                <a:gd name="connsiteX55" fmla="*/ 41111 w 66247"/>
                <a:gd name="connsiteY55" fmla="*/ 179853 h 312430"/>
                <a:gd name="connsiteX56" fmla="*/ 46630 w 66247"/>
                <a:gd name="connsiteY56" fmla="*/ 185340 h 312430"/>
                <a:gd name="connsiteX57" fmla="*/ 46630 w 66247"/>
                <a:gd name="connsiteY57" fmla="*/ 189555 h 312430"/>
                <a:gd name="connsiteX58" fmla="*/ 41435 w 66247"/>
                <a:gd name="connsiteY58" fmla="*/ 198115 h 312430"/>
                <a:gd name="connsiteX59" fmla="*/ 37725 w 66247"/>
                <a:gd name="connsiteY59" fmla="*/ 200222 h 312430"/>
                <a:gd name="connsiteX60" fmla="*/ 46862 w 66247"/>
                <a:gd name="connsiteY60" fmla="*/ 212163 h 312430"/>
                <a:gd name="connsiteX61" fmla="*/ 55952 w 66247"/>
                <a:gd name="connsiteY61" fmla="*/ 217519 h 312430"/>
                <a:gd name="connsiteX62" fmla="*/ 63558 w 66247"/>
                <a:gd name="connsiteY62" fmla="*/ 229635 h 312430"/>
                <a:gd name="connsiteX63" fmla="*/ 52983 w 66247"/>
                <a:gd name="connsiteY63" fmla="*/ 247020 h 312430"/>
                <a:gd name="connsiteX64" fmla="*/ 45980 w 66247"/>
                <a:gd name="connsiteY64" fmla="*/ 255053 h 312430"/>
                <a:gd name="connsiteX65" fmla="*/ 30398 w 66247"/>
                <a:gd name="connsiteY65" fmla="*/ 275818 h 312430"/>
                <a:gd name="connsiteX66" fmla="*/ 20890 w 66247"/>
                <a:gd name="connsiteY66" fmla="*/ 286179 h 312430"/>
                <a:gd name="connsiteX67" fmla="*/ 6977 w 66247"/>
                <a:gd name="connsiteY67" fmla="*/ 299612 h 312430"/>
                <a:gd name="connsiteX68" fmla="*/ 3128 w 66247"/>
                <a:gd name="connsiteY68" fmla="*/ 305934 h 312430"/>
                <a:gd name="connsiteX69" fmla="*/ 160 w 66247"/>
                <a:gd name="connsiteY69" fmla="*/ 310807 h 312430"/>
                <a:gd name="connsiteX70" fmla="*/ 577 w 66247"/>
                <a:gd name="connsiteY70" fmla="*/ 312299 h 312430"/>
                <a:gd name="connsiteX71" fmla="*/ 1134 w 66247"/>
                <a:gd name="connsiteY71" fmla="*/ 312431 h 312430"/>
                <a:gd name="connsiteX72" fmla="*/ 2154 w 66247"/>
                <a:gd name="connsiteY72" fmla="*/ 311860 h 312430"/>
                <a:gd name="connsiteX73" fmla="*/ 5771 w 66247"/>
                <a:gd name="connsiteY73" fmla="*/ 305890 h 312430"/>
                <a:gd name="connsiteX74" fmla="*/ 8740 w 66247"/>
                <a:gd name="connsiteY74" fmla="*/ 301017 h 312430"/>
                <a:gd name="connsiteX75" fmla="*/ 22606 w 66247"/>
                <a:gd name="connsiteY75" fmla="*/ 287627 h 3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66247" h="312430">
                  <a:moveTo>
                    <a:pt x="22606" y="287759"/>
                  </a:moveTo>
                  <a:lnTo>
                    <a:pt x="32253" y="277267"/>
                  </a:lnTo>
                  <a:lnTo>
                    <a:pt x="47836" y="256458"/>
                  </a:lnTo>
                  <a:lnTo>
                    <a:pt x="54885" y="248337"/>
                  </a:lnTo>
                  <a:lnTo>
                    <a:pt x="66247" y="229679"/>
                  </a:lnTo>
                  <a:lnTo>
                    <a:pt x="57760" y="216246"/>
                  </a:lnTo>
                  <a:lnTo>
                    <a:pt x="48577" y="210758"/>
                  </a:lnTo>
                  <a:lnTo>
                    <a:pt x="41064" y="200925"/>
                  </a:lnTo>
                  <a:lnTo>
                    <a:pt x="43151" y="199739"/>
                  </a:lnTo>
                  <a:lnTo>
                    <a:pt x="48949" y="190169"/>
                  </a:lnTo>
                  <a:lnTo>
                    <a:pt x="48949" y="184506"/>
                  </a:lnTo>
                  <a:lnTo>
                    <a:pt x="43430" y="179019"/>
                  </a:lnTo>
                  <a:lnTo>
                    <a:pt x="43430" y="165190"/>
                  </a:lnTo>
                  <a:lnTo>
                    <a:pt x="35406" y="165190"/>
                  </a:lnTo>
                  <a:lnTo>
                    <a:pt x="33691" y="156278"/>
                  </a:lnTo>
                  <a:lnTo>
                    <a:pt x="39070" y="154127"/>
                  </a:lnTo>
                  <a:lnTo>
                    <a:pt x="39070" y="150308"/>
                  </a:lnTo>
                  <a:lnTo>
                    <a:pt x="34896" y="147937"/>
                  </a:lnTo>
                  <a:lnTo>
                    <a:pt x="37818" y="137182"/>
                  </a:lnTo>
                  <a:lnTo>
                    <a:pt x="35267" y="135865"/>
                  </a:lnTo>
                  <a:lnTo>
                    <a:pt x="37494" y="133889"/>
                  </a:lnTo>
                  <a:lnTo>
                    <a:pt x="43476" y="133889"/>
                  </a:lnTo>
                  <a:lnTo>
                    <a:pt x="43383" y="132704"/>
                  </a:lnTo>
                  <a:cubicBezTo>
                    <a:pt x="42548" y="120236"/>
                    <a:pt x="27615" y="90428"/>
                    <a:pt x="25296" y="85907"/>
                  </a:cubicBezTo>
                  <a:lnTo>
                    <a:pt x="39627" y="63386"/>
                  </a:lnTo>
                  <a:lnTo>
                    <a:pt x="39627" y="57284"/>
                  </a:lnTo>
                  <a:lnTo>
                    <a:pt x="28543" y="40821"/>
                  </a:lnTo>
                  <a:lnTo>
                    <a:pt x="19174" y="37046"/>
                  </a:lnTo>
                  <a:lnTo>
                    <a:pt x="15650" y="24754"/>
                  </a:lnTo>
                  <a:lnTo>
                    <a:pt x="22235" y="9696"/>
                  </a:lnTo>
                  <a:lnTo>
                    <a:pt x="16484" y="6316"/>
                  </a:lnTo>
                  <a:lnTo>
                    <a:pt x="22096" y="2365"/>
                  </a:lnTo>
                  <a:lnTo>
                    <a:pt x="22653" y="1970"/>
                  </a:lnTo>
                  <a:cubicBezTo>
                    <a:pt x="23163" y="1618"/>
                    <a:pt x="23256" y="916"/>
                    <a:pt x="22885" y="433"/>
                  </a:cubicBezTo>
                  <a:cubicBezTo>
                    <a:pt x="22513" y="-50"/>
                    <a:pt x="21772" y="-138"/>
                    <a:pt x="21261" y="214"/>
                  </a:cubicBezTo>
                  <a:lnTo>
                    <a:pt x="20751" y="565"/>
                  </a:lnTo>
                  <a:lnTo>
                    <a:pt x="12357" y="6447"/>
                  </a:lnTo>
                  <a:lnTo>
                    <a:pt x="19360" y="10574"/>
                  </a:lnTo>
                  <a:lnTo>
                    <a:pt x="13192" y="24622"/>
                  </a:lnTo>
                  <a:lnTo>
                    <a:pt x="17227" y="38670"/>
                  </a:lnTo>
                  <a:lnTo>
                    <a:pt x="26966" y="42577"/>
                  </a:lnTo>
                  <a:lnTo>
                    <a:pt x="37308" y="57942"/>
                  </a:lnTo>
                  <a:lnTo>
                    <a:pt x="37308" y="62815"/>
                  </a:lnTo>
                  <a:lnTo>
                    <a:pt x="22653" y="85819"/>
                  </a:lnTo>
                  <a:lnTo>
                    <a:pt x="22931" y="86346"/>
                  </a:lnTo>
                  <a:cubicBezTo>
                    <a:pt x="23116" y="86653"/>
                    <a:pt x="39256" y="118129"/>
                    <a:pt x="40972" y="131694"/>
                  </a:cubicBezTo>
                  <a:lnTo>
                    <a:pt x="36566" y="131694"/>
                  </a:lnTo>
                  <a:lnTo>
                    <a:pt x="31279" y="136304"/>
                  </a:lnTo>
                  <a:lnTo>
                    <a:pt x="35082" y="138279"/>
                  </a:lnTo>
                  <a:lnTo>
                    <a:pt x="32206" y="148947"/>
                  </a:lnTo>
                  <a:lnTo>
                    <a:pt x="36751" y="151537"/>
                  </a:lnTo>
                  <a:lnTo>
                    <a:pt x="36751" y="152635"/>
                  </a:lnTo>
                  <a:lnTo>
                    <a:pt x="31093" y="154874"/>
                  </a:lnTo>
                  <a:lnTo>
                    <a:pt x="33459" y="167341"/>
                  </a:lnTo>
                  <a:lnTo>
                    <a:pt x="41111" y="167341"/>
                  </a:lnTo>
                  <a:lnTo>
                    <a:pt x="41111" y="179853"/>
                  </a:lnTo>
                  <a:lnTo>
                    <a:pt x="46630" y="185340"/>
                  </a:lnTo>
                  <a:lnTo>
                    <a:pt x="46630" y="189555"/>
                  </a:lnTo>
                  <a:lnTo>
                    <a:pt x="41435" y="198115"/>
                  </a:lnTo>
                  <a:lnTo>
                    <a:pt x="37725" y="200222"/>
                  </a:lnTo>
                  <a:lnTo>
                    <a:pt x="46862" y="212163"/>
                  </a:lnTo>
                  <a:lnTo>
                    <a:pt x="55952" y="217519"/>
                  </a:lnTo>
                  <a:lnTo>
                    <a:pt x="63558" y="229635"/>
                  </a:lnTo>
                  <a:lnTo>
                    <a:pt x="52983" y="247020"/>
                  </a:lnTo>
                  <a:lnTo>
                    <a:pt x="45980" y="255053"/>
                  </a:lnTo>
                  <a:lnTo>
                    <a:pt x="30398" y="275818"/>
                  </a:lnTo>
                  <a:lnTo>
                    <a:pt x="20890" y="286179"/>
                  </a:lnTo>
                  <a:lnTo>
                    <a:pt x="6977" y="299612"/>
                  </a:lnTo>
                  <a:lnTo>
                    <a:pt x="3128" y="305934"/>
                  </a:lnTo>
                  <a:lnTo>
                    <a:pt x="160" y="310807"/>
                  </a:lnTo>
                  <a:cubicBezTo>
                    <a:pt x="-165" y="311333"/>
                    <a:pt x="21" y="311992"/>
                    <a:pt x="577" y="312299"/>
                  </a:cubicBezTo>
                  <a:cubicBezTo>
                    <a:pt x="763" y="312387"/>
                    <a:pt x="948" y="312431"/>
                    <a:pt x="1134" y="312431"/>
                  </a:cubicBezTo>
                  <a:cubicBezTo>
                    <a:pt x="1551" y="312431"/>
                    <a:pt x="1922" y="312255"/>
                    <a:pt x="2154" y="311860"/>
                  </a:cubicBezTo>
                  <a:lnTo>
                    <a:pt x="5771" y="305890"/>
                  </a:lnTo>
                  <a:lnTo>
                    <a:pt x="8740" y="301017"/>
                  </a:lnTo>
                  <a:lnTo>
                    <a:pt x="22606" y="2876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1" name="Freeform: Shape 2260">
              <a:extLst>
                <a:ext uri="{FF2B5EF4-FFF2-40B4-BE49-F238E27FC236}">
                  <a16:creationId xmlns:a16="http://schemas.microsoft.com/office/drawing/2014/main" id="{564C182F-E3CF-6523-3239-E89339EDE68F}"/>
                </a:ext>
              </a:extLst>
            </p:cNvPr>
            <p:cNvSpPr>
              <a:spLocks/>
            </p:cNvSpPr>
            <p:nvPr/>
          </p:nvSpPr>
          <p:spPr>
            <a:xfrm>
              <a:off x="5881382" y="2596876"/>
              <a:ext cx="42446" cy="9836"/>
            </a:xfrm>
            <a:custGeom>
              <a:avLst/>
              <a:gdLst>
                <a:gd name="connsiteX0" fmla="*/ 26394 w 28437"/>
                <a:gd name="connsiteY0" fmla="*/ 6546 h 6590"/>
                <a:gd name="connsiteX1" fmla="*/ 27322 w 28437"/>
                <a:gd name="connsiteY1" fmla="*/ 6546 h 6590"/>
                <a:gd name="connsiteX2" fmla="*/ 28435 w 28437"/>
                <a:gd name="connsiteY2" fmla="*/ 5405 h 6590"/>
                <a:gd name="connsiteX3" fmla="*/ 27275 w 28437"/>
                <a:gd name="connsiteY3" fmla="*/ 4351 h 6590"/>
                <a:gd name="connsiteX4" fmla="*/ 27275 w 28437"/>
                <a:gd name="connsiteY4" fmla="*/ 4351 h 6590"/>
                <a:gd name="connsiteX5" fmla="*/ 26394 w 28437"/>
                <a:gd name="connsiteY5" fmla="*/ 4351 h 6590"/>
                <a:gd name="connsiteX6" fmla="*/ 21663 w 28437"/>
                <a:gd name="connsiteY6" fmla="*/ 4088 h 6590"/>
                <a:gd name="connsiteX7" fmla="*/ 4597 w 28437"/>
                <a:gd name="connsiteY7" fmla="*/ 883 h 6590"/>
                <a:gd name="connsiteX8" fmla="*/ 1489 w 28437"/>
                <a:gd name="connsiteY8" fmla="*/ 49 h 6590"/>
                <a:gd name="connsiteX9" fmla="*/ 52 w 28437"/>
                <a:gd name="connsiteY9" fmla="*/ 795 h 6590"/>
                <a:gd name="connsiteX10" fmla="*/ 840 w 28437"/>
                <a:gd name="connsiteY10" fmla="*/ 2156 h 6590"/>
                <a:gd name="connsiteX11" fmla="*/ 5061 w 28437"/>
                <a:gd name="connsiteY11" fmla="*/ 3298 h 6590"/>
                <a:gd name="connsiteX12" fmla="*/ 24400 w 28437"/>
                <a:gd name="connsiteY12" fmla="*/ 6546 h 6590"/>
                <a:gd name="connsiteX13" fmla="*/ 26348 w 28437"/>
                <a:gd name="connsiteY13" fmla="*/ 6590 h 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437" h="6590">
                  <a:moveTo>
                    <a:pt x="26394" y="6546"/>
                  </a:moveTo>
                  <a:cubicBezTo>
                    <a:pt x="26719" y="6546"/>
                    <a:pt x="27043" y="6546"/>
                    <a:pt x="27322" y="6546"/>
                  </a:cubicBezTo>
                  <a:cubicBezTo>
                    <a:pt x="27971" y="6546"/>
                    <a:pt x="28481" y="6019"/>
                    <a:pt x="28435" y="5405"/>
                  </a:cubicBezTo>
                  <a:cubicBezTo>
                    <a:pt x="28435" y="4790"/>
                    <a:pt x="27878" y="4351"/>
                    <a:pt x="27275" y="4351"/>
                  </a:cubicBezTo>
                  <a:lnTo>
                    <a:pt x="27275" y="4351"/>
                  </a:lnTo>
                  <a:cubicBezTo>
                    <a:pt x="26997" y="4351"/>
                    <a:pt x="26719" y="4351"/>
                    <a:pt x="26394" y="4351"/>
                  </a:cubicBezTo>
                  <a:cubicBezTo>
                    <a:pt x="24910" y="4351"/>
                    <a:pt x="23333" y="4263"/>
                    <a:pt x="21663" y="4088"/>
                  </a:cubicBezTo>
                  <a:cubicBezTo>
                    <a:pt x="15403" y="3473"/>
                    <a:pt x="8492" y="1893"/>
                    <a:pt x="4597" y="883"/>
                  </a:cubicBezTo>
                  <a:cubicBezTo>
                    <a:pt x="2742" y="400"/>
                    <a:pt x="1536" y="49"/>
                    <a:pt x="1489" y="49"/>
                  </a:cubicBezTo>
                  <a:cubicBezTo>
                    <a:pt x="886" y="-127"/>
                    <a:pt x="237" y="181"/>
                    <a:pt x="52" y="795"/>
                  </a:cubicBezTo>
                  <a:cubicBezTo>
                    <a:pt x="-134" y="1366"/>
                    <a:pt x="191" y="1981"/>
                    <a:pt x="840" y="2156"/>
                  </a:cubicBezTo>
                  <a:cubicBezTo>
                    <a:pt x="1026" y="2200"/>
                    <a:pt x="2649" y="2683"/>
                    <a:pt x="5061" y="3298"/>
                  </a:cubicBezTo>
                  <a:cubicBezTo>
                    <a:pt x="9837" y="4483"/>
                    <a:pt x="17768" y="6239"/>
                    <a:pt x="24400" y="6546"/>
                  </a:cubicBezTo>
                  <a:cubicBezTo>
                    <a:pt x="25049" y="6546"/>
                    <a:pt x="25698" y="6590"/>
                    <a:pt x="26348" y="65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2" name="Freeform: Shape 2261">
              <a:extLst>
                <a:ext uri="{FF2B5EF4-FFF2-40B4-BE49-F238E27FC236}">
                  <a16:creationId xmlns:a16="http://schemas.microsoft.com/office/drawing/2014/main" id="{E30E654D-FCE1-6AEF-EF3D-142603C6F47C}"/>
                </a:ext>
              </a:extLst>
            </p:cNvPr>
            <p:cNvSpPr>
              <a:spLocks/>
            </p:cNvSpPr>
            <p:nvPr/>
          </p:nvSpPr>
          <p:spPr>
            <a:xfrm>
              <a:off x="5492143" y="2583394"/>
              <a:ext cx="52709" cy="55623"/>
            </a:xfrm>
            <a:custGeom>
              <a:avLst/>
              <a:gdLst>
                <a:gd name="connsiteX0" fmla="*/ 10435 w 35313"/>
                <a:gd name="connsiteY0" fmla="*/ 13559 h 37265"/>
                <a:gd name="connsiteX1" fmla="*/ 2551 w 35313"/>
                <a:gd name="connsiteY1" fmla="*/ 16105 h 37265"/>
                <a:gd name="connsiteX2" fmla="*/ 6447 w 35313"/>
                <a:gd name="connsiteY2" fmla="*/ 20671 h 37265"/>
                <a:gd name="connsiteX3" fmla="*/ 0 w 35313"/>
                <a:gd name="connsiteY3" fmla="*/ 23086 h 37265"/>
                <a:gd name="connsiteX4" fmla="*/ 278 w 35313"/>
                <a:gd name="connsiteY4" fmla="*/ 24051 h 37265"/>
                <a:gd name="connsiteX5" fmla="*/ 11177 w 35313"/>
                <a:gd name="connsiteY5" fmla="*/ 33358 h 37265"/>
                <a:gd name="connsiteX6" fmla="*/ 16881 w 35313"/>
                <a:gd name="connsiteY6" fmla="*/ 31558 h 37265"/>
                <a:gd name="connsiteX7" fmla="*/ 17902 w 35313"/>
                <a:gd name="connsiteY7" fmla="*/ 26817 h 37265"/>
                <a:gd name="connsiteX8" fmla="*/ 20731 w 35313"/>
                <a:gd name="connsiteY8" fmla="*/ 26334 h 37265"/>
                <a:gd name="connsiteX9" fmla="*/ 24348 w 35313"/>
                <a:gd name="connsiteY9" fmla="*/ 29978 h 37265"/>
                <a:gd name="connsiteX10" fmla="*/ 24348 w 35313"/>
                <a:gd name="connsiteY10" fmla="*/ 35729 h 37265"/>
                <a:gd name="connsiteX11" fmla="*/ 31351 w 35313"/>
                <a:gd name="connsiteY11" fmla="*/ 33622 h 37265"/>
                <a:gd name="connsiteX12" fmla="*/ 32047 w 35313"/>
                <a:gd name="connsiteY12" fmla="*/ 34807 h 37265"/>
                <a:gd name="connsiteX13" fmla="*/ 33160 w 35313"/>
                <a:gd name="connsiteY13" fmla="*/ 36695 h 37265"/>
                <a:gd name="connsiteX14" fmla="*/ 34180 w 35313"/>
                <a:gd name="connsiteY14" fmla="*/ 37265 h 37265"/>
                <a:gd name="connsiteX15" fmla="*/ 34737 w 35313"/>
                <a:gd name="connsiteY15" fmla="*/ 37134 h 37265"/>
                <a:gd name="connsiteX16" fmla="*/ 35154 w 35313"/>
                <a:gd name="connsiteY16" fmla="*/ 35641 h 37265"/>
                <a:gd name="connsiteX17" fmla="*/ 34134 w 35313"/>
                <a:gd name="connsiteY17" fmla="*/ 33973 h 37265"/>
                <a:gd name="connsiteX18" fmla="*/ 32371 w 35313"/>
                <a:gd name="connsiteY18" fmla="*/ 31031 h 37265"/>
                <a:gd name="connsiteX19" fmla="*/ 26621 w 35313"/>
                <a:gd name="connsiteY19" fmla="*/ 32744 h 37265"/>
                <a:gd name="connsiteX20" fmla="*/ 26621 w 35313"/>
                <a:gd name="connsiteY20" fmla="*/ 29144 h 37265"/>
                <a:gd name="connsiteX21" fmla="*/ 21519 w 35313"/>
                <a:gd name="connsiteY21" fmla="*/ 24007 h 37265"/>
                <a:gd name="connsiteX22" fmla="*/ 14980 w 35313"/>
                <a:gd name="connsiteY22" fmla="*/ 25193 h 37265"/>
                <a:gd name="connsiteX23" fmla="*/ 15351 w 35313"/>
                <a:gd name="connsiteY23" fmla="*/ 26378 h 37265"/>
                <a:gd name="connsiteX24" fmla="*/ 15026 w 35313"/>
                <a:gd name="connsiteY24" fmla="*/ 30285 h 37265"/>
                <a:gd name="connsiteX25" fmla="*/ 11316 w 35313"/>
                <a:gd name="connsiteY25" fmla="*/ 31251 h 37265"/>
                <a:gd name="connsiteX26" fmla="*/ 2829 w 35313"/>
                <a:gd name="connsiteY26" fmla="*/ 24490 h 37265"/>
                <a:gd name="connsiteX27" fmla="*/ 10203 w 35313"/>
                <a:gd name="connsiteY27" fmla="*/ 21725 h 37265"/>
                <a:gd name="connsiteX28" fmla="*/ 6400 w 35313"/>
                <a:gd name="connsiteY28" fmla="*/ 17247 h 37265"/>
                <a:gd name="connsiteX29" fmla="*/ 12012 w 35313"/>
                <a:gd name="connsiteY29" fmla="*/ 15447 h 37265"/>
                <a:gd name="connsiteX30" fmla="*/ 14748 w 35313"/>
                <a:gd name="connsiteY30" fmla="*/ 10837 h 37265"/>
                <a:gd name="connsiteX31" fmla="*/ 16835 w 35313"/>
                <a:gd name="connsiteY31" fmla="*/ 8203 h 37265"/>
                <a:gd name="connsiteX32" fmla="*/ 21983 w 35313"/>
                <a:gd name="connsiteY32" fmla="*/ 1750 h 37265"/>
                <a:gd name="connsiteX33" fmla="*/ 21751 w 35313"/>
                <a:gd name="connsiteY33" fmla="*/ 214 h 37265"/>
                <a:gd name="connsiteX34" fmla="*/ 20128 w 35313"/>
                <a:gd name="connsiteY34" fmla="*/ 433 h 37265"/>
                <a:gd name="connsiteX35" fmla="*/ 17484 w 35313"/>
                <a:gd name="connsiteY35" fmla="*/ 3726 h 37265"/>
                <a:gd name="connsiteX36" fmla="*/ 12800 w 35313"/>
                <a:gd name="connsiteY36" fmla="*/ 9652 h 37265"/>
                <a:gd name="connsiteX37" fmla="*/ 10388 w 35313"/>
                <a:gd name="connsiteY37" fmla="*/ 13647 h 3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313" h="37265">
                  <a:moveTo>
                    <a:pt x="10435" y="13559"/>
                  </a:moveTo>
                  <a:lnTo>
                    <a:pt x="2551" y="16105"/>
                  </a:lnTo>
                  <a:lnTo>
                    <a:pt x="6447" y="20671"/>
                  </a:lnTo>
                  <a:lnTo>
                    <a:pt x="0" y="23086"/>
                  </a:lnTo>
                  <a:lnTo>
                    <a:pt x="278" y="24051"/>
                  </a:lnTo>
                  <a:cubicBezTo>
                    <a:pt x="371" y="24403"/>
                    <a:pt x="2922" y="32744"/>
                    <a:pt x="11177" y="33358"/>
                  </a:cubicBezTo>
                  <a:cubicBezTo>
                    <a:pt x="13820" y="33578"/>
                    <a:pt x="15722" y="32963"/>
                    <a:pt x="16881" y="31558"/>
                  </a:cubicBezTo>
                  <a:cubicBezTo>
                    <a:pt x="18133" y="30066"/>
                    <a:pt x="18087" y="28090"/>
                    <a:pt x="17902" y="26817"/>
                  </a:cubicBezTo>
                  <a:lnTo>
                    <a:pt x="20731" y="26334"/>
                  </a:lnTo>
                  <a:lnTo>
                    <a:pt x="24348" y="29978"/>
                  </a:lnTo>
                  <a:lnTo>
                    <a:pt x="24348" y="35729"/>
                  </a:lnTo>
                  <a:lnTo>
                    <a:pt x="31351" y="33622"/>
                  </a:lnTo>
                  <a:lnTo>
                    <a:pt x="32047" y="34807"/>
                  </a:lnTo>
                  <a:lnTo>
                    <a:pt x="33160" y="36695"/>
                  </a:lnTo>
                  <a:cubicBezTo>
                    <a:pt x="33392" y="37046"/>
                    <a:pt x="33763" y="37265"/>
                    <a:pt x="34180" y="37265"/>
                  </a:cubicBezTo>
                  <a:cubicBezTo>
                    <a:pt x="34365" y="37265"/>
                    <a:pt x="34551" y="37221"/>
                    <a:pt x="34737" y="37134"/>
                  </a:cubicBezTo>
                  <a:cubicBezTo>
                    <a:pt x="35293" y="36826"/>
                    <a:pt x="35478" y="36168"/>
                    <a:pt x="35154" y="35641"/>
                  </a:cubicBezTo>
                  <a:lnTo>
                    <a:pt x="34134" y="33973"/>
                  </a:lnTo>
                  <a:lnTo>
                    <a:pt x="32371" y="31031"/>
                  </a:lnTo>
                  <a:lnTo>
                    <a:pt x="26621" y="32744"/>
                  </a:lnTo>
                  <a:lnTo>
                    <a:pt x="26621" y="29144"/>
                  </a:lnTo>
                  <a:lnTo>
                    <a:pt x="21519" y="24007"/>
                  </a:lnTo>
                  <a:lnTo>
                    <a:pt x="14980" y="25193"/>
                  </a:lnTo>
                  <a:lnTo>
                    <a:pt x="15351" y="26378"/>
                  </a:lnTo>
                  <a:cubicBezTo>
                    <a:pt x="15583" y="27080"/>
                    <a:pt x="16000" y="29144"/>
                    <a:pt x="15026" y="30285"/>
                  </a:cubicBezTo>
                  <a:cubicBezTo>
                    <a:pt x="14377" y="31075"/>
                    <a:pt x="13125" y="31383"/>
                    <a:pt x="11316" y="31251"/>
                  </a:cubicBezTo>
                  <a:cubicBezTo>
                    <a:pt x="6075" y="30856"/>
                    <a:pt x="3664" y="26422"/>
                    <a:pt x="2829" y="24490"/>
                  </a:cubicBezTo>
                  <a:lnTo>
                    <a:pt x="10203" y="21725"/>
                  </a:lnTo>
                  <a:lnTo>
                    <a:pt x="6400" y="17247"/>
                  </a:lnTo>
                  <a:lnTo>
                    <a:pt x="12012" y="15447"/>
                  </a:lnTo>
                  <a:lnTo>
                    <a:pt x="14748" y="10837"/>
                  </a:lnTo>
                  <a:lnTo>
                    <a:pt x="16835" y="8203"/>
                  </a:lnTo>
                  <a:lnTo>
                    <a:pt x="21983" y="1750"/>
                  </a:lnTo>
                  <a:cubicBezTo>
                    <a:pt x="22354" y="1267"/>
                    <a:pt x="22261" y="565"/>
                    <a:pt x="21751" y="214"/>
                  </a:cubicBezTo>
                  <a:cubicBezTo>
                    <a:pt x="21241" y="-138"/>
                    <a:pt x="20499" y="-50"/>
                    <a:pt x="20128" y="433"/>
                  </a:cubicBezTo>
                  <a:lnTo>
                    <a:pt x="17484" y="3726"/>
                  </a:lnTo>
                  <a:lnTo>
                    <a:pt x="12800" y="9652"/>
                  </a:lnTo>
                  <a:lnTo>
                    <a:pt x="10388" y="1364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3" name="Freeform: Shape 2262">
              <a:extLst>
                <a:ext uri="{FF2B5EF4-FFF2-40B4-BE49-F238E27FC236}">
                  <a16:creationId xmlns:a16="http://schemas.microsoft.com/office/drawing/2014/main" id="{5CBF2EDE-7FE9-7913-6239-D2FA08FEA3EE}"/>
                </a:ext>
              </a:extLst>
            </p:cNvPr>
            <p:cNvSpPr>
              <a:spLocks/>
            </p:cNvSpPr>
            <p:nvPr/>
          </p:nvSpPr>
          <p:spPr>
            <a:xfrm>
              <a:off x="5640628" y="2994892"/>
              <a:ext cx="124326" cy="35188"/>
            </a:xfrm>
            <a:custGeom>
              <a:avLst/>
              <a:gdLst>
                <a:gd name="connsiteX0" fmla="*/ 62795 w 83293"/>
                <a:gd name="connsiteY0" fmla="*/ 21379 h 23574"/>
                <a:gd name="connsiteX1" fmla="*/ 60198 w 83293"/>
                <a:gd name="connsiteY1" fmla="*/ 20018 h 23574"/>
                <a:gd name="connsiteX2" fmla="*/ 54354 w 83293"/>
                <a:gd name="connsiteY2" fmla="*/ 20018 h 23574"/>
                <a:gd name="connsiteX3" fmla="*/ 53380 w 83293"/>
                <a:gd name="connsiteY3" fmla="*/ 14180 h 23574"/>
                <a:gd name="connsiteX4" fmla="*/ 40766 w 83293"/>
                <a:gd name="connsiteY4" fmla="*/ 11194 h 23574"/>
                <a:gd name="connsiteX5" fmla="*/ 40766 w 83293"/>
                <a:gd name="connsiteY5" fmla="*/ 13960 h 23574"/>
                <a:gd name="connsiteX6" fmla="*/ 30516 w 83293"/>
                <a:gd name="connsiteY6" fmla="*/ 13960 h 23574"/>
                <a:gd name="connsiteX7" fmla="*/ 29078 w 83293"/>
                <a:gd name="connsiteY7" fmla="*/ 12599 h 23574"/>
                <a:gd name="connsiteX8" fmla="*/ 21194 w 83293"/>
                <a:gd name="connsiteY8" fmla="*/ 12599 h 23574"/>
                <a:gd name="connsiteX9" fmla="*/ 19571 w 83293"/>
                <a:gd name="connsiteY9" fmla="*/ 9526 h 23574"/>
                <a:gd name="connsiteX10" fmla="*/ 11223 w 83293"/>
                <a:gd name="connsiteY10" fmla="*/ 6497 h 23574"/>
                <a:gd name="connsiteX11" fmla="*/ 7977 w 83293"/>
                <a:gd name="connsiteY11" fmla="*/ 7507 h 23574"/>
                <a:gd name="connsiteX12" fmla="*/ 7977 w 83293"/>
                <a:gd name="connsiteY12" fmla="*/ 2985 h 23574"/>
                <a:gd name="connsiteX13" fmla="*/ 3757 w 83293"/>
                <a:gd name="connsiteY13" fmla="*/ 2985 h 23574"/>
                <a:gd name="connsiteX14" fmla="*/ 3524 w 83293"/>
                <a:gd name="connsiteY14" fmla="*/ 2546 h 23574"/>
                <a:gd name="connsiteX15" fmla="*/ 2087 w 83293"/>
                <a:gd name="connsiteY15" fmla="*/ 0 h 23574"/>
                <a:gd name="connsiteX16" fmla="*/ 0 w 83293"/>
                <a:gd name="connsiteY16" fmla="*/ 1054 h 23574"/>
                <a:gd name="connsiteX17" fmla="*/ 1206 w 83293"/>
                <a:gd name="connsiteY17" fmla="*/ 3073 h 23574"/>
                <a:gd name="connsiteX18" fmla="*/ 2365 w 83293"/>
                <a:gd name="connsiteY18" fmla="*/ 5180 h 23574"/>
                <a:gd name="connsiteX19" fmla="*/ 5658 w 83293"/>
                <a:gd name="connsiteY19" fmla="*/ 5180 h 23574"/>
                <a:gd name="connsiteX20" fmla="*/ 5658 w 83293"/>
                <a:gd name="connsiteY20" fmla="*/ 10536 h 23574"/>
                <a:gd name="connsiteX21" fmla="*/ 11177 w 83293"/>
                <a:gd name="connsiteY21" fmla="*/ 8824 h 23574"/>
                <a:gd name="connsiteX22" fmla="*/ 17902 w 83293"/>
                <a:gd name="connsiteY22" fmla="*/ 11282 h 23574"/>
                <a:gd name="connsiteX23" fmla="*/ 19756 w 83293"/>
                <a:gd name="connsiteY23" fmla="*/ 14794 h 23574"/>
                <a:gd name="connsiteX24" fmla="*/ 28105 w 83293"/>
                <a:gd name="connsiteY24" fmla="*/ 14794 h 23574"/>
                <a:gd name="connsiteX25" fmla="*/ 29542 w 83293"/>
                <a:gd name="connsiteY25" fmla="*/ 16155 h 23574"/>
                <a:gd name="connsiteX26" fmla="*/ 43084 w 83293"/>
                <a:gd name="connsiteY26" fmla="*/ 16155 h 23574"/>
                <a:gd name="connsiteX27" fmla="*/ 43084 w 83293"/>
                <a:gd name="connsiteY27" fmla="*/ 14004 h 23574"/>
                <a:gd name="connsiteX28" fmla="*/ 51339 w 83293"/>
                <a:gd name="connsiteY28" fmla="*/ 15936 h 23574"/>
                <a:gd name="connsiteX29" fmla="*/ 52360 w 83293"/>
                <a:gd name="connsiteY29" fmla="*/ 22213 h 23574"/>
                <a:gd name="connsiteX30" fmla="*/ 59595 w 83293"/>
                <a:gd name="connsiteY30" fmla="*/ 22213 h 23574"/>
                <a:gd name="connsiteX31" fmla="*/ 62192 w 83293"/>
                <a:gd name="connsiteY31" fmla="*/ 23574 h 23574"/>
                <a:gd name="connsiteX32" fmla="*/ 62516 w 83293"/>
                <a:gd name="connsiteY32" fmla="*/ 23574 h 23574"/>
                <a:gd name="connsiteX33" fmla="*/ 75177 w 83293"/>
                <a:gd name="connsiteY33" fmla="*/ 23530 h 23574"/>
                <a:gd name="connsiteX34" fmla="*/ 81717 w 83293"/>
                <a:gd name="connsiteY34" fmla="*/ 22213 h 23574"/>
                <a:gd name="connsiteX35" fmla="*/ 83293 w 83293"/>
                <a:gd name="connsiteY35" fmla="*/ 21906 h 23574"/>
                <a:gd name="connsiteX36" fmla="*/ 82830 w 83293"/>
                <a:gd name="connsiteY36" fmla="*/ 19755 h 23574"/>
                <a:gd name="connsiteX37" fmla="*/ 80696 w 83293"/>
                <a:gd name="connsiteY37" fmla="*/ 20194 h 23574"/>
                <a:gd name="connsiteX38" fmla="*/ 74946 w 83293"/>
                <a:gd name="connsiteY38" fmla="*/ 21379 h 23574"/>
                <a:gd name="connsiteX39" fmla="*/ 62795 w 83293"/>
                <a:gd name="connsiteY39" fmla="*/ 21379 h 2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3293" h="23574">
                  <a:moveTo>
                    <a:pt x="62795" y="21379"/>
                  </a:moveTo>
                  <a:lnTo>
                    <a:pt x="60198" y="20018"/>
                  </a:lnTo>
                  <a:lnTo>
                    <a:pt x="54354" y="20018"/>
                  </a:lnTo>
                  <a:lnTo>
                    <a:pt x="53380" y="14180"/>
                  </a:lnTo>
                  <a:lnTo>
                    <a:pt x="40766" y="11194"/>
                  </a:lnTo>
                  <a:lnTo>
                    <a:pt x="40766" y="13960"/>
                  </a:lnTo>
                  <a:lnTo>
                    <a:pt x="30516" y="13960"/>
                  </a:lnTo>
                  <a:lnTo>
                    <a:pt x="29078" y="12599"/>
                  </a:lnTo>
                  <a:lnTo>
                    <a:pt x="21194" y="12599"/>
                  </a:lnTo>
                  <a:lnTo>
                    <a:pt x="19571" y="9526"/>
                  </a:lnTo>
                  <a:lnTo>
                    <a:pt x="11223" y="6497"/>
                  </a:lnTo>
                  <a:lnTo>
                    <a:pt x="7977" y="7507"/>
                  </a:lnTo>
                  <a:lnTo>
                    <a:pt x="7977" y="2985"/>
                  </a:lnTo>
                  <a:lnTo>
                    <a:pt x="3757" y="2985"/>
                  </a:lnTo>
                  <a:lnTo>
                    <a:pt x="3524" y="2546"/>
                  </a:lnTo>
                  <a:lnTo>
                    <a:pt x="2087" y="0"/>
                  </a:lnTo>
                  <a:lnTo>
                    <a:pt x="0" y="1054"/>
                  </a:lnTo>
                  <a:lnTo>
                    <a:pt x="1206" y="3073"/>
                  </a:lnTo>
                  <a:lnTo>
                    <a:pt x="2365" y="5180"/>
                  </a:lnTo>
                  <a:lnTo>
                    <a:pt x="5658" y="5180"/>
                  </a:lnTo>
                  <a:lnTo>
                    <a:pt x="5658" y="10536"/>
                  </a:lnTo>
                  <a:lnTo>
                    <a:pt x="11177" y="8824"/>
                  </a:lnTo>
                  <a:lnTo>
                    <a:pt x="17902" y="11282"/>
                  </a:lnTo>
                  <a:lnTo>
                    <a:pt x="19756" y="14794"/>
                  </a:lnTo>
                  <a:lnTo>
                    <a:pt x="28105" y="14794"/>
                  </a:lnTo>
                  <a:lnTo>
                    <a:pt x="29542" y="16155"/>
                  </a:lnTo>
                  <a:lnTo>
                    <a:pt x="43084" y="16155"/>
                  </a:lnTo>
                  <a:lnTo>
                    <a:pt x="43084" y="14004"/>
                  </a:lnTo>
                  <a:lnTo>
                    <a:pt x="51339" y="15936"/>
                  </a:lnTo>
                  <a:lnTo>
                    <a:pt x="52360" y="22213"/>
                  </a:lnTo>
                  <a:lnTo>
                    <a:pt x="59595" y="22213"/>
                  </a:lnTo>
                  <a:lnTo>
                    <a:pt x="62192" y="23574"/>
                  </a:lnTo>
                  <a:lnTo>
                    <a:pt x="62516" y="23574"/>
                  </a:lnTo>
                  <a:lnTo>
                    <a:pt x="75177" y="23530"/>
                  </a:lnTo>
                  <a:lnTo>
                    <a:pt x="81717" y="22213"/>
                  </a:lnTo>
                  <a:lnTo>
                    <a:pt x="83293" y="21906"/>
                  </a:lnTo>
                  <a:lnTo>
                    <a:pt x="82830" y="19755"/>
                  </a:lnTo>
                  <a:lnTo>
                    <a:pt x="80696" y="20194"/>
                  </a:lnTo>
                  <a:lnTo>
                    <a:pt x="74946" y="21379"/>
                  </a:lnTo>
                  <a:lnTo>
                    <a:pt x="62795" y="2137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4" name="Freeform: Shape 2263">
              <a:extLst>
                <a:ext uri="{FF2B5EF4-FFF2-40B4-BE49-F238E27FC236}">
                  <a16:creationId xmlns:a16="http://schemas.microsoft.com/office/drawing/2014/main" id="{C02E152A-2B79-2962-0DC2-004220312182}"/>
                </a:ext>
              </a:extLst>
            </p:cNvPr>
            <p:cNvSpPr>
              <a:spLocks/>
            </p:cNvSpPr>
            <p:nvPr/>
          </p:nvSpPr>
          <p:spPr>
            <a:xfrm>
              <a:off x="5471376" y="3035650"/>
              <a:ext cx="71785" cy="149006"/>
            </a:xfrm>
            <a:custGeom>
              <a:avLst/>
              <a:gdLst>
                <a:gd name="connsiteX0" fmla="*/ 28151 w 48093"/>
                <a:gd name="connsiteY0" fmla="*/ 83630 h 99828"/>
                <a:gd name="connsiteX1" fmla="*/ 33763 w 48093"/>
                <a:gd name="connsiteY1" fmla="*/ 81874 h 99828"/>
                <a:gd name="connsiteX2" fmla="*/ 34829 w 48093"/>
                <a:gd name="connsiteY2" fmla="*/ 81961 h 99828"/>
                <a:gd name="connsiteX3" fmla="*/ 35757 w 48093"/>
                <a:gd name="connsiteY3" fmla="*/ 76254 h 99828"/>
                <a:gd name="connsiteX4" fmla="*/ 34551 w 48093"/>
                <a:gd name="connsiteY4" fmla="*/ 76123 h 99828"/>
                <a:gd name="connsiteX5" fmla="*/ 28661 w 48093"/>
                <a:gd name="connsiteY5" fmla="*/ 73225 h 99828"/>
                <a:gd name="connsiteX6" fmla="*/ 35015 w 48093"/>
                <a:gd name="connsiteY6" fmla="*/ 60933 h 99828"/>
                <a:gd name="connsiteX7" fmla="*/ 36916 w 48093"/>
                <a:gd name="connsiteY7" fmla="*/ 59089 h 99828"/>
                <a:gd name="connsiteX8" fmla="*/ 30980 w 48093"/>
                <a:gd name="connsiteY8" fmla="*/ 59089 h 99828"/>
                <a:gd name="connsiteX9" fmla="*/ 30980 w 48093"/>
                <a:gd name="connsiteY9" fmla="*/ 53953 h 99828"/>
                <a:gd name="connsiteX10" fmla="*/ 26249 w 48093"/>
                <a:gd name="connsiteY10" fmla="*/ 49475 h 99828"/>
                <a:gd name="connsiteX11" fmla="*/ 34644 w 48093"/>
                <a:gd name="connsiteY11" fmla="*/ 49475 h 99828"/>
                <a:gd name="connsiteX12" fmla="*/ 35664 w 48093"/>
                <a:gd name="connsiteY12" fmla="*/ 40651 h 99828"/>
                <a:gd name="connsiteX13" fmla="*/ 34319 w 48093"/>
                <a:gd name="connsiteY13" fmla="*/ 38939 h 99828"/>
                <a:gd name="connsiteX14" fmla="*/ 37055 w 48093"/>
                <a:gd name="connsiteY14" fmla="*/ 36788 h 99828"/>
                <a:gd name="connsiteX15" fmla="*/ 37055 w 48093"/>
                <a:gd name="connsiteY15" fmla="*/ 32354 h 99828"/>
                <a:gd name="connsiteX16" fmla="*/ 33577 w 48093"/>
                <a:gd name="connsiteY16" fmla="*/ 27964 h 99828"/>
                <a:gd name="connsiteX17" fmla="*/ 33577 w 48093"/>
                <a:gd name="connsiteY17" fmla="*/ 24804 h 99828"/>
                <a:gd name="connsiteX18" fmla="*/ 37705 w 48093"/>
                <a:gd name="connsiteY18" fmla="*/ 22126 h 99828"/>
                <a:gd name="connsiteX19" fmla="*/ 42203 w 48093"/>
                <a:gd name="connsiteY19" fmla="*/ 16243 h 99828"/>
                <a:gd name="connsiteX20" fmla="*/ 48093 w 48093"/>
                <a:gd name="connsiteY20" fmla="*/ 10668 h 99828"/>
                <a:gd name="connsiteX21" fmla="*/ 41090 w 48093"/>
                <a:gd name="connsiteY21" fmla="*/ 8122 h 99828"/>
                <a:gd name="connsiteX22" fmla="*/ 41090 w 48093"/>
                <a:gd name="connsiteY22" fmla="*/ 2239 h 99828"/>
                <a:gd name="connsiteX23" fmla="*/ 29867 w 48093"/>
                <a:gd name="connsiteY23" fmla="*/ 0 h 99828"/>
                <a:gd name="connsiteX24" fmla="*/ 26203 w 48093"/>
                <a:gd name="connsiteY24" fmla="*/ 4785 h 99828"/>
                <a:gd name="connsiteX25" fmla="*/ 22493 w 48093"/>
                <a:gd name="connsiteY25" fmla="*/ 3161 h 99828"/>
                <a:gd name="connsiteX26" fmla="*/ 17020 w 48093"/>
                <a:gd name="connsiteY26" fmla="*/ 5751 h 99828"/>
                <a:gd name="connsiteX27" fmla="*/ 17020 w 48093"/>
                <a:gd name="connsiteY27" fmla="*/ 132 h 99828"/>
                <a:gd name="connsiteX28" fmla="*/ 8812 w 48093"/>
                <a:gd name="connsiteY28" fmla="*/ 132 h 99828"/>
                <a:gd name="connsiteX29" fmla="*/ 3757 w 48093"/>
                <a:gd name="connsiteY29" fmla="*/ 3424 h 99828"/>
                <a:gd name="connsiteX30" fmla="*/ 2875 w 48093"/>
                <a:gd name="connsiteY30" fmla="*/ 4170 h 99828"/>
                <a:gd name="connsiteX31" fmla="*/ 0 w 48093"/>
                <a:gd name="connsiteY31" fmla="*/ 6717 h 99828"/>
                <a:gd name="connsiteX32" fmla="*/ 1577 w 48093"/>
                <a:gd name="connsiteY32" fmla="*/ 8341 h 99828"/>
                <a:gd name="connsiteX33" fmla="*/ 2922 w 48093"/>
                <a:gd name="connsiteY33" fmla="*/ 7200 h 99828"/>
                <a:gd name="connsiteX34" fmla="*/ 5241 w 48093"/>
                <a:gd name="connsiteY34" fmla="*/ 5180 h 99828"/>
                <a:gd name="connsiteX35" fmla="*/ 9600 w 48093"/>
                <a:gd name="connsiteY35" fmla="*/ 2371 h 99828"/>
                <a:gd name="connsiteX36" fmla="*/ 14748 w 48093"/>
                <a:gd name="connsiteY36" fmla="*/ 2371 h 99828"/>
                <a:gd name="connsiteX37" fmla="*/ 14748 w 48093"/>
                <a:gd name="connsiteY37" fmla="*/ 9351 h 99828"/>
                <a:gd name="connsiteX38" fmla="*/ 22586 w 48093"/>
                <a:gd name="connsiteY38" fmla="*/ 5619 h 99828"/>
                <a:gd name="connsiteX39" fmla="*/ 26992 w 48093"/>
                <a:gd name="connsiteY39" fmla="*/ 7551 h 99828"/>
                <a:gd name="connsiteX40" fmla="*/ 30887 w 48093"/>
                <a:gd name="connsiteY40" fmla="*/ 2458 h 99828"/>
                <a:gd name="connsiteX41" fmla="*/ 38818 w 48093"/>
                <a:gd name="connsiteY41" fmla="*/ 4039 h 99828"/>
                <a:gd name="connsiteX42" fmla="*/ 38818 w 48093"/>
                <a:gd name="connsiteY42" fmla="*/ 9658 h 99828"/>
                <a:gd name="connsiteX43" fmla="*/ 43966 w 48093"/>
                <a:gd name="connsiteY43" fmla="*/ 11502 h 99828"/>
                <a:gd name="connsiteX44" fmla="*/ 40487 w 48093"/>
                <a:gd name="connsiteY44" fmla="*/ 14838 h 99828"/>
                <a:gd name="connsiteX45" fmla="*/ 36267 w 48093"/>
                <a:gd name="connsiteY45" fmla="*/ 20457 h 99828"/>
                <a:gd name="connsiteX46" fmla="*/ 31305 w 48093"/>
                <a:gd name="connsiteY46" fmla="*/ 23706 h 99828"/>
                <a:gd name="connsiteX47" fmla="*/ 31305 w 48093"/>
                <a:gd name="connsiteY47" fmla="*/ 28754 h 99828"/>
                <a:gd name="connsiteX48" fmla="*/ 34783 w 48093"/>
                <a:gd name="connsiteY48" fmla="*/ 33145 h 99828"/>
                <a:gd name="connsiteX49" fmla="*/ 34783 w 48093"/>
                <a:gd name="connsiteY49" fmla="*/ 35822 h 99828"/>
                <a:gd name="connsiteX50" fmla="*/ 31165 w 48093"/>
                <a:gd name="connsiteY50" fmla="*/ 38632 h 99828"/>
                <a:gd name="connsiteX51" fmla="*/ 33299 w 48093"/>
                <a:gd name="connsiteY51" fmla="*/ 41310 h 99828"/>
                <a:gd name="connsiteX52" fmla="*/ 32603 w 48093"/>
                <a:gd name="connsiteY52" fmla="*/ 47324 h 99828"/>
                <a:gd name="connsiteX53" fmla="*/ 20684 w 48093"/>
                <a:gd name="connsiteY53" fmla="*/ 47324 h 99828"/>
                <a:gd name="connsiteX54" fmla="*/ 28708 w 48093"/>
                <a:gd name="connsiteY54" fmla="*/ 54919 h 99828"/>
                <a:gd name="connsiteX55" fmla="*/ 28708 w 48093"/>
                <a:gd name="connsiteY55" fmla="*/ 61328 h 99828"/>
                <a:gd name="connsiteX56" fmla="*/ 31629 w 48093"/>
                <a:gd name="connsiteY56" fmla="*/ 61328 h 99828"/>
                <a:gd name="connsiteX57" fmla="*/ 26528 w 48093"/>
                <a:gd name="connsiteY57" fmla="*/ 74015 h 99828"/>
                <a:gd name="connsiteX58" fmla="*/ 33160 w 48093"/>
                <a:gd name="connsiteY58" fmla="*/ 78186 h 99828"/>
                <a:gd name="connsiteX59" fmla="*/ 32928 w 48093"/>
                <a:gd name="connsiteY59" fmla="*/ 79723 h 99828"/>
                <a:gd name="connsiteX60" fmla="*/ 26667 w 48093"/>
                <a:gd name="connsiteY60" fmla="*/ 82049 h 99828"/>
                <a:gd name="connsiteX61" fmla="*/ 24070 w 48093"/>
                <a:gd name="connsiteY61" fmla="*/ 88766 h 99828"/>
                <a:gd name="connsiteX62" fmla="*/ 25461 w 48093"/>
                <a:gd name="connsiteY62" fmla="*/ 97326 h 99828"/>
                <a:gd name="connsiteX63" fmla="*/ 27177 w 48093"/>
                <a:gd name="connsiteY63" fmla="*/ 99829 h 99828"/>
                <a:gd name="connsiteX64" fmla="*/ 28522 w 48093"/>
                <a:gd name="connsiteY64" fmla="*/ 98073 h 99828"/>
                <a:gd name="connsiteX65" fmla="*/ 27734 w 48093"/>
                <a:gd name="connsiteY65" fmla="*/ 96844 h 99828"/>
                <a:gd name="connsiteX66" fmla="*/ 26342 w 48093"/>
                <a:gd name="connsiteY66" fmla="*/ 88766 h 99828"/>
                <a:gd name="connsiteX67" fmla="*/ 28197 w 48093"/>
                <a:gd name="connsiteY67" fmla="*/ 83674 h 9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093" h="99828">
                  <a:moveTo>
                    <a:pt x="28151" y="83630"/>
                  </a:moveTo>
                  <a:cubicBezTo>
                    <a:pt x="30331" y="81698"/>
                    <a:pt x="33716" y="81874"/>
                    <a:pt x="33763" y="81874"/>
                  </a:cubicBezTo>
                  <a:lnTo>
                    <a:pt x="34829" y="81961"/>
                  </a:lnTo>
                  <a:lnTo>
                    <a:pt x="35757" y="76254"/>
                  </a:lnTo>
                  <a:lnTo>
                    <a:pt x="34551" y="76123"/>
                  </a:lnTo>
                  <a:cubicBezTo>
                    <a:pt x="31212" y="75771"/>
                    <a:pt x="29264" y="74806"/>
                    <a:pt x="28661" y="73225"/>
                  </a:cubicBezTo>
                  <a:cubicBezTo>
                    <a:pt x="27270" y="69625"/>
                    <a:pt x="32742" y="63128"/>
                    <a:pt x="35015" y="60933"/>
                  </a:cubicBezTo>
                  <a:lnTo>
                    <a:pt x="36916" y="59089"/>
                  </a:lnTo>
                  <a:lnTo>
                    <a:pt x="30980" y="59089"/>
                  </a:lnTo>
                  <a:lnTo>
                    <a:pt x="30980" y="53953"/>
                  </a:lnTo>
                  <a:lnTo>
                    <a:pt x="26249" y="49475"/>
                  </a:lnTo>
                  <a:lnTo>
                    <a:pt x="34644" y="49475"/>
                  </a:lnTo>
                  <a:lnTo>
                    <a:pt x="35664" y="40651"/>
                  </a:lnTo>
                  <a:lnTo>
                    <a:pt x="34319" y="38939"/>
                  </a:lnTo>
                  <a:lnTo>
                    <a:pt x="37055" y="36788"/>
                  </a:lnTo>
                  <a:lnTo>
                    <a:pt x="37055" y="32354"/>
                  </a:lnTo>
                  <a:lnTo>
                    <a:pt x="33577" y="27964"/>
                  </a:lnTo>
                  <a:lnTo>
                    <a:pt x="33577" y="24804"/>
                  </a:lnTo>
                  <a:lnTo>
                    <a:pt x="37705" y="22126"/>
                  </a:lnTo>
                  <a:lnTo>
                    <a:pt x="42203" y="16243"/>
                  </a:lnTo>
                  <a:lnTo>
                    <a:pt x="48093" y="10668"/>
                  </a:lnTo>
                  <a:lnTo>
                    <a:pt x="41090" y="8122"/>
                  </a:lnTo>
                  <a:lnTo>
                    <a:pt x="41090" y="2239"/>
                  </a:lnTo>
                  <a:lnTo>
                    <a:pt x="29867" y="0"/>
                  </a:lnTo>
                  <a:lnTo>
                    <a:pt x="26203" y="4785"/>
                  </a:lnTo>
                  <a:lnTo>
                    <a:pt x="22493" y="3161"/>
                  </a:lnTo>
                  <a:lnTo>
                    <a:pt x="17020" y="5751"/>
                  </a:lnTo>
                  <a:lnTo>
                    <a:pt x="17020" y="132"/>
                  </a:lnTo>
                  <a:lnTo>
                    <a:pt x="8812" y="132"/>
                  </a:lnTo>
                  <a:lnTo>
                    <a:pt x="3757" y="3424"/>
                  </a:lnTo>
                  <a:lnTo>
                    <a:pt x="2875" y="4170"/>
                  </a:lnTo>
                  <a:lnTo>
                    <a:pt x="0" y="6717"/>
                  </a:lnTo>
                  <a:lnTo>
                    <a:pt x="1577" y="8341"/>
                  </a:lnTo>
                  <a:lnTo>
                    <a:pt x="2922" y="7200"/>
                  </a:lnTo>
                  <a:lnTo>
                    <a:pt x="5241" y="5180"/>
                  </a:lnTo>
                  <a:lnTo>
                    <a:pt x="9600" y="2371"/>
                  </a:lnTo>
                  <a:lnTo>
                    <a:pt x="14748" y="2371"/>
                  </a:lnTo>
                  <a:lnTo>
                    <a:pt x="14748" y="9351"/>
                  </a:lnTo>
                  <a:lnTo>
                    <a:pt x="22586" y="5619"/>
                  </a:lnTo>
                  <a:lnTo>
                    <a:pt x="26992" y="7551"/>
                  </a:lnTo>
                  <a:lnTo>
                    <a:pt x="30887" y="2458"/>
                  </a:lnTo>
                  <a:lnTo>
                    <a:pt x="38818" y="4039"/>
                  </a:lnTo>
                  <a:lnTo>
                    <a:pt x="38818" y="9658"/>
                  </a:lnTo>
                  <a:lnTo>
                    <a:pt x="43966" y="11502"/>
                  </a:lnTo>
                  <a:lnTo>
                    <a:pt x="40487" y="14838"/>
                  </a:lnTo>
                  <a:lnTo>
                    <a:pt x="36267" y="20457"/>
                  </a:lnTo>
                  <a:lnTo>
                    <a:pt x="31305" y="23706"/>
                  </a:lnTo>
                  <a:lnTo>
                    <a:pt x="31305" y="28754"/>
                  </a:lnTo>
                  <a:lnTo>
                    <a:pt x="34783" y="33145"/>
                  </a:lnTo>
                  <a:lnTo>
                    <a:pt x="34783" y="35822"/>
                  </a:lnTo>
                  <a:lnTo>
                    <a:pt x="31165" y="38632"/>
                  </a:lnTo>
                  <a:lnTo>
                    <a:pt x="33299" y="41310"/>
                  </a:lnTo>
                  <a:lnTo>
                    <a:pt x="32603" y="47324"/>
                  </a:lnTo>
                  <a:lnTo>
                    <a:pt x="20684" y="47324"/>
                  </a:lnTo>
                  <a:lnTo>
                    <a:pt x="28708" y="54919"/>
                  </a:lnTo>
                  <a:lnTo>
                    <a:pt x="28708" y="61328"/>
                  </a:lnTo>
                  <a:lnTo>
                    <a:pt x="31629" y="61328"/>
                  </a:lnTo>
                  <a:cubicBezTo>
                    <a:pt x="29078" y="64226"/>
                    <a:pt x="24951" y="69845"/>
                    <a:pt x="26528" y="74015"/>
                  </a:cubicBezTo>
                  <a:cubicBezTo>
                    <a:pt x="27362" y="76210"/>
                    <a:pt x="29589" y="77615"/>
                    <a:pt x="33160" y="78186"/>
                  </a:cubicBezTo>
                  <a:lnTo>
                    <a:pt x="32928" y="79723"/>
                  </a:lnTo>
                  <a:cubicBezTo>
                    <a:pt x="31444" y="79810"/>
                    <a:pt x="28708" y="80205"/>
                    <a:pt x="26667" y="82049"/>
                  </a:cubicBezTo>
                  <a:cubicBezTo>
                    <a:pt x="24905" y="83630"/>
                    <a:pt x="24023" y="85912"/>
                    <a:pt x="24070" y="88766"/>
                  </a:cubicBezTo>
                  <a:cubicBezTo>
                    <a:pt x="24162" y="93024"/>
                    <a:pt x="24812" y="95658"/>
                    <a:pt x="25461" y="97326"/>
                  </a:cubicBezTo>
                  <a:cubicBezTo>
                    <a:pt x="26157" y="99039"/>
                    <a:pt x="26899" y="99653"/>
                    <a:pt x="27177" y="99829"/>
                  </a:cubicBezTo>
                  <a:lnTo>
                    <a:pt x="28522" y="98073"/>
                  </a:lnTo>
                  <a:cubicBezTo>
                    <a:pt x="28522" y="98073"/>
                    <a:pt x="28151" y="97721"/>
                    <a:pt x="27734" y="96844"/>
                  </a:cubicBezTo>
                  <a:cubicBezTo>
                    <a:pt x="27177" y="95614"/>
                    <a:pt x="26435" y="93200"/>
                    <a:pt x="26342" y="88766"/>
                  </a:cubicBezTo>
                  <a:cubicBezTo>
                    <a:pt x="26296" y="86527"/>
                    <a:pt x="26899" y="84815"/>
                    <a:pt x="28197" y="8367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5" name="Freeform: Shape 2264">
              <a:extLst>
                <a:ext uri="{FF2B5EF4-FFF2-40B4-BE49-F238E27FC236}">
                  <a16:creationId xmlns:a16="http://schemas.microsoft.com/office/drawing/2014/main" id="{C4826508-791F-D323-F73D-A08E3CE8B203}"/>
                </a:ext>
              </a:extLst>
            </p:cNvPr>
            <p:cNvSpPr>
              <a:spLocks/>
            </p:cNvSpPr>
            <p:nvPr/>
          </p:nvSpPr>
          <p:spPr>
            <a:xfrm>
              <a:off x="5827338" y="2660819"/>
              <a:ext cx="30306" cy="93982"/>
            </a:xfrm>
            <a:custGeom>
              <a:avLst/>
              <a:gdLst>
                <a:gd name="connsiteX0" fmla="*/ 17383 w 20304"/>
                <a:gd name="connsiteY0" fmla="*/ 15553 h 62964"/>
                <a:gd name="connsiteX1" fmla="*/ 13348 w 20304"/>
                <a:gd name="connsiteY1" fmla="*/ 15553 h 62964"/>
                <a:gd name="connsiteX2" fmla="*/ 12281 w 20304"/>
                <a:gd name="connsiteY2" fmla="*/ 16211 h 62964"/>
                <a:gd name="connsiteX3" fmla="*/ 10241 w 20304"/>
                <a:gd name="connsiteY3" fmla="*/ 20865 h 62964"/>
                <a:gd name="connsiteX4" fmla="*/ 10333 w 20304"/>
                <a:gd name="connsiteY4" fmla="*/ 21874 h 62964"/>
                <a:gd name="connsiteX5" fmla="*/ 11307 w 20304"/>
                <a:gd name="connsiteY5" fmla="*/ 22357 h 62964"/>
                <a:gd name="connsiteX6" fmla="*/ 14925 w 20304"/>
                <a:gd name="connsiteY6" fmla="*/ 22357 h 62964"/>
                <a:gd name="connsiteX7" fmla="*/ 14183 w 20304"/>
                <a:gd name="connsiteY7" fmla="*/ 27757 h 62964"/>
                <a:gd name="connsiteX8" fmla="*/ 10565 w 20304"/>
                <a:gd name="connsiteY8" fmla="*/ 33464 h 62964"/>
                <a:gd name="connsiteX9" fmla="*/ 872 w 20304"/>
                <a:gd name="connsiteY9" fmla="*/ 35835 h 62964"/>
                <a:gd name="connsiteX10" fmla="*/ 131 w 20304"/>
                <a:gd name="connsiteY10" fmla="*/ 36361 h 62964"/>
                <a:gd name="connsiteX11" fmla="*/ 84 w 20304"/>
                <a:gd name="connsiteY11" fmla="*/ 37239 h 62964"/>
                <a:gd name="connsiteX12" fmla="*/ 2542 w 20304"/>
                <a:gd name="connsiteY12" fmla="*/ 43693 h 62964"/>
                <a:gd name="connsiteX13" fmla="*/ 131 w 20304"/>
                <a:gd name="connsiteY13" fmla="*/ 49049 h 62964"/>
                <a:gd name="connsiteX14" fmla="*/ 223 w 20304"/>
                <a:gd name="connsiteY14" fmla="*/ 50058 h 62964"/>
                <a:gd name="connsiteX15" fmla="*/ 2171 w 20304"/>
                <a:gd name="connsiteY15" fmla="*/ 53087 h 62964"/>
                <a:gd name="connsiteX16" fmla="*/ 177 w 20304"/>
                <a:gd name="connsiteY16" fmla="*/ 56380 h 62964"/>
                <a:gd name="connsiteX17" fmla="*/ 38 w 20304"/>
                <a:gd name="connsiteY17" fmla="*/ 56907 h 62964"/>
                <a:gd name="connsiteX18" fmla="*/ 38 w 20304"/>
                <a:gd name="connsiteY18" fmla="*/ 62614 h 62964"/>
                <a:gd name="connsiteX19" fmla="*/ 965 w 20304"/>
                <a:gd name="connsiteY19" fmla="*/ 62438 h 62964"/>
                <a:gd name="connsiteX20" fmla="*/ 1058 w 20304"/>
                <a:gd name="connsiteY20" fmla="*/ 62438 h 62964"/>
                <a:gd name="connsiteX21" fmla="*/ 1475 w 20304"/>
                <a:gd name="connsiteY21" fmla="*/ 62526 h 62964"/>
                <a:gd name="connsiteX22" fmla="*/ 1846 w 20304"/>
                <a:gd name="connsiteY22" fmla="*/ 62658 h 62964"/>
                <a:gd name="connsiteX23" fmla="*/ 1939 w 20304"/>
                <a:gd name="connsiteY23" fmla="*/ 62658 h 62964"/>
                <a:gd name="connsiteX24" fmla="*/ 2310 w 20304"/>
                <a:gd name="connsiteY24" fmla="*/ 62965 h 62964"/>
                <a:gd name="connsiteX25" fmla="*/ 2310 w 20304"/>
                <a:gd name="connsiteY25" fmla="*/ 57126 h 62964"/>
                <a:gd name="connsiteX26" fmla="*/ 4490 w 20304"/>
                <a:gd name="connsiteY26" fmla="*/ 53526 h 62964"/>
                <a:gd name="connsiteX27" fmla="*/ 4490 w 20304"/>
                <a:gd name="connsiteY27" fmla="*/ 52429 h 62964"/>
                <a:gd name="connsiteX28" fmla="*/ 2496 w 20304"/>
                <a:gd name="connsiteY28" fmla="*/ 49356 h 62964"/>
                <a:gd name="connsiteX29" fmla="*/ 4861 w 20304"/>
                <a:gd name="connsiteY29" fmla="*/ 44132 h 62964"/>
                <a:gd name="connsiteX30" fmla="*/ 4861 w 20304"/>
                <a:gd name="connsiteY30" fmla="*/ 43342 h 62964"/>
                <a:gd name="connsiteX31" fmla="*/ 2681 w 20304"/>
                <a:gd name="connsiteY31" fmla="*/ 37635 h 62964"/>
                <a:gd name="connsiteX32" fmla="*/ 11586 w 20304"/>
                <a:gd name="connsiteY32" fmla="*/ 35484 h 62964"/>
                <a:gd name="connsiteX33" fmla="*/ 12281 w 20304"/>
                <a:gd name="connsiteY33" fmla="*/ 35001 h 62964"/>
                <a:gd name="connsiteX34" fmla="*/ 16223 w 20304"/>
                <a:gd name="connsiteY34" fmla="*/ 28679 h 62964"/>
                <a:gd name="connsiteX35" fmla="*/ 16363 w 20304"/>
                <a:gd name="connsiteY35" fmla="*/ 28284 h 62964"/>
                <a:gd name="connsiteX36" fmla="*/ 17336 w 20304"/>
                <a:gd name="connsiteY36" fmla="*/ 21435 h 62964"/>
                <a:gd name="connsiteX37" fmla="*/ 17058 w 20304"/>
                <a:gd name="connsiteY37" fmla="*/ 20557 h 62964"/>
                <a:gd name="connsiteX38" fmla="*/ 16177 w 20304"/>
                <a:gd name="connsiteY38" fmla="*/ 20162 h 62964"/>
                <a:gd name="connsiteX39" fmla="*/ 12977 w 20304"/>
                <a:gd name="connsiteY39" fmla="*/ 20162 h 62964"/>
                <a:gd name="connsiteX40" fmla="*/ 14044 w 20304"/>
                <a:gd name="connsiteY40" fmla="*/ 17704 h 62964"/>
                <a:gd name="connsiteX41" fmla="*/ 18403 w 20304"/>
                <a:gd name="connsiteY41" fmla="*/ 17704 h 62964"/>
                <a:gd name="connsiteX42" fmla="*/ 19563 w 20304"/>
                <a:gd name="connsiteY42" fmla="*/ 16694 h 62964"/>
                <a:gd name="connsiteX43" fmla="*/ 20305 w 20304"/>
                <a:gd name="connsiteY43" fmla="*/ 5763 h 62964"/>
                <a:gd name="connsiteX44" fmla="*/ 19609 w 20304"/>
                <a:gd name="connsiteY44" fmla="*/ 1417 h 62964"/>
                <a:gd name="connsiteX45" fmla="*/ 19516 w 20304"/>
                <a:gd name="connsiteY45" fmla="*/ 934 h 62964"/>
                <a:gd name="connsiteX46" fmla="*/ 18217 w 20304"/>
                <a:gd name="connsiteY46" fmla="*/ 12 h 62964"/>
                <a:gd name="connsiteX47" fmla="*/ 17244 w 20304"/>
                <a:gd name="connsiteY47" fmla="*/ 1241 h 62964"/>
                <a:gd name="connsiteX48" fmla="*/ 17244 w 20304"/>
                <a:gd name="connsiteY48" fmla="*/ 1636 h 62964"/>
                <a:gd name="connsiteX49" fmla="*/ 17986 w 20304"/>
                <a:gd name="connsiteY49" fmla="*/ 5851 h 62964"/>
                <a:gd name="connsiteX50" fmla="*/ 17290 w 20304"/>
                <a:gd name="connsiteY50" fmla="*/ 15509 h 6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0304" h="62964">
                  <a:moveTo>
                    <a:pt x="17383" y="15553"/>
                  </a:moveTo>
                  <a:lnTo>
                    <a:pt x="13348" y="15553"/>
                  </a:lnTo>
                  <a:cubicBezTo>
                    <a:pt x="12884" y="15553"/>
                    <a:pt x="12467" y="15816"/>
                    <a:pt x="12281" y="16211"/>
                  </a:cubicBezTo>
                  <a:lnTo>
                    <a:pt x="10241" y="20865"/>
                  </a:lnTo>
                  <a:cubicBezTo>
                    <a:pt x="10101" y="21216"/>
                    <a:pt x="10148" y="21567"/>
                    <a:pt x="10333" y="21874"/>
                  </a:cubicBezTo>
                  <a:cubicBezTo>
                    <a:pt x="10565" y="22182"/>
                    <a:pt x="10890" y="22357"/>
                    <a:pt x="11307" y="22357"/>
                  </a:cubicBezTo>
                  <a:lnTo>
                    <a:pt x="14925" y="22357"/>
                  </a:lnTo>
                  <a:lnTo>
                    <a:pt x="14183" y="27757"/>
                  </a:lnTo>
                  <a:lnTo>
                    <a:pt x="10565" y="33464"/>
                  </a:lnTo>
                  <a:lnTo>
                    <a:pt x="872" y="35835"/>
                  </a:lnTo>
                  <a:cubicBezTo>
                    <a:pt x="548" y="35922"/>
                    <a:pt x="269" y="36098"/>
                    <a:pt x="131" y="36361"/>
                  </a:cubicBezTo>
                  <a:cubicBezTo>
                    <a:pt x="-9" y="36625"/>
                    <a:pt x="-55" y="36976"/>
                    <a:pt x="84" y="37239"/>
                  </a:cubicBezTo>
                  <a:lnTo>
                    <a:pt x="2542" y="43693"/>
                  </a:lnTo>
                  <a:lnTo>
                    <a:pt x="131" y="49049"/>
                  </a:lnTo>
                  <a:cubicBezTo>
                    <a:pt x="-9" y="49356"/>
                    <a:pt x="-9" y="49751"/>
                    <a:pt x="223" y="50058"/>
                  </a:cubicBezTo>
                  <a:lnTo>
                    <a:pt x="2171" y="53087"/>
                  </a:lnTo>
                  <a:lnTo>
                    <a:pt x="177" y="56380"/>
                  </a:lnTo>
                  <a:cubicBezTo>
                    <a:pt x="177" y="56380"/>
                    <a:pt x="38" y="56731"/>
                    <a:pt x="38" y="56907"/>
                  </a:cubicBezTo>
                  <a:lnTo>
                    <a:pt x="38" y="62614"/>
                  </a:lnTo>
                  <a:lnTo>
                    <a:pt x="965" y="62438"/>
                  </a:lnTo>
                  <a:cubicBezTo>
                    <a:pt x="965" y="62438"/>
                    <a:pt x="1058" y="62438"/>
                    <a:pt x="1058" y="62438"/>
                  </a:cubicBezTo>
                  <a:cubicBezTo>
                    <a:pt x="1197" y="62438"/>
                    <a:pt x="1336" y="62438"/>
                    <a:pt x="1475" y="62526"/>
                  </a:cubicBezTo>
                  <a:cubicBezTo>
                    <a:pt x="1614" y="62526"/>
                    <a:pt x="1754" y="62570"/>
                    <a:pt x="1846" y="62658"/>
                  </a:cubicBezTo>
                  <a:cubicBezTo>
                    <a:pt x="1846" y="62658"/>
                    <a:pt x="1939" y="62658"/>
                    <a:pt x="1939" y="62658"/>
                  </a:cubicBezTo>
                  <a:lnTo>
                    <a:pt x="2310" y="62965"/>
                  </a:lnTo>
                  <a:lnTo>
                    <a:pt x="2310" y="57126"/>
                  </a:lnTo>
                  <a:lnTo>
                    <a:pt x="4490" y="53526"/>
                  </a:lnTo>
                  <a:cubicBezTo>
                    <a:pt x="4675" y="53175"/>
                    <a:pt x="4675" y="52736"/>
                    <a:pt x="4490" y="52429"/>
                  </a:cubicBezTo>
                  <a:lnTo>
                    <a:pt x="2496" y="49356"/>
                  </a:lnTo>
                  <a:lnTo>
                    <a:pt x="4861" y="44132"/>
                  </a:lnTo>
                  <a:cubicBezTo>
                    <a:pt x="4954" y="43868"/>
                    <a:pt x="5000" y="43605"/>
                    <a:pt x="4861" y="43342"/>
                  </a:cubicBezTo>
                  <a:lnTo>
                    <a:pt x="2681" y="37635"/>
                  </a:lnTo>
                  <a:lnTo>
                    <a:pt x="11586" y="35484"/>
                  </a:lnTo>
                  <a:cubicBezTo>
                    <a:pt x="11864" y="35396"/>
                    <a:pt x="12142" y="35220"/>
                    <a:pt x="12281" y="35001"/>
                  </a:cubicBezTo>
                  <a:lnTo>
                    <a:pt x="16223" y="28679"/>
                  </a:lnTo>
                  <a:cubicBezTo>
                    <a:pt x="16223" y="28679"/>
                    <a:pt x="16363" y="28416"/>
                    <a:pt x="16363" y="28284"/>
                  </a:cubicBezTo>
                  <a:lnTo>
                    <a:pt x="17336" y="21435"/>
                  </a:lnTo>
                  <a:cubicBezTo>
                    <a:pt x="17336" y="21128"/>
                    <a:pt x="17290" y="20821"/>
                    <a:pt x="17058" y="20557"/>
                  </a:cubicBezTo>
                  <a:cubicBezTo>
                    <a:pt x="16826" y="20338"/>
                    <a:pt x="16502" y="20162"/>
                    <a:pt x="16177" y="20162"/>
                  </a:cubicBezTo>
                  <a:lnTo>
                    <a:pt x="12977" y="20162"/>
                  </a:lnTo>
                  <a:lnTo>
                    <a:pt x="14044" y="17704"/>
                  </a:lnTo>
                  <a:lnTo>
                    <a:pt x="18403" y="17704"/>
                  </a:lnTo>
                  <a:cubicBezTo>
                    <a:pt x="19006" y="17704"/>
                    <a:pt x="19516" y="17265"/>
                    <a:pt x="19563" y="16694"/>
                  </a:cubicBezTo>
                  <a:lnTo>
                    <a:pt x="20305" y="5763"/>
                  </a:lnTo>
                  <a:lnTo>
                    <a:pt x="19609" y="1417"/>
                  </a:lnTo>
                  <a:lnTo>
                    <a:pt x="19516" y="934"/>
                  </a:lnTo>
                  <a:cubicBezTo>
                    <a:pt x="19423" y="319"/>
                    <a:pt x="18867" y="-76"/>
                    <a:pt x="18217" y="12"/>
                  </a:cubicBezTo>
                  <a:cubicBezTo>
                    <a:pt x="17568" y="100"/>
                    <a:pt x="17151" y="671"/>
                    <a:pt x="17244" y="1241"/>
                  </a:cubicBezTo>
                  <a:lnTo>
                    <a:pt x="17244" y="1636"/>
                  </a:lnTo>
                  <a:cubicBezTo>
                    <a:pt x="17244" y="1636"/>
                    <a:pt x="17986" y="5851"/>
                    <a:pt x="17986" y="5851"/>
                  </a:cubicBezTo>
                  <a:lnTo>
                    <a:pt x="17290" y="155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6" name="Freeform: Shape 2265">
              <a:extLst>
                <a:ext uri="{FF2B5EF4-FFF2-40B4-BE49-F238E27FC236}">
                  <a16:creationId xmlns:a16="http://schemas.microsoft.com/office/drawing/2014/main" id="{09A23C5D-641B-76AE-D7A2-7D45CF427290}"/>
                </a:ext>
              </a:extLst>
            </p:cNvPr>
            <p:cNvSpPr>
              <a:spLocks/>
            </p:cNvSpPr>
            <p:nvPr/>
          </p:nvSpPr>
          <p:spPr>
            <a:xfrm>
              <a:off x="5827290" y="2863183"/>
              <a:ext cx="39770" cy="54059"/>
            </a:xfrm>
            <a:custGeom>
              <a:avLst/>
              <a:gdLst>
                <a:gd name="connsiteX0" fmla="*/ 19363 w 26644"/>
                <a:gd name="connsiteY0" fmla="*/ 35252 h 36217"/>
                <a:gd name="connsiteX1" fmla="*/ 15096 w 26644"/>
                <a:gd name="connsiteY1" fmla="*/ 31476 h 36217"/>
                <a:gd name="connsiteX2" fmla="*/ 14818 w 26644"/>
                <a:gd name="connsiteY2" fmla="*/ 25901 h 36217"/>
                <a:gd name="connsiteX3" fmla="*/ 13705 w 26644"/>
                <a:gd name="connsiteY3" fmla="*/ 24847 h 36217"/>
                <a:gd name="connsiteX4" fmla="*/ 7305 w 26644"/>
                <a:gd name="connsiteY4" fmla="*/ 24584 h 36217"/>
                <a:gd name="connsiteX5" fmla="*/ 6284 w 26644"/>
                <a:gd name="connsiteY5" fmla="*/ 25111 h 36217"/>
                <a:gd name="connsiteX6" fmla="*/ 3780 w 26644"/>
                <a:gd name="connsiteY6" fmla="*/ 29018 h 36217"/>
                <a:gd name="connsiteX7" fmla="*/ 2482 w 26644"/>
                <a:gd name="connsiteY7" fmla="*/ 22872 h 36217"/>
                <a:gd name="connsiteX8" fmla="*/ 8835 w 26644"/>
                <a:gd name="connsiteY8" fmla="*/ 18614 h 36217"/>
                <a:gd name="connsiteX9" fmla="*/ 9299 w 26644"/>
                <a:gd name="connsiteY9" fmla="*/ 17560 h 36217"/>
                <a:gd name="connsiteX10" fmla="*/ 8789 w 26644"/>
                <a:gd name="connsiteY10" fmla="*/ 14048 h 36217"/>
                <a:gd name="connsiteX11" fmla="*/ 18111 w 26644"/>
                <a:gd name="connsiteY11" fmla="*/ 7024 h 36217"/>
                <a:gd name="connsiteX12" fmla="*/ 18528 w 26644"/>
                <a:gd name="connsiteY12" fmla="*/ 6058 h 36217"/>
                <a:gd name="connsiteX13" fmla="*/ 17879 w 26644"/>
                <a:gd name="connsiteY13" fmla="*/ 5180 h 36217"/>
                <a:gd name="connsiteX14" fmla="*/ 15514 w 26644"/>
                <a:gd name="connsiteY14" fmla="*/ 4039 h 36217"/>
                <a:gd name="connsiteX15" fmla="*/ 16951 w 26644"/>
                <a:gd name="connsiteY15" fmla="*/ 3029 h 36217"/>
                <a:gd name="connsiteX16" fmla="*/ 22146 w 26644"/>
                <a:gd name="connsiteY16" fmla="*/ 5224 h 36217"/>
                <a:gd name="connsiteX17" fmla="*/ 23491 w 26644"/>
                <a:gd name="connsiteY17" fmla="*/ 4917 h 36217"/>
                <a:gd name="connsiteX18" fmla="*/ 26644 w 26644"/>
                <a:gd name="connsiteY18" fmla="*/ 1449 h 36217"/>
                <a:gd name="connsiteX19" fmla="*/ 26134 w 26644"/>
                <a:gd name="connsiteY19" fmla="*/ 1449 h 36217"/>
                <a:gd name="connsiteX20" fmla="*/ 25299 w 26644"/>
                <a:gd name="connsiteY20" fmla="*/ 1141 h 36217"/>
                <a:gd name="connsiteX21" fmla="*/ 25160 w 26644"/>
                <a:gd name="connsiteY21" fmla="*/ 878 h 36217"/>
                <a:gd name="connsiteX22" fmla="*/ 24928 w 26644"/>
                <a:gd name="connsiteY22" fmla="*/ 395 h 36217"/>
                <a:gd name="connsiteX23" fmla="*/ 24928 w 26644"/>
                <a:gd name="connsiteY23" fmla="*/ 0 h 36217"/>
                <a:gd name="connsiteX24" fmla="*/ 22285 w 26644"/>
                <a:gd name="connsiteY24" fmla="*/ 2897 h 36217"/>
                <a:gd name="connsiteX25" fmla="*/ 17276 w 26644"/>
                <a:gd name="connsiteY25" fmla="*/ 746 h 36217"/>
                <a:gd name="connsiteX26" fmla="*/ 16117 w 26644"/>
                <a:gd name="connsiteY26" fmla="*/ 878 h 36217"/>
                <a:gd name="connsiteX27" fmla="*/ 12638 w 26644"/>
                <a:gd name="connsiteY27" fmla="*/ 3336 h 36217"/>
                <a:gd name="connsiteX28" fmla="*/ 12174 w 26644"/>
                <a:gd name="connsiteY28" fmla="*/ 4302 h 36217"/>
                <a:gd name="connsiteX29" fmla="*/ 12824 w 26644"/>
                <a:gd name="connsiteY29" fmla="*/ 5180 h 36217"/>
                <a:gd name="connsiteX30" fmla="*/ 15236 w 26644"/>
                <a:gd name="connsiteY30" fmla="*/ 6322 h 36217"/>
                <a:gd name="connsiteX31" fmla="*/ 6795 w 26644"/>
                <a:gd name="connsiteY31" fmla="*/ 12643 h 36217"/>
                <a:gd name="connsiteX32" fmla="*/ 6377 w 26644"/>
                <a:gd name="connsiteY32" fmla="*/ 13653 h 36217"/>
                <a:gd name="connsiteX33" fmla="*/ 6887 w 26644"/>
                <a:gd name="connsiteY33" fmla="*/ 17121 h 36217"/>
                <a:gd name="connsiteX34" fmla="*/ 487 w 26644"/>
                <a:gd name="connsiteY34" fmla="*/ 21423 h 36217"/>
                <a:gd name="connsiteX35" fmla="*/ 24 w 26644"/>
                <a:gd name="connsiteY35" fmla="*/ 22521 h 36217"/>
                <a:gd name="connsiteX36" fmla="*/ 2064 w 26644"/>
                <a:gd name="connsiteY36" fmla="*/ 32135 h 36217"/>
                <a:gd name="connsiteX37" fmla="*/ 2992 w 26644"/>
                <a:gd name="connsiteY37" fmla="*/ 33013 h 36217"/>
                <a:gd name="connsiteX38" fmla="*/ 4198 w 26644"/>
                <a:gd name="connsiteY38" fmla="*/ 32486 h 36217"/>
                <a:gd name="connsiteX39" fmla="*/ 7908 w 26644"/>
                <a:gd name="connsiteY39" fmla="*/ 26735 h 36217"/>
                <a:gd name="connsiteX40" fmla="*/ 12546 w 26644"/>
                <a:gd name="connsiteY40" fmla="*/ 26955 h 36217"/>
                <a:gd name="connsiteX41" fmla="*/ 12777 w 26644"/>
                <a:gd name="connsiteY41" fmla="*/ 32003 h 36217"/>
                <a:gd name="connsiteX42" fmla="*/ 13149 w 26644"/>
                <a:gd name="connsiteY42" fmla="*/ 32749 h 36217"/>
                <a:gd name="connsiteX43" fmla="*/ 17044 w 26644"/>
                <a:gd name="connsiteY43" fmla="*/ 36218 h 36217"/>
                <a:gd name="connsiteX44" fmla="*/ 18157 w 26644"/>
                <a:gd name="connsiteY44" fmla="*/ 35427 h 36217"/>
                <a:gd name="connsiteX45" fmla="*/ 18528 w 26644"/>
                <a:gd name="connsiteY45" fmla="*/ 35340 h 36217"/>
                <a:gd name="connsiteX46" fmla="*/ 18853 w 26644"/>
                <a:gd name="connsiteY46" fmla="*/ 35208 h 36217"/>
                <a:gd name="connsiteX47" fmla="*/ 19317 w 26644"/>
                <a:gd name="connsiteY47" fmla="*/ 35208 h 3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6644" h="36217">
                  <a:moveTo>
                    <a:pt x="19363" y="35252"/>
                  </a:moveTo>
                  <a:lnTo>
                    <a:pt x="15096" y="31476"/>
                  </a:lnTo>
                  <a:lnTo>
                    <a:pt x="14818" y="25901"/>
                  </a:lnTo>
                  <a:cubicBezTo>
                    <a:pt x="14818" y="25330"/>
                    <a:pt x="14308" y="24891"/>
                    <a:pt x="13705" y="24847"/>
                  </a:cubicBezTo>
                  <a:lnTo>
                    <a:pt x="7305" y="24584"/>
                  </a:lnTo>
                  <a:cubicBezTo>
                    <a:pt x="6887" y="24584"/>
                    <a:pt x="6470" y="24760"/>
                    <a:pt x="6284" y="25111"/>
                  </a:cubicBezTo>
                  <a:lnTo>
                    <a:pt x="3780" y="29018"/>
                  </a:lnTo>
                  <a:lnTo>
                    <a:pt x="2482" y="22872"/>
                  </a:lnTo>
                  <a:lnTo>
                    <a:pt x="8835" y="18614"/>
                  </a:lnTo>
                  <a:cubicBezTo>
                    <a:pt x="9206" y="18394"/>
                    <a:pt x="9392" y="17999"/>
                    <a:pt x="9299" y="17560"/>
                  </a:cubicBezTo>
                  <a:lnTo>
                    <a:pt x="8789" y="14048"/>
                  </a:lnTo>
                  <a:lnTo>
                    <a:pt x="18111" y="7024"/>
                  </a:lnTo>
                  <a:cubicBezTo>
                    <a:pt x="18436" y="6804"/>
                    <a:pt x="18575" y="6409"/>
                    <a:pt x="18528" y="6058"/>
                  </a:cubicBezTo>
                  <a:cubicBezTo>
                    <a:pt x="18528" y="5707"/>
                    <a:pt x="18250" y="5356"/>
                    <a:pt x="17879" y="5180"/>
                  </a:cubicBezTo>
                  <a:lnTo>
                    <a:pt x="15514" y="4039"/>
                  </a:lnTo>
                  <a:lnTo>
                    <a:pt x="16951" y="3029"/>
                  </a:lnTo>
                  <a:lnTo>
                    <a:pt x="22146" y="5224"/>
                  </a:lnTo>
                  <a:cubicBezTo>
                    <a:pt x="22609" y="5444"/>
                    <a:pt x="23166" y="5312"/>
                    <a:pt x="23491" y="4917"/>
                  </a:cubicBezTo>
                  <a:lnTo>
                    <a:pt x="26644" y="1449"/>
                  </a:lnTo>
                  <a:lnTo>
                    <a:pt x="26134" y="1449"/>
                  </a:lnTo>
                  <a:cubicBezTo>
                    <a:pt x="25809" y="1449"/>
                    <a:pt x="25531" y="1317"/>
                    <a:pt x="25299" y="1141"/>
                  </a:cubicBezTo>
                  <a:cubicBezTo>
                    <a:pt x="25206" y="1054"/>
                    <a:pt x="25206" y="966"/>
                    <a:pt x="25160" y="878"/>
                  </a:cubicBezTo>
                  <a:cubicBezTo>
                    <a:pt x="25067" y="702"/>
                    <a:pt x="24928" y="571"/>
                    <a:pt x="24928" y="395"/>
                  </a:cubicBezTo>
                  <a:lnTo>
                    <a:pt x="24928" y="0"/>
                  </a:lnTo>
                  <a:cubicBezTo>
                    <a:pt x="24928" y="0"/>
                    <a:pt x="22285" y="2897"/>
                    <a:pt x="22285" y="2897"/>
                  </a:cubicBezTo>
                  <a:lnTo>
                    <a:pt x="17276" y="746"/>
                  </a:lnTo>
                  <a:cubicBezTo>
                    <a:pt x="16905" y="571"/>
                    <a:pt x="16441" y="615"/>
                    <a:pt x="16117" y="878"/>
                  </a:cubicBezTo>
                  <a:lnTo>
                    <a:pt x="12638" y="3336"/>
                  </a:lnTo>
                  <a:cubicBezTo>
                    <a:pt x="12314" y="3556"/>
                    <a:pt x="12128" y="3951"/>
                    <a:pt x="12174" y="4302"/>
                  </a:cubicBezTo>
                  <a:cubicBezTo>
                    <a:pt x="12174" y="4697"/>
                    <a:pt x="12453" y="5005"/>
                    <a:pt x="12824" y="5180"/>
                  </a:cubicBezTo>
                  <a:lnTo>
                    <a:pt x="15236" y="6322"/>
                  </a:lnTo>
                  <a:lnTo>
                    <a:pt x="6795" y="12643"/>
                  </a:lnTo>
                  <a:cubicBezTo>
                    <a:pt x="6470" y="12863"/>
                    <a:pt x="6331" y="13258"/>
                    <a:pt x="6377" y="13653"/>
                  </a:cubicBezTo>
                  <a:lnTo>
                    <a:pt x="6887" y="17121"/>
                  </a:lnTo>
                  <a:lnTo>
                    <a:pt x="487" y="21423"/>
                  </a:lnTo>
                  <a:cubicBezTo>
                    <a:pt x="117" y="21687"/>
                    <a:pt x="-69" y="22126"/>
                    <a:pt x="24" y="22521"/>
                  </a:cubicBezTo>
                  <a:lnTo>
                    <a:pt x="2064" y="32135"/>
                  </a:lnTo>
                  <a:cubicBezTo>
                    <a:pt x="2157" y="32574"/>
                    <a:pt x="2528" y="32925"/>
                    <a:pt x="2992" y="33013"/>
                  </a:cubicBezTo>
                  <a:cubicBezTo>
                    <a:pt x="3456" y="33101"/>
                    <a:pt x="3919" y="32881"/>
                    <a:pt x="4198" y="32486"/>
                  </a:cubicBezTo>
                  <a:lnTo>
                    <a:pt x="7908" y="26735"/>
                  </a:lnTo>
                  <a:lnTo>
                    <a:pt x="12546" y="26955"/>
                  </a:lnTo>
                  <a:lnTo>
                    <a:pt x="12777" y="32003"/>
                  </a:lnTo>
                  <a:cubicBezTo>
                    <a:pt x="12777" y="32310"/>
                    <a:pt x="12917" y="32574"/>
                    <a:pt x="13149" y="32749"/>
                  </a:cubicBezTo>
                  <a:lnTo>
                    <a:pt x="17044" y="36218"/>
                  </a:lnTo>
                  <a:lnTo>
                    <a:pt x="18157" y="35427"/>
                  </a:lnTo>
                  <a:cubicBezTo>
                    <a:pt x="18157" y="35427"/>
                    <a:pt x="18389" y="35383"/>
                    <a:pt x="18528" y="35340"/>
                  </a:cubicBezTo>
                  <a:cubicBezTo>
                    <a:pt x="18667" y="35340"/>
                    <a:pt x="18714" y="35208"/>
                    <a:pt x="18853" y="35208"/>
                  </a:cubicBezTo>
                  <a:lnTo>
                    <a:pt x="19317" y="3520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7" name="Freeform: Shape 2266">
              <a:extLst>
                <a:ext uri="{FF2B5EF4-FFF2-40B4-BE49-F238E27FC236}">
                  <a16:creationId xmlns:a16="http://schemas.microsoft.com/office/drawing/2014/main" id="{F6208A81-FFF4-CF8E-A1BD-4062CF1811B1}"/>
                </a:ext>
              </a:extLst>
            </p:cNvPr>
            <p:cNvSpPr>
              <a:spLocks/>
            </p:cNvSpPr>
            <p:nvPr/>
          </p:nvSpPr>
          <p:spPr>
            <a:xfrm>
              <a:off x="5842363" y="2915999"/>
              <a:ext cx="27375" cy="76011"/>
            </a:xfrm>
            <a:custGeom>
              <a:avLst/>
              <a:gdLst>
                <a:gd name="connsiteX0" fmla="*/ 18262 w 18340"/>
                <a:gd name="connsiteY0" fmla="*/ 39510 h 50924"/>
                <a:gd name="connsiteX1" fmla="*/ 18123 w 18340"/>
                <a:gd name="connsiteY1" fmla="*/ 38500 h 50924"/>
                <a:gd name="connsiteX2" fmla="*/ 17149 w 18340"/>
                <a:gd name="connsiteY2" fmla="*/ 38017 h 50924"/>
                <a:gd name="connsiteX3" fmla="*/ 10795 w 18340"/>
                <a:gd name="connsiteY3" fmla="*/ 38017 h 50924"/>
                <a:gd name="connsiteX4" fmla="*/ 6853 w 18340"/>
                <a:gd name="connsiteY4" fmla="*/ 35910 h 50924"/>
                <a:gd name="connsiteX5" fmla="*/ 5694 w 18340"/>
                <a:gd name="connsiteY5" fmla="*/ 31169 h 50924"/>
                <a:gd name="connsiteX6" fmla="*/ 9264 w 18340"/>
                <a:gd name="connsiteY6" fmla="*/ 29369 h 50924"/>
                <a:gd name="connsiteX7" fmla="*/ 9867 w 18340"/>
                <a:gd name="connsiteY7" fmla="*/ 28403 h 50924"/>
                <a:gd name="connsiteX8" fmla="*/ 9867 w 18340"/>
                <a:gd name="connsiteY8" fmla="*/ 25682 h 50924"/>
                <a:gd name="connsiteX9" fmla="*/ 9357 w 18340"/>
                <a:gd name="connsiteY9" fmla="*/ 24760 h 50924"/>
                <a:gd name="connsiteX10" fmla="*/ 3097 w 18340"/>
                <a:gd name="connsiteY10" fmla="*/ 20896 h 50924"/>
                <a:gd name="connsiteX11" fmla="*/ 2586 w 18340"/>
                <a:gd name="connsiteY11" fmla="*/ 18262 h 50924"/>
                <a:gd name="connsiteX12" fmla="*/ 6111 w 18340"/>
                <a:gd name="connsiteY12" fmla="*/ 18262 h 50924"/>
                <a:gd name="connsiteX13" fmla="*/ 7085 w 18340"/>
                <a:gd name="connsiteY13" fmla="*/ 17736 h 50924"/>
                <a:gd name="connsiteX14" fmla="*/ 9682 w 18340"/>
                <a:gd name="connsiteY14" fmla="*/ 13609 h 50924"/>
                <a:gd name="connsiteX15" fmla="*/ 9682 w 18340"/>
                <a:gd name="connsiteY15" fmla="*/ 12468 h 50924"/>
                <a:gd name="connsiteX16" fmla="*/ 4766 w 18340"/>
                <a:gd name="connsiteY16" fmla="*/ 5092 h 50924"/>
                <a:gd name="connsiteX17" fmla="*/ 9079 w 18340"/>
                <a:gd name="connsiteY17" fmla="*/ 2063 h 50924"/>
                <a:gd name="connsiteX18" fmla="*/ 8708 w 18340"/>
                <a:gd name="connsiteY18" fmla="*/ 2063 h 50924"/>
                <a:gd name="connsiteX19" fmla="*/ 7549 w 18340"/>
                <a:gd name="connsiteY19" fmla="*/ 966 h 50924"/>
                <a:gd name="connsiteX20" fmla="*/ 8383 w 18340"/>
                <a:gd name="connsiteY20" fmla="*/ 0 h 50924"/>
                <a:gd name="connsiteX21" fmla="*/ 8012 w 18340"/>
                <a:gd name="connsiteY21" fmla="*/ 88 h 50924"/>
                <a:gd name="connsiteX22" fmla="*/ 6899 w 18340"/>
                <a:gd name="connsiteY22" fmla="*/ 878 h 50924"/>
                <a:gd name="connsiteX23" fmla="*/ 2494 w 18340"/>
                <a:gd name="connsiteY23" fmla="*/ 3951 h 50924"/>
                <a:gd name="connsiteX24" fmla="*/ 2215 w 18340"/>
                <a:gd name="connsiteY24" fmla="*/ 5444 h 50924"/>
                <a:gd name="connsiteX25" fmla="*/ 7317 w 18340"/>
                <a:gd name="connsiteY25" fmla="*/ 13082 h 50924"/>
                <a:gd name="connsiteX26" fmla="*/ 5415 w 18340"/>
                <a:gd name="connsiteY26" fmla="*/ 16067 h 50924"/>
                <a:gd name="connsiteX27" fmla="*/ 1148 w 18340"/>
                <a:gd name="connsiteY27" fmla="*/ 16067 h 50924"/>
                <a:gd name="connsiteX28" fmla="*/ 267 w 18340"/>
                <a:gd name="connsiteY28" fmla="*/ 16463 h 50924"/>
                <a:gd name="connsiteX29" fmla="*/ 35 w 18340"/>
                <a:gd name="connsiteY29" fmla="*/ 17384 h 50924"/>
                <a:gd name="connsiteX30" fmla="*/ 917 w 18340"/>
                <a:gd name="connsiteY30" fmla="*/ 21774 h 50924"/>
                <a:gd name="connsiteX31" fmla="*/ 1427 w 18340"/>
                <a:gd name="connsiteY31" fmla="*/ 22477 h 50924"/>
                <a:gd name="connsiteX32" fmla="*/ 7549 w 18340"/>
                <a:gd name="connsiteY32" fmla="*/ 26252 h 50924"/>
                <a:gd name="connsiteX33" fmla="*/ 7549 w 18340"/>
                <a:gd name="connsiteY33" fmla="*/ 27745 h 50924"/>
                <a:gd name="connsiteX34" fmla="*/ 3838 w 18340"/>
                <a:gd name="connsiteY34" fmla="*/ 29633 h 50924"/>
                <a:gd name="connsiteX35" fmla="*/ 3236 w 18340"/>
                <a:gd name="connsiteY35" fmla="*/ 30862 h 50924"/>
                <a:gd name="connsiteX36" fmla="*/ 4673 w 18340"/>
                <a:gd name="connsiteY36" fmla="*/ 36920 h 50924"/>
                <a:gd name="connsiteX37" fmla="*/ 5230 w 18340"/>
                <a:gd name="connsiteY37" fmla="*/ 37622 h 50924"/>
                <a:gd name="connsiteX38" fmla="*/ 9867 w 18340"/>
                <a:gd name="connsiteY38" fmla="*/ 40081 h 50924"/>
                <a:gd name="connsiteX39" fmla="*/ 10424 w 18340"/>
                <a:gd name="connsiteY39" fmla="*/ 40212 h 50924"/>
                <a:gd name="connsiteX40" fmla="*/ 15433 w 18340"/>
                <a:gd name="connsiteY40" fmla="*/ 40212 h 50924"/>
                <a:gd name="connsiteX41" fmla="*/ 14366 w 18340"/>
                <a:gd name="connsiteY41" fmla="*/ 42890 h 50924"/>
                <a:gd name="connsiteX42" fmla="*/ 11630 w 18340"/>
                <a:gd name="connsiteY42" fmla="*/ 46885 h 50924"/>
                <a:gd name="connsiteX43" fmla="*/ 11444 w 18340"/>
                <a:gd name="connsiteY43" fmla="*/ 47412 h 50924"/>
                <a:gd name="connsiteX44" fmla="*/ 11444 w 18340"/>
                <a:gd name="connsiteY44" fmla="*/ 47939 h 50924"/>
                <a:gd name="connsiteX45" fmla="*/ 11259 w 18340"/>
                <a:gd name="connsiteY45" fmla="*/ 49739 h 50924"/>
                <a:gd name="connsiteX46" fmla="*/ 12326 w 18340"/>
                <a:gd name="connsiteY46" fmla="*/ 50924 h 50924"/>
                <a:gd name="connsiteX47" fmla="*/ 12418 w 18340"/>
                <a:gd name="connsiteY47" fmla="*/ 50924 h 50924"/>
                <a:gd name="connsiteX48" fmla="*/ 13578 w 18340"/>
                <a:gd name="connsiteY48" fmla="*/ 49914 h 50924"/>
                <a:gd name="connsiteX49" fmla="*/ 13717 w 18340"/>
                <a:gd name="connsiteY49" fmla="*/ 47851 h 50924"/>
                <a:gd name="connsiteX50" fmla="*/ 14320 w 18340"/>
                <a:gd name="connsiteY50" fmla="*/ 46929 h 50924"/>
                <a:gd name="connsiteX51" fmla="*/ 16360 w 18340"/>
                <a:gd name="connsiteY51" fmla="*/ 43900 h 50924"/>
                <a:gd name="connsiteX52" fmla="*/ 18076 w 18340"/>
                <a:gd name="connsiteY52" fmla="*/ 39510 h 50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8340" h="50924">
                  <a:moveTo>
                    <a:pt x="18262" y="39510"/>
                  </a:moveTo>
                  <a:cubicBezTo>
                    <a:pt x="18401" y="39159"/>
                    <a:pt x="18355" y="38808"/>
                    <a:pt x="18123" y="38500"/>
                  </a:cubicBezTo>
                  <a:cubicBezTo>
                    <a:pt x="17891" y="38193"/>
                    <a:pt x="17566" y="38017"/>
                    <a:pt x="17149" y="38017"/>
                  </a:cubicBezTo>
                  <a:lnTo>
                    <a:pt x="10795" y="38017"/>
                  </a:lnTo>
                  <a:lnTo>
                    <a:pt x="6853" y="35910"/>
                  </a:lnTo>
                  <a:lnTo>
                    <a:pt x="5694" y="31169"/>
                  </a:lnTo>
                  <a:lnTo>
                    <a:pt x="9264" y="29369"/>
                  </a:lnTo>
                  <a:cubicBezTo>
                    <a:pt x="9636" y="29194"/>
                    <a:pt x="9867" y="28798"/>
                    <a:pt x="9867" y="28403"/>
                  </a:cubicBezTo>
                  <a:lnTo>
                    <a:pt x="9867" y="25682"/>
                  </a:lnTo>
                  <a:cubicBezTo>
                    <a:pt x="9867" y="25330"/>
                    <a:pt x="9682" y="24979"/>
                    <a:pt x="9357" y="24760"/>
                  </a:cubicBezTo>
                  <a:lnTo>
                    <a:pt x="3097" y="20896"/>
                  </a:lnTo>
                  <a:lnTo>
                    <a:pt x="2586" y="18262"/>
                  </a:lnTo>
                  <a:lnTo>
                    <a:pt x="6111" y="18262"/>
                  </a:lnTo>
                  <a:cubicBezTo>
                    <a:pt x="6528" y="18262"/>
                    <a:pt x="6899" y="18043"/>
                    <a:pt x="7085" y="17736"/>
                  </a:cubicBezTo>
                  <a:lnTo>
                    <a:pt x="9682" y="13609"/>
                  </a:lnTo>
                  <a:cubicBezTo>
                    <a:pt x="9914" y="13258"/>
                    <a:pt x="9914" y="12819"/>
                    <a:pt x="9682" y="12468"/>
                  </a:cubicBezTo>
                  <a:lnTo>
                    <a:pt x="4766" y="5092"/>
                  </a:lnTo>
                  <a:lnTo>
                    <a:pt x="9079" y="2063"/>
                  </a:lnTo>
                  <a:lnTo>
                    <a:pt x="8708" y="2063"/>
                  </a:lnTo>
                  <a:cubicBezTo>
                    <a:pt x="8059" y="2063"/>
                    <a:pt x="7549" y="1580"/>
                    <a:pt x="7549" y="966"/>
                  </a:cubicBezTo>
                  <a:cubicBezTo>
                    <a:pt x="7549" y="483"/>
                    <a:pt x="7920" y="132"/>
                    <a:pt x="8383" y="0"/>
                  </a:cubicBezTo>
                  <a:cubicBezTo>
                    <a:pt x="8244" y="0"/>
                    <a:pt x="8151" y="0"/>
                    <a:pt x="8012" y="88"/>
                  </a:cubicBezTo>
                  <a:lnTo>
                    <a:pt x="6899" y="878"/>
                  </a:lnTo>
                  <a:lnTo>
                    <a:pt x="2494" y="3951"/>
                  </a:lnTo>
                  <a:cubicBezTo>
                    <a:pt x="1983" y="4302"/>
                    <a:pt x="1891" y="4917"/>
                    <a:pt x="2215" y="5444"/>
                  </a:cubicBezTo>
                  <a:lnTo>
                    <a:pt x="7317" y="13082"/>
                  </a:lnTo>
                  <a:lnTo>
                    <a:pt x="5415" y="16067"/>
                  </a:lnTo>
                  <a:lnTo>
                    <a:pt x="1148" y="16067"/>
                  </a:lnTo>
                  <a:cubicBezTo>
                    <a:pt x="824" y="16067"/>
                    <a:pt x="499" y="16199"/>
                    <a:pt x="267" y="16463"/>
                  </a:cubicBezTo>
                  <a:cubicBezTo>
                    <a:pt x="35" y="16726"/>
                    <a:pt x="-57" y="17033"/>
                    <a:pt x="35" y="17384"/>
                  </a:cubicBezTo>
                  <a:lnTo>
                    <a:pt x="917" y="21774"/>
                  </a:lnTo>
                  <a:cubicBezTo>
                    <a:pt x="963" y="22082"/>
                    <a:pt x="1148" y="22345"/>
                    <a:pt x="1427" y="22477"/>
                  </a:cubicBezTo>
                  <a:lnTo>
                    <a:pt x="7549" y="26252"/>
                  </a:lnTo>
                  <a:lnTo>
                    <a:pt x="7549" y="27745"/>
                  </a:lnTo>
                  <a:lnTo>
                    <a:pt x="3838" y="29633"/>
                  </a:lnTo>
                  <a:cubicBezTo>
                    <a:pt x="3375" y="29852"/>
                    <a:pt x="3143" y="30379"/>
                    <a:pt x="3236" y="30862"/>
                  </a:cubicBezTo>
                  <a:lnTo>
                    <a:pt x="4673" y="36920"/>
                  </a:lnTo>
                  <a:cubicBezTo>
                    <a:pt x="4766" y="37227"/>
                    <a:pt x="4951" y="37491"/>
                    <a:pt x="5230" y="37622"/>
                  </a:cubicBezTo>
                  <a:lnTo>
                    <a:pt x="9867" y="40081"/>
                  </a:lnTo>
                  <a:cubicBezTo>
                    <a:pt x="9867" y="40081"/>
                    <a:pt x="10239" y="40212"/>
                    <a:pt x="10424" y="40212"/>
                  </a:cubicBezTo>
                  <a:lnTo>
                    <a:pt x="15433" y="40212"/>
                  </a:lnTo>
                  <a:lnTo>
                    <a:pt x="14366" y="42890"/>
                  </a:lnTo>
                  <a:lnTo>
                    <a:pt x="11630" y="46885"/>
                  </a:lnTo>
                  <a:cubicBezTo>
                    <a:pt x="11630" y="46885"/>
                    <a:pt x="11444" y="47237"/>
                    <a:pt x="11444" y="47412"/>
                  </a:cubicBezTo>
                  <a:lnTo>
                    <a:pt x="11444" y="47939"/>
                  </a:lnTo>
                  <a:cubicBezTo>
                    <a:pt x="11444" y="47939"/>
                    <a:pt x="11259" y="49739"/>
                    <a:pt x="11259" y="49739"/>
                  </a:cubicBezTo>
                  <a:cubicBezTo>
                    <a:pt x="11259" y="50353"/>
                    <a:pt x="11676" y="50880"/>
                    <a:pt x="12326" y="50924"/>
                  </a:cubicBezTo>
                  <a:cubicBezTo>
                    <a:pt x="12326" y="50924"/>
                    <a:pt x="12372" y="50924"/>
                    <a:pt x="12418" y="50924"/>
                  </a:cubicBezTo>
                  <a:cubicBezTo>
                    <a:pt x="13021" y="50924"/>
                    <a:pt x="13531" y="50485"/>
                    <a:pt x="13578" y="49914"/>
                  </a:cubicBezTo>
                  <a:lnTo>
                    <a:pt x="13717" y="47851"/>
                  </a:lnTo>
                  <a:lnTo>
                    <a:pt x="14320" y="46929"/>
                  </a:lnTo>
                  <a:lnTo>
                    <a:pt x="16360" y="43900"/>
                  </a:lnTo>
                  <a:lnTo>
                    <a:pt x="18076" y="3951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8" name="Freeform: Shape 2267">
              <a:extLst>
                <a:ext uri="{FF2B5EF4-FFF2-40B4-BE49-F238E27FC236}">
                  <a16:creationId xmlns:a16="http://schemas.microsoft.com/office/drawing/2014/main" id="{B0079288-C756-CD1F-3FEA-A0547E9BCCEB}"/>
                </a:ext>
              </a:extLst>
            </p:cNvPr>
            <p:cNvSpPr>
              <a:spLocks/>
            </p:cNvSpPr>
            <p:nvPr/>
          </p:nvSpPr>
          <p:spPr>
            <a:xfrm>
              <a:off x="5831895" y="2776754"/>
              <a:ext cx="51764" cy="87806"/>
            </a:xfrm>
            <a:custGeom>
              <a:avLst/>
              <a:gdLst>
                <a:gd name="connsiteX0" fmla="*/ 22122 w 34680"/>
                <a:gd name="connsiteY0" fmla="*/ 58826 h 58826"/>
                <a:gd name="connsiteX1" fmla="*/ 21890 w 34680"/>
                <a:gd name="connsiteY1" fmla="*/ 58299 h 58826"/>
                <a:gd name="connsiteX2" fmla="*/ 23049 w 34680"/>
                <a:gd name="connsiteY2" fmla="*/ 57202 h 58826"/>
                <a:gd name="connsiteX3" fmla="*/ 24209 w 34680"/>
                <a:gd name="connsiteY3" fmla="*/ 57202 h 58826"/>
                <a:gd name="connsiteX4" fmla="*/ 23931 w 34680"/>
                <a:gd name="connsiteY4" fmla="*/ 44251 h 58826"/>
                <a:gd name="connsiteX5" fmla="*/ 26621 w 34680"/>
                <a:gd name="connsiteY5" fmla="*/ 38105 h 58826"/>
                <a:gd name="connsiteX6" fmla="*/ 34458 w 34680"/>
                <a:gd name="connsiteY6" fmla="*/ 27964 h 58826"/>
                <a:gd name="connsiteX7" fmla="*/ 34644 w 34680"/>
                <a:gd name="connsiteY7" fmla="*/ 27042 h 58826"/>
                <a:gd name="connsiteX8" fmla="*/ 34041 w 34680"/>
                <a:gd name="connsiteY8" fmla="*/ 26340 h 58826"/>
                <a:gd name="connsiteX9" fmla="*/ 30006 w 34680"/>
                <a:gd name="connsiteY9" fmla="*/ 24408 h 58826"/>
                <a:gd name="connsiteX10" fmla="*/ 29496 w 34680"/>
                <a:gd name="connsiteY10" fmla="*/ 24277 h 58826"/>
                <a:gd name="connsiteX11" fmla="*/ 24487 w 34680"/>
                <a:gd name="connsiteY11" fmla="*/ 24277 h 58826"/>
                <a:gd name="connsiteX12" fmla="*/ 21936 w 34680"/>
                <a:gd name="connsiteY12" fmla="*/ 21862 h 58826"/>
                <a:gd name="connsiteX13" fmla="*/ 21102 w 34680"/>
                <a:gd name="connsiteY13" fmla="*/ 21555 h 58826"/>
                <a:gd name="connsiteX14" fmla="*/ 14748 w 34680"/>
                <a:gd name="connsiteY14" fmla="*/ 21555 h 58826"/>
                <a:gd name="connsiteX15" fmla="*/ 13913 w 34680"/>
                <a:gd name="connsiteY15" fmla="*/ 20414 h 58826"/>
                <a:gd name="connsiteX16" fmla="*/ 12429 w 34680"/>
                <a:gd name="connsiteY16" fmla="*/ 20062 h 58826"/>
                <a:gd name="connsiteX17" fmla="*/ 9832 w 34680"/>
                <a:gd name="connsiteY17" fmla="*/ 21292 h 58826"/>
                <a:gd name="connsiteX18" fmla="*/ 8209 w 34680"/>
                <a:gd name="connsiteY18" fmla="*/ 19141 h 58826"/>
                <a:gd name="connsiteX19" fmla="*/ 2783 w 34680"/>
                <a:gd name="connsiteY19" fmla="*/ 5707 h 58826"/>
                <a:gd name="connsiteX20" fmla="*/ 2226 w 34680"/>
                <a:gd name="connsiteY20" fmla="*/ 0 h 58826"/>
                <a:gd name="connsiteX21" fmla="*/ 2226 w 34680"/>
                <a:gd name="connsiteY21" fmla="*/ 176 h 58826"/>
                <a:gd name="connsiteX22" fmla="*/ 1948 w 34680"/>
                <a:gd name="connsiteY22" fmla="*/ 483 h 58826"/>
                <a:gd name="connsiteX23" fmla="*/ 1808 w 34680"/>
                <a:gd name="connsiteY23" fmla="*/ 702 h 58826"/>
                <a:gd name="connsiteX24" fmla="*/ 1067 w 34680"/>
                <a:gd name="connsiteY24" fmla="*/ 1010 h 58826"/>
                <a:gd name="connsiteX25" fmla="*/ 0 w 34680"/>
                <a:gd name="connsiteY25" fmla="*/ 1010 h 58826"/>
                <a:gd name="connsiteX26" fmla="*/ 464 w 34680"/>
                <a:gd name="connsiteY26" fmla="*/ 6058 h 58826"/>
                <a:gd name="connsiteX27" fmla="*/ 557 w 34680"/>
                <a:gd name="connsiteY27" fmla="*/ 6366 h 58826"/>
                <a:gd name="connsiteX28" fmla="*/ 4127 w 34680"/>
                <a:gd name="connsiteY28" fmla="*/ 15233 h 58826"/>
                <a:gd name="connsiteX29" fmla="*/ 5472 w 34680"/>
                <a:gd name="connsiteY29" fmla="*/ 14970 h 58826"/>
                <a:gd name="connsiteX30" fmla="*/ 6817 w 34680"/>
                <a:gd name="connsiteY30" fmla="*/ 15848 h 58826"/>
                <a:gd name="connsiteX31" fmla="*/ 5890 w 34680"/>
                <a:gd name="connsiteY31" fmla="*/ 17121 h 58826"/>
                <a:gd name="connsiteX32" fmla="*/ 4916 w 34680"/>
                <a:gd name="connsiteY32" fmla="*/ 17297 h 58826"/>
                <a:gd name="connsiteX33" fmla="*/ 6029 w 34680"/>
                <a:gd name="connsiteY33" fmla="*/ 20062 h 58826"/>
                <a:gd name="connsiteX34" fmla="*/ 6168 w 34680"/>
                <a:gd name="connsiteY34" fmla="*/ 20326 h 58826"/>
                <a:gd name="connsiteX35" fmla="*/ 8440 w 34680"/>
                <a:gd name="connsiteY35" fmla="*/ 23355 h 58826"/>
                <a:gd name="connsiteX36" fmla="*/ 9925 w 34680"/>
                <a:gd name="connsiteY36" fmla="*/ 23706 h 58826"/>
                <a:gd name="connsiteX37" fmla="*/ 12475 w 34680"/>
                <a:gd name="connsiteY37" fmla="*/ 22477 h 58826"/>
                <a:gd name="connsiteX38" fmla="*/ 13078 w 34680"/>
                <a:gd name="connsiteY38" fmla="*/ 23311 h 58826"/>
                <a:gd name="connsiteX39" fmla="*/ 14052 w 34680"/>
                <a:gd name="connsiteY39" fmla="*/ 23794 h 58826"/>
                <a:gd name="connsiteX40" fmla="*/ 20545 w 34680"/>
                <a:gd name="connsiteY40" fmla="*/ 23794 h 58826"/>
                <a:gd name="connsiteX41" fmla="*/ 23096 w 34680"/>
                <a:gd name="connsiteY41" fmla="*/ 26208 h 58826"/>
                <a:gd name="connsiteX42" fmla="*/ 23931 w 34680"/>
                <a:gd name="connsiteY42" fmla="*/ 26516 h 58826"/>
                <a:gd name="connsiteX43" fmla="*/ 29171 w 34680"/>
                <a:gd name="connsiteY43" fmla="*/ 26516 h 58826"/>
                <a:gd name="connsiteX44" fmla="*/ 31768 w 34680"/>
                <a:gd name="connsiteY44" fmla="*/ 27745 h 58826"/>
                <a:gd name="connsiteX45" fmla="*/ 24626 w 34680"/>
                <a:gd name="connsiteY45" fmla="*/ 37052 h 58826"/>
                <a:gd name="connsiteX46" fmla="*/ 21751 w 34680"/>
                <a:gd name="connsiteY46" fmla="*/ 43637 h 58826"/>
                <a:gd name="connsiteX47" fmla="*/ 21658 w 34680"/>
                <a:gd name="connsiteY47" fmla="*/ 44076 h 58826"/>
                <a:gd name="connsiteX48" fmla="*/ 21936 w 34680"/>
                <a:gd name="connsiteY48" fmla="*/ 57948 h 58826"/>
                <a:gd name="connsiteX49" fmla="*/ 21936 w 34680"/>
                <a:gd name="connsiteY49" fmla="*/ 58343 h 58826"/>
                <a:gd name="connsiteX50" fmla="*/ 22168 w 34680"/>
                <a:gd name="connsiteY50" fmla="*/ 58826 h 5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680" h="58826">
                  <a:moveTo>
                    <a:pt x="22122" y="58826"/>
                  </a:moveTo>
                  <a:cubicBezTo>
                    <a:pt x="22122" y="58826"/>
                    <a:pt x="21890" y="58519"/>
                    <a:pt x="21890" y="58299"/>
                  </a:cubicBezTo>
                  <a:cubicBezTo>
                    <a:pt x="21890" y="57685"/>
                    <a:pt x="22400" y="57202"/>
                    <a:pt x="23049" y="57202"/>
                  </a:cubicBezTo>
                  <a:lnTo>
                    <a:pt x="24209" y="57202"/>
                  </a:lnTo>
                  <a:lnTo>
                    <a:pt x="23931" y="44251"/>
                  </a:lnTo>
                  <a:lnTo>
                    <a:pt x="26621" y="38105"/>
                  </a:lnTo>
                  <a:lnTo>
                    <a:pt x="34458" y="27964"/>
                  </a:lnTo>
                  <a:cubicBezTo>
                    <a:pt x="34644" y="27701"/>
                    <a:pt x="34737" y="27350"/>
                    <a:pt x="34644" y="27042"/>
                  </a:cubicBezTo>
                  <a:cubicBezTo>
                    <a:pt x="34551" y="26735"/>
                    <a:pt x="34319" y="26472"/>
                    <a:pt x="34041" y="26340"/>
                  </a:cubicBezTo>
                  <a:lnTo>
                    <a:pt x="30006" y="24408"/>
                  </a:lnTo>
                  <a:cubicBezTo>
                    <a:pt x="30006" y="24408"/>
                    <a:pt x="29681" y="24277"/>
                    <a:pt x="29496" y="24277"/>
                  </a:cubicBezTo>
                  <a:lnTo>
                    <a:pt x="24487" y="24277"/>
                  </a:lnTo>
                  <a:lnTo>
                    <a:pt x="21936" y="21862"/>
                  </a:lnTo>
                  <a:cubicBezTo>
                    <a:pt x="21936" y="21862"/>
                    <a:pt x="21426" y="21555"/>
                    <a:pt x="21102" y="21555"/>
                  </a:cubicBezTo>
                  <a:lnTo>
                    <a:pt x="14748" y="21555"/>
                  </a:lnTo>
                  <a:lnTo>
                    <a:pt x="13913" y="20414"/>
                  </a:lnTo>
                  <a:cubicBezTo>
                    <a:pt x="13589" y="19931"/>
                    <a:pt x="12939" y="19799"/>
                    <a:pt x="12429" y="20062"/>
                  </a:cubicBezTo>
                  <a:lnTo>
                    <a:pt x="9832" y="21292"/>
                  </a:lnTo>
                  <a:lnTo>
                    <a:pt x="8209" y="19141"/>
                  </a:lnTo>
                  <a:lnTo>
                    <a:pt x="2783" y="5707"/>
                  </a:lnTo>
                  <a:lnTo>
                    <a:pt x="2226" y="0"/>
                  </a:lnTo>
                  <a:lnTo>
                    <a:pt x="2226" y="176"/>
                  </a:lnTo>
                  <a:cubicBezTo>
                    <a:pt x="2226" y="176"/>
                    <a:pt x="2040" y="395"/>
                    <a:pt x="1948" y="483"/>
                  </a:cubicBezTo>
                  <a:cubicBezTo>
                    <a:pt x="1901" y="571"/>
                    <a:pt x="1855" y="615"/>
                    <a:pt x="1808" y="702"/>
                  </a:cubicBezTo>
                  <a:cubicBezTo>
                    <a:pt x="1577" y="878"/>
                    <a:pt x="1345" y="1010"/>
                    <a:pt x="1067" y="1010"/>
                  </a:cubicBezTo>
                  <a:lnTo>
                    <a:pt x="0" y="1010"/>
                  </a:lnTo>
                  <a:lnTo>
                    <a:pt x="464" y="6058"/>
                  </a:lnTo>
                  <a:cubicBezTo>
                    <a:pt x="464" y="6058"/>
                    <a:pt x="464" y="6278"/>
                    <a:pt x="557" y="6366"/>
                  </a:cubicBezTo>
                  <a:lnTo>
                    <a:pt x="4127" y="15233"/>
                  </a:lnTo>
                  <a:lnTo>
                    <a:pt x="5472" y="14970"/>
                  </a:lnTo>
                  <a:cubicBezTo>
                    <a:pt x="6075" y="14838"/>
                    <a:pt x="6724" y="15233"/>
                    <a:pt x="6817" y="15848"/>
                  </a:cubicBezTo>
                  <a:cubicBezTo>
                    <a:pt x="6957" y="16463"/>
                    <a:pt x="6539" y="17033"/>
                    <a:pt x="5890" y="17121"/>
                  </a:cubicBezTo>
                  <a:lnTo>
                    <a:pt x="4916" y="17297"/>
                  </a:lnTo>
                  <a:lnTo>
                    <a:pt x="6029" y="20062"/>
                  </a:lnTo>
                  <a:cubicBezTo>
                    <a:pt x="6029" y="20062"/>
                    <a:pt x="6122" y="20238"/>
                    <a:pt x="6168" y="20326"/>
                  </a:cubicBezTo>
                  <a:lnTo>
                    <a:pt x="8440" y="23355"/>
                  </a:lnTo>
                  <a:cubicBezTo>
                    <a:pt x="8765" y="23794"/>
                    <a:pt x="9414" y="23926"/>
                    <a:pt x="9925" y="23706"/>
                  </a:cubicBezTo>
                  <a:lnTo>
                    <a:pt x="12475" y="22477"/>
                  </a:lnTo>
                  <a:lnTo>
                    <a:pt x="13078" y="23311"/>
                  </a:lnTo>
                  <a:cubicBezTo>
                    <a:pt x="13310" y="23618"/>
                    <a:pt x="13635" y="23794"/>
                    <a:pt x="14052" y="23794"/>
                  </a:cubicBezTo>
                  <a:lnTo>
                    <a:pt x="20545" y="23794"/>
                  </a:lnTo>
                  <a:lnTo>
                    <a:pt x="23096" y="26208"/>
                  </a:lnTo>
                  <a:cubicBezTo>
                    <a:pt x="23096" y="26208"/>
                    <a:pt x="23606" y="26516"/>
                    <a:pt x="23931" y="26516"/>
                  </a:cubicBezTo>
                  <a:lnTo>
                    <a:pt x="29171" y="26516"/>
                  </a:lnTo>
                  <a:lnTo>
                    <a:pt x="31768" y="27745"/>
                  </a:lnTo>
                  <a:lnTo>
                    <a:pt x="24626" y="37052"/>
                  </a:lnTo>
                  <a:lnTo>
                    <a:pt x="21751" y="43637"/>
                  </a:lnTo>
                  <a:cubicBezTo>
                    <a:pt x="21751" y="43637"/>
                    <a:pt x="21658" y="43944"/>
                    <a:pt x="21658" y="44076"/>
                  </a:cubicBezTo>
                  <a:lnTo>
                    <a:pt x="21936" y="57948"/>
                  </a:lnTo>
                  <a:lnTo>
                    <a:pt x="21936" y="58343"/>
                  </a:lnTo>
                  <a:cubicBezTo>
                    <a:pt x="21936" y="58343"/>
                    <a:pt x="22075" y="58694"/>
                    <a:pt x="22168" y="5882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9" name="Freeform: Shape 2268">
              <a:extLst>
                <a:ext uri="{FF2B5EF4-FFF2-40B4-BE49-F238E27FC236}">
                  <a16:creationId xmlns:a16="http://schemas.microsoft.com/office/drawing/2014/main" id="{406AA94A-9B8B-A4BA-41ED-F524ED74963C}"/>
                </a:ext>
              </a:extLst>
            </p:cNvPr>
            <p:cNvSpPr>
              <a:spLocks/>
            </p:cNvSpPr>
            <p:nvPr/>
          </p:nvSpPr>
          <p:spPr>
            <a:xfrm>
              <a:off x="5865053" y="2864952"/>
              <a:ext cx="1244" cy="459"/>
            </a:xfrm>
            <a:custGeom>
              <a:avLst/>
              <a:gdLst>
                <a:gd name="connsiteX0" fmla="*/ 835 w 834"/>
                <a:gd name="connsiteY0" fmla="*/ 307 h 307"/>
                <a:gd name="connsiteX1" fmla="*/ 0 w 834"/>
                <a:gd name="connsiteY1" fmla="*/ 0 h 307"/>
                <a:gd name="connsiteX2" fmla="*/ 835 w 834"/>
                <a:gd name="connsiteY2" fmla="*/ 307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4" h="307">
                  <a:moveTo>
                    <a:pt x="835" y="307"/>
                  </a:moveTo>
                  <a:cubicBezTo>
                    <a:pt x="510" y="307"/>
                    <a:pt x="232" y="176"/>
                    <a:pt x="0" y="0"/>
                  </a:cubicBezTo>
                  <a:cubicBezTo>
                    <a:pt x="232" y="176"/>
                    <a:pt x="510" y="307"/>
                    <a:pt x="835" y="3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0" name="Freeform: Shape 2269">
              <a:extLst>
                <a:ext uri="{FF2B5EF4-FFF2-40B4-BE49-F238E27FC236}">
                  <a16:creationId xmlns:a16="http://schemas.microsoft.com/office/drawing/2014/main" id="{A29CEC76-39FF-1A0F-75D9-C11A1990966A}"/>
                </a:ext>
              </a:extLst>
            </p:cNvPr>
            <p:cNvSpPr>
              <a:spLocks/>
            </p:cNvSpPr>
            <p:nvPr/>
          </p:nvSpPr>
          <p:spPr>
            <a:xfrm>
              <a:off x="5828571" y="2754541"/>
              <a:ext cx="10433" cy="22934"/>
            </a:xfrm>
            <a:custGeom>
              <a:avLst/>
              <a:gdLst>
                <a:gd name="connsiteX0" fmla="*/ 4406 w 6990"/>
                <a:gd name="connsiteY0" fmla="*/ 14750 h 15365"/>
                <a:gd name="connsiteX1" fmla="*/ 4128 w 6990"/>
                <a:gd name="connsiteY1" fmla="*/ 15365 h 15365"/>
                <a:gd name="connsiteX2" fmla="*/ 4359 w 6990"/>
                <a:gd name="connsiteY2" fmla="*/ 15058 h 15365"/>
                <a:gd name="connsiteX3" fmla="*/ 4359 w 6990"/>
                <a:gd name="connsiteY3" fmla="*/ 14882 h 15365"/>
                <a:gd name="connsiteX4" fmla="*/ 6957 w 6990"/>
                <a:gd name="connsiteY4" fmla="*/ 6014 h 15365"/>
                <a:gd name="connsiteX5" fmla="*/ 6632 w 6990"/>
                <a:gd name="connsiteY5" fmla="*/ 4917 h 15365"/>
                <a:gd name="connsiteX6" fmla="*/ 1484 w 6990"/>
                <a:gd name="connsiteY6" fmla="*/ 307 h 15365"/>
                <a:gd name="connsiteX7" fmla="*/ 1113 w 6990"/>
                <a:gd name="connsiteY7" fmla="*/ 0 h 15365"/>
                <a:gd name="connsiteX8" fmla="*/ 1020 w 6990"/>
                <a:gd name="connsiteY8" fmla="*/ 0 h 15365"/>
                <a:gd name="connsiteX9" fmla="*/ 1484 w 6990"/>
                <a:gd name="connsiteY9" fmla="*/ 615 h 15365"/>
                <a:gd name="connsiteX10" fmla="*/ 603 w 6990"/>
                <a:gd name="connsiteY10" fmla="*/ 1931 h 15365"/>
                <a:gd name="connsiteX11" fmla="*/ 0 w 6990"/>
                <a:gd name="connsiteY11" fmla="*/ 2063 h 15365"/>
                <a:gd name="connsiteX12" fmla="*/ 4545 w 6990"/>
                <a:gd name="connsiteY12" fmla="*/ 6146 h 15365"/>
                <a:gd name="connsiteX13" fmla="*/ 2365 w 6990"/>
                <a:gd name="connsiteY13" fmla="*/ 13741 h 15365"/>
                <a:gd name="connsiteX14" fmla="*/ 3246 w 6990"/>
                <a:gd name="connsiteY14" fmla="*/ 13741 h 15365"/>
                <a:gd name="connsiteX15" fmla="*/ 4406 w 6990"/>
                <a:gd name="connsiteY15" fmla="*/ 14838 h 1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90" h="15365">
                  <a:moveTo>
                    <a:pt x="4406" y="14750"/>
                  </a:moveTo>
                  <a:cubicBezTo>
                    <a:pt x="4406" y="14970"/>
                    <a:pt x="4267" y="15189"/>
                    <a:pt x="4128" y="15365"/>
                  </a:cubicBezTo>
                  <a:cubicBezTo>
                    <a:pt x="4220" y="15277"/>
                    <a:pt x="4313" y="15189"/>
                    <a:pt x="4359" y="15058"/>
                  </a:cubicBezTo>
                  <a:lnTo>
                    <a:pt x="4359" y="14882"/>
                  </a:lnTo>
                  <a:cubicBezTo>
                    <a:pt x="4359" y="14882"/>
                    <a:pt x="6957" y="6014"/>
                    <a:pt x="6957" y="6014"/>
                  </a:cubicBezTo>
                  <a:cubicBezTo>
                    <a:pt x="7049" y="5619"/>
                    <a:pt x="6957" y="5224"/>
                    <a:pt x="6632" y="4917"/>
                  </a:cubicBezTo>
                  <a:lnTo>
                    <a:pt x="1484" y="307"/>
                  </a:lnTo>
                  <a:lnTo>
                    <a:pt x="1113" y="0"/>
                  </a:lnTo>
                  <a:cubicBezTo>
                    <a:pt x="1113" y="0"/>
                    <a:pt x="1020" y="0"/>
                    <a:pt x="1020" y="0"/>
                  </a:cubicBezTo>
                  <a:cubicBezTo>
                    <a:pt x="1206" y="132"/>
                    <a:pt x="1391" y="351"/>
                    <a:pt x="1484" y="615"/>
                  </a:cubicBezTo>
                  <a:cubicBezTo>
                    <a:pt x="1623" y="1229"/>
                    <a:pt x="1206" y="1800"/>
                    <a:pt x="603" y="1931"/>
                  </a:cubicBezTo>
                  <a:lnTo>
                    <a:pt x="0" y="2063"/>
                  </a:lnTo>
                  <a:lnTo>
                    <a:pt x="4545" y="6146"/>
                  </a:lnTo>
                  <a:lnTo>
                    <a:pt x="2365" y="13741"/>
                  </a:lnTo>
                  <a:lnTo>
                    <a:pt x="3246" y="13741"/>
                  </a:lnTo>
                  <a:cubicBezTo>
                    <a:pt x="3896" y="13741"/>
                    <a:pt x="4406" y="14224"/>
                    <a:pt x="4406" y="1483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1" name="Freeform: Shape 2270">
              <a:extLst>
                <a:ext uri="{FF2B5EF4-FFF2-40B4-BE49-F238E27FC236}">
                  <a16:creationId xmlns:a16="http://schemas.microsoft.com/office/drawing/2014/main" id="{1BF87076-0D4C-6674-143B-3BDEB08A90B6}"/>
                </a:ext>
              </a:extLst>
            </p:cNvPr>
            <p:cNvSpPr>
              <a:spLocks/>
            </p:cNvSpPr>
            <p:nvPr/>
          </p:nvSpPr>
          <p:spPr>
            <a:xfrm>
              <a:off x="5828918" y="2754081"/>
              <a:ext cx="623" cy="130"/>
            </a:xfrm>
            <a:custGeom>
              <a:avLst/>
              <a:gdLst>
                <a:gd name="connsiteX0" fmla="*/ 0 w 417"/>
                <a:gd name="connsiteY0" fmla="*/ 0 h 87"/>
                <a:gd name="connsiteX1" fmla="*/ 418 w 417"/>
                <a:gd name="connsiteY1" fmla="*/ 88 h 87"/>
                <a:gd name="connsiteX2" fmla="*/ 0 w 417"/>
                <a:gd name="connsiteY2" fmla="*/ 0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87">
                  <a:moveTo>
                    <a:pt x="0" y="0"/>
                  </a:moveTo>
                  <a:cubicBezTo>
                    <a:pt x="0" y="0"/>
                    <a:pt x="278" y="0"/>
                    <a:pt x="418" y="88"/>
                  </a:cubicBezTo>
                  <a:cubicBezTo>
                    <a:pt x="278" y="88"/>
                    <a:pt x="139" y="0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2" name="Freeform: Shape 2271">
              <a:extLst>
                <a:ext uri="{FF2B5EF4-FFF2-40B4-BE49-F238E27FC236}">
                  <a16:creationId xmlns:a16="http://schemas.microsoft.com/office/drawing/2014/main" id="{A969E786-3698-80EF-E503-937A9B9C01D8}"/>
                </a:ext>
              </a:extLst>
            </p:cNvPr>
            <p:cNvSpPr>
              <a:spLocks/>
            </p:cNvSpPr>
            <p:nvPr/>
          </p:nvSpPr>
          <p:spPr>
            <a:xfrm>
              <a:off x="5833417" y="2777736"/>
              <a:ext cx="1107" cy="459"/>
            </a:xfrm>
            <a:custGeom>
              <a:avLst/>
              <a:gdLst>
                <a:gd name="connsiteX0" fmla="*/ 742 w 741"/>
                <a:gd name="connsiteY0" fmla="*/ 0 h 307"/>
                <a:gd name="connsiteX1" fmla="*/ 0 w 741"/>
                <a:gd name="connsiteY1" fmla="*/ 307 h 307"/>
                <a:gd name="connsiteX2" fmla="*/ 742 w 741"/>
                <a:gd name="connsiteY2" fmla="*/ 0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1" h="307">
                  <a:moveTo>
                    <a:pt x="742" y="0"/>
                  </a:moveTo>
                  <a:cubicBezTo>
                    <a:pt x="742" y="0"/>
                    <a:pt x="278" y="307"/>
                    <a:pt x="0" y="307"/>
                  </a:cubicBezTo>
                  <a:cubicBezTo>
                    <a:pt x="278" y="307"/>
                    <a:pt x="557" y="176"/>
                    <a:pt x="742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3" name="Freeform: Shape 2272">
              <a:extLst>
                <a:ext uri="{FF2B5EF4-FFF2-40B4-BE49-F238E27FC236}">
                  <a16:creationId xmlns:a16="http://schemas.microsoft.com/office/drawing/2014/main" id="{5F66C5C9-2FBC-C292-9431-9A97D954F7B6}"/>
                </a:ext>
              </a:extLst>
            </p:cNvPr>
            <p:cNvSpPr>
              <a:spLocks/>
            </p:cNvSpPr>
            <p:nvPr/>
          </p:nvSpPr>
          <p:spPr>
            <a:xfrm>
              <a:off x="5744810" y="2735144"/>
              <a:ext cx="80785" cy="66837"/>
            </a:xfrm>
            <a:custGeom>
              <a:avLst/>
              <a:gdLst>
                <a:gd name="connsiteX0" fmla="*/ 232 w 54122"/>
                <a:gd name="connsiteY0" fmla="*/ 12248 h 44778"/>
                <a:gd name="connsiteX1" fmla="*/ 4267 w 54122"/>
                <a:gd name="connsiteY1" fmla="*/ 16814 h 44778"/>
                <a:gd name="connsiteX2" fmla="*/ 5890 w 54122"/>
                <a:gd name="connsiteY2" fmla="*/ 16989 h 44778"/>
                <a:gd name="connsiteX3" fmla="*/ 9461 w 54122"/>
                <a:gd name="connsiteY3" fmla="*/ 14311 h 44778"/>
                <a:gd name="connsiteX4" fmla="*/ 13171 w 54122"/>
                <a:gd name="connsiteY4" fmla="*/ 20853 h 44778"/>
                <a:gd name="connsiteX5" fmla="*/ 14191 w 54122"/>
                <a:gd name="connsiteY5" fmla="*/ 21423 h 44778"/>
                <a:gd name="connsiteX6" fmla="*/ 19200 w 54122"/>
                <a:gd name="connsiteY6" fmla="*/ 21423 h 44778"/>
                <a:gd name="connsiteX7" fmla="*/ 24255 w 54122"/>
                <a:gd name="connsiteY7" fmla="*/ 23091 h 44778"/>
                <a:gd name="connsiteX8" fmla="*/ 26110 w 54122"/>
                <a:gd name="connsiteY8" fmla="*/ 29413 h 44778"/>
                <a:gd name="connsiteX9" fmla="*/ 26296 w 54122"/>
                <a:gd name="connsiteY9" fmla="*/ 29764 h 44778"/>
                <a:gd name="connsiteX10" fmla="*/ 29171 w 54122"/>
                <a:gd name="connsiteY10" fmla="*/ 33627 h 44778"/>
                <a:gd name="connsiteX11" fmla="*/ 30099 w 54122"/>
                <a:gd name="connsiteY11" fmla="*/ 34067 h 44778"/>
                <a:gd name="connsiteX12" fmla="*/ 34458 w 54122"/>
                <a:gd name="connsiteY12" fmla="*/ 34067 h 44778"/>
                <a:gd name="connsiteX13" fmla="*/ 35525 w 54122"/>
                <a:gd name="connsiteY13" fmla="*/ 33364 h 44778"/>
                <a:gd name="connsiteX14" fmla="*/ 37334 w 54122"/>
                <a:gd name="connsiteY14" fmla="*/ 29237 h 44778"/>
                <a:gd name="connsiteX15" fmla="*/ 40255 w 54122"/>
                <a:gd name="connsiteY15" fmla="*/ 33320 h 44778"/>
                <a:gd name="connsiteX16" fmla="*/ 40255 w 54122"/>
                <a:gd name="connsiteY16" fmla="*/ 38457 h 44778"/>
                <a:gd name="connsiteX17" fmla="*/ 40580 w 54122"/>
                <a:gd name="connsiteY17" fmla="*/ 39247 h 44778"/>
                <a:gd name="connsiteX18" fmla="*/ 46099 w 54122"/>
                <a:gd name="connsiteY18" fmla="*/ 44471 h 44778"/>
                <a:gd name="connsiteX19" fmla="*/ 46934 w 54122"/>
                <a:gd name="connsiteY19" fmla="*/ 44778 h 44778"/>
                <a:gd name="connsiteX20" fmla="*/ 47212 w 54122"/>
                <a:gd name="connsiteY20" fmla="*/ 44778 h 44778"/>
                <a:gd name="connsiteX21" fmla="*/ 54122 w 54122"/>
                <a:gd name="connsiteY21" fmla="*/ 43066 h 44778"/>
                <a:gd name="connsiteX22" fmla="*/ 53705 w 54122"/>
                <a:gd name="connsiteY22" fmla="*/ 42232 h 44778"/>
                <a:gd name="connsiteX23" fmla="*/ 53705 w 54122"/>
                <a:gd name="connsiteY23" fmla="*/ 42144 h 44778"/>
                <a:gd name="connsiteX24" fmla="*/ 53659 w 54122"/>
                <a:gd name="connsiteY24" fmla="*/ 42056 h 44778"/>
                <a:gd name="connsiteX25" fmla="*/ 53334 w 54122"/>
                <a:gd name="connsiteY25" fmla="*/ 40959 h 44778"/>
                <a:gd name="connsiteX26" fmla="*/ 47305 w 54122"/>
                <a:gd name="connsiteY26" fmla="*/ 42451 h 44778"/>
                <a:gd name="connsiteX27" fmla="*/ 42621 w 54122"/>
                <a:gd name="connsiteY27" fmla="*/ 38017 h 44778"/>
                <a:gd name="connsiteX28" fmla="*/ 42621 w 54122"/>
                <a:gd name="connsiteY28" fmla="*/ 32969 h 44778"/>
                <a:gd name="connsiteX29" fmla="*/ 42435 w 54122"/>
                <a:gd name="connsiteY29" fmla="*/ 32354 h 44778"/>
                <a:gd name="connsiteX30" fmla="*/ 38076 w 54122"/>
                <a:gd name="connsiteY30" fmla="*/ 26296 h 44778"/>
                <a:gd name="connsiteX31" fmla="*/ 37009 w 54122"/>
                <a:gd name="connsiteY31" fmla="*/ 25813 h 44778"/>
                <a:gd name="connsiteX32" fmla="*/ 36081 w 54122"/>
                <a:gd name="connsiteY32" fmla="*/ 26472 h 44778"/>
                <a:gd name="connsiteX33" fmla="*/ 33763 w 54122"/>
                <a:gd name="connsiteY33" fmla="*/ 31828 h 44778"/>
                <a:gd name="connsiteX34" fmla="*/ 30795 w 54122"/>
                <a:gd name="connsiteY34" fmla="*/ 31828 h 44778"/>
                <a:gd name="connsiteX35" fmla="*/ 28383 w 54122"/>
                <a:gd name="connsiteY35" fmla="*/ 28623 h 44778"/>
                <a:gd name="connsiteX36" fmla="*/ 26389 w 54122"/>
                <a:gd name="connsiteY36" fmla="*/ 21950 h 44778"/>
                <a:gd name="connsiteX37" fmla="*/ 25646 w 54122"/>
                <a:gd name="connsiteY37" fmla="*/ 21204 h 44778"/>
                <a:gd name="connsiteX38" fmla="*/ 19849 w 54122"/>
                <a:gd name="connsiteY38" fmla="*/ 19272 h 44778"/>
                <a:gd name="connsiteX39" fmla="*/ 19479 w 54122"/>
                <a:gd name="connsiteY39" fmla="*/ 19228 h 44778"/>
                <a:gd name="connsiteX40" fmla="*/ 14933 w 54122"/>
                <a:gd name="connsiteY40" fmla="*/ 19228 h 44778"/>
                <a:gd name="connsiteX41" fmla="*/ 10899 w 54122"/>
                <a:gd name="connsiteY41" fmla="*/ 12116 h 44778"/>
                <a:gd name="connsiteX42" fmla="*/ 10110 w 54122"/>
                <a:gd name="connsiteY42" fmla="*/ 11546 h 44778"/>
                <a:gd name="connsiteX43" fmla="*/ 9136 w 54122"/>
                <a:gd name="connsiteY43" fmla="*/ 11765 h 44778"/>
                <a:gd name="connsiteX44" fmla="*/ 5380 w 54122"/>
                <a:gd name="connsiteY44" fmla="*/ 14575 h 44778"/>
                <a:gd name="connsiteX45" fmla="*/ 2319 w 54122"/>
                <a:gd name="connsiteY45" fmla="*/ 11107 h 44778"/>
                <a:gd name="connsiteX46" fmla="*/ 2319 w 54122"/>
                <a:gd name="connsiteY46" fmla="*/ 1098 h 44778"/>
                <a:gd name="connsiteX47" fmla="*/ 1159 w 54122"/>
                <a:gd name="connsiteY47" fmla="*/ 0 h 44778"/>
                <a:gd name="connsiteX48" fmla="*/ 0 w 54122"/>
                <a:gd name="connsiteY48" fmla="*/ 1098 h 44778"/>
                <a:gd name="connsiteX49" fmla="*/ 0 w 54122"/>
                <a:gd name="connsiteY49" fmla="*/ 11546 h 44778"/>
                <a:gd name="connsiteX50" fmla="*/ 278 w 54122"/>
                <a:gd name="connsiteY50" fmla="*/ 12248 h 44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4122" h="44778">
                  <a:moveTo>
                    <a:pt x="232" y="12248"/>
                  </a:moveTo>
                  <a:lnTo>
                    <a:pt x="4267" y="16814"/>
                  </a:lnTo>
                  <a:cubicBezTo>
                    <a:pt x="4684" y="17253"/>
                    <a:pt x="5380" y="17341"/>
                    <a:pt x="5890" y="16989"/>
                  </a:cubicBezTo>
                  <a:lnTo>
                    <a:pt x="9461" y="14311"/>
                  </a:lnTo>
                  <a:lnTo>
                    <a:pt x="13171" y="20853"/>
                  </a:lnTo>
                  <a:cubicBezTo>
                    <a:pt x="13357" y="21204"/>
                    <a:pt x="13774" y="21423"/>
                    <a:pt x="14191" y="21423"/>
                  </a:cubicBezTo>
                  <a:lnTo>
                    <a:pt x="19200" y="21423"/>
                  </a:lnTo>
                  <a:lnTo>
                    <a:pt x="24255" y="23091"/>
                  </a:lnTo>
                  <a:lnTo>
                    <a:pt x="26110" y="29413"/>
                  </a:lnTo>
                  <a:cubicBezTo>
                    <a:pt x="26110" y="29413"/>
                    <a:pt x="26203" y="29633"/>
                    <a:pt x="26296" y="29764"/>
                  </a:cubicBezTo>
                  <a:lnTo>
                    <a:pt x="29171" y="33627"/>
                  </a:lnTo>
                  <a:cubicBezTo>
                    <a:pt x="29403" y="33935"/>
                    <a:pt x="29728" y="34067"/>
                    <a:pt x="30099" y="34067"/>
                  </a:cubicBezTo>
                  <a:lnTo>
                    <a:pt x="34458" y="34067"/>
                  </a:lnTo>
                  <a:cubicBezTo>
                    <a:pt x="34922" y="34067"/>
                    <a:pt x="35339" y="33803"/>
                    <a:pt x="35525" y="33364"/>
                  </a:cubicBezTo>
                  <a:lnTo>
                    <a:pt x="37334" y="29237"/>
                  </a:lnTo>
                  <a:lnTo>
                    <a:pt x="40255" y="33320"/>
                  </a:lnTo>
                  <a:lnTo>
                    <a:pt x="40255" y="38457"/>
                  </a:lnTo>
                  <a:cubicBezTo>
                    <a:pt x="40255" y="38764"/>
                    <a:pt x="40394" y="39027"/>
                    <a:pt x="40580" y="39247"/>
                  </a:cubicBezTo>
                  <a:lnTo>
                    <a:pt x="46099" y="44471"/>
                  </a:lnTo>
                  <a:cubicBezTo>
                    <a:pt x="46099" y="44471"/>
                    <a:pt x="46609" y="44778"/>
                    <a:pt x="46934" y="44778"/>
                  </a:cubicBezTo>
                  <a:cubicBezTo>
                    <a:pt x="47027" y="44778"/>
                    <a:pt x="47119" y="44778"/>
                    <a:pt x="47212" y="44778"/>
                  </a:cubicBezTo>
                  <a:lnTo>
                    <a:pt x="54122" y="43066"/>
                  </a:lnTo>
                  <a:lnTo>
                    <a:pt x="53705" y="42232"/>
                  </a:lnTo>
                  <a:cubicBezTo>
                    <a:pt x="53705" y="42232"/>
                    <a:pt x="53705" y="42188"/>
                    <a:pt x="53705" y="42144"/>
                  </a:cubicBezTo>
                  <a:cubicBezTo>
                    <a:pt x="53705" y="42144"/>
                    <a:pt x="53659" y="42100"/>
                    <a:pt x="53659" y="42056"/>
                  </a:cubicBezTo>
                  <a:lnTo>
                    <a:pt x="53334" y="40959"/>
                  </a:lnTo>
                  <a:lnTo>
                    <a:pt x="47305" y="42451"/>
                  </a:lnTo>
                  <a:lnTo>
                    <a:pt x="42621" y="38017"/>
                  </a:lnTo>
                  <a:lnTo>
                    <a:pt x="42621" y="32969"/>
                  </a:lnTo>
                  <a:cubicBezTo>
                    <a:pt x="42621" y="32750"/>
                    <a:pt x="42528" y="32530"/>
                    <a:pt x="42435" y="32354"/>
                  </a:cubicBezTo>
                  <a:lnTo>
                    <a:pt x="38076" y="26296"/>
                  </a:lnTo>
                  <a:cubicBezTo>
                    <a:pt x="37844" y="25945"/>
                    <a:pt x="37426" y="25813"/>
                    <a:pt x="37009" y="25813"/>
                  </a:cubicBezTo>
                  <a:cubicBezTo>
                    <a:pt x="36592" y="25813"/>
                    <a:pt x="36221" y="26121"/>
                    <a:pt x="36081" y="26472"/>
                  </a:cubicBezTo>
                  <a:lnTo>
                    <a:pt x="33763" y="31828"/>
                  </a:lnTo>
                  <a:lnTo>
                    <a:pt x="30795" y="31828"/>
                  </a:lnTo>
                  <a:lnTo>
                    <a:pt x="28383" y="28623"/>
                  </a:lnTo>
                  <a:lnTo>
                    <a:pt x="26389" y="21950"/>
                  </a:lnTo>
                  <a:cubicBezTo>
                    <a:pt x="26296" y="21599"/>
                    <a:pt x="26018" y="21336"/>
                    <a:pt x="25646" y="21204"/>
                  </a:cubicBezTo>
                  <a:lnTo>
                    <a:pt x="19849" y="19272"/>
                  </a:lnTo>
                  <a:cubicBezTo>
                    <a:pt x="19849" y="19272"/>
                    <a:pt x="19617" y="19228"/>
                    <a:pt x="19479" y="19228"/>
                  </a:cubicBezTo>
                  <a:lnTo>
                    <a:pt x="14933" y="19228"/>
                  </a:lnTo>
                  <a:lnTo>
                    <a:pt x="10899" y="12116"/>
                  </a:lnTo>
                  <a:cubicBezTo>
                    <a:pt x="10760" y="11853"/>
                    <a:pt x="10435" y="11633"/>
                    <a:pt x="10110" y="11546"/>
                  </a:cubicBezTo>
                  <a:cubicBezTo>
                    <a:pt x="9786" y="11458"/>
                    <a:pt x="9414" y="11546"/>
                    <a:pt x="9136" y="11765"/>
                  </a:cubicBezTo>
                  <a:lnTo>
                    <a:pt x="5380" y="14575"/>
                  </a:lnTo>
                  <a:lnTo>
                    <a:pt x="2319" y="11107"/>
                  </a:lnTo>
                  <a:lnTo>
                    <a:pt x="2319" y="1098"/>
                  </a:lnTo>
                  <a:cubicBezTo>
                    <a:pt x="2319" y="483"/>
                    <a:pt x="1809" y="0"/>
                    <a:pt x="1159" y="0"/>
                  </a:cubicBezTo>
                  <a:cubicBezTo>
                    <a:pt x="510" y="0"/>
                    <a:pt x="0" y="483"/>
                    <a:pt x="0" y="1098"/>
                  </a:cubicBezTo>
                  <a:lnTo>
                    <a:pt x="0" y="11546"/>
                  </a:lnTo>
                  <a:cubicBezTo>
                    <a:pt x="0" y="11809"/>
                    <a:pt x="93" y="12073"/>
                    <a:pt x="278" y="122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4" name="Freeform: Shape 2273">
              <a:extLst>
                <a:ext uri="{FF2B5EF4-FFF2-40B4-BE49-F238E27FC236}">
                  <a16:creationId xmlns:a16="http://schemas.microsoft.com/office/drawing/2014/main" id="{4C86FB27-3D80-4EAA-A83C-048A017F5EFF}"/>
                </a:ext>
              </a:extLst>
            </p:cNvPr>
            <p:cNvSpPr>
              <a:spLocks/>
            </p:cNvSpPr>
            <p:nvPr/>
          </p:nvSpPr>
          <p:spPr>
            <a:xfrm>
              <a:off x="5824904" y="2796805"/>
              <a:ext cx="17258" cy="7534"/>
            </a:xfrm>
            <a:custGeom>
              <a:avLst/>
              <a:gdLst>
                <a:gd name="connsiteX0" fmla="*/ 11501 w 11562"/>
                <a:gd name="connsiteY0" fmla="*/ 2327 h 5048"/>
                <a:gd name="connsiteX1" fmla="*/ 10157 w 11562"/>
                <a:gd name="connsiteY1" fmla="*/ 1449 h 5048"/>
                <a:gd name="connsiteX2" fmla="*/ 8812 w 11562"/>
                <a:gd name="connsiteY2" fmla="*/ 1712 h 5048"/>
                <a:gd name="connsiteX3" fmla="*/ 3478 w 11562"/>
                <a:gd name="connsiteY3" fmla="*/ 2722 h 5048"/>
                <a:gd name="connsiteX4" fmla="*/ 2180 w 11562"/>
                <a:gd name="connsiteY4" fmla="*/ 0 h 5048"/>
                <a:gd name="connsiteX5" fmla="*/ 2180 w 11562"/>
                <a:gd name="connsiteY5" fmla="*/ 88 h 5048"/>
                <a:gd name="connsiteX6" fmla="*/ 1391 w 11562"/>
                <a:gd name="connsiteY6" fmla="*/ 1449 h 5048"/>
                <a:gd name="connsiteX7" fmla="*/ 1067 w 11562"/>
                <a:gd name="connsiteY7" fmla="*/ 1449 h 5048"/>
                <a:gd name="connsiteX8" fmla="*/ 0 w 11562"/>
                <a:gd name="connsiteY8" fmla="*/ 746 h 5048"/>
                <a:gd name="connsiteX9" fmla="*/ 0 w 11562"/>
                <a:gd name="connsiteY9" fmla="*/ 834 h 5048"/>
                <a:gd name="connsiteX10" fmla="*/ 417 w 11562"/>
                <a:gd name="connsiteY10" fmla="*/ 1668 h 5048"/>
                <a:gd name="connsiteX11" fmla="*/ 1762 w 11562"/>
                <a:gd name="connsiteY11" fmla="*/ 4390 h 5048"/>
                <a:gd name="connsiteX12" fmla="*/ 2829 w 11562"/>
                <a:gd name="connsiteY12" fmla="*/ 5048 h 5048"/>
                <a:gd name="connsiteX13" fmla="*/ 3061 w 11562"/>
                <a:gd name="connsiteY13" fmla="*/ 5048 h 5048"/>
                <a:gd name="connsiteX14" fmla="*/ 9646 w 11562"/>
                <a:gd name="connsiteY14" fmla="*/ 3775 h 5048"/>
                <a:gd name="connsiteX15" fmla="*/ 10620 w 11562"/>
                <a:gd name="connsiteY15" fmla="*/ 3600 h 5048"/>
                <a:gd name="connsiteX16" fmla="*/ 11548 w 11562"/>
                <a:gd name="connsiteY16" fmla="*/ 2327 h 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62" h="5048">
                  <a:moveTo>
                    <a:pt x="11501" y="2327"/>
                  </a:moveTo>
                  <a:cubicBezTo>
                    <a:pt x="11362" y="1712"/>
                    <a:pt x="10760" y="1361"/>
                    <a:pt x="10157" y="1449"/>
                  </a:cubicBezTo>
                  <a:lnTo>
                    <a:pt x="8812" y="1712"/>
                  </a:lnTo>
                  <a:lnTo>
                    <a:pt x="3478" y="2722"/>
                  </a:lnTo>
                  <a:lnTo>
                    <a:pt x="2180" y="0"/>
                  </a:lnTo>
                  <a:lnTo>
                    <a:pt x="2180" y="88"/>
                  </a:lnTo>
                  <a:cubicBezTo>
                    <a:pt x="2365" y="658"/>
                    <a:pt x="2041" y="1273"/>
                    <a:pt x="1391" y="1449"/>
                  </a:cubicBezTo>
                  <a:cubicBezTo>
                    <a:pt x="1298" y="1449"/>
                    <a:pt x="1159" y="1449"/>
                    <a:pt x="1067" y="1449"/>
                  </a:cubicBezTo>
                  <a:cubicBezTo>
                    <a:pt x="603" y="1449"/>
                    <a:pt x="185" y="1141"/>
                    <a:pt x="0" y="746"/>
                  </a:cubicBezTo>
                  <a:cubicBezTo>
                    <a:pt x="0" y="746"/>
                    <a:pt x="0" y="790"/>
                    <a:pt x="0" y="834"/>
                  </a:cubicBezTo>
                  <a:lnTo>
                    <a:pt x="417" y="1668"/>
                  </a:lnTo>
                  <a:lnTo>
                    <a:pt x="1762" y="4390"/>
                  </a:lnTo>
                  <a:cubicBezTo>
                    <a:pt x="1948" y="4785"/>
                    <a:pt x="2365" y="5048"/>
                    <a:pt x="2829" y="5048"/>
                  </a:cubicBezTo>
                  <a:cubicBezTo>
                    <a:pt x="2922" y="5048"/>
                    <a:pt x="2968" y="5048"/>
                    <a:pt x="3061" y="5048"/>
                  </a:cubicBezTo>
                  <a:lnTo>
                    <a:pt x="9646" y="3775"/>
                  </a:lnTo>
                  <a:lnTo>
                    <a:pt x="10620" y="3600"/>
                  </a:lnTo>
                  <a:cubicBezTo>
                    <a:pt x="11270" y="3468"/>
                    <a:pt x="11641" y="2897"/>
                    <a:pt x="11548" y="23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5" name="Freeform: Shape 2274">
              <a:extLst>
                <a:ext uri="{FF2B5EF4-FFF2-40B4-BE49-F238E27FC236}">
                  <a16:creationId xmlns:a16="http://schemas.microsoft.com/office/drawing/2014/main" id="{E5787DAB-1E74-D1DB-1ABC-429D0A529968}"/>
                </a:ext>
              </a:extLst>
            </p:cNvPr>
            <p:cNvSpPr>
              <a:spLocks/>
            </p:cNvSpPr>
            <p:nvPr/>
          </p:nvSpPr>
          <p:spPr>
            <a:xfrm>
              <a:off x="5820004" y="2774920"/>
              <a:ext cx="15143" cy="24179"/>
            </a:xfrm>
            <a:custGeom>
              <a:avLst/>
              <a:gdLst>
                <a:gd name="connsiteX0" fmla="*/ 4349 w 10145"/>
                <a:gd name="connsiteY0" fmla="*/ 16199 h 16199"/>
                <a:gd name="connsiteX1" fmla="*/ 4673 w 10145"/>
                <a:gd name="connsiteY1" fmla="*/ 16199 h 16199"/>
                <a:gd name="connsiteX2" fmla="*/ 5462 w 10145"/>
                <a:gd name="connsiteY2" fmla="*/ 14838 h 16199"/>
                <a:gd name="connsiteX3" fmla="*/ 5462 w 10145"/>
                <a:gd name="connsiteY3" fmla="*/ 14750 h 16199"/>
                <a:gd name="connsiteX4" fmla="*/ 2447 w 10145"/>
                <a:gd name="connsiteY4" fmla="*/ 4961 h 16199"/>
                <a:gd name="connsiteX5" fmla="*/ 4905 w 10145"/>
                <a:gd name="connsiteY5" fmla="*/ 2239 h 16199"/>
                <a:gd name="connsiteX6" fmla="*/ 8986 w 10145"/>
                <a:gd name="connsiteY6" fmla="*/ 2239 h 16199"/>
                <a:gd name="connsiteX7" fmla="*/ 9728 w 10145"/>
                <a:gd name="connsiteY7" fmla="*/ 1932 h 16199"/>
                <a:gd name="connsiteX8" fmla="*/ 9868 w 10145"/>
                <a:gd name="connsiteY8" fmla="*/ 1712 h 16199"/>
                <a:gd name="connsiteX9" fmla="*/ 10146 w 10145"/>
                <a:gd name="connsiteY9" fmla="*/ 1098 h 16199"/>
                <a:gd name="connsiteX10" fmla="*/ 8986 w 10145"/>
                <a:gd name="connsiteY10" fmla="*/ 0 h 16199"/>
                <a:gd name="connsiteX11" fmla="*/ 4349 w 10145"/>
                <a:gd name="connsiteY11" fmla="*/ 0 h 16199"/>
                <a:gd name="connsiteX12" fmla="*/ 3467 w 10145"/>
                <a:gd name="connsiteY12" fmla="*/ 395 h 16199"/>
                <a:gd name="connsiteX13" fmla="*/ 267 w 10145"/>
                <a:gd name="connsiteY13" fmla="*/ 3951 h 16199"/>
                <a:gd name="connsiteX14" fmla="*/ 36 w 10145"/>
                <a:gd name="connsiteY14" fmla="*/ 4961 h 16199"/>
                <a:gd name="connsiteX15" fmla="*/ 2911 w 10145"/>
                <a:gd name="connsiteY15" fmla="*/ 14311 h 16199"/>
                <a:gd name="connsiteX16" fmla="*/ 3236 w 10145"/>
                <a:gd name="connsiteY16" fmla="*/ 15409 h 16199"/>
                <a:gd name="connsiteX17" fmla="*/ 3282 w 10145"/>
                <a:gd name="connsiteY17" fmla="*/ 15497 h 16199"/>
                <a:gd name="connsiteX18" fmla="*/ 4349 w 10145"/>
                <a:gd name="connsiteY18" fmla="*/ 16199 h 16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45" h="16199">
                  <a:moveTo>
                    <a:pt x="4349" y="16199"/>
                  </a:moveTo>
                  <a:cubicBezTo>
                    <a:pt x="4349" y="16199"/>
                    <a:pt x="4580" y="16199"/>
                    <a:pt x="4673" y="16199"/>
                  </a:cubicBezTo>
                  <a:cubicBezTo>
                    <a:pt x="5276" y="16024"/>
                    <a:pt x="5647" y="15409"/>
                    <a:pt x="5462" y="14838"/>
                  </a:cubicBezTo>
                  <a:lnTo>
                    <a:pt x="5462" y="14750"/>
                  </a:lnTo>
                  <a:cubicBezTo>
                    <a:pt x="5462" y="14750"/>
                    <a:pt x="2447" y="4961"/>
                    <a:pt x="2447" y="4961"/>
                  </a:cubicBezTo>
                  <a:lnTo>
                    <a:pt x="4905" y="2239"/>
                  </a:lnTo>
                  <a:lnTo>
                    <a:pt x="8986" y="2239"/>
                  </a:lnTo>
                  <a:cubicBezTo>
                    <a:pt x="9265" y="2239"/>
                    <a:pt x="9543" y="2107"/>
                    <a:pt x="9728" y="1932"/>
                  </a:cubicBezTo>
                  <a:cubicBezTo>
                    <a:pt x="9821" y="1888"/>
                    <a:pt x="9821" y="1800"/>
                    <a:pt x="9868" y="1712"/>
                  </a:cubicBezTo>
                  <a:cubicBezTo>
                    <a:pt x="10007" y="1537"/>
                    <a:pt x="10146" y="1361"/>
                    <a:pt x="10146" y="1098"/>
                  </a:cubicBezTo>
                  <a:cubicBezTo>
                    <a:pt x="10146" y="483"/>
                    <a:pt x="9636" y="0"/>
                    <a:pt x="8986" y="0"/>
                  </a:cubicBezTo>
                  <a:lnTo>
                    <a:pt x="4349" y="0"/>
                  </a:lnTo>
                  <a:cubicBezTo>
                    <a:pt x="4024" y="0"/>
                    <a:pt x="3699" y="132"/>
                    <a:pt x="3467" y="395"/>
                  </a:cubicBezTo>
                  <a:lnTo>
                    <a:pt x="267" y="3951"/>
                  </a:lnTo>
                  <a:cubicBezTo>
                    <a:pt x="36" y="4214"/>
                    <a:pt x="-57" y="4609"/>
                    <a:pt x="36" y="4961"/>
                  </a:cubicBezTo>
                  <a:lnTo>
                    <a:pt x="2911" y="14311"/>
                  </a:lnTo>
                  <a:lnTo>
                    <a:pt x="3236" y="15409"/>
                  </a:lnTo>
                  <a:cubicBezTo>
                    <a:pt x="3236" y="15409"/>
                    <a:pt x="3236" y="15453"/>
                    <a:pt x="3282" y="15497"/>
                  </a:cubicBezTo>
                  <a:cubicBezTo>
                    <a:pt x="3467" y="15936"/>
                    <a:pt x="3885" y="16199"/>
                    <a:pt x="4349" y="1619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6" name="Freeform: Shape 2275">
              <a:extLst>
                <a:ext uri="{FF2B5EF4-FFF2-40B4-BE49-F238E27FC236}">
                  <a16:creationId xmlns:a16="http://schemas.microsoft.com/office/drawing/2014/main" id="{635D6285-5DDF-208B-1D84-1900B46AFF63}"/>
                </a:ext>
              </a:extLst>
            </p:cNvPr>
            <p:cNvSpPr>
              <a:spLocks/>
            </p:cNvSpPr>
            <p:nvPr/>
          </p:nvSpPr>
          <p:spPr>
            <a:xfrm>
              <a:off x="5791675" y="2720106"/>
              <a:ext cx="39013" cy="38628"/>
            </a:xfrm>
            <a:custGeom>
              <a:avLst/>
              <a:gdLst>
                <a:gd name="connsiteX0" fmla="*/ 325 w 26137"/>
                <a:gd name="connsiteY0" fmla="*/ 1997 h 25879"/>
                <a:gd name="connsiteX1" fmla="*/ 5102 w 26137"/>
                <a:gd name="connsiteY1" fmla="*/ 6475 h 25879"/>
                <a:gd name="connsiteX2" fmla="*/ 5426 w 26137"/>
                <a:gd name="connsiteY2" fmla="*/ 6695 h 25879"/>
                <a:gd name="connsiteX3" fmla="*/ 10435 w 26137"/>
                <a:gd name="connsiteY3" fmla="*/ 8890 h 25879"/>
                <a:gd name="connsiteX4" fmla="*/ 18829 w 26137"/>
                <a:gd name="connsiteY4" fmla="*/ 11875 h 25879"/>
                <a:gd name="connsiteX5" fmla="*/ 17484 w 26137"/>
                <a:gd name="connsiteY5" fmla="*/ 21445 h 25879"/>
                <a:gd name="connsiteX6" fmla="*/ 17577 w 26137"/>
                <a:gd name="connsiteY6" fmla="*/ 22016 h 25879"/>
                <a:gd name="connsiteX7" fmla="*/ 19015 w 26137"/>
                <a:gd name="connsiteY7" fmla="*/ 25221 h 25879"/>
                <a:gd name="connsiteX8" fmla="*/ 20081 w 26137"/>
                <a:gd name="connsiteY8" fmla="*/ 25879 h 25879"/>
                <a:gd name="connsiteX9" fmla="*/ 20313 w 26137"/>
                <a:gd name="connsiteY9" fmla="*/ 25879 h 25879"/>
                <a:gd name="connsiteX10" fmla="*/ 24627 w 26137"/>
                <a:gd name="connsiteY10" fmla="*/ 25001 h 25879"/>
                <a:gd name="connsiteX11" fmla="*/ 25229 w 26137"/>
                <a:gd name="connsiteY11" fmla="*/ 24869 h 25879"/>
                <a:gd name="connsiteX12" fmla="*/ 26110 w 26137"/>
                <a:gd name="connsiteY12" fmla="*/ 23552 h 25879"/>
                <a:gd name="connsiteX13" fmla="*/ 25647 w 26137"/>
                <a:gd name="connsiteY13" fmla="*/ 22938 h 25879"/>
                <a:gd name="connsiteX14" fmla="*/ 25276 w 26137"/>
                <a:gd name="connsiteY14" fmla="*/ 22806 h 25879"/>
                <a:gd name="connsiteX15" fmla="*/ 24858 w 26137"/>
                <a:gd name="connsiteY15" fmla="*/ 22718 h 25879"/>
                <a:gd name="connsiteX16" fmla="*/ 24766 w 26137"/>
                <a:gd name="connsiteY16" fmla="*/ 22718 h 25879"/>
                <a:gd name="connsiteX17" fmla="*/ 23838 w 26137"/>
                <a:gd name="connsiteY17" fmla="*/ 22894 h 25879"/>
                <a:gd name="connsiteX18" fmla="*/ 20777 w 26137"/>
                <a:gd name="connsiteY18" fmla="*/ 23509 h 25879"/>
                <a:gd name="connsiteX19" fmla="*/ 19850 w 26137"/>
                <a:gd name="connsiteY19" fmla="*/ 21401 h 25879"/>
                <a:gd name="connsiteX20" fmla="*/ 21241 w 26137"/>
                <a:gd name="connsiteY20" fmla="*/ 11260 h 25879"/>
                <a:gd name="connsiteX21" fmla="*/ 20499 w 26137"/>
                <a:gd name="connsiteY21" fmla="*/ 10075 h 25879"/>
                <a:gd name="connsiteX22" fmla="*/ 11316 w 26137"/>
                <a:gd name="connsiteY22" fmla="*/ 6827 h 25879"/>
                <a:gd name="connsiteX23" fmla="*/ 6586 w 26137"/>
                <a:gd name="connsiteY23" fmla="*/ 4719 h 25879"/>
                <a:gd name="connsiteX24" fmla="*/ 2783 w 26137"/>
                <a:gd name="connsiteY24" fmla="*/ 1120 h 25879"/>
                <a:gd name="connsiteX25" fmla="*/ 1948 w 26137"/>
                <a:gd name="connsiteY25" fmla="*/ 329 h 25879"/>
                <a:gd name="connsiteX26" fmla="*/ 325 w 26137"/>
                <a:gd name="connsiteY26" fmla="*/ 329 h 25879"/>
                <a:gd name="connsiteX27" fmla="*/ 0 w 26137"/>
                <a:gd name="connsiteY27" fmla="*/ 1120 h 25879"/>
                <a:gd name="connsiteX28" fmla="*/ 325 w 26137"/>
                <a:gd name="connsiteY28" fmla="*/ 1910 h 25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6137" h="25879">
                  <a:moveTo>
                    <a:pt x="325" y="1997"/>
                  </a:moveTo>
                  <a:lnTo>
                    <a:pt x="5102" y="6475"/>
                  </a:lnTo>
                  <a:cubicBezTo>
                    <a:pt x="5102" y="6475"/>
                    <a:pt x="5287" y="6651"/>
                    <a:pt x="5426" y="6695"/>
                  </a:cubicBezTo>
                  <a:lnTo>
                    <a:pt x="10435" y="8890"/>
                  </a:lnTo>
                  <a:lnTo>
                    <a:pt x="18829" y="11875"/>
                  </a:lnTo>
                  <a:lnTo>
                    <a:pt x="17484" y="21445"/>
                  </a:lnTo>
                  <a:cubicBezTo>
                    <a:pt x="17484" y="21445"/>
                    <a:pt x="17484" y="21840"/>
                    <a:pt x="17577" y="22016"/>
                  </a:cubicBezTo>
                  <a:lnTo>
                    <a:pt x="19015" y="25221"/>
                  </a:lnTo>
                  <a:cubicBezTo>
                    <a:pt x="19200" y="25616"/>
                    <a:pt x="19618" y="25879"/>
                    <a:pt x="20081" y="25879"/>
                  </a:cubicBezTo>
                  <a:cubicBezTo>
                    <a:pt x="20174" y="25879"/>
                    <a:pt x="20267" y="25879"/>
                    <a:pt x="20313" y="25879"/>
                  </a:cubicBezTo>
                  <a:lnTo>
                    <a:pt x="24627" y="25001"/>
                  </a:lnTo>
                  <a:lnTo>
                    <a:pt x="25229" y="24869"/>
                  </a:lnTo>
                  <a:cubicBezTo>
                    <a:pt x="25832" y="24738"/>
                    <a:pt x="26250" y="24167"/>
                    <a:pt x="26110" y="23552"/>
                  </a:cubicBezTo>
                  <a:cubicBezTo>
                    <a:pt x="26064" y="23289"/>
                    <a:pt x="25879" y="23113"/>
                    <a:pt x="25647" y="22938"/>
                  </a:cubicBezTo>
                  <a:cubicBezTo>
                    <a:pt x="25554" y="22850"/>
                    <a:pt x="25415" y="22850"/>
                    <a:pt x="25276" y="22806"/>
                  </a:cubicBezTo>
                  <a:cubicBezTo>
                    <a:pt x="25137" y="22806"/>
                    <a:pt x="24997" y="22718"/>
                    <a:pt x="24858" y="22718"/>
                  </a:cubicBezTo>
                  <a:cubicBezTo>
                    <a:pt x="24858" y="22718"/>
                    <a:pt x="24766" y="22718"/>
                    <a:pt x="24766" y="22718"/>
                  </a:cubicBezTo>
                  <a:lnTo>
                    <a:pt x="23838" y="22894"/>
                  </a:lnTo>
                  <a:lnTo>
                    <a:pt x="20777" y="23509"/>
                  </a:lnTo>
                  <a:lnTo>
                    <a:pt x="19850" y="21401"/>
                  </a:lnTo>
                  <a:lnTo>
                    <a:pt x="21241" y="11260"/>
                  </a:lnTo>
                  <a:cubicBezTo>
                    <a:pt x="21334" y="10734"/>
                    <a:pt x="21009" y="10251"/>
                    <a:pt x="20499" y="10075"/>
                  </a:cubicBezTo>
                  <a:lnTo>
                    <a:pt x="11316" y="6827"/>
                  </a:lnTo>
                  <a:lnTo>
                    <a:pt x="6586" y="4719"/>
                  </a:lnTo>
                  <a:lnTo>
                    <a:pt x="2783" y="1120"/>
                  </a:lnTo>
                  <a:lnTo>
                    <a:pt x="1948" y="329"/>
                  </a:lnTo>
                  <a:cubicBezTo>
                    <a:pt x="1484" y="-110"/>
                    <a:pt x="742" y="-110"/>
                    <a:pt x="325" y="329"/>
                  </a:cubicBezTo>
                  <a:cubicBezTo>
                    <a:pt x="93" y="549"/>
                    <a:pt x="0" y="812"/>
                    <a:pt x="0" y="1120"/>
                  </a:cubicBezTo>
                  <a:cubicBezTo>
                    <a:pt x="0" y="1427"/>
                    <a:pt x="93" y="1690"/>
                    <a:pt x="325" y="191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7" name="Freeform: Shape 2276">
              <a:extLst>
                <a:ext uri="{FF2B5EF4-FFF2-40B4-BE49-F238E27FC236}">
                  <a16:creationId xmlns:a16="http://schemas.microsoft.com/office/drawing/2014/main" id="{0613C2AA-1411-2BDA-E6B9-8618A9E7653C}"/>
                </a:ext>
              </a:extLst>
            </p:cNvPr>
            <p:cNvSpPr>
              <a:spLocks/>
            </p:cNvSpPr>
            <p:nvPr/>
          </p:nvSpPr>
          <p:spPr>
            <a:xfrm>
              <a:off x="5918493" y="2825113"/>
              <a:ext cx="96913" cy="49209"/>
            </a:xfrm>
            <a:custGeom>
              <a:avLst/>
              <a:gdLst>
                <a:gd name="connsiteX0" fmla="*/ 928 w 64928"/>
                <a:gd name="connsiteY0" fmla="*/ 26999 h 32968"/>
                <a:gd name="connsiteX1" fmla="*/ 928 w 64928"/>
                <a:gd name="connsiteY1" fmla="*/ 26999 h 32968"/>
                <a:gd name="connsiteX2" fmla="*/ 1113 w 64928"/>
                <a:gd name="connsiteY2" fmla="*/ 27350 h 32968"/>
                <a:gd name="connsiteX3" fmla="*/ 1299 w 64928"/>
                <a:gd name="connsiteY3" fmla="*/ 27745 h 32968"/>
                <a:gd name="connsiteX4" fmla="*/ 1299 w 64928"/>
                <a:gd name="connsiteY4" fmla="*/ 27745 h 32968"/>
                <a:gd name="connsiteX5" fmla="*/ 1159 w 64928"/>
                <a:gd name="connsiteY5" fmla="*/ 28096 h 32968"/>
                <a:gd name="connsiteX6" fmla="*/ 1020 w 64928"/>
                <a:gd name="connsiteY6" fmla="*/ 28447 h 32968"/>
                <a:gd name="connsiteX7" fmla="*/ 696 w 64928"/>
                <a:gd name="connsiteY7" fmla="*/ 28842 h 32968"/>
                <a:gd name="connsiteX8" fmla="*/ 2365 w 64928"/>
                <a:gd name="connsiteY8" fmla="*/ 28842 h 32968"/>
                <a:gd name="connsiteX9" fmla="*/ 4916 w 64928"/>
                <a:gd name="connsiteY9" fmla="*/ 32486 h 32968"/>
                <a:gd name="connsiteX10" fmla="*/ 5890 w 64928"/>
                <a:gd name="connsiteY10" fmla="*/ 32969 h 32968"/>
                <a:gd name="connsiteX11" fmla="*/ 9647 w 64928"/>
                <a:gd name="connsiteY11" fmla="*/ 32969 h 32968"/>
                <a:gd name="connsiteX12" fmla="*/ 10806 w 64928"/>
                <a:gd name="connsiteY12" fmla="*/ 31871 h 32968"/>
                <a:gd name="connsiteX13" fmla="*/ 10806 w 64928"/>
                <a:gd name="connsiteY13" fmla="*/ 25638 h 32968"/>
                <a:gd name="connsiteX14" fmla="*/ 15815 w 64928"/>
                <a:gd name="connsiteY14" fmla="*/ 26033 h 32968"/>
                <a:gd name="connsiteX15" fmla="*/ 17299 w 64928"/>
                <a:gd name="connsiteY15" fmla="*/ 29281 h 32968"/>
                <a:gd name="connsiteX16" fmla="*/ 18412 w 64928"/>
                <a:gd name="connsiteY16" fmla="*/ 29940 h 32968"/>
                <a:gd name="connsiteX17" fmla="*/ 24209 w 64928"/>
                <a:gd name="connsiteY17" fmla="*/ 29676 h 32968"/>
                <a:gd name="connsiteX18" fmla="*/ 24951 w 64928"/>
                <a:gd name="connsiteY18" fmla="*/ 29369 h 32968"/>
                <a:gd name="connsiteX19" fmla="*/ 28986 w 64928"/>
                <a:gd name="connsiteY19" fmla="*/ 25769 h 32968"/>
                <a:gd name="connsiteX20" fmla="*/ 35293 w 64928"/>
                <a:gd name="connsiteY20" fmla="*/ 25243 h 32968"/>
                <a:gd name="connsiteX21" fmla="*/ 41647 w 64928"/>
                <a:gd name="connsiteY21" fmla="*/ 24408 h 32968"/>
                <a:gd name="connsiteX22" fmla="*/ 42482 w 64928"/>
                <a:gd name="connsiteY22" fmla="*/ 23882 h 32968"/>
                <a:gd name="connsiteX23" fmla="*/ 47027 w 64928"/>
                <a:gd name="connsiteY23" fmla="*/ 16594 h 32968"/>
                <a:gd name="connsiteX24" fmla="*/ 53705 w 64928"/>
                <a:gd name="connsiteY24" fmla="*/ 10755 h 32968"/>
                <a:gd name="connsiteX25" fmla="*/ 58064 w 64928"/>
                <a:gd name="connsiteY25" fmla="*/ 8034 h 32968"/>
                <a:gd name="connsiteX26" fmla="*/ 58575 w 64928"/>
                <a:gd name="connsiteY26" fmla="*/ 7112 h 32968"/>
                <a:gd name="connsiteX27" fmla="*/ 58575 w 64928"/>
                <a:gd name="connsiteY27" fmla="*/ 4829 h 32968"/>
                <a:gd name="connsiteX28" fmla="*/ 61079 w 64928"/>
                <a:gd name="connsiteY28" fmla="*/ 5663 h 32968"/>
                <a:gd name="connsiteX29" fmla="*/ 62424 w 64928"/>
                <a:gd name="connsiteY29" fmla="*/ 5268 h 32968"/>
                <a:gd name="connsiteX30" fmla="*/ 64928 w 64928"/>
                <a:gd name="connsiteY30" fmla="*/ 1932 h 32968"/>
                <a:gd name="connsiteX31" fmla="*/ 64001 w 64928"/>
                <a:gd name="connsiteY31" fmla="*/ 615 h 32968"/>
                <a:gd name="connsiteX32" fmla="*/ 63537 w 64928"/>
                <a:gd name="connsiteY32" fmla="*/ 0 h 32968"/>
                <a:gd name="connsiteX33" fmla="*/ 61079 w 64928"/>
                <a:gd name="connsiteY33" fmla="*/ 3336 h 32968"/>
                <a:gd name="connsiteX34" fmla="*/ 57833 w 64928"/>
                <a:gd name="connsiteY34" fmla="*/ 2239 h 32968"/>
                <a:gd name="connsiteX35" fmla="*/ 56766 w 64928"/>
                <a:gd name="connsiteY35" fmla="*/ 2371 h 32968"/>
                <a:gd name="connsiteX36" fmla="*/ 56256 w 64928"/>
                <a:gd name="connsiteY36" fmla="*/ 3249 h 32968"/>
                <a:gd name="connsiteX37" fmla="*/ 56256 w 64928"/>
                <a:gd name="connsiteY37" fmla="*/ 6497 h 32968"/>
                <a:gd name="connsiteX38" fmla="*/ 52267 w 64928"/>
                <a:gd name="connsiteY38" fmla="*/ 8999 h 32968"/>
                <a:gd name="connsiteX39" fmla="*/ 45311 w 64928"/>
                <a:gd name="connsiteY39" fmla="*/ 15058 h 32968"/>
                <a:gd name="connsiteX40" fmla="*/ 45079 w 64928"/>
                <a:gd name="connsiteY40" fmla="*/ 15321 h 32968"/>
                <a:gd name="connsiteX41" fmla="*/ 40719 w 64928"/>
                <a:gd name="connsiteY41" fmla="*/ 22257 h 32968"/>
                <a:gd name="connsiteX42" fmla="*/ 34969 w 64928"/>
                <a:gd name="connsiteY42" fmla="*/ 23004 h 32968"/>
                <a:gd name="connsiteX43" fmla="*/ 28290 w 64928"/>
                <a:gd name="connsiteY43" fmla="*/ 23530 h 32968"/>
                <a:gd name="connsiteX44" fmla="*/ 27595 w 64928"/>
                <a:gd name="connsiteY44" fmla="*/ 23838 h 32968"/>
                <a:gd name="connsiteX45" fmla="*/ 23560 w 64928"/>
                <a:gd name="connsiteY45" fmla="*/ 27394 h 32968"/>
                <a:gd name="connsiteX46" fmla="*/ 18968 w 64928"/>
                <a:gd name="connsiteY46" fmla="*/ 27613 h 32968"/>
                <a:gd name="connsiteX47" fmla="*/ 17531 w 64928"/>
                <a:gd name="connsiteY47" fmla="*/ 24452 h 32968"/>
                <a:gd name="connsiteX48" fmla="*/ 16557 w 64928"/>
                <a:gd name="connsiteY48" fmla="*/ 23794 h 32968"/>
                <a:gd name="connsiteX49" fmla="*/ 9600 w 64928"/>
                <a:gd name="connsiteY49" fmla="*/ 23267 h 32968"/>
                <a:gd name="connsiteX50" fmla="*/ 8719 w 64928"/>
                <a:gd name="connsiteY50" fmla="*/ 23530 h 32968"/>
                <a:gd name="connsiteX51" fmla="*/ 8348 w 64928"/>
                <a:gd name="connsiteY51" fmla="*/ 24321 h 32968"/>
                <a:gd name="connsiteX52" fmla="*/ 8348 w 64928"/>
                <a:gd name="connsiteY52" fmla="*/ 30642 h 32968"/>
                <a:gd name="connsiteX53" fmla="*/ 6354 w 64928"/>
                <a:gd name="connsiteY53" fmla="*/ 30642 h 32968"/>
                <a:gd name="connsiteX54" fmla="*/ 3803 w 64928"/>
                <a:gd name="connsiteY54" fmla="*/ 26999 h 32968"/>
                <a:gd name="connsiteX55" fmla="*/ 2829 w 64928"/>
                <a:gd name="connsiteY55" fmla="*/ 26516 h 32968"/>
                <a:gd name="connsiteX56" fmla="*/ 0 w 64928"/>
                <a:gd name="connsiteY56" fmla="*/ 26516 h 32968"/>
                <a:gd name="connsiteX57" fmla="*/ 371 w 64928"/>
                <a:gd name="connsiteY57" fmla="*/ 26647 h 32968"/>
                <a:gd name="connsiteX58" fmla="*/ 742 w 64928"/>
                <a:gd name="connsiteY58" fmla="*/ 26779 h 32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4928" h="32968">
                  <a:moveTo>
                    <a:pt x="928" y="26999"/>
                  </a:moveTo>
                  <a:cubicBezTo>
                    <a:pt x="928" y="26999"/>
                    <a:pt x="928" y="26999"/>
                    <a:pt x="928" y="26999"/>
                  </a:cubicBezTo>
                  <a:cubicBezTo>
                    <a:pt x="1020" y="27086"/>
                    <a:pt x="1067" y="27218"/>
                    <a:pt x="1113" y="27350"/>
                  </a:cubicBezTo>
                  <a:cubicBezTo>
                    <a:pt x="1159" y="27481"/>
                    <a:pt x="1299" y="27613"/>
                    <a:pt x="1299" y="27745"/>
                  </a:cubicBezTo>
                  <a:cubicBezTo>
                    <a:pt x="1299" y="27745"/>
                    <a:pt x="1299" y="27745"/>
                    <a:pt x="1299" y="27745"/>
                  </a:cubicBezTo>
                  <a:cubicBezTo>
                    <a:pt x="1299" y="27877"/>
                    <a:pt x="1206" y="27964"/>
                    <a:pt x="1159" y="28096"/>
                  </a:cubicBezTo>
                  <a:cubicBezTo>
                    <a:pt x="1113" y="28228"/>
                    <a:pt x="1159" y="28359"/>
                    <a:pt x="1020" y="28447"/>
                  </a:cubicBezTo>
                  <a:lnTo>
                    <a:pt x="696" y="28842"/>
                  </a:lnTo>
                  <a:lnTo>
                    <a:pt x="2365" y="28842"/>
                  </a:lnTo>
                  <a:lnTo>
                    <a:pt x="4916" y="32486"/>
                  </a:lnTo>
                  <a:cubicBezTo>
                    <a:pt x="5148" y="32793"/>
                    <a:pt x="5472" y="32969"/>
                    <a:pt x="5890" y="32969"/>
                  </a:cubicBezTo>
                  <a:lnTo>
                    <a:pt x="9647" y="32969"/>
                  </a:lnTo>
                  <a:cubicBezTo>
                    <a:pt x="10296" y="32969"/>
                    <a:pt x="10806" y="32486"/>
                    <a:pt x="10806" y="31871"/>
                  </a:cubicBezTo>
                  <a:lnTo>
                    <a:pt x="10806" y="25638"/>
                  </a:lnTo>
                  <a:lnTo>
                    <a:pt x="15815" y="26033"/>
                  </a:lnTo>
                  <a:lnTo>
                    <a:pt x="17299" y="29281"/>
                  </a:lnTo>
                  <a:cubicBezTo>
                    <a:pt x="17484" y="29720"/>
                    <a:pt x="17809" y="29984"/>
                    <a:pt x="18412" y="29940"/>
                  </a:cubicBezTo>
                  <a:lnTo>
                    <a:pt x="24209" y="29676"/>
                  </a:lnTo>
                  <a:cubicBezTo>
                    <a:pt x="24487" y="29676"/>
                    <a:pt x="24719" y="29545"/>
                    <a:pt x="24951" y="29369"/>
                  </a:cubicBezTo>
                  <a:lnTo>
                    <a:pt x="28986" y="25769"/>
                  </a:lnTo>
                  <a:lnTo>
                    <a:pt x="35293" y="25243"/>
                  </a:lnTo>
                  <a:lnTo>
                    <a:pt x="41647" y="24408"/>
                  </a:lnTo>
                  <a:cubicBezTo>
                    <a:pt x="42018" y="24364"/>
                    <a:pt x="42296" y="24189"/>
                    <a:pt x="42482" y="23882"/>
                  </a:cubicBezTo>
                  <a:lnTo>
                    <a:pt x="47027" y="16594"/>
                  </a:lnTo>
                  <a:lnTo>
                    <a:pt x="53705" y="10755"/>
                  </a:lnTo>
                  <a:lnTo>
                    <a:pt x="58064" y="8034"/>
                  </a:lnTo>
                  <a:cubicBezTo>
                    <a:pt x="58389" y="7814"/>
                    <a:pt x="58575" y="7507"/>
                    <a:pt x="58575" y="7112"/>
                  </a:cubicBezTo>
                  <a:lnTo>
                    <a:pt x="58575" y="4829"/>
                  </a:lnTo>
                  <a:lnTo>
                    <a:pt x="61079" y="5663"/>
                  </a:lnTo>
                  <a:cubicBezTo>
                    <a:pt x="61543" y="5839"/>
                    <a:pt x="62099" y="5663"/>
                    <a:pt x="62424" y="5268"/>
                  </a:cubicBezTo>
                  <a:lnTo>
                    <a:pt x="64928" y="1932"/>
                  </a:lnTo>
                  <a:lnTo>
                    <a:pt x="64001" y="615"/>
                  </a:lnTo>
                  <a:lnTo>
                    <a:pt x="63537" y="0"/>
                  </a:lnTo>
                  <a:lnTo>
                    <a:pt x="61079" y="3336"/>
                  </a:lnTo>
                  <a:lnTo>
                    <a:pt x="57833" y="2239"/>
                  </a:lnTo>
                  <a:cubicBezTo>
                    <a:pt x="57462" y="2107"/>
                    <a:pt x="57090" y="2151"/>
                    <a:pt x="56766" y="2371"/>
                  </a:cubicBezTo>
                  <a:cubicBezTo>
                    <a:pt x="56441" y="2590"/>
                    <a:pt x="56256" y="2897"/>
                    <a:pt x="56256" y="3249"/>
                  </a:cubicBezTo>
                  <a:lnTo>
                    <a:pt x="56256" y="6497"/>
                  </a:lnTo>
                  <a:lnTo>
                    <a:pt x="52267" y="8999"/>
                  </a:lnTo>
                  <a:lnTo>
                    <a:pt x="45311" y="15058"/>
                  </a:lnTo>
                  <a:cubicBezTo>
                    <a:pt x="45311" y="15058"/>
                    <a:pt x="45172" y="15233"/>
                    <a:pt x="45079" y="15321"/>
                  </a:cubicBezTo>
                  <a:lnTo>
                    <a:pt x="40719" y="22257"/>
                  </a:lnTo>
                  <a:lnTo>
                    <a:pt x="34969" y="23004"/>
                  </a:lnTo>
                  <a:lnTo>
                    <a:pt x="28290" y="23530"/>
                  </a:lnTo>
                  <a:cubicBezTo>
                    <a:pt x="28012" y="23530"/>
                    <a:pt x="27780" y="23662"/>
                    <a:pt x="27595" y="23838"/>
                  </a:cubicBezTo>
                  <a:lnTo>
                    <a:pt x="23560" y="27394"/>
                  </a:lnTo>
                  <a:lnTo>
                    <a:pt x="18968" y="27613"/>
                  </a:lnTo>
                  <a:lnTo>
                    <a:pt x="17531" y="24452"/>
                  </a:lnTo>
                  <a:cubicBezTo>
                    <a:pt x="17345" y="24057"/>
                    <a:pt x="16974" y="23838"/>
                    <a:pt x="16557" y="23794"/>
                  </a:cubicBezTo>
                  <a:lnTo>
                    <a:pt x="9600" y="23267"/>
                  </a:lnTo>
                  <a:cubicBezTo>
                    <a:pt x="9275" y="23267"/>
                    <a:pt x="8951" y="23355"/>
                    <a:pt x="8719" y="23530"/>
                  </a:cubicBezTo>
                  <a:cubicBezTo>
                    <a:pt x="8487" y="23750"/>
                    <a:pt x="8348" y="24013"/>
                    <a:pt x="8348" y="24321"/>
                  </a:cubicBezTo>
                  <a:lnTo>
                    <a:pt x="8348" y="30642"/>
                  </a:lnTo>
                  <a:lnTo>
                    <a:pt x="6354" y="30642"/>
                  </a:lnTo>
                  <a:lnTo>
                    <a:pt x="3803" y="26999"/>
                  </a:lnTo>
                  <a:cubicBezTo>
                    <a:pt x="3571" y="26691"/>
                    <a:pt x="3246" y="26516"/>
                    <a:pt x="2829" y="26516"/>
                  </a:cubicBezTo>
                  <a:lnTo>
                    <a:pt x="0" y="26516"/>
                  </a:lnTo>
                  <a:cubicBezTo>
                    <a:pt x="0" y="26516"/>
                    <a:pt x="232" y="26603"/>
                    <a:pt x="371" y="26647"/>
                  </a:cubicBezTo>
                  <a:cubicBezTo>
                    <a:pt x="510" y="26647"/>
                    <a:pt x="649" y="26647"/>
                    <a:pt x="742" y="2677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8" name="Freeform: Shape 2277">
              <a:extLst>
                <a:ext uri="{FF2B5EF4-FFF2-40B4-BE49-F238E27FC236}">
                  <a16:creationId xmlns:a16="http://schemas.microsoft.com/office/drawing/2014/main" id="{468428F9-5ECD-DC03-184D-94B87168AB21}"/>
                </a:ext>
              </a:extLst>
            </p:cNvPr>
            <p:cNvSpPr>
              <a:spLocks/>
            </p:cNvSpPr>
            <p:nvPr/>
          </p:nvSpPr>
          <p:spPr>
            <a:xfrm>
              <a:off x="5970219" y="2741041"/>
              <a:ext cx="71494" cy="85185"/>
            </a:xfrm>
            <a:custGeom>
              <a:avLst/>
              <a:gdLst>
                <a:gd name="connsiteX0" fmla="*/ 29393 w 47898"/>
                <a:gd name="connsiteY0" fmla="*/ 57070 h 57070"/>
                <a:gd name="connsiteX1" fmla="*/ 29718 w 47898"/>
                <a:gd name="connsiteY1" fmla="*/ 55534 h 57070"/>
                <a:gd name="connsiteX2" fmla="*/ 31295 w 47898"/>
                <a:gd name="connsiteY2" fmla="*/ 55797 h 57070"/>
                <a:gd name="connsiteX3" fmla="*/ 31295 w 47898"/>
                <a:gd name="connsiteY3" fmla="*/ 55797 h 57070"/>
                <a:gd name="connsiteX4" fmla="*/ 27538 w 47898"/>
                <a:gd name="connsiteY4" fmla="*/ 51144 h 57070"/>
                <a:gd name="connsiteX5" fmla="*/ 27260 w 47898"/>
                <a:gd name="connsiteY5" fmla="*/ 50880 h 57070"/>
                <a:gd name="connsiteX6" fmla="*/ 20164 w 47898"/>
                <a:gd name="connsiteY6" fmla="*/ 46578 h 57070"/>
                <a:gd name="connsiteX7" fmla="*/ 15944 w 47898"/>
                <a:gd name="connsiteY7" fmla="*/ 42012 h 57070"/>
                <a:gd name="connsiteX8" fmla="*/ 15666 w 47898"/>
                <a:gd name="connsiteY8" fmla="*/ 41793 h 57070"/>
                <a:gd name="connsiteX9" fmla="*/ 10286 w 47898"/>
                <a:gd name="connsiteY9" fmla="*/ 38852 h 57070"/>
                <a:gd name="connsiteX10" fmla="*/ 8245 w 47898"/>
                <a:gd name="connsiteY10" fmla="*/ 32179 h 57070"/>
                <a:gd name="connsiteX11" fmla="*/ 9729 w 47898"/>
                <a:gd name="connsiteY11" fmla="*/ 29852 h 57070"/>
                <a:gd name="connsiteX12" fmla="*/ 9544 w 47898"/>
                <a:gd name="connsiteY12" fmla="*/ 28491 h 57070"/>
                <a:gd name="connsiteX13" fmla="*/ 3932 w 47898"/>
                <a:gd name="connsiteY13" fmla="*/ 23179 h 57070"/>
                <a:gd name="connsiteX14" fmla="*/ 3376 w 47898"/>
                <a:gd name="connsiteY14" fmla="*/ 21862 h 57070"/>
                <a:gd name="connsiteX15" fmla="*/ 5648 w 47898"/>
                <a:gd name="connsiteY15" fmla="*/ 22872 h 57070"/>
                <a:gd name="connsiteX16" fmla="*/ 6576 w 47898"/>
                <a:gd name="connsiteY16" fmla="*/ 22872 h 57070"/>
                <a:gd name="connsiteX17" fmla="*/ 7225 w 47898"/>
                <a:gd name="connsiteY17" fmla="*/ 22301 h 57070"/>
                <a:gd name="connsiteX18" fmla="*/ 9219 w 47898"/>
                <a:gd name="connsiteY18" fmla="*/ 17867 h 57070"/>
                <a:gd name="connsiteX19" fmla="*/ 15109 w 47898"/>
                <a:gd name="connsiteY19" fmla="*/ 17867 h 57070"/>
                <a:gd name="connsiteX20" fmla="*/ 15805 w 47898"/>
                <a:gd name="connsiteY20" fmla="*/ 17648 h 57070"/>
                <a:gd name="connsiteX21" fmla="*/ 23782 w 47898"/>
                <a:gd name="connsiteY21" fmla="*/ 11765 h 57070"/>
                <a:gd name="connsiteX22" fmla="*/ 36628 w 47898"/>
                <a:gd name="connsiteY22" fmla="*/ 7814 h 57070"/>
                <a:gd name="connsiteX23" fmla="*/ 37417 w 47898"/>
                <a:gd name="connsiteY23" fmla="*/ 6761 h 57070"/>
                <a:gd name="connsiteX24" fmla="*/ 37417 w 47898"/>
                <a:gd name="connsiteY24" fmla="*/ 2810 h 57070"/>
                <a:gd name="connsiteX25" fmla="*/ 40895 w 47898"/>
                <a:gd name="connsiteY25" fmla="*/ 4478 h 57070"/>
                <a:gd name="connsiteX26" fmla="*/ 42055 w 47898"/>
                <a:gd name="connsiteY26" fmla="*/ 10009 h 57070"/>
                <a:gd name="connsiteX27" fmla="*/ 42982 w 47898"/>
                <a:gd name="connsiteY27" fmla="*/ 10887 h 57070"/>
                <a:gd name="connsiteX28" fmla="*/ 44188 w 47898"/>
                <a:gd name="connsiteY28" fmla="*/ 10448 h 57070"/>
                <a:gd name="connsiteX29" fmla="*/ 47341 w 47898"/>
                <a:gd name="connsiteY29" fmla="*/ 6058 h 57070"/>
                <a:gd name="connsiteX30" fmla="*/ 47481 w 47898"/>
                <a:gd name="connsiteY30" fmla="*/ 5707 h 57070"/>
                <a:gd name="connsiteX31" fmla="*/ 47898 w 47898"/>
                <a:gd name="connsiteY31" fmla="*/ 4258 h 57070"/>
                <a:gd name="connsiteX32" fmla="*/ 47017 w 47898"/>
                <a:gd name="connsiteY32" fmla="*/ 4258 h 57070"/>
                <a:gd name="connsiteX33" fmla="*/ 46739 w 47898"/>
                <a:gd name="connsiteY33" fmla="*/ 4258 h 57070"/>
                <a:gd name="connsiteX34" fmla="*/ 46507 w 47898"/>
                <a:gd name="connsiteY34" fmla="*/ 4083 h 57070"/>
                <a:gd name="connsiteX35" fmla="*/ 46182 w 47898"/>
                <a:gd name="connsiteY35" fmla="*/ 3819 h 57070"/>
                <a:gd name="connsiteX36" fmla="*/ 45997 w 47898"/>
                <a:gd name="connsiteY36" fmla="*/ 3468 h 57070"/>
                <a:gd name="connsiteX37" fmla="*/ 45858 w 47898"/>
                <a:gd name="connsiteY37" fmla="*/ 3205 h 57070"/>
                <a:gd name="connsiteX38" fmla="*/ 45904 w 47898"/>
                <a:gd name="connsiteY38" fmla="*/ 3073 h 57070"/>
                <a:gd name="connsiteX39" fmla="*/ 45904 w 47898"/>
                <a:gd name="connsiteY39" fmla="*/ 2941 h 57070"/>
                <a:gd name="connsiteX40" fmla="*/ 45904 w 47898"/>
                <a:gd name="connsiteY40" fmla="*/ 2941 h 57070"/>
                <a:gd name="connsiteX41" fmla="*/ 45301 w 47898"/>
                <a:gd name="connsiteY41" fmla="*/ 5005 h 57070"/>
                <a:gd name="connsiteX42" fmla="*/ 43817 w 47898"/>
                <a:gd name="connsiteY42" fmla="*/ 7068 h 57070"/>
                <a:gd name="connsiteX43" fmla="*/ 43075 w 47898"/>
                <a:gd name="connsiteY43" fmla="*/ 3600 h 57070"/>
                <a:gd name="connsiteX44" fmla="*/ 42472 w 47898"/>
                <a:gd name="connsiteY44" fmla="*/ 2854 h 57070"/>
                <a:gd name="connsiteX45" fmla="*/ 36814 w 47898"/>
                <a:gd name="connsiteY45" fmla="*/ 132 h 57070"/>
                <a:gd name="connsiteX46" fmla="*/ 35654 w 47898"/>
                <a:gd name="connsiteY46" fmla="*/ 132 h 57070"/>
                <a:gd name="connsiteX47" fmla="*/ 35098 w 47898"/>
                <a:gd name="connsiteY47" fmla="*/ 1054 h 57070"/>
                <a:gd name="connsiteX48" fmla="*/ 35098 w 47898"/>
                <a:gd name="connsiteY48" fmla="*/ 6014 h 57070"/>
                <a:gd name="connsiteX49" fmla="*/ 22854 w 47898"/>
                <a:gd name="connsiteY49" fmla="*/ 9790 h 57070"/>
                <a:gd name="connsiteX50" fmla="*/ 22483 w 47898"/>
                <a:gd name="connsiteY50" fmla="*/ 9965 h 57070"/>
                <a:gd name="connsiteX51" fmla="*/ 14692 w 47898"/>
                <a:gd name="connsiteY51" fmla="*/ 15716 h 57070"/>
                <a:gd name="connsiteX52" fmla="*/ 8431 w 47898"/>
                <a:gd name="connsiteY52" fmla="*/ 15716 h 57070"/>
                <a:gd name="connsiteX53" fmla="*/ 7364 w 47898"/>
                <a:gd name="connsiteY53" fmla="*/ 16375 h 57070"/>
                <a:gd name="connsiteX54" fmla="*/ 5509 w 47898"/>
                <a:gd name="connsiteY54" fmla="*/ 20414 h 57070"/>
                <a:gd name="connsiteX55" fmla="*/ 1660 w 47898"/>
                <a:gd name="connsiteY55" fmla="*/ 18701 h 57070"/>
                <a:gd name="connsiteX56" fmla="*/ 361 w 47898"/>
                <a:gd name="connsiteY56" fmla="*/ 18877 h 57070"/>
                <a:gd name="connsiteX57" fmla="*/ 83 w 47898"/>
                <a:gd name="connsiteY57" fmla="*/ 20062 h 57070"/>
                <a:gd name="connsiteX58" fmla="*/ 1799 w 47898"/>
                <a:gd name="connsiteY58" fmla="*/ 24189 h 57070"/>
                <a:gd name="connsiteX59" fmla="*/ 2077 w 47898"/>
                <a:gd name="connsiteY59" fmla="*/ 24540 h 57070"/>
                <a:gd name="connsiteX60" fmla="*/ 7225 w 47898"/>
                <a:gd name="connsiteY60" fmla="*/ 29413 h 57070"/>
                <a:gd name="connsiteX61" fmla="*/ 5926 w 47898"/>
                <a:gd name="connsiteY61" fmla="*/ 31432 h 57070"/>
                <a:gd name="connsiteX62" fmla="*/ 5787 w 47898"/>
                <a:gd name="connsiteY62" fmla="*/ 32310 h 57070"/>
                <a:gd name="connsiteX63" fmla="*/ 8106 w 47898"/>
                <a:gd name="connsiteY63" fmla="*/ 39861 h 57070"/>
                <a:gd name="connsiteX64" fmla="*/ 8663 w 47898"/>
                <a:gd name="connsiteY64" fmla="*/ 40520 h 57070"/>
                <a:gd name="connsiteX65" fmla="*/ 14275 w 47898"/>
                <a:gd name="connsiteY65" fmla="*/ 43593 h 57070"/>
                <a:gd name="connsiteX66" fmla="*/ 18495 w 47898"/>
                <a:gd name="connsiteY66" fmla="*/ 48115 h 57070"/>
                <a:gd name="connsiteX67" fmla="*/ 18727 w 47898"/>
                <a:gd name="connsiteY67" fmla="*/ 48290 h 57070"/>
                <a:gd name="connsiteX68" fmla="*/ 25823 w 47898"/>
                <a:gd name="connsiteY68" fmla="*/ 52592 h 57070"/>
                <a:gd name="connsiteX69" fmla="*/ 28930 w 47898"/>
                <a:gd name="connsiteY69" fmla="*/ 56455 h 57070"/>
                <a:gd name="connsiteX70" fmla="*/ 29393 w 47898"/>
                <a:gd name="connsiteY70" fmla="*/ 57070 h 57070"/>
                <a:gd name="connsiteX71" fmla="*/ 29393 w 47898"/>
                <a:gd name="connsiteY71" fmla="*/ 57070 h 5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7898" h="57070">
                  <a:moveTo>
                    <a:pt x="29393" y="57070"/>
                  </a:moveTo>
                  <a:cubicBezTo>
                    <a:pt x="29023" y="56587"/>
                    <a:pt x="29162" y="55885"/>
                    <a:pt x="29718" y="55534"/>
                  </a:cubicBezTo>
                  <a:cubicBezTo>
                    <a:pt x="30228" y="55226"/>
                    <a:pt x="30924" y="55358"/>
                    <a:pt x="31295" y="55797"/>
                  </a:cubicBezTo>
                  <a:cubicBezTo>
                    <a:pt x="31295" y="55797"/>
                    <a:pt x="31295" y="55797"/>
                    <a:pt x="31295" y="55797"/>
                  </a:cubicBezTo>
                  <a:lnTo>
                    <a:pt x="27538" y="51144"/>
                  </a:lnTo>
                  <a:cubicBezTo>
                    <a:pt x="27538" y="51144"/>
                    <a:pt x="27353" y="50968"/>
                    <a:pt x="27260" y="50880"/>
                  </a:cubicBezTo>
                  <a:lnTo>
                    <a:pt x="20164" y="46578"/>
                  </a:lnTo>
                  <a:lnTo>
                    <a:pt x="15944" y="42012"/>
                  </a:lnTo>
                  <a:cubicBezTo>
                    <a:pt x="15944" y="42012"/>
                    <a:pt x="15758" y="41837"/>
                    <a:pt x="15666" y="41793"/>
                  </a:cubicBezTo>
                  <a:lnTo>
                    <a:pt x="10286" y="38852"/>
                  </a:lnTo>
                  <a:lnTo>
                    <a:pt x="8245" y="32179"/>
                  </a:lnTo>
                  <a:lnTo>
                    <a:pt x="9729" y="29852"/>
                  </a:lnTo>
                  <a:cubicBezTo>
                    <a:pt x="10008" y="29413"/>
                    <a:pt x="9915" y="28886"/>
                    <a:pt x="9544" y="28491"/>
                  </a:cubicBezTo>
                  <a:lnTo>
                    <a:pt x="3932" y="23179"/>
                  </a:lnTo>
                  <a:lnTo>
                    <a:pt x="3376" y="21862"/>
                  </a:lnTo>
                  <a:lnTo>
                    <a:pt x="5648" y="22872"/>
                  </a:lnTo>
                  <a:cubicBezTo>
                    <a:pt x="5926" y="23004"/>
                    <a:pt x="6251" y="23004"/>
                    <a:pt x="6576" y="22872"/>
                  </a:cubicBezTo>
                  <a:cubicBezTo>
                    <a:pt x="6854" y="22784"/>
                    <a:pt x="7086" y="22565"/>
                    <a:pt x="7225" y="22301"/>
                  </a:cubicBezTo>
                  <a:lnTo>
                    <a:pt x="9219" y="17867"/>
                  </a:lnTo>
                  <a:lnTo>
                    <a:pt x="15109" y="17867"/>
                  </a:lnTo>
                  <a:cubicBezTo>
                    <a:pt x="15388" y="17867"/>
                    <a:pt x="15619" y="17780"/>
                    <a:pt x="15805" y="17648"/>
                  </a:cubicBezTo>
                  <a:lnTo>
                    <a:pt x="23782" y="11765"/>
                  </a:lnTo>
                  <a:lnTo>
                    <a:pt x="36628" y="7814"/>
                  </a:lnTo>
                  <a:cubicBezTo>
                    <a:pt x="37092" y="7682"/>
                    <a:pt x="37417" y="7244"/>
                    <a:pt x="37417" y="6761"/>
                  </a:cubicBezTo>
                  <a:lnTo>
                    <a:pt x="37417" y="2810"/>
                  </a:lnTo>
                  <a:lnTo>
                    <a:pt x="40895" y="4478"/>
                  </a:lnTo>
                  <a:lnTo>
                    <a:pt x="42055" y="10009"/>
                  </a:lnTo>
                  <a:cubicBezTo>
                    <a:pt x="42147" y="10448"/>
                    <a:pt x="42518" y="10799"/>
                    <a:pt x="42982" y="10887"/>
                  </a:cubicBezTo>
                  <a:cubicBezTo>
                    <a:pt x="43446" y="10975"/>
                    <a:pt x="43909" y="10799"/>
                    <a:pt x="44188" y="10448"/>
                  </a:cubicBezTo>
                  <a:lnTo>
                    <a:pt x="47341" y="6058"/>
                  </a:lnTo>
                  <a:cubicBezTo>
                    <a:pt x="47341" y="6058"/>
                    <a:pt x="47481" y="5839"/>
                    <a:pt x="47481" y="5707"/>
                  </a:cubicBezTo>
                  <a:lnTo>
                    <a:pt x="47898" y="4258"/>
                  </a:lnTo>
                  <a:lnTo>
                    <a:pt x="47017" y="4258"/>
                  </a:lnTo>
                  <a:cubicBezTo>
                    <a:pt x="47017" y="4258"/>
                    <a:pt x="46831" y="4258"/>
                    <a:pt x="46739" y="4258"/>
                  </a:cubicBezTo>
                  <a:cubicBezTo>
                    <a:pt x="46646" y="4258"/>
                    <a:pt x="46599" y="4127"/>
                    <a:pt x="46507" y="4083"/>
                  </a:cubicBezTo>
                  <a:cubicBezTo>
                    <a:pt x="46368" y="3995"/>
                    <a:pt x="46275" y="3951"/>
                    <a:pt x="46182" y="3819"/>
                  </a:cubicBezTo>
                  <a:cubicBezTo>
                    <a:pt x="46089" y="3688"/>
                    <a:pt x="46043" y="3600"/>
                    <a:pt x="45997" y="3468"/>
                  </a:cubicBezTo>
                  <a:cubicBezTo>
                    <a:pt x="45997" y="3380"/>
                    <a:pt x="45858" y="3292"/>
                    <a:pt x="45858" y="3205"/>
                  </a:cubicBezTo>
                  <a:cubicBezTo>
                    <a:pt x="45858" y="3161"/>
                    <a:pt x="45904" y="3117"/>
                    <a:pt x="45904" y="3073"/>
                  </a:cubicBezTo>
                  <a:cubicBezTo>
                    <a:pt x="45904" y="3029"/>
                    <a:pt x="45904" y="2985"/>
                    <a:pt x="45904" y="2941"/>
                  </a:cubicBezTo>
                  <a:lnTo>
                    <a:pt x="45904" y="2941"/>
                  </a:lnTo>
                  <a:cubicBezTo>
                    <a:pt x="45904" y="2941"/>
                    <a:pt x="45301" y="5005"/>
                    <a:pt x="45301" y="5005"/>
                  </a:cubicBezTo>
                  <a:lnTo>
                    <a:pt x="43817" y="7068"/>
                  </a:lnTo>
                  <a:lnTo>
                    <a:pt x="43075" y="3600"/>
                  </a:lnTo>
                  <a:cubicBezTo>
                    <a:pt x="42982" y="3292"/>
                    <a:pt x="42796" y="2985"/>
                    <a:pt x="42472" y="2854"/>
                  </a:cubicBezTo>
                  <a:lnTo>
                    <a:pt x="36814" y="132"/>
                  </a:lnTo>
                  <a:cubicBezTo>
                    <a:pt x="36443" y="-44"/>
                    <a:pt x="36026" y="-44"/>
                    <a:pt x="35654" y="132"/>
                  </a:cubicBezTo>
                  <a:cubicBezTo>
                    <a:pt x="35330" y="351"/>
                    <a:pt x="35098" y="702"/>
                    <a:pt x="35098" y="1054"/>
                  </a:cubicBezTo>
                  <a:lnTo>
                    <a:pt x="35098" y="6014"/>
                  </a:lnTo>
                  <a:lnTo>
                    <a:pt x="22854" y="9790"/>
                  </a:lnTo>
                  <a:cubicBezTo>
                    <a:pt x="22854" y="9790"/>
                    <a:pt x="22622" y="9877"/>
                    <a:pt x="22483" y="9965"/>
                  </a:cubicBezTo>
                  <a:lnTo>
                    <a:pt x="14692" y="15716"/>
                  </a:lnTo>
                  <a:lnTo>
                    <a:pt x="8431" y="15716"/>
                  </a:lnTo>
                  <a:cubicBezTo>
                    <a:pt x="7967" y="15716"/>
                    <a:pt x="7550" y="15980"/>
                    <a:pt x="7364" y="16375"/>
                  </a:cubicBezTo>
                  <a:lnTo>
                    <a:pt x="5509" y="20414"/>
                  </a:lnTo>
                  <a:lnTo>
                    <a:pt x="1660" y="18701"/>
                  </a:lnTo>
                  <a:cubicBezTo>
                    <a:pt x="1243" y="18526"/>
                    <a:pt x="732" y="18570"/>
                    <a:pt x="361" y="18877"/>
                  </a:cubicBezTo>
                  <a:cubicBezTo>
                    <a:pt x="37" y="19184"/>
                    <a:pt x="-103" y="19667"/>
                    <a:pt x="83" y="20062"/>
                  </a:cubicBezTo>
                  <a:lnTo>
                    <a:pt x="1799" y="24189"/>
                  </a:lnTo>
                  <a:cubicBezTo>
                    <a:pt x="1799" y="24189"/>
                    <a:pt x="1938" y="24452"/>
                    <a:pt x="2077" y="24540"/>
                  </a:cubicBezTo>
                  <a:lnTo>
                    <a:pt x="7225" y="29413"/>
                  </a:lnTo>
                  <a:lnTo>
                    <a:pt x="5926" y="31432"/>
                  </a:lnTo>
                  <a:cubicBezTo>
                    <a:pt x="5741" y="31696"/>
                    <a:pt x="5741" y="32003"/>
                    <a:pt x="5787" y="32310"/>
                  </a:cubicBezTo>
                  <a:lnTo>
                    <a:pt x="8106" y="39861"/>
                  </a:lnTo>
                  <a:cubicBezTo>
                    <a:pt x="8199" y="40125"/>
                    <a:pt x="8385" y="40344"/>
                    <a:pt x="8663" y="40520"/>
                  </a:cubicBezTo>
                  <a:lnTo>
                    <a:pt x="14275" y="43593"/>
                  </a:lnTo>
                  <a:lnTo>
                    <a:pt x="18495" y="48115"/>
                  </a:lnTo>
                  <a:cubicBezTo>
                    <a:pt x="18495" y="48115"/>
                    <a:pt x="18634" y="48246"/>
                    <a:pt x="18727" y="48290"/>
                  </a:cubicBezTo>
                  <a:lnTo>
                    <a:pt x="25823" y="52592"/>
                  </a:lnTo>
                  <a:lnTo>
                    <a:pt x="28930" y="56455"/>
                  </a:lnTo>
                  <a:lnTo>
                    <a:pt x="29393" y="57070"/>
                  </a:lnTo>
                  <a:lnTo>
                    <a:pt x="29393" y="570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9" name="Freeform: Shape 2278">
              <a:extLst>
                <a:ext uri="{FF2B5EF4-FFF2-40B4-BE49-F238E27FC236}">
                  <a16:creationId xmlns:a16="http://schemas.microsoft.com/office/drawing/2014/main" id="{F698A40B-2D6B-821E-F88A-8962352A7826}"/>
                </a:ext>
              </a:extLst>
            </p:cNvPr>
            <p:cNvSpPr>
              <a:spLocks/>
            </p:cNvSpPr>
            <p:nvPr/>
          </p:nvSpPr>
          <p:spPr>
            <a:xfrm>
              <a:off x="6018154" y="2629912"/>
              <a:ext cx="27140" cy="115716"/>
            </a:xfrm>
            <a:custGeom>
              <a:avLst/>
              <a:gdLst>
                <a:gd name="connsiteX0" fmla="*/ 2891 w 18183"/>
                <a:gd name="connsiteY0" fmla="*/ 10929 h 77525"/>
                <a:gd name="connsiteX1" fmla="*/ 6230 w 18183"/>
                <a:gd name="connsiteY1" fmla="*/ 23309 h 77525"/>
                <a:gd name="connsiteX2" fmla="*/ 2335 w 18183"/>
                <a:gd name="connsiteY2" fmla="*/ 27260 h 77525"/>
                <a:gd name="connsiteX3" fmla="*/ 2149 w 18183"/>
                <a:gd name="connsiteY3" fmla="*/ 27524 h 77525"/>
                <a:gd name="connsiteX4" fmla="*/ 109 w 18183"/>
                <a:gd name="connsiteY4" fmla="*/ 31650 h 77525"/>
                <a:gd name="connsiteX5" fmla="*/ 294 w 18183"/>
                <a:gd name="connsiteY5" fmla="*/ 32879 h 77525"/>
                <a:gd name="connsiteX6" fmla="*/ 8085 w 18183"/>
                <a:gd name="connsiteY6" fmla="*/ 40869 h 77525"/>
                <a:gd name="connsiteX7" fmla="*/ 6741 w 18183"/>
                <a:gd name="connsiteY7" fmla="*/ 42055 h 77525"/>
                <a:gd name="connsiteX8" fmla="*/ 6369 w 18183"/>
                <a:gd name="connsiteY8" fmla="*/ 42757 h 77525"/>
                <a:gd name="connsiteX9" fmla="*/ 6091 w 18183"/>
                <a:gd name="connsiteY9" fmla="*/ 46049 h 77525"/>
                <a:gd name="connsiteX10" fmla="*/ 6416 w 18183"/>
                <a:gd name="connsiteY10" fmla="*/ 46883 h 77525"/>
                <a:gd name="connsiteX11" fmla="*/ 11054 w 18183"/>
                <a:gd name="connsiteY11" fmla="*/ 51537 h 77525"/>
                <a:gd name="connsiteX12" fmla="*/ 8688 w 18183"/>
                <a:gd name="connsiteY12" fmla="*/ 55795 h 77525"/>
                <a:gd name="connsiteX13" fmla="*/ 8549 w 18183"/>
                <a:gd name="connsiteY13" fmla="*/ 56322 h 77525"/>
                <a:gd name="connsiteX14" fmla="*/ 8549 w 18183"/>
                <a:gd name="connsiteY14" fmla="*/ 64005 h 77525"/>
                <a:gd name="connsiteX15" fmla="*/ 9106 w 18183"/>
                <a:gd name="connsiteY15" fmla="*/ 64970 h 77525"/>
                <a:gd name="connsiteX16" fmla="*/ 13419 w 18183"/>
                <a:gd name="connsiteY16" fmla="*/ 67341 h 77525"/>
                <a:gd name="connsiteX17" fmla="*/ 15784 w 18183"/>
                <a:gd name="connsiteY17" fmla="*/ 69799 h 77525"/>
                <a:gd name="connsiteX18" fmla="*/ 13651 w 18183"/>
                <a:gd name="connsiteY18" fmla="*/ 77394 h 77525"/>
                <a:gd name="connsiteX19" fmla="*/ 13651 w 18183"/>
                <a:gd name="connsiteY19" fmla="*/ 77394 h 77525"/>
                <a:gd name="connsiteX20" fmla="*/ 13651 w 18183"/>
                <a:gd name="connsiteY20" fmla="*/ 77526 h 77525"/>
                <a:gd name="connsiteX21" fmla="*/ 14764 w 18183"/>
                <a:gd name="connsiteY21" fmla="*/ 76560 h 77525"/>
                <a:gd name="connsiteX22" fmla="*/ 16248 w 18183"/>
                <a:gd name="connsiteY22" fmla="*/ 76560 h 77525"/>
                <a:gd name="connsiteX23" fmla="*/ 18149 w 18183"/>
                <a:gd name="connsiteY23" fmla="*/ 69755 h 77525"/>
                <a:gd name="connsiteX24" fmla="*/ 17871 w 18183"/>
                <a:gd name="connsiteY24" fmla="*/ 68746 h 77525"/>
                <a:gd name="connsiteX25" fmla="*/ 14949 w 18183"/>
                <a:gd name="connsiteY25" fmla="*/ 65717 h 77525"/>
                <a:gd name="connsiteX26" fmla="*/ 14671 w 18183"/>
                <a:gd name="connsiteY26" fmla="*/ 65497 h 77525"/>
                <a:gd name="connsiteX27" fmla="*/ 10775 w 18183"/>
                <a:gd name="connsiteY27" fmla="*/ 63346 h 77525"/>
                <a:gd name="connsiteX28" fmla="*/ 10775 w 18183"/>
                <a:gd name="connsiteY28" fmla="*/ 56541 h 77525"/>
                <a:gd name="connsiteX29" fmla="*/ 13372 w 18183"/>
                <a:gd name="connsiteY29" fmla="*/ 51844 h 77525"/>
                <a:gd name="connsiteX30" fmla="*/ 13187 w 18183"/>
                <a:gd name="connsiteY30" fmla="*/ 50571 h 77525"/>
                <a:gd name="connsiteX31" fmla="*/ 8317 w 18183"/>
                <a:gd name="connsiteY31" fmla="*/ 45698 h 77525"/>
                <a:gd name="connsiteX32" fmla="*/ 8503 w 18183"/>
                <a:gd name="connsiteY32" fmla="*/ 43328 h 77525"/>
                <a:gd name="connsiteX33" fmla="*/ 10358 w 18183"/>
                <a:gd name="connsiteY33" fmla="*/ 41703 h 77525"/>
                <a:gd name="connsiteX34" fmla="*/ 10404 w 18183"/>
                <a:gd name="connsiteY34" fmla="*/ 40167 h 77525"/>
                <a:gd name="connsiteX35" fmla="*/ 2381 w 18183"/>
                <a:gd name="connsiteY35" fmla="*/ 31914 h 77525"/>
                <a:gd name="connsiteX36" fmla="*/ 4004 w 18183"/>
                <a:gd name="connsiteY36" fmla="*/ 28621 h 77525"/>
                <a:gd name="connsiteX37" fmla="*/ 8225 w 18183"/>
                <a:gd name="connsiteY37" fmla="*/ 24363 h 77525"/>
                <a:gd name="connsiteX38" fmla="*/ 8503 w 18183"/>
                <a:gd name="connsiteY38" fmla="*/ 23353 h 77525"/>
                <a:gd name="connsiteX39" fmla="*/ 5395 w 18183"/>
                <a:gd name="connsiteY39" fmla="*/ 11807 h 77525"/>
                <a:gd name="connsiteX40" fmla="*/ 4468 w 18183"/>
                <a:gd name="connsiteY40" fmla="*/ 8383 h 77525"/>
                <a:gd name="connsiteX41" fmla="*/ 3540 w 18183"/>
                <a:gd name="connsiteY41" fmla="*/ 5003 h 77525"/>
                <a:gd name="connsiteX42" fmla="*/ 2427 w 18183"/>
                <a:gd name="connsiteY42" fmla="*/ 832 h 77525"/>
                <a:gd name="connsiteX43" fmla="*/ 1036 w 18183"/>
                <a:gd name="connsiteY43" fmla="*/ 42 h 77525"/>
                <a:gd name="connsiteX44" fmla="*/ 201 w 18183"/>
                <a:gd name="connsiteY44" fmla="*/ 1359 h 77525"/>
                <a:gd name="connsiteX45" fmla="*/ 804 w 18183"/>
                <a:gd name="connsiteY45" fmla="*/ 3554 h 77525"/>
                <a:gd name="connsiteX46" fmla="*/ 1964 w 18183"/>
                <a:gd name="connsiteY46" fmla="*/ 7900 h 77525"/>
                <a:gd name="connsiteX47" fmla="*/ 2798 w 18183"/>
                <a:gd name="connsiteY47" fmla="*/ 10929 h 7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8183" h="77525">
                  <a:moveTo>
                    <a:pt x="2891" y="10929"/>
                  </a:moveTo>
                  <a:lnTo>
                    <a:pt x="6230" y="23309"/>
                  </a:lnTo>
                  <a:lnTo>
                    <a:pt x="2335" y="27260"/>
                  </a:lnTo>
                  <a:cubicBezTo>
                    <a:pt x="2335" y="27260"/>
                    <a:pt x="2195" y="27436"/>
                    <a:pt x="2149" y="27524"/>
                  </a:cubicBezTo>
                  <a:lnTo>
                    <a:pt x="109" y="31650"/>
                  </a:lnTo>
                  <a:cubicBezTo>
                    <a:pt x="-77" y="32045"/>
                    <a:pt x="-31" y="32528"/>
                    <a:pt x="294" y="32879"/>
                  </a:cubicBezTo>
                  <a:lnTo>
                    <a:pt x="8085" y="40869"/>
                  </a:lnTo>
                  <a:lnTo>
                    <a:pt x="6741" y="42055"/>
                  </a:lnTo>
                  <a:cubicBezTo>
                    <a:pt x="6741" y="42055"/>
                    <a:pt x="6416" y="42493"/>
                    <a:pt x="6369" y="42757"/>
                  </a:cubicBezTo>
                  <a:lnTo>
                    <a:pt x="6091" y="46049"/>
                  </a:lnTo>
                  <a:cubicBezTo>
                    <a:pt x="6091" y="46357"/>
                    <a:pt x="6184" y="46664"/>
                    <a:pt x="6416" y="46883"/>
                  </a:cubicBezTo>
                  <a:lnTo>
                    <a:pt x="11054" y="51537"/>
                  </a:lnTo>
                  <a:lnTo>
                    <a:pt x="8688" y="55795"/>
                  </a:lnTo>
                  <a:cubicBezTo>
                    <a:pt x="8688" y="55795"/>
                    <a:pt x="8549" y="56146"/>
                    <a:pt x="8549" y="56322"/>
                  </a:cubicBezTo>
                  <a:lnTo>
                    <a:pt x="8549" y="64005"/>
                  </a:lnTo>
                  <a:cubicBezTo>
                    <a:pt x="8549" y="64400"/>
                    <a:pt x="8781" y="64751"/>
                    <a:pt x="9106" y="64970"/>
                  </a:cubicBezTo>
                  <a:lnTo>
                    <a:pt x="13419" y="67341"/>
                  </a:lnTo>
                  <a:lnTo>
                    <a:pt x="15784" y="69799"/>
                  </a:lnTo>
                  <a:lnTo>
                    <a:pt x="13651" y="77394"/>
                  </a:lnTo>
                  <a:lnTo>
                    <a:pt x="13651" y="77394"/>
                  </a:lnTo>
                  <a:cubicBezTo>
                    <a:pt x="13651" y="77394"/>
                    <a:pt x="13651" y="77482"/>
                    <a:pt x="13651" y="77526"/>
                  </a:cubicBezTo>
                  <a:cubicBezTo>
                    <a:pt x="13744" y="76999"/>
                    <a:pt x="14161" y="76560"/>
                    <a:pt x="14764" y="76560"/>
                  </a:cubicBezTo>
                  <a:lnTo>
                    <a:pt x="16248" y="76560"/>
                  </a:lnTo>
                  <a:lnTo>
                    <a:pt x="18149" y="69755"/>
                  </a:lnTo>
                  <a:cubicBezTo>
                    <a:pt x="18242" y="69404"/>
                    <a:pt x="18149" y="69009"/>
                    <a:pt x="17871" y="68746"/>
                  </a:cubicBezTo>
                  <a:lnTo>
                    <a:pt x="14949" y="65717"/>
                  </a:lnTo>
                  <a:cubicBezTo>
                    <a:pt x="14949" y="65717"/>
                    <a:pt x="14764" y="65585"/>
                    <a:pt x="14671" y="65497"/>
                  </a:cubicBezTo>
                  <a:lnTo>
                    <a:pt x="10775" y="63346"/>
                  </a:lnTo>
                  <a:lnTo>
                    <a:pt x="10775" y="56541"/>
                  </a:lnTo>
                  <a:lnTo>
                    <a:pt x="13372" y="51844"/>
                  </a:lnTo>
                  <a:cubicBezTo>
                    <a:pt x="13604" y="51449"/>
                    <a:pt x="13511" y="50922"/>
                    <a:pt x="13187" y="50571"/>
                  </a:cubicBezTo>
                  <a:lnTo>
                    <a:pt x="8317" y="45698"/>
                  </a:lnTo>
                  <a:lnTo>
                    <a:pt x="8503" y="43328"/>
                  </a:lnTo>
                  <a:lnTo>
                    <a:pt x="10358" y="41703"/>
                  </a:lnTo>
                  <a:cubicBezTo>
                    <a:pt x="10822" y="41308"/>
                    <a:pt x="10868" y="40606"/>
                    <a:pt x="10404" y="40167"/>
                  </a:cubicBezTo>
                  <a:lnTo>
                    <a:pt x="2381" y="31914"/>
                  </a:lnTo>
                  <a:lnTo>
                    <a:pt x="4004" y="28621"/>
                  </a:lnTo>
                  <a:lnTo>
                    <a:pt x="8225" y="24363"/>
                  </a:lnTo>
                  <a:cubicBezTo>
                    <a:pt x="8503" y="24099"/>
                    <a:pt x="8595" y="23704"/>
                    <a:pt x="8503" y="23353"/>
                  </a:cubicBezTo>
                  <a:lnTo>
                    <a:pt x="5395" y="11807"/>
                  </a:lnTo>
                  <a:lnTo>
                    <a:pt x="4468" y="8383"/>
                  </a:lnTo>
                  <a:lnTo>
                    <a:pt x="3540" y="5003"/>
                  </a:lnTo>
                  <a:lnTo>
                    <a:pt x="2427" y="832"/>
                  </a:lnTo>
                  <a:cubicBezTo>
                    <a:pt x="2242" y="262"/>
                    <a:pt x="1639" y="-134"/>
                    <a:pt x="1036" y="42"/>
                  </a:cubicBezTo>
                  <a:cubicBezTo>
                    <a:pt x="433" y="174"/>
                    <a:pt x="62" y="788"/>
                    <a:pt x="201" y="1359"/>
                  </a:cubicBezTo>
                  <a:lnTo>
                    <a:pt x="804" y="3554"/>
                  </a:lnTo>
                  <a:lnTo>
                    <a:pt x="1964" y="7900"/>
                  </a:lnTo>
                  <a:lnTo>
                    <a:pt x="2798" y="109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0" name="Freeform: Shape 2279">
              <a:extLst>
                <a:ext uri="{FF2B5EF4-FFF2-40B4-BE49-F238E27FC236}">
                  <a16:creationId xmlns:a16="http://schemas.microsoft.com/office/drawing/2014/main" id="{0CE1ECD6-0D49-BD15-6317-FB5246563D2E}"/>
                </a:ext>
              </a:extLst>
            </p:cNvPr>
            <p:cNvSpPr>
              <a:spLocks/>
            </p:cNvSpPr>
            <p:nvPr/>
          </p:nvSpPr>
          <p:spPr>
            <a:xfrm>
              <a:off x="6039429" y="2747005"/>
              <a:ext cx="830" cy="327"/>
            </a:xfrm>
            <a:custGeom>
              <a:avLst/>
              <a:gdLst>
                <a:gd name="connsiteX0" fmla="*/ 278 w 556"/>
                <a:gd name="connsiteY0" fmla="*/ 220 h 219"/>
                <a:gd name="connsiteX1" fmla="*/ 557 w 556"/>
                <a:gd name="connsiteY1" fmla="*/ 220 h 219"/>
                <a:gd name="connsiteX2" fmla="*/ 0 w 556"/>
                <a:gd name="connsiteY2" fmla="*/ 0 h 219"/>
                <a:gd name="connsiteX3" fmla="*/ 232 w 556"/>
                <a:gd name="connsiteY3" fmla="*/ 176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" h="219">
                  <a:moveTo>
                    <a:pt x="278" y="220"/>
                  </a:moveTo>
                  <a:cubicBezTo>
                    <a:pt x="278" y="220"/>
                    <a:pt x="464" y="220"/>
                    <a:pt x="557" y="220"/>
                  </a:cubicBezTo>
                  <a:cubicBezTo>
                    <a:pt x="325" y="220"/>
                    <a:pt x="185" y="88"/>
                    <a:pt x="0" y="0"/>
                  </a:cubicBezTo>
                  <a:cubicBezTo>
                    <a:pt x="93" y="44"/>
                    <a:pt x="139" y="132"/>
                    <a:pt x="232" y="1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1" name="Freeform: Shape 2280">
              <a:extLst>
                <a:ext uri="{FF2B5EF4-FFF2-40B4-BE49-F238E27FC236}">
                  <a16:creationId xmlns:a16="http://schemas.microsoft.com/office/drawing/2014/main" id="{E9258EA4-7265-6CC4-4535-12DD12BD1487}"/>
                </a:ext>
              </a:extLst>
            </p:cNvPr>
            <p:cNvSpPr>
              <a:spLocks/>
            </p:cNvSpPr>
            <p:nvPr/>
          </p:nvSpPr>
          <p:spPr>
            <a:xfrm>
              <a:off x="6038669" y="2746152"/>
              <a:ext cx="277" cy="524"/>
            </a:xfrm>
            <a:custGeom>
              <a:avLst/>
              <a:gdLst>
                <a:gd name="connsiteX0" fmla="*/ 185 w 185"/>
                <a:gd name="connsiteY0" fmla="*/ 351 h 351"/>
                <a:gd name="connsiteX1" fmla="*/ 0 w 185"/>
                <a:gd name="connsiteY1" fmla="*/ 0 h 351"/>
                <a:gd name="connsiteX2" fmla="*/ 185 w 185"/>
                <a:gd name="connsiteY2" fmla="*/ 351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185" y="351"/>
                  </a:moveTo>
                  <a:cubicBezTo>
                    <a:pt x="185" y="351"/>
                    <a:pt x="46" y="132"/>
                    <a:pt x="0" y="0"/>
                  </a:cubicBezTo>
                  <a:cubicBezTo>
                    <a:pt x="0" y="132"/>
                    <a:pt x="46" y="264"/>
                    <a:pt x="185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2" name="Freeform: Shape 2281">
              <a:extLst>
                <a:ext uri="{FF2B5EF4-FFF2-40B4-BE49-F238E27FC236}">
                  <a16:creationId xmlns:a16="http://schemas.microsoft.com/office/drawing/2014/main" id="{ED71EE85-6F21-95BC-AA6B-ECD19112498B}"/>
                </a:ext>
              </a:extLst>
            </p:cNvPr>
            <p:cNvSpPr>
              <a:spLocks/>
            </p:cNvSpPr>
            <p:nvPr/>
          </p:nvSpPr>
          <p:spPr>
            <a:xfrm>
              <a:off x="5864569" y="2854507"/>
              <a:ext cx="54824" cy="13852"/>
            </a:xfrm>
            <a:custGeom>
              <a:avLst/>
              <a:gdLst>
                <a:gd name="connsiteX0" fmla="*/ 0 w 36730"/>
                <a:gd name="connsiteY0" fmla="*/ 6208 h 9280"/>
                <a:gd name="connsiteX1" fmla="*/ 232 w 36730"/>
                <a:gd name="connsiteY1" fmla="*/ 6735 h 9280"/>
                <a:gd name="connsiteX2" fmla="*/ 371 w 36730"/>
                <a:gd name="connsiteY2" fmla="*/ 6998 h 9280"/>
                <a:gd name="connsiteX3" fmla="*/ 1206 w 36730"/>
                <a:gd name="connsiteY3" fmla="*/ 7305 h 9280"/>
                <a:gd name="connsiteX4" fmla="*/ 16000 w 36730"/>
                <a:gd name="connsiteY4" fmla="*/ 7305 h 9280"/>
                <a:gd name="connsiteX5" fmla="*/ 17020 w 36730"/>
                <a:gd name="connsiteY5" fmla="*/ 6735 h 9280"/>
                <a:gd name="connsiteX6" fmla="*/ 16928 w 36730"/>
                <a:gd name="connsiteY6" fmla="*/ 5593 h 9280"/>
                <a:gd name="connsiteX7" fmla="*/ 15397 w 36730"/>
                <a:gd name="connsiteY7" fmla="*/ 3530 h 9280"/>
                <a:gd name="connsiteX8" fmla="*/ 16325 w 36730"/>
                <a:gd name="connsiteY8" fmla="*/ 2432 h 9280"/>
                <a:gd name="connsiteX9" fmla="*/ 21009 w 36730"/>
                <a:gd name="connsiteY9" fmla="*/ 4628 h 9280"/>
                <a:gd name="connsiteX10" fmla="*/ 21519 w 36730"/>
                <a:gd name="connsiteY10" fmla="*/ 4759 h 9280"/>
                <a:gd name="connsiteX11" fmla="*/ 27687 w 36730"/>
                <a:gd name="connsiteY11" fmla="*/ 4759 h 9280"/>
                <a:gd name="connsiteX12" fmla="*/ 31815 w 36730"/>
                <a:gd name="connsiteY12" fmla="*/ 8930 h 9280"/>
                <a:gd name="connsiteX13" fmla="*/ 32649 w 36730"/>
                <a:gd name="connsiteY13" fmla="*/ 9281 h 9280"/>
                <a:gd name="connsiteX14" fmla="*/ 33855 w 36730"/>
                <a:gd name="connsiteY14" fmla="*/ 9281 h 9280"/>
                <a:gd name="connsiteX15" fmla="*/ 35479 w 36730"/>
                <a:gd name="connsiteY15" fmla="*/ 7481 h 9280"/>
                <a:gd name="connsiteX16" fmla="*/ 36731 w 36730"/>
                <a:gd name="connsiteY16" fmla="*/ 7261 h 9280"/>
                <a:gd name="connsiteX17" fmla="*/ 36360 w 36730"/>
                <a:gd name="connsiteY17" fmla="*/ 7130 h 9280"/>
                <a:gd name="connsiteX18" fmla="*/ 33113 w 36730"/>
                <a:gd name="connsiteY18" fmla="*/ 7130 h 9280"/>
                <a:gd name="connsiteX19" fmla="*/ 28986 w 36730"/>
                <a:gd name="connsiteY19" fmla="*/ 2959 h 9280"/>
                <a:gd name="connsiteX20" fmla="*/ 28151 w 36730"/>
                <a:gd name="connsiteY20" fmla="*/ 2608 h 9280"/>
                <a:gd name="connsiteX21" fmla="*/ 21751 w 36730"/>
                <a:gd name="connsiteY21" fmla="*/ 2608 h 9280"/>
                <a:gd name="connsiteX22" fmla="*/ 16464 w 36730"/>
                <a:gd name="connsiteY22" fmla="*/ 106 h 9280"/>
                <a:gd name="connsiteX23" fmla="*/ 15026 w 36730"/>
                <a:gd name="connsiteY23" fmla="*/ 413 h 9280"/>
                <a:gd name="connsiteX24" fmla="*/ 12986 w 36730"/>
                <a:gd name="connsiteY24" fmla="*/ 2871 h 9280"/>
                <a:gd name="connsiteX25" fmla="*/ 12986 w 36730"/>
                <a:gd name="connsiteY25" fmla="*/ 4188 h 9280"/>
                <a:gd name="connsiteX26" fmla="*/ 13728 w 36730"/>
                <a:gd name="connsiteY26" fmla="*/ 5198 h 9280"/>
                <a:gd name="connsiteX27" fmla="*/ 1159 w 36730"/>
                <a:gd name="connsiteY27" fmla="*/ 5198 h 9280"/>
                <a:gd name="connsiteX28" fmla="*/ 0 w 36730"/>
                <a:gd name="connsiteY28" fmla="*/ 6296 h 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6730" h="9280">
                  <a:moveTo>
                    <a:pt x="0" y="6208"/>
                  </a:moveTo>
                  <a:cubicBezTo>
                    <a:pt x="0" y="6208"/>
                    <a:pt x="139" y="6559"/>
                    <a:pt x="232" y="6735"/>
                  </a:cubicBezTo>
                  <a:cubicBezTo>
                    <a:pt x="278" y="6823"/>
                    <a:pt x="278" y="6954"/>
                    <a:pt x="371" y="6998"/>
                  </a:cubicBezTo>
                  <a:cubicBezTo>
                    <a:pt x="603" y="7174"/>
                    <a:pt x="881" y="7305"/>
                    <a:pt x="1206" y="7305"/>
                  </a:cubicBezTo>
                  <a:lnTo>
                    <a:pt x="16000" y="7305"/>
                  </a:lnTo>
                  <a:cubicBezTo>
                    <a:pt x="16417" y="7305"/>
                    <a:pt x="16835" y="7086"/>
                    <a:pt x="17020" y="6735"/>
                  </a:cubicBezTo>
                  <a:cubicBezTo>
                    <a:pt x="17206" y="6383"/>
                    <a:pt x="17206" y="5944"/>
                    <a:pt x="16928" y="5593"/>
                  </a:cubicBezTo>
                  <a:lnTo>
                    <a:pt x="15397" y="3530"/>
                  </a:lnTo>
                  <a:lnTo>
                    <a:pt x="16325" y="2432"/>
                  </a:lnTo>
                  <a:lnTo>
                    <a:pt x="21009" y="4628"/>
                  </a:lnTo>
                  <a:cubicBezTo>
                    <a:pt x="21009" y="4628"/>
                    <a:pt x="21333" y="4759"/>
                    <a:pt x="21519" y="4759"/>
                  </a:cubicBezTo>
                  <a:lnTo>
                    <a:pt x="27687" y="4759"/>
                  </a:lnTo>
                  <a:lnTo>
                    <a:pt x="31815" y="8930"/>
                  </a:lnTo>
                  <a:cubicBezTo>
                    <a:pt x="32047" y="9149"/>
                    <a:pt x="32325" y="9281"/>
                    <a:pt x="32649" y="9281"/>
                  </a:cubicBezTo>
                  <a:lnTo>
                    <a:pt x="33855" y="9281"/>
                  </a:lnTo>
                  <a:lnTo>
                    <a:pt x="35479" y="7481"/>
                  </a:lnTo>
                  <a:cubicBezTo>
                    <a:pt x="35803" y="7130"/>
                    <a:pt x="36313" y="7086"/>
                    <a:pt x="36731" y="7261"/>
                  </a:cubicBezTo>
                  <a:cubicBezTo>
                    <a:pt x="36592" y="7218"/>
                    <a:pt x="36499" y="7130"/>
                    <a:pt x="36360" y="7130"/>
                  </a:cubicBezTo>
                  <a:lnTo>
                    <a:pt x="33113" y="7130"/>
                  </a:lnTo>
                  <a:lnTo>
                    <a:pt x="28986" y="2959"/>
                  </a:lnTo>
                  <a:cubicBezTo>
                    <a:pt x="28754" y="2740"/>
                    <a:pt x="28476" y="2608"/>
                    <a:pt x="28151" y="2608"/>
                  </a:cubicBezTo>
                  <a:lnTo>
                    <a:pt x="21751" y="2608"/>
                  </a:lnTo>
                  <a:lnTo>
                    <a:pt x="16464" y="106"/>
                  </a:lnTo>
                  <a:cubicBezTo>
                    <a:pt x="16000" y="-114"/>
                    <a:pt x="15351" y="18"/>
                    <a:pt x="15026" y="413"/>
                  </a:cubicBezTo>
                  <a:lnTo>
                    <a:pt x="12986" y="2871"/>
                  </a:lnTo>
                  <a:cubicBezTo>
                    <a:pt x="12661" y="3267"/>
                    <a:pt x="12661" y="3793"/>
                    <a:pt x="12986" y="4188"/>
                  </a:cubicBezTo>
                  <a:lnTo>
                    <a:pt x="13728" y="5198"/>
                  </a:lnTo>
                  <a:lnTo>
                    <a:pt x="1159" y="5198"/>
                  </a:lnTo>
                  <a:cubicBezTo>
                    <a:pt x="510" y="5198"/>
                    <a:pt x="0" y="5681"/>
                    <a:pt x="0" y="629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3" name="Freeform: Shape 2282">
              <a:extLst>
                <a:ext uri="{FF2B5EF4-FFF2-40B4-BE49-F238E27FC236}">
                  <a16:creationId xmlns:a16="http://schemas.microsoft.com/office/drawing/2014/main" id="{C767DD5A-B81A-390F-00F4-569670EEC4FA}"/>
                </a:ext>
              </a:extLst>
            </p:cNvPr>
            <p:cNvSpPr>
              <a:spLocks/>
            </p:cNvSpPr>
            <p:nvPr/>
          </p:nvSpPr>
          <p:spPr>
            <a:xfrm>
              <a:off x="5920294" y="2866657"/>
              <a:ext cx="207" cy="590"/>
            </a:xfrm>
            <a:custGeom>
              <a:avLst/>
              <a:gdLst>
                <a:gd name="connsiteX0" fmla="*/ 139 w 139"/>
                <a:gd name="connsiteY0" fmla="*/ 0 h 395"/>
                <a:gd name="connsiteX1" fmla="*/ 139 w 139"/>
                <a:gd name="connsiteY1" fmla="*/ 0 h 395"/>
                <a:gd name="connsiteX2" fmla="*/ 0 w 139"/>
                <a:gd name="connsiteY2" fmla="*/ 395 h 395"/>
                <a:gd name="connsiteX3" fmla="*/ 139 w 139"/>
                <a:gd name="connsiteY3" fmla="*/ 44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" h="395">
                  <a:moveTo>
                    <a:pt x="139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132"/>
                    <a:pt x="46" y="263"/>
                    <a:pt x="0" y="395"/>
                  </a:cubicBezTo>
                  <a:cubicBezTo>
                    <a:pt x="46" y="263"/>
                    <a:pt x="139" y="176"/>
                    <a:pt x="139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4" name="Freeform: Shape 2283">
              <a:extLst>
                <a:ext uri="{FF2B5EF4-FFF2-40B4-BE49-F238E27FC236}">
                  <a16:creationId xmlns:a16="http://schemas.microsoft.com/office/drawing/2014/main" id="{456949EA-7E65-E80F-E3AC-1178C380FF9C}"/>
                </a:ext>
              </a:extLst>
            </p:cNvPr>
            <p:cNvSpPr>
              <a:spLocks/>
            </p:cNvSpPr>
            <p:nvPr/>
          </p:nvSpPr>
          <p:spPr>
            <a:xfrm>
              <a:off x="5919947" y="2865477"/>
              <a:ext cx="277" cy="524"/>
            </a:xfrm>
            <a:custGeom>
              <a:avLst/>
              <a:gdLst>
                <a:gd name="connsiteX0" fmla="*/ 0 w 185"/>
                <a:gd name="connsiteY0" fmla="*/ 0 h 351"/>
                <a:gd name="connsiteX1" fmla="*/ 185 w 185"/>
                <a:gd name="connsiteY1" fmla="*/ 351 h 351"/>
                <a:gd name="connsiteX2" fmla="*/ 0 w 185"/>
                <a:gd name="connsiteY2" fmla="*/ 0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0" y="0"/>
                  </a:moveTo>
                  <a:cubicBezTo>
                    <a:pt x="0" y="0"/>
                    <a:pt x="139" y="219"/>
                    <a:pt x="185" y="351"/>
                  </a:cubicBezTo>
                  <a:cubicBezTo>
                    <a:pt x="139" y="219"/>
                    <a:pt x="93" y="88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5" name="Freeform: Shape 2284">
              <a:extLst>
                <a:ext uri="{FF2B5EF4-FFF2-40B4-BE49-F238E27FC236}">
                  <a16:creationId xmlns:a16="http://schemas.microsoft.com/office/drawing/2014/main" id="{DE9EF874-C661-16DF-B032-C8887D70376C}"/>
                </a:ext>
              </a:extLst>
            </p:cNvPr>
            <p:cNvSpPr>
              <a:spLocks/>
            </p:cNvSpPr>
            <p:nvPr/>
          </p:nvSpPr>
          <p:spPr>
            <a:xfrm>
              <a:off x="5907901" y="2865160"/>
              <a:ext cx="28522" cy="24824"/>
            </a:xfrm>
            <a:custGeom>
              <a:avLst/>
              <a:gdLst>
                <a:gd name="connsiteX0" fmla="*/ 18553 w 19109"/>
                <a:gd name="connsiteY0" fmla="*/ 11319 h 16631"/>
                <a:gd name="connsiteX1" fmla="*/ 17440 w 19109"/>
                <a:gd name="connsiteY1" fmla="*/ 11276 h 16631"/>
                <a:gd name="connsiteX2" fmla="*/ 11133 w 19109"/>
                <a:gd name="connsiteY2" fmla="*/ 14129 h 16631"/>
                <a:gd name="connsiteX3" fmla="*/ 8304 w 19109"/>
                <a:gd name="connsiteY3" fmla="*/ 9739 h 16631"/>
                <a:gd name="connsiteX4" fmla="*/ 7330 w 19109"/>
                <a:gd name="connsiteY4" fmla="*/ 9212 h 16631"/>
                <a:gd name="connsiteX5" fmla="*/ 2924 w 19109"/>
                <a:gd name="connsiteY5" fmla="*/ 9212 h 16631"/>
                <a:gd name="connsiteX6" fmla="*/ 4594 w 19109"/>
                <a:gd name="connsiteY6" fmla="*/ 5700 h 16631"/>
                <a:gd name="connsiteX7" fmla="*/ 7840 w 19109"/>
                <a:gd name="connsiteY7" fmla="*/ 2100 h 16631"/>
                <a:gd name="connsiteX8" fmla="*/ 8165 w 19109"/>
                <a:gd name="connsiteY8" fmla="*/ 1705 h 16631"/>
                <a:gd name="connsiteX9" fmla="*/ 8304 w 19109"/>
                <a:gd name="connsiteY9" fmla="*/ 1354 h 16631"/>
                <a:gd name="connsiteX10" fmla="*/ 8443 w 19109"/>
                <a:gd name="connsiteY10" fmla="*/ 959 h 16631"/>
                <a:gd name="connsiteX11" fmla="*/ 8257 w 19109"/>
                <a:gd name="connsiteY11" fmla="*/ 564 h 16631"/>
                <a:gd name="connsiteX12" fmla="*/ 8072 w 19109"/>
                <a:gd name="connsiteY12" fmla="*/ 213 h 16631"/>
                <a:gd name="connsiteX13" fmla="*/ 8072 w 19109"/>
                <a:gd name="connsiteY13" fmla="*/ 213 h 16631"/>
                <a:gd name="connsiteX14" fmla="*/ 7701 w 19109"/>
                <a:gd name="connsiteY14" fmla="*/ 81 h 16631"/>
                <a:gd name="connsiteX15" fmla="*/ 6449 w 19109"/>
                <a:gd name="connsiteY15" fmla="*/ 300 h 16631"/>
                <a:gd name="connsiteX16" fmla="*/ 4825 w 19109"/>
                <a:gd name="connsiteY16" fmla="*/ 2100 h 16631"/>
                <a:gd name="connsiteX17" fmla="*/ 2738 w 19109"/>
                <a:gd name="connsiteY17" fmla="*/ 4383 h 16631"/>
                <a:gd name="connsiteX18" fmla="*/ 2553 w 19109"/>
                <a:gd name="connsiteY18" fmla="*/ 4647 h 16631"/>
                <a:gd name="connsiteX19" fmla="*/ 95 w 19109"/>
                <a:gd name="connsiteY19" fmla="*/ 9871 h 16631"/>
                <a:gd name="connsiteX20" fmla="*/ 188 w 19109"/>
                <a:gd name="connsiteY20" fmla="*/ 10924 h 16631"/>
                <a:gd name="connsiteX21" fmla="*/ 1162 w 19109"/>
                <a:gd name="connsiteY21" fmla="*/ 11407 h 16631"/>
                <a:gd name="connsiteX22" fmla="*/ 6681 w 19109"/>
                <a:gd name="connsiteY22" fmla="*/ 11407 h 16631"/>
                <a:gd name="connsiteX23" fmla="*/ 9741 w 19109"/>
                <a:gd name="connsiteY23" fmla="*/ 16105 h 16631"/>
                <a:gd name="connsiteX24" fmla="*/ 10715 w 19109"/>
                <a:gd name="connsiteY24" fmla="*/ 16631 h 16631"/>
                <a:gd name="connsiteX25" fmla="*/ 11225 w 19109"/>
                <a:gd name="connsiteY25" fmla="*/ 16544 h 16631"/>
                <a:gd name="connsiteX26" fmla="*/ 16791 w 19109"/>
                <a:gd name="connsiteY26" fmla="*/ 13997 h 16631"/>
                <a:gd name="connsiteX27" fmla="*/ 16791 w 19109"/>
                <a:gd name="connsiteY27" fmla="*/ 15534 h 16631"/>
                <a:gd name="connsiteX28" fmla="*/ 17950 w 19109"/>
                <a:gd name="connsiteY28" fmla="*/ 14436 h 16631"/>
                <a:gd name="connsiteX29" fmla="*/ 19110 w 19109"/>
                <a:gd name="connsiteY29" fmla="*/ 14436 h 16631"/>
                <a:gd name="connsiteX30" fmla="*/ 19110 w 19109"/>
                <a:gd name="connsiteY30" fmla="*/ 12241 h 16631"/>
                <a:gd name="connsiteX31" fmla="*/ 18553 w 19109"/>
                <a:gd name="connsiteY31" fmla="*/ 11319 h 16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109" h="16631">
                  <a:moveTo>
                    <a:pt x="18553" y="11319"/>
                  </a:moveTo>
                  <a:cubicBezTo>
                    <a:pt x="18228" y="11100"/>
                    <a:pt x="17811" y="11100"/>
                    <a:pt x="17440" y="11276"/>
                  </a:cubicBezTo>
                  <a:lnTo>
                    <a:pt x="11133" y="14129"/>
                  </a:lnTo>
                  <a:lnTo>
                    <a:pt x="8304" y="9739"/>
                  </a:lnTo>
                  <a:cubicBezTo>
                    <a:pt x="8072" y="9432"/>
                    <a:pt x="7701" y="9212"/>
                    <a:pt x="7330" y="9212"/>
                  </a:cubicBezTo>
                  <a:lnTo>
                    <a:pt x="2924" y="9212"/>
                  </a:lnTo>
                  <a:lnTo>
                    <a:pt x="4594" y="5700"/>
                  </a:lnTo>
                  <a:lnTo>
                    <a:pt x="7840" y="2100"/>
                  </a:lnTo>
                  <a:lnTo>
                    <a:pt x="8165" y="1705"/>
                  </a:lnTo>
                  <a:cubicBezTo>
                    <a:pt x="8165" y="1705"/>
                    <a:pt x="8257" y="1486"/>
                    <a:pt x="8304" y="1354"/>
                  </a:cubicBezTo>
                  <a:cubicBezTo>
                    <a:pt x="8350" y="1222"/>
                    <a:pt x="8443" y="1091"/>
                    <a:pt x="8443" y="959"/>
                  </a:cubicBezTo>
                  <a:cubicBezTo>
                    <a:pt x="8443" y="827"/>
                    <a:pt x="8350" y="696"/>
                    <a:pt x="8257" y="564"/>
                  </a:cubicBezTo>
                  <a:cubicBezTo>
                    <a:pt x="8211" y="432"/>
                    <a:pt x="8165" y="300"/>
                    <a:pt x="8072" y="213"/>
                  </a:cubicBezTo>
                  <a:cubicBezTo>
                    <a:pt x="8072" y="213"/>
                    <a:pt x="8072" y="213"/>
                    <a:pt x="8072" y="213"/>
                  </a:cubicBezTo>
                  <a:cubicBezTo>
                    <a:pt x="7979" y="125"/>
                    <a:pt x="7840" y="125"/>
                    <a:pt x="7701" y="81"/>
                  </a:cubicBezTo>
                  <a:cubicBezTo>
                    <a:pt x="7237" y="-51"/>
                    <a:pt x="6773" y="-51"/>
                    <a:pt x="6449" y="300"/>
                  </a:cubicBezTo>
                  <a:lnTo>
                    <a:pt x="4825" y="2100"/>
                  </a:lnTo>
                  <a:lnTo>
                    <a:pt x="2738" y="4383"/>
                  </a:lnTo>
                  <a:cubicBezTo>
                    <a:pt x="2738" y="4383"/>
                    <a:pt x="2599" y="4559"/>
                    <a:pt x="2553" y="4647"/>
                  </a:cubicBezTo>
                  <a:lnTo>
                    <a:pt x="95" y="9871"/>
                  </a:lnTo>
                  <a:cubicBezTo>
                    <a:pt x="-44" y="10222"/>
                    <a:pt x="-44" y="10617"/>
                    <a:pt x="188" y="10924"/>
                  </a:cubicBezTo>
                  <a:cubicBezTo>
                    <a:pt x="419" y="11232"/>
                    <a:pt x="744" y="11407"/>
                    <a:pt x="1162" y="11407"/>
                  </a:cubicBezTo>
                  <a:lnTo>
                    <a:pt x="6681" y="11407"/>
                  </a:lnTo>
                  <a:lnTo>
                    <a:pt x="9741" y="16105"/>
                  </a:lnTo>
                  <a:cubicBezTo>
                    <a:pt x="9973" y="16456"/>
                    <a:pt x="10344" y="16631"/>
                    <a:pt x="10715" y="16631"/>
                  </a:cubicBezTo>
                  <a:cubicBezTo>
                    <a:pt x="10901" y="16631"/>
                    <a:pt x="11040" y="16631"/>
                    <a:pt x="11225" y="16544"/>
                  </a:cubicBezTo>
                  <a:lnTo>
                    <a:pt x="16791" y="13997"/>
                  </a:lnTo>
                  <a:lnTo>
                    <a:pt x="16791" y="15534"/>
                  </a:lnTo>
                  <a:cubicBezTo>
                    <a:pt x="16791" y="14919"/>
                    <a:pt x="17301" y="14436"/>
                    <a:pt x="17950" y="14436"/>
                  </a:cubicBezTo>
                  <a:lnTo>
                    <a:pt x="19110" y="14436"/>
                  </a:lnTo>
                  <a:lnTo>
                    <a:pt x="19110" y="12241"/>
                  </a:lnTo>
                  <a:cubicBezTo>
                    <a:pt x="19110" y="11846"/>
                    <a:pt x="18924" y="11495"/>
                    <a:pt x="18553" y="113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6" name="Freeform: Shape 2285">
              <a:extLst>
                <a:ext uri="{FF2B5EF4-FFF2-40B4-BE49-F238E27FC236}">
                  <a16:creationId xmlns:a16="http://schemas.microsoft.com/office/drawing/2014/main" id="{5C8152F8-3BA5-3E06-BB43-0A36819DFA32}"/>
                </a:ext>
              </a:extLst>
            </p:cNvPr>
            <p:cNvSpPr>
              <a:spLocks/>
            </p:cNvSpPr>
            <p:nvPr/>
          </p:nvSpPr>
          <p:spPr>
            <a:xfrm>
              <a:off x="5853699" y="2888347"/>
              <a:ext cx="82585" cy="36695"/>
            </a:xfrm>
            <a:custGeom>
              <a:avLst/>
              <a:gdLst>
                <a:gd name="connsiteX0" fmla="*/ 53056 w 55328"/>
                <a:gd name="connsiteY0" fmla="*/ 0 h 24584"/>
                <a:gd name="connsiteX1" fmla="*/ 53056 w 55328"/>
                <a:gd name="connsiteY1" fmla="*/ 5048 h 24584"/>
                <a:gd name="connsiteX2" fmla="*/ 49670 w 55328"/>
                <a:gd name="connsiteY2" fmla="*/ 3907 h 24584"/>
                <a:gd name="connsiteX3" fmla="*/ 48696 w 55328"/>
                <a:gd name="connsiteY3" fmla="*/ 3995 h 24584"/>
                <a:gd name="connsiteX4" fmla="*/ 45821 w 55328"/>
                <a:gd name="connsiteY4" fmla="*/ 5663 h 24584"/>
                <a:gd name="connsiteX5" fmla="*/ 45264 w 55328"/>
                <a:gd name="connsiteY5" fmla="*/ 6497 h 24584"/>
                <a:gd name="connsiteX6" fmla="*/ 45635 w 55328"/>
                <a:gd name="connsiteY6" fmla="*/ 7419 h 24584"/>
                <a:gd name="connsiteX7" fmla="*/ 48001 w 55328"/>
                <a:gd name="connsiteY7" fmla="*/ 9438 h 24584"/>
                <a:gd name="connsiteX8" fmla="*/ 47490 w 55328"/>
                <a:gd name="connsiteY8" fmla="*/ 11458 h 24584"/>
                <a:gd name="connsiteX9" fmla="*/ 45774 w 55328"/>
                <a:gd name="connsiteY9" fmla="*/ 9702 h 24584"/>
                <a:gd name="connsiteX10" fmla="*/ 44337 w 55328"/>
                <a:gd name="connsiteY10" fmla="*/ 9482 h 24584"/>
                <a:gd name="connsiteX11" fmla="*/ 40719 w 55328"/>
                <a:gd name="connsiteY11" fmla="*/ 11414 h 24584"/>
                <a:gd name="connsiteX12" fmla="*/ 39977 w 55328"/>
                <a:gd name="connsiteY12" fmla="*/ 6409 h 24584"/>
                <a:gd name="connsiteX13" fmla="*/ 38818 w 55328"/>
                <a:gd name="connsiteY13" fmla="*/ 5488 h 24584"/>
                <a:gd name="connsiteX14" fmla="*/ 35061 w 55328"/>
                <a:gd name="connsiteY14" fmla="*/ 5488 h 24584"/>
                <a:gd name="connsiteX15" fmla="*/ 33902 w 55328"/>
                <a:gd name="connsiteY15" fmla="*/ 6585 h 24584"/>
                <a:gd name="connsiteX16" fmla="*/ 33902 w 55328"/>
                <a:gd name="connsiteY16" fmla="*/ 12994 h 24584"/>
                <a:gd name="connsiteX17" fmla="*/ 30655 w 55328"/>
                <a:gd name="connsiteY17" fmla="*/ 16243 h 24584"/>
                <a:gd name="connsiteX18" fmla="*/ 30331 w 55328"/>
                <a:gd name="connsiteY18" fmla="*/ 16989 h 24584"/>
                <a:gd name="connsiteX19" fmla="*/ 30331 w 55328"/>
                <a:gd name="connsiteY19" fmla="*/ 21467 h 24584"/>
                <a:gd name="connsiteX20" fmla="*/ 28986 w 55328"/>
                <a:gd name="connsiteY20" fmla="*/ 20545 h 24584"/>
                <a:gd name="connsiteX21" fmla="*/ 28986 w 55328"/>
                <a:gd name="connsiteY21" fmla="*/ 15058 h 24584"/>
                <a:gd name="connsiteX22" fmla="*/ 28058 w 55328"/>
                <a:gd name="connsiteY22" fmla="*/ 14004 h 24584"/>
                <a:gd name="connsiteX23" fmla="*/ 22307 w 55328"/>
                <a:gd name="connsiteY23" fmla="*/ 12819 h 24584"/>
                <a:gd name="connsiteX24" fmla="*/ 22307 w 55328"/>
                <a:gd name="connsiteY24" fmla="*/ 7946 h 24584"/>
                <a:gd name="connsiteX25" fmla="*/ 21566 w 55328"/>
                <a:gd name="connsiteY25" fmla="*/ 6936 h 24584"/>
                <a:gd name="connsiteX26" fmla="*/ 20313 w 55328"/>
                <a:gd name="connsiteY26" fmla="*/ 7200 h 24584"/>
                <a:gd name="connsiteX27" fmla="*/ 16093 w 55328"/>
                <a:gd name="connsiteY27" fmla="*/ 11326 h 24584"/>
                <a:gd name="connsiteX28" fmla="*/ 15768 w 55328"/>
                <a:gd name="connsiteY28" fmla="*/ 12073 h 24584"/>
                <a:gd name="connsiteX29" fmla="*/ 15768 w 55328"/>
                <a:gd name="connsiteY29" fmla="*/ 14794 h 24584"/>
                <a:gd name="connsiteX30" fmla="*/ 13774 w 55328"/>
                <a:gd name="connsiteY30" fmla="*/ 18350 h 24584"/>
                <a:gd name="connsiteX31" fmla="*/ 1159 w 55328"/>
                <a:gd name="connsiteY31" fmla="*/ 18350 h 24584"/>
                <a:gd name="connsiteX32" fmla="*/ 835 w 55328"/>
                <a:gd name="connsiteY32" fmla="*/ 18482 h 24584"/>
                <a:gd name="connsiteX33" fmla="*/ 0 w 55328"/>
                <a:gd name="connsiteY33" fmla="*/ 19448 h 24584"/>
                <a:gd name="connsiteX34" fmla="*/ 1159 w 55328"/>
                <a:gd name="connsiteY34" fmla="*/ 20545 h 24584"/>
                <a:gd name="connsiteX35" fmla="*/ 14470 w 55328"/>
                <a:gd name="connsiteY35" fmla="*/ 20545 h 24584"/>
                <a:gd name="connsiteX36" fmla="*/ 15490 w 55328"/>
                <a:gd name="connsiteY36" fmla="*/ 19974 h 24584"/>
                <a:gd name="connsiteX37" fmla="*/ 17948 w 55328"/>
                <a:gd name="connsiteY37" fmla="*/ 15584 h 24584"/>
                <a:gd name="connsiteX38" fmla="*/ 18087 w 55328"/>
                <a:gd name="connsiteY38" fmla="*/ 15058 h 24584"/>
                <a:gd name="connsiteX39" fmla="*/ 18087 w 55328"/>
                <a:gd name="connsiteY39" fmla="*/ 12468 h 24584"/>
                <a:gd name="connsiteX40" fmla="*/ 19989 w 55328"/>
                <a:gd name="connsiteY40" fmla="*/ 10624 h 24584"/>
                <a:gd name="connsiteX41" fmla="*/ 19989 w 55328"/>
                <a:gd name="connsiteY41" fmla="*/ 13653 h 24584"/>
                <a:gd name="connsiteX42" fmla="*/ 20916 w 55328"/>
                <a:gd name="connsiteY42" fmla="*/ 14707 h 24584"/>
                <a:gd name="connsiteX43" fmla="*/ 26667 w 55328"/>
                <a:gd name="connsiteY43" fmla="*/ 15892 h 24584"/>
                <a:gd name="connsiteX44" fmla="*/ 26667 w 55328"/>
                <a:gd name="connsiteY44" fmla="*/ 21028 h 24584"/>
                <a:gd name="connsiteX45" fmla="*/ 27177 w 55328"/>
                <a:gd name="connsiteY45" fmla="*/ 21906 h 24584"/>
                <a:gd name="connsiteX46" fmla="*/ 30841 w 55328"/>
                <a:gd name="connsiteY46" fmla="*/ 24364 h 24584"/>
                <a:gd name="connsiteX47" fmla="*/ 31490 w 55328"/>
                <a:gd name="connsiteY47" fmla="*/ 24584 h 24584"/>
                <a:gd name="connsiteX48" fmla="*/ 32047 w 55328"/>
                <a:gd name="connsiteY48" fmla="*/ 24452 h 24584"/>
                <a:gd name="connsiteX49" fmla="*/ 32649 w 55328"/>
                <a:gd name="connsiteY49" fmla="*/ 23487 h 24584"/>
                <a:gd name="connsiteX50" fmla="*/ 32649 w 55328"/>
                <a:gd name="connsiteY50" fmla="*/ 17341 h 24584"/>
                <a:gd name="connsiteX51" fmla="*/ 35896 w 55328"/>
                <a:gd name="connsiteY51" fmla="*/ 14092 h 24584"/>
                <a:gd name="connsiteX52" fmla="*/ 36221 w 55328"/>
                <a:gd name="connsiteY52" fmla="*/ 13346 h 24584"/>
                <a:gd name="connsiteX53" fmla="*/ 36221 w 55328"/>
                <a:gd name="connsiteY53" fmla="*/ 7595 h 24584"/>
                <a:gd name="connsiteX54" fmla="*/ 37844 w 55328"/>
                <a:gd name="connsiteY54" fmla="*/ 7595 h 24584"/>
                <a:gd name="connsiteX55" fmla="*/ 38679 w 55328"/>
                <a:gd name="connsiteY55" fmla="*/ 13258 h 24584"/>
                <a:gd name="connsiteX56" fmla="*/ 39328 w 55328"/>
                <a:gd name="connsiteY56" fmla="*/ 14092 h 24584"/>
                <a:gd name="connsiteX57" fmla="*/ 40395 w 55328"/>
                <a:gd name="connsiteY57" fmla="*/ 14092 h 24584"/>
                <a:gd name="connsiteX58" fmla="*/ 44661 w 55328"/>
                <a:gd name="connsiteY58" fmla="*/ 11765 h 24584"/>
                <a:gd name="connsiteX59" fmla="*/ 47212 w 55328"/>
                <a:gd name="connsiteY59" fmla="*/ 14399 h 24584"/>
                <a:gd name="connsiteX60" fmla="*/ 48371 w 55328"/>
                <a:gd name="connsiteY60" fmla="*/ 14707 h 24584"/>
                <a:gd name="connsiteX61" fmla="*/ 49206 w 55328"/>
                <a:gd name="connsiteY61" fmla="*/ 13916 h 24584"/>
                <a:gd name="connsiteX62" fmla="*/ 50366 w 55328"/>
                <a:gd name="connsiteY62" fmla="*/ 9263 h 24584"/>
                <a:gd name="connsiteX63" fmla="*/ 49995 w 55328"/>
                <a:gd name="connsiteY63" fmla="*/ 8209 h 24584"/>
                <a:gd name="connsiteX64" fmla="*/ 48279 w 55328"/>
                <a:gd name="connsiteY64" fmla="*/ 6717 h 24584"/>
                <a:gd name="connsiteX65" fmla="*/ 49345 w 55328"/>
                <a:gd name="connsiteY65" fmla="*/ 6102 h 24584"/>
                <a:gd name="connsiteX66" fmla="*/ 53751 w 55328"/>
                <a:gd name="connsiteY66" fmla="*/ 7595 h 24584"/>
                <a:gd name="connsiteX67" fmla="*/ 54818 w 55328"/>
                <a:gd name="connsiteY67" fmla="*/ 7463 h 24584"/>
                <a:gd name="connsiteX68" fmla="*/ 55328 w 55328"/>
                <a:gd name="connsiteY68" fmla="*/ 6585 h 24584"/>
                <a:gd name="connsiteX69" fmla="*/ 55328 w 55328"/>
                <a:gd name="connsiteY69" fmla="*/ 1098 h 24584"/>
                <a:gd name="connsiteX70" fmla="*/ 54169 w 55328"/>
                <a:gd name="connsiteY70" fmla="*/ 1098 h 24584"/>
                <a:gd name="connsiteX71" fmla="*/ 53009 w 55328"/>
                <a:gd name="connsiteY71" fmla="*/ 0 h 2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5328" h="24584">
                  <a:moveTo>
                    <a:pt x="53056" y="0"/>
                  </a:moveTo>
                  <a:lnTo>
                    <a:pt x="53056" y="5048"/>
                  </a:lnTo>
                  <a:lnTo>
                    <a:pt x="49670" y="3907"/>
                  </a:lnTo>
                  <a:cubicBezTo>
                    <a:pt x="49345" y="3819"/>
                    <a:pt x="48974" y="3819"/>
                    <a:pt x="48696" y="3995"/>
                  </a:cubicBezTo>
                  <a:lnTo>
                    <a:pt x="45821" y="5663"/>
                  </a:lnTo>
                  <a:cubicBezTo>
                    <a:pt x="45496" y="5839"/>
                    <a:pt x="45311" y="6146"/>
                    <a:pt x="45264" y="6497"/>
                  </a:cubicBezTo>
                  <a:cubicBezTo>
                    <a:pt x="45264" y="6848"/>
                    <a:pt x="45357" y="7200"/>
                    <a:pt x="45635" y="7419"/>
                  </a:cubicBezTo>
                  <a:lnTo>
                    <a:pt x="48001" y="9438"/>
                  </a:lnTo>
                  <a:lnTo>
                    <a:pt x="47490" y="11458"/>
                  </a:lnTo>
                  <a:lnTo>
                    <a:pt x="45774" y="9702"/>
                  </a:lnTo>
                  <a:cubicBezTo>
                    <a:pt x="45403" y="9307"/>
                    <a:pt x="44801" y="9219"/>
                    <a:pt x="44337" y="9482"/>
                  </a:cubicBezTo>
                  <a:lnTo>
                    <a:pt x="40719" y="11414"/>
                  </a:lnTo>
                  <a:lnTo>
                    <a:pt x="39977" y="6409"/>
                  </a:lnTo>
                  <a:cubicBezTo>
                    <a:pt x="39885" y="5883"/>
                    <a:pt x="39421" y="5488"/>
                    <a:pt x="38818" y="5488"/>
                  </a:cubicBezTo>
                  <a:lnTo>
                    <a:pt x="35061" y="5488"/>
                  </a:lnTo>
                  <a:cubicBezTo>
                    <a:pt x="34412" y="5488"/>
                    <a:pt x="33902" y="5970"/>
                    <a:pt x="33902" y="6585"/>
                  </a:cubicBezTo>
                  <a:lnTo>
                    <a:pt x="33902" y="12994"/>
                  </a:lnTo>
                  <a:lnTo>
                    <a:pt x="30655" y="16243"/>
                  </a:lnTo>
                  <a:cubicBezTo>
                    <a:pt x="30655" y="16243"/>
                    <a:pt x="30331" y="16726"/>
                    <a:pt x="30331" y="16989"/>
                  </a:cubicBezTo>
                  <a:lnTo>
                    <a:pt x="30331" y="21467"/>
                  </a:lnTo>
                  <a:lnTo>
                    <a:pt x="28986" y="20545"/>
                  </a:lnTo>
                  <a:lnTo>
                    <a:pt x="28986" y="15058"/>
                  </a:lnTo>
                  <a:cubicBezTo>
                    <a:pt x="28986" y="14531"/>
                    <a:pt x="28615" y="14092"/>
                    <a:pt x="28058" y="14004"/>
                  </a:cubicBezTo>
                  <a:lnTo>
                    <a:pt x="22307" y="12819"/>
                  </a:lnTo>
                  <a:lnTo>
                    <a:pt x="22307" y="7946"/>
                  </a:lnTo>
                  <a:cubicBezTo>
                    <a:pt x="22307" y="7507"/>
                    <a:pt x="22029" y="7112"/>
                    <a:pt x="21566" y="6936"/>
                  </a:cubicBezTo>
                  <a:cubicBezTo>
                    <a:pt x="21148" y="6761"/>
                    <a:pt x="20638" y="6848"/>
                    <a:pt x="20313" y="7200"/>
                  </a:cubicBezTo>
                  <a:lnTo>
                    <a:pt x="16093" y="11326"/>
                  </a:lnTo>
                  <a:cubicBezTo>
                    <a:pt x="16093" y="11326"/>
                    <a:pt x="15768" y="11809"/>
                    <a:pt x="15768" y="12073"/>
                  </a:cubicBezTo>
                  <a:lnTo>
                    <a:pt x="15768" y="14794"/>
                  </a:lnTo>
                  <a:lnTo>
                    <a:pt x="13774" y="18350"/>
                  </a:lnTo>
                  <a:lnTo>
                    <a:pt x="1159" y="18350"/>
                  </a:lnTo>
                  <a:cubicBezTo>
                    <a:pt x="1159" y="18350"/>
                    <a:pt x="928" y="18438"/>
                    <a:pt x="835" y="18482"/>
                  </a:cubicBezTo>
                  <a:cubicBezTo>
                    <a:pt x="371" y="18614"/>
                    <a:pt x="0" y="18965"/>
                    <a:pt x="0" y="19448"/>
                  </a:cubicBezTo>
                  <a:cubicBezTo>
                    <a:pt x="0" y="20062"/>
                    <a:pt x="510" y="20545"/>
                    <a:pt x="1159" y="20545"/>
                  </a:cubicBezTo>
                  <a:lnTo>
                    <a:pt x="14470" y="20545"/>
                  </a:lnTo>
                  <a:cubicBezTo>
                    <a:pt x="14887" y="20545"/>
                    <a:pt x="15304" y="20326"/>
                    <a:pt x="15490" y="19974"/>
                  </a:cubicBezTo>
                  <a:lnTo>
                    <a:pt x="17948" y="15584"/>
                  </a:lnTo>
                  <a:cubicBezTo>
                    <a:pt x="17948" y="15584"/>
                    <a:pt x="18087" y="15233"/>
                    <a:pt x="18087" y="15058"/>
                  </a:cubicBezTo>
                  <a:lnTo>
                    <a:pt x="18087" y="12468"/>
                  </a:lnTo>
                  <a:lnTo>
                    <a:pt x="19989" y="10624"/>
                  </a:lnTo>
                  <a:lnTo>
                    <a:pt x="19989" y="13653"/>
                  </a:lnTo>
                  <a:cubicBezTo>
                    <a:pt x="19989" y="14180"/>
                    <a:pt x="20360" y="14619"/>
                    <a:pt x="20916" y="14707"/>
                  </a:cubicBezTo>
                  <a:lnTo>
                    <a:pt x="26667" y="15892"/>
                  </a:lnTo>
                  <a:lnTo>
                    <a:pt x="26667" y="21028"/>
                  </a:lnTo>
                  <a:cubicBezTo>
                    <a:pt x="26667" y="21379"/>
                    <a:pt x="26852" y="21731"/>
                    <a:pt x="27177" y="21906"/>
                  </a:cubicBezTo>
                  <a:lnTo>
                    <a:pt x="30841" y="24364"/>
                  </a:lnTo>
                  <a:cubicBezTo>
                    <a:pt x="30841" y="24364"/>
                    <a:pt x="31258" y="24584"/>
                    <a:pt x="31490" y="24584"/>
                  </a:cubicBezTo>
                  <a:cubicBezTo>
                    <a:pt x="31676" y="24584"/>
                    <a:pt x="31861" y="24584"/>
                    <a:pt x="32047" y="24452"/>
                  </a:cubicBezTo>
                  <a:cubicBezTo>
                    <a:pt x="32418" y="24277"/>
                    <a:pt x="32649" y="23882"/>
                    <a:pt x="32649" y="23487"/>
                  </a:cubicBezTo>
                  <a:lnTo>
                    <a:pt x="32649" y="17341"/>
                  </a:lnTo>
                  <a:lnTo>
                    <a:pt x="35896" y="14092"/>
                  </a:lnTo>
                  <a:cubicBezTo>
                    <a:pt x="35896" y="14092"/>
                    <a:pt x="36221" y="13609"/>
                    <a:pt x="36221" y="13346"/>
                  </a:cubicBezTo>
                  <a:lnTo>
                    <a:pt x="36221" y="7595"/>
                  </a:lnTo>
                  <a:lnTo>
                    <a:pt x="37844" y="7595"/>
                  </a:lnTo>
                  <a:lnTo>
                    <a:pt x="38679" y="13258"/>
                  </a:lnTo>
                  <a:cubicBezTo>
                    <a:pt x="38725" y="13609"/>
                    <a:pt x="38957" y="13916"/>
                    <a:pt x="39328" y="14092"/>
                  </a:cubicBezTo>
                  <a:cubicBezTo>
                    <a:pt x="39699" y="14268"/>
                    <a:pt x="40070" y="14224"/>
                    <a:pt x="40395" y="14092"/>
                  </a:cubicBezTo>
                  <a:lnTo>
                    <a:pt x="44661" y="11765"/>
                  </a:lnTo>
                  <a:lnTo>
                    <a:pt x="47212" y="14399"/>
                  </a:lnTo>
                  <a:cubicBezTo>
                    <a:pt x="47490" y="14707"/>
                    <a:pt x="47954" y="14838"/>
                    <a:pt x="48371" y="14707"/>
                  </a:cubicBezTo>
                  <a:cubicBezTo>
                    <a:pt x="48789" y="14619"/>
                    <a:pt x="49114" y="14311"/>
                    <a:pt x="49206" y="13916"/>
                  </a:cubicBezTo>
                  <a:lnTo>
                    <a:pt x="50366" y="9263"/>
                  </a:lnTo>
                  <a:cubicBezTo>
                    <a:pt x="50458" y="8868"/>
                    <a:pt x="50366" y="8473"/>
                    <a:pt x="49995" y="8209"/>
                  </a:cubicBezTo>
                  <a:lnTo>
                    <a:pt x="48279" y="6717"/>
                  </a:lnTo>
                  <a:lnTo>
                    <a:pt x="49345" y="6102"/>
                  </a:lnTo>
                  <a:lnTo>
                    <a:pt x="53751" y="7595"/>
                  </a:lnTo>
                  <a:cubicBezTo>
                    <a:pt x="54122" y="7726"/>
                    <a:pt x="54493" y="7683"/>
                    <a:pt x="54818" y="7463"/>
                  </a:cubicBezTo>
                  <a:cubicBezTo>
                    <a:pt x="55143" y="7243"/>
                    <a:pt x="55328" y="6936"/>
                    <a:pt x="55328" y="6585"/>
                  </a:cubicBezTo>
                  <a:lnTo>
                    <a:pt x="55328" y="1098"/>
                  </a:lnTo>
                  <a:lnTo>
                    <a:pt x="54169" y="1098"/>
                  </a:lnTo>
                  <a:cubicBezTo>
                    <a:pt x="53519" y="1098"/>
                    <a:pt x="53009" y="615"/>
                    <a:pt x="53009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7" name="Freeform: Shape 2286">
              <a:extLst>
                <a:ext uri="{FF2B5EF4-FFF2-40B4-BE49-F238E27FC236}">
                  <a16:creationId xmlns:a16="http://schemas.microsoft.com/office/drawing/2014/main" id="{334E3853-55E3-9F9B-42E2-919C8FB11C38}"/>
                </a:ext>
              </a:extLst>
            </p:cNvPr>
            <p:cNvSpPr>
              <a:spLocks/>
            </p:cNvSpPr>
            <p:nvPr/>
          </p:nvSpPr>
          <p:spPr>
            <a:xfrm>
              <a:off x="6010286" y="2887822"/>
              <a:ext cx="58424" cy="16971"/>
            </a:xfrm>
            <a:custGeom>
              <a:avLst/>
              <a:gdLst>
                <a:gd name="connsiteX0" fmla="*/ 12800 w 39142"/>
                <a:gd name="connsiteY0" fmla="*/ 11326 h 11370"/>
                <a:gd name="connsiteX1" fmla="*/ 13635 w 39142"/>
                <a:gd name="connsiteY1" fmla="*/ 10975 h 11370"/>
                <a:gd name="connsiteX2" fmla="*/ 18783 w 39142"/>
                <a:gd name="connsiteY2" fmla="*/ 5970 h 11370"/>
                <a:gd name="connsiteX3" fmla="*/ 26389 w 39142"/>
                <a:gd name="connsiteY3" fmla="*/ 5970 h 11370"/>
                <a:gd name="connsiteX4" fmla="*/ 26713 w 39142"/>
                <a:gd name="connsiteY4" fmla="*/ 5970 h 11370"/>
                <a:gd name="connsiteX5" fmla="*/ 32372 w 39142"/>
                <a:gd name="connsiteY5" fmla="*/ 4478 h 11370"/>
                <a:gd name="connsiteX6" fmla="*/ 37148 w 39142"/>
                <a:gd name="connsiteY6" fmla="*/ 4478 h 11370"/>
                <a:gd name="connsiteX7" fmla="*/ 38261 w 39142"/>
                <a:gd name="connsiteY7" fmla="*/ 3731 h 11370"/>
                <a:gd name="connsiteX8" fmla="*/ 39142 w 39142"/>
                <a:gd name="connsiteY8" fmla="*/ 1449 h 11370"/>
                <a:gd name="connsiteX9" fmla="*/ 38308 w 39142"/>
                <a:gd name="connsiteY9" fmla="*/ 1449 h 11370"/>
                <a:gd name="connsiteX10" fmla="*/ 37937 w 39142"/>
                <a:gd name="connsiteY10" fmla="*/ 1405 h 11370"/>
                <a:gd name="connsiteX11" fmla="*/ 37751 w 39142"/>
                <a:gd name="connsiteY11" fmla="*/ 1229 h 11370"/>
                <a:gd name="connsiteX12" fmla="*/ 37426 w 39142"/>
                <a:gd name="connsiteY12" fmla="*/ 966 h 11370"/>
                <a:gd name="connsiteX13" fmla="*/ 37241 w 39142"/>
                <a:gd name="connsiteY13" fmla="*/ 571 h 11370"/>
                <a:gd name="connsiteX14" fmla="*/ 37148 w 39142"/>
                <a:gd name="connsiteY14" fmla="*/ 351 h 11370"/>
                <a:gd name="connsiteX15" fmla="*/ 37241 w 39142"/>
                <a:gd name="connsiteY15" fmla="*/ 176 h 11370"/>
                <a:gd name="connsiteX16" fmla="*/ 37241 w 39142"/>
                <a:gd name="connsiteY16" fmla="*/ 0 h 11370"/>
                <a:gd name="connsiteX17" fmla="*/ 37241 w 39142"/>
                <a:gd name="connsiteY17" fmla="*/ 0 h 11370"/>
                <a:gd name="connsiteX18" fmla="*/ 36360 w 39142"/>
                <a:gd name="connsiteY18" fmla="*/ 2283 h 11370"/>
                <a:gd name="connsiteX19" fmla="*/ 32232 w 39142"/>
                <a:gd name="connsiteY19" fmla="*/ 2283 h 11370"/>
                <a:gd name="connsiteX20" fmla="*/ 31908 w 39142"/>
                <a:gd name="connsiteY20" fmla="*/ 2283 h 11370"/>
                <a:gd name="connsiteX21" fmla="*/ 26250 w 39142"/>
                <a:gd name="connsiteY21" fmla="*/ 3775 h 11370"/>
                <a:gd name="connsiteX22" fmla="*/ 18273 w 39142"/>
                <a:gd name="connsiteY22" fmla="*/ 3775 h 11370"/>
                <a:gd name="connsiteX23" fmla="*/ 17438 w 39142"/>
                <a:gd name="connsiteY23" fmla="*/ 4127 h 11370"/>
                <a:gd name="connsiteX24" fmla="*/ 12337 w 39142"/>
                <a:gd name="connsiteY24" fmla="*/ 9087 h 11370"/>
                <a:gd name="connsiteX25" fmla="*/ 0 w 39142"/>
                <a:gd name="connsiteY25" fmla="*/ 7551 h 11370"/>
                <a:gd name="connsiteX26" fmla="*/ 139 w 39142"/>
                <a:gd name="connsiteY26" fmla="*/ 7551 h 11370"/>
                <a:gd name="connsiteX27" fmla="*/ 325 w 39142"/>
                <a:gd name="connsiteY27" fmla="*/ 7770 h 11370"/>
                <a:gd name="connsiteX28" fmla="*/ 557 w 39142"/>
                <a:gd name="connsiteY28" fmla="*/ 7858 h 11370"/>
                <a:gd name="connsiteX29" fmla="*/ 649 w 39142"/>
                <a:gd name="connsiteY29" fmla="*/ 8078 h 11370"/>
                <a:gd name="connsiteX30" fmla="*/ 835 w 39142"/>
                <a:gd name="connsiteY30" fmla="*/ 8429 h 11370"/>
                <a:gd name="connsiteX31" fmla="*/ 835 w 39142"/>
                <a:gd name="connsiteY31" fmla="*/ 8824 h 11370"/>
                <a:gd name="connsiteX32" fmla="*/ 835 w 39142"/>
                <a:gd name="connsiteY32" fmla="*/ 9043 h 11370"/>
                <a:gd name="connsiteX33" fmla="*/ 649 w 39142"/>
                <a:gd name="connsiteY33" fmla="*/ 9263 h 11370"/>
                <a:gd name="connsiteX34" fmla="*/ 603 w 39142"/>
                <a:gd name="connsiteY34" fmla="*/ 9395 h 11370"/>
                <a:gd name="connsiteX35" fmla="*/ 186 w 39142"/>
                <a:gd name="connsiteY35" fmla="*/ 9790 h 11370"/>
                <a:gd name="connsiteX36" fmla="*/ 12661 w 39142"/>
                <a:gd name="connsiteY36" fmla="*/ 11370 h 11370"/>
                <a:gd name="connsiteX37" fmla="*/ 12800 w 39142"/>
                <a:gd name="connsiteY37" fmla="*/ 11370 h 1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9142" h="11370">
                  <a:moveTo>
                    <a:pt x="12800" y="11326"/>
                  </a:moveTo>
                  <a:cubicBezTo>
                    <a:pt x="13125" y="11326"/>
                    <a:pt x="13403" y="11194"/>
                    <a:pt x="13635" y="10975"/>
                  </a:cubicBezTo>
                  <a:lnTo>
                    <a:pt x="18783" y="5970"/>
                  </a:lnTo>
                  <a:lnTo>
                    <a:pt x="26389" y="5970"/>
                  </a:lnTo>
                  <a:cubicBezTo>
                    <a:pt x="26389" y="5970"/>
                    <a:pt x="26574" y="5970"/>
                    <a:pt x="26713" y="5970"/>
                  </a:cubicBezTo>
                  <a:lnTo>
                    <a:pt x="32372" y="4478"/>
                  </a:lnTo>
                  <a:lnTo>
                    <a:pt x="37148" y="4478"/>
                  </a:lnTo>
                  <a:cubicBezTo>
                    <a:pt x="37658" y="4478"/>
                    <a:pt x="38076" y="4170"/>
                    <a:pt x="38261" y="3731"/>
                  </a:cubicBezTo>
                  <a:lnTo>
                    <a:pt x="39142" y="1449"/>
                  </a:lnTo>
                  <a:lnTo>
                    <a:pt x="38308" y="1449"/>
                  </a:lnTo>
                  <a:cubicBezTo>
                    <a:pt x="38308" y="1449"/>
                    <a:pt x="38029" y="1449"/>
                    <a:pt x="37937" y="1405"/>
                  </a:cubicBezTo>
                  <a:cubicBezTo>
                    <a:pt x="37844" y="1405"/>
                    <a:pt x="37798" y="1273"/>
                    <a:pt x="37751" y="1229"/>
                  </a:cubicBezTo>
                  <a:cubicBezTo>
                    <a:pt x="37612" y="1141"/>
                    <a:pt x="37519" y="1098"/>
                    <a:pt x="37426" y="966"/>
                  </a:cubicBezTo>
                  <a:cubicBezTo>
                    <a:pt x="37334" y="834"/>
                    <a:pt x="37288" y="746"/>
                    <a:pt x="37241" y="571"/>
                  </a:cubicBezTo>
                  <a:cubicBezTo>
                    <a:pt x="37241" y="483"/>
                    <a:pt x="37148" y="439"/>
                    <a:pt x="37148" y="351"/>
                  </a:cubicBezTo>
                  <a:cubicBezTo>
                    <a:pt x="37148" y="263"/>
                    <a:pt x="37195" y="219"/>
                    <a:pt x="37241" y="176"/>
                  </a:cubicBezTo>
                  <a:cubicBezTo>
                    <a:pt x="37241" y="88"/>
                    <a:pt x="37241" y="44"/>
                    <a:pt x="37241" y="0"/>
                  </a:cubicBezTo>
                  <a:lnTo>
                    <a:pt x="37241" y="0"/>
                  </a:lnTo>
                  <a:lnTo>
                    <a:pt x="36360" y="2283"/>
                  </a:lnTo>
                  <a:lnTo>
                    <a:pt x="32232" y="2283"/>
                  </a:lnTo>
                  <a:cubicBezTo>
                    <a:pt x="32232" y="2283"/>
                    <a:pt x="32047" y="2283"/>
                    <a:pt x="31908" y="2283"/>
                  </a:cubicBezTo>
                  <a:lnTo>
                    <a:pt x="26250" y="3775"/>
                  </a:lnTo>
                  <a:lnTo>
                    <a:pt x="18273" y="3775"/>
                  </a:lnTo>
                  <a:cubicBezTo>
                    <a:pt x="17948" y="3775"/>
                    <a:pt x="17670" y="3907"/>
                    <a:pt x="17438" y="4127"/>
                  </a:cubicBezTo>
                  <a:lnTo>
                    <a:pt x="12337" y="9087"/>
                  </a:lnTo>
                  <a:lnTo>
                    <a:pt x="0" y="7551"/>
                  </a:lnTo>
                  <a:lnTo>
                    <a:pt x="139" y="7551"/>
                  </a:lnTo>
                  <a:cubicBezTo>
                    <a:pt x="139" y="7551"/>
                    <a:pt x="232" y="7726"/>
                    <a:pt x="325" y="7770"/>
                  </a:cubicBezTo>
                  <a:cubicBezTo>
                    <a:pt x="371" y="7770"/>
                    <a:pt x="464" y="7770"/>
                    <a:pt x="557" y="7858"/>
                  </a:cubicBezTo>
                  <a:cubicBezTo>
                    <a:pt x="603" y="7902"/>
                    <a:pt x="557" y="7990"/>
                    <a:pt x="649" y="8078"/>
                  </a:cubicBezTo>
                  <a:cubicBezTo>
                    <a:pt x="742" y="8209"/>
                    <a:pt x="788" y="8297"/>
                    <a:pt x="835" y="8429"/>
                  </a:cubicBezTo>
                  <a:cubicBezTo>
                    <a:pt x="835" y="8560"/>
                    <a:pt x="835" y="8692"/>
                    <a:pt x="835" y="8824"/>
                  </a:cubicBezTo>
                  <a:cubicBezTo>
                    <a:pt x="835" y="8912"/>
                    <a:pt x="835" y="8956"/>
                    <a:pt x="835" y="9043"/>
                  </a:cubicBezTo>
                  <a:cubicBezTo>
                    <a:pt x="835" y="9131"/>
                    <a:pt x="696" y="9175"/>
                    <a:pt x="649" y="9263"/>
                  </a:cubicBezTo>
                  <a:cubicBezTo>
                    <a:pt x="649" y="9263"/>
                    <a:pt x="649" y="9351"/>
                    <a:pt x="603" y="9395"/>
                  </a:cubicBezTo>
                  <a:lnTo>
                    <a:pt x="186" y="9790"/>
                  </a:lnTo>
                  <a:lnTo>
                    <a:pt x="12661" y="11370"/>
                  </a:lnTo>
                  <a:cubicBezTo>
                    <a:pt x="12661" y="11370"/>
                    <a:pt x="12754" y="11370"/>
                    <a:pt x="12800" y="1137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8" name="Freeform: Shape 2287">
              <a:extLst>
                <a:ext uri="{FF2B5EF4-FFF2-40B4-BE49-F238E27FC236}">
                  <a16:creationId xmlns:a16="http://schemas.microsoft.com/office/drawing/2014/main" id="{04A21C8D-961B-E48E-BEB1-67E95EA9B113}"/>
                </a:ext>
              </a:extLst>
            </p:cNvPr>
            <p:cNvSpPr>
              <a:spLocks/>
            </p:cNvSpPr>
            <p:nvPr/>
          </p:nvSpPr>
          <p:spPr>
            <a:xfrm>
              <a:off x="5932962" y="2880941"/>
              <a:ext cx="78016" cy="20248"/>
            </a:xfrm>
            <a:custGeom>
              <a:avLst/>
              <a:gdLst>
                <a:gd name="connsiteX0" fmla="*/ 52174 w 52267"/>
                <a:gd name="connsiteY0" fmla="*/ 12336 h 13565"/>
                <a:gd name="connsiteX1" fmla="*/ 51989 w 52267"/>
                <a:gd name="connsiteY1" fmla="*/ 12160 h 13565"/>
                <a:gd name="connsiteX2" fmla="*/ 51850 w 52267"/>
                <a:gd name="connsiteY2" fmla="*/ 12160 h 13565"/>
                <a:gd name="connsiteX3" fmla="*/ 42203 w 52267"/>
                <a:gd name="connsiteY3" fmla="*/ 8385 h 13565"/>
                <a:gd name="connsiteX4" fmla="*/ 32789 w 52267"/>
                <a:gd name="connsiteY4" fmla="*/ 6673 h 13565"/>
                <a:gd name="connsiteX5" fmla="*/ 30284 w 52267"/>
                <a:gd name="connsiteY5" fmla="*/ 5663 h 13565"/>
                <a:gd name="connsiteX6" fmla="*/ 29264 w 52267"/>
                <a:gd name="connsiteY6" fmla="*/ 878 h 13565"/>
                <a:gd name="connsiteX7" fmla="*/ 28105 w 52267"/>
                <a:gd name="connsiteY7" fmla="*/ 0 h 13565"/>
                <a:gd name="connsiteX8" fmla="*/ 13635 w 52267"/>
                <a:gd name="connsiteY8" fmla="*/ 0 h 13565"/>
                <a:gd name="connsiteX9" fmla="*/ 12800 w 52267"/>
                <a:gd name="connsiteY9" fmla="*/ 307 h 13565"/>
                <a:gd name="connsiteX10" fmla="*/ 9090 w 52267"/>
                <a:gd name="connsiteY10" fmla="*/ 3819 h 13565"/>
                <a:gd name="connsiteX11" fmla="*/ 1159 w 52267"/>
                <a:gd name="connsiteY11" fmla="*/ 3819 h 13565"/>
                <a:gd name="connsiteX12" fmla="*/ 0 w 52267"/>
                <a:gd name="connsiteY12" fmla="*/ 4917 h 13565"/>
                <a:gd name="connsiteX13" fmla="*/ 1159 w 52267"/>
                <a:gd name="connsiteY13" fmla="*/ 6014 h 13565"/>
                <a:gd name="connsiteX14" fmla="*/ 9554 w 52267"/>
                <a:gd name="connsiteY14" fmla="*/ 6014 h 13565"/>
                <a:gd name="connsiteX15" fmla="*/ 10388 w 52267"/>
                <a:gd name="connsiteY15" fmla="*/ 5707 h 13565"/>
                <a:gd name="connsiteX16" fmla="*/ 14099 w 52267"/>
                <a:gd name="connsiteY16" fmla="*/ 2195 h 13565"/>
                <a:gd name="connsiteX17" fmla="*/ 27177 w 52267"/>
                <a:gd name="connsiteY17" fmla="*/ 2195 h 13565"/>
                <a:gd name="connsiteX18" fmla="*/ 28151 w 52267"/>
                <a:gd name="connsiteY18" fmla="*/ 6673 h 13565"/>
                <a:gd name="connsiteX19" fmla="*/ 28847 w 52267"/>
                <a:gd name="connsiteY19" fmla="*/ 7463 h 13565"/>
                <a:gd name="connsiteX20" fmla="*/ 32186 w 52267"/>
                <a:gd name="connsiteY20" fmla="*/ 8780 h 13565"/>
                <a:gd name="connsiteX21" fmla="*/ 41647 w 52267"/>
                <a:gd name="connsiteY21" fmla="*/ 10492 h 13565"/>
                <a:gd name="connsiteX22" fmla="*/ 49577 w 52267"/>
                <a:gd name="connsiteY22" fmla="*/ 13565 h 13565"/>
                <a:gd name="connsiteX23" fmla="*/ 50830 w 52267"/>
                <a:gd name="connsiteY23" fmla="*/ 12380 h 13565"/>
                <a:gd name="connsiteX24" fmla="*/ 52267 w 52267"/>
                <a:gd name="connsiteY24" fmla="*/ 12292 h 1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2267" h="13565">
                  <a:moveTo>
                    <a:pt x="52174" y="12336"/>
                  </a:moveTo>
                  <a:cubicBezTo>
                    <a:pt x="52174" y="12336"/>
                    <a:pt x="52082" y="12204"/>
                    <a:pt x="51989" y="12160"/>
                  </a:cubicBezTo>
                  <a:lnTo>
                    <a:pt x="51850" y="12160"/>
                  </a:lnTo>
                  <a:cubicBezTo>
                    <a:pt x="51850" y="12160"/>
                    <a:pt x="42203" y="8385"/>
                    <a:pt x="42203" y="8385"/>
                  </a:cubicBezTo>
                  <a:lnTo>
                    <a:pt x="32789" y="6673"/>
                  </a:lnTo>
                  <a:lnTo>
                    <a:pt x="30284" y="5663"/>
                  </a:lnTo>
                  <a:lnTo>
                    <a:pt x="29264" y="878"/>
                  </a:lnTo>
                  <a:cubicBezTo>
                    <a:pt x="29171" y="351"/>
                    <a:pt x="28661" y="0"/>
                    <a:pt x="28105" y="0"/>
                  </a:cubicBezTo>
                  <a:lnTo>
                    <a:pt x="13635" y="0"/>
                  </a:lnTo>
                  <a:cubicBezTo>
                    <a:pt x="13310" y="0"/>
                    <a:pt x="13032" y="132"/>
                    <a:pt x="12800" y="307"/>
                  </a:cubicBezTo>
                  <a:lnTo>
                    <a:pt x="9090" y="3819"/>
                  </a:lnTo>
                  <a:lnTo>
                    <a:pt x="1159" y="3819"/>
                  </a:lnTo>
                  <a:cubicBezTo>
                    <a:pt x="510" y="3819"/>
                    <a:pt x="0" y="4302"/>
                    <a:pt x="0" y="4917"/>
                  </a:cubicBezTo>
                  <a:cubicBezTo>
                    <a:pt x="0" y="5531"/>
                    <a:pt x="510" y="6014"/>
                    <a:pt x="1159" y="6014"/>
                  </a:cubicBezTo>
                  <a:lnTo>
                    <a:pt x="9554" y="6014"/>
                  </a:lnTo>
                  <a:cubicBezTo>
                    <a:pt x="9878" y="6014"/>
                    <a:pt x="10157" y="5883"/>
                    <a:pt x="10388" y="5707"/>
                  </a:cubicBezTo>
                  <a:lnTo>
                    <a:pt x="14099" y="2195"/>
                  </a:lnTo>
                  <a:lnTo>
                    <a:pt x="27177" y="2195"/>
                  </a:lnTo>
                  <a:lnTo>
                    <a:pt x="28151" y="6673"/>
                  </a:lnTo>
                  <a:cubicBezTo>
                    <a:pt x="28244" y="7024"/>
                    <a:pt x="28476" y="7331"/>
                    <a:pt x="28847" y="7463"/>
                  </a:cubicBezTo>
                  <a:lnTo>
                    <a:pt x="32186" y="8780"/>
                  </a:lnTo>
                  <a:lnTo>
                    <a:pt x="41647" y="10492"/>
                  </a:lnTo>
                  <a:lnTo>
                    <a:pt x="49577" y="13565"/>
                  </a:lnTo>
                  <a:lnTo>
                    <a:pt x="50830" y="12380"/>
                  </a:lnTo>
                  <a:cubicBezTo>
                    <a:pt x="51200" y="12029"/>
                    <a:pt x="51803" y="12029"/>
                    <a:pt x="52267" y="1229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9" name="Freeform: Shape 2288">
              <a:extLst>
                <a:ext uri="{FF2B5EF4-FFF2-40B4-BE49-F238E27FC236}">
                  <a16:creationId xmlns:a16="http://schemas.microsoft.com/office/drawing/2014/main" id="{185CF5F4-909D-4D85-853D-3E95670A25FC}"/>
                </a:ext>
              </a:extLst>
            </p:cNvPr>
            <p:cNvSpPr>
              <a:spLocks/>
            </p:cNvSpPr>
            <p:nvPr/>
          </p:nvSpPr>
          <p:spPr>
            <a:xfrm>
              <a:off x="6011324" y="2899812"/>
              <a:ext cx="277" cy="524"/>
            </a:xfrm>
            <a:custGeom>
              <a:avLst/>
              <a:gdLst>
                <a:gd name="connsiteX0" fmla="*/ 0 w 185"/>
                <a:gd name="connsiteY0" fmla="*/ 0 h 351"/>
                <a:gd name="connsiteX1" fmla="*/ 185 w 185"/>
                <a:gd name="connsiteY1" fmla="*/ 351 h 351"/>
                <a:gd name="connsiteX2" fmla="*/ 0 w 185"/>
                <a:gd name="connsiteY2" fmla="*/ 0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0" y="0"/>
                  </a:moveTo>
                  <a:cubicBezTo>
                    <a:pt x="0" y="0"/>
                    <a:pt x="139" y="219"/>
                    <a:pt x="185" y="351"/>
                  </a:cubicBezTo>
                  <a:cubicBezTo>
                    <a:pt x="185" y="219"/>
                    <a:pt x="93" y="88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0" name="Freeform: Shape 2289">
              <a:extLst>
                <a:ext uri="{FF2B5EF4-FFF2-40B4-BE49-F238E27FC236}">
                  <a16:creationId xmlns:a16="http://schemas.microsoft.com/office/drawing/2014/main" id="{2D97D5D0-FBAC-D0A9-BB05-A2AC2A37D1C0}"/>
                </a:ext>
              </a:extLst>
            </p:cNvPr>
            <p:cNvSpPr>
              <a:spLocks/>
            </p:cNvSpPr>
            <p:nvPr/>
          </p:nvSpPr>
          <p:spPr>
            <a:xfrm>
              <a:off x="6011255" y="2900928"/>
              <a:ext cx="277" cy="654"/>
            </a:xfrm>
            <a:custGeom>
              <a:avLst/>
              <a:gdLst>
                <a:gd name="connsiteX0" fmla="*/ 185 w 185"/>
                <a:gd name="connsiteY0" fmla="*/ 0 h 438"/>
                <a:gd name="connsiteX1" fmla="*/ 0 w 185"/>
                <a:gd name="connsiteY1" fmla="*/ 439 h 438"/>
                <a:gd name="connsiteX2" fmla="*/ 185 w 185"/>
                <a:gd name="connsiteY2" fmla="*/ 219 h 438"/>
                <a:gd name="connsiteX3" fmla="*/ 185 w 185"/>
                <a:gd name="connsiteY3" fmla="*/ 0 h 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" h="438">
                  <a:moveTo>
                    <a:pt x="185" y="0"/>
                  </a:moveTo>
                  <a:cubicBezTo>
                    <a:pt x="185" y="0"/>
                    <a:pt x="93" y="307"/>
                    <a:pt x="0" y="439"/>
                  </a:cubicBezTo>
                  <a:cubicBezTo>
                    <a:pt x="46" y="351"/>
                    <a:pt x="139" y="307"/>
                    <a:pt x="185" y="219"/>
                  </a:cubicBezTo>
                  <a:cubicBezTo>
                    <a:pt x="185" y="132"/>
                    <a:pt x="185" y="88"/>
                    <a:pt x="18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1" name="Freeform: Shape 2290">
              <a:extLst>
                <a:ext uri="{FF2B5EF4-FFF2-40B4-BE49-F238E27FC236}">
                  <a16:creationId xmlns:a16="http://schemas.microsoft.com/office/drawing/2014/main" id="{6FD62B59-DEC1-535B-1576-E33A7F1B0BFF}"/>
                </a:ext>
              </a:extLst>
            </p:cNvPr>
            <p:cNvSpPr>
              <a:spLocks/>
            </p:cNvSpPr>
            <p:nvPr/>
          </p:nvSpPr>
          <p:spPr>
            <a:xfrm>
              <a:off x="6065803" y="2848178"/>
              <a:ext cx="26652" cy="39840"/>
            </a:xfrm>
            <a:custGeom>
              <a:avLst/>
              <a:gdLst>
                <a:gd name="connsiteX0" fmla="*/ 6910 w 17855"/>
                <a:gd name="connsiteY0" fmla="*/ 24189 h 26691"/>
                <a:gd name="connsiteX1" fmla="*/ 8070 w 17855"/>
                <a:gd name="connsiteY1" fmla="*/ 23091 h 26691"/>
                <a:gd name="connsiteX2" fmla="*/ 8070 w 17855"/>
                <a:gd name="connsiteY2" fmla="*/ 15497 h 26691"/>
                <a:gd name="connsiteX3" fmla="*/ 11873 w 17855"/>
                <a:gd name="connsiteY3" fmla="*/ 13346 h 26691"/>
                <a:gd name="connsiteX4" fmla="*/ 12429 w 17855"/>
                <a:gd name="connsiteY4" fmla="*/ 12512 h 26691"/>
                <a:gd name="connsiteX5" fmla="*/ 12058 w 17855"/>
                <a:gd name="connsiteY5" fmla="*/ 11590 h 26691"/>
                <a:gd name="connsiteX6" fmla="*/ 9739 w 17855"/>
                <a:gd name="connsiteY6" fmla="*/ 9526 h 26691"/>
                <a:gd name="connsiteX7" fmla="*/ 15815 w 17855"/>
                <a:gd name="connsiteY7" fmla="*/ 8517 h 26691"/>
                <a:gd name="connsiteX8" fmla="*/ 16742 w 17855"/>
                <a:gd name="connsiteY8" fmla="*/ 7639 h 26691"/>
                <a:gd name="connsiteX9" fmla="*/ 17855 w 17855"/>
                <a:gd name="connsiteY9" fmla="*/ 1712 h 26691"/>
                <a:gd name="connsiteX10" fmla="*/ 16371 w 17855"/>
                <a:gd name="connsiteY10" fmla="*/ 658 h 26691"/>
                <a:gd name="connsiteX11" fmla="*/ 16325 w 17855"/>
                <a:gd name="connsiteY11" fmla="*/ 571 h 26691"/>
                <a:gd name="connsiteX12" fmla="*/ 16093 w 17855"/>
                <a:gd name="connsiteY12" fmla="*/ 351 h 26691"/>
                <a:gd name="connsiteX13" fmla="*/ 15861 w 17855"/>
                <a:gd name="connsiteY13" fmla="*/ 0 h 26691"/>
                <a:gd name="connsiteX14" fmla="*/ 14655 w 17855"/>
                <a:gd name="connsiteY14" fmla="*/ 6497 h 26691"/>
                <a:gd name="connsiteX15" fmla="*/ 7049 w 17855"/>
                <a:gd name="connsiteY15" fmla="*/ 7726 h 26691"/>
                <a:gd name="connsiteX16" fmla="*/ 6122 w 17855"/>
                <a:gd name="connsiteY16" fmla="*/ 8517 h 26691"/>
                <a:gd name="connsiteX17" fmla="*/ 6447 w 17855"/>
                <a:gd name="connsiteY17" fmla="*/ 9614 h 26691"/>
                <a:gd name="connsiteX18" fmla="*/ 9368 w 17855"/>
                <a:gd name="connsiteY18" fmla="*/ 12204 h 26691"/>
                <a:gd name="connsiteX19" fmla="*/ 6354 w 17855"/>
                <a:gd name="connsiteY19" fmla="*/ 13916 h 26691"/>
                <a:gd name="connsiteX20" fmla="*/ 5797 w 17855"/>
                <a:gd name="connsiteY20" fmla="*/ 14838 h 26691"/>
                <a:gd name="connsiteX21" fmla="*/ 5797 w 17855"/>
                <a:gd name="connsiteY21" fmla="*/ 21950 h 26691"/>
                <a:gd name="connsiteX22" fmla="*/ 2597 w 17855"/>
                <a:gd name="connsiteY22" fmla="*/ 21950 h 26691"/>
                <a:gd name="connsiteX23" fmla="*/ 1484 w 17855"/>
                <a:gd name="connsiteY23" fmla="*/ 22652 h 26691"/>
                <a:gd name="connsiteX24" fmla="*/ 0 w 17855"/>
                <a:gd name="connsiteY24" fmla="*/ 26516 h 26691"/>
                <a:gd name="connsiteX25" fmla="*/ 0 w 17855"/>
                <a:gd name="connsiteY25" fmla="*/ 26516 h 26691"/>
                <a:gd name="connsiteX26" fmla="*/ 0 w 17855"/>
                <a:gd name="connsiteY26" fmla="*/ 26691 h 26691"/>
                <a:gd name="connsiteX27" fmla="*/ 1067 w 17855"/>
                <a:gd name="connsiteY27" fmla="*/ 25769 h 26691"/>
                <a:gd name="connsiteX28" fmla="*/ 2736 w 17855"/>
                <a:gd name="connsiteY28" fmla="*/ 25769 h 26691"/>
                <a:gd name="connsiteX29" fmla="*/ 3385 w 17855"/>
                <a:gd name="connsiteY29" fmla="*/ 24101 h 26691"/>
                <a:gd name="connsiteX30" fmla="*/ 6910 w 17855"/>
                <a:gd name="connsiteY30" fmla="*/ 24101 h 2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55" h="26691">
                  <a:moveTo>
                    <a:pt x="6910" y="24189"/>
                  </a:moveTo>
                  <a:cubicBezTo>
                    <a:pt x="7560" y="24189"/>
                    <a:pt x="8070" y="23706"/>
                    <a:pt x="8070" y="23091"/>
                  </a:cubicBezTo>
                  <a:lnTo>
                    <a:pt x="8070" y="15497"/>
                  </a:lnTo>
                  <a:lnTo>
                    <a:pt x="11873" y="13346"/>
                  </a:lnTo>
                  <a:cubicBezTo>
                    <a:pt x="12197" y="13170"/>
                    <a:pt x="12383" y="12863"/>
                    <a:pt x="12429" y="12512"/>
                  </a:cubicBezTo>
                  <a:cubicBezTo>
                    <a:pt x="12429" y="12160"/>
                    <a:pt x="12336" y="11809"/>
                    <a:pt x="12058" y="11590"/>
                  </a:cubicBezTo>
                  <a:lnTo>
                    <a:pt x="9739" y="9526"/>
                  </a:lnTo>
                  <a:lnTo>
                    <a:pt x="15815" y="8517"/>
                  </a:lnTo>
                  <a:cubicBezTo>
                    <a:pt x="16278" y="8429"/>
                    <a:pt x="16696" y="8078"/>
                    <a:pt x="16742" y="7639"/>
                  </a:cubicBezTo>
                  <a:lnTo>
                    <a:pt x="17855" y="1712"/>
                  </a:lnTo>
                  <a:lnTo>
                    <a:pt x="16371" y="658"/>
                  </a:lnTo>
                  <a:cubicBezTo>
                    <a:pt x="16371" y="658"/>
                    <a:pt x="16371" y="615"/>
                    <a:pt x="16325" y="571"/>
                  </a:cubicBezTo>
                  <a:cubicBezTo>
                    <a:pt x="16232" y="483"/>
                    <a:pt x="16139" y="439"/>
                    <a:pt x="16093" y="351"/>
                  </a:cubicBezTo>
                  <a:lnTo>
                    <a:pt x="15861" y="0"/>
                  </a:lnTo>
                  <a:lnTo>
                    <a:pt x="14655" y="6497"/>
                  </a:lnTo>
                  <a:lnTo>
                    <a:pt x="7049" y="7726"/>
                  </a:lnTo>
                  <a:cubicBezTo>
                    <a:pt x="6632" y="7814"/>
                    <a:pt x="6261" y="8078"/>
                    <a:pt x="6122" y="8517"/>
                  </a:cubicBezTo>
                  <a:cubicBezTo>
                    <a:pt x="5983" y="8912"/>
                    <a:pt x="6122" y="9351"/>
                    <a:pt x="6447" y="9614"/>
                  </a:cubicBezTo>
                  <a:lnTo>
                    <a:pt x="9368" y="12204"/>
                  </a:lnTo>
                  <a:lnTo>
                    <a:pt x="6354" y="13916"/>
                  </a:lnTo>
                  <a:cubicBezTo>
                    <a:pt x="5983" y="14136"/>
                    <a:pt x="5797" y="14487"/>
                    <a:pt x="5797" y="14838"/>
                  </a:cubicBezTo>
                  <a:lnTo>
                    <a:pt x="5797" y="21950"/>
                  </a:lnTo>
                  <a:lnTo>
                    <a:pt x="2597" y="21950"/>
                  </a:lnTo>
                  <a:cubicBezTo>
                    <a:pt x="2087" y="21950"/>
                    <a:pt x="1670" y="22257"/>
                    <a:pt x="1484" y="22652"/>
                  </a:cubicBezTo>
                  <a:lnTo>
                    <a:pt x="0" y="26516"/>
                  </a:lnTo>
                  <a:lnTo>
                    <a:pt x="0" y="26516"/>
                  </a:lnTo>
                  <a:cubicBezTo>
                    <a:pt x="0" y="26516"/>
                    <a:pt x="0" y="26647"/>
                    <a:pt x="0" y="26691"/>
                  </a:cubicBezTo>
                  <a:cubicBezTo>
                    <a:pt x="93" y="26165"/>
                    <a:pt x="510" y="25769"/>
                    <a:pt x="1067" y="25769"/>
                  </a:cubicBezTo>
                  <a:lnTo>
                    <a:pt x="2736" y="25769"/>
                  </a:lnTo>
                  <a:lnTo>
                    <a:pt x="3385" y="24101"/>
                  </a:lnTo>
                  <a:lnTo>
                    <a:pt x="6910" y="2410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2" name="Freeform: Shape 2291">
              <a:extLst>
                <a:ext uri="{FF2B5EF4-FFF2-40B4-BE49-F238E27FC236}">
                  <a16:creationId xmlns:a16="http://schemas.microsoft.com/office/drawing/2014/main" id="{D404D861-2844-8C5A-0912-DDAF69E96E74}"/>
                </a:ext>
              </a:extLst>
            </p:cNvPr>
            <p:cNvSpPr>
              <a:spLocks/>
            </p:cNvSpPr>
            <p:nvPr/>
          </p:nvSpPr>
          <p:spPr>
            <a:xfrm>
              <a:off x="6066565" y="2889657"/>
              <a:ext cx="898" cy="327"/>
            </a:xfrm>
            <a:custGeom>
              <a:avLst/>
              <a:gdLst>
                <a:gd name="connsiteX0" fmla="*/ 603 w 602"/>
                <a:gd name="connsiteY0" fmla="*/ 219 h 219"/>
                <a:gd name="connsiteX1" fmla="*/ 0 w 602"/>
                <a:gd name="connsiteY1" fmla="*/ 0 h 219"/>
                <a:gd name="connsiteX2" fmla="*/ 185 w 602"/>
                <a:gd name="connsiteY2" fmla="*/ 176 h 219"/>
                <a:gd name="connsiteX3" fmla="*/ 557 w 602"/>
                <a:gd name="connsiteY3" fmla="*/ 219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2" h="219">
                  <a:moveTo>
                    <a:pt x="603" y="219"/>
                  </a:moveTo>
                  <a:cubicBezTo>
                    <a:pt x="603" y="219"/>
                    <a:pt x="185" y="88"/>
                    <a:pt x="0" y="0"/>
                  </a:cubicBezTo>
                  <a:cubicBezTo>
                    <a:pt x="93" y="44"/>
                    <a:pt x="93" y="132"/>
                    <a:pt x="185" y="176"/>
                  </a:cubicBezTo>
                  <a:cubicBezTo>
                    <a:pt x="325" y="176"/>
                    <a:pt x="464" y="219"/>
                    <a:pt x="557" y="2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3" name="Freeform: Shape 2292">
              <a:extLst>
                <a:ext uri="{FF2B5EF4-FFF2-40B4-BE49-F238E27FC236}">
                  <a16:creationId xmlns:a16="http://schemas.microsoft.com/office/drawing/2014/main" id="{4C2B9662-CFD7-85BC-F250-1946700DE30A}"/>
                </a:ext>
              </a:extLst>
            </p:cNvPr>
            <p:cNvSpPr>
              <a:spLocks/>
            </p:cNvSpPr>
            <p:nvPr/>
          </p:nvSpPr>
          <p:spPr>
            <a:xfrm>
              <a:off x="6065874" y="2888674"/>
              <a:ext cx="277" cy="590"/>
            </a:xfrm>
            <a:custGeom>
              <a:avLst/>
              <a:gdLst>
                <a:gd name="connsiteX0" fmla="*/ 185 w 185"/>
                <a:gd name="connsiteY0" fmla="*/ 395 h 395"/>
                <a:gd name="connsiteX1" fmla="*/ 0 w 185"/>
                <a:gd name="connsiteY1" fmla="*/ 0 h 395"/>
                <a:gd name="connsiteX2" fmla="*/ 185 w 185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185" y="395"/>
                  </a:moveTo>
                  <a:cubicBezTo>
                    <a:pt x="185" y="395"/>
                    <a:pt x="46" y="176"/>
                    <a:pt x="0" y="0"/>
                  </a:cubicBezTo>
                  <a:cubicBezTo>
                    <a:pt x="0" y="132"/>
                    <a:pt x="93" y="264"/>
                    <a:pt x="185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4" name="Freeform: Shape 2293">
              <a:extLst>
                <a:ext uri="{FF2B5EF4-FFF2-40B4-BE49-F238E27FC236}">
                  <a16:creationId xmlns:a16="http://schemas.microsoft.com/office/drawing/2014/main" id="{BEAD8602-0818-D8F6-B9A9-6658476D6979}"/>
                </a:ext>
              </a:extLst>
            </p:cNvPr>
            <p:cNvSpPr>
              <a:spLocks/>
            </p:cNvSpPr>
            <p:nvPr/>
          </p:nvSpPr>
          <p:spPr>
            <a:xfrm>
              <a:off x="6083015" y="2827930"/>
              <a:ext cx="9578" cy="21098"/>
            </a:xfrm>
            <a:custGeom>
              <a:avLst/>
              <a:gdLst>
                <a:gd name="connsiteX0" fmla="*/ 4794 w 6417"/>
                <a:gd name="connsiteY0" fmla="*/ 14136 h 14135"/>
                <a:gd name="connsiteX1" fmla="*/ 4609 w 6417"/>
                <a:gd name="connsiteY1" fmla="*/ 12687 h 14135"/>
                <a:gd name="connsiteX2" fmla="*/ 6232 w 6417"/>
                <a:gd name="connsiteY2" fmla="*/ 12468 h 14135"/>
                <a:gd name="connsiteX3" fmla="*/ 6417 w 6417"/>
                <a:gd name="connsiteY3" fmla="*/ 12599 h 14135"/>
                <a:gd name="connsiteX4" fmla="*/ 2429 w 6417"/>
                <a:gd name="connsiteY4" fmla="*/ 6278 h 14135"/>
                <a:gd name="connsiteX5" fmla="*/ 3774 w 6417"/>
                <a:gd name="connsiteY5" fmla="*/ 0 h 14135"/>
                <a:gd name="connsiteX6" fmla="*/ 3774 w 6417"/>
                <a:gd name="connsiteY6" fmla="*/ 132 h 14135"/>
                <a:gd name="connsiteX7" fmla="*/ 3589 w 6417"/>
                <a:gd name="connsiteY7" fmla="*/ 220 h 14135"/>
                <a:gd name="connsiteX8" fmla="*/ 3589 w 6417"/>
                <a:gd name="connsiteY8" fmla="*/ 307 h 14135"/>
                <a:gd name="connsiteX9" fmla="*/ 3449 w 6417"/>
                <a:gd name="connsiteY9" fmla="*/ 351 h 14135"/>
                <a:gd name="connsiteX10" fmla="*/ 2893 w 6417"/>
                <a:gd name="connsiteY10" fmla="*/ 658 h 14135"/>
                <a:gd name="connsiteX11" fmla="*/ 2707 w 6417"/>
                <a:gd name="connsiteY11" fmla="*/ 702 h 14135"/>
                <a:gd name="connsiteX12" fmla="*/ 2615 w 6417"/>
                <a:gd name="connsiteY12" fmla="*/ 702 h 14135"/>
                <a:gd name="connsiteX13" fmla="*/ 2104 w 6417"/>
                <a:gd name="connsiteY13" fmla="*/ 571 h 14135"/>
                <a:gd name="connsiteX14" fmla="*/ 2012 w 6417"/>
                <a:gd name="connsiteY14" fmla="*/ 483 h 14135"/>
                <a:gd name="connsiteX15" fmla="*/ 1873 w 6417"/>
                <a:gd name="connsiteY15" fmla="*/ 483 h 14135"/>
                <a:gd name="connsiteX16" fmla="*/ 1316 w 6417"/>
                <a:gd name="connsiteY16" fmla="*/ 44 h 14135"/>
                <a:gd name="connsiteX17" fmla="*/ 17 w 6417"/>
                <a:gd name="connsiteY17" fmla="*/ 6234 h 14135"/>
                <a:gd name="connsiteX18" fmla="*/ 157 w 6417"/>
                <a:gd name="connsiteY18" fmla="*/ 7024 h 14135"/>
                <a:gd name="connsiteX19" fmla="*/ 4284 w 6417"/>
                <a:gd name="connsiteY19" fmla="*/ 13521 h 14135"/>
                <a:gd name="connsiteX20" fmla="*/ 4516 w 6417"/>
                <a:gd name="connsiteY20" fmla="*/ 13872 h 14135"/>
                <a:gd name="connsiteX21" fmla="*/ 4748 w 6417"/>
                <a:gd name="connsiteY21" fmla="*/ 14092 h 14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17" h="14135">
                  <a:moveTo>
                    <a:pt x="4794" y="14136"/>
                  </a:moveTo>
                  <a:cubicBezTo>
                    <a:pt x="4377" y="13785"/>
                    <a:pt x="4238" y="13170"/>
                    <a:pt x="4609" y="12687"/>
                  </a:cubicBezTo>
                  <a:cubicBezTo>
                    <a:pt x="4980" y="12204"/>
                    <a:pt x="5722" y="12116"/>
                    <a:pt x="6232" y="12468"/>
                  </a:cubicBezTo>
                  <a:lnTo>
                    <a:pt x="6417" y="12599"/>
                  </a:lnTo>
                  <a:lnTo>
                    <a:pt x="2429" y="6278"/>
                  </a:lnTo>
                  <a:lnTo>
                    <a:pt x="3774" y="0"/>
                  </a:lnTo>
                  <a:lnTo>
                    <a:pt x="3774" y="132"/>
                  </a:lnTo>
                  <a:cubicBezTo>
                    <a:pt x="3774" y="132"/>
                    <a:pt x="3635" y="220"/>
                    <a:pt x="3589" y="220"/>
                  </a:cubicBezTo>
                  <a:cubicBezTo>
                    <a:pt x="3589" y="220"/>
                    <a:pt x="3589" y="263"/>
                    <a:pt x="3589" y="307"/>
                  </a:cubicBezTo>
                  <a:cubicBezTo>
                    <a:pt x="3589" y="307"/>
                    <a:pt x="3496" y="307"/>
                    <a:pt x="3449" y="351"/>
                  </a:cubicBezTo>
                  <a:cubicBezTo>
                    <a:pt x="3310" y="483"/>
                    <a:pt x="3125" y="571"/>
                    <a:pt x="2893" y="658"/>
                  </a:cubicBezTo>
                  <a:cubicBezTo>
                    <a:pt x="2846" y="658"/>
                    <a:pt x="2800" y="658"/>
                    <a:pt x="2707" y="702"/>
                  </a:cubicBezTo>
                  <a:cubicBezTo>
                    <a:pt x="2707" y="702"/>
                    <a:pt x="2661" y="702"/>
                    <a:pt x="2615" y="702"/>
                  </a:cubicBezTo>
                  <a:cubicBezTo>
                    <a:pt x="2429" y="702"/>
                    <a:pt x="2243" y="702"/>
                    <a:pt x="2104" y="571"/>
                  </a:cubicBezTo>
                  <a:cubicBezTo>
                    <a:pt x="2104" y="571"/>
                    <a:pt x="2104" y="483"/>
                    <a:pt x="2012" y="483"/>
                  </a:cubicBezTo>
                  <a:cubicBezTo>
                    <a:pt x="2012" y="483"/>
                    <a:pt x="1919" y="483"/>
                    <a:pt x="1873" y="483"/>
                  </a:cubicBezTo>
                  <a:lnTo>
                    <a:pt x="1316" y="44"/>
                  </a:lnTo>
                  <a:lnTo>
                    <a:pt x="17" y="6234"/>
                  </a:lnTo>
                  <a:cubicBezTo>
                    <a:pt x="-29" y="6497"/>
                    <a:pt x="17" y="6761"/>
                    <a:pt x="157" y="7024"/>
                  </a:cubicBezTo>
                  <a:lnTo>
                    <a:pt x="4284" y="13521"/>
                  </a:lnTo>
                  <a:lnTo>
                    <a:pt x="4516" y="13872"/>
                  </a:lnTo>
                  <a:cubicBezTo>
                    <a:pt x="4516" y="13872"/>
                    <a:pt x="4702" y="14048"/>
                    <a:pt x="4748" y="1409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5" name="Freeform: Shape 2294">
              <a:extLst>
                <a:ext uri="{FF2B5EF4-FFF2-40B4-BE49-F238E27FC236}">
                  <a16:creationId xmlns:a16="http://schemas.microsoft.com/office/drawing/2014/main" id="{14172511-C1B6-D35C-E141-043959197A75}"/>
                </a:ext>
              </a:extLst>
            </p:cNvPr>
            <p:cNvSpPr>
              <a:spLocks/>
            </p:cNvSpPr>
            <p:nvPr/>
          </p:nvSpPr>
          <p:spPr>
            <a:xfrm>
              <a:off x="6013922" y="2813334"/>
              <a:ext cx="72509" cy="19706"/>
            </a:xfrm>
            <a:custGeom>
              <a:avLst/>
              <a:gdLst>
                <a:gd name="connsiteX0" fmla="*/ 4010 w 48578"/>
                <a:gd name="connsiteY0" fmla="*/ 13203 h 13202"/>
                <a:gd name="connsiteX1" fmla="*/ 4195 w 48578"/>
                <a:gd name="connsiteY1" fmla="*/ 13203 h 13202"/>
                <a:gd name="connsiteX2" fmla="*/ 14352 w 48578"/>
                <a:gd name="connsiteY2" fmla="*/ 11534 h 13202"/>
                <a:gd name="connsiteX3" fmla="*/ 15326 w 48578"/>
                <a:gd name="connsiteY3" fmla="*/ 10437 h 13202"/>
                <a:gd name="connsiteX4" fmla="*/ 15326 w 48578"/>
                <a:gd name="connsiteY4" fmla="*/ 8374 h 13202"/>
                <a:gd name="connsiteX5" fmla="*/ 18201 w 48578"/>
                <a:gd name="connsiteY5" fmla="*/ 5257 h 13202"/>
                <a:gd name="connsiteX6" fmla="*/ 18480 w 48578"/>
                <a:gd name="connsiteY6" fmla="*/ 4554 h 13202"/>
                <a:gd name="connsiteX7" fmla="*/ 18480 w 48578"/>
                <a:gd name="connsiteY7" fmla="*/ 2754 h 13202"/>
                <a:gd name="connsiteX8" fmla="*/ 21494 w 48578"/>
                <a:gd name="connsiteY8" fmla="*/ 3896 h 13202"/>
                <a:gd name="connsiteX9" fmla="*/ 33460 w 48578"/>
                <a:gd name="connsiteY9" fmla="*/ 5652 h 13202"/>
                <a:gd name="connsiteX10" fmla="*/ 39071 w 48578"/>
                <a:gd name="connsiteY10" fmla="*/ 8462 h 13202"/>
                <a:gd name="connsiteX11" fmla="*/ 40463 w 48578"/>
                <a:gd name="connsiteY11" fmla="*/ 8242 h 13202"/>
                <a:gd name="connsiteX12" fmla="*/ 42642 w 48578"/>
                <a:gd name="connsiteY12" fmla="*/ 6091 h 13202"/>
                <a:gd name="connsiteX13" fmla="*/ 47651 w 48578"/>
                <a:gd name="connsiteY13" fmla="*/ 9866 h 13202"/>
                <a:gd name="connsiteX14" fmla="*/ 48207 w 48578"/>
                <a:gd name="connsiteY14" fmla="*/ 10305 h 13202"/>
                <a:gd name="connsiteX15" fmla="*/ 48347 w 48578"/>
                <a:gd name="connsiteY15" fmla="*/ 10305 h 13202"/>
                <a:gd name="connsiteX16" fmla="*/ 47929 w 48578"/>
                <a:gd name="connsiteY16" fmla="*/ 8901 h 13202"/>
                <a:gd name="connsiteX17" fmla="*/ 48579 w 48578"/>
                <a:gd name="connsiteY17" fmla="*/ 7671 h 13202"/>
                <a:gd name="connsiteX18" fmla="*/ 43338 w 48578"/>
                <a:gd name="connsiteY18" fmla="*/ 3720 h 13202"/>
                <a:gd name="connsiteX19" fmla="*/ 41761 w 48578"/>
                <a:gd name="connsiteY19" fmla="*/ 3808 h 13202"/>
                <a:gd name="connsiteX20" fmla="*/ 39442 w 48578"/>
                <a:gd name="connsiteY20" fmla="*/ 6091 h 13202"/>
                <a:gd name="connsiteX21" fmla="*/ 34434 w 48578"/>
                <a:gd name="connsiteY21" fmla="*/ 3589 h 13202"/>
                <a:gd name="connsiteX22" fmla="*/ 34062 w 48578"/>
                <a:gd name="connsiteY22" fmla="*/ 3457 h 13202"/>
                <a:gd name="connsiteX23" fmla="*/ 22143 w 48578"/>
                <a:gd name="connsiteY23" fmla="*/ 1745 h 13202"/>
                <a:gd name="connsiteX24" fmla="*/ 17784 w 48578"/>
                <a:gd name="connsiteY24" fmla="*/ 77 h 13202"/>
                <a:gd name="connsiteX25" fmla="*/ 16717 w 48578"/>
                <a:gd name="connsiteY25" fmla="*/ 164 h 13202"/>
                <a:gd name="connsiteX26" fmla="*/ 16207 w 48578"/>
                <a:gd name="connsiteY26" fmla="*/ 1086 h 13202"/>
                <a:gd name="connsiteX27" fmla="*/ 16207 w 48578"/>
                <a:gd name="connsiteY27" fmla="*/ 4115 h 13202"/>
                <a:gd name="connsiteX28" fmla="*/ 13332 w 48578"/>
                <a:gd name="connsiteY28" fmla="*/ 7232 h 13202"/>
                <a:gd name="connsiteX29" fmla="*/ 13054 w 48578"/>
                <a:gd name="connsiteY29" fmla="*/ 7935 h 13202"/>
                <a:gd name="connsiteX30" fmla="*/ 13054 w 48578"/>
                <a:gd name="connsiteY30" fmla="*/ 9471 h 13202"/>
                <a:gd name="connsiteX31" fmla="*/ 4613 w 48578"/>
                <a:gd name="connsiteY31" fmla="*/ 10832 h 13202"/>
                <a:gd name="connsiteX32" fmla="*/ 2109 w 48578"/>
                <a:gd name="connsiteY32" fmla="*/ 7320 h 13202"/>
                <a:gd name="connsiteX33" fmla="*/ 2109 w 48578"/>
                <a:gd name="connsiteY33" fmla="*/ 7320 h 13202"/>
                <a:gd name="connsiteX34" fmla="*/ 532 w 48578"/>
                <a:gd name="connsiteY34" fmla="*/ 7057 h 13202"/>
                <a:gd name="connsiteX35" fmla="*/ 207 w 48578"/>
                <a:gd name="connsiteY35" fmla="*/ 8593 h 13202"/>
                <a:gd name="connsiteX36" fmla="*/ 207 w 48578"/>
                <a:gd name="connsiteY36" fmla="*/ 8593 h 13202"/>
                <a:gd name="connsiteX37" fmla="*/ 1135 w 48578"/>
                <a:gd name="connsiteY37" fmla="*/ 9910 h 13202"/>
                <a:gd name="connsiteX38" fmla="*/ 3082 w 48578"/>
                <a:gd name="connsiteY38" fmla="*/ 12676 h 13202"/>
                <a:gd name="connsiteX39" fmla="*/ 4056 w 48578"/>
                <a:gd name="connsiteY39" fmla="*/ 13159 h 13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578" h="13202">
                  <a:moveTo>
                    <a:pt x="4010" y="13203"/>
                  </a:moveTo>
                  <a:cubicBezTo>
                    <a:pt x="4010" y="13203"/>
                    <a:pt x="4149" y="13203"/>
                    <a:pt x="4195" y="13203"/>
                  </a:cubicBezTo>
                  <a:lnTo>
                    <a:pt x="14352" y="11534"/>
                  </a:lnTo>
                  <a:cubicBezTo>
                    <a:pt x="14909" y="11447"/>
                    <a:pt x="15326" y="11008"/>
                    <a:pt x="15326" y="10437"/>
                  </a:cubicBezTo>
                  <a:lnTo>
                    <a:pt x="15326" y="8374"/>
                  </a:lnTo>
                  <a:lnTo>
                    <a:pt x="18201" y="5257"/>
                  </a:lnTo>
                  <a:cubicBezTo>
                    <a:pt x="18201" y="5257"/>
                    <a:pt x="18480" y="4818"/>
                    <a:pt x="18480" y="4554"/>
                  </a:cubicBezTo>
                  <a:lnTo>
                    <a:pt x="18480" y="2754"/>
                  </a:lnTo>
                  <a:lnTo>
                    <a:pt x="21494" y="3896"/>
                  </a:lnTo>
                  <a:lnTo>
                    <a:pt x="33460" y="5652"/>
                  </a:lnTo>
                  <a:lnTo>
                    <a:pt x="39071" y="8462"/>
                  </a:lnTo>
                  <a:cubicBezTo>
                    <a:pt x="39535" y="8681"/>
                    <a:pt x="40091" y="8593"/>
                    <a:pt x="40463" y="8242"/>
                  </a:cubicBezTo>
                  <a:lnTo>
                    <a:pt x="42642" y="6091"/>
                  </a:lnTo>
                  <a:lnTo>
                    <a:pt x="47651" y="9866"/>
                  </a:lnTo>
                  <a:lnTo>
                    <a:pt x="48207" y="10305"/>
                  </a:lnTo>
                  <a:cubicBezTo>
                    <a:pt x="48207" y="10305"/>
                    <a:pt x="48300" y="10305"/>
                    <a:pt x="48347" y="10305"/>
                  </a:cubicBezTo>
                  <a:cubicBezTo>
                    <a:pt x="47837" y="9998"/>
                    <a:pt x="47651" y="9427"/>
                    <a:pt x="47929" y="8901"/>
                  </a:cubicBezTo>
                  <a:lnTo>
                    <a:pt x="48579" y="7671"/>
                  </a:lnTo>
                  <a:lnTo>
                    <a:pt x="43338" y="3720"/>
                  </a:lnTo>
                  <a:cubicBezTo>
                    <a:pt x="42874" y="3369"/>
                    <a:pt x="42178" y="3413"/>
                    <a:pt x="41761" y="3808"/>
                  </a:cubicBezTo>
                  <a:lnTo>
                    <a:pt x="39442" y="6091"/>
                  </a:lnTo>
                  <a:lnTo>
                    <a:pt x="34434" y="3589"/>
                  </a:lnTo>
                  <a:cubicBezTo>
                    <a:pt x="34434" y="3589"/>
                    <a:pt x="34202" y="3501"/>
                    <a:pt x="34062" y="3457"/>
                  </a:cubicBezTo>
                  <a:lnTo>
                    <a:pt x="22143" y="1745"/>
                  </a:lnTo>
                  <a:lnTo>
                    <a:pt x="17784" y="77"/>
                  </a:lnTo>
                  <a:cubicBezTo>
                    <a:pt x="17413" y="-55"/>
                    <a:pt x="16996" y="-11"/>
                    <a:pt x="16717" y="164"/>
                  </a:cubicBezTo>
                  <a:cubicBezTo>
                    <a:pt x="16393" y="384"/>
                    <a:pt x="16207" y="691"/>
                    <a:pt x="16207" y="1086"/>
                  </a:cubicBezTo>
                  <a:lnTo>
                    <a:pt x="16207" y="4115"/>
                  </a:lnTo>
                  <a:lnTo>
                    <a:pt x="13332" y="7232"/>
                  </a:lnTo>
                  <a:cubicBezTo>
                    <a:pt x="13332" y="7232"/>
                    <a:pt x="13054" y="7671"/>
                    <a:pt x="13054" y="7935"/>
                  </a:cubicBezTo>
                  <a:lnTo>
                    <a:pt x="13054" y="9471"/>
                  </a:lnTo>
                  <a:lnTo>
                    <a:pt x="4613" y="10832"/>
                  </a:lnTo>
                  <a:lnTo>
                    <a:pt x="2109" y="7320"/>
                  </a:lnTo>
                  <a:cubicBezTo>
                    <a:pt x="2109" y="7320"/>
                    <a:pt x="2109" y="7320"/>
                    <a:pt x="2109" y="7320"/>
                  </a:cubicBezTo>
                  <a:cubicBezTo>
                    <a:pt x="1738" y="6837"/>
                    <a:pt x="1042" y="6706"/>
                    <a:pt x="532" y="7057"/>
                  </a:cubicBezTo>
                  <a:cubicBezTo>
                    <a:pt x="-25" y="7408"/>
                    <a:pt x="-164" y="8066"/>
                    <a:pt x="207" y="8593"/>
                  </a:cubicBezTo>
                  <a:lnTo>
                    <a:pt x="207" y="8593"/>
                  </a:lnTo>
                  <a:cubicBezTo>
                    <a:pt x="207" y="8593"/>
                    <a:pt x="1135" y="9910"/>
                    <a:pt x="1135" y="9910"/>
                  </a:cubicBezTo>
                  <a:lnTo>
                    <a:pt x="3082" y="12676"/>
                  </a:lnTo>
                  <a:cubicBezTo>
                    <a:pt x="3314" y="12983"/>
                    <a:pt x="3639" y="13159"/>
                    <a:pt x="4056" y="1315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6" name="Freeform: Shape 2295">
              <a:extLst>
                <a:ext uri="{FF2B5EF4-FFF2-40B4-BE49-F238E27FC236}">
                  <a16:creationId xmlns:a16="http://schemas.microsoft.com/office/drawing/2014/main" id="{08E9EF80-E0CD-B63A-5690-668C4FA89312}"/>
                </a:ext>
              </a:extLst>
            </p:cNvPr>
            <p:cNvSpPr>
              <a:spLocks/>
            </p:cNvSpPr>
            <p:nvPr/>
          </p:nvSpPr>
          <p:spPr>
            <a:xfrm>
              <a:off x="6088163" y="2828257"/>
              <a:ext cx="207" cy="196"/>
            </a:xfrm>
            <a:custGeom>
              <a:avLst/>
              <a:gdLst>
                <a:gd name="connsiteX0" fmla="*/ 139 w 139"/>
                <a:gd name="connsiteY0" fmla="*/ 0 h 131"/>
                <a:gd name="connsiteX1" fmla="*/ 0 w 139"/>
                <a:gd name="connsiteY1" fmla="*/ 132 h 131"/>
                <a:gd name="connsiteX2" fmla="*/ 139 w 139"/>
                <a:gd name="connsiteY2" fmla="*/ 88 h 131"/>
                <a:gd name="connsiteX3" fmla="*/ 139 w 139"/>
                <a:gd name="connsiteY3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" h="131">
                  <a:moveTo>
                    <a:pt x="139" y="0"/>
                  </a:moveTo>
                  <a:cubicBezTo>
                    <a:pt x="139" y="0"/>
                    <a:pt x="46" y="88"/>
                    <a:pt x="0" y="132"/>
                  </a:cubicBezTo>
                  <a:cubicBezTo>
                    <a:pt x="0" y="132"/>
                    <a:pt x="93" y="132"/>
                    <a:pt x="139" y="88"/>
                  </a:cubicBezTo>
                  <a:cubicBezTo>
                    <a:pt x="139" y="88"/>
                    <a:pt x="139" y="44"/>
                    <a:pt x="139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7" name="Freeform: Shape 2296">
              <a:extLst>
                <a:ext uri="{FF2B5EF4-FFF2-40B4-BE49-F238E27FC236}">
                  <a16:creationId xmlns:a16="http://schemas.microsoft.com/office/drawing/2014/main" id="{7D6EF241-B264-1696-420E-9955B7CC6FCA}"/>
                </a:ext>
              </a:extLst>
            </p:cNvPr>
            <p:cNvSpPr>
              <a:spLocks/>
            </p:cNvSpPr>
            <p:nvPr/>
          </p:nvSpPr>
          <p:spPr>
            <a:xfrm>
              <a:off x="6087055" y="2828847"/>
              <a:ext cx="277" cy="64"/>
            </a:xfrm>
            <a:custGeom>
              <a:avLst/>
              <a:gdLst>
                <a:gd name="connsiteX0" fmla="*/ 185 w 185"/>
                <a:gd name="connsiteY0" fmla="*/ 0 h 43"/>
                <a:gd name="connsiteX1" fmla="*/ 0 w 185"/>
                <a:gd name="connsiteY1" fmla="*/ 44 h 43"/>
                <a:gd name="connsiteX2" fmla="*/ 185 w 185"/>
                <a:gd name="connsiteY2" fmla="*/ 0 h 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43">
                  <a:moveTo>
                    <a:pt x="185" y="0"/>
                  </a:moveTo>
                  <a:cubicBezTo>
                    <a:pt x="185" y="0"/>
                    <a:pt x="93" y="0"/>
                    <a:pt x="0" y="44"/>
                  </a:cubicBezTo>
                  <a:cubicBezTo>
                    <a:pt x="46" y="44"/>
                    <a:pt x="93" y="44"/>
                    <a:pt x="18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8" name="Freeform: Shape 2297">
              <a:extLst>
                <a:ext uri="{FF2B5EF4-FFF2-40B4-BE49-F238E27FC236}">
                  <a16:creationId xmlns:a16="http://schemas.microsoft.com/office/drawing/2014/main" id="{544CE4CE-624E-FC5C-5891-5E3175DA4680}"/>
                </a:ext>
              </a:extLst>
            </p:cNvPr>
            <p:cNvSpPr>
              <a:spLocks/>
            </p:cNvSpPr>
            <p:nvPr/>
          </p:nvSpPr>
          <p:spPr>
            <a:xfrm>
              <a:off x="6002522" y="2899116"/>
              <a:ext cx="47774" cy="36801"/>
            </a:xfrm>
            <a:custGeom>
              <a:avLst/>
              <a:gdLst>
                <a:gd name="connsiteX0" fmla="*/ 30569 w 32006"/>
                <a:gd name="connsiteY0" fmla="*/ 18510 h 24655"/>
                <a:gd name="connsiteX1" fmla="*/ 27879 w 32006"/>
                <a:gd name="connsiteY1" fmla="*/ 17807 h 24655"/>
                <a:gd name="connsiteX2" fmla="*/ 27369 w 32006"/>
                <a:gd name="connsiteY2" fmla="*/ 17807 h 24655"/>
                <a:gd name="connsiteX3" fmla="*/ 18974 w 32006"/>
                <a:gd name="connsiteY3" fmla="*/ 19168 h 24655"/>
                <a:gd name="connsiteX4" fmla="*/ 18696 w 32006"/>
                <a:gd name="connsiteY4" fmla="*/ 19256 h 24655"/>
                <a:gd name="connsiteX5" fmla="*/ 12110 w 32006"/>
                <a:gd name="connsiteY5" fmla="*/ 22153 h 24655"/>
                <a:gd name="connsiteX6" fmla="*/ 9653 w 32006"/>
                <a:gd name="connsiteY6" fmla="*/ 18246 h 24655"/>
                <a:gd name="connsiteX7" fmla="*/ 5803 w 32006"/>
                <a:gd name="connsiteY7" fmla="*/ 13461 h 24655"/>
                <a:gd name="connsiteX8" fmla="*/ 2696 w 32006"/>
                <a:gd name="connsiteY8" fmla="*/ 10520 h 24655"/>
                <a:gd name="connsiteX9" fmla="*/ 4551 w 32006"/>
                <a:gd name="connsiteY9" fmla="*/ 7710 h 24655"/>
                <a:gd name="connsiteX10" fmla="*/ 4412 w 32006"/>
                <a:gd name="connsiteY10" fmla="*/ 6393 h 24655"/>
                <a:gd name="connsiteX11" fmla="*/ 2835 w 32006"/>
                <a:gd name="connsiteY11" fmla="*/ 4681 h 24655"/>
                <a:gd name="connsiteX12" fmla="*/ 5432 w 32006"/>
                <a:gd name="connsiteY12" fmla="*/ 2223 h 24655"/>
                <a:gd name="connsiteX13" fmla="*/ 5850 w 32006"/>
                <a:gd name="connsiteY13" fmla="*/ 1828 h 24655"/>
                <a:gd name="connsiteX14" fmla="*/ 5896 w 32006"/>
                <a:gd name="connsiteY14" fmla="*/ 1696 h 24655"/>
                <a:gd name="connsiteX15" fmla="*/ 6081 w 32006"/>
                <a:gd name="connsiteY15" fmla="*/ 1257 h 24655"/>
                <a:gd name="connsiteX16" fmla="*/ 6081 w 32006"/>
                <a:gd name="connsiteY16" fmla="*/ 862 h 24655"/>
                <a:gd name="connsiteX17" fmla="*/ 5896 w 32006"/>
                <a:gd name="connsiteY17" fmla="*/ 511 h 24655"/>
                <a:gd name="connsiteX18" fmla="*/ 5803 w 32006"/>
                <a:gd name="connsiteY18" fmla="*/ 291 h 24655"/>
                <a:gd name="connsiteX19" fmla="*/ 5571 w 32006"/>
                <a:gd name="connsiteY19" fmla="*/ 203 h 24655"/>
                <a:gd name="connsiteX20" fmla="*/ 4134 w 32006"/>
                <a:gd name="connsiteY20" fmla="*/ 291 h 24655"/>
                <a:gd name="connsiteX21" fmla="*/ 2881 w 32006"/>
                <a:gd name="connsiteY21" fmla="*/ 1476 h 24655"/>
                <a:gd name="connsiteX22" fmla="*/ 331 w 32006"/>
                <a:gd name="connsiteY22" fmla="*/ 3891 h 24655"/>
                <a:gd name="connsiteX23" fmla="*/ 331 w 32006"/>
                <a:gd name="connsiteY23" fmla="*/ 5384 h 24655"/>
                <a:gd name="connsiteX24" fmla="*/ 2093 w 32006"/>
                <a:gd name="connsiteY24" fmla="*/ 7227 h 24655"/>
                <a:gd name="connsiteX25" fmla="*/ 238 w 32006"/>
                <a:gd name="connsiteY25" fmla="*/ 10081 h 24655"/>
                <a:gd name="connsiteX26" fmla="*/ 424 w 32006"/>
                <a:gd name="connsiteY26" fmla="*/ 11442 h 24655"/>
                <a:gd name="connsiteX27" fmla="*/ 4087 w 32006"/>
                <a:gd name="connsiteY27" fmla="*/ 14910 h 24655"/>
                <a:gd name="connsiteX28" fmla="*/ 7751 w 32006"/>
                <a:gd name="connsiteY28" fmla="*/ 19476 h 24655"/>
                <a:gd name="connsiteX29" fmla="*/ 10626 w 32006"/>
                <a:gd name="connsiteY29" fmla="*/ 24129 h 24655"/>
                <a:gd name="connsiteX30" fmla="*/ 11647 w 32006"/>
                <a:gd name="connsiteY30" fmla="*/ 24656 h 24655"/>
                <a:gd name="connsiteX31" fmla="*/ 12110 w 32006"/>
                <a:gd name="connsiteY31" fmla="*/ 24568 h 24655"/>
                <a:gd name="connsiteX32" fmla="*/ 19531 w 32006"/>
                <a:gd name="connsiteY32" fmla="*/ 21319 h 24655"/>
                <a:gd name="connsiteX33" fmla="*/ 27508 w 32006"/>
                <a:gd name="connsiteY33" fmla="*/ 20002 h 24655"/>
                <a:gd name="connsiteX34" fmla="*/ 32006 w 32006"/>
                <a:gd name="connsiteY34" fmla="*/ 21188 h 24655"/>
                <a:gd name="connsiteX35" fmla="*/ 31775 w 32006"/>
                <a:gd name="connsiteY35" fmla="*/ 20792 h 24655"/>
                <a:gd name="connsiteX36" fmla="*/ 31775 w 32006"/>
                <a:gd name="connsiteY36" fmla="*/ 20792 h 24655"/>
                <a:gd name="connsiteX37" fmla="*/ 31775 w 32006"/>
                <a:gd name="connsiteY37" fmla="*/ 20792 h 24655"/>
                <a:gd name="connsiteX38" fmla="*/ 30615 w 32006"/>
                <a:gd name="connsiteY38" fmla="*/ 18597 h 2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2006" h="24655">
                  <a:moveTo>
                    <a:pt x="30569" y="18510"/>
                  </a:moveTo>
                  <a:lnTo>
                    <a:pt x="27879" y="17807"/>
                  </a:lnTo>
                  <a:cubicBezTo>
                    <a:pt x="27879" y="17807"/>
                    <a:pt x="27508" y="17763"/>
                    <a:pt x="27369" y="17807"/>
                  </a:cubicBezTo>
                  <a:lnTo>
                    <a:pt x="18974" y="19168"/>
                  </a:lnTo>
                  <a:cubicBezTo>
                    <a:pt x="18974" y="19168"/>
                    <a:pt x="18789" y="19212"/>
                    <a:pt x="18696" y="19256"/>
                  </a:cubicBezTo>
                  <a:lnTo>
                    <a:pt x="12110" y="22153"/>
                  </a:lnTo>
                  <a:lnTo>
                    <a:pt x="9653" y="18246"/>
                  </a:lnTo>
                  <a:lnTo>
                    <a:pt x="5803" y="13461"/>
                  </a:lnTo>
                  <a:lnTo>
                    <a:pt x="2696" y="10520"/>
                  </a:lnTo>
                  <a:lnTo>
                    <a:pt x="4551" y="7710"/>
                  </a:lnTo>
                  <a:cubicBezTo>
                    <a:pt x="4829" y="7315"/>
                    <a:pt x="4783" y="6788"/>
                    <a:pt x="4412" y="6393"/>
                  </a:cubicBezTo>
                  <a:lnTo>
                    <a:pt x="2835" y="4681"/>
                  </a:lnTo>
                  <a:lnTo>
                    <a:pt x="5432" y="2223"/>
                  </a:lnTo>
                  <a:lnTo>
                    <a:pt x="5850" y="1828"/>
                  </a:lnTo>
                  <a:cubicBezTo>
                    <a:pt x="5850" y="1828"/>
                    <a:pt x="5850" y="1740"/>
                    <a:pt x="5896" y="1696"/>
                  </a:cubicBezTo>
                  <a:cubicBezTo>
                    <a:pt x="5989" y="1564"/>
                    <a:pt x="6035" y="1433"/>
                    <a:pt x="6081" y="1257"/>
                  </a:cubicBezTo>
                  <a:cubicBezTo>
                    <a:pt x="6081" y="1125"/>
                    <a:pt x="6081" y="993"/>
                    <a:pt x="6081" y="862"/>
                  </a:cubicBezTo>
                  <a:cubicBezTo>
                    <a:pt x="6081" y="730"/>
                    <a:pt x="5989" y="598"/>
                    <a:pt x="5896" y="511"/>
                  </a:cubicBezTo>
                  <a:cubicBezTo>
                    <a:pt x="5896" y="467"/>
                    <a:pt x="5896" y="379"/>
                    <a:pt x="5803" y="291"/>
                  </a:cubicBezTo>
                  <a:cubicBezTo>
                    <a:pt x="5757" y="247"/>
                    <a:pt x="5664" y="291"/>
                    <a:pt x="5571" y="203"/>
                  </a:cubicBezTo>
                  <a:cubicBezTo>
                    <a:pt x="5108" y="-60"/>
                    <a:pt x="4551" y="-104"/>
                    <a:pt x="4134" y="291"/>
                  </a:cubicBezTo>
                  <a:lnTo>
                    <a:pt x="2881" y="1476"/>
                  </a:lnTo>
                  <a:lnTo>
                    <a:pt x="331" y="3891"/>
                  </a:lnTo>
                  <a:cubicBezTo>
                    <a:pt x="-87" y="4286"/>
                    <a:pt x="-133" y="4944"/>
                    <a:pt x="331" y="5384"/>
                  </a:cubicBezTo>
                  <a:lnTo>
                    <a:pt x="2093" y="7227"/>
                  </a:lnTo>
                  <a:lnTo>
                    <a:pt x="238" y="10081"/>
                  </a:lnTo>
                  <a:cubicBezTo>
                    <a:pt x="-40" y="10520"/>
                    <a:pt x="6" y="11091"/>
                    <a:pt x="424" y="11442"/>
                  </a:cubicBezTo>
                  <a:lnTo>
                    <a:pt x="4087" y="14910"/>
                  </a:lnTo>
                  <a:lnTo>
                    <a:pt x="7751" y="19476"/>
                  </a:lnTo>
                  <a:lnTo>
                    <a:pt x="10626" y="24129"/>
                  </a:lnTo>
                  <a:cubicBezTo>
                    <a:pt x="10858" y="24480"/>
                    <a:pt x="11229" y="24656"/>
                    <a:pt x="11647" y="24656"/>
                  </a:cubicBezTo>
                  <a:cubicBezTo>
                    <a:pt x="11832" y="24656"/>
                    <a:pt x="11971" y="24656"/>
                    <a:pt x="12110" y="24568"/>
                  </a:cubicBezTo>
                  <a:lnTo>
                    <a:pt x="19531" y="21319"/>
                  </a:lnTo>
                  <a:lnTo>
                    <a:pt x="27508" y="20002"/>
                  </a:lnTo>
                  <a:lnTo>
                    <a:pt x="32006" y="21188"/>
                  </a:lnTo>
                  <a:lnTo>
                    <a:pt x="31775" y="20792"/>
                  </a:lnTo>
                  <a:cubicBezTo>
                    <a:pt x="31775" y="20792"/>
                    <a:pt x="31775" y="20792"/>
                    <a:pt x="31775" y="20792"/>
                  </a:cubicBezTo>
                  <a:cubicBezTo>
                    <a:pt x="31775" y="20792"/>
                    <a:pt x="31775" y="20792"/>
                    <a:pt x="31775" y="20792"/>
                  </a:cubicBezTo>
                  <a:lnTo>
                    <a:pt x="30615" y="185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9" name="Freeform: Shape 2298">
              <a:extLst>
                <a:ext uri="{FF2B5EF4-FFF2-40B4-BE49-F238E27FC236}">
                  <a16:creationId xmlns:a16="http://schemas.microsoft.com/office/drawing/2014/main" id="{E3AC65D2-6837-AE9E-8EC2-EB1427C21898}"/>
                </a:ext>
              </a:extLst>
            </p:cNvPr>
            <p:cNvSpPr>
              <a:spLocks/>
            </p:cNvSpPr>
            <p:nvPr/>
          </p:nvSpPr>
          <p:spPr>
            <a:xfrm>
              <a:off x="6046750" y="2895815"/>
              <a:ext cx="29507" cy="34269"/>
            </a:xfrm>
            <a:custGeom>
              <a:avLst/>
              <a:gdLst>
                <a:gd name="connsiteX0" fmla="*/ 4093 w 19768"/>
                <a:gd name="connsiteY0" fmla="*/ 21774 h 22959"/>
                <a:gd name="connsiteX1" fmla="*/ 2794 w 19768"/>
                <a:gd name="connsiteY1" fmla="*/ 19272 h 22959"/>
                <a:gd name="connsiteX2" fmla="*/ 7896 w 19768"/>
                <a:gd name="connsiteY2" fmla="*/ 17736 h 22959"/>
                <a:gd name="connsiteX3" fmla="*/ 8684 w 19768"/>
                <a:gd name="connsiteY3" fmla="*/ 16682 h 22959"/>
                <a:gd name="connsiteX4" fmla="*/ 8684 w 19768"/>
                <a:gd name="connsiteY4" fmla="*/ 9395 h 22959"/>
                <a:gd name="connsiteX5" fmla="*/ 11838 w 19768"/>
                <a:gd name="connsiteY5" fmla="*/ 5970 h 22959"/>
                <a:gd name="connsiteX6" fmla="*/ 16244 w 19768"/>
                <a:gd name="connsiteY6" fmla="*/ 5970 h 22959"/>
                <a:gd name="connsiteX7" fmla="*/ 17171 w 19768"/>
                <a:gd name="connsiteY7" fmla="*/ 5531 h 22959"/>
                <a:gd name="connsiteX8" fmla="*/ 19768 w 19768"/>
                <a:gd name="connsiteY8" fmla="*/ 2239 h 22959"/>
                <a:gd name="connsiteX9" fmla="*/ 19768 w 19768"/>
                <a:gd name="connsiteY9" fmla="*/ 2151 h 22959"/>
                <a:gd name="connsiteX10" fmla="*/ 18052 w 19768"/>
                <a:gd name="connsiteY10" fmla="*/ 746 h 22959"/>
                <a:gd name="connsiteX11" fmla="*/ 18052 w 19768"/>
                <a:gd name="connsiteY11" fmla="*/ 746 h 22959"/>
                <a:gd name="connsiteX12" fmla="*/ 17867 w 19768"/>
                <a:gd name="connsiteY12" fmla="*/ 395 h 22959"/>
                <a:gd name="connsiteX13" fmla="*/ 17681 w 19768"/>
                <a:gd name="connsiteY13" fmla="*/ 0 h 22959"/>
                <a:gd name="connsiteX14" fmla="*/ 17681 w 19768"/>
                <a:gd name="connsiteY14" fmla="*/ 0 h 22959"/>
                <a:gd name="connsiteX15" fmla="*/ 17681 w 19768"/>
                <a:gd name="connsiteY15" fmla="*/ 1273 h 22959"/>
                <a:gd name="connsiteX16" fmla="*/ 15641 w 19768"/>
                <a:gd name="connsiteY16" fmla="*/ 3819 h 22959"/>
                <a:gd name="connsiteX17" fmla="*/ 11281 w 19768"/>
                <a:gd name="connsiteY17" fmla="*/ 3819 h 22959"/>
                <a:gd name="connsiteX18" fmla="*/ 10400 w 19768"/>
                <a:gd name="connsiteY18" fmla="*/ 4214 h 22959"/>
                <a:gd name="connsiteX19" fmla="*/ 6644 w 19768"/>
                <a:gd name="connsiteY19" fmla="*/ 8341 h 22959"/>
                <a:gd name="connsiteX20" fmla="*/ 6365 w 19768"/>
                <a:gd name="connsiteY20" fmla="*/ 9043 h 22959"/>
                <a:gd name="connsiteX21" fmla="*/ 6365 w 19768"/>
                <a:gd name="connsiteY21" fmla="*/ 15936 h 22959"/>
                <a:gd name="connsiteX22" fmla="*/ 800 w 19768"/>
                <a:gd name="connsiteY22" fmla="*/ 17604 h 22959"/>
                <a:gd name="connsiteX23" fmla="*/ 104 w 19768"/>
                <a:gd name="connsiteY23" fmla="*/ 18219 h 22959"/>
                <a:gd name="connsiteX24" fmla="*/ 104 w 19768"/>
                <a:gd name="connsiteY24" fmla="*/ 19140 h 22959"/>
                <a:gd name="connsiteX25" fmla="*/ 986 w 19768"/>
                <a:gd name="connsiteY25" fmla="*/ 20765 h 22959"/>
                <a:gd name="connsiteX26" fmla="*/ 2145 w 19768"/>
                <a:gd name="connsiteY26" fmla="*/ 22960 h 22959"/>
                <a:gd name="connsiteX27" fmla="*/ 2145 w 19768"/>
                <a:gd name="connsiteY27" fmla="*/ 22960 h 22959"/>
                <a:gd name="connsiteX28" fmla="*/ 2145 w 19768"/>
                <a:gd name="connsiteY28" fmla="*/ 22740 h 22959"/>
                <a:gd name="connsiteX29" fmla="*/ 2145 w 19768"/>
                <a:gd name="connsiteY29" fmla="*/ 22345 h 22959"/>
                <a:gd name="connsiteX30" fmla="*/ 2284 w 19768"/>
                <a:gd name="connsiteY30" fmla="*/ 21950 h 22959"/>
                <a:gd name="connsiteX31" fmla="*/ 2377 w 19768"/>
                <a:gd name="connsiteY31" fmla="*/ 21730 h 22959"/>
                <a:gd name="connsiteX32" fmla="*/ 2562 w 19768"/>
                <a:gd name="connsiteY32" fmla="*/ 21643 h 22959"/>
                <a:gd name="connsiteX33" fmla="*/ 2702 w 19768"/>
                <a:gd name="connsiteY33" fmla="*/ 21467 h 22959"/>
                <a:gd name="connsiteX34" fmla="*/ 2933 w 19768"/>
                <a:gd name="connsiteY34" fmla="*/ 21467 h 22959"/>
                <a:gd name="connsiteX35" fmla="*/ 3351 w 19768"/>
                <a:gd name="connsiteY35" fmla="*/ 21467 h 22959"/>
                <a:gd name="connsiteX36" fmla="*/ 3768 w 19768"/>
                <a:gd name="connsiteY36" fmla="*/ 21599 h 22959"/>
                <a:gd name="connsiteX37" fmla="*/ 4000 w 19768"/>
                <a:gd name="connsiteY37" fmla="*/ 21687 h 22959"/>
                <a:gd name="connsiteX38" fmla="*/ 4185 w 19768"/>
                <a:gd name="connsiteY38" fmla="*/ 21818 h 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768" h="22959">
                  <a:moveTo>
                    <a:pt x="4093" y="21774"/>
                  </a:moveTo>
                  <a:lnTo>
                    <a:pt x="2794" y="19272"/>
                  </a:lnTo>
                  <a:lnTo>
                    <a:pt x="7896" y="17736"/>
                  </a:lnTo>
                  <a:cubicBezTo>
                    <a:pt x="8359" y="17604"/>
                    <a:pt x="8684" y="17165"/>
                    <a:pt x="8684" y="16682"/>
                  </a:cubicBezTo>
                  <a:lnTo>
                    <a:pt x="8684" y="9395"/>
                  </a:lnTo>
                  <a:lnTo>
                    <a:pt x="11838" y="5970"/>
                  </a:lnTo>
                  <a:lnTo>
                    <a:pt x="16244" y="5970"/>
                  </a:lnTo>
                  <a:cubicBezTo>
                    <a:pt x="16615" y="5970"/>
                    <a:pt x="16939" y="5795"/>
                    <a:pt x="17171" y="5531"/>
                  </a:cubicBezTo>
                  <a:lnTo>
                    <a:pt x="19768" y="2239"/>
                  </a:lnTo>
                  <a:cubicBezTo>
                    <a:pt x="19768" y="2239"/>
                    <a:pt x="19768" y="2195"/>
                    <a:pt x="19768" y="2151"/>
                  </a:cubicBezTo>
                  <a:lnTo>
                    <a:pt x="18052" y="746"/>
                  </a:lnTo>
                  <a:cubicBezTo>
                    <a:pt x="18052" y="746"/>
                    <a:pt x="18052" y="746"/>
                    <a:pt x="18052" y="746"/>
                  </a:cubicBezTo>
                  <a:cubicBezTo>
                    <a:pt x="17960" y="658"/>
                    <a:pt x="17913" y="527"/>
                    <a:pt x="17867" y="395"/>
                  </a:cubicBezTo>
                  <a:cubicBezTo>
                    <a:pt x="17820" y="263"/>
                    <a:pt x="17681" y="132"/>
                    <a:pt x="17681" y="0"/>
                  </a:cubicBezTo>
                  <a:cubicBezTo>
                    <a:pt x="17681" y="0"/>
                    <a:pt x="17681" y="0"/>
                    <a:pt x="17681" y="0"/>
                  </a:cubicBezTo>
                  <a:lnTo>
                    <a:pt x="17681" y="1273"/>
                  </a:lnTo>
                  <a:lnTo>
                    <a:pt x="15641" y="3819"/>
                  </a:lnTo>
                  <a:lnTo>
                    <a:pt x="11281" y="3819"/>
                  </a:lnTo>
                  <a:cubicBezTo>
                    <a:pt x="10957" y="3819"/>
                    <a:pt x="10632" y="3951"/>
                    <a:pt x="10400" y="4214"/>
                  </a:cubicBezTo>
                  <a:lnTo>
                    <a:pt x="6644" y="8341"/>
                  </a:lnTo>
                  <a:cubicBezTo>
                    <a:pt x="6644" y="8341"/>
                    <a:pt x="6365" y="8780"/>
                    <a:pt x="6365" y="9043"/>
                  </a:cubicBezTo>
                  <a:lnTo>
                    <a:pt x="6365" y="15936"/>
                  </a:lnTo>
                  <a:lnTo>
                    <a:pt x="800" y="17604"/>
                  </a:lnTo>
                  <a:cubicBezTo>
                    <a:pt x="475" y="17692"/>
                    <a:pt x="197" y="17911"/>
                    <a:pt x="104" y="18219"/>
                  </a:cubicBezTo>
                  <a:cubicBezTo>
                    <a:pt x="-35" y="18526"/>
                    <a:pt x="-35" y="18833"/>
                    <a:pt x="104" y="19140"/>
                  </a:cubicBezTo>
                  <a:lnTo>
                    <a:pt x="986" y="20765"/>
                  </a:lnTo>
                  <a:lnTo>
                    <a:pt x="2145" y="22960"/>
                  </a:lnTo>
                  <a:cubicBezTo>
                    <a:pt x="2145" y="22960"/>
                    <a:pt x="2145" y="22960"/>
                    <a:pt x="2145" y="22960"/>
                  </a:cubicBezTo>
                  <a:cubicBezTo>
                    <a:pt x="2145" y="22872"/>
                    <a:pt x="2145" y="22828"/>
                    <a:pt x="2145" y="22740"/>
                  </a:cubicBezTo>
                  <a:cubicBezTo>
                    <a:pt x="2145" y="22609"/>
                    <a:pt x="2099" y="22477"/>
                    <a:pt x="2145" y="22345"/>
                  </a:cubicBezTo>
                  <a:cubicBezTo>
                    <a:pt x="2145" y="22213"/>
                    <a:pt x="2191" y="22082"/>
                    <a:pt x="2284" y="21950"/>
                  </a:cubicBezTo>
                  <a:cubicBezTo>
                    <a:pt x="2284" y="21862"/>
                    <a:pt x="2284" y="21774"/>
                    <a:pt x="2377" y="21730"/>
                  </a:cubicBezTo>
                  <a:cubicBezTo>
                    <a:pt x="2423" y="21687"/>
                    <a:pt x="2516" y="21687"/>
                    <a:pt x="2562" y="21643"/>
                  </a:cubicBezTo>
                  <a:cubicBezTo>
                    <a:pt x="2609" y="21643"/>
                    <a:pt x="2609" y="21511"/>
                    <a:pt x="2702" y="21467"/>
                  </a:cubicBezTo>
                  <a:cubicBezTo>
                    <a:pt x="2794" y="21467"/>
                    <a:pt x="2887" y="21467"/>
                    <a:pt x="2933" y="21467"/>
                  </a:cubicBezTo>
                  <a:cubicBezTo>
                    <a:pt x="3072" y="21467"/>
                    <a:pt x="3212" y="21423"/>
                    <a:pt x="3351" y="21467"/>
                  </a:cubicBezTo>
                  <a:cubicBezTo>
                    <a:pt x="3490" y="21467"/>
                    <a:pt x="3629" y="21511"/>
                    <a:pt x="3768" y="21599"/>
                  </a:cubicBezTo>
                  <a:cubicBezTo>
                    <a:pt x="3861" y="21599"/>
                    <a:pt x="3954" y="21599"/>
                    <a:pt x="4000" y="21687"/>
                  </a:cubicBezTo>
                  <a:lnTo>
                    <a:pt x="4185" y="2181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0" name="Freeform: Shape 2299">
              <a:extLst>
                <a:ext uri="{FF2B5EF4-FFF2-40B4-BE49-F238E27FC236}">
                  <a16:creationId xmlns:a16="http://schemas.microsoft.com/office/drawing/2014/main" id="{24362049-0DDE-C468-A802-B3D4BD888C2F}"/>
                </a:ext>
              </a:extLst>
            </p:cNvPr>
            <p:cNvSpPr>
              <a:spLocks/>
            </p:cNvSpPr>
            <p:nvPr/>
          </p:nvSpPr>
          <p:spPr>
            <a:xfrm>
              <a:off x="6065735" y="2886641"/>
              <a:ext cx="10868" cy="9043"/>
            </a:xfrm>
            <a:custGeom>
              <a:avLst/>
              <a:gdLst>
                <a:gd name="connsiteX0" fmla="*/ 5241 w 7281"/>
                <a:gd name="connsiteY0" fmla="*/ 5356 h 6058"/>
                <a:gd name="connsiteX1" fmla="*/ 6864 w 7281"/>
                <a:gd name="connsiteY1" fmla="*/ 5224 h 6058"/>
                <a:gd name="connsiteX2" fmla="*/ 7281 w 7281"/>
                <a:gd name="connsiteY2" fmla="*/ 5531 h 6058"/>
                <a:gd name="connsiteX3" fmla="*/ 7281 w 7281"/>
                <a:gd name="connsiteY3" fmla="*/ 1098 h 6058"/>
                <a:gd name="connsiteX4" fmla="*/ 6122 w 7281"/>
                <a:gd name="connsiteY4" fmla="*/ 0 h 6058"/>
                <a:gd name="connsiteX5" fmla="*/ 1159 w 7281"/>
                <a:gd name="connsiteY5" fmla="*/ 0 h 6058"/>
                <a:gd name="connsiteX6" fmla="*/ 93 w 7281"/>
                <a:gd name="connsiteY6" fmla="*/ 922 h 6058"/>
                <a:gd name="connsiteX7" fmla="*/ 0 w 7281"/>
                <a:gd name="connsiteY7" fmla="*/ 1098 h 6058"/>
                <a:gd name="connsiteX8" fmla="*/ 93 w 7281"/>
                <a:gd name="connsiteY8" fmla="*/ 1317 h 6058"/>
                <a:gd name="connsiteX9" fmla="*/ 278 w 7281"/>
                <a:gd name="connsiteY9" fmla="*/ 1712 h 6058"/>
                <a:gd name="connsiteX10" fmla="*/ 603 w 7281"/>
                <a:gd name="connsiteY10" fmla="*/ 1976 h 6058"/>
                <a:gd name="connsiteX11" fmla="*/ 1206 w 7281"/>
                <a:gd name="connsiteY11" fmla="*/ 2195 h 6058"/>
                <a:gd name="connsiteX12" fmla="*/ 5009 w 7281"/>
                <a:gd name="connsiteY12" fmla="*/ 2195 h 6058"/>
                <a:gd name="connsiteX13" fmla="*/ 5009 w 7281"/>
                <a:gd name="connsiteY13" fmla="*/ 6058 h 6058"/>
                <a:gd name="connsiteX14" fmla="*/ 5009 w 7281"/>
                <a:gd name="connsiteY14" fmla="*/ 6058 h 6058"/>
                <a:gd name="connsiteX15" fmla="*/ 5287 w 7281"/>
                <a:gd name="connsiteY15" fmla="*/ 5312 h 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81" h="6058">
                  <a:moveTo>
                    <a:pt x="5241" y="5356"/>
                  </a:moveTo>
                  <a:cubicBezTo>
                    <a:pt x="5658" y="4917"/>
                    <a:pt x="6400" y="4829"/>
                    <a:pt x="6864" y="5224"/>
                  </a:cubicBezTo>
                  <a:lnTo>
                    <a:pt x="7281" y="5531"/>
                  </a:lnTo>
                  <a:lnTo>
                    <a:pt x="7281" y="1098"/>
                  </a:lnTo>
                  <a:cubicBezTo>
                    <a:pt x="7281" y="483"/>
                    <a:pt x="6771" y="0"/>
                    <a:pt x="6122" y="0"/>
                  </a:cubicBezTo>
                  <a:lnTo>
                    <a:pt x="1159" y="0"/>
                  </a:lnTo>
                  <a:cubicBezTo>
                    <a:pt x="603" y="0"/>
                    <a:pt x="185" y="395"/>
                    <a:pt x="93" y="922"/>
                  </a:cubicBezTo>
                  <a:cubicBezTo>
                    <a:pt x="93" y="966"/>
                    <a:pt x="0" y="1010"/>
                    <a:pt x="0" y="1098"/>
                  </a:cubicBezTo>
                  <a:cubicBezTo>
                    <a:pt x="0" y="1185"/>
                    <a:pt x="93" y="1229"/>
                    <a:pt x="93" y="1317"/>
                  </a:cubicBezTo>
                  <a:cubicBezTo>
                    <a:pt x="93" y="1449"/>
                    <a:pt x="185" y="1580"/>
                    <a:pt x="278" y="1712"/>
                  </a:cubicBezTo>
                  <a:cubicBezTo>
                    <a:pt x="371" y="1844"/>
                    <a:pt x="464" y="1888"/>
                    <a:pt x="603" y="1976"/>
                  </a:cubicBezTo>
                  <a:cubicBezTo>
                    <a:pt x="788" y="2063"/>
                    <a:pt x="974" y="2195"/>
                    <a:pt x="1206" y="2195"/>
                  </a:cubicBezTo>
                  <a:lnTo>
                    <a:pt x="5009" y="2195"/>
                  </a:lnTo>
                  <a:lnTo>
                    <a:pt x="5009" y="6058"/>
                  </a:lnTo>
                  <a:cubicBezTo>
                    <a:pt x="5009" y="6058"/>
                    <a:pt x="5009" y="6058"/>
                    <a:pt x="5009" y="6058"/>
                  </a:cubicBezTo>
                  <a:cubicBezTo>
                    <a:pt x="5009" y="5795"/>
                    <a:pt x="5055" y="5531"/>
                    <a:pt x="5287" y="53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1" name="Freeform: Shape 2300">
              <a:extLst>
                <a:ext uri="{FF2B5EF4-FFF2-40B4-BE49-F238E27FC236}">
                  <a16:creationId xmlns:a16="http://schemas.microsoft.com/office/drawing/2014/main" id="{C94E0288-1538-374A-1F8D-4686991EE9D8}"/>
                </a:ext>
              </a:extLst>
            </p:cNvPr>
            <p:cNvSpPr>
              <a:spLocks/>
            </p:cNvSpPr>
            <p:nvPr/>
          </p:nvSpPr>
          <p:spPr>
            <a:xfrm>
              <a:off x="6073418" y="2896405"/>
              <a:ext cx="277" cy="524"/>
            </a:xfrm>
            <a:custGeom>
              <a:avLst/>
              <a:gdLst>
                <a:gd name="connsiteX0" fmla="*/ 186 w 185"/>
                <a:gd name="connsiteY0" fmla="*/ 351 h 351"/>
                <a:gd name="connsiteX1" fmla="*/ 0 w 185"/>
                <a:gd name="connsiteY1" fmla="*/ 0 h 351"/>
                <a:gd name="connsiteX2" fmla="*/ 186 w 185"/>
                <a:gd name="connsiteY2" fmla="*/ 351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186" y="351"/>
                  </a:moveTo>
                  <a:cubicBezTo>
                    <a:pt x="186" y="351"/>
                    <a:pt x="46" y="132"/>
                    <a:pt x="0" y="0"/>
                  </a:cubicBezTo>
                  <a:cubicBezTo>
                    <a:pt x="46" y="132"/>
                    <a:pt x="93" y="263"/>
                    <a:pt x="186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2" name="Freeform: Shape 2301">
              <a:extLst>
                <a:ext uri="{FF2B5EF4-FFF2-40B4-BE49-F238E27FC236}">
                  <a16:creationId xmlns:a16="http://schemas.microsoft.com/office/drawing/2014/main" id="{C6097AD9-285B-D5BE-153C-29F5958E65A2}"/>
                </a:ext>
              </a:extLst>
            </p:cNvPr>
            <p:cNvSpPr>
              <a:spLocks/>
            </p:cNvSpPr>
            <p:nvPr/>
          </p:nvSpPr>
          <p:spPr>
            <a:xfrm>
              <a:off x="6052513" y="2928120"/>
              <a:ext cx="82999" cy="24964"/>
            </a:xfrm>
            <a:custGeom>
              <a:avLst/>
              <a:gdLst>
                <a:gd name="connsiteX0" fmla="*/ 14377 w 55606"/>
                <a:gd name="connsiteY0" fmla="*/ 13346 h 16725"/>
                <a:gd name="connsiteX1" fmla="*/ 17530 w 55606"/>
                <a:gd name="connsiteY1" fmla="*/ 10141 h 16725"/>
                <a:gd name="connsiteX2" fmla="*/ 19942 w 55606"/>
                <a:gd name="connsiteY2" fmla="*/ 10141 h 16725"/>
                <a:gd name="connsiteX3" fmla="*/ 20684 w 55606"/>
                <a:gd name="connsiteY3" fmla="*/ 9878 h 16725"/>
                <a:gd name="connsiteX4" fmla="*/ 23049 w 55606"/>
                <a:gd name="connsiteY4" fmla="*/ 7990 h 16725"/>
                <a:gd name="connsiteX5" fmla="*/ 36591 w 55606"/>
                <a:gd name="connsiteY5" fmla="*/ 13609 h 16725"/>
                <a:gd name="connsiteX6" fmla="*/ 37890 w 55606"/>
                <a:gd name="connsiteY6" fmla="*/ 13389 h 16725"/>
                <a:gd name="connsiteX7" fmla="*/ 40487 w 55606"/>
                <a:gd name="connsiteY7" fmla="*/ 10931 h 16725"/>
                <a:gd name="connsiteX8" fmla="*/ 46423 w 55606"/>
                <a:gd name="connsiteY8" fmla="*/ 13609 h 16725"/>
                <a:gd name="connsiteX9" fmla="*/ 46934 w 55606"/>
                <a:gd name="connsiteY9" fmla="*/ 13697 h 16725"/>
                <a:gd name="connsiteX10" fmla="*/ 49902 w 55606"/>
                <a:gd name="connsiteY10" fmla="*/ 13697 h 16725"/>
                <a:gd name="connsiteX11" fmla="*/ 52453 w 55606"/>
                <a:gd name="connsiteY11" fmla="*/ 16375 h 16725"/>
                <a:gd name="connsiteX12" fmla="*/ 53287 w 55606"/>
                <a:gd name="connsiteY12" fmla="*/ 16726 h 16725"/>
                <a:gd name="connsiteX13" fmla="*/ 55606 w 55606"/>
                <a:gd name="connsiteY13" fmla="*/ 16726 h 16725"/>
                <a:gd name="connsiteX14" fmla="*/ 55513 w 55606"/>
                <a:gd name="connsiteY14" fmla="*/ 16726 h 16725"/>
                <a:gd name="connsiteX15" fmla="*/ 55142 w 55606"/>
                <a:gd name="connsiteY15" fmla="*/ 16550 h 16725"/>
                <a:gd name="connsiteX16" fmla="*/ 54772 w 55606"/>
                <a:gd name="connsiteY16" fmla="*/ 16375 h 16725"/>
                <a:gd name="connsiteX17" fmla="*/ 54586 w 55606"/>
                <a:gd name="connsiteY17" fmla="*/ 15980 h 16725"/>
                <a:gd name="connsiteX18" fmla="*/ 54447 w 55606"/>
                <a:gd name="connsiteY18" fmla="*/ 15628 h 16725"/>
                <a:gd name="connsiteX19" fmla="*/ 54447 w 55606"/>
                <a:gd name="connsiteY19" fmla="*/ 15628 h 16725"/>
                <a:gd name="connsiteX20" fmla="*/ 54447 w 55606"/>
                <a:gd name="connsiteY20" fmla="*/ 15628 h 16725"/>
                <a:gd name="connsiteX21" fmla="*/ 54539 w 55606"/>
                <a:gd name="connsiteY21" fmla="*/ 14619 h 16725"/>
                <a:gd name="connsiteX22" fmla="*/ 53798 w 55606"/>
                <a:gd name="connsiteY22" fmla="*/ 14619 h 16725"/>
                <a:gd name="connsiteX23" fmla="*/ 51247 w 55606"/>
                <a:gd name="connsiteY23" fmla="*/ 11941 h 16725"/>
                <a:gd name="connsiteX24" fmla="*/ 50412 w 55606"/>
                <a:gd name="connsiteY24" fmla="*/ 11590 h 16725"/>
                <a:gd name="connsiteX25" fmla="*/ 47212 w 55606"/>
                <a:gd name="connsiteY25" fmla="*/ 11590 h 16725"/>
                <a:gd name="connsiteX26" fmla="*/ 40766 w 55606"/>
                <a:gd name="connsiteY26" fmla="*/ 8692 h 16725"/>
                <a:gd name="connsiteX27" fmla="*/ 39467 w 55606"/>
                <a:gd name="connsiteY27" fmla="*/ 8912 h 16725"/>
                <a:gd name="connsiteX28" fmla="*/ 36824 w 55606"/>
                <a:gd name="connsiteY28" fmla="*/ 11414 h 16725"/>
                <a:gd name="connsiteX29" fmla="*/ 23328 w 55606"/>
                <a:gd name="connsiteY29" fmla="*/ 5795 h 16725"/>
                <a:gd name="connsiteX30" fmla="*/ 22122 w 55606"/>
                <a:gd name="connsiteY30" fmla="*/ 5970 h 16725"/>
                <a:gd name="connsiteX31" fmla="*/ 19571 w 55606"/>
                <a:gd name="connsiteY31" fmla="*/ 8034 h 16725"/>
                <a:gd name="connsiteX32" fmla="*/ 17113 w 55606"/>
                <a:gd name="connsiteY32" fmla="*/ 8034 h 16725"/>
                <a:gd name="connsiteX33" fmla="*/ 16278 w 55606"/>
                <a:gd name="connsiteY33" fmla="*/ 8385 h 16725"/>
                <a:gd name="connsiteX34" fmla="*/ 13589 w 55606"/>
                <a:gd name="connsiteY34" fmla="*/ 11151 h 16725"/>
                <a:gd name="connsiteX35" fmla="*/ 417 w 55606"/>
                <a:gd name="connsiteY35" fmla="*/ 219 h 16725"/>
                <a:gd name="connsiteX36" fmla="*/ 232 w 55606"/>
                <a:gd name="connsiteY36" fmla="*/ 88 h 16725"/>
                <a:gd name="connsiteX37" fmla="*/ 0 w 55606"/>
                <a:gd name="connsiteY37" fmla="*/ 0 h 16725"/>
                <a:gd name="connsiteX38" fmla="*/ 510 w 55606"/>
                <a:gd name="connsiteY38" fmla="*/ 395 h 16725"/>
                <a:gd name="connsiteX39" fmla="*/ 3524 w 55606"/>
                <a:gd name="connsiteY39" fmla="*/ 5751 h 16725"/>
                <a:gd name="connsiteX40" fmla="*/ 12939 w 55606"/>
                <a:gd name="connsiteY40" fmla="*/ 13565 h 16725"/>
                <a:gd name="connsiteX41" fmla="*/ 14562 w 55606"/>
                <a:gd name="connsiteY41" fmla="*/ 13477 h 1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5606" h="16725">
                  <a:moveTo>
                    <a:pt x="14377" y="13346"/>
                  </a:moveTo>
                  <a:lnTo>
                    <a:pt x="17530" y="10141"/>
                  </a:lnTo>
                  <a:lnTo>
                    <a:pt x="19942" y="10141"/>
                  </a:lnTo>
                  <a:cubicBezTo>
                    <a:pt x="20220" y="10141"/>
                    <a:pt x="20499" y="10053"/>
                    <a:pt x="20684" y="9878"/>
                  </a:cubicBezTo>
                  <a:lnTo>
                    <a:pt x="23049" y="7990"/>
                  </a:lnTo>
                  <a:lnTo>
                    <a:pt x="36591" y="13609"/>
                  </a:lnTo>
                  <a:cubicBezTo>
                    <a:pt x="37009" y="13785"/>
                    <a:pt x="37565" y="13697"/>
                    <a:pt x="37890" y="13389"/>
                  </a:cubicBezTo>
                  <a:lnTo>
                    <a:pt x="40487" y="10931"/>
                  </a:lnTo>
                  <a:lnTo>
                    <a:pt x="46423" y="13609"/>
                  </a:lnTo>
                  <a:cubicBezTo>
                    <a:pt x="46423" y="13609"/>
                    <a:pt x="46748" y="13697"/>
                    <a:pt x="46934" y="13697"/>
                  </a:cubicBezTo>
                  <a:lnTo>
                    <a:pt x="49902" y="13697"/>
                  </a:lnTo>
                  <a:lnTo>
                    <a:pt x="52453" y="16375"/>
                  </a:lnTo>
                  <a:cubicBezTo>
                    <a:pt x="52685" y="16594"/>
                    <a:pt x="52963" y="16726"/>
                    <a:pt x="53287" y="16726"/>
                  </a:cubicBezTo>
                  <a:lnTo>
                    <a:pt x="55606" y="16726"/>
                  </a:lnTo>
                  <a:cubicBezTo>
                    <a:pt x="55606" y="16726"/>
                    <a:pt x="55560" y="16726"/>
                    <a:pt x="55513" y="16726"/>
                  </a:cubicBezTo>
                  <a:cubicBezTo>
                    <a:pt x="55374" y="16726"/>
                    <a:pt x="55282" y="16594"/>
                    <a:pt x="55142" y="16550"/>
                  </a:cubicBezTo>
                  <a:cubicBezTo>
                    <a:pt x="55003" y="16506"/>
                    <a:pt x="54864" y="16463"/>
                    <a:pt x="54772" y="16375"/>
                  </a:cubicBezTo>
                  <a:cubicBezTo>
                    <a:pt x="54679" y="16287"/>
                    <a:pt x="54679" y="16111"/>
                    <a:pt x="54586" y="15980"/>
                  </a:cubicBezTo>
                  <a:cubicBezTo>
                    <a:pt x="54539" y="15848"/>
                    <a:pt x="54447" y="15760"/>
                    <a:pt x="54447" y="15628"/>
                  </a:cubicBezTo>
                  <a:cubicBezTo>
                    <a:pt x="54447" y="15628"/>
                    <a:pt x="54447" y="15628"/>
                    <a:pt x="54447" y="15628"/>
                  </a:cubicBezTo>
                  <a:cubicBezTo>
                    <a:pt x="54447" y="15628"/>
                    <a:pt x="54447" y="15628"/>
                    <a:pt x="54447" y="15628"/>
                  </a:cubicBezTo>
                  <a:lnTo>
                    <a:pt x="54539" y="14619"/>
                  </a:lnTo>
                  <a:lnTo>
                    <a:pt x="53798" y="14619"/>
                  </a:lnTo>
                  <a:lnTo>
                    <a:pt x="51247" y="11941"/>
                  </a:lnTo>
                  <a:cubicBezTo>
                    <a:pt x="51015" y="11721"/>
                    <a:pt x="50737" y="11590"/>
                    <a:pt x="50412" y="11590"/>
                  </a:cubicBezTo>
                  <a:lnTo>
                    <a:pt x="47212" y="11590"/>
                  </a:lnTo>
                  <a:lnTo>
                    <a:pt x="40766" y="8692"/>
                  </a:lnTo>
                  <a:cubicBezTo>
                    <a:pt x="40348" y="8473"/>
                    <a:pt x="39791" y="8560"/>
                    <a:pt x="39467" y="8912"/>
                  </a:cubicBezTo>
                  <a:lnTo>
                    <a:pt x="36824" y="11414"/>
                  </a:lnTo>
                  <a:lnTo>
                    <a:pt x="23328" y="5795"/>
                  </a:lnTo>
                  <a:cubicBezTo>
                    <a:pt x="22910" y="5619"/>
                    <a:pt x="22446" y="5707"/>
                    <a:pt x="22122" y="5970"/>
                  </a:cubicBezTo>
                  <a:lnTo>
                    <a:pt x="19571" y="8034"/>
                  </a:lnTo>
                  <a:lnTo>
                    <a:pt x="17113" y="8034"/>
                  </a:lnTo>
                  <a:cubicBezTo>
                    <a:pt x="16789" y="8034"/>
                    <a:pt x="16464" y="8165"/>
                    <a:pt x="16278" y="8385"/>
                  </a:cubicBezTo>
                  <a:lnTo>
                    <a:pt x="13589" y="11151"/>
                  </a:lnTo>
                  <a:lnTo>
                    <a:pt x="417" y="219"/>
                  </a:lnTo>
                  <a:lnTo>
                    <a:pt x="232" y="88"/>
                  </a:lnTo>
                  <a:cubicBezTo>
                    <a:pt x="232" y="88"/>
                    <a:pt x="93" y="88"/>
                    <a:pt x="0" y="0"/>
                  </a:cubicBezTo>
                  <a:cubicBezTo>
                    <a:pt x="185" y="88"/>
                    <a:pt x="371" y="176"/>
                    <a:pt x="510" y="395"/>
                  </a:cubicBezTo>
                  <a:lnTo>
                    <a:pt x="3524" y="5751"/>
                  </a:lnTo>
                  <a:lnTo>
                    <a:pt x="12939" y="13565"/>
                  </a:lnTo>
                  <a:cubicBezTo>
                    <a:pt x="13403" y="13960"/>
                    <a:pt x="14145" y="13916"/>
                    <a:pt x="14562" y="1347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3" name="Freeform: Shape 2302">
              <a:extLst>
                <a:ext uri="{FF2B5EF4-FFF2-40B4-BE49-F238E27FC236}">
                  <a16:creationId xmlns:a16="http://schemas.microsoft.com/office/drawing/2014/main" id="{61187833-912B-DE30-296F-904ED76CE12A}"/>
                </a:ext>
              </a:extLst>
            </p:cNvPr>
            <p:cNvSpPr>
              <a:spLocks/>
            </p:cNvSpPr>
            <p:nvPr/>
          </p:nvSpPr>
          <p:spPr>
            <a:xfrm>
              <a:off x="6049851" y="2929169"/>
              <a:ext cx="30" cy="590"/>
            </a:xfrm>
            <a:custGeom>
              <a:avLst/>
              <a:gdLst>
                <a:gd name="connsiteX0" fmla="*/ 21 w 20"/>
                <a:gd name="connsiteY0" fmla="*/ 395 h 395"/>
                <a:gd name="connsiteX1" fmla="*/ 21 w 20"/>
                <a:gd name="connsiteY1" fmla="*/ 0 h 395"/>
                <a:gd name="connsiteX2" fmla="*/ 21 w 20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" h="395">
                  <a:moveTo>
                    <a:pt x="21" y="395"/>
                  </a:moveTo>
                  <a:cubicBezTo>
                    <a:pt x="21" y="395"/>
                    <a:pt x="-26" y="132"/>
                    <a:pt x="21" y="0"/>
                  </a:cubicBezTo>
                  <a:cubicBezTo>
                    <a:pt x="21" y="132"/>
                    <a:pt x="21" y="263"/>
                    <a:pt x="21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4" name="Freeform: Shape 2303">
              <a:extLst>
                <a:ext uri="{FF2B5EF4-FFF2-40B4-BE49-F238E27FC236}">
                  <a16:creationId xmlns:a16="http://schemas.microsoft.com/office/drawing/2014/main" id="{9D6A5F6A-FC5C-EE15-8439-7094C0921F54}"/>
                </a:ext>
              </a:extLst>
            </p:cNvPr>
            <p:cNvSpPr>
              <a:spLocks/>
            </p:cNvSpPr>
            <p:nvPr/>
          </p:nvSpPr>
          <p:spPr>
            <a:xfrm>
              <a:off x="6051059" y="2927829"/>
              <a:ext cx="623" cy="28"/>
            </a:xfrm>
            <a:custGeom>
              <a:avLst/>
              <a:gdLst>
                <a:gd name="connsiteX0" fmla="*/ 0 w 417"/>
                <a:gd name="connsiteY0" fmla="*/ 20 h 19"/>
                <a:gd name="connsiteX1" fmla="*/ 418 w 417"/>
                <a:gd name="connsiteY1" fmla="*/ 20 h 19"/>
                <a:gd name="connsiteX2" fmla="*/ 0 w 417"/>
                <a:gd name="connsiteY2" fmla="*/ 20 h 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19">
                  <a:moveTo>
                    <a:pt x="0" y="20"/>
                  </a:moveTo>
                  <a:cubicBezTo>
                    <a:pt x="0" y="20"/>
                    <a:pt x="278" y="-24"/>
                    <a:pt x="418" y="20"/>
                  </a:cubicBezTo>
                  <a:cubicBezTo>
                    <a:pt x="278" y="20"/>
                    <a:pt x="139" y="20"/>
                    <a:pt x="0" y="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5" name="Freeform: Shape 2304">
              <a:extLst>
                <a:ext uri="{FF2B5EF4-FFF2-40B4-BE49-F238E27FC236}">
                  <a16:creationId xmlns:a16="http://schemas.microsoft.com/office/drawing/2014/main" id="{0154ED11-CDA7-7966-B688-0CA72AAE72B5}"/>
                </a:ext>
              </a:extLst>
            </p:cNvPr>
            <p:cNvSpPr>
              <a:spLocks/>
            </p:cNvSpPr>
            <p:nvPr/>
          </p:nvSpPr>
          <p:spPr>
            <a:xfrm>
              <a:off x="6050090" y="2928120"/>
              <a:ext cx="414" cy="459"/>
            </a:xfrm>
            <a:custGeom>
              <a:avLst/>
              <a:gdLst>
                <a:gd name="connsiteX0" fmla="*/ 0 w 278"/>
                <a:gd name="connsiteY0" fmla="*/ 307 h 307"/>
                <a:gd name="connsiteX1" fmla="*/ 278 w 278"/>
                <a:gd name="connsiteY1" fmla="*/ 0 h 307"/>
                <a:gd name="connsiteX2" fmla="*/ 93 w 278"/>
                <a:gd name="connsiteY2" fmla="*/ 88 h 307"/>
                <a:gd name="connsiteX3" fmla="*/ 0 w 278"/>
                <a:gd name="connsiteY3" fmla="*/ 307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" h="307">
                  <a:moveTo>
                    <a:pt x="0" y="307"/>
                  </a:moveTo>
                  <a:cubicBezTo>
                    <a:pt x="0" y="307"/>
                    <a:pt x="139" y="88"/>
                    <a:pt x="278" y="0"/>
                  </a:cubicBezTo>
                  <a:cubicBezTo>
                    <a:pt x="232" y="0"/>
                    <a:pt x="139" y="0"/>
                    <a:pt x="93" y="88"/>
                  </a:cubicBezTo>
                  <a:cubicBezTo>
                    <a:pt x="46" y="132"/>
                    <a:pt x="93" y="219"/>
                    <a:pt x="0" y="3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6" name="Freeform: Shape 2305">
              <a:extLst>
                <a:ext uri="{FF2B5EF4-FFF2-40B4-BE49-F238E27FC236}">
                  <a16:creationId xmlns:a16="http://schemas.microsoft.com/office/drawing/2014/main" id="{31426142-2677-8901-6854-BED1C1A52C6F}"/>
                </a:ext>
              </a:extLst>
            </p:cNvPr>
            <p:cNvSpPr>
              <a:spLocks/>
            </p:cNvSpPr>
            <p:nvPr/>
          </p:nvSpPr>
          <p:spPr>
            <a:xfrm>
              <a:off x="6135443" y="2949745"/>
              <a:ext cx="17306" cy="44427"/>
            </a:xfrm>
            <a:custGeom>
              <a:avLst/>
              <a:gdLst>
                <a:gd name="connsiteX0" fmla="*/ 5426 w 11594"/>
                <a:gd name="connsiteY0" fmla="*/ 28491 h 29764"/>
                <a:gd name="connsiteX1" fmla="*/ 5797 w 11594"/>
                <a:gd name="connsiteY1" fmla="*/ 28711 h 29764"/>
                <a:gd name="connsiteX2" fmla="*/ 5890 w 11594"/>
                <a:gd name="connsiteY2" fmla="*/ 28798 h 29764"/>
                <a:gd name="connsiteX3" fmla="*/ 6539 w 11594"/>
                <a:gd name="connsiteY3" fmla="*/ 29764 h 29764"/>
                <a:gd name="connsiteX4" fmla="*/ 9554 w 11594"/>
                <a:gd name="connsiteY4" fmla="*/ 28140 h 29764"/>
                <a:gd name="connsiteX5" fmla="*/ 10110 w 11594"/>
                <a:gd name="connsiteY5" fmla="*/ 27438 h 29764"/>
                <a:gd name="connsiteX6" fmla="*/ 9925 w 11594"/>
                <a:gd name="connsiteY6" fmla="*/ 26560 h 29764"/>
                <a:gd name="connsiteX7" fmla="*/ 5380 w 11594"/>
                <a:gd name="connsiteY7" fmla="*/ 20326 h 29764"/>
                <a:gd name="connsiteX8" fmla="*/ 10435 w 11594"/>
                <a:gd name="connsiteY8" fmla="*/ 20326 h 29764"/>
                <a:gd name="connsiteX9" fmla="*/ 11501 w 11594"/>
                <a:gd name="connsiteY9" fmla="*/ 19623 h 29764"/>
                <a:gd name="connsiteX10" fmla="*/ 11223 w 11594"/>
                <a:gd name="connsiteY10" fmla="*/ 18438 h 29764"/>
                <a:gd name="connsiteX11" fmla="*/ 3988 w 11594"/>
                <a:gd name="connsiteY11" fmla="*/ 11853 h 29764"/>
                <a:gd name="connsiteX12" fmla="*/ 6214 w 11594"/>
                <a:gd name="connsiteY12" fmla="*/ 7639 h 29764"/>
                <a:gd name="connsiteX13" fmla="*/ 6307 w 11594"/>
                <a:gd name="connsiteY13" fmla="*/ 6892 h 29764"/>
                <a:gd name="connsiteX14" fmla="*/ 4870 w 11594"/>
                <a:gd name="connsiteY14" fmla="*/ 834 h 29764"/>
                <a:gd name="connsiteX15" fmla="*/ 3757 w 11594"/>
                <a:gd name="connsiteY15" fmla="*/ 0 h 29764"/>
                <a:gd name="connsiteX16" fmla="*/ 1252 w 11594"/>
                <a:gd name="connsiteY16" fmla="*/ 0 h 29764"/>
                <a:gd name="connsiteX17" fmla="*/ 1159 w 11594"/>
                <a:gd name="connsiteY17" fmla="*/ 1185 h 29764"/>
                <a:gd name="connsiteX18" fmla="*/ 0 w 11594"/>
                <a:gd name="connsiteY18" fmla="*/ 2195 h 29764"/>
                <a:gd name="connsiteX19" fmla="*/ 2829 w 11594"/>
                <a:gd name="connsiteY19" fmla="*/ 2195 h 29764"/>
                <a:gd name="connsiteX20" fmla="*/ 3988 w 11594"/>
                <a:gd name="connsiteY20" fmla="*/ 6980 h 29764"/>
                <a:gd name="connsiteX21" fmla="*/ 1577 w 11594"/>
                <a:gd name="connsiteY21" fmla="*/ 11546 h 29764"/>
                <a:gd name="connsiteX22" fmla="*/ 1809 w 11594"/>
                <a:gd name="connsiteY22" fmla="*/ 12819 h 29764"/>
                <a:gd name="connsiteX23" fmla="*/ 7560 w 11594"/>
                <a:gd name="connsiteY23" fmla="*/ 18043 h 29764"/>
                <a:gd name="connsiteX24" fmla="*/ 3200 w 11594"/>
                <a:gd name="connsiteY24" fmla="*/ 18043 h 29764"/>
                <a:gd name="connsiteX25" fmla="*/ 2180 w 11594"/>
                <a:gd name="connsiteY25" fmla="*/ 18614 h 29764"/>
                <a:gd name="connsiteX26" fmla="*/ 2272 w 11594"/>
                <a:gd name="connsiteY26" fmla="*/ 19755 h 29764"/>
                <a:gd name="connsiteX27" fmla="*/ 7374 w 11594"/>
                <a:gd name="connsiteY27" fmla="*/ 26735 h 29764"/>
                <a:gd name="connsiteX28" fmla="*/ 4684 w 11594"/>
                <a:gd name="connsiteY28" fmla="*/ 28184 h 29764"/>
                <a:gd name="connsiteX29" fmla="*/ 5009 w 11594"/>
                <a:gd name="connsiteY29" fmla="*/ 28184 h 29764"/>
                <a:gd name="connsiteX30" fmla="*/ 5148 w 11594"/>
                <a:gd name="connsiteY30" fmla="*/ 28228 h 29764"/>
                <a:gd name="connsiteX31" fmla="*/ 5519 w 11594"/>
                <a:gd name="connsiteY31" fmla="*/ 28403 h 2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594" h="29764">
                  <a:moveTo>
                    <a:pt x="5426" y="28491"/>
                  </a:moveTo>
                  <a:cubicBezTo>
                    <a:pt x="5426" y="28491"/>
                    <a:pt x="5704" y="28623"/>
                    <a:pt x="5797" y="28711"/>
                  </a:cubicBezTo>
                  <a:cubicBezTo>
                    <a:pt x="5797" y="28711"/>
                    <a:pt x="5890" y="28711"/>
                    <a:pt x="5890" y="28798"/>
                  </a:cubicBezTo>
                  <a:lnTo>
                    <a:pt x="6539" y="29764"/>
                  </a:lnTo>
                  <a:lnTo>
                    <a:pt x="9554" y="28140"/>
                  </a:lnTo>
                  <a:cubicBezTo>
                    <a:pt x="9832" y="27964"/>
                    <a:pt x="10017" y="27745"/>
                    <a:pt x="10110" y="27438"/>
                  </a:cubicBezTo>
                  <a:cubicBezTo>
                    <a:pt x="10203" y="27130"/>
                    <a:pt x="10110" y="26823"/>
                    <a:pt x="9925" y="26560"/>
                  </a:cubicBezTo>
                  <a:lnTo>
                    <a:pt x="5380" y="20326"/>
                  </a:lnTo>
                  <a:lnTo>
                    <a:pt x="10435" y="20326"/>
                  </a:lnTo>
                  <a:cubicBezTo>
                    <a:pt x="10899" y="20326"/>
                    <a:pt x="11316" y="20062"/>
                    <a:pt x="11501" y="19623"/>
                  </a:cubicBezTo>
                  <a:cubicBezTo>
                    <a:pt x="11687" y="19228"/>
                    <a:pt x="11594" y="18745"/>
                    <a:pt x="11223" y="18438"/>
                  </a:cubicBezTo>
                  <a:lnTo>
                    <a:pt x="3988" y="11853"/>
                  </a:lnTo>
                  <a:lnTo>
                    <a:pt x="6214" y="7639"/>
                  </a:lnTo>
                  <a:cubicBezTo>
                    <a:pt x="6354" y="7419"/>
                    <a:pt x="6354" y="7156"/>
                    <a:pt x="6307" y="6892"/>
                  </a:cubicBezTo>
                  <a:lnTo>
                    <a:pt x="4870" y="834"/>
                  </a:lnTo>
                  <a:cubicBezTo>
                    <a:pt x="4731" y="351"/>
                    <a:pt x="4267" y="0"/>
                    <a:pt x="3757" y="0"/>
                  </a:cubicBezTo>
                  <a:lnTo>
                    <a:pt x="1252" y="0"/>
                  </a:lnTo>
                  <a:lnTo>
                    <a:pt x="1159" y="1185"/>
                  </a:lnTo>
                  <a:cubicBezTo>
                    <a:pt x="1159" y="1756"/>
                    <a:pt x="603" y="2195"/>
                    <a:pt x="0" y="2195"/>
                  </a:cubicBezTo>
                  <a:lnTo>
                    <a:pt x="2829" y="2195"/>
                  </a:lnTo>
                  <a:lnTo>
                    <a:pt x="3988" y="6980"/>
                  </a:lnTo>
                  <a:lnTo>
                    <a:pt x="1577" y="11546"/>
                  </a:lnTo>
                  <a:cubicBezTo>
                    <a:pt x="1345" y="11985"/>
                    <a:pt x="1438" y="12512"/>
                    <a:pt x="1809" y="12819"/>
                  </a:cubicBezTo>
                  <a:lnTo>
                    <a:pt x="7560" y="18043"/>
                  </a:lnTo>
                  <a:lnTo>
                    <a:pt x="3200" y="18043"/>
                  </a:lnTo>
                  <a:cubicBezTo>
                    <a:pt x="2783" y="18043"/>
                    <a:pt x="2365" y="18262"/>
                    <a:pt x="2180" y="18614"/>
                  </a:cubicBezTo>
                  <a:cubicBezTo>
                    <a:pt x="1994" y="18965"/>
                    <a:pt x="1994" y="19404"/>
                    <a:pt x="2272" y="19755"/>
                  </a:cubicBezTo>
                  <a:lnTo>
                    <a:pt x="7374" y="26735"/>
                  </a:lnTo>
                  <a:lnTo>
                    <a:pt x="4684" y="28184"/>
                  </a:lnTo>
                  <a:lnTo>
                    <a:pt x="5009" y="28184"/>
                  </a:lnTo>
                  <a:cubicBezTo>
                    <a:pt x="5009" y="28184"/>
                    <a:pt x="5101" y="28228"/>
                    <a:pt x="5148" y="28228"/>
                  </a:cubicBezTo>
                  <a:cubicBezTo>
                    <a:pt x="5287" y="28228"/>
                    <a:pt x="5426" y="28316"/>
                    <a:pt x="5519" y="2840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7" name="Freeform: Shape 2306">
              <a:extLst>
                <a:ext uri="{FF2B5EF4-FFF2-40B4-BE49-F238E27FC236}">
                  <a16:creationId xmlns:a16="http://schemas.microsoft.com/office/drawing/2014/main" id="{2B5A2CE0-D228-703E-B61F-A388373935AA}"/>
                </a:ext>
              </a:extLst>
            </p:cNvPr>
            <p:cNvSpPr>
              <a:spLocks/>
            </p:cNvSpPr>
            <p:nvPr/>
          </p:nvSpPr>
          <p:spPr>
            <a:xfrm>
              <a:off x="6134197" y="2952562"/>
              <a:ext cx="553" cy="262"/>
            </a:xfrm>
            <a:custGeom>
              <a:avLst/>
              <a:gdLst>
                <a:gd name="connsiteX0" fmla="*/ 371 w 371"/>
                <a:gd name="connsiteY0" fmla="*/ 176 h 175"/>
                <a:gd name="connsiteX1" fmla="*/ 0 w 371"/>
                <a:gd name="connsiteY1" fmla="*/ 0 h 175"/>
                <a:gd name="connsiteX2" fmla="*/ 371 w 371"/>
                <a:gd name="connsiteY2" fmla="*/ 176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175">
                  <a:moveTo>
                    <a:pt x="371" y="176"/>
                  </a:moveTo>
                  <a:cubicBezTo>
                    <a:pt x="371" y="176"/>
                    <a:pt x="93" y="88"/>
                    <a:pt x="0" y="0"/>
                  </a:cubicBezTo>
                  <a:cubicBezTo>
                    <a:pt x="93" y="88"/>
                    <a:pt x="232" y="132"/>
                    <a:pt x="371" y="1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8" name="Freeform: Shape 2307">
              <a:extLst>
                <a:ext uri="{FF2B5EF4-FFF2-40B4-BE49-F238E27FC236}">
                  <a16:creationId xmlns:a16="http://schemas.microsoft.com/office/drawing/2014/main" id="{C7DAD8DD-D617-B64A-A96B-7D5DF4C167AC}"/>
                </a:ext>
              </a:extLst>
            </p:cNvPr>
            <p:cNvSpPr>
              <a:spLocks/>
            </p:cNvSpPr>
            <p:nvPr/>
          </p:nvSpPr>
          <p:spPr>
            <a:xfrm>
              <a:off x="6133643" y="2951383"/>
              <a:ext cx="207" cy="590"/>
            </a:xfrm>
            <a:custGeom>
              <a:avLst/>
              <a:gdLst>
                <a:gd name="connsiteX0" fmla="*/ 0 w 139"/>
                <a:gd name="connsiteY0" fmla="*/ 44 h 395"/>
                <a:gd name="connsiteX1" fmla="*/ 139 w 139"/>
                <a:gd name="connsiteY1" fmla="*/ 395 h 395"/>
                <a:gd name="connsiteX2" fmla="*/ 0 w 139"/>
                <a:gd name="connsiteY2" fmla="*/ 0 h 395"/>
                <a:gd name="connsiteX3" fmla="*/ 0 w 139"/>
                <a:gd name="connsiteY3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" h="395">
                  <a:moveTo>
                    <a:pt x="0" y="44"/>
                  </a:moveTo>
                  <a:cubicBezTo>
                    <a:pt x="0" y="44"/>
                    <a:pt x="93" y="263"/>
                    <a:pt x="139" y="395"/>
                  </a:cubicBezTo>
                  <a:cubicBezTo>
                    <a:pt x="93" y="263"/>
                    <a:pt x="0" y="13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9" name="Freeform: Shape 2308">
              <a:extLst>
                <a:ext uri="{FF2B5EF4-FFF2-40B4-BE49-F238E27FC236}">
                  <a16:creationId xmlns:a16="http://schemas.microsoft.com/office/drawing/2014/main" id="{C1FFF47D-F7F6-664D-F28B-835E8F633EC0}"/>
                </a:ext>
              </a:extLst>
            </p:cNvPr>
            <p:cNvSpPr>
              <a:spLocks/>
            </p:cNvSpPr>
            <p:nvPr/>
          </p:nvSpPr>
          <p:spPr>
            <a:xfrm>
              <a:off x="6049883" y="2927728"/>
              <a:ext cx="93244" cy="100190"/>
            </a:xfrm>
            <a:custGeom>
              <a:avLst/>
              <a:gdLst>
                <a:gd name="connsiteX0" fmla="*/ 49577 w 62470"/>
                <a:gd name="connsiteY0" fmla="*/ 66201 h 67123"/>
                <a:gd name="connsiteX1" fmla="*/ 50041 w 62470"/>
                <a:gd name="connsiteY1" fmla="*/ 57992 h 67123"/>
                <a:gd name="connsiteX2" fmla="*/ 52731 w 62470"/>
                <a:gd name="connsiteY2" fmla="*/ 54699 h 67123"/>
                <a:gd name="connsiteX3" fmla="*/ 52963 w 62470"/>
                <a:gd name="connsiteY3" fmla="*/ 54260 h 67123"/>
                <a:gd name="connsiteX4" fmla="*/ 54076 w 62470"/>
                <a:gd name="connsiteY4" fmla="*/ 49607 h 67123"/>
                <a:gd name="connsiteX5" fmla="*/ 56256 w 62470"/>
                <a:gd name="connsiteY5" fmla="*/ 50617 h 67123"/>
                <a:gd name="connsiteX6" fmla="*/ 57322 w 62470"/>
                <a:gd name="connsiteY6" fmla="*/ 50617 h 67123"/>
                <a:gd name="connsiteX7" fmla="*/ 57925 w 62470"/>
                <a:gd name="connsiteY7" fmla="*/ 49827 h 67123"/>
                <a:gd name="connsiteX8" fmla="*/ 58667 w 62470"/>
                <a:gd name="connsiteY8" fmla="*/ 45261 h 67123"/>
                <a:gd name="connsiteX9" fmla="*/ 61682 w 62470"/>
                <a:gd name="connsiteY9" fmla="*/ 45261 h 67123"/>
                <a:gd name="connsiteX10" fmla="*/ 61357 w 62470"/>
                <a:gd name="connsiteY10" fmla="*/ 44734 h 67123"/>
                <a:gd name="connsiteX11" fmla="*/ 61728 w 62470"/>
                <a:gd name="connsiteY11" fmla="*/ 43198 h 67123"/>
                <a:gd name="connsiteX12" fmla="*/ 62470 w 62470"/>
                <a:gd name="connsiteY12" fmla="*/ 43066 h 67123"/>
                <a:gd name="connsiteX13" fmla="*/ 62331 w 62470"/>
                <a:gd name="connsiteY13" fmla="*/ 43022 h 67123"/>
                <a:gd name="connsiteX14" fmla="*/ 57693 w 62470"/>
                <a:gd name="connsiteY14" fmla="*/ 43022 h 67123"/>
                <a:gd name="connsiteX15" fmla="*/ 56534 w 62470"/>
                <a:gd name="connsiteY15" fmla="*/ 43944 h 67123"/>
                <a:gd name="connsiteX16" fmla="*/ 55885 w 62470"/>
                <a:gd name="connsiteY16" fmla="*/ 47939 h 67123"/>
                <a:gd name="connsiteX17" fmla="*/ 53844 w 62470"/>
                <a:gd name="connsiteY17" fmla="*/ 46973 h 67123"/>
                <a:gd name="connsiteX18" fmla="*/ 52823 w 62470"/>
                <a:gd name="connsiteY18" fmla="*/ 46973 h 67123"/>
                <a:gd name="connsiteX19" fmla="*/ 52174 w 62470"/>
                <a:gd name="connsiteY19" fmla="*/ 47719 h 67123"/>
                <a:gd name="connsiteX20" fmla="*/ 50783 w 62470"/>
                <a:gd name="connsiteY20" fmla="*/ 53514 h 67123"/>
                <a:gd name="connsiteX21" fmla="*/ 48047 w 62470"/>
                <a:gd name="connsiteY21" fmla="*/ 56894 h 67123"/>
                <a:gd name="connsiteX22" fmla="*/ 47815 w 62470"/>
                <a:gd name="connsiteY22" fmla="*/ 57509 h 67123"/>
                <a:gd name="connsiteX23" fmla="*/ 47490 w 62470"/>
                <a:gd name="connsiteY23" fmla="*/ 63040 h 67123"/>
                <a:gd name="connsiteX24" fmla="*/ 41461 w 62470"/>
                <a:gd name="connsiteY24" fmla="*/ 55534 h 67123"/>
                <a:gd name="connsiteX25" fmla="*/ 40302 w 62470"/>
                <a:gd name="connsiteY25" fmla="*/ 55138 h 67123"/>
                <a:gd name="connsiteX26" fmla="*/ 37055 w 62470"/>
                <a:gd name="connsiteY26" fmla="*/ 55709 h 67123"/>
                <a:gd name="connsiteX27" fmla="*/ 37055 w 62470"/>
                <a:gd name="connsiteY27" fmla="*/ 52636 h 67123"/>
                <a:gd name="connsiteX28" fmla="*/ 36684 w 62470"/>
                <a:gd name="connsiteY28" fmla="*/ 51802 h 67123"/>
                <a:gd name="connsiteX29" fmla="*/ 31768 w 62470"/>
                <a:gd name="connsiteY29" fmla="*/ 47632 h 67123"/>
                <a:gd name="connsiteX30" fmla="*/ 30423 w 62470"/>
                <a:gd name="connsiteY30" fmla="*/ 41661 h 67123"/>
                <a:gd name="connsiteX31" fmla="*/ 30006 w 62470"/>
                <a:gd name="connsiteY31" fmla="*/ 41047 h 67123"/>
                <a:gd name="connsiteX32" fmla="*/ 13032 w 62470"/>
                <a:gd name="connsiteY32" fmla="*/ 28491 h 67123"/>
                <a:gd name="connsiteX33" fmla="*/ 13032 w 62470"/>
                <a:gd name="connsiteY33" fmla="*/ 20501 h 67123"/>
                <a:gd name="connsiteX34" fmla="*/ 12429 w 62470"/>
                <a:gd name="connsiteY34" fmla="*/ 19535 h 67123"/>
                <a:gd name="connsiteX35" fmla="*/ 7188 w 62470"/>
                <a:gd name="connsiteY35" fmla="*/ 16814 h 67123"/>
                <a:gd name="connsiteX36" fmla="*/ 6632 w 62470"/>
                <a:gd name="connsiteY36" fmla="*/ 8648 h 67123"/>
                <a:gd name="connsiteX37" fmla="*/ 6493 w 62470"/>
                <a:gd name="connsiteY37" fmla="*/ 8209 h 67123"/>
                <a:gd name="connsiteX38" fmla="*/ 5148 w 62470"/>
                <a:gd name="connsiteY38" fmla="*/ 5883 h 67123"/>
                <a:gd name="connsiteX39" fmla="*/ 2133 w 62470"/>
                <a:gd name="connsiteY39" fmla="*/ 527 h 67123"/>
                <a:gd name="connsiteX40" fmla="*/ 1623 w 62470"/>
                <a:gd name="connsiteY40" fmla="*/ 132 h 67123"/>
                <a:gd name="connsiteX41" fmla="*/ 1206 w 62470"/>
                <a:gd name="connsiteY41" fmla="*/ 0 h 67123"/>
                <a:gd name="connsiteX42" fmla="*/ 788 w 62470"/>
                <a:gd name="connsiteY42" fmla="*/ 0 h 67123"/>
                <a:gd name="connsiteX43" fmla="*/ 557 w 62470"/>
                <a:gd name="connsiteY43" fmla="*/ 0 h 67123"/>
                <a:gd name="connsiteX44" fmla="*/ 417 w 62470"/>
                <a:gd name="connsiteY44" fmla="*/ 176 h 67123"/>
                <a:gd name="connsiteX45" fmla="*/ 139 w 62470"/>
                <a:gd name="connsiteY45" fmla="*/ 483 h 67123"/>
                <a:gd name="connsiteX46" fmla="*/ 0 w 62470"/>
                <a:gd name="connsiteY46" fmla="*/ 878 h 67123"/>
                <a:gd name="connsiteX47" fmla="*/ 0 w 62470"/>
                <a:gd name="connsiteY47" fmla="*/ 1273 h 67123"/>
                <a:gd name="connsiteX48" fmla="*/ 0 w 62470"/>
                <a:gd name="connsiteY48" fmla="*/ 1493 h 67123"/>
                <a:gd name="connsiteX49" fmla="*/ 0 w 62470"/>
                <a:gd name="connsiteY49" fmla="*/ 1493 h 67123"/>
                <a:gd name="connsiteX50" fmla="*/ 232 w 62470"/>
                <a:gd name="connsiteY50" fmla="*/ 1888 h 67123"/>
                <a:gd name="connsiteX51" fmla="*/ 4220 w 62470"/>
                <a:gd name="connsiteY51" fmla="*/ 8956 h 67123"/>
                <a:gd name="connsiteX52" fmla="*/ 4777 w 62470"/>
                <a:gd name="connsiteY52" fmla="*/ 17516 h 67123"/>
                <a:gd name="connsiteX53" fmla="*/ 5380 w 62470"/>
                <a:gd name="connsiteY53" fmla="*/ 18394 h 67123"/>
                <a:gd name="connsiteX54" fmla="*/ 10574 w 62470"/>
                <a:gd name="connsiteY54" fmla="*/ 21116 h 67123"/>
                <a:gd name="connsiteX55" fmla="*/ 10574 w 62470"/>
                <a:gd name="connsiteY55" fmla="*/ 28974 h 67123"/>
                <a:gd name="connsiteX56" fmla="*/ 11038 w 62470"/>
                <a:gd name="connsiteY56" fmla="*/ 29852 h 67123"/>
                <a:gd name="connsiteX57" fmla="*/ 28105 w 62470"/>
                <a:gd name="connsiteY57" fmla="*/ 42495 h 67123"/>
                <a:gd name="connsiteX58" fmla="*/ 29449 w 62470"/>
                <a:gd name="connsiteY58" fmla="*/ 48422 h 67123"/>
                <a:gd name="connsiteX59" fmla="*/ 29821 w 62470"/>
                <a:gd name="connsiteY59" fmla="*/ 48992 h 67123"/>
                <a:gd name="connsiteX60" fmla="*/ 34644 w 62470"/>
                <a:gd name="connsiteY60" fmla="*/ 53075 h 67123"/>
                <a:gd name="connsiteX61" fmla="*/ 34644 w 62470"/>
                <a:gd name="connsiteY61" fmla="*/ 56982 h 67123"/>
                <a:gd name="connsiteX62" fmla="*/ 35061 w 62470"/>
                <a:gd name="connsiteY62" fmla="*/ 57816 h 67123"/>
                <a:gd name="connsiteX63" fmla="*/ 36035 w 62470"/>
                <a:gd name="connsiteY63" fmla="*/ 58036 h 67123"/>
                <a:gd name="connsiteX64" fmla="*/ 39977 w 62470"/>
                <a:gd name="connsiteY64" fmla="*/ 57333 h 67123"/>
                <a:gd name="connsiteX65" fmla="*/ 44800 w 62470"/>
                <a:gd name="connsiteY65" fmla="*/ 63392 h 67123"/>
                <a:gd name="connsiteX66" fmla="*/ 47444 w 62470"/>
                <a:gd name="connsiteY66" fmla="*/ 66684 h 67123"/>
                <a:gd name="connsiteX67" fmla="*/ 48371 w 62470"/>
                <a:gd name="connsiteY67" fmla="*/ 67123 h 67123"/>
                <a:gd name="connsiteX68" fmla="*/ 48696 w 62470"/>
                <a:gd name="connsiteY68" fmla="*/ 67079 h 67123"/>
                <a:gd name="connsiteX69" fmla="*/ 49253 w 62470"/>
                <a:gd name="connsiteY69" fmla="*/ 66684 h 67123"/>
                <a:gd name="connsiteX70" fmla="*/ 49484 w 62470"/>
                <a:gd name="connsiteY70" fmla="*/ 66070 h 67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2470" h="67123">
                  <a:moveTo>
                    <a:pt x="49577" y="66201"/>
                  </a:moveTo>
                  <a:lnTo>
                    <a:pt x="50041" y="57992"/>
                  </a:lnTo>
                  <a:lnTo>
                    <a:pt x="52731" y="54699"/>
                  </a:lnTo>
                  <a:cubicBezTo>
                    <a:pt x="52731" y="54699"/>
                    <a:pt x="52916" y="54436"/>
                    <a:pt x="52963" y="54260"/>
                  </a:cubicBezTo>
                  <a:lnTo>
                    <a:pt x="54076" y="49607"/>
                  </a:lnTo>
                  <a:lnTo>
                    <a:pt x="56256" y="50617"/>
                  </a:lnTo>
                  <a:cubicBezTo>
                    <a:pt x="56580" y="50792"/>
                    <a:pt x="56998" y="50792"/>
                    <a:pt x="57322" y="50617"/>
                  </a:cubicBezTo>
                  <a:cubicBezTo>
                    <a:pt x="57647" y="50441"/>
                    <a:pt x="57879" y="50134"/>
                    <a:pt x="57925" y="49827"/>
                  </a:cubicBezTo>
                  <a:lnTo>
                    <a:pt x="58667" y="45261"/>
                  </a:lnTo>
                  <a:lnTo>
                    <a:pt x="61682" y="45261"/>
                  </a:lnTo>
                  <a:lnTo>
                    <a:pt x="61357" y="44734"/>
                  </a:lnTo>
                  <a:cubicBezTo>
                    <a:pt x="61032" y="44207"/>
                    <a:pt x="61172" y="43549"/>
                    <a:pt x="61728" y="43198"/>
                  </a:cubicBezTo>
                  <a:cubicBezTo>
                    <a:pt x="61960" y="43066"/>
                    <a:pt x="62238" y="43066"/>
                    <a:pt x="62470" y="43066"/>
                  </a:cubicBezTo>
                  <a:cubicBezTo>
                    <a:pt x="62424" y="43066"/>
                    <a:pt x="62377" y="43022"/>
                    <a:pt x="62331" y="43022"/>
                  </a:cubicBezTo>
                  <a:lnTo>
                    <a:pt x="57693" y="43022"/>
                  </a:lnTo>
                  <a:cubicBezTo>
                    <a:pt x="57137" y="43022"/>
                    <a:pt x="56626" y="43417"/>
                    <a:pt x="56534" y="43944"/>
                  </a:cubicBezTo>
                  <a:lnTo>
                    <a:pt x="55885" y="47939"/>
                  </a:lnTo>
                  <a:lnTo>
                    <a:pt x="53844" y="46973"/>
                  </a:lnTo>
                  <a:cubicBezTo>
                    <a:pt x="53519" y="46841"/>
                    <a:pt x="53148" y="46797"/>
                    <a:pt x="52823" y="46973"/>
                  </a:cubicBezTo>
                  <a:cubicBezTo>
                    <a:pt x="52499" y="47105"/>
                    <a:pt x="52267" y="47412"/>
                    <a:pt x="52174" y="47719"/>
                  </a:cubicBezTo>
                  <a:lnTo>
                    <a:pt x="50783" y="53514"/>
                  </a:lnTo>
                  <a:lnTo>
                    <a:pt x="48047" y="56894"/>
                  </a:lnTo>
                  <a:cubicBezTo>
                    <a:pt x="48047" y="56894"/>
                    <a:pt x="47815" y="57290"/>
                    <a:pt x="47815" y="57509"/>
                  </a:cubicBezTo>
                  <a:lnTo>
                    <a:pt x="47490" y="63040"/>
                  </a:lnTo>
                  <a:lnTo>
                    <a:pt x="41461" y="55534"/>
                  </a:lnTo>
                  <a:cubicBezTo>
                    <a:pt x="41183" y="55182"/>
                    <a:pt x="40766" y="55051"/>
                    <a:pt x="40302" y="55138"/>
                  </a:cubicBezTo>
                  <a:lnTo>
                    <a:pt x="37055" y="55709"/>
                  </a:lnTo>
                  <a:lnTo>
                    <a:pt x="37055" y="52636"/>
                  </a:lnTo>
                  <a:cubicBezTo>
                    <a:pt x="37055" y="52329"/>
                    <a:pt x="36916" y="52022"/>
                    <a:pt x="36684" y="51802"/>
                  </a:cubicBezTo>
                  <a:lnTo>
                    <a:pt x="31768" y="47632"/>
                  </a:lnTo>
                  <a:lnTo>
                    <a:pt x="30423" y="41661"/>
                  </a:lnTo>
                  <a:cubicBezTo>
                    <a:pt x="30377" y="41398"/>
                    <a:pt x="30238" y="41178"/>
                    <a:pt x="30006" y="41047"/>
                  </a:cubicBezTo>
                  <a:lnTo>
                    <a:pt x="13032" y="28491"/>
                  </a:lnTo>
                  <a:lnTo>
                    <a:pt x="13032" y="20501"/>
                  </a:lnTo>
                  <a:cubicBezTo>
                    <a:pt x="13032" y="20106"/>
                    <a:pt x="12800" y="19755"/>
                    <a:pt x="12429" y="19535"/>
                  </a:cubicBezTo>
                  <a:lnTo>
                    <a:pt x="7188" y="16814"/>
                  </a:lnTo>
                  <a:lnTo>
                    <a:pt x="6632" y="8648"/>
                  </a:lnTo>
                  <a:cubicBezTo>
                    <a:pt x="6632" y="8648"/>
                    <a:pt x="6585" y="8341"/>
                    <a:pt x="6493" y="8209"/>
                  </a:cubicBezTo>
                  <a:lnTo>
                    <a:pt x="5148" y="5883"/>
                  </a:lnTo>
                  <a:lnTo>
                    <a:pt x="2133" y="527"/>
                  </a:lnTo>
                  <a:cubicBezTo>
                    <a:pt x="2133" y="527"/>
                    <a:pt x="1808" y="263"/>
                    <a:pt x="1623" y="132"/>
                  </a:cubicBezTo>
                  <a:cubicBezTo>
                    <a:pt x="1484" y="44"/>
                    <a:pt x="1391" y="0"/>
                    <a:pt x="1206" y="0"/>
                  </a:cubicBezTo>
                  <a:cubicBezTo>
                    <a:pt x="1067" y="0"/>
                    <a:pt x="927" y="0"/>
                    <a:pt x="788" y="0"/>
                  </a:cubicBezTo>
                  <a:cubicBezTo>
                    <a:pt x="695" y="0"/>
                    <a:pt x="603" y="0"/>
                    <a:pt x="557" y="0"/>
                  </a:cubicBezTo>
                  <a:cubicBezTo>
                    <a:pt x="510" y="0"/>
                    <a:pt x="464" y="132"/>
                    <a:pt x="417" y="176"/>
                  </a:cubicBezTo>
                  <a:cubicBezTo>
                    <a:pt x="325" y="263"/>
                    <a:pt x="232" y="351"/>
                    <a:pt x="139" y="483"/>
                  </a:cubicBezTo>
                  <a:cubicBezTo>
                    <a:pt x="46" y="615"/>
                    <a:pt x="0" y="702"/>
                    <a:pt x="0" y="878"/>
                  </a:cubicBezTo>
                  <a:cubicBezTo>
                    <a:pt x="0" y="1010"/>
                    <a:pt x="0" y="1141"/>
                    <a:pt x="0" y="1273"/>
                  </a:cubicBezTo>
                  <a:cubicBezTo>
                    <a:pt x="0" y="1361"/>
                    <a:pt x="0" y="1405"/>
                    <a:pt x="0" y="1493"/>
                  </a:cubicBezTo>
                  <a:cubicBezTo>
                    <a:pt x="0" y="1493"/>
                    <a:pt x="0" y="1493"/>
                    <a:pt x="0" y="1493"/>
                  </a:cubicBezTo>
                  <a:lnTo>
                    <a:pt x="232" y="1888"/>
                  </a:lnTo>
                  <a:lnTo>
                    <a:pt x="4220" y="8956"/>
                  </a:lnTo>
                  <a:lnTo>
                    <a:pt x="4777" y="17516"/>
                  </a:lnTo>
                  <a:cubicBezTo>
                    <a:pt x="4777" y="17911"/>
                    <a:pt x="5009" y="18219"/>
                    <a:pt x="5380" y="18394"/>
                  </a:cubicBezTo>
                  <a:lnTo>
                    <a:pt x="10574" y="21116"/>
                  </a:lnTo>
                  <a:lnTo>
                    <a:pt x="10574" y="28974"/>
                  </a:lnTo>
                  <a:cubicBezTo>
                    <a:pt x="10574" y="29325"/>
                    <a:pt x="10760" y="29633"/>
                    <a:pt x="11038" y="29852"/>
                  </a:cubicBezTo>
                  <a:lnTo>
                    <a:pt x="28105" y="42495"/>
                  </a:lnTo>
                  <a:lnTo>
                    <a:pt x="29449" y="48422"/>
                  </a:lnTo>
                  <a:cubicBezTo>
                    <a:pt x="29496" y="48641"/>
                    <a:pt x="29635" y="48861"/>
                    <a:pt x="29821" y="48992"/>
                  </a:cubicBezTo>
                  <a:lnTo>
                    <a:pt x="34644" y="53075"/>
                  </a:lnTo>
                  <a:lnTo>
                    <a:pt x="34644" y="56982"/>
                  </a:lnTo>
                  <a:cubicBezTo>
                    <a:pt x="34644" y="57290"/>
                    <a:pt x="34783" y="57641"/>
                    <a:pt x="35061" y="57816"/>
                  </a:cubicBezTo>
                  <a:cubicBezTo>
                    <a:pt x="35339" y="58036"/>
                    <a:pt x="35664" y="58124"/>
                    <a:pt x="36035" y="58036"/>
                  </a:cubicBezTo>
                  <a:lnTo>
                    <a:pt x="39977" y="57333"/>
                  </a:lnTo>
                  <a:lnTo>
                    <a:pt x="44800" y="63392"/>
                  </a:lnTo>
                  <a:lnTo>
                    <a:pt x="47444" y="66684"/>
                  </a:lnTo>
                  <a:cubicBezTo>
                    <a:pt x="47676" y="66948"/>
                    <a:pt x="48000" y="67123"/>
                    <a:pt x="48371" y="67123"/>
                  </a:cubicBezTo>
                  <a:cubicBezTo>
                    <a:pt x="48464" y="67123"/>
                    <a:pt x="48603" y="67123"/>
                    <a:pt x="48696" y="67079"/>
                  </a:cubicBezTo>
                  <a:cubicBezTo>
                    <a:pt x="48928" y="66991"/>
                    <a:pt x="49113" y="66860"/>
                    <a:pt x="49253" y="66684"/>
                  </a:cubicBezTo>
                  <a:cubicBezTo>
                    <a:pt x="49392" y="66509"/>
                    <a:pt x="49484" y="66289"/>
                    <a:pt x="49484" y="6607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0" name="Freeform: Shape 2309">
              <a:extLst>
                <a:ext uri="{FF2B5EF4-FFF2-40B4-BE49-F238E27FC236}">
                  <a16:creationId xmlns:a16="http://schemas.microsoft.com/office/drawing/2014/main" id="{98B498D4-3D85-47D9-B193-89E1EFABED14}"/>
                </a:ext>
              </a:extLst>
            </p:cNvPr>
            <p:cNvSpPr>
              <a:spLocks/>
            </p:cNvSpPr>
            <p:nvPr/>
          </p:nvSpPr>
          <p:spPr>
            <a:xfrm>
              <a:off x="6143542" y="2992271"/>
              <a:ext cx="553" cy="327"/>
            </a:xfrm>
            <a:custGeom>
              <a:avLst/>
              <a:gdLst>
                <a:gd name="connsiteX0" fmla="*/ 0 w 371"/>
                <a:gd name="connsiteY0" fmla="*/ 0 h 219"/>
                <a:gd name="connsiteX1" fmla="*/ 371 w 371"/>
                <a:gd name="connsiteY1" fmla="*/ 219 h 219"/>
                <a:gd name="connsiteX2" fmla="*/ 0 w 371"/>
                <a:gd name="connsiteY2" fmla="*/ 0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219">
                  <a:moveTo>
                    <a:pt x="0" y="0"/>
                  </a:moveTo>
                  <a:cubicBezTo>
                    <a:pt x="0" y="0"/>
                    <a:pt x="278" y="132"/>
                    <a:pt x="371" y="219"/>
                  </a:cubicBezTo>
                  <a:cubicBezTo>
                    <a:pt x="278" y="88"/>
                    <a:pt x="139" y="44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1" name="Freeform: Shape 2310">
              <a:extLst>
                <a:ext uri="{FF2B5EF4-FFF2-40B4-BE49-F238E27FC236}">
                  <a16:creationId xmlns:a16="http://schemas.microsoft.com/office/drawing/2014/main" id="{22F4EDB0-0C17-644D-5A3D-51C554B9F219}"/>
                </a:ext>
              </a:extLst>
            </p:cNvPr>
            <p:cNvSpPr>
              <a:spLocks/>
            </p:cNvSpPr>
            <p:nvPr/>
          </p:nvSpPr>
          <p:spPr>
            <a:xfrm>
              <a:off x="6207643" y="2837104"/>
              <a:ext cx="20421" cy="12514"/>
            </a:xfrm>
            <a:custGeom>
              <a:avLst/>
              <a:gdLst>
                <a:gd name="connsiteX0" fmla="*/ 464 w 13681"/>
                <a:gd name="connsiteY0" fmla="*/ 1712 h 8384"/>
                <a:gd name="connsiteX1" fmla="*/ 0 w 13681"/>
                <a:gd name="connsiteY1" fmla="*/ 1624 h 8384"/>
                <a:gd name="connsiteX2" fmla="*/ 2180 w 13681"/>
                <a:gd name="connsiteY2" fmla="*/ 2415 h 8384"/>
                <a:gd name="connsiteX3" fmla="*/ 2597 w 13681"/>
                <a:gd name="connsiteY3" fmla="*/ 2502 h 8384"/>
                <a:gd name="connsiteX4" fmla="*/ 4638 w 13681"/>
                <a:gd name="connsiteY4" fmla="*/ 2502 h 8384"/>
                <a:gd name="connsiteX5" fmla="*/ 8348 w 13681"/>
                <a:gd name="connsiteY5" fmla="*/ 7024 h 8384"/>
                <a:gd name="connsiteX6" fmla="*/ 9275 w 13681"/>
                <a:gd name="connsiteY6" fmla="*/ 7463 h 8384"/>
                <a:gd name="connsiteX7" fmla="*/ 10852 w 13681"/>
                <a:gd name="connsiteY7" fmla="*/ 7463 h 8384"/>
                <a:gd name="connsiteX8" fmla="*/ 11965 w 13681"/>
                <a:gd name="connsiteY8" fmla="*/ 8385 h 8384"/>
                <a:gd name="connsiteX9" fmla="*/ 12197 w 13681"/>
                <a:gd name="connsiteY9" fmla="*/ 7683 h 8384"/>
                <a:gd name="connsiteX10" fmla="*/ 12336 w 13681"/>
                <a:gd name="connsiteY10" fmla="*/ 7551 h 8384"/>
                <a:gd name="connsiteX11" fmla="*/ 12615 w 13681"/>
                <a:gd name="connsiteY11" fmla="*/ 7244 h 8384"/>
                <a:gd name="connsiteX12" fmla="*/ 12986 w 13681"/>
                <a:gd name="connsiteY12" fmla="*/ 7024 h 8384"/>
                <a:gd name="connsiteX13" fmla="*/ 13171 w 13681"/>
                <a:gd name="connsiteY13" fmla="*/ 6936 h 8384"/>
                <a:gd name="connsiteX14" fmla="*/ 13681 w 13681"/>
                <a:gd name="connsiteY14" fmla="*/ 6848 h 8384"/>
                <a:gd name="connsiteX15" fmla="*/ 12058 w 13681"/>
                <a:gd name="connsiteY15" fmla="*/ 5531 h 8384"/>
                <a:gd name="connsiteX16" fmla="*/ 11316 w 13681"/>
                <a:gd name="connsiteY16" fmla="*/ 5268 h 8384"/>
                <a:gd name="connsiteX17" fmla="*/ 9832 w 13681"/>
                <a:gd name="connsiteY17" fmla="*/ 5268 h 8384"/>
                <a:gd name="connsiteX18" fmla="*/ 6122 w 13681"/>
                <a:gd name="connsiteY18" fmla="*/ 746 h 8384"/>
                <a:gd name="connsiteX19" fmla="*/ 5194 w 13681"/>
                <a:gd name="connsiteY19" fmla="*/ 307 h 8384"/>
                <a:gd name="connsiteX20" fmla="*/ 2783 w 13681"/>
                <a:gd name="connsiteY20" fmla="*/ 307 h 8384"/>
                <a:gd name="connsiteX21" fmla="*/ 1948 w 13681"/>
                <a:gd name="connsiteY21" fmla="*/ 0 h 8384"/>
                <a:gd name="connsiteX22" fmla="*/ 1484 w 13681"/>
                <a:gd name="connsiteY22" fmla="*/ 1054 h 8384"/>
                <a:gd name="connsiteX23" fmla="*/ 418 w 13681"/>
                <a:gd name="connsiteY23" fmla="*/ 1712 h 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681" h="8384">
                  <a:moveTo>
                    <a:pt x="464" y="1712"/>
                  </a:moveTo>
                  <a:cubicBezTo>
                    <a:pt x="464" y="1712"/>
                    <a:pt x="185" y="1712"/>
                    <a:pt x="0" y="1624"/>
                  </a:cubicBezTo>
                  <a:lnTo>
                    <a:pt x="2180" y="2415"/>
                  </a:lnTo>
                  <a:cubicBezTo>
                    <a:pt x="2180" y="2415"/>
                    <a:pt x="2458" y="2502"/>
                    <a:pt x="2597" y="2502"/>
                  </a:cubicBezTo>
                  <a:lnTo>
                    <a:pt x="4638" y="2502"/>
                  </a:lnTo>
                  <a:lnTo>
                    <a:pt x="8348" y="7024"/>
                  </a:lnTo>
                  <a:cubicBezTo>
                    <a:pt x="8580" y="7287"/>
                    <a:pt x="8904" y="7463"/>
                    <a:pt x="9275" y="7463"/>
                  </a:cubicBezTo>
                  <a:lnTo>
                    <a:pt x="10852" y="7463"/>
                  </a:lnTo>
                  <a:lnTo>
                    <a:pt x="11965" y="8385"/>
                  </a:lnTo>
                  <a:lnTo>
                    <a:pt x="12197" y="7683"/>
                  </a:lnTo>
                  <a:cubicBezTo>
                    <a:pt x="12197" y="7683"/>
                    <a:pt x="12290" y="7595"/>
                    <a:pt x="12336" y="7551"/>
                  </a:cubicBezTo>
                  <a:cubicBezTo>
                    <a:pt x="12429" y="7419"/>
                    <a:pt x="12522" y="7331"/>
                    <a:pt x="12615" y="7244"/>
                  </a:cubicBezTo>
                  <a:cubicBezTo>
                    <a:pt x="12707" y="7156"/>
                    <a:pt x="12847" y="7068"/>
                    <a:pt x="12986" y="7024"/>
                  </a:cubicBezTo>
                  <a:cubicBezTo>
                    <a:pt x="13032" y="7024"/>
                    <a:pt x="13078" y="6936"/>
                    <a:pt x="13171" y="6936"/>
                  </a:cubicBezTo>
                  <a:lnTo>
                    <a:pt x="13681" y="6848"/>
                  </a:lnTo>
                  <a:lnTo>
                    <a:pt x="12058" y="5531"/>
                  </a:lnTo>
                  <a:cubicBezTo>
                    <a:pt x="12058" y="5531"/>
                    <a:pt x="11594" y="5268"/>
                    <a:pt x="11316" y="5268"/>
                  </a:cubicBezTo>
                  <a:lnTo>
                    <a:pt x="9832" y="5268"/>
                  </a:lnTo>
                  <a:lnTo>
                    <a:pt x="6122" y="746"/>
                  </a:lnTo>
                  <a:cubicBezTo>
                    <a:pt x="5890" y="483"/>
                    <a:pt x="5565" y="307"/>
                    <a:pt x="5194" y="307"/>
                  </a:cubicBezTo>
                  <a:lnTo>
                    <a:pt x="2783" y="307"/>
                  </a:lnTo>
                  <a:lnTo>
                    <a:pt x="1948" y="0"/>
                  </a:lnTo>
                  <a:lnTo>
                    <a:pt x="1484" y="1054"/>
                  </a:lnTo>
                  <a:cubicBezTo>
                    <a:pt x="1299" y="1493"/>
                    <a:pt x="881" y="1712"/>
                    <a:pt x="418" y="17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2" name="Freeform: Shape 2311">
              <a:extLst>
                <a:ext uri="{FF2B5EF4-FFF2-40B4-BE49-F238E27FC236}">
                  <a16:creationId xmlns:a16="http://schemas.microsoft.com/office/drawing/2014/main" id="{512719F5-39C6-7864-E910-8A49C83B5A39}"/>
                </a:ext>
              </a:extLst>
            </p:cNvPr>
            <p:cNvSpPr>
              <a:spLocks/>
            </p:cNvSpPr>
            <p:nvPr/>
          </p:nvSpPr>
          <p:spPr>
            <a:xfrm>
              <a:off x="6089572" y="2832189"/>
              <a:ext cx="118071" cy="27521"/>
            </a:xfrm>
            <a:custGeom>
              <a:avLst/>
              <a:gdLst>
                <a:gd name="connsiteX0" fmla="*/ 215 w 79102"/>
                <a:gd name="connsiteY0" fmla="*/ 9834 h 18438"/>
                <a:gd name="connsiteX1" fmla="*/ 401 w 79102"/>
                <a:gd name="connsiteY1" fmla="*/ 11282 h 18438"/>
                <a:gd name="connsiteX2" fmla="*/ 447 w 79102"/>
                <a:gd name="connsiteY2" fmla="*/ 11370 h 18438"/>
                <a:gd name="connsiteX3" fmla="*/ 1931 w 79102"/>
                <a:gd name="connsiteY3" fmla="*/ 12424 h 18438"/>
                <a:gd name="connsiteX4" fmla="*/ 10279 w 79102"/>
                <a:gd name="connsiteY4" fmla="*/ 18219 h 18438"/>
                <a:gd name="connsiteX5" fmla="*/ 10975 w 79102"/>
                <a:gd name="connsiteY5" fmla="*/ 18438 h 18438"/>
                <a:gd name="connsiteX6" fmla="*/ 11068 w 79102"/>
                <a:gd name="connsiteY6" fmla="*/ 18438 h 18438"/>
                <a:gd name="connsiteX7" fmla="*/ 28181 w 79102"/>
                <a:gd name="connsiteY7" fmla="*/ 17077 h 18438"/>
                <a:gd name="connsiteX8" fmla="*/ 29201 w 79102"/>
                <a:gd name="connsiteY8" fmla="*/ 16155 h 18438"/>
                <a:gd name="connsiteX9" fmla="*/ 29943 w 79102"/>
                <a:gd name="connsiteY9" fmla="*/ 12292 h 18438"/>
                <a:gd name="connsiteX10" fmla="*/ 41445 w 79102"/>
                <a:gd name="connsiteY10" fmla="*/ 10712 h 18438"/>
                <a:gd name="connsiteX11" fmla="*/ 50720 w 79102"/>
                <a:gd name="connsiteY11" fmla="*/ 8253 h 18438"/>
                <a:gd name="connsiteX12" fmla="*/ 51369 w 79102"/>
                <a:gd name="connsiteY12" fmla="*/ 7814 h 18438"/>
                <a:gd name="connsiteX13" fmla="*/ 55358 w 79102"/>
                <a:gd name="connsiteY13" fmla="*/ 2239 h 18438"/>
                <a:gd name="connsiteX14" fmla="*/ 71636 w 79102"/>
                <a:gd name="connsiteY14" fmla="*/ 2239 h 18438"/>
                <a:gd name="connsiteX15" fmla="*/ 79103 w 79102"/>
                <a:gd name="connsiteY15" fmla="*/ 4917 h 18438"/>
                <a:gd name="connsiteX16" fmla="*/ 78500 w 79102"/>
                <a:gd name="connsiteY16" fmla="*/ 3468 h 18438"/>
                <a:gd name="connsiteX17" fmla="*/ 78918 w 79102"/>
                <a:gd name="connsiteY17" fmla="*/ 2502 h 18438"/>
                <a:gd name="connsiteX18" fmla="*/ 72286 w 79102"/>
                <a:gd name="connsiteY18" fmla="*/ 88 h 18438"/>
                <a:gd name="connsiteX19" fmla="*/ 71868 w 79102"/>
                <a:gd name="connsiteY19" fmla="*/ 0 h 18438"/>
                <a:gd name="connsiteX20" fmla="*/ 54755 w 79102"/>
                <a:gd name="connsiteY20" fmla="*/ 0 h 18438"/>
                <a:gd name="connsiteX21" fmla="*/ 53781 w 79102"/>
                <a:gd name="connsiteY21" fmla="*/ 483 h 18438"/>
                <a:gd name="connsiteX22" fmla="*/ 49654 w 79102"/>
                <a:gd name="connsiteY22" fmla="*/ 6190 h 18438"/>
                <a:gd name="connsiteX23" fmla="*/ 40935 w 79102"/>
                <a:gd name="connsiteY23" fmla="*/ 8517 h 18438"/>
                <a:gd name="connsiteX24" fmla="*/ 28784 w 79102"/>
                <a:gd name="connsiteY24" fmla="*/ 10185 h 18438"/>
                <a:gd name="connsiteX25" fmla="*/ 27810 w 79102"/>
                <a:gd name="connsiteY25" fmla="*/ 11063 h 18438"/>
                <a:gd name="connsiteX26" fmla="*/ 27114 w 79102"/>
                <a:gd name="connsiteY26" fmla="*/ 14882 h 18438"/>
                <a:gd name="connsiteX27" fmla="*/ 11346 w 79102"/>
                <a:gd name="connsiteY27" fmla="*/ 16155 h 18438"/>
                <a:gd name="connsiteX28" fmla="*/ 2024 w 79102"/>
                <a:gd name="connsiteY28" fmla="*/ 9658 h 18438"/>
                <a:gd name="connsiteX29" fmla="*/ 1839 w 79102"/>
                <a:gd name="connsiteY29" fmla="*/ 9526 h 18438"/>
                <a:gd name="connsiteX30" fmla="*/ 215 w 79102"/>
                <a:gd name="connsiteY30" fmla="*/ 9746 h 1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102" h="18438">
                  <a:moveTo>
                    <a:pt x="215" y="9834"/>
                  </a:moveTo>
                  <a:cubicBezTo>
                    <a:pt x="-156" y="10273"/>
                    <a:pt x="-17" y="10887"/>
                    <a:pt x="401" y="11282"/>
                  </a:cubicBezTo>
                  <a:cubicBezTo>
                    <a:pt x="401" y="11282"/>
                    <a:pt x="401" y="11370"/>
                    <a:pt x="447" y="11370"/>
                  </a:cubicBezTo>
                  <a:lnTo>
                    <a:pt x="1931" y="12424"/>
                  </a:lnTo>
                  <a:lnTo>
                    <a:pt x="10279" y="18219"/>
                  </a:lnTo>
                  <a:cubicBezTo>
                    <a:pt x="10279" y="18219"/>
                    <a:pt x="10743" y="18438"/>
                    <a:pt x="10975" y="18438"/>
                  </a:cubicBezTo>
                  <a:cubicBezTo>
                    <a:pt x="10975" y="18438"/>
                    <a:pt x="11021" y="18438"/>
                    <a:pt x="11068" y="18438"/>
                  </a:cubicBezTo>
                  <a:lnTo>
                    <a:pt x="28181" y="17077"/>
                  </a:lnTo>
                  <a:cubicBezTo>
                    <a:pt x="28691" y="17077"/>
                    <a:pt x="29155" y="16682"/>
                    <a:pt x="29201" y="16155"/>
                  </a:cubicBezTo>
                  <a:lnTo>
                    <a:pt x="29943" y="12292"/>
                  </a:lnTo>
                  <a:lnTo>
                    <a:pt x="41445" y="10712"/>
                  </a:lnTo>
                  <a:lnTo>
                    <a:pt x="50720" y="8253"/>
                  </a:lnTo>
                  <a:cubicBezTo>
                    <a:pt x="50998" y="8165"/>
                    <a:pt x="51230" y="8034"/>
                    <a:pt x="51369" y="7814"/>
                  </a:cubicBezTo>
                  <a:lnTo>
                    <a:pt x="55358" y="2239"/>
                  </a:lnTo>
                  <a:lnTo>
                    <a:pt x="71636" y="2239"/>
                  </a:lnTo>
                  <a:lnTo>
                    <a:pt x="79103" y="4917"/>
                  </a:lnTo>
                  <a:cubicBezTo>
                    <a:pt x="78500" y="4697"/>
                    <a:pt x="78222" y="4039"/>
                    <a:pt x="78500" y="3468"/>
                  </a:cubicBezTo>
                  <a:lnTo>
                    <a:pt x="78918" y="2502"/>
                  </a:lnTo>
                  <a:lnTo>
                    <a:pt x="72286" y="88"/>
                  </a:lnTo>
                  <a:cubicBezTo>
                    <a:pt x="72286" y="88"/>
                    <a:pt x="72007" y="0"/>
                    <a:pt x="71868" y="0"/>
                  </a:cubicBezTo>
                  <a:lnTo>
                    <a:pt x="54755" y="0"/>
                  </a:lnTo>
                  <a:cubicBezTo>
                    <a:pt x="54384" y="0"/>
                    <a:pt x="54013" y="176"/>
                    <a:pt x="53781" y="483"/>
                  </a:cubicBezTo>
                  <a:lnTo>
                    <a:pt x="49654" y="6190"/>
                  </a:lnTo>
                  <a:lnTo>
                    <a:pt x="40935" y="8517"/>
                  </a:lnTo>
                  <a:lnTo>
                    <a:pt x="28784" y="10185"/>
                  </a:lnTo>
                  <a:cubicBezTo>
                    <a:pt x="28273" y="10273"/>
                    <a:pt x="27903" y="10624"/>
                    <a:pt x="27810" y="11063"/>
                  </a:cubicBezTo>
                  <a:lnTo>
                    <a:pt x="27114" y="14882"/>
                  </a:lnTo>
                  <a:lnTo>
                    <a:pt x="11346" y="16155"/>
                  </a:lnTo>
                  <a:lnTo>
                    <a:pt x="2024" y="9658"/>
                  </a:lnTo>
                  <a:lnTo>
                    <a:pt x="1839" y="9526"/>
                  </a:lnTo>
                  <a:cubicBezTo>
                    <a:pt x="1328" y="9175"/>
                    <a:pt x="586" y="9263"/>
                    <a:pt x="215" y="974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3" name="Freeform: Shape 2312">
              <a:extLst>
                <a:ext uri="{FF2B5EF4-FFF2-40B4-BE49-F238E27FC236}">
                  <a16:creationId xmlns:a16="http://schemas.microsoft.com/office/drawing/2014/main" id="{4CD1CD89-E9AE-D12C-CAE8-A389E97C1EC7}"/>
                </a:ext>
              </a:extLst>
            </p:cNvPr>
            <p:cNvSpPr>
              <a:spLocks/>
            </p:cNvSpPr>
            <p:nvPr/>
          </p:nvSpPr>
          <p:spPr>
            <a:xfrm>
              <a:off x="6161471" y="2848309"/>
              <a:ext cx="67353" cy="62904"/>
            </a:xfrm>
            <a:custGeom>
              <a:avLst/>
              <a:gdLst>
                <a:gd name="connsiteX0" fmla="*/ 43131 w 45124"/>
                <a:gd name="connsiteY0" fmla="*/ 658 h 42143"/>
                <a:gd name="connsiteX1" fmla="*/ 43316 w 45124"/>
                <a:gd name="connsiteY1" fmla="*/ 0 h 42143"/>
                <a:gd name="connsiteX2" fmla="*/ 43177 w 45124"/>
                <a:gd name="connsiteY2" fmla="*/ 132 h 42143"/>
                <a:gd name="connsiteX3" fmla="*/ 42945 w 45124"/>
                <a:gd name="connsiteY3" fmla="*/ 834 h 42143"/>
                <a:gd name="connsiteX4" fmla="*/ 41137 w 45124"/>
                <a:gd name="connsiteY4" fmla="*/ 5970 h 42143"/>
                <a:gd name="connsiteX5" fmla="*/ 33855 w 45124"/>
                <a:gd name="connsiteY5" fmla="*/ 5970 h 42143"/>
                <a:gd name="connsiteX6" fmla="*/ 32835 w 45124"/>
                <a:gd name="connsiteY6" fmla="*/ 6585 h 42143"/>
                <a:gd name="connsiteX7" fmla="*/ 16928 w 45124"/>
                <a:gd name="connsiteY7" fmla="*/ 37535 h 42143"/>
                <a:gd name="connsiteX8" fmla="*/ 11548 w 45124"/>
                <a:gd name="connsiteY8" fmla="*/ 37535 h 42143"/>
                <a:gd name="connsiteX9" fmla="*/ 10667 w 45124"/>
                <a:gd name="connsiteY9" fmla="*/ 37886 h 42143"/>
                <a:gd name="connsiteX10" fmla="*/ 8719 w 45124"/>
                <a:gd name="connsiteY10" fmla="*/ 39949 h 42143"/>
                <a:gd name="connsiteX11" fmla="*/ 0 w 45124"/>
                <a:gd name="connsiteY11" fmla="*/ 39642 h 42143"/>
                <a:gd name="connsiteX12" fmla="*/ 325 w 45124"/>
                <a:gd name="connsiteY12" fmla="*/ 39773 h 42143"/>
                <a:gd name="connsiteX13" fmla="*/ 649 w 45124"/>
                <a:gd name="connsiteY13" fmla="*/ 39861 h 42143"/>
                <a:gd name="connsiteX14" fmla="*/ 3571 w 45124"/>
                <a:gd name="connsiteY14" fmla="*/ 41968 h 42143"/>
                <a:gd name="connsiteX15" fmla="*/ 9183 w 45124"/>
                <a:gd name="connsiteY15" fmla="*/ 42144 h 42143"/>
                <a:gd name="connsiteX16" fmla="*/ 9183 w 45124"/>
                <a:gd name="connsiteY16" fmla="*/ 42144 h 42143"/>
                <a:gd name="connsiteX17" fmla="*/ 10064 w 45124"/>
                <a:gd name="connsiteY17" fmla="*/ 41793 h 42143"/>
                <a:gd name="connsiteX18" fmla="*/ 12058 w 45124"/>
                <a:gd name="connsiteY18" fmla="*/ 39686 h 42143"/>
                <a:gd name="connsiteX19" fmla="*/ 17623 w 45124"/>
                <a:gd name="connsiteY19" fmla="*/ 39686 h 42143"/>
                <a:gd name="connsiteX20" fmla="*/ 18643 w 45124"/>
                <a:gd name="connsiteY20" fmla="*/ 39071 h 42143"/>
                <a:gd name="connsiteX21" fmla="*/ 34551 w 45124"/>
                <a:gd name="connsiteY21" fmla="*/ 8121 h 42143"/>
                <a:gd name="connsiteX22" fmla="*/ 41925 w 45124"/>
                <a:gd name="connsiteY22" fmla="*/ 8121 h 42143"/>
                <a:gd name="connsiteX23" fmla="*/ 43038 w 45124"/>
                <a:gd name="connsiteY23" fmla="*/ 7375 h 42143"/>
                <a:gd name="connsiteX24" fmla="*/ 45125 w 45124"/>
                <a:gd name="connsiteY24" fmla="*/ 1449 h 42143"/>
                <a:gd name="connsiteX25" fmla="*/ 44429 w 45124"/>
                <a:gd name="connsiteY25" fmla="*/ 1536 h 42143"/>
                <a:gd name="connsiteX26" fmla="*/ 43131 w 45124"/>
                <a:gd name="connsiteY26" fmla="*/ 615 h 4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124" h="42143">
                  <a:moveTo>
                    <a:pt x="43131" y="658"/>
                  </a:moveTo>
                  <a:cubicBezTo>
                    <a:pt x="43131" y="439"/>
                    <a:pt x="43177" y="219"/>
                    <a:pt x="43316" y="0"/>
                  </a:cubicBezTo>
                  <a:cubicBezTo>
                    <a:pt x="43316" y="44"/>
                    <a:pt x="43224" y="88"/>
                    <a:pt x="43177" y="132"/>
                  </a:cubicBezTo>
                  <a:lnTo>
                    <a:pt x="42945" y="834"/>
                  </a:lnTo>
                  <a:lnTo>
                    <a:pt x="41137" y="5970"/>
                  </a:lnTo>
                  <a:lnTo>
                    <a:pt x="33855" y="5970"/>
                  </a:lnTo>
                  <a:cubicBezTo>
                    <a:pt x="33392" y="5970"/>
                    <a:pt x="33021" y="6190"/>
                    <a:pt x="32835" y="6585"/>
                  </a:cubicBezTo>
                  <a:lnTo>
                    <a:pt x="16928" y="37535"/>
                  </a:lnTo>
                  <a:lnTo>
                    <a:pt x="11548" y="37535"/>
                  </a:lnTo>
                  <a:cubicBezTo>
                    <a:pt x="11223" y="37535"/>
                    <a:pt x="10899" y="37666"/>
                    <a:pt x="10667" y="37886"/>
                  </a:cubicBezTo>
                  <a:lnTo>
                    <a:pt x="8719" y="39949"/>
                  </a:lnTo>
                  <a:lnTo>
                    <a:pt x="0" y="39642"/>
                  </a:lnTo>
                  <a:cubicBezTo>
                    <a:pt x="0" y="39642"/>
                    <a:pt x="185" y="39730"/>
                    <a:pt x="325" y="39773"/>
                  </a:cubicBezTo>
                  <a:cubicBezTo>
                    <a:pt x="417" y="39773"/>
                    <a:pt x="557" y="39773"/>
                    <a:pt x="649" y="39861"/>
                  </a:cubicBezTo>
                  <a:lnTo>
                    <a:pt x="3571" y="41968"/>
                  </a:lnTo>
                  <a:lnTo>
                    <a:pt x="9183" y="42144"/>
                  </a:lnTo>
                  <a:lnTo>
                    <a:pt x="9183" y="42144"/>
                  </a:lnTo>
                  <a:cubicBezTo>
                    <a:pt x="9507" y="42144"/>
                    <a:pt x="9832" y="42012"/>
                    <a:pt x="10064" y="41793"/>
                  </a:cubicBezTo>
                  <a:lnTo>
                    <a:pt x="12058" y="39686"/>
                  </a:lnTo>
                  <a:lnTo>
                    <a:pt x="17623" y="39686"/>
                  </a:lnTo>
                  <a:cubicBezTo>
                    <a:pt x="18087" y="39686"/>
                    <a:pt x="18458" y="39466"/>
                    <a:pt x="18643" y="39071"/>
                  </a:cubicBezTo>
                  <a:lnTo>
                    <a:pt x="34551" y="8121"/>
                  </a:lnTo>
                  <a:lnTo>
                    <a:pt x="41925" y="8121"/>
                  </a:lnTo>
                  <a:cubicBezTo>
                    <a:pt x="42435" y="8121"/>
                    <a:pt x="42853" y="7814"/>
                    <a:pt x="43038" y="7375"/>
                  </a:cubicBezTo>
                  <a:lnTo>
                    <a:pt x="45125" y="1449"/>
                  </a:lnTo>
                  <a:lnTo>
                    <a:pt x="44429" y="1536"/>
                  </a:lnTo>
                  <a:cubicBezTo>
                    <a:pt x="43780" y="1580"/>
                    <a:pt x="43224" y="1185"/>
                    <a:pt x="43131" y="61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4" name="Freeform: Shape 2313">
              <a:extLst>
                <a:ext uri="{FF2B5EF4-FFF2-40B4-BE49-F238E27FC236}">
                  <a16:creationId xmlns:a16="http://schemas.microsoft.com/office/drawing/2014/main" id="{2A214FA6-BEE3-5229-5E14-E02CA3BBFEC7}"/>
                </a:ext>
              </a:extLst>
            </p:cNvPr>
            <p:cNvSpPr>
              <a:spLocks/>
            </p:cNvSpPr>
            <p:nvPr/>
          </p:nvSpPr>
          <p:spPr>
            <a:xfrm>
              <a:off x="6226542" y="2847522"/>
              <a:ext cx="553" cy="327"/>
            </a:xfrm>
            <a:custGeom>
              <a:avLst/>
              <a:gdLst>
                <a:gd name="connsiteX0" fmla="*/ 0 w 371"/>
                <a:gd name="connsiteY0" fmla="*/ 220 h 219"/>
                <a:gd name="connsiteX1" fmla="*/ 371 w 371"/>
                <a:gd name="connsiteY1" fmla="*/ 0 h 219"/>
                <a:gd name="connsiteX2" fmla="*/ 0 w 371"/>
                <a:gd name="connsiteY2" fmla="*/ 220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219">
                  <a:moveTo>
                    <a:pt x="0" y="220"/>
                  </a:moveTo>
                  <a:cubicBezTo>
                    <a:pt x="0" y="220"/>
                    <a:pt x="232" y="44"/>
                    <a:pt x="371" y="0"/>
                  </a:cubicBezTo>
                  <a:cubicBezTo>
                    <a:pt x="232" y="0"/>
                    <a:pt x="139" y="88"/>
                    <a:pt x="0" y="2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5" name="Freeform: Shape 2314">
              <a:extLst>
                <a:ext uri="{FF2B5EF4-FFF2-40B4-BE49-F238E27FC236}">
                  <a16:creationId xmlns:a16="http://schemas.microsoft.com/office/drawing/2014/main" id="{A6665104-FB28-65D1-34FC-04E2111DCC70}"/>
                </a:ext>
              </a:extLst>
            </p:cNvPr>
            <p:cNvSpPr>
              <a:spLocks/>
            </p:cNvSpPr>
            <p:nvPr/>
          </p:nvSpPr>
          <p:spPr>
            <a:xfrm>
              <a:off x="6132051" y="2907283"/>
              <a:ext cx="29835" cy="11990"/>
            </a:xfrm>
            <a:custGeom>
              <a:avLst/>
              <a:gdLst>
                <a:gd name="connsiteX0" fmla="*/ 18922 w 19988"/>
                <a:gd name="connsiteY0" fmla="*/ 2107 h 8033"/>
                <a:gd name="connsiteX1" fmla="*/ 18829 w 19988"/>
                <a:gd name="connsiteY1" fmla="*/ 2107 h 8033"/>
                <a:gd name="connsiteX2" fmla="*/ 18690 w 19988"/>
                <a:gd name="connsiteY2" fmla="*/ 1712 h 8033"/>
                <a:gd name="connsiteX3" fmla="*/ 18551 w 19988"/>
                <a:gd name="connsiteY3" fmla="*/ 1405 h 8033"/>
                <a:gd name="connsiteX4" fmla="*/ 18551 w 19988"/>
                <a:gd name="connsiteY4" fmla="*/ 1317 h 8033"/>
                <a:gd name="connsiteX5" fmla="*/ 18736 w 19988"/>
                <a:gd name="connsiteY5" fmla="*/ 922 h 8033"/>
                <a:gd name="connsiteX6" fmla="*/ 18783 w 19988"/>
                <a:gd name="connsiteY6" fmla="*/ 658 h 8033"/>
                <a:gd name="connsiteX7" fmla="*/ 18783 w 19988"/>
                <a:gd name="connsiteY7" fmla="*/ 658 h 8033"/>
                <a:gd name="connsiteX8" fmla="*/ 18783 w 19988"/>
                <a:gd name="connsiteY8" fmla="*/ 571 h 8033"/>
                <a:gd name="connsiteX9" fmla="*/ 19200 w 19988"/>
                <a:gd name="connsiteY9" fmla="*/ 439 h 8033"/>
                <a:gd name="connsiteX10" fmla="*/ 19571 w 19988"/>
                <a:gd name="connsiteY10" fmla="*/ 307 h 8033"/>
                <a:gd name="connsiteX11" fmla="*/ 19803 w 19988"/>
                <a:gd name="connsiteY11" fmla="*/ 351 h 8033"/>
                <a:gd name="connsiteX12" fmla="*/ 19989 w 19988"/>
                <a:gd name="connsiteY12" fmla="*/ 351 h 8033"/>
                <a:gd name="connsiteX13" fmla="*/ 19664 w 19988"/>
                <a:gd name="connsiteY13" fmla="*/ 219 h 8033"/>
                <a:gd name="connsiteX14" fmla="*/ 12707 w 19988"/>
                <a:gd name="connsiteY14" fmla="*/ 0 h 8033"/>
                <a:gd name="connsiteX15" fmla="*/ 11780 w 19988"/>
                <a:gd name="connsiteY15" fmla="*/ 395 h 8033"/>
                <a:gd name="connsiteX16" fmla="*/ 7096 w 19988"/>
                <a:gd name="connsiteY16" fmla="*/ 5531 h 8033"/>
                <a:gd name="connsiteX17" fmla="*/ 3803 w 19988"/>
                <a:gd name="connsiteY17" fmla="*/ 4214 h 8033"/>
                <a:gd name="connsiteX18" fmla="*/ 2922 w 19988"/>
                <a:gd name="connsiteY18" fmla="*/ 4214 h 8033"/>
                <a:gd name="connsiteX19" fmla="*/ 0 w 19988"/>
                <a:gd name="connsiteY19" fmla="*/ 5268 h 8033"/>
                <a:gd name="connsiteX20" fmla="*/ 232 w 19988"/>
                <a:gd name="connsiteY20" fmla="*/ 5268 h 8033"/>
                <a:gd name="connsiteX21" fmla="*/ 417 w 19988"/>
                <a:gd name="connsiteY21" fmla="*/ 5180 h 8033"/>
                <a:gd name="connsiteX22" fmla="*/ 649 w 19988"/>
                <a:gd name="connsiteY22" fmla="*/ 5268 h 8033"/>
                <a:gd name="connsiteX23" fmla="*/ 1067 w 19988"/>
                <a:gd name="connsiteY23" fmla="*/ 5444 h 8033"/>
                <a:gd name="connsiteX24" fmla="*/ 1345 w 19988"/>
                <a:gd name="connsiteY24" fmla="*/ 5751 h 8033"/>
                <a:gd name="connsiteX25" fmla="*/ 1530 w 19988"/>
                <a:gd name="connsiteY25" fmla="*/ 5926 h 8033"/>
                <a:gd name="connsiteX26" fmla="*/ 1530 w 19988"/>
                <a:gd name="connsiteY26" fmla="*/ 6146 h 8033"/>
                <a:gd name="connsiteX27" fmla="*/ 1623 w 19988"/>
                <a:gd name="connsiteY27" fmla="*/ 6322 h 8033"/>
                <a:gd name="connsiteX28" fmla="*/ 1623 w 19988"/>
                <a:gd name="connsiteY28" fmla="*/ 7068 h 8033"/>
                <a:gd name="connsiteX29" fmla="*/ 3339 w 19988"/>
                <a:gd name="connsiteY29" fmla="*/ 6453 h 8033"/>
                <a:gd name="connsiteX30" fmla="*/ 6957 w 19988"/>
                <a:gd name="connsiteY30" fmla="*/ 7946 h 8033"/>
                <a:gd name="connsiteX31" fmla="*/ 7420 w 19988"/>
                <a:gd name="connsiteY31" fmla="*/ 8034 h 8033"/>
                <a:gd name="connsiteX32" fmla="*/ 8301 w 19988"/>
                <a:gd name="connsiteY32" fmla="*/ 7639 h 8033"/>
                <a:gd name="connsiteX33" fmla="*/ 13171 w 19988"/>
                <a:gd name="connsiteY33" fmla="*/ 2283 h 8033"/>
                <a:gd name="connsiteX34" fmla="*/ 19200 w 19988"/>
                <a:gd name="connsiteY34" fmla="*/ 2502 h 8033"/>
                <a:gd name="connsiteX35" fmla="*/ 18922 w 19988"/>
                <a:gd name="connsiteY35" fmla="*/ 2283 h 8033"/>
                <a:gd name="connsiteX36" fmla="*/ 18922 w 19988"/>
                <a:gd name="connsiteY36" fmla="*/ 2239 h 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9988" h="8033">
                  <a:moveTo>
                    <a:pt x="18922" y="2107"/>
                  </a:moveTo>
                  <a:cubicBezTo>
                    <a:pt x="18922" y="2107"/>
                    <a:pt x="18829" y="2107"/>
                    <a:pt x="18829" y="2107"/>
                  </a:cubicBezTo>
                  <a:cubicBezTo>
                    <a:pt x="18736" y="2019"/>
                    <a:pt x="18736" y="1844"/>
                    <a:pt x="18690" y="1712"/>
                  </a:cubicBezTo>
                  <a:cubicBezTo>
                    <a:pt x="18643" y="1580"/>
                    <a:pt x="18551" y="1493"/>
                    <a:pt x="18551" y="1405"/>
                  </a:cubicBezTo>
                  <a:cubicBezTo>
                    <a:pt x="18551" y="1405"/>
                    <a:pt x="18551" y="1361"/>
                    <a:pt x="18551" y="1317"/>
                  </a:cubicBezTo>
                  <a:cubicBezTo>
                    <a:pt x="18551" y="1141"/>
                    <a:pt x="18643" y="1054"/>
                    <a:pt x="18736" y="922"/>
                  </a:cubicBezTo>
                  <a:cubicBezTo>
                    <a:pt x="18736" y="834"/>
                    <a:pt x="18736" y="746"/>
                    <a:pt x="18783" y="658"/>
                  </a:cubicBezTo>
                  <a:cubicBezTo>
                    <a:pt x="18783" y="658"/>
                    <a:pt x="18783" y="658"/>
                    <a:pt x="18783" y="658"/>
                  </a:cubicBezTo>
                  <a:cubicBezTo>
                    <a:pt x="18783" y="658"/>
                    <a:pt x="18783" y="571"/>
                    <a:pt x="18783" y="571"/>
                  </a:cubicBezTo>
                  <a:cubicBezTo>
                    <a:pt x="18876" y="483"/>
                    <a:pt x="19061" y="483"/>
                    <a:pt x="19200" y="439"/>
                  </a:cubicBezTo>
                  <a:cubicBezTo>
                    <a:pt x="19339" y="395"/>
                    <a:pt x="19432" y="307"/>
                    <a:pt x="19571" y="307"/>
                  </a:cubicBezTo>
                  <a:cubicBezTo>
                    <a:pt x="19664" y="307"/>
                    <a:pt x="19710" y="351"/>
                    <a:pt x="19803" y="351"/>
                  </a:cubicBezTo>
                  <a:cubicBezTo>
                    <a:pt x="19849" y="351"/>
                    <a:pt x="19896" y="351"/>
                    <a:pt x="19989" y="351"/>
                  </a:cubicBezTo>
                  <a:cubicBezTo>
                    <a:pt x="19896" y="351"/>
                    <a:pt x="19803" y="219"/>
                    <a:pt x="19664" y="219"/>
                  </a:cubicBezTo>
                  <a:lnTo>
                    <a:pt x="12707" y="0"/>
                  </a:lnTo>
                  <a:cubicBezTo>
                    <a:pt x="12383" y="0"/>
                    <a:pt x="12012" y="132"/>
                    <a:pt x="11780" y="395"/>
                  </a:cubicBezTo>
                  <a:lnTo>
                    <a:pt x="7096" y="5531"/>
                  </a:lnTo>
                  <a:lnTo>
                    <a:pt x="3803" y="4214"/>
                  </a:lnTo>
                  <a:cubicBezTo>
                    <a:pt x="3525" y="4127"/>
                    <a:pt x="3200" y="4083"/>
                    <a:pt x="2922" y="4214"/>
                  </a:cubicBezTo>
                  <a:lnTo>
                    <a:pt x="0" y="5268"/>
                  </a:lnTo>
                  <a:cubicBezTo>
                    <a:pt x="0" y="5268"/>
                    <a:pt x="139" y="5268"/>
                    <a:pt x="232" y="5268"/>
                  </a:cubicBezTo>
                  <a:cubicBezTo>
                    <a:pt x="325" y="5268"/>
                    <a:pt x="371" y="5180"/>
                    <a:pt x="417" y="5180"/>
                  </a:cubicBezTo>
                  <a:cubicBezTo>
                    <a:pt x="510" y="5180"/>
                    <a:pt x="557" y="5268"/>
                    <a:pt x="649" y="5268"/>
                  </a:cubicBezTo>
                  <a:cubicBezTo>
                    <a:pt x="788" y="5268"/>
                    <a:pt x="928" y="5356"/>
                    <a:pt x="1067" y="5444"/>
                  </a:cubicBezTo>
                  <a:cubicBezTo>
                    <a:pt x="1206" y="5531"/>
                    <a:pt x="1252" y="5619"/>
                    <a:pt x="1345" y="5751"/>
                  </a:cubicBezTo>
                  <a:cubicBezTo>
                    <a:pt x="1391" y="5839"/>
                    <a:pt x="1484" y="5839"/>
                    <a:pt x="1530" y="5926"/>
                  </a:cubicBezTo>
                  <a:cubicBezTo>
                    <a:pt x="1530" y="6014"/>
                    <a:pt x="1530" y="6058"/>
                    <a:pt x="1530" y="6146"/>
                  </a:cubicBezTo>
                  <a:cubicBezTo>
                    <a:pt x="1530" y="6234"/>
                    <a:pt x="1623" y="6278"/>
                    <a:pt x="1623" y="6322"/>
                  </a:cubicBezTo>
                  <a:lnTo>
                    <a:pt x="1623" y="7068"/>
                  </a:lnTo>
                  <a:lnTo>
                    <a:pt x="3339" y="6453"/>
                  </a:lnTo>
                  <a:lnTo>
                    <a:pt x="6957" y="7946"/>
                  </a:lnTo>
                  <a:cubicBezTo>
                    <a:pt x="6957" y="7946"/>
                    <a:pt x="7281" y="8034"/>
                    <a:pt x="7420" y="8034"/>
                  </a:cubicBezTo>
                  <a:cubicBezTo>
                    <a:pt x="7745" y="8034"/>
                    <a:pt x="8070" y="7902"/>
                    <a:pt x="8301" y="7639"/>
                  </a:cubicBezTo>
                  <a:lnTo>
                    <a:pt x="13171" y="2283"/>
                  </a:lnTo>
                  <a:lnTo>
                    <a:pt x="19200" y="2502"/>
                  </a:lnTo>
                  <a:lnTo>
                    <a:pt x="18922" y="2283"/>
                  </a:lnTo>
                  <a:cubicBezTo>
                    <a:pt x="18922" y="2283"/>
                    <a:pt x="18922" y="2283"/>
                    <a:pt x="18922" y="22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6" name="Freeform: Shape 2315">
              <a:extLst>
                <a:ext uri="{FF2B5EF4-FFF2-40B4-BE49-F238E27FC236}">
                  <a16:creationId xmlns:a16="http://schemas.microsoft.com/office/drawing/2014/main" id="{17548EF9-29CD-88B1-9F10-8995A24A0678}"/>
                </a:ext>
              </a:extLst>
            </p:cNvPr>
            <p:cNvSpPr>
              <a:spLocks/>
            </p:cNvSpPr>
            <p:nvPr/>
          </p:nvSpPr>
          <p:spPr>
            <a:xfrm>
              <a:off x="6072933" y="2894174"/>
              <a:ext cx="59532" cy="31063"/>
            </a:xfrm>
            <a:custGeom>
              <a:avLst/>
              <a:gdLst>
                <a:gd name="connsiteX0" fmla="*/ 14331 w 39884"/>
                <a:gd name="connsiteY0" fmla="*/ 15588 h 20811"/>
                <a:gd name="connsiteX1" fmla="*/ 15026 w 39884"/>
                <a:gd name="connsiteY1" fmla="*/ 16598 h 20811"/>
                <a:gd name="connsiteX2" fmla="*/ 24580 w 39884"/>
                <a:gd name="connsiteY2" fmla="*/ 20724 h 20811"/>
                <a:gd name="connsiteX3" fmla="*/ 25044 w 39884"/>
                <a:gd name="connsiteY3" fmla="*/ 20812 h 20811"/>
                <a:gd name="connsiteX4" fmla="*/ 33160 w 39884"/>
                <a:gd name="connsiteY4" fmla="*/ 20812 h 20811"/>
                <a:gd name="connsiteX5" fmla="*/ 33902 w 39884"/>
                <a:gd name="connsiteY5" fmla="*/ 20549 h 20811"/>
                <a:gd name="connsiteX6" fmla="*/ 38911 w 39884"/>
                <a:gd name="connsiteY6" fmla="*/ 16598 h 20811"/>
                <a:gd name="connsiteX7" fmla="*/ 38911 w 39884"/>
                <a:gd name="connsiteY7" fmla="*/ 15017 h 20811"/>
                <a:gd name="connsiteX8" fmla="*/ 39885 w 39884"/>
                <a:gd name="connsiteY8" fmla="*/ 14007 h 20811"/>
                <a:gd name="connsiteX9" fmla="*/ 39653 w 39884"/>
                <a:gd name="connsiteY9" fmla="*/ 14007 h 20811"/>
                <a:gd name="connsiteX10" fmla="*/ 37937 w 39884"/>
                <a:gd name="connsiteY10" fmla="*/ 14622 h 20811"/>
                <a:gd name="connsiteX11" fmla="*/ 37612 w 39884"/>
                <a:gd name="connsiteY11" fmla="*/ 14798 h 20811"/>
                <a:gd name="connsiteX12" fmla="*/ 32696 w 39884"/>
                <a:gd name="connsiteY12" fmla="*/ 18661 h 20811"/>
                <a:gd name="connsiteX13" fmla="*/ 25229 w 39884"/>
                <a:gd name="connsiteY13" fmla="*/ 18661 h 20811"/>
                <a:gd name="connsiteX14" fmla="*/ 16557 w 39884"/>
                <a:gd name="connsiteY14" fmla="*/ 14929 h 20811"/>
                <a:gd name="connsiteX15" fmla="*/ 16557 w 39884"/>
                <a:gd name="connsiteY15" fmla="*/ 12603 h 20811"/>
                <a:gd name="connsiteX16" fmla="*/ 16139 w 39884"/>
                <a:gd name="connsiteY16" fmla="*/ 11769 h 20811"/>
                <a:gd name="connsiteX17" fmla="*/ 2319 w 39884"/>
                <a:gd name="connsiteY17" fmla="*/ 574 h 20811"/>
                <a:gd name="connsiteX18" fmla="*/ 1902 w 39884"/>
                <a:gd name="connsiteY18" fmla="*/ 267 h 20811"/>
                <a:gd name="connsiteX19" fmla="*/ 278 w 39884"/>
                <a:gd name="connsiteY19" fmla="*/ 398 h 20811"/>
                <a:gd name="connsiteX20" fmla="*/ 0 w 39884"/>
                <a:gd name="connsiteY20" fmla="*/ 1145 h 20811"/>
                <a:gd name="connsiteX21" fmla="*/ 186 w 39884"/>
                <a:gd name="connsiteY21" fmla="*/ 1540 h 20811"/>
                <a:gd name="connsiteX22" fmla="*/ 371 w 39884"/>
                <a:gd name="connsiteY22" fmla="*/ 1891 h 20811"/>
                <a:gd name="connsiteX23" fmla="*/ 371 w 39884"/>
                <a:gd name="connsiteY23" fmla="*/ 1891 h 20811"/>
                <a:gd name="connsiteX24" fmla="*/ 2087 w 39884"/>
                <a:gd name="connsiteY24" fmla="*/ 3296 h 20811"/>
                <a:gd name="connsiteX25" fmla="*/ 14191 w 39884"/>
                <a:gd name="connsiteY25" fmla="*/ 13085 h 20811"/>
                <a:gd name="connsiteX26" fmla="*/ 14191 w 39884"/>
                <a:gd name="connsiteY26" fmla="*/ 15588 h 2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884" h="20811">
                  <a:moveTo>
                    <a:pt x="14331" y="15588"/>
                  </a:moveTo>
                  <a:cubicBezTo>
                    <a:pt x="14331" y="16027"/>
                    <a:pt x="14609" y="16422"/>
                    <a:pt x="15026" y="16598"/>
                  </a:cubicBezTo>
                  <a:lnTo>
                    <a:pt x="24580" y="20724"/>
                  </a:lnTo>
                  <a:cubicBezTo>
                    <a:pt x="24580" y="20724"/>
                    <a:pt x="24905" y="20812"/>
                    <a:pt x="25044" y="20812"/>
                  </a:cubicBezTo>
                  <a:lnTo>
                    <a:pt x="33160" y="20812"/>
                  </a:lnTo>
                  <a:cubicBezTo>
                    <a:pt x="33438" y="20812"/>
                    <a:pt x="33716" y="20724"/>
                    <a:pt x="33902" y="20549"/>
                  </a:cubicBezTo>
                  <a:lnTo>
                    <a:pt x="38911" y="16598"/>
                  </a:lnTo>
                  <a:lnTo>
                    <a:pt x="38911" y="15017"/>
                  </a:lnTo>
                  <a:cubicBezTo>
                    <a:pt x="38911" y="14490"/>
                    <a:pt x="39328" y="14095"/>
                    <a:pt x="39885" y="14007"/>
                  </a:cubicBezTo>
                  <a:cubicBezTo>
                    <a:pt x="39792" y="14007"/>
                    <a:pt x="39745" y="14007"/>
                    <a:pt x="39653" y="14007"/>
                  </a:cubicBezTo>
                  <a:lnTo>
                    <a:pt x="37937" y="14622"/>
                  </a:lnTo>
                  <a:cubicBezTo>
                    <a:pt x="37937" y="14622"/>
                    <a:pt x="37705" y="14710"/>
                    <a:pt x="37612" y="14798"/>
                  </a:cubicBezTo>
                  <a:lnTo>
                    <a:pt x="32696" y="18661"/>
                  </a:lnTo>
                  <a:lnTo>
                    <a:pt x="25229" y="18661"/>
                  </a:lnTo>
                  <a:lnTo>
                    <a:pt x="16557" y="14929"/>
                  </a:lnTo>
                  <a:lnTo>
                    <a:pt x="16557" y="12603"/>
                  </a:lnTo>
                  <a:cubicBezTo>
                    <a:pt x="16557" y="12295"/>
                    <a:pt x="16418" y="11988"/>
                    <a:pt x="16139" y="11769"/>
                  </a:cubicBezTo>
                  <a:lnTo>
                    <a:pt x="2319" y="574"/>
                  </a:lnTo>
                  <a:lnTo>
                    <a:pt x="1902" y="267"/>
                  </a:lnTo>
                  <a:cubicBezTo>
                    <a:pt x="1392" y="-128"/>
                    <a:pt x="696" y="-85"/>
                    <a:pt x="278" y="398"/>
                  </a:cubicBezTo>
                  <a:cubicBezTo>
                    <a:pt x="93" y="618"/>
                    <a:pt x="0" y="881"/>
                    <a:pt x="0" y="1145"/>
                  </a:cubicBezTo>
                  <a:cubicBezTo>
                    <a:pt x="0" y="1276"/>
                    <a:pt x="93" y="1408"/>
                    <a:pt x="186" y="1540"/>
                  </a:cubicBezTo>
                  <a:cubicBezTo>
                    <a:pt x="232" y="1671"/>
                    <a:pt x="278" y="1803"/>
                    <a:pt x="371" y="1891"/>
                  </a:cubicBezTo>
                  <a:cubicBezTo>
                    <a:pt x="371" y="1891"/>
                    <a:pt x="371" y="1891"/>
                    <a:pt x="371" y="1891"/>
                  </a:cubicBezTo>
                  <a:lnTo>
                    <a:pt x="2087" y="3296"/>
                  </a:lnTo>
                  <a:lnTo>
                    <a:pt x="14191" y="13085"/>
                  </a:lnTo>
                  <a:lnTo>
                    <a:pt x="14191" y="1558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7" name="Freeform: Shape 2316">
              <a:extLst>
                <a:ext uri="{FF2B5EF4-FFF2-40B4-BE49-F238E27FC236}">
                  <a16:creationId xmlns:a16="http://schemas.microsoft.com/office/drawing/2014/main" id="{4EA9978C-9A09-36BF-A83B-70AC756DD80C}"/>
                </a:ext>
              </a:extLst>
            </p:cNvPr>
            <p:cNvSpPr>
              <a:spLocks/>
            </p:cNvSpPr>
            <p:nvPr/>
          </p:nvSpPr>
          <p:spPr>
            <a:xfrm>
              <a:off x="6134128" y="2915670"/>
              <a:ext cx="277" cy="590"/>
            </a:xfrm>
            <a:custGeom>
              <a:avLst/>
              <a:gdLst>
                <a:gd name="connsiteX0" fmla="*/ 0 w 185"/>
                <a:gd name="connsiteY0" fmla="*/ 0 h 395"/>
                <a:gd name="connsiteX1" fmla="*/ 185 w 185"/>
                <a:gd name="connsiteY1" fmla="*/ 395 h 395"/>
                <a:gd name="connsiteX2" fmla="*/ 185 w 185"/>
                <a:gd name="connsiteY2" fmla="*/ 176 h 395"/>
                <a:gd name="connsiteX3" fmla="*/ 0 w 185"/>
                <a:gd name="connsiteY3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" h="395">
                  <a:moveTo>
                    <a:pt x="0" y="0"/>
                  </a:moveTo>
                  <a:cubicBezTo>
                    <a:pt x="0" y="0"/>
                    <a:pt x="139" y="219"/>
                    <a:pt x="185" y="395"/>
                  </a:cubicBezTo>
                  <a:cubicBezTo>
                    <a:pt x="185" y="307"/>
                    <a:pt x="185" y="263"/>
                    <a:pt x="185" y="176"/>
                  </a:cubicBezTo>
                  <a:cubicBezTo>
                    <a:pt x="185" y="88"/>
                    <a:pt x="46" y="88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8" name="Freeform: Shape 2317">
              <a:extLst>
                <a:ext uri="{FF2B5EF4-FFF2-40B4-BE49-F238E27FC236}">
                  <a16:creationId xmlns:a16="http://schemas.microsoft.com/office/drawing/2014/main" id="{42220C82-2B7F-CB75-0A75-22CB7FB5A385}"/>
                </a:ext>
              </a:extLst>
            </p:cNvPr>
            <p:cNvSpPr>
              <a:spLocks/>
            </p:cNvSpPr>
            <p:nvPr/>
          </p:nvSpPr>
          <p:spPr>
            <a:xfrm>
              <a:off x="6133089" y="2915015"/>
              <a:ext cx="623" cy="262"/>
            </a:xfrm>
            <a:custGeom>
              <a:avLst/>
              <a:gdLst>
                <a:gd name="connsiteX0" fmla="*/ 0 w 417"/>
                <a:gd name="connsiteY0" fmla="*/ 0 h 175"/>
                <a:gd name="connsiteX1" fmla="*/ 418 w 417"/>
                <a:gd name="connsiteY1" fmla="*/ 176 h 175"/>
                <a:gd name="connsiteX2" fmla="*/ 0 w 417"/>
                <a:gd name="connsiteY2" fmla="*/ 0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175">
                  <a:moveTo>
                    <a:pt x="0" y="0"/>
                  </a:moveTo>
                  <a:cubicBezTo>
                    <a:pt x="0" y="0"/>
                    <a:pt x="278" y="88"/>
                    <a:pt x="418" y="176"/>
                  </a:cubicBezTo>
                  <a:cubicBezTo>
                    <a:pt x="278" y="88"/>
                    <a:pt x="186" y="44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9" name="Freeform: Shape 2318">
              <a:extLst>
                <a:ext uri="{FF2B5EF4-FFF2-40B4-BE49-F238E27FC236}">
                  <a16:creationId xmlns:a16="http://schemas.microsoft.com/office/drawing/2014/main" id="{3278F5B1-5799-03F1-AA22-8874C9E450B7}"/>
                </a:ext>
              </a:extLst>
            </p:cNvPr>
            <p:cNvSpPr>
              <a:spLocks/>
            </p:cNvSpPr>
            <p:nvPr/>
          </p:nvSpPr>
          <p:spPr>
            <a:xfrm>
              <a:off x="6131014" y="2914819"/>
              <a:ext cx="16958" cy="38069"/>
            </a:xfrm>
            <a:custGeom>
              <a:avLst/>
              <a:gdLst>
                <a:gd name="connsiteX0" fmla="*/ 10203 w 11361"/>
                <a:gd name="connsiteY0" fmla="*/ 18219 h 25505"/>
                <a:gd name="connsiteX1" fmla="*/ 11316 w 11361"/>
                <a:gd name="connsiteY1" fmla="*/ 17428 h 25505"/>
                <a:gd name="connsiteX2" fmla="*/ 10806 w 11361"/>
                <a:gd name="connsiteY2" fmla="*/ 16199 h 25505"/>
                <a:gd name="connsiteX3" fmla="*/ 4638 w 11361"/>
                <a:gd name="connsiteY3" fmla="*/ 12643 h 25505"/>
                <a:gd name="connsiteX4" fmla="*/ 6029 w 11361"/>
                <a:gd name="connsiteY4" fmla="*/ 10273 h 25505"/>
                <a:gd name="connsiteX5" fmla="*/ 6075 w 11361"/>
                <a:gd name="connsiteY5" fmla="*/ 9351 h 25505"/>
                <a:gd name="connsiteX6" fmla="*/ 5333 w 11361"/>
                <a:gd name="connsiteY6" fmla="*/ 8692 h 25505"/>
                <a:gd name="connsiteX7" fmla="*/ 2365 w 11361"/>
                <a:gd name="connsiteY7" fmla="*/ 7814 h 25505"/>
                <a:gd name="connsiteX8" fmla="*/ 2365 w 11361"/>
                <a:gd name="connsiteY8" fmla="*/ 1141 h 25505"/>
                <a:gd name="connsiteX9" fmla="*/ 2272 w 11361"/>
                <a:gd name="connsiteY9" fmla="*/ 966 h 25505"/>
                <a:gd name="connsiteX10" fmla="*/ 2087 w 11361"/>
                <a:gd name="connsiteY10" fmla="*/ 571 h 25505"/>
                <a:gd name="connsiteX11" fmla="*/ 1809 w 11361"/>
                <a:gd name="connsiteY11" fmla="*/ 263 h 25505"/>
                <a:gd name="connsiteX12" fmla="*/ 1391 w 11361"/>
                <a:gd name="connsiteY12" fmla="*/ 88 h 25505"/>
                <a:gd name="connsiteX13" fmla="*/ 1159 w 11361"/>
                <a:gd name="connsiteY13" fmla="*/ 0 h 25505"/>
                <a:gd name="connsiteX14" fmla="*/ 974 w 11361"/>
                <a:gd name="connsiteY14" fmla="*/ 88 h 25505"/>
                <a:gd name="connsiteX15" fmla="*/ 0 w 11361"/>
                <a:gd name="connsiteY15" fmla="*/ 1098 h 25505"/>
                <a:gd name="connsiteX16" fmla="*/ 0 w 11361"/>
                <a:gd name="connsiteY16" fmla="*/ 8560 h 25505"/>
                <a:gd name="connsiteX17" fmla="*/ 835 w 11361"/>
                <a:gd name="connsiteY17" fmla="*/ 9614 h 25505"/>
                <a:gd name="connsiteX18" fmla="*/ 3246 w 11361"/>
                <a:gd name="connsiteY18" fmla="*/ 10317 h 25505"/>
                <a:gd name="connsiteX19" fmla="*/ 2041 w 11361"/>
                <a:gd name="connsiteY19" fmla="*/ 12424 h 25505"/>
                <a:gd name="connsiteX20" fmla="*/ 2458 w 11361"/>
                <a:gd name="connsiteY20" fmla="*/ 13872 h 25505"/>
                <a:gd name="connsiteX21" fmla="*/ 6075 w 11361"/>
                <a:gd name="connsiteY21" fmla="*/ 15936 h 25505"/>
                <a:gd name="connsiteX22" fmla="*/ 3525 w 11361"/>
                <a:gd name="connsiteY22" fmla="*/ 15936 h 25505"/>
                <a:gd name="connsiteX23" fmla="*/ 2365 w 11361"/>
                <a:gd name="connsiteY23" fmla="*/ 16945 h 25505"/>
                <a:gd name="connsiteX24" fmla="*/ 1855 w 11361"/>
                <a:gd name="connsiteY24" fmla="*/ 23355 h 25505"/>
                <a:gd name="connsiteX25" fmla="*/ 1762 w 11361"/>
                <a:gd name="connsiteY25" fmla="*/ 24364 h 25505"/>
                <a:gd name="connsiteX26" fmla="*/ 1762 w 11361"/>
                <a:gd name="connsiteY26" fmla="*/ 24364 h 25505"/>
                <a:gd name="connsiteX27" fmla="*/ 1902 w 11361"/>
                <a:gd name="connsiteY27" fmla="*/ 24760 h 25505"/>
                <a:gd name="connsiteX28" fmla="*/ 2087 w 11361"/>
                <a:gd name="connsiteY28" fmla="*/ 25155 h 25505"/>
                <a:gd name="connsiteX29" fmla="*/ 2458 w 11361"/>
                <a:gd name="connsiteY29" fmla="*/ 25330 h 25505"/>
                <a:gd name="connsiteX30" fmla="*/ 2829 w 11361"/>
                <a:gd name="connsiteY30" fmla="*/ 25506 h 25505"/>
                <a:gd name="connsiteX31" fmla="*/ 2922 w 11361"/>
                <a:gd name="connsiteY31" fmla="*/ 25506 h 25505"/>
                <a:gd name="connsiteX32" fmla="*/ 4081 w 11361"/>
                <a:gd name="connsiteY32" fmla="*/ 24496 h 25505"/>
                <a:gd name="connsiteX33" fmla="*/ 4174 w 11361"/>
                <a:gd name="connsiteY33" fmla="*/ 23311 h 25505"/>
                <a:gd name="connsiteX34" fmla="*/ 4591 w 11361"/>
                <a:gd name="connsiteY34" fmla="*/ 18087 h 25505"/>
                <a:gd name="connsiteX35" fmla="*/ 10203 w 11361"/>
                <a:gd name="connsiteY35" fmla="*/ 18087 h 2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361" h="25505">
                  <a:moveTo>
                    <a:pt x="10203" y="18219"/>
                  </a:moveTo>
                  <a:cubicBezTo>
                    <a:pt x="10713" y="18219"/>
                    <a:pt x="11177" y="17911"/>
                    <a:pt x="11316" y="17428"/>
                  </a:cubicBezTo>
                  <a:cubicBezTo>
                    <a:pt x="11455" y="16945"/>
                    <a:pt x="11270" y="16463"/>
                    <a:pt x="10806" y="16199"/>
                  </a:cubicBezTo>
                  <a:lnTo>
                    <a:pt x="4638" y="12643"/>
                  </a:lnTo>
                  <a:lnTo>
                    <a:pt x="6029" y="10273"/>
                  </a:lnTo>
                  <a:cubicBezTo>
                    <a:pt x="6215" y="9965"/>
                    <a:pt x="6215" y="9658"/>
                    <a:pt x="6075" y="9351"/>
                  </a:cubicBezTo>
                  <a:cubicBezTo>
                    <a:pt x="5936" y="9043"/>
                    <a:pt x="5658" y="8824"/>
                    <a:pt x="5333" y="8692"/>
                  </a:cubicBezTo>
                  <a:lnTo>
                    <a:pt x="2365" y="7814"/>
                  </a:lnTo>
                  <a:lnTo>
                    <a:pt x="2365" y="1141"/>
                  </a:lnTo>
                  <a:cubicBezTo>
                    <a:pt x="2365" y="1141"/>
                    <a:pt x="2319" y="1010"/>
                    <a:pt x="2272" y="966"/>
                  </a:cubicBezTo>
                  <a:cubicBezTo>
                    <a:pt x="2272" y="834"/>
                    <a:pt x="2180" y="702"/>
                    <a:pt x="2087" y="571"/>
                  </a:cubicBezTo>
                  <a:cubicBezTo>
                    <a:pt x="1994" y="439"/>
                    <a:pt x="1948" y="351"/>
                    <a:pt x="1809" y="263"/>
                  </a:cubicBezTo>
                  <a:cubicBezTo>
                    <a:pt x="1670" y="176"/>
                    <a:pt x="1577" y="132"/>
                    <a:pt x="1391" y="88"/>
                  </a:cubicBezTo>
                  <a:cubicBezTo>
                    <a:pt x="1299" y="88"/>
                    <a:pt x="1252" y="0"/>
                    <a:pt x="1159" y="0"/>
                  </a:cubicBezTo>
                  <a:cubicBezTo>
                    <a:pt x="1067" y="0"/>
                    <a:pt x="1020" y="44"/>
                    <a:pt x="974" y="88"/>
                  </a:cubicBezTo>
                  <a:cubicBezTo>
                    <a:pt x="464" y="176"/>
                    <a:pt x="0" y="571"/>
                    <a:pt x="0" y="1098"/>
                  </a:cubicBezTo>
                  <a:lnTo>
                    <a:pt x="0" y="8560"/>
                  </a:lnTo>
                  <a:cubicBezTo>
                    <a:pt x="0" y="9043"/>
                    <a:pt x="325" y="9482"/>
                    <a:pt x="835" y="9614"/>
                  </a:cubicBezTo>
                  <a:lnTo>
                    <a:pt x="3246" y="10317"/>
                  </a:lnTo>
                  <a:lnTo>
                    <a:pt x="2041" y="12424"/>
                  </a:lnTo>
                  <a:cubicBezTo>
                    <a:pt x="1762" y="12950"/>
                    <a:pt x="1948" y="13565"/>
                    <a:pt x="2458" y="13872"/>
                  </a:cubicBezTo>
                  <a:lnTo>
                    <a:pt x="6075" y="15936"/>
                  </a:lnTo>
                  <a:lnTo>
                    <a:pt x="3525" y="15936"/>
                  </a:lnTo>
                  <a:cubicBezTo>
                    <a:pt x="2922" y="15936"/>
                    <a:pt x="2412" y="16375"/>
                    <a:pt x="2365" y="16945"/>
                  </a:cubicBezTo>
                  <a:lnTo>
                    <a:pt x="1855" y="23355"/>
                  </a:lnTo>
                  <a:lnTo>
                    <a:pt x="1762" y="24364"/>
                  </a:lnTo>
                  <a:cubicBezTo>
                    <a:pt x="1762" y="24364"/>
                    <a:pt x="1762" y="24364"/>
                    <a:pt x="1762" y="24364"/>
                  </a:cubicBezTo>
                  <a:cubicBezTo>
                    <a:pt x="1762" y="24496"/>
                    <a:pt x="1855" y="24628"/>
                    <a:pt x="1902" y="24760"/>
                  </a:cubicBezTo>
                  <a:cubicBezTo>
                    <a:pt x="1948" y="24891"/>
                    <a:pt x="1948" y="25023"/>
                    <a:pt x="2087" y="25155"/>
                  </a:cubicBezTo>
                  <a:cubicBezTo>
                    <a:pt x="2180" y="25243"/>
                    <a:pt x="2319" y="25286"/>
                    <a:pt x="2458" y="25330"/>
                  </a:cubicBezTo>
                  <a:cubicBezTo>
                    <a:pt x="2597" y="25374"/>
                    <a:pt x="2690" y="25506"/>
                    <a:pt x="2829" y="25506"/>
                  </a:cubicBezTo>
                  <a:cubicBezTo>
                    <a:pt x="2829" y="25506"/>
                    <a:pt x="2875" y="25506"/>
                    <a:pt x="2922" y="25506"/>
                  </a:cubicBezTo>
                  <a:cubicBezTo>
                    <a:pt x="3525" y="25506"/>
                    <a:pt x="4035" y="25067"/>
                    <a:pt x="4081" y="24496"/>
                  </a:cubicBezTo>
                  <a:lnTo>
                    <a:pt x="4174" y="23311"/>
                  </a:lnTo>
                  <a:lnTo>
                    <a:pt x="4591" y="18087"/>
                  </a:lnTo>
                  <a:lnTo>
                    <a:pt x="10203" y="1808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0" name="Freeform: Shape 2319">
              <a:extLst>
                <a:ext uri="{FF2B5EF4-FFF2-40B4-BE49-F238E27FC236}">
                  <a16:creationId xmlns:a16="http://schemas.microsoft.com/office/drawing/2014/main" id="{4CB185C9-71F9-CA3E-E37E-DE1DC77AF240}"/>
                </a:ext>
              </a:extLst>
            </p:cNvPr>
            <p:cNvSpPr>
              <a:spLocks/>
            </p:cNvSpPr>
            <p:nvPr/>
          </p:nvSpPr>
          <p:spPr>
            <a:xfrm>
              <a:off x="6141000" y="2992075"/>
              <a:ext cx="28966" cy="31582"/>
            </a:xfrm>
            <a:custGeom>
              <a:avLst/>
              <a:gdLst>
                <a:gd name="connsiteX0" fmla="*/ 14178 w 19406"/>
                <a:gd name="connsiteY0" fmla="*/ 20721 h 21159"/>
                <a:gd name="connsiteX1" fmla="*/ 14503 w 19406"/>
                <a:gd name="connsiteY1" fmla="*/ 20940 h 21159"/>
                <a:gd name="connsiteX2" fmla="*/ 14596 w 19406"/>
                <a:gd name="connsiteY2" fmla="*/ 21028 h 21159"/>
                <a:gd name="connsiteX3" fmla="*/ 14688 w 19406"/>
                <a:gd name="connsiteY3" fmla="*/ 21160 h 21159"/>
                <a:gd name="connsiteX4" fmla="*/ 13715 w 19406"/>
                <a:gd name="connsiteY4" fmla="*/ 18131 h 21159"/>
                <a:gd name="connsiteX5" fmla="*/ 18723 w 19406"/>
                <a:gd name="connsiteY5" fmla="*/ 16067 h 21159"/>
                <a:gd name="connsiteX6" fmla="*/ 19373 w 19406"/>
                <a:gd name="connsiteY6" fmla="*/ 15277 h 21159"/>
                <a:gd name="connsiteX7" fmla="*/ 19048 w 19406"/>
                <a:gd name="connsiteY7" fmla="*/ 14311 h 21159"/>
                <a:gd name="connsiteX8" fmla="*/ 13112 w 19406"/>
                <a:gd name="connsiteY8" fmla="*/ 8560 h 21159"/>
                <a:gd name="connsiteX9" fmla="*/ 12277 w 19406"/>
                <a:gd name="connsiteY9" fmla="*/ 8209 h 21159"/>
                <a:gd name="connsiteX10" fmla="*/ 7268 w 19406"/>
                <a:gd name="connsiteY10" fmla="*/ 8209 h 21159"/>
                <a:gd name="connsiteX11" fmla="*/ 2770 w 19406"/>
                <a:gd name="connsiteY11" fmla="*/ 1449 h 21159"/>
                <a:gd name="connsiteX12" fmla="*/ 2120 w 19406"/>
                <a:gd name="connsiteY12" fmla="*/ 483 h 21159"/>
                <a:gd name="connsiteX13" fmla="*/ 2028 w 19406"/>
                <a:gd name="connsiteY13" fmla="*/ 395 h 21159"/>
                <a:gd name="connsiteX14" fmla="*/ 1656 w 19406"/>
                <a:gd name="connsiteY14" fmla="*/ 176 h 21159"/>
                <a:gd name="connsiteX15" fmla="*/ 1286 w 19406"/>
                <a:gd name="connsiteY15" fmla="*/ 0 h 21159"/>
                <a:gd name="connsiteX16" fmla="*/ 543 w 19406"/>
                <a:gd name="connsiteY16" fmla="*/ 132 h 21159"/>
                <a:gd name="connsiteX17" fmla="*/ 172 w 19406"/>
                <a:gd name="connsiteY17" fmla="*/ 1668 h 21159"/>
                <a:gd name="connsiteX18" fmla="*/ 497 w 19406"/>
                <a:gd name="connsiteY18" fmla="*/ 2195 h 21159"/>
                <a:gd name="connsiteX19" fmla="*/ 5645 w 19406"/>
                <a:gd name="connsiteY19" fmla="*/ 9921 h 21159"/>
                <a:gd name="connsiteX20" fmla="*/ 6619 w 19406"/>
                <a:gd name="connsiteY20" fmla="*/ 10448 h 21159"/>
                <a:gd name="connsiteX21" fmla="*/ 11767 w 19406"/>
                <a:gd name="connsiteY21" fmla="*/ 10448 h 21159"/>
                <a:gd name="connsiteX22" fmla="*/ 16219 w 19406"/>
                <a:gd name="connsiteY22" fmla="*/ 14750 h 21159"/>
                <a:gd name="connsiteX23" fmla="*/ 11813 w 19406"/>
                <a:gd name="connsiteY23" fmla="*/ 16594 h 21159"/>
                <a:gd name="connsiteX24" fmla="*/ 11164 w 19406"/>
                <a:gd name="connsiteY24" fmla="*/ 17911 h 21159"/>
                <a:gd name="connsiteX25" fmla="*/ 11999 w 19406"/>
                <a:gd name="connsiteY25" fmla="*/ 20633 h 21159"/>
                <a:gd name="connsiteX26" fmla="*/ 13575 w 19406"/>
                <a:gd name="connsiteY26" fmla="*/ 20633 h 21159"/>
                <a:gd name="connsiteX27" fmla="*/ 13715 w 19406"/>
                <a:gd name="connsiteY27" fmla="*/ 20677 h 21159"/>
                <a:gd name="connsiteX28" fmla="*/ 14132 w 19406"/>
                <a:gd name="connsiteY28" fmla="*/ 20853 h 2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406" h="21159">
                  <a:moveTo>
                    <a:pt x="14178" y="20721"/>
                  </a:moveTo>
                  <a:cubicBezTo>
                    <a:pt x="14178" y="20721"/>
                    <a:pt x="14410" y="20853"/>
                    <a:pt x="14503" y="20940"/>
                  </a:cubicBezTo>
                  <a:cubicBezTo>
                    <a:pt x="14503" y="20940"/>
                    <a:pt x="14596" y="20940"/>
                    <a:pt x="14596" y="21028"/>
                  </a:cubicBezTo>
                  <a:lnTo>
                    <a:pt x="14688" y="21160"/>
                  </a:lnTo>
                  <a:lnTo>
                    <a:pt x="13715" y="18131"/>
                  </a:lnTo>
                  <a:lnTo>
                    <a:pt x="18723" y="16067"/>
                  </a:lnTo>
                  <a:cubicBezTo>
                    <a:pt x="19094" y="15936"/>
                    <a:pt x="19326" y="15628"/>
                    <a:pt x="19373" y="15277"/>
                  </a:cubicBezTo>
                  <a:cubicBezTo>
                    <a:pt x="19465" y="14926"/>
                    <a:pt x="19373" y="14575"/>
                    <a:pt x="19048" y="14311"/>
                  </a:cubicBezTo>
                  <a:lnTo>
                    <a:pt x="13112" y="8560"/>
                  </a:lnTo>
                  <a:cubicBezTo>
                    <a:pt x="13112" y="8560"/>
                    <a:pt x="12602" y="8209"/>
                    <a:pt x="12277" y="8209"/>
                  </a:cubicBezTo>
                  <a:lnTo>
                    <a:pt x="7268" y="8209"/>
                  </a:lnTo>
                  <a:lnTo>
                    <a:pt x="2770" y="1449"/>
                  </a:lnTo>
                  <a:lnTo>
                    <a:pt x="2120" y="483"/>
                  </a:lnTo>
                  <a:cubicBezTo>
                    <a:pt x="2120" y="483"/>
                    <a:pt x="2028" y="483"/>
                    <a:pt x="2028" y="395"/>
                  </a:cubicBezTo>
                  <a:cubicBezTo>
                    <a:pt x="1935" y="263"/>
                    <a:pt x="1796" y="219"/>
                    <a:pt x="1656" y="176"/>
                  </a:cubicBezTo>
                  <a:cubicBezTo>
                    <a:pt x="1517" y="88"/>
                    <a:pt x="1425" y="44"/>
                    <a:pt x="1286" y="0"/>
                  </a:cubicBezTo>
                  <a:cubicBezTo>
                    <a:pt x="1054" y="0"/>
                    <a:pt x="775" y="0"/>
                    <a:pt x="543" y="132"/>
                  </a:cubicBezTo>
                  <a:cubicBezTo>
                    <a:pt x="-13" y="439"/>
                    <a:pt x="-152" y="1141"/>
                    <a:pt x="172" y="1668"/>
                  </a:cubicBezTo>
                  <a:lnTo>
                    <a:pt x="497" y="2195"/>
                  </a:lnTo>
                  <a:lnTo>
                    <a:pt x="5645" y="9921"/>
                  </a:lnTo>
                  <a:cubicBezTo>
                    <a:pt x="5877" y="10229"/>
                    <a:pt x="6202" y="10448"/>
                    <a:pt x="6619" y="10448"/>
                  </a:cubicBezTo>
                  <a:lnTo>
                    <a:pt x="11767" y="10448"/>
                  </a:lnTo>
                  <a:lnTo>
                    <a:pt x="16219" y="14750"/>
                  </a:lnTo>
                  <a:lnTo>
                    <a:pt x="11813" y="16594"/>
                  </a:lnTo>
                  <a:cubicBezTo>
                    <a:pt x="11257" y="16814"/>
                    <a:pt x="11025" y="17384"/>
                    <a:pt x="11164" y="17911"/>
                  </a:cubicBezTo>
                  <a:lnTo>
                    <a:pt x="11999" y="20633"/>
                  </a:lnTo>
                  <a:lnTo>
                    <a:pt x="13575" y="20633"/>
                  </a:lnTo>
                  <a:cubicBezTo>
                    <a:pt x="13575" y="20633"/>
                    <a:pt x="13668" y="20677"/>
                    <a:pt x="13715" y="20677"/>
                  </a:cubicBezTo>
                  <a:cubicBezTo>
                    <a:pt x="13854" y="20677"/>
                    <a:pt x="13993" y="20765"/>
                    <a:pt x="14132" y="2085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1" name="Freeform: Shape 2320">
              <a:extLst>
                <a:ext uri="{FF2B5EF4-FFF2-40B4-BE49-F238E27FC236}">
                  <a16:creationId xmlns:a16="http://schemas.microsoft.com/office/drawing/2014/main" id="{D80DFCBE-538B-3AA6-1FE3-621C181B5F8D}"/>
                </a:ext>
              </a:extLst>
            </p:cNvPr>
            <p:cNvSpPr>
              <a:spLocks/>
            </p:cNvSpPr>
            <p:nvPr/>
          </p:nvSpPr>
          <p:spPr>
            <a:xfrm>
              <a:off x="6141049" y="3019400"/>
              <a:ext cx="20557" cy="29093"/>
            </a:xfrm>
            <a:custGeom>
              <a:avLst/>
              <a:gdLst>
                <a:gd name="connsiteX0" fmla="*/ 6725 w 13773"/>
                <a:gd name="connsiteY0" fmla="*/ 3029 h 19491"/>
                <a:gd name="connsiteX1" fmla="*/ 7467 w 13773"/>
                <a:gd name="connsiteY1" fmla="*/ 3951 h 19491"/>
                <a:gd name="connsiteX2" fmla="*/ 8394 w 13773"/>
                <a:gd name="connsiteY2" fmla="*/ 4390 h 19491"/>
                <a:gd name="connsiteX3" fmla="*/ 12986 w 13773"/>
                <a:gd name="connsiteY3" fmla="*/ 4390 h 19491"/>
                <a:gd name="connsiteX4" fmla="*/ 12661 w 13773"/>
                <a:gd name="connsiteY4" fmla="*/ 3863 h 19491"/>
                <a:gd name="connsiteX5" fmla="*/ 13032 w 13773"/>
                <a:gd name="connsiteY5" fmla="*/ 2371 h 19491"/>
                <a:gd name="connsiteX6" fmla="*/ 13774 w 13773"/>
                <a:gd name="connsiteY6" fmla="*/ 2239 h 19491"/>
                <a:gd name="connsiteX7" fmla="*/ 13635 w 13773"/>
                <a:gd name="connsiteY7" fmla="*/ 2195 h 19491"/>
                <a:gd name="connsiteX8" fmla="*/ 8997 w 13773"/>
                <a:gd name="connsiteY8" fmla="*/ 2195 h 19491"/>
                <a:gd name="connsiteX9" fmla="*/ 7606 w 13773"/>
                <a:gd name="connsiteY9" fmla="*/ 439 h 19491"/>
                <a:gd name="connsiteX10" fmla="*/ 6632 w 13773"/>
                <a:gd name="connsiteY10" fmla="*/ 0 h 19491"/>
                <a:gd name="connsiteX11" fmla="*/ 5704 w 13773"/>
                <a:gd name="connsiteY11" fmla="*/ 527 h 19491"/>
                <a:gd name="connsiteX12" fmla="*/ 185 w 13773"/>
                <a:gd name="connsiteY12" fmla="*/ 8912 h 19491"/>
                <a:gd name="connsiteX13" fmla="*/ 0 w 13773"/>
                <a:gd name="connsiteY13" fmla="*/ 9482 h 19491"/>
                <a:gd name="connsiteX14" fmla="*/ 0 w 13773"/>
                <a:gd name="connsiteY14" fmla="*/ 18394 h 19491"/>
                <a:gd name="connsiteX15" fmla="*/ 1159 w 13773"/>
                <a:gd name="connsiteY15" fmla="*/ 19492 h 19491"/>
                <a:gd name="connsiteX16" fmla="*/ 2319 w 13773"/>
                <a:gd name="connsiteY16" fmla="*/ 18394 h 19491"/>
                <a:gd name="connsiteX17" fmla="*/ 2319 w 13773"/>
                <a:gd name="connsiteY17" fmla="*/ 9790 h 19491"/>
                <a:gd name="connsiteX18" fmla="*/ 6771 w 13773"/>
                <a:gd name="connsiteY18" fmla="*/ 3029 h 1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773" h="19491">
                  <a:moveTo>
                    <a:pt x="6725" y="3029"/>
                  </a:moveTo>
                  <a:lnTo>
                    <a:pt x="7467" y="3951"/>
                  </a:lnTo>
                  <a:cubicBezTo>
                    <a:pt x="7699" y="4214"/>
                    <a:pt x="8023" y="4390"/>
                    <a:pt x="8394" y="4390"/>
                  </a:cubicBezTo>
                  <a:lnTo>
                    <a:pt x="12986" y="4390"/>
                  </a:lnTo>
                  <a:lnTo>
                    <a:pt x="12661" y="3863"/>
                  </a:lnTo>
                  <a:cubicBezTo>
                    <a:pt x="12336" y="3336"/>
                    <a:pt x="12475" y="2678"/>
                    <a:pt x="13032" y="2371"/>
                  </a:cubicBezTo>
                  <a:cubicBezTo>
                    <a:pt x="13264" y="2239"/>
                    <a:pt x="13542" y="2239"/>
                    <a:pt x="13774" y="2239"/>
                  </a:cubicBezTo>
                  <a:cubicBezTo>
                    <a:pt x="13728" y="2239"/>
                    <a:pt x="13681" y="2195"/>
                    <a:pt x="13635" y="2195"/>
                  </a:cubicBezTo>
                  <a:lnTo>
                    <a:pt x="8997" y="2195"/>
                  </a:lnTo>
                  <a:lnTo>
                    <a:pt x="7606" y="439"/>
                  </a:lnTo>
                  <a:cubicBezTo>
                    <a:pt x="7374" y="132"/>
                    <a:pt x="7003" y="0"/>
                    <a:pt x="6632" y="0"/>
                  </a:cubicBezTo>
                  <a:cubicBezTo>
                    <a:pt x="6261" y="0"/>
                    <a:pt x="5890" y="219"/>
                    <a:pt x="5704" y="527"/>
                  </a:cubicBezTo>
                  <a:lnTo>
                    <a:pt x="185" y="8912"/>
                  </a:lnTo>
                  <a:cubicBezTo>
                    <a:pt x="185" y="8912"/>
                    <a:pt x="0" y="9307"/>
                    <a:pt x="0" y="9482"/>
                  </a:cubicBezTo>
                  <a:lnTo>
                    <a:pt x="0" y="18394"/>
                  </a:lnTo>
                  <a:cubicBezTo>
                    <a:pt x="0" y="19009"/>
                    <a:pt x="510" y="19492"/>
                    <a:pt x="1159" y="19492"/>
                  </a:cubicBezTo>
                  <a:cubicBezTo>
                    <a:pt x="1809" y="19492"/>
                    <a:pt x="2319" y="19009"/>
                    <a:pt x="2319" y="18394"/>
                  </a:cubicBezTo>
                  <a:lnTo>
                    <a:pt x="2319" y="9790"/>
                  </a:lnTo>
                  <a:lnTo>
                    <a:pt x="6771" y="30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2" name="Freeform: Shape 2321">
              <a:extLst>
                <a:ext uri="{FF2B5EF4-FFF2-40B4-BE49-F238E27FC236}">
                  <a16:creationId xmlns:a16="http://schemas.microsoft.com/office/drawing/2014/main" id="{AE56A5C6-93D4-BDBF-5B4C-13446F7DE819}"/>
                </a:ext>
              </a:extLst>
            </p:cNvPr>
            <p:cNvSpPr>
              <a:spLocks/>
            </p:cNvSpPr>
            <p:nvPr/>
          </p:nvSpPr>
          <p:spPr>
            <a:xfrm>
              <a:off x="6162162" y="3023003"/>
              <a:ext cx="484" cy="327"/>
            </a:xfrm>
            <a:custGeom>
              <a:avLst/>
              <a:gdLst>
                <a:gd name="connsiteX0" fmla="*/ 0 w 324"/>
                <a:gd name="connsiteY0" fmla="*/ 0 h 219"/>
                <a:gd name="connsiteX1" fmla="*/ 325 w 324"/>
                <a:gd name="connsiteY1" fmla="*/ 220 h 219"/>
                <a:gd name="connsiteX2" fmla="*/ 0 w 324"/>
                <a:gd name="connsiteY2" fmla="*/ 0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219">
                  <a:moveTo>
                    <a:pt x="0" y="0"/>
                  </a:moveTo>
                  <a:cubicBezTo>
                    <a:pt x="0" y="0"/>
                    <a:pt x="232" y="132"/>
                    <a:pt x="325" y="220"/>
                  </a:cubicBezTo>
                  <a:cubicBezTo>
                    <a:pt x="232" y="88"/>
                    <a:pt x="93" y="44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3" name="Freeform: Shape 2322">
              <a:extLst>
                <a:ext uri="{FF2B5EF4-FFF2-40B4-BE49-F238E27FC236}">
                  <a16:creationId xmlns:a16="http://schemas.microsoft.com/office/drawing/2014/main" id="{18F01EF9-9464-6A76-F6E8-52A812F41970}"/>
                </a:ext>
              </a:extLst>
            </p:cNvPr>
            <p:cNvSpPr>
              <a:spLocks/>
            </p:cNvSpPr>
            <p:nvPr/>
          </p:nvSpPr>
          <p:spPr>
            <a:xfrm>
              <a:off x="6159622" y="3022741"/>
              <a:ext cx="14240" cy="21688"/>
            </a:xfrm>
            <a:custGeom>
              <a:avLst/>
              <a:gdLst>
                <a:gd name="connsiteX0" fmla="*/ 7500 w 9540"/>
                <a:gd name="connsiteY0" fmla="*/ 14180 h 14530"/>
                <a:gd name="connsiteX1" fmla="*/ 7593 w 9540"/>
                <a:gd name="connsiteY1" fmla="*/ 14004 h 14530"/>
                <a:gd name="connsiteX2" fmla="*/ 9541 w 9540"/>
                <a:gd name="connsiteY2" fmla="*/ 12160 h 14530"/>
                <a:gd name="connsiteX3" fmla="*/ 9541 w 9540"/>
                <a:gd name="connsiteY3" fmla="*/ 5444 h 14530"/>
                <a:gd name="connsiteX4" fmla="*/ 8381 w 9540"/>
                <a:gd name="connsiteY4" fmla="*/ 4346 h 14530"/>
                <a:gd name="connsiteX5" fmla="*/ 4671 w 9540"/>
                <a:gd name="connsiteY5" fmla="*/ 4346 h 14530"/>
                <a:gd name="connsiteX6" fmla="*/ 2213 w 9540"/>
                <a:gd name="connsiteY6" fmla="*/ 615 h 14530"/>
                <a:gd name="connsiteX7" fmla="*/ 2120 w 9540"/>
                <a:gd name="connsiteY7" fmla="*/ 483 h 14530"/>
                <a:gd name="connsiteX8" fmla="*/ 2028 w 9540"/>
                <a:gd name="connsiteY8" fmla="*/ 395 h 14530"/>
                <a:gd name="connsiteX9" fmla="*/ 1703 w 9540"/>
                <a:gd name="connsiteY9" fmla="*/ 176 h 14530"/>
                <a:gd name="connsiteX10" fmla="*/ 1286 w 9540"/>
                <a:gd name="connsiteY10" fmla="*/ 0 h 14530"/>
                <a:gd name="connsiteX11" fmla="*/ 543 w 9540"/>
                <a:gd name="connsiteY11" fmla="*/ 132 h 14530"/>
                <a:gd name="connsiteX12" fmla="*/ 172 w 9540"/>
                <a:gd name="connsiteY12" fmla="*/ 1624 h 14530"/>
                <a:gd name="connsiteX13" fmla="*/ 497 w 9540"/>
                <a:gd name="connsiteY13" fmla="*/ 2151 h 14530"/>
                <a:gd name="connsiteX14" fmla="*/ 3048 w 9540"/>
                <a:gd name="connsiteY14" fmla="*/ 6014 h 14530"/>
                <a:gd name="connsiteX15" fmla="*/ 4022 w 9540"/>
                <a:gd name="connsiteY15" fmla="*/ 6541 h 14530"/>
                <a:gd name="connsiteX16" fmla="*/ 7222 w 9540"/>
                <a:gd name="connsiteY16" fmla="*/ 6541 h 14530"/>
                <a:gd name="connsiteX17" fmla="*/ 7222 w 9540"/>
                <a:gd name="connsiteY17" fmla="*/ 14531 h 14530"/>
                <a:gd name="connsiteX18" fmla="*/ 7315 w 9540"/>
                <a:gd name="connsiteY18" fmla="*/ 14311 h 14530"/>
                <a:gd name="connsiteX19" fmla="*/ 7454 w 9540"/>
                <a:gd name="connsiteY19" fmla="*/ 14180 h 1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540" h="14530">
                  <a:moveTo>
                    <a:pt x="7500" y="14180"/>
                  </a:moveTo>
                  <a:cubicBezTo>
                    <a:pt x="7500" y="14180"/>
                    <a:pt x="7500" y="14048"/>
                    <a:pt x="7593" y="14004"/>
                  </a:cubicBezTo>
                  <a:lnTo>
                    <a:pt x="9541" y="12160"/>
                  </a:lnTo>
                  <a:lnTo>
                    <a:pt x="9541" y="5444"/>
                  </a:lnTo>
                  <a:cubicBezTo>
                    <a:pt x="9541" y="4829"/>
                    <a:pt x="9031" y="4346"/>
                    <a:pt x="8381" y="4346"/>
                  </a:cubicBezTo>
                  <a:lnTo>
                    <a:pt x="4671" y="4346"/>
                  </a:lnTo>
                  <a:lnTo>
                    <a:pt x="2213" y="615"/>
                  </a:lnTo>
                  <a:lnTo>
                    <a:pt x="2120" y="483"/>
                  </a:lnTo>
                  <a:cubicBezTo>
                    <a:pt x="2120" y="483"/>
                    <a:pt x="2028" y="483"/>
                    <a:pt x="2028" y="395"/>
                  </a:cubicBezTo>
                  <a:cubicBezTo>
                    <a:pt x="1935" y="263"/>
                    <a:pt x="1796" y="219"/>
                    <a:pt x="1703" y="176"/>
                  </a:cubicBezTo>
                  <a:cubicBezTo>
                    <a:pt x="1564" y="88"/>
                    <a:pt x="1471" y="44"/>
                    <a:pt x="1286" y="0"/>
                  </a:cubicBezTo>
                  <a:cubicBezTo>
                    <a:pt x="1054" y="0"/>
                    <a:pt x="775" y="0"/>
                    <a:pt x="543" y="132"/>
                  </a:cubicBezTo>
                  <a:cubicBezTo>
                    <a:pt x="-13" y="439"/>
                    <a:pt x="-152" y="1141"/>
                    <a:pt x="172" y="1624"/>
                  </a:cubicBezTo>
                  <a:lnTo>
                    <a:pt x="497" y="2151"/>
                  </a:lnTo>
                  <a:lnTo>
                    <a:pt x="3048" y="6014"/>
                  </a:lnTo>
                  <a:cubicBezTo>
                    <a:pt x="3280" y="6322"/>
                    <a:pt x="3651" y="6541"/>
                    <a:pt x="4022" y="6541"/>
                  </a:cubicBezTo>
                  <a:lnTo>
                    <a:pt x="7222" y="6541"/>
                  </a:lnTo>
                  <a:lnTo>
                    <a:pt x="7222" y="14531"/>
                  </a:lnTo>
                  <a:lnTo>
                    <a:pt x="7315" y="14311"/>
                  </a:lnTo>
                  <a:cubicBezTo>
                    <a:pt x="7315" y="14311"/>
                    <a:pt x="7407" y="14224"/>
                    <a:pt x="7454" y="141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4" name="Freeform: Shape 2323">
              <a:extLst>
                <a:ext uri="{FF2B5EF4-FFF2-40B4-BE49-F238E27FC236}">
                  <a16:creationId xmlns:a16="http://schemas.microsoft.com/office/drawing/2014/main" id="{8CCBE2C9-EA9E-7135-A87D-DE52B242E425}"/>
                </a:ext>
              </a:extLst>
            </p:cNvPr>
            <p:cNvSpPr>
              <a:spLocks/>
            </p:cNvSpPr>
            <p:nvPr/>
          </p:nvSpPr>
          <p:spPr>
            <a:xfrm>
              <a:off x="6166715" y="3043841"/>
              <a:ext cx="18153" cy="35580"/>
            </a:xfrm>
            <a:custGeom>
              <a:avLst/>
              <a:gdLst>
                <a:gd name="connsiteX0" fmla="*/ 12070 w 12162"/>
                <a:gd name="connsiteY0" fmla="*/ 22389 h 23837"/>
                <a:gd name="connsiteX1" fmla="*/ 8128 w 12162"/>
                <a:gd name="connsiteY1" fmla="*/ 18394 h 23837"/>
                <a:gd name="connsiteX2" fmla="*/ 2331 w 12162"/>
                <a:gd name="connsiteY2" fmla="*/ 6102 h 23837"/>
                <a:gd name="connsiteX3" fmla="*/ 4649 w 12162"/>
                <a:gd name="connsiteY3" fmla="*/ 1229 h 23837"/>
                <a:gd name="connsiteX4" fmla="*/ 4510 w 12162"/>
                <a:gd name="connsiteY4" fmla="*/ 1361 h 23837"/>
                <a:gd name="connsiteX5" fmla="*/ 3722 w 12162"/>
                <a:gd name="connsiteY5" fmla="*/ 1668 h 23837"/>
                <a:gd name="connsiteX6" fmla="*/ 2887 w 12162"/>
                <a:gd name="connsiteY6" fmla="*/ 1361 h 23837"/>
                <a:gd name="connsiteX7" fmla="*/ 2841 w 12162"/>
                <a:gd name="connsiteY7" fmla="*/ 0 h 23837"/>
                <a:gd name="connsiteX8" fmla="*/ 2701 w 12162"/>
                <a:gd name="connsiteY8" fmla="*/ 132 h 23837"/>
                <a:gd name="connsiteX9" fmla="*/ 2609 w 12162"/>
                <a:gd name="connsiteY9" fmla="*/ 351 h 23837"/>
                <a:gd name="connsiteX10" fmla="*/ 104 w 12162"/>
                <a:gd name="connsiteY10" fmla="*/ 5619 h 23837"/>
                <a:gd name="connsiteX11" fmla="*/ 104 w 12162"/>
                <a:gd name="connsiteY11" fmla="*/ 6497 h 23837"/>
                <a:gd name="connsiteX12" fmla="*/ 6180 w 12162"/>
                <a:gd name="connsiteY12" fmla="*/ 19404 h 23837"/>
                <a:gd name="connsiteX13" fmla="*/ 6412 w 12162"/>
                <a:gd name="connsiteY13" fmla="*/ 19711 h 23837"/>
                <a:gd name="connsiteX14" fmla="*/ 10493 w 12162"/>
                <a:gd name="connsiteY14" fmla="*/ 23838 h 23837"/>
                <a:gd name="connsiteX15" fmla="*/ 10817 w 12162"/>
                <a:gd name="connsiteY15" fmla="*/ 23179 h 23837"/>
                <a:gd name="connsiteX16" fmla="*/ 11096 w 12162"/>
                <a:gd name="connsiteY16" fmla="*/ 22960 h 23837"/>
                <a:gd name="connsiteX17" fmla="*/ 11420 w 12162"/>
                <a:gd name="connsiteY17" fmla="*/ 22652 h 23837"/>
                <a:gd name="connsiteX18" fmla="*/ 12162 w 12162"/>
                <a:gd name="connsiteY18" fmla="*/ 22345 h 2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62" h="23837">
                  <a:moveTo>
                    <a:pt x="12070" y="22389"/>
                  </a:moveTo>
                  <a:lnTo>
                    <a:pt x="8128" y="18394"/>
                  </a:lnTo>
                  <a:lnTo>
                    <a:pt x="2331" y="6102"/>
                  </a:lnTo>
                  <a:lnTo>
                    <a:pt x="4649" y="1229"/>
                  </a:lnTo>
                  <a:lnTo>
                    <a:pt x="4510" y="1361"/>
                  </a:lnTo>
                  <a:cubicBezTo>
                    <a:pt x="4510" y="1361"/>
                    <a:pt x="4000" y="1668"/>
                    <a:pt x="3722" y="1668"/>
                  </a:cubicBezTo>
                  <a:cubicBezTo>
                    <a:pt x="3444" y="1668"/>
                    <a:pt x="3119" y="1580"/>
                    <a:pt x="2887" y="1361"/>
                  </a:cubicBezTo>
                  <a:cubicBezTo>
                    <a:pt x="2516" y="966"/>
                    <a:pt x="2516" y="439"/>
                    <a:pt x="2841" y="0"/>
                  </a:cubicBezTo>
                  <a:cubicBezTo>
                    <a:pt x="2841" y="44"/>
                    <a:pt x="2701" y="88"/>
                    <a:pt x="2701" y="132"/>
                  </a:cubicBezTo>
                  <a:lnTo>
                    <a:pt x="2609" y="351"/>
                  </a:lnTo>
                  <a:lnTo>
                    <a:pt x="104" y="5619"/>
                  </a:lnTo>
                  <a:cubicBezTo>
                    <a:pt x="-35" y="5883"/>
                    <a:pt x="-35" y="6234"/>
                    <a:pt x="104" y="6497"/>
                  </a:cubicBezTo>
                  <a:lnTo>
                    <a:pt x="6180" y="19404"/>
                  </a:lnTo>
                  <a:cubicBezTo>
                    <a:pt x="6180" y="19404"/>
                    <a:pt x="6319" y="19623"/>
                    <a:pt x="6412" y="19711"/>
                  </a:cubicBezTo>
                  <a:lnTo>
                    <a:pt x="10493" y="23838"/>
                  </a:lnTo>
                  <a:lnTo>
                    <a:pt x="10817" y="23179"/>
                  </a:lnTo>
                  <a:cubicBezTo>
                    <a:pt x="10817" y="23179"/>
                    <a:pt x="11003" y="23048"/>
                    <a:pt x="11096" y="22960"/>
                  </a:cubicBezTo>
                  <a:cubicBezTo>
                    <a:pt x="11188" y="22872"/>
                    <a:pt x="11281" y="22696"/>
                    <a:pt x="11420" y="22652"/>
                  </a:cubicBezTo>
                  <a:lnTo>
                    <a:pt x="12162" y="2234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5" name="Freeform: Shape 2324">
              <a:extLst>
                <a:ext uri="{FF2B5EF4-FFF2-40B4-BE49-F238E27FC236}">
                  <a16:creationId xmlns:a16="http://schemas.microsoft.com/office/drawing/2014/main" id="{0B33EC0C-D062-8EA1-E5B8-8AD0D1D1A712}"/>
                </a:ext>
              </a:extLst>
            </p:cNvPr>
            <p:cNvSpPr>
              <a:spLocks/>
            </p:cNvSpPr>
            <p:nvPr/>
          </p:nvSpPr>
          <p:spPr>
            <a:xfrm>
              <a:off x="6157664" y="3078111"/>
              <a:ext cx="27896" cy="32959"/>
            </a:xfrm>
            <a:custGeom>
              <a:avLst/>
              <a:gdLst>
                <a:gd name="connsiteX0" fmla="*/ 7745 w 18689"/>
                <a:gd name="connsiteY0" fmla="*/ 19272 h 22081"/>
                <a:gd name="connsiteX1" fmla="*/ 8255 w 18689"/>
                <a:gd name="connsiteY1" fmla="*/ 18350 h 22081"/>
                <a:gd name="connsiteX2" fmla="*/ 8255 w 18689"/>
                <a:gd name="connsiteY2" fmla="*/ 14136 h 22081"/>
                <a:gd name="connsiteX3" fmla="*/ 10157 w 18689"/>
                <a:gd name="connsiteY3" fmla="*/ 14136 h 22081"/>
                <a:gd name="connsiteX4" fmla="*/ 11130 w 18689"/>
                <a:gd name="connsiteY4" fmla="*/ 13653 h 22081"/>
                <a:gd name="connsiteX5" fmla="*/ 16000 w 18689"/>
                <a:gd name="connsiteY5" fmla="*/ 6936 h 22081"/>
                <a:gd name="connsiteX6" fmla="*/ 18690 w 18689"/>
                <a:gd name="connsiteY6" fmla="*/ 1537 h 22081"/>
                <a:gd name="connsiteX7" fmla="*/ 18273 w 18689"/>
                <a:gd name="connsiteY7" fmla="*/ 1712 h 22081"/>
                <a:gd name="connsiteX8" fmla="*/ 17809 w 18689"/>
                <a:gd name="connsiteY8" fmla="*/ 1800 h 22081"/>
                <a:gd name="connsiteX9" fmla="*/ 16742 w 18689"/>
                <a:gd name="connsiteY9" fmla="*/ 1141 h 22081"/>
                <a:gd name="connsiteX10" fmla="*/ 17020 w 18689"/>
                <a:gd name="connsiteY10" fmla="*/ 0 h 22081"/>
                <a:gd name="connsiteX11" fmla="*/ 16742 w 18689"/>
                <a:gd name="connsiteY11" fmla="*/ 220 h 22081"/>
                <a:gd name="connsiteX12" fmla="*/ 16417 w 18689"/>
                <a:gd name="connsiteY12" fmla="*/ 878 h 22081"/>
                <a:gd name="connsiteX13" fmla="*/ 13959 w 18689"/>
                <a:gd name="connsiteY13" fmla="*/ 5795 h 22081"/>
                <a:gd name="connsiteX14" fmla="*/ 9507 w 18689"/>
                <a:gd name="connsiteY14" fmla="*/ 11897 h 22081"/>
                <a:gd name="connsiteX15" fmla="*/ 7096 w 18689"/>
                <a:gd name="connsiteY15" fmla="*/ 11897 h 22081"/>
                <a:gd name="connsiteX16" fmla="*/ 5936 w 18689"/>
                <a:gd name="connsiteY16" fmla="*/ 12995 h 22081"/>
                <a:gd name="connsiteX17" fmla="*/ 5936 w 18689"/>
                <a:gd name="connsiteY17" fmla="*/ 17692 h 22081"/>
                <a:gd name="connsiteX18" fmla="*/ 2458 w 18689"/>
                <a:gd name="connsiteY18" fmla="*/ 19887 h 22081"/>
                <a:gd name="connsiteX19" fmla="*/ 1159 w 18689"/>
                <a:gd name="connsiteY19" fmla="*/ 19887 h 22081"/>
                <a:gd name="connsiteX20" fmla="*/ 0 w 18689"/>
                <a:gd name="connsiteY20" fmla="*/ 20984 h 22081"/>
                <a:gd name="connsiteX21" fmla="*/ 1159 w 18689"/>
                <a:gd name="connsiteY21" fmla="*/ 22082 h 22081"/>
                <a:gd name="connsiteX22" fmla="*/ 2783 w 18689"/>
                <a:gd name="connsiteY22" fmla="*/ 22082 h 22081"/>
                <a:gd name="connsiteX23" fmla="*/ 3154 w 18689"/>
                <a:gd name="connsiteY23" fmla="*/ 21950 h 22081"/>
                <a:gd name="connsiteX24" fmla="*/ 3385 w 18689"/>
                <a:gd name="connsiteY24" fmla="*/ 21862 h 22081"/>
                <a:gd name="connsiteX25" fmla="*/ 7699 w 18689"/>
                <a:gd name="connsiteY25" fmla="*/ 19141 h 22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89" h="22081">
                  <a:moveTo>
                    <a:pt x="7745" y="19272"/>
                  </a:moveTo>
                  <a:cubicBezTo>
                    <a:pt x="8070" y="19053"/>
                    <a:pt x="8255" y="18745"/>
                    <a:pt x="8255" y="18350"/>
                  </a:cubicBezTo>
                  <a:lnTo>
                    <a:pt x="8255" y="14136"/>
                  </a:lnTo>
                  <a:lnTo>
                    <a:pt x="10157" y="14136"/>
                  </a:lnTo>
                  <a:cubicBezTo>
                    <a:pt x="10527" y="14136"/>
                    <a:pt x="10899" y="13960"/>
                    <a:pt x="11130" y="13653"/>
                  </a:cubicBezTo>
                  <a:lnTo>
                    <a:pt x="16000" y="6936"/>
                  </a:lnTo>
                  <a:lnTo>
                    <a:pt x="18690" y="1537"/>
                  </a:lnTo>
                  <a:lnTo>
                    <a:pt x="18273" y="1712"/>
                  </a:lnTo>
                  <a:cubicBezTo>
                    <a:pt x="18273" y="1712"/>
                    <a:pt x="17948" y="1800"/>
                    <a:pt x="17809" y="1800"/>
                  </a:cubicBezTo>
                  <a:cubicBezTo>
                    <a:pt x="17345" y="1800"/>
                    <a:pt x="16928" y="1537"/>
                    <a:pt x="16742" y="1141"/>
                  </a:cubicBezTo>
                  <a:cubicBezTo>
                    <a:pt x="16556" y="746"/>
                    <a:pt x="16742" y="307"/>
                    <a:pt x="17020" y="0"/>
                  </a:cubicBezTo>
                  <a:cubicBezTo>
                    <a:pt x="16928" y="88"/>
                    <a:pt x="16789" y="132"/>
                    <a:pt x="16742" y="220"/>
                  </a:cubicBezTo>
                  <a:lnTo>
                    <a:pt x="16417" y="878"/>
                  </a:lnTo>
                  <a:lnTo>
                    <a:pt x="13959" y="5795"/>
                  </a:lnTo>
                  <a:lnTo>
                    <a:pt x="9507" y="11897"/>
                  </a:lnTo>
                  <a:lnTo>
                    <a:pt x="7096" y="11897"/>
                  </a:lnTo>
                  <a:cubicBezTo>
                    <a:pt x="6446" y="11897"/>
                    <a:pt x="5936" y="12380"/>
                    <a:pt x="5936" y="12995"/>
                  </a:cubicBezTo>
                  <a:lnTo>
                    <a:pt x="5936" y="17692"/>
                  </a:lnTo>
                  <a:lnTo>
                    <a:pt x="2458" y="19887"/>
                  </a:lnTo>
                  <a:lnTo>
                    <a:pt x="1159" y="19887"/>
                  </a:lnTo>
                  <a:cubicBezTo>
                    <a:pt x="510" y="19887"/>
                    <a:pt x="0" y="20370"/>
                    <a:pt x="0" y="20984"/>
                  </a:cubicBezTo>
                  <a:cubicBezTo>
                    <a:pt x="0" y="21599"/>
                    <a:pt x="510" y="22082"/>
                    <a:pt x="1159" y="22082"/>
                  </a:cubicBezTo>
                  <a:lnTo>
                    <a:pt x="2783" y="22082"/>
                  </a:lnTo>
                  <a:cubicBezTo>
                    <a:pt x="2783" y="22082"/>
                    <a:pt x="3061" y="21994"/>
                    <a:pt x="3154" y="21950"/>
                  </a:cubicBezTo>
                  <a:cubicBezTo>
                    <a:pt x="3246" y="21950"/>
                    <a:pt x="3339" y="21950"/>
                    <a:pt x="3385" y="21862"/>
                  </a:cubicBezTo>
                  <a:lnTo>
                    <a:pt x="7699" y="191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6" name="Freeform: Shape 2325">
              <a:extLst>
                <a:ext uri="{FF2B5EF4-FFF2-40B4-BE49-F238E27FC236}">
                  <a16:creationId xmlns:a16="http://schemas.microsoft.com/office/drawing/2014/main" id="{E8862773-AC58-2125-757F-4BACEF085354}"/>
                </a:ext>
              </a:extLst>
            </p:cNvPr>
            <p:cNvSpPr>
              <a:spLocks/>
            </p:cNvSpPr>
            <p:nvPr/>
          </p:nvSpPr>
          <p:spPr>
            <a:xfrm>
              <a:off x="6170530" y="3028050"/>
              <a:ext cx="43412" cy="18345"/>
            </a:xfrm>
            <a:custGeom>
              <a:avLst/>
              <a:gdLst>
                <a:gd name="connsiteX0" fmla="*/ 11044 w 29084"/>
                <a:gd name="connsiteY0" fmla="*/ 6804 h 12291"/>
                <a:gd name="connsiteX1" fmla="*/ 11879 w 29084"/>
                <a:gd name="connsiteY1" fmla="*/ 7112 h 12291"/>
                <a:gd name="connsiteX2" fmla="*/ 12713 w 29084"/>
                <a:gd name="connsiteY2" fmla="*/ 6761 h 12291"/>
                <a:gd name="connsiteX3" fmla="*/ 17027 w 29084"/>
                <a:gd name="connsiteY3" fmla="*/ 2195 h 12291"/>
                <a:gd name="connsiteX4" fmla="*/ 28992 w 29084"/>
                <a:gd name="connsiteY4" fmla="*/ 2195 h 12291"/>
                <a:gd name="connsiteX5" fmla="*/ 28621 w 29084"/>
                <a:gd name="connsiteY5" fmla="*/ 1756 h 12291"/>
                <a:gd name="connsiteX6" fmla="*/ 28528 w 29084"/>
                <a:gd name="connsiteY6" fmla="*/ 1405 h 12291"/>
                <a:gd name="connsiteX7" fmla="*/ 28435 w 29084"/>
                <a:gd name="connsiteY7" fmla="*/ 1010 h 12291"/>
                <a:gd name="connsiteX8" fmla="*/ 28621 w 29084"/>
                <a:gd name="connsiteY8" fmla="*/ 615 h 12291"/>
                <a:gd name="connsiteX9" fmla="*/ 28760 w 29084"/>
                <a:gd name="connsiteY9" fmla="*/ 307 h 12291"/>
                <a:gd name="connsiteX10" fmla="*/ 29085 w 29084"/>
                <a:gd name="connsiteY10" fmla="*/ 0 h 12291"/>
                <a:gd name="connsiteX11" fmla="*/ 16516 w 29084"/>
                <a:gd name="connsiteY11" fmla="*/ 0 h 12291"/>
                <a:gd name="connsiteX12" fmla="*/ 15635 w 29084"/>
                <a:gd name="connsiteY12" fmla="*/ 351 h 12291"/>
                <a:gd name="connsiteX13" fmla="*/ 11786 w 29084"/>
                <a:gd name="connsiteY13" fmla="*/ 4434 h 12291"/>
                <a:gd name="connsiteX14" fmla="*/ 10070 w 29084"/>
                <a:gd name="connsiteY14" fmla="*/ 2897 h 12291"/>
                <a:gd name="connsiteX15" fmla="*/ 8447 w 29084"/>
                <a:gd name="connsiteY15" fmla="*/ 2897 h 12291"/>
                <a:gd name="connsiteX16" fmla="*/ 2279 w 29084"/>
                <a:gd name="connsiteY16" fmla="*/ 8604 h 12291"/>
                <a:gd name="connsiteX17" fmla="*/ 331 w 29084"/>
                <a:gd name="connsiteY17" fmla="*/ 10448 h 12291"/>
                <a:gd name="connsiteX18" fmla="*/ 238 w 29084"/>
                <a:gd name="connsiteY18" fmla="*/ 10624 h 12291"/>
                <a:gd name="connsiteX19" fmla="*/ 284 w 29084"/>
                <a:gd name="connsiteY19" fmla="*/ 11985 h 12291"/>
                <a:gd name="connsiteX20" fmla="*/ 1119 w 29084"/>
                <a:gd name="connsiteY20" fmla="*/ 12292 h 12291"/>
                <a:gd name="connsiteX21" fmla="*/ 1908 w 29084"/>
                <a:gd name="connsiteY21" fmla="*/ 11985 h 12291"/>
                <a:gd name="connsiteX22" fmla="*/ 2047 w 29084"/>
                <a:gd name="connsiteY22" fmla="*/ 11853 h 12291"/>
                <a:gd name="connsiteX23" fmla="*/ 9189 w 29084"/>
                <a:gd name="connsiteY23" fmla="*/ 5180 h 12291"/>
                <a:gd name="connsiteX24" fmla="*/ 10998 w 29084"/>
                <a:gd name="connsiteY24" fmla="*/ 6804 h 1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084" h="12291">
                  <a:moveTo>
                    <a:pt x="11044" y="6804"/>
                  </a:moveTo>
                  <a:cubicBezTo>
                    <a:pt x="11044" y="6804"/>
                    <a:pt x="11600" y="7112"/>
                    <a:pt x="11879" y="7112"/>
                  </a:cubicBezTo>
                  <a:cubicBezTo>
                    <a:pt x="12203" y="7112"/>
                    <a:pt x="12482" y="6980"/>
                    <a:pt x="12713" y="6761"/>
                  </a:cubicBezTo>
                  <a:lnTo>
                    <a:pt x="17027" y="2195"/>
                  </a:lnTo>
                  <a:lnTo>
                    <a:pt x="28992" y="2195"/>
                  </a:lnTo>
                  <a:lnTo>
                    <a:pt x="28621" y="1756"/>
                  </a:lnTo>
                  <a:cubicBezTo>
                    <a:pt x="28621" y="1756"/>
                    <a:pt x="28574" y="1537"/>
                    <a:pt x="28528" y="1405"/>
                  </a:cubicBezTo>
                  <a:cubicBezTo>
                    <a:pt x="28482" y="1273"/>
                    <a:pt x="28389" y="1141"/>
                    <a:pt x="28435" y="1010"/>
                  </a:cubicBezTo>
                  <a:cubicBezTo>
                    <a:pt x="28435" y="878"/>
                    <a:pt x="28528" y="746"/>
                    <a:pt x="28621" y="615"/>
                  </a:cubicBezTo>
                  <a:cubicBezTo>
                    <a:pt x="28667" y="527"/>
                    <a:pt x="28667" y="395"/>
                    <a:pt x="28760" y="307"/>
                  </a:cubicBezTo>
                  <a:lnTo>
                    <a:pt x="29085" y="0"/>
                  </a:lnTo>
                  <a:lnTo>
                    <a:pt x="16516" y="0"/>
                  </a:lnTo>
                  <a:cubicBezTo>
                    <a:pt x="16192" y="0"/>
                    <a:pt x="15867" y="132"/>
                    <a:pt x="15635" y="351"/>
                  </a:cubicBezTo>
                  <a:lnTo>
                    <a:pt x="11786" y="4434"/>
                  </a:lnTo>
                  <a:lnTo>
                    <a:pt x="10070" y="2897"/>
                  </a:lnTo>
                  <a:cubicBezTo>
                    <a:pt x="9606" y="2502"/>
                    <a:pt x="8911" y="2502"/>
                    <a:pt x="8447" y="2897"/>
                  </a:cubicBezTo>
                  <a:lnTo>
                    <a:pt x="2279" y="8604"/>
                  </a:lnTo>
                  <a:lnTo>
                    <a:pt x="331" y="10448"/>
                  </a:lnTo>
                  <a:cubicBezTo>
                    <a:pt x="331" y="10448"/>
                    <a:pt x="331" y="10580"/>
                    <a:pt x="238" y="10624"/>
                  </a:cubicBezTo>
                  <a:cubicBezTo>
                    <a:pt x="-87" y="11063"/>
                    <a:pt x="-87" y="11590"/>
                    <a:pt x="284" y="11985"/>
                  </a:cubicBezTo>
                  <a:cubicBezTo>
                    <a:pt x="516" y="12204"/>
                    <a:pt x="794" y="12292"/>
                    <a:pt x="1119" y="12292"/>
                  </a:cubicBezTo>
                  <a:cubicBezTo>
                    <a:pt x="1444" y="12292"/>
                    <a:pt x="1722" y="12204"/>
                    <a:pt x="1908" y="11985"/>
                  </a:cubicBezTo>
                  <a:lnTo>
                    <a:pt x="2047" y="11853"/>
                  </a:lnTo>
                  <a:lnTo>
                    <a:pt x="9189" y="5180"/>
                  </a:lnTo>
                  <a:lnTo>
                    <a:pt x="10998" y="680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7" name="Freeform: Shape 2326">
              <a:extLst>
                <a:ext uri="{FF2B5EF4-FFF2-40B4-BE49-F238E27FC236}">
                  <a16:creationId xmlns:a16="http://schemas.microsoft.com/office/drawing/2014/main" id="{4EF0583B-2532-C886-5E5A-8797B494AE02}"/>
                </a:ext>
              </a:extLst>
            </p:cNvPr>
            <p:cNvSpPr>
              <a:spLocks/>
            </p:cNvSpPr>
            <p:nvPr/>
          </p:nvSpPr>
          <p:spPr>
            <a:xfrm>
              <a:off x="6182529" y="3057076"/>
              <a:ext cx="44981" cy="23851"/>
            </a:xfrm>
            <a:custGeom>
              <a:avLst/>
              <a:gdLst>
                <a:gd name="connsiteX0" fmla="*/ 29533 w 30135"/>
                <a:gd name="connsiteY0" fmla="*/ 1976 h 15979"/>
                <a:gd name="connsiteX1" fmla="*/ 29254 w 30135"/>
                <a:gd name="connsiteY1" fmla="*/ 1668 h 15979"/>
                <a:gd name="connsiteX2" fmla="*/ 29069 w 30135"/>
                <a:gd name="connsiteY2" fmla="*/ 1273 h 15979"/>
                <a:gd name="connsiteX3" fmla="*/ 28976 w 30135"/>
                <a:gd name="connsiteY3" fmla="*/ 1098 h 15979"/>
                <a:gd name="connsiteX4" fmla="*/ 29069 w 30135"/>
                <a:gd name="connsiteY4" fmla="*/ 878 h 15979"/>
                <a:gd name="connsiteX5" fmla="*/ 29069 w 30135"/>
                <a:gd name="connsiteY5" fmla="*/ 658 h 15979"/>
                <a:gd name="connsiteX6" fmla="*/ 29394 w 30135"/>
                <a:gd name="connsiteY6" fmla="*/ 0 h 15979"/>
                <a:gd name="connsiteX7" fmla="*/ 26936 w 30135"/>
                <a:gd name="connsiteY7" fmla="*/ 0 h 15979"/>
                <a:gd name="connsiteX8" fmla="*/ 25776 w 30135"/>
                <a:gd name="connsiteY8" fmla="*/ 1010 h 15979"/>
                <a:gd name="connsiteX9" fmla="*/ 25312 w 30135"/>
                <a:gd name="connsiteY9" fmla="*/ 5531 h 15979"/>
                <a:gd name="connsiteX10" fmla="*/ 13022 w 30135"/>
                <a:gd name="connsiteY10" fmla="*/ 5531 h 15979"/>
                <a:gd name="connsiteX11" fmla="*/ 12049 w 30135"/>
                <a:gd name="connsiteY11" fmla="*/ 6058 h 15979"/>
                <a:gd name="connsiteX12" fmla="*/ 9034 w 30135"/>
                <a:gd name="connsiteY12" fmla="*/ 10492 h 15979"/>
                <a:gd name="connsiteX13" fmla="*/ 1428 w 30135"/>
                <a:gd name="connsiteY13" fmla="*/ 13565 h 15979"/>
                <a:gd name="connsiteX14" fmla="*/ 686 w 30135"/>
                <a:gd name="connsiteY14" fmla="*/ 13872 h 15979"/>
                <a:gd name="connsiteX15" fmla="*/ 361 w 30135"/>
                <a:gd name="connsiteY15" fmla="*/ 14180 h 15979"/>
                <a:gd name="connsiteX16" fmla="*/ 83 w 30135"/>
                <a:gd name="connsiteY16" fmla="*/ 15321 h 15979"/>
                <a:gd name="connsiteX17" fmla="*/ 1150 w 30135"/>
                <a:gd name="connsiteY17" fmla="*/ 15980 h 15979"/>
                <a:gd name="connsiteX18" fmla="*/ 1614 w 30135"/>
                <a:gd name="connsiteY18" fmla="*/ 15892 h 15979"/>
                <a:gd name="connsiteX19" fmla="*/ 2031 w 30135"/>
                <a:gd name="connsiteY19" fmla="*/ 15716 h 15979"/>
                <a:gd name="connsiteX20" fmla="*/ 10332 w 30135"/>
                <a:gd name="connsiteY20" fmla="*/ 12380 h 15979"/>
                <a:gd name="connsiteX21" fmla="*/ 10843 w 30135"/>
                <a:gd name="connsiteY21" fmla="*/ 11941 h 15979"/>
                <a:gd name="connsiteX22" fmla="*/ 13672 w 30135"/>
                <a:gd name="connsiteY22" fmla="*/ 7726 h 15979"/>
                <a:gd name="connsiteX23" fmla="*/ 26379 w 30135"/>
                <a:gd name="connsiteY23" fmla="*/ 7726 h 15979"/>
                <a:gd name="connsiteX24" fmla="*/ 27538 w 30135"/>
                <a:gd name="connsiteY24" fmla="*/ 6717 h 15979"/>
                <a:gd name="connsiteX25" fmla="*/ 28002 w 30135"/>
                <a:gd name="connsiteY25" fmla="*/ 2195 h 15979"/>
                <a:gd name="connsiteX26" fmla="*/ 30136 w 30135"/>
                <a:gd name="connsiteY26" fmla="*/ 2195 h 15979"/>
                <a:gd name="connsiteX27" fmla="*/ 29672 w 30135"/>
                <a:gd name="connsiteY27" fmla="*/ 2107 h 15979"/>
                <a:gd name="connsiteX28" fmla="*/ 29533 w 30135"/>
                <a:gd name="connsiteY28" fmla="*/ 1976 h 15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35" h="15979">
                  <a:moveTo>
                    <a:pt x="29533" y="1976"/>
                  </a:moveTo>
                  <a:cubicBezTo>
                    <a:pt x="29533" y="1976"/>
                    <a:pt x="29347" y="1800"/>
                    <a:pt x="29254" y="1668"/>
                  </a:cubicBezTo>
                  <a:cubicBezTo>
                    <a:pt x="29162" y="1537"/>
                    <a:pt x="29115" y="1449"/>
                    <a:pt x="29069" y="1273"/>
                  </a:cubicBezTo>
                  <a:cubicBezTo>
                    <a:pt x="29069" y="1185"/>
                    <a:pt x="28976" y="1141"/>
                    <a:pt x="28976" y="1098"/>
                  </a:cubicBezTo>
                  <a:cubicBezTo>
                    <a:pt x="28976" y="1010"/>
                    <a:pt x="29069" y="966"/>
                    <a:pt x="29069" y="878"/>
                  </a:cubicBezTo>
                  <a:cubicBezTo>
                    <a:pt x="29069" y="790"/>
                    <a:pt x="29069" y="702"/>
                    <a:pt x="29069" y="658"/>
                  </a:cubicBezTo>
                  <a:lnTo>
                    <a:pt x="29394" y="0"/>
                  </a:lnTo>
                  <a:lnTo>
                    <a:pt x="26936" y="0"/>
                  </a:lnTo>
                  <a:cubicBezTo>
                    <a:pt x="26333" y="0"/>
                    <a:pt x="25823" y="439"/>
                    <a:pt x="25776" y="1010"/>
                  </a:cubicBezTo>
                  <a:lnTo>
                    <a:pt x="25312" y="5531"/>
                  </a:lnTo>
                  <a:lnTo>
                    <a:pt x="13022" y="5531"/>
                  </a:lnTo>
                  <a:cubicBezTo>
                    <a:pt x="12651" y="5531"/>
                    <a:pt x="12234" y="5707"/>
                    <a:pt x="12049" y="6058"/>
                  </a:cubicBezTo>
                  <a:lnTo>
                    <a:pt x="9034" y="10492"/>
                  </a:lnTo>
                  <a:lnTo>
                    <a:pt x="1428" y="13565"/>
                  </a:lnTo>
                  <a:lnTo>
                    <a:pt x="686" y="13872"/>
                  </a:lnTo>
                  <a:cubicBezTo>
                    <a:pt x="686" y="13872"/>
                    <a:pt x="454" y="14092"/>
                    <a:pt x="361" y="14180"/>
                  </a:cubicBezTo>
                  <a:cubicBezTo>
                    <a:pt x="37" y="14487"/>
                    <a:pt x="-103" y="14882"/>
                    <a:pt x="83" y="15321"/>
                  </a:cubicBezTo>
                  <a:cubicBezTo>
                    <a:pt x="269" y="15760"/>
                    <a:pt x="686" y="15980"/>
                    <a:pt x="1150" y="15980"/>
                  </a:cubicBezTo>
                  <a:cubicBezTo>
                    <a:pt x="1289" y="15980"/>
                    <a:pt x="1474" y="15980"/>
                    <a:pt x="1614" y="15892"/>
                  </a:cubicBezTo>
                  <a:lnTo>
                    <a:pt x="2031" y="15716"/>
                  </a:lnTo>
                  <a:lnTo>
                    <a:pt x="10332" y="12380"/>
                  </a:lnTo>
                  <a:cubicBezTo>
                    <a:pt x="10332" y="12380"/>
                    <a:pt x="10750" y="12160"/>
                    <a:pt x="10843" y="11941"/>
                  </a:cubicBezTo>
                  <a:lnTo>
                    <a:pt x="13672" y="7726"/>
                  </a:lnTo>
                  <a:lnTo>
                    <a:pt x="26379" y="7726"/>
                  </a:lnTo>
                  <a:cubicBezTo>
                    <a:pt x="26982" y="7726"/>
                    <a:pt x="27492" y="7287"/>
                    <a:pt x="27538" y="6717"/>
                  </a:cubicBezTo>
                  <a:lnTo>
                    <a:pt x="28002" y="2195"/>
                  </a:lnTo>
                  <a:lnTo>
                    <a:pt x="30136" y="2195"/>
                  </a:lnTo>
                  <a:cubicBezTo>
                    <a:pt x="30136" y="2195"/>
                    <a:pt x="29811" y="2195"/>
                    <a:pt x="29672" y="2107"/>
                  </a:cubicBezTo>
                  <a:cubicBezTo>
                    <a:pt x="29579" y="2107"/>
                    <a:pt x="29579" y="2019"/>
                    <a:pt x="29533" y="19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8" name="Freeform: Shape 2327">
              <a:extLst>
                <a:ext uri="{FF2B5EF4-FFF2-40B4-BE49-F238E27FC236}">
                  <a16:creationId xmlns:a16="http://schemas.microsoft.com/office/drawing/2014/main" id="{136D4FFE-4DE0-BC69-DA26-6D9247F06702}"/>
                </a:ext>
              </a:extLst>
            </p:cNvPr>
            <p:cNvSpPr>
              <a:spLocks/>
            </p:cNvSpPr>
            <p:nvPr/>
          </p:nvSpPr>
          <p:spPr>
            <a:xfrm>
              <a:off x="6213112" y="3029818"/>
              <a:ext cx="20507" cy="28635"/>
            </a:xfrm>
            <a:custGeom>
              <a:avLst/>
              <a:gdLst>
                <a:gd name="connsiteX0" fmla="*/ 13635 w 13739"/>
                <a:gd name="connsiteY0" fmla="*/ 12907 h 19184"/>
                <a:gd name="connsiteX1" fmla="*/ 10760 w 13739"/>
                <a:gd name="connsiteY1" fmla="*/ 6322 h 19184"/>
                <a:gd name="connsiteX2" fmla="*/ 10342 w 13739"/>
                <a:gd name="connsiteY2" fmla="*/ 5839 h 19184"/>
                <a:gd name="connsiteX3" fmla="*/ 4128 w 13739"/>
                <a:gd name="connsiteY3" fmla="*/ 1976 h 19184"/>
                <a:gd name="connsiteX4" fmla="*/ 2551 w 13739"/>
                <a:gd name="connsiteY4" fmla="*/ 0 h 19184"/>
                <a:gd name="connsiteX5" fmla="*/ 1855 w 13739"/>
                <a:gd name="connsiteY5" fmla="*/ 658 h 19184"/>
                <a:gd name="connsiteX6" fmla="*/ 1020 w 13739"/>
                <a:gd name="connsiteY6" fmla="*/ 966 h 19184"/>
                <a:gd name="connsiteX7" fmla="*/ 186 w 13739"/>
                <a:gd name="connsiteY7" fmla="*/ 658 h 19184"/>
                <a:gd name="connsiteX8" fmla="*/ 0 w 13739"/>
                <a:gd name="connsiteY8" fmla="*/ 220 h 19184"/>
                <a:gd name="connsiteX9" fmla="*/ 93 w 13739"/>
                <a:gd name="connsiteY9" fmla="*/ 571 h 19184"/>
                <a:gd name="connsiteX10" fmla="*/ 464 w 13739"/>
                <a:gd name="connsiteY10" fmla="*/ 1010 h 19184"/>
                <a:gd name="connsiteX11" fmla="*/ 2412 w 13739"/>
                <a:gd name="connsiteY11" fmla="*/ 3468 h 19184"/>
                <a:gd name="connsiteX12" fmla="*/ 2690 w 13739"/>
                <a:gd name="connsiteY12" fmla="*/ 3732 h 19184"/>
                <a:gd name="connsiteX13" fmla="*/ 8765 w 13739"/>
                <a:gd name="connsiteY13" fmla="*/ 7507 h 19184"/>
                <a:gd name="connsiteX14" fmla="*/ 11316 w 13739"/>
                <a:gd name="connsiteY14" fmla="*/ 13346 h 19184"/>
                <a:gd name="connsiteX15" fmla="*/ 8951 w 13739"/>
                <a:gd name="connsiteY15" fmla="*/ 18306 h 19184"/>
                <a:gd name="connsiteX16" fmla="*/ 8626 w 13739"/>
                <a:gd name="connsiteY16" fmla="*/ 18965 h 19184"/>
                <a:gd name="connsiteX17" fmla="*/ 8626 w 13739"/>
                <a:gd name="connsiteY17" fmla="*/ 19184 h 19184"/>
                <a:gd name="connsiteX18" fmla="*/ 9693 w 13739"/>
                <a:gd name="connsiteY18" fmla="*/ 18306 h 19184"/>
                <a:gd name="connsiteX19" fmla="*/ 11502 w 13739"/>
                <a:gd name="connsiteY19" fmla="*/ 18306 h 19184"/>
                <a:gd name="connsiteX20" fmla="*/ 13635 w 13739"/>
                <a:gd name="connsiteY20" fmla="*/ 13828 h 19184"/>
                <a:gd name="connsiteX21" fmla="*/ 13635 w 13739"/>
                <a:gd name="connsiteY21" fmla="*/ 12951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39" h="19184">
                  <a:moveTo>
                    <a:pt x="13635" y="12907"/>
                  </a:moveTo>
                  <a:lnTo>
                    <a:pt x="10760" y="6322"/>
                  </a:lnTo>
                  <a:cubicBezTo>
                    <a:pt x="10760" y="6322"/>
                    <a:pt x="10528" y="5927"/>
                    <a:pt x="10342" y="5839"/>
                  </a:cubicBezTo>
                  <a:lnTo>
                    <a:pt x="4128" y="1976"/>
                  </a:lnTo>
                  <a:lnTo>
                    <a:pt x="2551" y="0"/>
                  </a:lnTo>
                  <a:lnTo>
                    <a:pt x="1855" y="658"/>
                  </a:lnTo>
                  <a:cubicBezTo>
                    <a:pt x="1855" y="658"/>
                    <a:pt x="1345" y="966"/>
                    <a:pt x="1020" y="966"/>
                  </a:cubicBezTo>
                  <a:cubicBezTo>
                    <a:pt x="696" y="966"/>
                    <a:pt x="418" y="878"/>
                    <a:pt x="186" y="658"/>
                  </a:cubicBezTo>
                  <a:cubicBezTo>
                    <a:pt x="46" y="527"/>
                    <a:pt x="46" y="351"/>
                    <a:pt x="0" y="220"/>
                  </a:cubicBezTo>
                  <a:cubicBezTo>
                    <a:pt x="0" y="351"/>
                    <a:pt x="0" y="483"/>
                    <a:pt x="93" y="571"/>
                  </a:cubicBezTo>
                  <a:lnTo>
                    <a:pt x="464" y="1010"/>
                  </a:lnTo>
                  <a:lnTo>
                    <a:pt x="2412" y="3468"/>
                  </a:lnTo>
                  <a:cubicBezTo>
                    <a:pt x="2412" y="3468"/>
                    <a:pt x="2597" y="3644"/>
                    <a:pt x="2690" y="3732"/>
                  </a:cubicBezTo>
                  <a:lnTo>
                    <a:pt x="8765" y="7507"/>
                  </a:lnTo>
                  <a:lnTo>
                    <a:pt x="11316" y="13346"/>
                  </a:lnTo>
                  <a:lnTo>
                    <a:pt x="8951" y="18306"/>
                  </a:lnTo>
                  <a:lnTo>
                    <a:pt x="8626" y="18965"/>
                  </a:lnTo>
                  <a:cubicBezTo>
                    <a:pt x="8626" y="18965"/>
                    <a:pt x="8626" y="19141"/>
                    <a:pt x="8626" y="19184"/>
                  </a:cubicBezTo>
                  <a:cubicBezTo>
                    <a:pt x="8765" y="18701"/>
                    <a:pt x="9136" y="18306"/>
                    <a:pt x="9693" y="18306"/>
                  </a:cubicBezTo>
                  <a:lnTo>
                    <a:pt x="11502" y="18306"/>
                  </a:lnTo>
                  <a:lnTo>
                    <a:pt x="13635" y="13828"/>
                  </a:lnTo>
                  <a:cubicBezTo>
                    <a:pt x="13774" y="13565"/>
                    <a:pt x="13774" y="13214"/>
                    <a:pt x="13635" y="129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9" name="Freeform: Shape 2328">
              <a:extLst>
                <a:ext uri="{FF2B5EF4-FFF2-40B4-BE49-F238E27FC236}">
                  <a16:creationId xmlns:a16="http://schemas.microsoft.com/office/drawing/2014/main" id="{2CF2E684-82BA-1258-DF29-E48F3CB46275}"/>
                </a:ext>
              </a:extLst>
            </p:cNvPr>
            <p:cNvSpPr>
              <a:spLocks/>
            </p:cNvSpPr>
            <p:nvPr/>
          </p:nvSpPr>
          <p:spPr>
            <a:xfrm>
              <a:off x="6212905" y="3028966"/>
              <a:ext cx="277" cy="590"/>
            </a:xfrm>
            <a:custGeom>
              <a:avLst/>
              <a:gdLst>
                <a:gd name="connsiteX0" fmla="*/ 0 w 185"/>
                <a:gd name="connsiteY0" fmla="*/ 395 h 395"/>
                <a:gd name="connsiteX1" fmla="*/ 185 w 185"/>
                <a:gd name="connsiteY1" fmla="*/ 0 h 395"/>
                <a:gd name="connsiteX2" fmla="*/ 0 w 185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0" y="395"/>
                  </a:moveTo>
                  <a:cubicBezTo>
                    <a:pt x="0" y="395"/>
                    <a:pt x="93" y="132"/>
                    <a:pt x="185" y="0"/>
                  </a:cubicBezTo>
                  <a:cubicBezTo>
                    <a:pt x="139" y="132"/>
                    <a:pt x="46" y="220"/>
                    <a:pt x="0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0" name="Freeform: Shape 2329">
              <a:extLst>
                <a:ext uri="{FF2B5EF4-FFF2-40B4-BE49-F238E27FC236}">
                  <a16:creationId xmlns:a16="http://schemas.microsoft.com/office/drawing/2014/main" id="{E6F150EC-D94C-7A74-32D6-3F12F419682F}"/>
                </a:ext>
              </a:extLst>
            </p:cNvPr>
            <p:cNvSpPr>
              <a:spLocks/>
            </p:cNvSpPr>
            <p:nvPr/>
          </p:nvSpPr>
          <p:spPr>
            <a:xfrm>
              <a:off x="6225919" y="3058976"/>
              <a:ext cx="277" cy="590"/>
            </a:xfrm>
            <a:custGeom>
              <a:avLst/>
              <a:gdLst>
                <a:gd name="connsiteX0" fmla="*/ 185 w 185"/>
                <a:gd name="connsiteY0" fmla="*/ 395 h 395"/>
                <a:gd name="connsiteX1" fmla="*/ 0 w 185"/>
                <a:gd name="connsiteY1" fmla="*/ 0 h 395"/>
                <a:gd name="connsiteX2" fmla="*/ 185 w 185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185" y="395"/>
                  </a:moveTo>
                  <a:cubicBezTo>
                    <a:pt x="185" y="395"/>
                    <a:pt x="46" y="176"/>
                    <a:pt x="0" y="0"/>
                  </a:cubicBezTo>
                  <a:cubicBezTo>
                    <a:pt x="0" y="132"/>
                    <a:pt x="93" y="263"/>
                    <a:pt x="185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1" name="Freeform: Shape 2330">
              <a:extLst>
                <a:ext uri="{FF2B5EF4-FFF2-40B4-BE49-F238E27FC236}">
                  <a16:creationId xmlns:a16="http://schemas.microsoft.com/office/drawing/2014/main" id="{4EBE68FA-6586-8E94-83D6-67748EE3B836}"/>
                </a:ext>
              </a:extLst>
            </p:cNvPr>
            <p:cNvSpPr>
              <a:spLocks/>
            </p:cNvSpPr>
            <p:nvPr/>
          </p:nvSpPr>
          <p:spPr>
            <a:xfrm>
              <a:off x="6226612" y="3059960"/>
              <a:ext cx="898" cy="393"/>
            </a:xfrm>
            <a:custGeom>
              <a:avLst/>
              <a:gdLst>
                <a:gd name="connsiteX0" fmla="*/ 139 w 602"/>
                <a:gd name="connsiteY0" fmla="*/ 176 h 263"/>
                <a:gd name="connsiteX1" fmla="*/ 603 w 602"/>
                <a:gd name="connsiteY1" fmla="*/ 263 h 263"/>
                <a:gd name="connsiteX2" fmla="*/ 0 w 602"/>
                <a:gd name="connsiteY2" fmla="*/ 0 h 263"/>
                <a:gd name="connsiteX3" fmla="*/ 139 w 602"/>
                <a:gd name="connsiteY3" fmla="*/ 132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2" h="263">
                  <a:moveTo>
                    <a:pt x="139" y="176"/>
                  </a:moveTo>
                  <a:cubicBezTo>
                    <a:pt x="139" y="176"/>
                    <a:pt x="464" y="263"/>
                    <a:pt x="603" y="263"/>
                  </a:cubicBezTo>
                  <a:cubicBezTo>
                    <a:pt x="371" y="263"/>
                    <a:pt x="186" y="132"/>
                    <a:pt x="0" y="0"/>
                  </a:cubicBezTo>
                  <a:cubicBezTo>
                    <a:pt x="46" y="0"/>
                    <a:pt x="93" y="132"/>
                    <a:pt x="139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2" name="Freeform: Shape 2331">
              <a:extLst>
                <a:ext uri="{FF2B5EF4-FFF2-40B4-BE49-F238E27FC236}">
                  <a16:creationId xmlns:a16="http://schemas.microsoft.com/office/drawing/2014/main" id="{0B9893E1-DEF3-353F-E21E-6AD777BAD0CE}"/>
                </a:ext>
              </a:extLst>
            </p:cNvPr>
            <p:cNvSpPr>
              <a:spLocks/>
            </p:cNvSpPr>
            <p:nvPr/>
          </p:nvSpPr>
          <p:spPr>
            <a:xfrm>
              <a:off x="6160017" y="2907742"/>
              <a:ext cx="691" cy="393"/>
            </a:xfrm>
            <a:custGeom>
              <a:avLst/>
              <a:gdLst>
                <a:gd name="connsiteX0" fmla="*/ 0 w 463"/>
                <a:gd name="connsiteY0" fmla="*/ 263 h 263"/>
                <a:gd name="connsiteX1" fmla="*/ 464 w 463"/>
                <a:gd name="connsiteY1" fmla="*/ 0 h 263"/>
                <a:gd name="connsiteX2" fmla="*/ 46 w 463"/>
                <a:gd name="connsiteY2" fmla="*/ 132 h 263"/>
                <a:gd name="connsiteX3" fmla="*/ 46 w 463"/>
                <a:gd name="connsiteY3" fmla="*/ 220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" h="263">
                  <a:moveTo>
                    <a:pt x="0" y="263"/>
                  </a:moveTo>
                  <a:cubicBezTo>
                    <a:pt x="0" y="263"/>
                    <a:pt x="278" y="88"/>
                    <a:pt x="464" y="0"/>
                  </a:cubicBezTo>
                  <a:cubicBezTo>
                    <a:pt x="325" y="44"/>
                    <a:pt x="139" y="44"/>
                    <a:pt x="46" y="132"/>
                  </a:cubicBezTo>
                  <a:cubicBezTo>
                    <a:pt x="46" y="132"/>
                    <a:pt x="46" y="220"/>
                    <a:pt x="46" y="2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3" name="Freeform: Shape 2332">
              <a:extLst>
                <a:ext uri="{FF2B5EF4-FFF2-40B4-BE49-F238E27FC236}">
                  <a16:creationId xmlns:a16="http://schemas.microsoft.com/office/drawing/2014/main" id="{DC771A91-7F0E-F70D-5260-1A3EF2A6769A}"/>
                </a:ext>
              </a:extLst>
            </p:cNvPr>
            <p:cNvSpPr>
              <a:spLocks/>
            </p:cNvSpPr>
            <p:nvPr/>
          </p:nvSpPr>
          <p:spPr>
            <a:xfrm>
              <a:off x="6159878" y="2909773"/>
              <a:ext cx="414" cy="656"/>
            </a:xfrm>
            <a:custGeom>
              <a:avLst/>
              <a:gdLst>
                <a:gd name="connsiteX0" fmla="*/ 278 w 278"/>
                <a:gd name="connsiteY0" fmla="*/ 439 h 439"/>
                <a:gd name="connsiteX1" fmla="*/ 0 w 278"/>
                <a:gd name="connsiteY1" fmla="*/ 0 h 439"/>
                <a:gd name="connsiteX2" fmla="*/ 139 w 278"/>
                <a:gd name="connsiteY2" fmla="*/ 395 h 439"/>
                <a:gd name="connsiteX3" fmla="*/ 232 w 278"/>
                <a:gd name="connsiteY3" fmla="*/ 395 h 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" h="439">
                  <a:moveTo>
                    <a:pt x="278" y="439"/>
                  </a:moveTo>
                  <a:cubicBezTo>
                    <a:pt x="278" y="439"/>
                    <a:pt x="93" y="176"/>
                    <a:pt x="0" y="0"/>
                  </a:cubicBezTo>
                  <a:cubicBezTo>
                    <a:pt x="46" y="132"/>
                    <a:pt x="46" y="264"/>
                    <a:pt x="139" y="395"/>
                  </a:cubicBezTo>
                  <a:cubicBezTo>
                    <a:pt x="139" y="395"/>
                    <a:pt x="232" y="395"/>
                    <a:pt x="232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4" name="Freeform: Shape 2333">
              <a:extLst>
                <a:ext uri="{FF2B5EF4-FFF2-40B4-BE49-F238E27FC236}">
                  <a16:creationId xmlns:a16="http://schemas.microsoft.com/office/drawing/2014/main" id="{11428529-B2F0-90D6-314B-212F21F3F98E}"/>
                </a:ext>
              </a:extLst>
            </p:cNvPr>
            <p:cNvSpPr>
              <a:spLocks/>
            </p:cNvSpPr>
            <p:nvPr/>
          </p:nvSpPr>
          <p:spPr>
            <a:xfrm>
              <a:off x="6161263" y="2907593"/>
              <a:ext cx="345" cy="83"/>
            </a:xfrm>
            <a:custGeom>
              <a:avLst/>
              <a:gdLst>
                <a:gd name="connsiteX0" fmla="*/ 0 w 231"/>
                <a:gd name="connsiteY0" fmla="*/ 12 h 56"/>
                <a:gd name="connsiteX1" fmla="*/ 232 w 231"/>
                <a:gd name="connsiteY1" fmla="*/ 56 h 56"/>
                <a:gd name="connsiteX2" fmla="*/ 0 w 231"/>
                <a:gd name="connsiteY2" fmla="*/ 12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1" h="56">
                  <a:moveTo>
                    <a:pt x="0" y="12"/>
                  </a:moveTo>
                  <a:cubicBezTo>
                    <a:pt x="0" y="12"/>
                    <a:pt x="186" y="56"/>
                    <a:pt x="232" y="56"/>
                  </a:cubicBezTo>
                  <a:cubicBezTo>
                    <a:pt x="139" y="56"/>
                    <a:pt x="93" y="-32"/>
                    <a:pt x="0" y="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5" name="Freeform: Shape 2334">
              <a:extLst>
                <a:ext uri="{FF2B5EF4-FFF2-40B4-BE49-F238E27FC236}">
                  <a16:creationId xmlns:a16="http://schemas.microsoft.com/office/drawing/2014/main" id="{EEBD2313-0BD5-522F-239A-36CCB9035C9C}"/>
                </a:ext>
              </a:extLst>
            </p:cNvPr>
            <p:cNvSpPr>
              <a:spLocks/>
            </p:cNvSpPr>
            <p:nvPr/>
          </p:nvSpPr>
          <p:spPr>
            <a:xfrm>
              <a:off x="6159602" y="2908593"/>
              <a:ext cx="277" cy="720"/>
            </a:xfrm>
            <a:custGeom>
              <a:avLst/>
              <a:gdLst>
                <a:gd name="connsiteX0" fmla="*/ 46 w 185"/>
                <a:gd name="connsiteY0" fmla="*/ 395 h 482"/>
                <a:gd name="connsiteX1" fmla="*/ 46 w 185"/>
                <a:gd name="connsiteY1" fmla="*/ 483 h 482"/>
                <a:gd name="connsiteX2" fmla="*/ 185 w 185"/>
                <a:gd name="connsiteY2" fmla="*/ 0 h 482"/>
                <a:gd name="connsiteX3" fmla="*/ 0 w 185"/>
                <a:gd name="connsiteY3" fmla="*/ 395 h 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" h="482">
                  <a:moveTo>
                    <a:pt x="46" y="395"/>
                  </a:moveTo>
                  <a:cubicBezTo>
                    <a:pt x="46" y="395"/>
                    <a:pt x="46" y="439"/>
                    <a:pt x="46" y="483"/>
                  </a:cubicBezTo>
                  <a:cubicBezTo>
                    <a:pt x="46" y="307"/>
                    <a:pt x="93" y="132"/>
                    <a:pt x="185" y="0"/>
                  </a:cubicBezTo>
                  <a:cubicBezTo>
                    <a:pt x="139" y="132"/>
                    <a:pt x="0" y="263"/>
                    <a:pt x="0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6" name="Freeform: Shape 2335">
              <a:extLst>
                <a:ext uri="{FF2B5EF4-FFF2-40B4-BE49-F238E27FC236}">
                  <a16:creationId xmlns:a16="http://schemas.microsoft.com/office/drawing/2014/main" id="{16C47BE7-11D5-5A0B-169C-14C56BE4EC11}"/>
                </a:ext>
              </a:extLst>
            </p:cNvPr>
            <p:cNvSpPr>
              <a:spLocks/>
            </p:cNvSpPr>
            <p:nvPr/>
          </p:nvSpPr>
          <p:spPr>
            <a:xfrm>
              <a:off x="6159741" y="2907659"/>
              <a:ext cx="73900" cy="123405"/>
            </a:xfrm>
            <a:custGeom>
              <a:avLst/>
              <a:gdLst>
                <a:gd name="connsiteX0" fmla="*/ 1438 w 49510"/>
                <a:gd name="connsiteY0" fmla="*/ 56 h 82676"/>
                <a:gd name="connsiteX1" fmla="*/ 1252 w 49510"/>
                <a:gd name="connsiteY1" fmla="*/ 56 h 82676"/>
                <a:gd name="connsiteX2" fmla="*/ 1020 w 49510"/>
                <a:gd name="connsiteY2" fmla="*/ 12 h 82676"/>
                <a:gd name="connsiteX3" fmla="*/ 649 w 49510"/>
                <a:gd name="connsiteY3" fmla="*/ 144 h 82676"/>
                <a:gd name="connsiteX4" fmla="*/ 185 w 49510"/>
                <a:gd name="connsiteY4" fmla="*/ 407 h 82676"/>
                <a:gd name="connsiteX5" fmla="*/ 185 w 49510"/>
                <a:gd name="connsiteY5" fmla="*/ 407 h 82676"/>
                <a:gd name="connsiteX6" fmla="*/ 139 w 49510"/>
                <a:gd name="connsiteY6" fmla="*/ 671 h 82676"/>
                <a:gd name="connsiteX7" fmla="*/ 0 w 49510"/>
                <a:gd name="connsiteY7" fmla="*/ 1154 h 82676"/>
                <a:gd name="connsiteX8" fmla="*/ 139 w 49510"/>
                <a:gd name="connsiteY8" fmla="*/ 1461 h 82676"/>
                <a:gd name="connsiteX9" fmla="*/ 417 w 49510"/>
                <a:gd name="connsiteY9" fmla="*/ 1900 h 82676"/>
                <a:gd name="connsiteX10" fmla="*/ 417 w 49510"/>
                <a:gd name="connsiteY10" fmla="*/ 1944 h 82676"/>
                <a:gd name="connsiteX11" fmla="*/ 695 w 49510"/>
                <a:gd name="connsiteY11" fmla="*/ 2163 h 82676"/>
                <a:gd name="connsiteX12" fmla="*/ 11826 w 49510"/>
                <a:gd name="connsiteY12" fmla="*/ 10153 h 82676"/>
                <a:gd name="connsiteX13" fmla="*/ 11826 w 49510"/>
                <a:gd name="connsiteY13" fmla="*/ 17660 h 82676"/>
                <a:gd name="connsiteX14" fmla="*/ 12568 w 49510"/>
                <a:gd name="connsiteY14" fmla="*/ 18670 h 82676"/>
                <a:gd name="connsiteX15" fmla="*/ 22307 w 49510"/>
                <a:gd name="connsiteY15" fmla="*/ 22357 h 82676"/>
                <a:gd name="connsiteX16" fmla="*/ 20267 w 49510"/>
                <a:gd name="connsiteY16" fmla="*/ 24465 h 82676"/>
                <a:gd name="connsiteX17" fmla="*/ 20035 w 49510"/>
                <a:gd name="connsiteY17" fmla="*/ 25606 h 82676"/>
                <a:gd name="connsiteX18" fmla="*/ 21751 w 49510"/>
                <a:gd name="connsiteY18" fmla="*/ 29733 h 82676"/>
                <a:gd name="connsiteX19" fmla="*/ 21936 w 49510"/>
                <a:gd name="connsiteY19" fmla="*/ 30040 h 82676"/>
                <a:gd name="connsiteX20" fmla="*/ 23977 w 49510"/>
                <a:gd name="connsiteY20" fmla="*/ 32235 h 82676"/>
                <a:gd name="connsiteX21" fmla="*/ 24302 w 49510"/>
                <a:gd name="connsiteY21" fmla="*/ 32454 h 82676"/>
                <a:gd name="connsiteX22" fmla="*/ 30284 w 49510"/>
                <a:gd name="connsiteY22" fmla="*/ 35527 h 82676"/>
                <a:gd name="connsiteX23" fmla="*/ 34365 w 49510"/>
                <a:gd name="connsiteY23" fmla="*/ 36888 h 82676"/>
                <a:gd name="connsiteX24" fmla="*/ 35618 w 49510"/>
                <a:gd name="connsiteY24" fmla="*/ 36625 h 82676"/>
                <a:gd name="connsiteX25" fmla="*/ 39189 w 49510"/>
                <a:gd name="connsiteY25" fmla="*/ 33025 h 82676"/>
                <a:gd name="connsiteX26" fmla="*/ 41461 w 49510"/>
                <a:gd name="connsiteY26" fmla="*/ 35001 h 82676"/>
                <a:gd name="connsiteX27" fmla="*/ 41461 w 49510"/>
                <a:gd name="connsiteY27" fmla="*/ 36976 h 82676"/>
                <a:gd name="connsiteX28" fmla="*/ 38864 w 49510"/>
                <a:gd name="connsiteY28" fmla="*/ 36976 h 82676"/>
                <a:gd name="connsiteX29" fmla="*/ 37797 w 49510"/>
                <a:gd name="connsiteY29" fmla="*/ 37679 h 82676"/>
                <a:gd name="connsiteX30" fmla="*/ 38076 w 49510"/>
                <a:gd name="connsiteY30" fmla="*/ 38864 h 82676"/>
                <a:gd name="connsiteX31" fmla="*/ 41229 w 49510"/>
                <a:gd name="connsiteY31" fmla="*/ 41630 h 82676"/>
                <a:gd name="connsiteX32" fmla="*/ 39281 w 49510"/>
                <a:gd name="connsiteY32" fmla="*/ 45888 h 82676"/>
                <a:gd name="connsiteX33" fmla="*/ 36870 w 49510"/>
                <a:gd name="connsiteY33" fmla="*/ 45888 h 82676"/>
                <a:gd name="connsiteX34" fmla="*/ 35711 w 49510"/>
                <a:gd name="connsiteY34" fmla="*/ 46985 h 82676"/>
                <a:gd name="connsiteX35" fmla="*/ 35711 w 49510"/>
                <a:gd name="connsiteY35" fmla="*/ 51200 h 82676"/>
                <a:gd name="connsiteX36" fmla="*/ 35803 w 49510"/>
                <a:gd name="connsiteY36" fmla="*/ 51683 h 82676"/>
                <a:gd name="connsiteX37" fmla="*/ 39003 w 49510"/>
                <a:gd name="connsiteY37" fmla="*/ 58004 h 82676"/>
                <a:gd name="connsiteX38" fmla="*/ 39328 w 49510"/>
                <a:gd name="connsiteY38" fmla="*/ 58399 h 82676"/>
                <a:gd name="connsiteX39" fmla="*/ 47073 w 49510"/>
                <a:gd name="connsiteY39" fmla="*/ 64194 h 82676"/>
                <a:gd name="connsiteX40" fmla="*/ 44754 w 49510"/>
                <a:gd name="connsiteY40" fmla="*/ 69857 h 82676"/>
                <a:gd name="connsiteX41" fmla="*/ 40627 w 49510"/>
                <a:gd name="connsiteY41" fmla="*/ 69857 h 82676"/>
                <a:gd name="connsiteX42" fmla="*/ 39653 w 49510"/>
                <a:gd name="connsiteY42" fmla="*/ 70340 h 82676"/>
                <a:gd name="connsiteX43" fmla="*/ 37751 w 49510"/>
                <a:gd name="connsiteY43" fmla="*/ 73062 h 82676"/>
                <a:gd name="connsiteX44" fmla="*/ 37658 w 49510"/>
                <a:gd name="connsiteY44" fmla="*/ 74072 h 82676"/>
                <a:gd name="connsiteX45" fmla="*/ 39235 w 49510"/>
                <a:gd name="connsiteY45" fmla="*/ 77803 h 82676"/>
                <a:gd name="connsiteX46" fmla="*/ 36360 w 49510"/>
                <a:gd name="connsiteY46" fmla="*/ 80525 h 82676"/>
                <a:gd name="connsiteX47" fmla="*/ 36035 w 49510"/>
                <a:gd name="connsiteY47" fmla="*/ 80832 h 82676"/>
                <a:gd name="connsiteX48" fmla="*/ 35896 w 49510"/>
                <a:gd name="connsiteY48" fmla="*/ 81140 h 82676"/>
                <a:gd name="connsiteX49" fmla="*/ 35711 w 49510"/>
                <a:gd name="connsiteY49" fmla="*/ 81535 h 82676"/>
                <a:gd name="connsiteX50" fmla="*/ 35803 w 49510"/>
                <a:gd name="connsiteY50" fmla="*/ 81930 h 82676"/>
                <a:gd name="connsiteX51" fmla="*/ 35989 w 49510"/>
                <a:gd name="connsiteY51" fmla="*/ 82369 h 82676"/>
                <a:gd name="connsiteX52" fmla="*/ 36824 w 49510"/>
                <a:gd name="connsiteY52" fmla="*/ 82676 h 82676"/>
                <a:gd name="connsiteX53" fmla="*/ 37658 w 49510"/>
                <a:gd name="connsiteY53" fmla="*/ 82369 h 82676"/>
                <a:gd name="connsiteX54" fmla="*/ 38354 w 49510"/>
                <a:gd name="connsiteY54" fmla="*/ 81710 h 82676"/>
                <a:gd name="connsiteX55" fmla="*/ 41415 w 49510"/>
                <a:gd name="connsiteY55" fmla="*/ 78813 h 82676"/>
                <a:gd name="connsiteX56" fmla="*/ 41647 w 49510"/>
                <a:gd name="connsiteY56" fmla="*/ 77628 h 82676"/>
                <a:gd name="connsiteX57" fmla="*/ 39977 w 49510"/>
                <a:gd name="connsiteY57" fmla="*/ 73764 h 82676"/>
                <a:gd name="connsiteX58" fmla="*/ 41183 w 49510"/>
                <a:gd name="connsiteY58" fmla="*/ 72008 h 82676"/>
                <a:gd name="connsiteX59" fmla="*/ 45496 w 49510"/>
                <a:gd name="connsiteY59" fmla="*/ 72008 h 82676"/>
                <a:gd name="connsiteX60" fmla="*/ 46563 w 49510"/>
                <a:gd name="connsiteY60" fmla="*/ 71306 h 82676"/>
                <a:gd name="connsiteX61" fmla="*/ 49438 w 49510"/>
                <a:gd name="connsiteY61" fmla="*/ 64194 h 82676"/>
                <a:gd name="connsiteX62" fmla="*/ 49067 w 49510"/>
                <a:gd name="connsiteY62" fmla="*/ 62921 h 82676"/>
                <a:gd name="connsiteX63" fmla="*/ 40858 w 49510"/>
                <a:gd name="connsiteY63" fmla="*/ 56775 h 82676"/>
                <a:gd name="connsiteX64" fmla="*/ 37890 w 49510"/>
                <a:gd name="connsiteY64" fmla="*/ 50936 h 82676"/>
                <a:gd name="connsiteX65" fmla="*/ 37890 w 49510"/>
                <a:gd name="connsiteY65" fmla="*/ 48039 h 82676"/>
                <a:gd name="connsiteX66" fmla="*/ 39931 w 49510"/>
                <a:gd name="connsiteY66" fmla="*/ 48039 h 82676"/>
                <a:gd name="connsiteX67" fmla="*/ 40997 w 49510"/>
                <a:gd name="connsiteY67" fmla="*/ 47380 h 82676"/>
                <a:gd name="connsiteX68" fmla="*/ 42203 w 49510"/>
                <a:gd name="connsiteY68" fmla="*/ 44790 h 82676"/>
                <a:gd name="connsiteX69" fmla="*/ 41137 w 49510"/>
                <a:gd name="connsiteY69" fmla="*/ 44395 h 82676"/>
                <a:gd name="connsiteX70" fmla="*/ 40487 w 49510"/>
                <a:gd name="connsiteY70" fmla="*/ 42947 h 82676"/>
                <a:gd name="connsiteX71" fmla="*/ 42018 w 49510"/>
                <a:gd name="connsiteY71" fmla="*/ 42332 h 82676"/>
                <a:gd name="connsiteX72" fmla="*/ 43131 w 49510"/>
                <a:gd name="connsiteY72" fmla="*/ 42771 h 82676"/>
                <a:gd name="connsiteX73" fmla="*/ 43594 w 49510"/>
                <a:gd name="connsiteY73" fmla="*/ 41761 h 82676"/>
                <a:gd name="connsiteX74" fmla="*/ 43316 w 49510"/>
                <a:gd name="connsiteY74" fmla="*/ 40532 h 82676"/>
                <a:gd name="connsiteX75" fmla="*/ 41740 w 49510"/>
                <a:gd name="connsiteY75" fmla="*/ 39127 h 82676"/>
                <a:gd name="connsiteX76" fmla="*/ 42528 w 49510"/>
                <a:gd name="connsiteY76" fmla="*/ 39127 h 82676"/>
                <a:gd name="connsiteX77" fmla="*/ 43687 w 49510"/>
                <a:gd name="connsiteY77" fmla="*/ 38030 h 82676"/>
                <a:gd name="connsiteX78" fmla="*/ 43687 w 49510"/>
                <a:gd name="connsiteY78" fmla="*/ 34474 h 82676"/>
                <a:gd name="connsiteX79" fmla="*/ 43316 w 49510"/>
                <a:gd name="connsiteY79" fmla="*/ 33684 h 82676"/>
                <a:gd name="connsiteX80" fmla="*/ 39838 w 49510"/>
                <a:gd name="connsiteY80" fmla="*/ 30654 h 82676"/>
                <a:gd name="connsiteX81" fmla="*/ 38215 w 49510"/>
                <a:gd name="connsiteY81" fmla="*/ 30698 h 82676"/>
                <a:gd name="connsiteX82" fmla="*/ 34365 w 49510"/>
                <a:gd name="connsiteY82" fmla="*/ 34562 h 82676"/>
                <a:gd name="connsiteX83" fmla="*/ 31212 w 49510"/>
                <a:gd name="connsiteY83" fmla="*/ 33508 h 82676"/>
                <a:gd name="connsiteX84" fmla="*/ 25600 w 49510"/>
                <a:gd name="connsiteY84" fmla="*/ 30567 h 82676"/>
                <a:gd name="connsiteX85" fmla="*/ 23838 w 49510"/>
                <a:gd name="connsiteY85" fmla="*/ 28679 h 82676"/>
                <a:gd name="connsiteX86" fmla="*/ 22446 w 49510"/>
                <a:gd name="connsiteY86" fmla="*/ 25387 h 82676"/>
                <a:gd name="connsiteX87" fmla="*/ 25136 w 49510"/>
                <a:gd name="connsiteY87" fmla="*/ 22621 h 82676"/>
                <a:gd name="connsiteX88" fmla="*/ 25415 w 49510"/>
                <a:gd name="connsiteY88" fmla="*/ 21655 h 82676"/>
                <a:gd name="connsiteX89" fmla="*/ 24719 w 49510"/>
                <a:gd name="connsiteY89" fmla="*/ 20865 h 82676"/>
                <a:gd name="connsiteX90" fmla="*/ 14145 w 49510"/>
                <a:gd name="connsiteY90" fmla="*/ 16870 h 82676"/>
                <a:gd name="connsiteX91" fmla="*/ 14145 w 49510"/>
                <a:gd name="connsiteY91" fmla="*/ 9539 h 82676"/>
                <a:gd name="connsiteX92" fmla="*/ 13681 w 49510"/>
                <a:gd name="connsiteY92" fmla="*/ 8661 h 82676"/>
                <a:gd name="connsiteX93" fmla="*/ 4730 w 49510"/>
                <a:gd name="connsiteY93" fmla="*/ 2207 h 82676"/>
                <a:gd name="connsiteX94" fmla="*/ 1809 w 49510"/>
                <a:gd name="connsiteY94" fmla="*/ 100 h 82676"/>
                <a:gd name="connsiteX95" fmla="*/ 1484 w 49510"/>
                <a:gd name="connsiteY95" fmla="*/ 12 h 8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9510" h="82676">
                  <a:moveTo>
                    <a:pt x="1438" y="56"/>
                  </a:moveTo>
                  <a:cubicBezTo>
                    <a:pt x="1438" y="56"/>
                    <a:pt x="1345" y="56"/>
                    <a:pt x="1252" y="56"/>
                  </a:cubicBezTo>
                  <a:cubicBezTo>
                    <a:pt x="1159" y="56"/>
                    <a:pt x="1067" y="-32"/>
                    <a:pt x="1020" y="12"/>
                  </a:cubicBezTo>
                  <a:cubicBezTo>
                    <a:pt x="881" y="12"/>
                    <a:pt x="788" y="100"/>
                    <a:pt x="649" y="144"/>
                  </a:cubicBezTo>
                  <a:cubicBezTo>
                    <a:pt x="510" y="188"/>
                    <a:pt x="325" y="276"/>
                    <a:pt x="185" y="407"/>
                  </a:cubicBezTo>
                  <a:cubicBezTo>
                    <a:pt x="185" y="407"/>
                    <a:pt x="185" y="407"/>
                    <a:pt x="185" y="407"/>
                  </a:cubicBezTo>
                  <a:cubicBezTo>
                    <a:pt x="139" y="495"/>
                    <a:pt x="185" y="583"/>
                    <a:pt x="139" y="671"/>
                  </a:cubicBezTo>
                  <a:cubicBezTo>
                    <a:pt x="46" y="846"/>
                    <a:pt x="0" y="978"/>
                    <a:pt x="0" y="1154"/>
                  </a:cubicBezTo>
                  <a:cubicBezTo>
                    <a:pt x="0" y="1285"/>
                    <a:pt x="93" y="1373"/>
                    <a:pt x="139" y="1461"/>
                  </a:cubicBezTo>
                  <a:cubicBezTo>
                    <a:pt x="185" y="1593"/>
                    <a:pt x="278" y="1768"/>
                    <a:pt x="417" y="1900"/>
                  </a:cubicBezTo>
                  <a:cubicBezTo>
                    <a:pt x="417" y="1900"/>
                    <a:pt x="417" y="1900"/>
                    <a:pt x="417" y="1944"/>
                  </a:cubicBezTo>
                  <a:lnTo>
                    <a:pt x="695" y="2163"/>
                  </a:lnTo>
                  <a:lnTo>
                    <a:pt x="11826" y="10153"/>
                  </a:lnTo>
                  <a:lnTo>
                    <a:pt x="11826" y="17660"/>
                  </a:lnTo>
                  <a:cubicBezTo>
                    <a:pt x="11826" y="18099"/>
                    <a:pt x="12104" y="18494"/>
                    <a:pt x="12568" y="18670"/>
                  </a:cubicBezTo>
                  <a:lnTo>
                    <a:pt x="22307" y="22357"/>
                  </a:lnTo>
                  <a:lnTo>
                    <a:pt x="20267" y="24465"/>
                  </a:lnTo>
                  <a:cubicBezTo>
                    <a:pt x="19989" y="24772"/>
                    <a:pt x="19896" y="25211"/>
                    <a:pt x="20035" y="25606"/>
                  </a:cubicBezTo>
                  <a:lnTo>
                    <a:pt x="21751" y="29733"/>
                  </a:lnTo>
                  <a:cubicBezTo>
                    <a:pt x="21751" y="29733"/>
                    <a:pt x="21890" y="29952"/>
                    <a:pt x="21936" y="30040"/>
                  </a:cubicBezTo>
                  <a:lnTo>
                    <a:pt x="23977" y="32235"/>
                  </a:lnTo>
                  <a:cubicBezTo>
                    <a:pt x="23977" y="32235"/>
                    <a:pt x="24162" y="32411"/>
                    <a:pt x="24302" y="32454"/>
                  </a:cubicBezTo>
                  <a:lnTo>
                    <a:pt x="30284" y="35527"/>
                  </a:lnTo>
                  <a:lnTo>
                    <a:pt x="34365" y="36888"/>
                  </a:lnTo>
                  <a:cubicBezTo>
                    <a:pt x="34783" y="37020"/>
                    <a:pt x="35293" y="36888"/>
                    <a:pt x="35618" y="36625"/>
                  </a:cubicBezTo>
                  <a:lnTo>
                    <a:pt x="39189" y="33025"/>
                  </a:lnTo>
                  <a:lnTo>
                    <a:pt x="41461" y="35001"/>
                  </a:lnTo>
                  <a:lnTo>
                    <a:pt x="41461" y="36976"/>
                  </a:lnTo>
                  <a:lnTo>
                    <a:pt x="38864" y="36976"/>
                  </a:lnTo>
                  <a:cubicBezTo>
                    <a:pt x="38400" y="36976"/>
                    <a:pt x="37937" y="37239"/>
                    <a:pt x="37797" y="37679"/>
                  </a:cubicBezTo>
                  <a:cubicBezTo>
                    <a:pt x="37612" y="38118"/>
                    <a:pt x="37751" y="38557"/>
                    <a:pt x="38076" y="38864"/>
                  </a:cubicBezTo>
                  <a:lnTo>
                    <a:pt x="41229" y="41630"/>
                  </a:lnTo>
                  <a:lnTo>
                    <a:pt x="39281" y="45888"/>
                  </a:lnTo>
                  <a:lnTo>
                    <a:pt x="36870" y="45888"/>
                  </a:lnTo>
                  <a:cubicBezTo>
                    <a:pt x="36221" y="45888"/>
                    <a:pt x="35711" y="46371"/>
                    <a:pt x="35711" y="46985"/>
                  </a:cubicBezTo>
                  <a:lnTo>
                    <a:pt x="35711" y="51200"/>
                  </a:lnTo>
                  <a:cubicBezTo>
                    <a:pt x="35711" y="51200"/>
                    <a:pt x="35711" y="51507"/>
                    <a:pt x="35803" y="51683"/>
                  </a:cubicBezTo>
                  <a:lnTo>
                    <a:pt x="39003" y="58004"/>
                  </a:lnTo>
                  <a:cubicBezTo>
                    <a:pt x="39003" y="58004"/>
                    <a:pt x="39189" y="58268"/>
                    <a:pt x="39328" y="58399"/>
                  </a:cubicBezTo>
                  <a:lnTo>
                    <a:pt x="47073" y="64194"/>
                  </a:lnTo>
                  <a:lnTo>
                    <a:pt x="44754" y="69857"/>
                  </a:lnTo>
                  <a:lnTo>
                    <a:pt x="40627" y="69857"/>
                  </a:lnTo>
                  <a:cubicBezTo>
                    <a:pt x="40255" y="69857"/>
                    <a:pt x="39884" y="70033"/>
                    <a:pt x="39653" y="70340"/>
                  </a:cubicBezTo>
                  <a:lnTo>
                    <a:pt x="37751" y="73062"/>
                  </a:lnTo>
                  <a:cubicBezTo>
                    <a:pt x="37565" y="73369"/>
                    <a:pt x="37519" y="73720"/>
                    <a:pt x="37658" y="74072"/>
                  </a:cubicBezTo>
                  <a:lnTo>
                    <a:pt x="39235" y="77803"/>
                  </a:lnTo>
                  <a:lnTo>
                    <a:pt x="36360" y="80525"/>
                  </a:lnTo>
                  <a:lnTo>
                    <a:pt x="36035" y="80832"/>
                  </a:lnTo>
                  <a:cubicBezTo>
                    <a:pt x="36035" y="80832"/>
                    <a:pt x="35942" y="81052"/>
                    <a:pt x="35896" y="81140"/>
                  </a:cubicBezTo>
                  <a:cubicBezTo>
                    <a:pt x="35850" y="81271"/>
                    <a:pt x="35757" y="81403"/>
                    <a:pt x="35711" y="81535"/>
                  </a:cubicBezTo>
                  <a:cubicBezTo>
                    <a:pt x="35711" y="81666"/>
                    <a:pt x="35757" y="81798"/>
                    <a:pt x="35803" y="81930"/>
                  </a:cubicBezTo>
                  <a:cubicBezTo>
                    <a:pt x="35850" y="82105"/>
                    <a:pt x="35850" y="82281"/>
                    <a:pt x="35989" y="82369"/>
                  </a:cubicBezTo>
                  <a:cubicBezTo>
                    <a:pt x="36221" y="82588"/>
                    <a:pt x="36499" y="82676"/>
                    <a:pt x="36824" y="82676"/>
                  </a:cubicBezTo>
                  <a:cubicBezTo>
                    <a:pt x="37148" y="82676"/>
                    <a:pt x="37426" y="82588"/>
                    <a:pt x="37658" y="82369"/>
                  </a:cubicBezTo>
                  <a:lnTo>
                    <a:pt x="38354" y="81710"/>
                  </a:lnTo>
                  <a:lnTo>
                    <a:pt x="41415" y="78813"/>
                  </a:lnTo>
                  <a:cubicBezTo>
                    <a:pt x="41740" y="78506"/>
                    <a:pt x="41832" y="78023"/>
                    <a:pt x="41647" y="77628"/>
                  </a:cubicBezTo>
                  <a:lnTo>
                    <a:pt x="39977" y="73764"/>
                  </a:lnTo>
                  <a:lnTo>
                    <a:pt x="41183" y="72008"/>
                  </a:lnTo>
                  <a:lnTo>
                    <a:pt x="45496" y="72008"/>
                  </a:lnTo>
                  <a:cubicBezTo>
                    <a:pt x="45960" y="72008"/>
                    <a:pt x="46424" y="71745"/>
                    <a:pt x="46563" y="71306"/>
                  </a:cubicBezTo>
                  <a:lnTo>
                    <a:pt x="49438" y="64194"/>
                  </a:lnTo>
                  <a:cubicBezTo>
                    <a:pt x="49624" y="63755"/>
                    <a:pt x="49438" y="63228"/>
                    <a:pt x="49067" y="62921"/>
                  </a:cubicBezTo>
                  <a:lnTo>
                    <a:pt x="40858" y="56775"/>
                  </a:lnTo>
                  <a:lnTo>
                    <a:pt x="37890" y="50936"/>
                  </a:lnTo>
                  <a:lnTo>
                    <a:pt x="37890" y="48039"/>
                  </a:lnTo>
                  <a:lnTo>
                    <a:pt x="39931" y="48039"/>
                  </a:lnTo>
                  <a:cubicBezTo>
                    <a:pt x="40394" y="48039"/>
                    <a:pt x="40812" y="47776"/>
                    <a:pt x="40997" y="47380"/>
                  </a:cubicBezTo>
                  <a:lnTo>
                    <a:pt x="42203" y="44790"/>
                  </a:lnTo>
                  <a:lnTo>
                    <a:pt x="41137" y="44395"/>
                  </a:lnTo>
                  <a:cubicBezTo>
                    <a:pt x="40534" y="44176"/>
                    <a:pt x="40255" y="43517"/>
                    <a:pt x="40487" y="42947"/>
                  </a:cubicBezTo>
                  <a:cubicBezTo>
                    <a:pt x="40719" y="42376"/>
                    <a:pt x="41415" y="42112"/>
                    <a:pt x="42018" y="42332"/>
                  </a:cubicBezTo>
                  <a:lnTo>
                    <a:pt x="43131" y="42771"/>
                  </a:lnTo>
                  <a:lnTo>
                    <a:pt x="43594" y="41761"/>
                  </a:lnTo>
                  <a:cubicBezTo>
                    <a:pt x="43780" y="41322"/>
                    <a:pt x="43687" y="40839"/>
                    <a:pt x="43316" y="40532"/>
                  </a:cubicBezTo>
                  <a:lnTo>
                    <a:pt x="41740" y="39127"/>
                  </a:lnTo>
                  <a:lnTo>
                    <a:pt x="42528" y="39127"/>
                  </a:lnTo>
                  <a:cubicBezTo>
                    <a:pt x="43177" y="39127"/>
                    <a:pt x="43687" y="38644"/>
                    <a:pt x="43687" y="38030"/>
                  </a:cubicBezTo>
                  <a:lnTo>
                    <a:pt x="43687" y="34474"/>
                  </a:lnTo>
                  <a:cubicBezTo>
                    <a:pt x="43687" y="34167"/>
                    <a:pt x="43548" y="33859"/>
                    <a:pt x="43316" y="33684"/>
                  </a:cubicBezTo>
                  <a:lnTo>
                    <a:pt x="39838" y="30654"/>
                  </a:lnTo>
                  <a:cubicBezTo>
                    <a:pt x="39374" y="30259"/>
                    <a:pt x="38632" y="30259"/>
                    <a:pt x="38215" y="30698"/>
                  </a:cubicBezTo>
                  <a:lnTo>
                    <a:pt x="34365" y="34562"/>
                  </a:lnTo>
                  <a:lnTo>
                    <a:pt x="31212" y="33508"/>
                  </a:lnTo>
                  <a:lnTo>
                    <a:pt x="25600" y="30567"/>
                  </a:lnTo>
                  <a:lnTo>
                    <a:pt x="23838" y="28679"/>
                  </a:lnTo>
                  <a:lnTo>
                    <a:pt x="22446" y="25387"/>
                  </a:lnTo>
                  <a:lnTo>
                    <a:pt x="25136" y="22621"/>
                  </a:lnTo>
                  <a:cubicBezTo>
                    <a:pt x="25415" y="22357"/>
                    <a:pt x="25507" y="22006"/>
                    <a:pt x="25415" y="21655"/>
                  </a:cubicBezTo>
                  <a:cubicBezTo>
                    <a:pt x="25322" y="21304"/>
                    <a:pt x="25044" y="20997"/>
                    <a:pt x="24719" y="20865"/>
                  </a:cubicBezTo>
                  <a:lnTo>
                    <a:pt x="14145" y="16870"/>
                  </a:lnTo>
                  <a:lnTo>
                    <a:pt x="14145" y="9539"/>
                  </a:lnTo>
                  <a:cubicBezTo>
                    <a:pt x="14145" y="9187"/>
                    <a:pt x="13960" y="8880"/>
                    <a:pt x="13681" y="8661"/>
                  </a:cubicBezTo>
                  <a:lnTo>
                    <a:pt x="4730" y="2207"/>
                  </a:lnTo>
                  <a:lnTo>
                    <a:pt x="1809" y="100"/>
                  </a:lnTo>
                  <a:cubicBezTo>
                    <a:pt x="1809" y="100"/>
                    <a:pt x="1577" y="56"/>
                    <a:pt x="1484" y="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7" name="Freeform: Shape 2336">
              <a:extLst>
                <a:ext uri="{FF2B5EF4-FFF2-40B4-BE49-F238E27FC236}">
                  <a16:creationId xmlns:a16="http://schemas.microsoft.com/office/drawing/2014/main" id="{DFD5F84A-BA51-B1B5-3AB8-7222251D4428}"/>
                </a:ext>
              </a:extLst>
            </p:cNvPr>
            <p:cNvSpPr>
              <a:spLocks/>
            </p:cNvSpPr>
            <p:nvPr/>
          </p:nvSpPr>
          <p:spPr>
            <a:xfrm>
              <a:off x="6220111" y="2970786"/>
              <a:ext cx="144947" cy="20765"/>
            </a:xfrm>
            <a:custGeom>
              <a:avLst/>
              <a:gdLst>
                <a:gd name="connsiteX0" fmla="*/ 87694 w 97108"/>
                <a:gd name="connsiteY0" fmla="*/ 9039 h 13911"/>
                <a:gd name="connsiteX1" fmla="*/ 85978 w 97108"/>
                <a:gd name="connsiteY1" fmla="*/ 6448 h 13911"/>
                <a:gd name="connsiteX2" fmla="*/ 85468 w 97108"/>
                <a:gd name="connsiteY2" fmla="*/ 6010 h 13911"/>
                <a:gd name="connsiteX3" fmla="*/ 79764 w 97108"/>
                <a:gd name="connsiteY3" fmla="*/ 3683 h 13911"/>
                <a:gd name="connsiteX4" fmla="*/ 70488 w 97108"/>
                <a:gd name="connsiteY4" fmla="*/ 1620 h 13911"/>
                <a:gd name="connsiteX5" fmla="*/ 69932 w 97108"/>
                <a:gd name="connsiteY5" fmla="*/ 1620 h 13911"/>
                <a:gd name="connsiteX6" fmla="*/ 56622 w 97108"/>
                <a:gd name="connsiteY6" fmla="*/ 4912 h 13911"/>
                <a:gd name="connsiteX7" fmla="*/ 56158 w 97108"/>
                <a:gd name="connsiteY7" fmla="*/ 5175 h 13911"/>
                <a:gd name="connsiteX8" fmla="*/ 50175 w 97108"/>
                <a:gd name="connsiteY8" fmla="*/ 10224 h 13911"/>
                <a:gd name="connsiteX9" fmla="*/ 45120 w 97108"/>
                <a:gd name="connsiteY9" fmla="*/ 11717 h 13911"/>
                <a:gd name="connsiteX10" fmla="*/ 30975 w 97108"/>
                <a:gd name="connsiteY10" fmla="*/ 10092 h 13911"/>
                <a:gd name="connsiteX11" fmla="*/ 30418 w 97108"/>
                <a:gd name="connsiteY11" fmla="*/ 10136 h 13911"/>
                <a:gd name="connsiteX12" fmla="*/ 26198 w 97108"/>
                <a:gd name="connsiteY12" fmla="*/ 11629 h 13911"/>
                <a:gd name="connsiteX13" fmla="*/ 16737 w 97108"/>
                <a:gd name="connsiteY13" fmla="*/ 8468 h 13911"/>
                <a:gd name="connsiteX14" fmla="*/ 16366 w 97108"/>
                <a:gd name="connsiteY14" fmla="*/ 8424 h 13911"/>
                <a:gd name="connsiteX15" fmla="*/ 6905 w 97108"/>
                <a:gd name="connsiteY15" fmla="*/ 8424 h 13911"/>
                <a:gd name="connsiteX16" fmla="*/ 9038 w 97108"/>
                <a:gd name="connsiteY16" fmla="*/ 4210 h 13911"/>
                <a:gd name="connsiteX17" fmla="*/ 9038 w 97108"/>
                <a:gd name="connsiteY17" fmla="*/ 3332 h 13911"/>
                <a:gd name="connsiteX18" fmla="*/ 8389 w 97108"/>
                <a:gd name="connsiteY18" fmla="*/ 2717 h 13911"/>
                <a:gd name="connsiteX19" fmla="*/ 2731 w 97108"/>
                <a:gd name="connsiteY19" fmla="*/ 522 h 13911"/>
                <a:gd name="connsiteX20" fmla="*/ 1618 w 97108"/>
                <a:gd name="connsiteY20" fmla="*/ 83 h 13911"/>
                <a:gd name="connsiteX21" fmla="*/ 88 w 97108"/>
                <a:gd name="connsiteY21" fmla="*/ 698 h 13911"/>
                <a:gd name="connsiteX22" fmla="*/ 737 w 97108"/>
                <a:gd name="connsiteY22" fmla="*/ 2146 h 13911"/>
                <a:gd name="connsiteX23" fmla="*/ 1804 w 97108"/>
                <a:gd name="connsiteY23" fmla="*/ 2541 h 13911"/>
                <a:gd name="connsiteX24" fmla="*/ 6348 w 97108"/>
                <a:gd name="connsiteY24" fmla="*/ 4297 h 13911"/>
                <a:gd name="connsiteX25" fmla="*/ 3983 w 97108"/>
                <a:gd name="connsiteY25" fmla="*/ 8995 h 13911"/>
                <a:gd name="connsiteX26" fmla="*/ 4030 w 97108"/>
                <a:gd name="connsiteY26" fmla="*/ 10048 h 13911"/>
                <a:gd name="connsiteX27" fmla="*/ 5004 w 97108"/>
                <a:gd name="connsiteY27" fmla="*/ 10575 h 13911"/>
                <a:gd name="connsiteX28" fmla="*/ 16088 w 97108"/>
                <a:gd name="connsiteY28" fmla="*/ 10575 h 13911"/>
                <a:gd name="connsiteX29" fmla="*/ 25734 w 97108"/>
                <a:gd name="connsiteY29" fmla="*/ 13824 h 13911"/>
                <a:gd name="connsiteX30" fmla="*/ 26523 w 97108"/>
                <a:gd name="connsiteY30" fmla="*/ 13824 h 13911"/>
                <a:gd name="connsiteX31" fmla="*/ 30882 w 97108"/>
                <a:gd name="connsiteY31" fmla="*/ 12287 h 13911"/>
                <a:gd name="connsiteX32" fmla="*/ 44981 w 97108"/>
                <a:gd name="connsiteY32" fmla="*/ 13912 h 13911"/>
                <a:gd name="connsiteX33" fmla="*/ 45120 w 97108"/>
                <a:gd name="connsiteY33" fmla="*/ 13912 h 13911"/>
                <a:gd name="connsiteX34" fmla="*/ 45491 w 97108"/>
                <a:gd name="connsiteY34" fmla="*/ 13868 h 13911"/>
                <a:gd name="connsiteX35" fmla="*/ 51056 w 97108"/>
                <a:gd name="connsiteY35" fmla="*/ 12200 h 13911"/>
                <a:gd name="connsiteX36" fmla="*/ 51474 w 97108"/>
                <a:gd name="connsiteY36" fmla="*/ 11980 h 13911"/>
                <a:gd name="connsiteX37" fmla="*/ 57456 w 97108"/>
                <a:gd name="connsiteY37" fmla="*/ 6931 h 13911"/>
                <a:gd name="connsiteX38" fmla="*/ 70210 w 97108"/>
                <a:gd name="connsiteY38" fmla="*/ 3771 h 13911"/>
                <a:gd name="connsiteX39" fmla="*/ 79022 w 97108"/>
                <a:gd name="connsiteY39" fmla="*/ 5702 h 13911"/>
                <a:gd name="connsiteX40" fmla="*/ 84216 w 97108"/>
                <a:gd name="connsiteY40" fmla="*/ 7810 h 13911"/>
                <a:gd name="connsiteX41" fmla="*/ 86071 w 97108"/>
                <a:gd name="connsiteY41" fmla="*/ 10619 h 13911"/>
                <a:gd name="connsiteX42" fmla="*/ 86999 w 97108"/>
                <a:gd name="connsiteY42" fmla="*/ 11146 h 13911"/>
                <a:gd name="connsiteX43" fmla="*/ 95857 w 97108"/>
                <a:gd name="connsiteY43" fmla="*/ 11673 h 13911"/>
                <a:gd name="connsiteX44" fmla="*/ 95857 w 97108"/>
                <a:gd name="connsiteY44" fmla="*/ 11673 h 13911"/>
                <a:gd name="connsiteX45" fmla="*/ 97109 w 97108"/>
                <a:gd name="connsiteY45" fmla="*/ 10663 h 13911"/>
                <a:gd name="connsiteX46" fmla="*/ 96042 w 97108"/>
                <a:gd name="connsiteY46" fmla="*/ 9522 h 13911"/>
                <a:gd name="connsiteX47" fmla="*/ 96042 w 97108"/>
                <a:gd name="connsiteY47" fmla="*/ 9522 h 13911"/>
                <a:gd name="connsiteX48" fmla="*/ 87787 w 97108"/>
                <a:gd name="connsiteY48" fmla="*/ 9039 h 1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97108" h="13911">
                  <a:moveTo>
                    <a:pt x="87694" y="9039"/>
                  </a:moveTo>
                  <a:lnTo>
                    <a:pt x="85978" y="6448"/>
                  </a:lnTo>
                  <a:cubicBezTo>
                    <a:pt x="85978" y="6448"/>
                    <a:pt x="85654" y="6097"/>
                    <a:pt x="85468" y="6010"/>
                  </a:cubicBezTo>
                  <a:lnTo>
                    <a:pt x="79764" y="3683"/>
                  </a:lnTo>
                  <a:lnTo>
                    <a:pt x="70488" y="1620"/>
                  </a:lnTo>
                  <a:cubicBezTo>
                    <a:pt x="70488" y="1620"/>
                    <a:pt x="70117" y="1620"/>
                    <a:pt x="69932" y="1620"/>
                  </a:cubicBezTo>
                  <a:lnTo>
                    <a:pt x="56622" y="4912"/>
                  </a:lnTo>
                  <a:cubicBezTo>
                    <a:pt x="56622" y="4912"/>
                    <a:pt x="56297" y="5044"/>
                    <a:pt x="56158" y="5175"/>
                  </a:cubicBezTo>
                  <a:lnTo>
                    <a:pt x="50175" y="10224"/>
                  </a:lnTo>
                  <a:lnTo>
                    <a:pt x="45120" y="11717"/>
                  </a:lnTo>
                  <a:lnTo>
                    <a:pt x="30975" y="10092"/>
                  </a:lnTo>
                  <a:cubicBezTo>
                    <a:pt x="30975" y="10092"/>
                    <a:pt x="30604" y="10092"/>
                    <a:pt x="30418" y="10136"/>
                  </a:cubicBezTo>
                  <a:lnTo>
                    <a:pt x="26198" y="11629"/>
                  </a:lnTo>
                  <a:lnTo>
                    <a:pt x="16737" y="8468"/>
                  </a:lnTo>
                  <a:cubicBezTo>
                    <a:pt x="16737" y="8468"/>
                    <a:pt x="16505" y="8424"/>
                    <a:pt x="16366" y="8424"/>
                  </a:cubicBezTo>
                  <a:lnTo>
                    <a:pt x="6905" y="8424"/>
                  </a:lnTo>
                  <a:lnTo>
                    <a:pt x="9038" y="4210"/>
                  </a:lnTo>
                  <a:cubicBezTo>
                    <a:pt x="9178" y="3946"/>
                    <a:pt x="9178" y="3639"/>
                    <a:pt x="9038" y="3332"/>
                  </a:cubicBezTo>
                  <a:cubicBezTo>
                    <a:pt x="8899" y="3068"/>
                    <a:pt x="8667" y="2805"/>
                    <a:pt x="8389" y="2717"/>
                  </a:cubicBezTo>
                  <a:lnTo>
                    <a:pt x="2731" y="522"/>
                  </a:lnTo>
                  <a:lnTo>
                    <a:pt x="1618" y="83"/>
                  </a:lnTo>
                  <a:cubicBezTo>
                    <a:pt x="1015" y="-137"/>
                    <a:pt x="320" y="83"/>
                    <a:pt x="88" y="698"/>
                  </a:cubicBezTo>
                  <a:cubicBezTo>
                    <a:pt x="-144" y="1268"/>
                    <a:pt x="88" y="1883"/>
                    <a:pt x="737" y="2146"/>
                  </a:cubicBezTo>
                  <a:lnTo>
                    <a:pt x="1804" y="2541"/>
                  </a:lnTo>
                  <a:lnTo>
                    <a:pt x="6348" y="4297"/>
                  </a:lnTo>
                  <a:lnTo>
                    <a:pt x="3983" y="8995"/>
                  </a:lnTo>
                  <a:cubicBezTo>
                    <a:pt x="3798" y="9346"/>
                    <a:pt x="3844" y="9741"/>
                    <a:pt x="4030" y="10048"/>
                  </a:cubicBezTo>
                  <a:cubicBezTo>
                    <a:pt x="4215" y="10356"/>
                    <a:pt x="4586" y="10575"/>
                    <a:pt x="5004" y="10575"/>
                  </a:cubicBezTo>
                  <a:lnTo>
                    <a:pt x="16088" y="10575"/>
                  </a:lnTo>
                  <a:lnTo>
                    <a:pt x="25734" y="13824"/>
                  </a:lnTo>
                  <a:cubicBezTo>
                    <a:pt x="25966" y="13912"/>
                    <a:pt x="26245" y="13912"/>
                    <a:pt x="26523" y="13824"/>
                  </a:cubicBezTo>
                  <a:lnTo>
                    <a:pt x="30882" y="12287"/>
                  </a:lnTo>
                  <a:lnTo>
                    <a:pt x="44981" y="13912"/>
                  </a:lnTo>
                  <a:cubicBezTo>
                    <a:pt x="44981" y="13912"/>
                    <a:pt x="45074" y="13912"/>
                    <a:pt x="45120" y="13912"/>
                  </a:cubicBezTo>
                  <a:cubicBezTo>
                    <a:pt x="45259" y="13912"/>
                    <a:pt x="45352" y="13912"/>
                    <a:pt x="45491" y="13868"/>
                  </a:cubicBezTo>
                  <a:lnTo>
                    <a:pt x="51056" y="12200"/>
                  </a:lnTo>
                  <a:cubicBezTo>
                    <a:pt x="51056" y="12200"/>
                    <a:pt x="51334" y="12068"/>
                    <a:pt x="51474" y="11980"/>
                  </a:cubicBezTo>
                  <a:lnTo>
                    <a:pt x="57456" y="6931"/>
                  </a:lnTo>
                  <a:lnTo>
                    <a:pt x="70210" y="3771"/>
                  </a:lnTo>
                  <a:lnTo>
                    <a:pt x="79022" y="5702"/>
                  </a:lnTo>
                  <a:lnTo>
                    <a:pt x="84216" y="7810"/>
                  </a:lnTo>
                  <a:lnTo>
                    <a:pt x="86071" y="10619"/>
                  </a:lnTo>
                  <a:cubicBezTo>
                    <a:pt x="86257" y="10926"/>
                    <a:pt x="86628" y="11102"/>
                    <a:pt x="86999" y="11146"/>
                  </a:cubicBezTo>
                  <a:lnTo>
                    <a:pt x="95857" y="11673"/>
                  </a:lnTo>
                  <a:lnTo>
                    <a:pt x="95857" y="11673"/>
                  </a:lnTo>
                  <a:cubicBezTo>
                    <a:pt x="96645" y="11760"/>
                    <a:pt x="97062" y="11234"/>
                    <a:pt x="97109" y="10663"/>
                  </a:cubicBezTo>
                  <a:cubicBezTo>
                    <a:pt x="97109" y="10048"/>
                    <a:pt x="96645" y="9565"/>
                    <a:pt x="96042" y="9522"/>
                  </a:cubicBezTo>
                  <a:cubicBezTo>
                    <a:pt x="96042" y="9522"/>
                    <a:pt x="96042" y="9522"/>
                    <a:pt x="96042" y="9522"/>
                  </a:cubicBezTo>
                  <a:lnTo>
                    <a:pt x="87787" y="903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8" name="Freeform: Shape 2337">
              <a:extLst>
                <a:ext uri="{FF2B5EF4-FFF2-40B4-BE49-F238E27FC236}">
                  <a16:creationId xmlns:a16="http://schemas.microsoft.com/office/drawing/2014/main" id="{A9019802-0658-2B58-1947-E0A67B3A4EEC}"/>
                </a:ext>
              </a:extLst>
            </p:cNvPr>
            <p:cNvSpPr>
              <a:spLocks/>
            </p:cNvSpPr>
            <p:nvPr/>
          </p:nvSpPr>
          <p:spPr>
            <a:xfrm>
              <a:off x="6225851" y="3045208"/>
              <a:ext cx="84246" cy="19798"/>
            </a:xfrm>
            <a:custGeom>
              <a:avLst/>
              <a:gdLst>
                <a:gd name="connsiteX0" fmla="*/ 56163 w 56441"/>
                <a:gd name="connsiteY0" fmla="*/ 1368 h 13264"/>
                <a:gd name="connsiteX1" fmla="*/ 51989 w 56441"/>
                <a:gd name="connsiteY1" fmla="*/ 51 h 13264"/>
                <a:gd name="connsiteX2" fmla="*/ 50783 w 56441"/>
                <a:gd name="connsiteY2" fmla="*/ 358 h 13264"/>
                <a:gd name="connsiteX3" fmla="*/ 50551 w 56441"/>
                <a:gd name="connsiteY3" fmla="*/ 1543 h 13264"/>
                <a:gd name="connsiteX4" fmla="*/ 52499 w 56441"/>
                <a:gd name="connsiteY4" fmla="*/ 5977 h 13264"/>
                <a:gd name="connsiteX5" fmla="*/ 49438 w 56441"/>
                <a:gd name="connsiteY5" fmla="*/ 9402 h 13264"/>
                <a:gd name="connsiteX6" fmla="*/ 37426 w 56441"/>
                <a:gd name="connsiteY6" fmla="*/ 10894 h 13264"/>
                <a:gd name="connsiteX7" fmla="*/ 29218 w 56441"/>
                <a:gd name="connsiteY7" fmla="*/ 6197 h 13264"/>
                <a:gd name="connsiteX8" fmla="*/ 26899 w 56441"/>
                <a:gd name="connsiteY8" fmla="*/ 4134 h 13264"/>
                <a:gd name="connsiteX9" fmla="*/ 25739 w 56441"/>
                <a:gd name="connsiteY9" fmla="*/ 3914 h 13264"/>
                <a:gd name="connsiteX10" fmla="*/ 21705 w 56441"/>
                <a:gd name="connsiteY10" fmla="*/ 5275 h 13264"/>
                <a:gd name="connsiteX11" fmla="*/ 17345 w 56441"/>
                <a:gd name="connsiteY11" fmla="*/ 7997 h 13264"/>
                <a:gd name="connsiteX12" fmla="*/ 1159 w 56441"/>
                <a:gd name="connsiteY12" fmla="*/ 7997 h 13264"/>
                <a:gd name="connsiteX13" fmla="*/ 93 w 56441"/>
                <a:gd name="connsiteY13" fmla="*/ 8875 h 13264"/>
                <a:gd name="connsiteX14" fmla="*/ 0 w 56441"/>
                <a:gd name="connsiteY14" fmla="*/ 9094 h 13264"/>
                <a:gd name="connsiteX15" fmla="*/ 93 w 56441"/>
                <a:gd name="connsiteY15" fmla="*/ 9270 h 13264"/>
                <a:gd name="connsiteX16" fmla="*/ 278 w 56441"/>
                <a:gd name="connsiteY16" fmla="*/ 9665 h 13264"/>
                <a:gd name="connsiteX17" fmla="*/ 557 w 56441"/>
                <a:gd name="connsiteY17" fmla="*/ 9972 h 13264"/>
                <a:gd name="connsiteX18" fmla="*/ 1159 w 56441"/>
                <a:gd name="connsiteY18" fmla="*/ 10236 h 13264"/>
                <a:gd name="connsiteX19" fmla="*/ 17670 w 56441"/>
                <a:gd name="connsiteY19" fmla="*/ 10236 h 13264"/>
                <a:gd name="connsiteX20" fmla="*/ 18319 w 56441"/>
                <a:gd name="connsiteY20" fmla="*/ 10060 h 13264"/>
                <a:gd name="connsiteX21" fmla="*/ 22725 w 56441"/>
                <a:gd name="connsiteY21" fmla="*/ 7294 h 13264"/>
                <a:gd name="connsiteX22" fmla="*/ 25832 w 56441"/>
                <a:gd name="connsiteY22" fmla="*/ 6285 h 13264"/>
                <a:gd name="connsiteX23" fmla="*/ 27826 w 56441"/>
                <a:gd name="connsiteY23" fmla="*/ 8041 h 13264"/>
                <a:gd name="connsiteX24" fmla="*/ 36545 w 56441"/>
                <a:gd name="connsiteY24" fmla="*/ 13089 h 13264"/>
                <a:gd name="connsiteX25" fmla="*/ 37148 w 56441"/>
                <a:gd name="connsiteY25" fmla="*/ 13265 h 13264"/>
                <a:gd name="connsiteX26" fmla="*/ 37287 w 56441"/>
                <a:gd name="connsiteY26" fmla="*/ 13265 h 13264"/>
                <a:gd name="connsiteX27" fmla="*/ 50180 w 56441"/>
                <a:gd name="connsiteY27" fmla="*/ 11640 h 13264"/>
                <a:gd name="connsiteX28" fmla="*/ 50922 w 56441"/>
                <a:gd name="connsiteY28" fmla="*/ 11245 h 13264"/>
                <a:gd name="connsiteX29" fmla="*/ 54725 w 56441"/>
                <a:gd name="connsiteY29" fmla="*/ 6987 h 13264"/>
                <a:gd name="connsiteX30" fmla="*/ 54911 w 56441"/>
                <a:gd name="connsiteY30" fmla="*/ 5846 h 13264"/>
                <a:gd name="connsiteX31" fmla="*/ 53659 w 56441"/>
                <a:gd name="connsiteY31" fmla="*/ 2992 h 13264"/>
                <a:gd name="connsiteX32" fmla="*/ 56441 w 56441"/>
                <a:gd name="connsiteY32" fmla="*/ 3870 h 13264"/>
                <a:gd name="connsiteX33" fmla="*/ 56441 w 56441"/>
                <a:gd name="connsiteY33" fmla="*/ 3870 h 13264"/>
                <a:gd name="connsiteX34" fmla="*/ 56441 w 56441"/>
                <a:gd name="connsiteY34" fmla="*/ 3870 h 13264"/>
                <a:gd name="connsiteX35" fmla="*/ 56348 w 56441"/>
                <a:gd name="connsiteY35" fmla="*/ 3870 h 13264"/>
                <a:gd name="connsiteX36" fmla="*/ 56116 w 56441"/>
                <a:gd name="connsiteY36" fmla="*/ 3651 h 13264"/>
                <a:gd name="connsiteX37" fmla="*/ 55792 w 56441"/>
                <a:gd name="connsiteY37" fmla="*/ 3343 h 13264"/>
                <a:gd name="connsiteX38" fmla="*/ 55746 w 56441"/>
                <a:gd name="connsiteY38" fmla="*/ 2948 h 13264"/>
                <a:gd name="connsiteX39" fmla="*/ 55699 w 56441"/>
                <a:gd name="connsiteY39" fmla="*/ 2597 h 13264"/>
                <a:gd name="connsiteX40" fmla="*/ 55746 w 56441"/>
                <a:gd name="connsiteY40" fmla="*/ 2553 h 13264"/>
                <a:gd name="connsiteX41" fmla="*/ 55746 w 56441"/>
                <a:gd name="connsiteY41" fmla="*/ 2465 h 13264"/>
                <a:gd name="connsiteX42" fmla="*/ 56163 w 56441"/>
                <a:gd name="connsiteY42" fmla="*/ 1499 h 1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6441" h="13264">
                  <a:moveTo>
                    <a:pt x="56163" y="1368"/>
                  </a:moveTo>
                  <a:lnTo>
                    <a:pt x="51989" y="51"/>
                  </a:lnTo>
                  <a:cubicBezTo>
                    <a:pt x="51571" y="-81"/>
                    <a:pt x="51061" y="51"/>
                    <a:pt x="50783" y="358"/>
                  </a:cubicBezTo>
                  <a:cubicBezTo>
                    <a:pt x="50458" y="665"/>
                    <a:pt x="50412" y="1148"/>
                    <a:pt x="50551" y="1543"/>
                  </a:cubicBezTo>
                  <a:lnTo>
                    <a:pt x="52499" y="5977"/>
                  </a:lnTo>
                  <a:lnTo>
                    <a:pt x="49438" y="9402"/>
                  </a:lnTo>
                  <a:lnTo>
                    <a:pt x="37426" y="10894"/>
                  </a:lnTo>
                  <a:lnTo>
                    <a:pt x="29218" y="6197"/>
                  </a:lnTo>
                  <a:lnTo>
                    <a:pt x="26899" y="4134"/>
                  </a:lnTo>
                  <a:cubicBezTo>
                    <a:pt x="26574" y="3870"/>
                    <a:pt x="26157" y="3782"/>
                    <a:pt x="25739" y="3914"/>
                  </a:cubicBezTo>
                  <a:lnTo>
                    <a:pt x="21705" y="5275"/>
                  </a:lnTo>
                  <a:lnTo>
                    <a:pt x="17345" y="7997"/>
                  </a:lnTo>
                  <a:lnTo>
                    <a:pt x="1159" y="7997"/>
                  </a:lnTo>
                  <a:cubicBezTo>
                    <a:pt x="603" y="7997"/>
                    <a:pt x="232" y="8392"/>
                    <a:pt x="93" y="8875"/>
                  </a:cubicBezTo>
                  <a:cubicBezTo>
                    <a:pt x="93" y="8963"/>
                    <a:pt x="0" y="9006"/>
                    <a:pt x="0" y="9094"/>
                  </a:cubicBezTo>
                  <a:cubicBezTo>
                    <a:pt x="0" y="9182"/>
                    <a:pt x="46" y="9226"/>
                    <a:pt x="93" y="9270"/>
                  </a:cubicBezTo>
                  <a:cubicBezTo>
                    <a:pt x="93" y="9402"/>
                    <a:pt x="185" y="9533"/>
                    <a:pt x="278" y="9665"/>
                  </a:cubicBezTo>
                  <a:cubicBezTo>
                    <a:pt x="371" y="9797"/>
                    <a:pt x="418" y="9884"/>
                    <a:pt x="557" y="9972"/>
                  </a:cubicBezTo>
                  <a:cubicBezTo>
                    <a:pt x="742" y="10104"/>
                    <a:pt x="928" y="10236"/>
                    <a:pt x="1159" y="10236"/>
                  </a:cubicBezTo>
                  <a:lnTo>
                    <a:pt x="17670" y="10236"/>
                  </a:lnTo>
                  <a:cubicBezTo>
                    <a:pt x="17670" y="10236"/>
                    <a:pt x="18133" y="10192"/>
                    <a:pt x="18319" y="10060"/>
                  </a:cubicBezTo>
                  <a:lnTo>
                    <a:pt x="22725" y="7294"/>
                  </a:lnTo>
                  <a:lnTo>
                    <a:pt x="25832" y="6285"/>
                  </a:lnTo>
                  <a:lnTo>
                    <a:pt x="27826" y="8041"/>
                  </a:lnTo>
                  <a:lnTo>
                    <a:pt x="36545" y="13089"/>
                  </a:lnTo>
                  <a:cubicBezTo>
                    <a:pt x="36545" y="13089"/>
                    <a:pt x="36916" y="13265"/>
                    <a:pt x="37148" y="13265"/>
                  </a:cubicBezTo>
                  <a:cubicBezTo>
                    <a:pt x="37195" y="13265"/>
                    <a:pt x="37241" y="13265"/>
                    <a:pt x="37287" y="13265"/>
                  </a:cubicBezTo>
                  <a:lnTo>
                    <a:pt x="50180" y="11640"/>
                  </a:lnTo>
                  <a:cubicBezTo>
                    <a:pt x="50458" y="11640"/>
                    <a:pt x="50737" y="11465"/>
                    <a:pt x="50922" y="11245"/>
                  </a:cubicBezTo>
                  <a:lnTo>
                    <a:pt x="54725" y="6987"/>
                  </a:lnTo>
                  <a:cubicBezTo>
                    <a:pt x="55003" y="6680"/>
                    <a:pt x="55096" y="6241"/>
                    <a:pt x="54911" y="5846"/>
                  </a:cubicBezTo>
                  <a:lnTo>
                    <a:pt x="53659" y="2992"/>
                  </a:lnTo>
                  <a:lnTo>
                    <a:pt x="56441" y="3870"/>
                  </a:lnTo>
                  <a:cubicBezTo>
                    <a:pt x="56441" y="3870"/>
                    <a:pt x="56441" y="3870"/>
                    <a:pt x="56441" y="3870"/>
                  </a:cubicBezTo>
                  <a:cubicBezTo>
                    <a:pt x="56441" y="3870"/>
                    <a:pt x="56441" y="3870"/>
                    <a:pt x="56441" y="3870"/>
                  </a:cubicBezTo>
                  <a:cubicBezTo>
                    <a:pt x="56441" y="3870"/>
                    <a:pt x="56348" y="3870"/>
                    <a:pt x="56348" y="3870"/>
                  </a:cubicBezTo>
                  <a:cubicBezTo>
                    <a:pt x="56209" y="3826"/>
                    <a:pt x="56209" y="3694"/>
                    <a:pt x="56116" y="3651"/>
                  </a:cubicBezTo>
                  <a:cubicBezTo>
                    <a:pt x="55977" y="3563"/>
                    <a:pt x="55885" y="3475"/>
                    <a:pt x="55792" y="3343"/>
                  </a:cubicBezTo>
                  <a:cubicBezTo>
                    <a:pt x="55699" y="3212"/>
                    <a:pt x="55746" y="3080"/>
                    <a:pt x="55746" y="2948"/>
                  </a:cubicBezTo>
                  <a:cubicBezTo>
                    <a:pt x="55746" y="2817"/>
                    <a:pt x="55653" y="2729"/>
                    <a:pt x="55699" y="2597"/>
                  </a:cubicBezTo>
                  <a:cubicBezTo>
                    <a:pt x="55699" y="2597"/>
                    <a:pt x="55699" y="2597"/>
                    <a:pt x="55746" y="2553"/>
                  </a:cubicBezTo>
                  <a:cubicBezTo>
                    <a:pt x="55746" y="2553"/>
                    <a:pt x="55746" y="2509"/>
                    <a:pt x="55746" y="2465"/>
                  </a:cubicBezTo>
                  <a:lnTo>
                    <a:pt x="56163" y="149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9" name="Freeform: Shape 2338">
              <a:extLst>
                <a:ext uri="{FF2B5EF4-FFF2-40B4-BE49-F238E27FC236}">
                  <a16:creationId xmlns:a16="http://schemas.microsoft.com/office/drawing/2014/main" id="{BBC89D3F-1698-2F2C-C348-6A2DFF972C58}"/>
                </a:ext>
              </a:extLst>
            </p:cNvPr>
            <p:cNvSpPr>
              <a:spLocks/>
            </p:cNvSpPr>
            <p:nvPr/>
          </p:nvSpPr>
          <p:spPr>
            <a:xfrm>
              <a:off x="6309057" y="3036634"/>
              <a:ext cx="47423" cy="12187"/>
            </a:xfrm>
            <a:custGeom>
              <a:avLst/>
              <a:gdLst>
                <a:gd name="connsiteX0" fmla="*/ 31768 w 31771"/>
                <a:gd name="connsiteY0" fmla="*/ 2722 h 8165"/>
                <a:gd name="connsiteX1" fmla="*/ 30562 w 31771"/>
                <a:gd name="connsiteY1" fmla="*/ 1668 h 8165"/>
                <a:gd name="connsiteX2" fmla="*/ 24626 w 31771"/>
                <a:gd name="connsiteY2" fmla="*/ 1800 h 8165"/>
                <a:gd name="connsiteX3" fmla="*/ 20220 w 31771"/>
                <a:gd name="connsiteY3" fmla="*/ 1932 h 8165"/>
                <a:gd name="connsiteX4" fmla="*/ 17345 w 31771"/>
                <a:gd name="connsiteY4" fmla="*/ 176 h 8165"/>
                <a:gd name="connsiteX5" fmla="*/ 16742 w 31771"/>
                <a:gd name="connsiteY5" fmla="*/ 0 h 8165"/>
                <a:gd name="connsiteX6" fmla="*/ 6307 w 31771"/>
                <a:gd name="connsiteY6" fmla="*/ 0 h 8165"/>
                <a:gd name="connsiteX7" fmla="*/ 5519 w 31771"/>
                <a:gd name="connsiteY7" fmla="*/ 263 h 8165"/>
                <a:gd name="connsiteX8" fmla="*/ 2319 w 31771"/>
                <a:gd name="connsiteY8" fmla="*/ 2985 h 8165"/>
                <a:gd name="connsiteX9" fmla="*/ 2041 w 31771"/>
                <a:gd name="connsiteY9" fmla="*/ 3380 h 8165"/>
                <a:gd name="connsiteX10" fmla="*/ 417 w 31771"/>
                <a:gd name="connsiteY10" fmla="*/ 7112 h 8165"/>
                <a:gd name="connsiteX11" fmla="*/ 0 w 31771"/>
                <a:gd name="connsiteY11" fmla="*/ 8078 h 8165"/>
                <a:gd name="connsiteX12" fmla="*/ 0 w 31771"/>
                <a:gd name="connsiteY12" fmla="*/ 8165 h 8165"/>
                <a:gd name="connsiteX13" fmla="*/ 1345 w 31771"/>
                <a:gd name="connsiteY13" fmla="*/ 7419 h 8165"/>
                <a:gd name="connsiteX14" fmla="*/ 2644 w 31771"/>
                <a:gd name="connsiteY14" fmla="*/ 7726 h 8165"/>
                <a:gd name="connsiteX15" fmla="*/ 4081 w 31771"/>
                <a:gd name="connsiteY15" fmla="*/ 4478 h 8165"/>
                <a:gd name="connsiteX16" fmla="*/ 6724 w 31771"/>
                <a:gd name="connsiteY16" fmla="*/ 2195 h 8165"/>
                <a:gd name="connsiteX17" fmla="*/ 16371 w 31771"/>
                <a:gd name="connsiteY17" fmla="*/ 2195 h 8165"/>
                <a:gd name="connsiteX18" fmla="*/ 19293 w 31771"/>
                <a:gd name="connsiteY18" fmla="*/ 3951 h 8165"/>
                <a:gd name="connsiteX19" fmla="*/ 19942 w 31771"/>
                <a:gd name="connsiteY19" fmla="*/ 4127 h 8165"/>
                <a:gd name="connsiteX20" fmla="*/ 24997 w 31771"/>
                <a:gd name="connsiteY20" fmla="*/ 3995 h 8165"/>
                <a:gd name="connsiteX21" fmla="*/ 30655 w 31771"/>
                <a:gd name="connsiteY21" fmla="*/ 3863 h 8165"/>
                <a:gd name="connsiteX22" fmla="*/ 31768 w 31771"/>
                <a:gd name="connsiteY22" fmla="*/ 2722 h 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771" h="8165">
                  <a:moveTo>
                    <a:pt x="31768" y="2722"/>
                  </a:moveTo>
                  <a:cubicBezTo>
                    <a:pt x="31768" y="2107"/>
                    <a:pt x="31305" y="1712"/>
                    <a:pt x="30562" y="1668"/>
                  </a:cubicBezTo>
                  <a:lnTo>
                    <a:pt x="24626" y="1800"/>
                  </a:lnTo>
                  <a:lnTo>
                    <a:pt x="20220" y="1932"/>
                  </a:lnTo>
                  <a:lnTo>
                    <a:pt x="17345" y="176"/>
                  </a:lnTo>
                  <a:cubicBezTo>
                    <a:pt x="17345" y="176"/>
                    <a:pt x="16928" y="0"/>
                    <a:pt x="16742" y="0"/>
                  </a:cubicBezTo>
                  <a:lnTo>
                    <a:pt x="6307" y="0"/>
                  </a:lnTo>
                  <a:cubicBezTo>
                    <a:pt x="6029" y="0"/>
                    <a:pt x="5751" y="88"/>
                    <a:pt x="5519" y="263"/>
                  </a:cubicBezTo>
                  <a:lnTo>
                    <a:pt x="2319" y="2985"/>
                  </a:lnTo>
                  <a:cubicBezTo>
                    <a:pt x="2319" y="2985"/>
                    <a:pt x="2087" y="3249"/>
                    <a:pt x="2041" y="3380"/>
                  </a:cubicBezTo>
                  <a:lnTo>
                    <a:pt x="417" y="7112"/>
                  </a:lnTo>
                  <a:lnTo>
                    <a:pt x="0" y="8078"/>
                  </a:lnTo>
                  <a:cubicBezTo>
                    <a:pt x="0" y="8078"/>
                    <a:pt x="0" y="8122"/>
                    <a:pt x="0" y="8165"/>
                  </a:cubicBezTo>
                  <a:cubicBezTo>
                    <a:pt x="185" y="7639"/>
                    <a:pt x="742" y="7287"/>
                    <a:pt x="1345" y="7419"/>
                  </a:cubicBezTo>
                  <a:lnTo>
                    <a:pt x="2644" y="7726"/>
                  </a:lnTo>
                  <a:lnTo>
                    <a:pt x="4081" y="4478"/>
                  </a:lnTo>
                  <a:lnTo>
                    <a:pt x="6724" y="2195"/>
                  </a:lnTo>
                  <a:lnTo>
                    <a:pt x="16371" y="2195"/>
                  </a:lnTo>
                  <a:lnTo>
                    <a:pt x="19293" y="3951"/>
                  </a:lnTo>
                  <a:cubicBezTo>
                    <a:pt x="19293" y="3951"/>
                    <a:pt x="19710" y="4083"/>
                    <a:pt x="19942" y="4127"/>
                  </a:cubicBezTo>
                  <a:lnTo>
                    <a:pt x="24997" y="3995"/>
                  </a:lnTo>
                  <a:lnTo>
                    <a:pt x="30655" y="3863"/>
                  </a:lnTo>
                  <a:cubicBezTo>
                    <a:pt x="31305" y="3863"/>
                    <a:pt x="31815" y="3336"/>
                    <a:pt x="31768" y="272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0" name="Freeform: Shape 2339">
              <a:extLst>
                <a:ext uri="{FF2B5EF4-FFF2-40B4-BE49-F238E27FC236}">
                  <a16:creationId xmlns:a16="http://schemas.microsoft.com/office/drawing/2014/main" id="{297FE2E3-C152-258B-ED2F-9FF794C15D82}"/>
                </a:ext>
              </a:extLst>
            </p:cNvPr>
            <p:cNvSpPr>
              <a:spLocks/>
            </p:cNvSpPr>
            <p:nvPr/>
          </p:nvSpPr>
          <p:spPr>
            <a:xfrm>
              <a:off x="6309611" y="3050458"/>
              <a:ext cx="553" cy="393"/>
            </a:xfrm>
            <a:custGeom>
              <a:avLst/>
              <a:gdLst>
                <a:gd name="connsiteX0" fmla="*/ 371 w 371"/>
                <a:gd name="connsiteY0" fmla="*/ 263 h 263"/>
                <a:gd name="connsiteX1" fmla="*/ 0 w 371"/>
                <a:gd name="connsiteY1" fmla="*/ 0 h 263"/>
                <a:gd name="connsiteX2" fmla="*/ 232 w 371"/>
                <a:gd name="connsiteY2" fmla="*/ 220 h 263"/>
                <a:gd name="connsiteX3" fmla="*/ 325 w 371"/>
                <a:gd name="connsiteY3" fmla="*/ 220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" h="263">
                  <a:moveTo>
                    <a:pt x="371" y="263"/>
                  </a:moveTo>
                  <a:cubicBezTo>
                    <a:pt x="371" y="263"/>
                    <a:pt x="139" y="88"/>
                    <a:pt x="0" y="0"/>
                  </a:cubicBezTo>
                  <a:cubicBezTo>
                    <a:pt x="93" y="88"/>
                    <a:pt x="139" y="176"/>
                    <a:pt x="232" y="220"/>
                  </a:cubicBezTo>
                  <a:cubicBezTo>
                    <a:pt x="232" y="220"/>
                    <a:pt x="325" y="220"/>
                    <a:pt x="325" y="2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1" name="Freeform: Shape 2340">
              <a:extLst>
                <a:ext uri="{FF2B5EF4-FFF2-40B4-BE49-F238E27FC236}">
                  <a16:creationId xmlns:a16="http://schemas.microsoft.com/office/drawing/2014/main" id="{F53C8DE2-E1E2-A262-BD7C-E2536AAE6787}"/>
                </a:ext>
              </a:extLst>
            </p:cNvPr>
            <p:cNvSpPr>
              <a:spLocks/>
            </p:cNvSpPr>
            <p:nvPr/>
          </p:nvSpPr>
          <p:spPr>
            <a:xfrm>
              <a:off x="6309057" y="3049411"/>
              <a:ext cx="68" cy="590"/>
            </a:xfrm>
            <a:custGeom>
              <a:avLst/>
              <a:gdLst>
                <a:gd name="connsiteX0" fmla="*/ 46 w 46"/>
                <a:gd name="connsiteY0" fmla="*/ 395 h 395"/>
                <a:gd name="connsiteX1" fmla="*/ 0 w 46"/>
                <a:gd name="connsiteY1" fmla="*/ 0 h 395"/>
                <a:gd name="connsiteX2" fmla="*/ 46 w 46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" h="395">
                  <a:moveTo>
                    <a:pt x="46" y="395"/>
                  </a:moveTo>
                  <a:cubicBezTo>
                    <a:pt x="46" y="395"/>
                    <a:pt x="0" y="132"/>
                    <a:pt x="0" y="0"/>
                  </a:cubicBezTo>
                  <a:cubicBezTo>
                    <a:pt x="0" y="132"/>
                    <a:pt x="0" y="263"/>
                    <a:pt x="46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2" name="Freeform: Shape 2341">
              <a:extLst>
                <a:ext uri="{FF2B5EF4-FFF2-40B4-BE49-F238E27FC236}">
                  <a16:creationId xmlns:a16="http://schemas.microsoft.com/office/drawing/2014/main" id="{40A0C971-0B6F-8BF7-CBE8-FEB4EBC425B5}"/>
                </a:ext>
              </a:extLst>
            </p:cNvPr>
            <p:cNvSpPr>
              <a:spLocks/>
            </p:cNvSpPr>
            <p:nvPr/>
          </p:nvSpPr>
          <p:spPr>
            <a:xfrm>
              <a:off x="6296724" y="3047727"/>
              <a:ext cx="21401" cy="33135"/>
            </a:xfrm>
            <a:custGeom>
              <a:avLst/>
              <a:gdLst>
                <a:gd name="connsiteX0" fmla="*/ 8449 w 14338"/>
                <a:gd name="connsiteY0" fmla="*/ 15878 h 22199"/>
                <a:gd name="connsiteX1" fmla="*/ 8449 w 14338"/>
                <a:gd name="connsiteY1" fmla="*/ 11005 h 22199"/>
                <a:gd name="connsiteX2" fmla="*/ 13782 w 14338"/>
                <a:gd name="connsiteY2" fmla="*/ 8064 h 22199"/>
                <a:gd name="connsiteX3" fmla="*/ 14339 w 14338"/>
                <a:gd name="connsiteY3" fmla="*/ 7098 h 22199"/>
                <a:gd name="connsiteX4" fmla="*/ 14339 w 14338"/>
                <a:gd name="connsiteY4" fmla="*/ 2006 h 22199"/>
                <a:gd name="connsiteX5" fmla="*/ 13457 w 14338"/>
                <a:gd name="connsiteY5" fmla="*/ 952 h 22199"/>
                <a:gd name="connsiteX6" fmla="*/ 10860 w 14338"/>
                <a:gd name="connsiteY6" fmla="*/ 338 h 22199"/>
                <a:gd name="connsiteX7" fmla="*/ 9562 w 14338"/>
                <a:gd name="connsiteY7" fmla="*/ 30 h 22199"/>
                <a:gd name="connsiteX8" fmla="*/ 8217 w 14338"/>
                <a:gd name="connsiteY8" fmla="*/ 777 h 22199"/>
                <a:gd name="connsiteX9" fmla="*/ 8170 w 14338"/>
                <a:gd name="connsiteY9" fmla="*/ 820 h 22199"/>
                <a:gd name="connsiteX10" fmla="*/ 8217 w 14338"/>
                <a:gd name="connsiteY10" fmla="*/ 1172 h 22199"/>
                <a:gd name="connsiteX11" fmla="*/ 8263 w 14338"/>
                <a:gd name="connsiteY11" fmla="*/ 1567 h 22199"/>
                <a:gd name="connsiteX12" fmla="*/ 8588 w 14338"/>
                <a:gd name="connsiteY12" fmla="*/ 1874 h 22199"/>
                <a:gd name="connsiteX13" fmla="*/ 8959 w 14338"/>
                <a:gd name="connsiteY13" fmla="*/ 2137 h 22199"/>
                <a:gd name="connsiteX14" fmla="*/ 8959 w 14338"/>
                <a:gd name="connsiteY14" fmla="*/ 2137 h 22199"/>
                <a:gd name="connsiteX15" fmla="*/ 8959 w 14338"/>
                <a:gd name="connsiteY15" fmla="*/ 2137 h 22199"/>
                <a:gd name="connsiteX16" fmla="*/ 11973 w 14338"/>
                <a:gd name="connsiteY16" fmla="*/ 2884 h 22199"/>
                <a:gd name="connsiteX17" fmla="*/ 11973 w 14338"/>
                <a:gd name="connsiteY17" fmla="*/ 6483 h 22199"/>
                <a:gd name="connsiteX18" fmla="*/ 6640 w 14338"/>
                <a:gd name="connsiteY18" fmla="*/ 9425 h 22199"/>
                <a:gd name="connsiteX19" fmla="*/ 6083 w 14338"/>
                <a:gd name="connsiteY19" fmla="*/ 10391 h 22199"/>
                <a:gd name="connsiteX20" fmla="*/ 6083 w 14338"/>
                <a:gd name="connsiteY20" fmla="*/ 15439 h 22199"/>
                <a:gd name="connsiteX21" fmla="*/ 1399 w 14338"/>
                <a:gd name="connsiteY21" fmla="*/ 19434 h 22199"/>
                <a:gd name="connsiteX22" fmla="*/ 379 w 14338"/>
                <a:gd name="connsiteY22" fmla="*/ 20312 h 22199"/>
                <a:gd name="connsiteX23" fmla="*/ 286 w 14338"/>
                <a:gd name="connsiteY23" fmla="*/ 21849 h 22199"/>
                <a:gd name="connsiteX24" fmla="*/ 1167 w 14338"/>
                <a:gd name="connsiteY24" fmla="*/ 22200 h 22199"/>
                <a:gd name="connsiteX25" fmla="*/ 1956 w 14338"/>
                <a:gd name="connsiteY25" fmla="*/ 21936 h 22199"/>
                <a:gd name="connsiteX26" fmla="*/ 3161 w 14338"/>
                <a:gd name="connsiteY26" fmla="*/ 20883 h 22199"/>
                <a:gd name="connsiteX27" fmla="*/ 8031 w 14338"/>
                <a:gd name="connsiteY27" fmla="*/ 16712 h 22199"/>
                <a:gd name="connsiteX28" fmla="*/ 8402 w 14338"/>
                <a:gd name="connsiteY28" fmla="*/ 15878 h 22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338" h="22199">
                  <a:moveTo>
                    <a:pt x="8449" y="15878"/>
                  </a:moveTo>
                  <a:lnTo>
                    <a:pt x="8449" y="11005"/>
                  </a:lnTo>
                  <a:lnTo>
                    <a:pt x="13782" y="8064"/>
                  </a:lnTo>
                  <a:cubicBezTo>
                    <a:pt x="14153" y="7888"/>
                    <a:pt x="14339" y="7493"/>
                    <a:pt x="14339" y="7098"/>
                  </a:cubicBezTo>
                  <a:lnTo>
                    <a:pt x="14339" y="2006"/>
                  </a:lnTo>
                  <a:cubicBezTo>
                    <a:pt x="14339" y="1523"/>
                    <a:pt x="13967" y="1084"/>
                    <a:pt x="13457" y="952"/>
                  </a:cubicBezTo>
                  <a:lnTo>
                    <a:pt x="10860" y="338"/>
                  </a:lnTo>
                  <a:lnTo>
                    <a:pt x="9562" y="30"/>
                  </a:lnTo>
                  <a:cubicBezTo>
                    <a:pt x="8959" y="-102"/>
                    <a:pt x="8402" y="206"/>
                    <a:pt x="8217" y="777"/>
                  </a:cubicBezTo>
                  <a:cubicBezTo>
                    <a:pt x="8217" y="777"/>
                    <a:pt x="8217" y="777"/>
                    <a:pt x="8170" y="820"/>
                  </a:cubicBezTo>
                  <a:cubicBezTo>
                    <a:pt x="8170" y="952"/>
                    <a:pt x="8170" y="1040"/>
                    <a:pt x="8217" y="1172"/>
                  </a:cubicBezTo>
                  <a:cubicBezTo>
                    <a:pt x="8217" y="1303"/>
                    <a:pt x="8217" y="1479"/>
                    <a:pt x="8263" y="1567"/>
                  </a:cubicBezTo>
                  <a:cubicBezTo>
                    <a:pt x="8309" y="1698"/>
                    <a:pt x="8449" y="1786"/>
                    <a:pt x="8588" y="1874"/>
                  </a:cubicBezTo>
                  <a:cubicBezTo>
                    <a:pt x="8727" y="1962"/>
                    <a:pt x="8820" y="2093"/>
                    <a:pt x="8959" y="2137"/>
                  </a:cubicBezTo>
                  <a:cubicBezTo>
                    <a:pt x="8959" y="2137"/>
                    <a:pt x="8959" y="2137"/>
                    <a:pt x="8959" y="2137"/>
                  </a:cubicBezTo>
                  <a:cubicBezTo>
                    <a:pt x="8959" y="2137"/>
                    <a:pt x="8959" y="2137"/>
                    <a:pt x="8959" y="2137"/>
                  </a:cubicBezTo>
                  <a:lnTo>
                    <a:pt x="11973" y="2884"/>
                  </a:lnTo>
                  <a:lnTo>
                    <a:pt x="11973" y="6483"/>
                  </a:lnTo>
                  <a:lnTo>
                    <a:pt x="6640" y="9425"/>
                  </a:lnTo>
                  <a:cubicBezTo>
                    <a:pt x="6269" y="9600"/>
                    <a:pt x="6083" y="9996"/>
                    <a:pt x="6083" y="10391"/>
                  </a:cubicBezTo>
                  <a:lnTo>
                    <a:pt x="6083" y="15439"/>
                  </a:lnTo>
                  <a:lnTo>
                    <a:pt x="1399" y="19434"/>
                  </a:lnTo>
                  <a:lnTo>
                    <a:pt x="379" y="20312"/>
                  </a:lnTo>
                  <a:cubicBezTo>
                    <a:pt x="-85" y="20707"/>
                    <a:pt x="-131" y="21410"/>
                    <a:pt x="286" y="21849"/>
                  </a:cubicBezTo>
                  <a:cubicBezTo>
                    <a:pt x="518" y="22068"/>
                    <a:pt x="843" y="22200"/>
                    <a:pt x="1167" y="22200"/>
                  </a:cubicBezTo>
                  <a:cubicBezTo>
                    <a:pt x="1446" y="22200"/>
                    <a:pt x="1724" y="22112"/>
                    <a:pt x="1956" y="21936"/>
                  </a:cubicBezTo>
                  <a:lnTo>
                    <a:pt x="3161" y="20883"/>
                  </a:lnTo>
                  <a:lnTo>
                    <a:pt x="8031" y="16712"/>
                  </a:lnTo>
                  <a:cubicBezTo>
                    <a:pt x="8263" y="16493"/>
                    <a:pt x="8402" y="16229"/>
                    <a:pt x="8402" y="1587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3" name="Freeform: Shape 2342">
              <a:extLst>
                <a:ext uri="{FF2B5EF4-FFF2-40B4-BE49-F238E27FC236}">
                  <a16:creationId xmlns:a16="http://schemas.microsoft.com/office/drawing/2014/main" id="{614568E4-941C-57AC-418E-93053B316C5E}"/>
                </a:ext>
              </a:extLst>
            </p:cNvPr>
            <p:cNvSpPr>
              <a:spLocks/>
            </p:cNvSpPr>
            <p:nvPr/>
          </p:nvSpPr>
          <p:spPr>
            <a:xfrm>
              <a:off x="6085146" y="2796478"/>
              <a:ext cx="46560" cy="32632"/>
            </a:xfrm>
            <a:custGeom>
              <a:avLst/>
              <a:gdLst>
                <a:gd name="connsiteX0" fmla="*/ 24283 w 31193"/>
                <a:gd name="connsiteY0" fmla="*/ 1712 h 21862"/>
                <a:gd name="connsiteX1" fmla="*/ 19738 w 31193"/>
                <a:gd name="connsiteY1" fmla="*/ 8692 h 21862"/>
                <a:gd name="connsiteX2" fmla="*/ 12085 w 31193"/>
                <a:gd name="connsiteY2" fmla="*/ 14750 h 21862"/>
                <a:gd name="connsiteX3" fmla="*/ 9535 w 31193"/>
                <a:gd name="connsiteY3" fmla="*/ 14750 h 21862"/>
                <a:gd name="connsiteX4" fmla="*/ 6381 w 31193"/>
                <a:gd name="connsiteY4" fmla="*/ 11677 h 21862"/>
                <a:gd name="connsiteX5" fmla="*/ 5361 w 31193"/>
                <a:gd name="connsiteY5" fmla="*/ 11370 h 21862"/>
                <a:gd name="connsiteX6" fmla="*/ 4480 w 31193"/>
                <a:gd name="connsiteY6" fmla="*/ 11985 h 21862"/>
                <a:gd name="connsiteX7" fmla="*/ 770 w 31193"/>
                <a:gd name="connsiteY7" fmla="*/ 19009 h 21862"/>
                <a:gd name="connsiteX8" fmla="*/ 120 w 31193"/>
                <a:gd name="connsiteY8" fmla="*/ 20238 h 21862"/>
                <a:gd name="connsiteX9" fmla="*/ 537 w 31193"/>
                <a:gd name="connsiteY9" fmla="*/ 21643 h 21862"/>
                <a:gd name="connsiteX10" fmla="*/ 630 w 31193"/>
                <a:gd name="connsiteY10" fmla="*/ 21730 h 21862"/>
                <a:gd name="connsiteX11" fmla="*/ 1140 w 31193"/>
                <a:gd name="connsiteY11" fmla="*/ 21862 h 21862"/>
                <a:gd name="connsiteX12" fmla="*/ 1233 w 31193"/>
                <a:gd name="connsiteY12" fmla="*/ 21862 h 21862"/>
                <a:gd name="connsiteX13" fmla="*/ 1419 w 31193"/>
                <a:gd name="connsiteY13" fmla="*/ 21818 h 21862"/>
                <a:gd name="connsiteX14" fmla="*/ 1975 w 31193"/>
                <a:gd name="connsiteY14" fmla="*/ 21511 h 21862"/>
                <a:gd name="connsiteX15" fmla="*/ 2114 w 31193"/>
                <a:gd name="connsiteY15" fmla="*/ 21379 h 21862"/>
                <a:gd name="connsiteX16" fmla="*/ 2207 w 31193"/>
                <a:gd name="connsiteY16" fmla="*/ 21292 h 21862"/>
                <a:gd name="connsiteX17" fmla="*/ 2207 w 31193"/>
                <a:gd name="connsiteY17" fmla="*/ 21160 h 21862"/>
                <a:gd name="connsiteX18" fmla="*/ 5825 w 31193"/>
                <a:gd name="connsiteY18" fmla="*/ 14443 h 21862"/>
                <a:gd name="connsiteX19" fmla="*/ 8143 w 31193"/>
                <a:gd name="connsiteY19" fmla="*/ 16770 h 21862"/>
                <a:gd name="connsiteX20" fmla="*/ 8978 w 31193"/>
                <a:gd name="connsiteY20" fmla="*/ 17121 h 21862"/>
                <a:gd name="connsiteX21" fmla="*/ 12456 w 31193"/>
                <a:gd name="connsiteY21" fmla="*/ 17121 h 21862"/>
                <a:gd name="connsiteX22" fmla="*/ 13199 w 31193"/>
                <a:gd name="connsiteY22" fmla="*/ 16858 h 21862"/>
                <a:gd name="connsiteX23" fmla="*/ 21315 w 31193"/>
                <a:gd name="connsiteY23" fmla="*/ 10404 h 21862"/>
                <a:gd name="connsiteX24" fmla="*/ 21547 w 31193"/>
                <a:gd name="connsiteY24" fmla="*/ 10141 h 21862"/>
                <a:gd name="connsiteX25" fmla="*/ 25952 w 31193"/>
                <a:gd name="connsiteY25" fmla="*/ 3380 h 21862"/>
                <a:gd name="connsiteX26" fmla="*/ 31193 w 31193"/>
                <a:gd name="connsiteY26" fmla="*/ 2063 h 21862"/>
                <a:gd name="connsiteX27" fmla="*/ 30776 w 31193"/>
                <a:gd name="connsiteY27" fmla="*/ 1185 h 21862"/>
                <a:gd name="connsiteX28" fmla="*/ 30776 w 31193"/>
                <a:gd name="connsiteY28" fmla="*/ 1185 h 21862"/>
                <a:gd name="connsiteX29" fmla="*/ 30219 w 31193"/>
                <a:gd name="connsiteY29" fmla="*/ 0 h 21862"/>
                <a:gd name="connsiteX30" fmla="*/ 24886 w 31193"/>
                <a:gd name="connsiteY30" fmla="*/ 1317 h 21862"/>
                <a:gd name="connsiteX31" fmla="*/ 24190 w 31193"/>
                <a:gd name="connsiteY31" fmla="*/ 180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193" h="21862">
                  <a:moveTo>
                    <a:pt x="24283" y="1712"/>
                  </a:moveTo>
                  <a:lnTo>
                    <a:pt x="19738" y="8692"/>
                  </a:lnTo>
                  <a:lnTo>
                    <a:pt x="12085" y="14750"/>
                  </a:lnTo>
                  <a:lnTo>
                    <a:pt x="9535" y="14750"/>
                  </a:lnTo>
                  <a:lnTo>
                    <a:pt x="6381" y="11677"/>
                  </a:lnTo>
                  <a:cubicBezTo>
                    <a:pt x="6103" y="11414"/>
                    <a:pt x="5686" y="11282"/>
                    <a:pt x="5361" y="11370"/>
                  </a:cubicBezTo>
                  <a:cubicBezTo>
                    <a:pt x="4990" y="11414"/>
                    <a:pt x="4665" y="11633"/>
                    <a:pt x="4480" y="11985"/>
                  </a:cubicBezTo>
                  <a:lnTo>
                    <a:pt x="770" y="19009"/>
                  </a:lnTo>
                  <a:lnTo>
                    <a:pt x="120" y="20238"/>
                  </a:lnTo>
                  <a:cubicBezTo>
                    <a:pt x="-158" y="20721"/>
                    <a:pt x="74" y="21335"/>
                    <a:pt x="537" y="21643"/>
                  </a:cubicBezTo>
                  <a:cubicBezTo>
                    <a:pt x="537" y="21643"/>
                    <a:pt x="537" y="21730"/>
                    <a:pt x="630" y="21730"/>
                  </a:cubicBezTo>
                  <a:cubicBezTo>
                    <a:pt x="816" y="21818"/>
                    <a:pt x="955" y="21862"/>
                    <a:pt x="1140" y="21862"/>
                  </a:cubicBezTo>
                  <a:cubicBezTo>
                    <a:pt x="1140" y="21862"/>
                    <a:pt x="1187" y="21862"/>
                    <a:pt x="1233" y="21862"/>
                  </a:cubicBezTo>
                  <a:cubicBezTo>
                    <a:pt x="1280" y="21862"/>
                    <a:pt x="1326" y="21862"/>
                    <a:pt x="1419" y="21818"/>
                  </a:cubicBezTo>
                  <a:cubicBezTo>
                    <a:pt x="1650" y="21774"/>
                    <a:pt x="1790" y="21687"/>
                    <a:pt x="1975" y="21511"/>
                  </a:cubicBezTo>
                  <a:cubicBezTo>
                    <a:pt x="2022" y="21467"/>
                    <a:pt x="2068" y="21423"/>
                    <a:pt x="2114" y="21379"/>
                  </a:cubicBezTo>
                  <a:cubicBezTo>
                    <a:pt x="2114" y="21379"/>
                    <a:pt x="2207" y="21335"/>
                    <a:pt x="2207" y="21292"/>
                  </a:cubicBezTo>
                  <a:lnTo>
                    <a:pt x="2207" y="21160"/>
                  </a:lnTo>
                  <a:cubicBezTo>
                    <a:pt x="2207" y="21160"/>
                    <a:pt x="5825" y="14443"/>
                    <a:pt x="5825" y="14443"/>
                  </a:cubicBezTo>
                  <a:lnTo>
                    <a:pt x="8143" y="16770"/>
                  </a:lnTo>
                  <a:cubicBezTo>
                    <a:pt x="8143" y="16770"/>
                    <a:pt x="8653" y="17121"/>
                    <a:pt x="8978" y="17121"/>
                  </a:cubicBezTo>
                  <a:lnTo>
                    <a:pt x="12456" y="17121"/>
                  </a:lnTo>
                  <a:cubicBezTo>
                    <a:pt x="12735" y="17121"/>
                    <a:pt x="13013" y="17033"/>
                    <a:pt x="13199" y="16858"/>
                  </a:cubicBezTo>
                  <a:lnTo>
                    <a:pt x="21315" y="10404"/>
                  </a:lnTo>
                  <a:cubicBezTo>
                    <a:pt x="21315" y="10404"/>
                    <a:pt x="21500" y="10229"/>
                    <a:pt x="21547" y="10141"/>
                  </a:cubicBezTo>
                  <a:lnTo>
                    <a:pt x="25952" y="3380"/>
                  </a:lnTo>
                  <a:lnTo>
                    <a:pt x="31193" y="2063"/>
                  </a:lnTo>
                  <a:lnTo>
                    <a:pt x="30776" y="1185"/>
                  </a:lnTo>
                  <a:cubicBezTo>
                    <a:pt x="30776" y="1185"/>
                    <a:pt x="30776" y="1185"/>
                    <a:pt x="30776" y="1185"/>
                  </a:cubicBezTo>
                  <a:lnTo>
                    <a:pt x="30219" y="0"/>
                  </a:lnTo>
                  <a:lnTo>
                    <a:pt x="24886" y="1317"/>
                  </a:lnTo>
                  <a:cubicBezTo>
                    <a:pt x="24607" y="1405"/>
                    <a:pt x="24329" y="1580"/>
                    <a:pt x="24190" y="180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4" name="Freeform: Shape 2343">
              <a:extLst>
                <a:ext uri="{FF2B5EF4-FFF2-40B4-BE49-F238E27FC236}">
                  <a16:creationId xmlns:a16="http://schemas.microsoft.com/office/drawing/2014/main" id="{7062579A-675E-BD31-339F-FC08D6D9F498}"/>
                </a:ext>
              </a:extLst>
            </p:cNvPr>
            <p:cNvSpPr>
              <a:spLocks/>
            </p:cNvSpPr>
            <p:nvPr/>
          </p:nvSpPr>
          <p:spPr>
            <a:xfrm>
              <a:off x="6038737" y="2744122"/>
              <a:ext cx="95667" cy="53927"/>
            </a:xfrm>
            <a:custGeom>
              <a:avLst/>
              <a:gdLst>
                <a:gd name="connsiteX0" fmla="*/ 0 w 64093"/>
                <a:gd name="connsiteY0" fmla="*/ 1361 h 36129"/>
                <a:gd name="connsiteX1" fmla="*/ 186 w 64093"/>
                <a:gd name="connsiteY1" fmla="*/ 1712 h 36129"/>
                <a:gd name="connsiteX2" fmla="*/ 510 w 64093"/>
                <a:gd name="connsiteY2" fmla="*/ 1976 h 36129"/>
                <a:gd name="connsiteX3" fmla="*/ 1067 w 64093"/>
                <a:gd name="connsiteY3" fmla="*/ 2195 h 36129"/>
                <a:gd name="connsiteX4" fmla="*/ 4359 w 64093"/>
                <a:gd name="connsiteY4" fmla="*/ 2195 h 36129"/>
                <a:gd name="connsiteX5" fmla="*/ 7513 w 64093"/>
                <a:gd name="connsiteY5" fmla="*/ 8253 h 36129"/>
                <a:gd name="connsiteX6" fmla="*/ 8534 w 64093"/>
                <a:gd name="connsiteY6" fmla="*/ 8868 h 36129"/>
                <a:gd name="connsiteX7" fmla="*/ 13264 w 64093"/>
                <a:gd name="connsiteY7" fmla="*/ 8868 h 36129"/>
                <a:gd name="connsiteX8" fmla="*/ 16093 w 64093"/>
                <a:gd name="connsiteY8" fmla="*/ 11546 h 36129"/>
                <a:gd name="connsiteX9" fmla="*/ 17438 w 64093"/>
                <a:gd name="connsiteY9" fmla="*/ 11765 h 36129"/>
                <a:gd name="connsiteX10" fmla="*/ 21194 w 64093"/>
                <a:gd name="connsiteY10" fmla="*/ 10053 h 36129"/>
                <a:gd name="connsiteX11" fmla="*/ 22632 w 64093"/>
                <a:gd name="connsiteY11" fmla="*/ 12775 h 36129"/>
                <a:gd name="connsiteX12" fmla="*/ 18690 w 64093"/>
                <a:gd name="connsiteY12" fmla="*/ 14750 h 36129"/>
                <a:gd name="connsiteX13" fmla="*/ 18087 w 64093"/>
                <a:gd name="connsiteY13" fmla="*/ 15585 h 36129"/>
                <a:gd name="connsiteX14" fmla="*/ 18505 w 64093"/>
                <a:gd name="connsiteY14" fmla="*/ 16550 h 36129"/>
                <a:gd name="connsiteX15" fmla="*/ 27780 w 64093"/>
                <a:gd name="connsiteY15" fmla="*/ 23970 h 36129"/>
                <a:gd name="connsiteX16" fmla="*/ 28986 w 64093"/>
                <a:gd name="connsiteY16" fmla="*/ 24145 h 36129"/>
                <a:gd name="connsiteX17" fmla="*/ 35664 w 64093"/>
                <a:gd name="connsiteY17" fmla="*/ 21423 h 36129"/>
                <a:gd name="connsiteX18" fmla="*/ 36313 w 64093"/>
                <a:gd name="connsiteY18" fmla="*/ 20765 h 36129"/>
                <a:gd name="connsiteX19" fmla="*/ 36221 w 64093"/>
                <a:gd name="connsiteY19" fmla="*/ 19843 h 36129"/>
                <a:gd name="connsiteX20" fmla="*/ 34412 w 64093"/>
                <a:gd name="connsiteY20" fmla="*/ 17033 h 36129"/>
                <a:gd name="connsiteX21" fmla="*/ 38586 w 64093"/>
                <a:gd name="connsiteY21" fmla="*/ 19184 h 36129"/>
                <a:gd name="connsiteX22" fmla="*/ 39606 w 64093"/>
                <a:gd name="connsiteY22" fmla="*/ 19184 h 36129"/>
                <a:gd name="connsiteX23" fmla="*/ 43456 w 64093"/>
                <a:gd name="connsiteY23" fmla="*/ 17516 h 36129"/>
                <a:gd name="connsiteX24" fmla="*/ 45218 w 64093"/>
                <a:gd name="connsiteY24" fmla="*/ 18745 h 36129"/>
                <a:gd name="connsiteX25" fmla="*/ 42621 w 64093"/>
                <a:gd name="connsiteY25" fmla="*/ 22521 h 36129"/>
                <a:gd name="connsiteX26" fmla="*/ 42806 w 64093"/>
                <a:gd name="connsiteY26" fmla="*/ 23926 h 36129"/>
                <a:gd name="connsiteX27" fmla="*/ 46006 w 64093"/>
                <a:gd name="connsiteY27" fmla="*/ 26647 h 36129"/>
                <a:gd name="connsiteX28" fmla="*/ 47583 w 64093"/>
                <a:gd name="connsiteY28" fmla="*/ 26647 h 36129"/>
                <a:gd name="connsiteX29" fmla="*/ 50505 w 64093"/>
                <a:gd name="connsiteY29" fmla="*/ 24101 h 36129"/>
                <a:gd name="connsiteX30" fmla="*/ 52917 w 64093"/>
                <a:gd name="connsiteY30" fmla="*/ 26560 h 36129"/>
                <a:gd name="connsiteX31" fmla="*/ 53751 w 64093"/>
                <a:gd name="connsiteY31" fmla="*/ 26911 h 36129"/>
                <a:gd name="connsiteX32" fmla="*/ 57647 w 64093"/>
                <a:gd name="connsiteY32" fmla="*/ 26911 h 36129"/>
                <a:gd name="connsiteX33" fmla="*/ 61404 w 64093"/>
                <a:gd name="connsiteY33" fmla="*/ 34945 h 36129"/>
                <a:gd name="connsiteX34" fmla="*/ 61960 w 64093"/>
                <a:gd name="connsiteY34" fmla="*/ 36130 h 36129"/>
                <a:gd name="connsiteX35" fmla="*/ 62563 w 64093"/>
                <a:gd name="connsiteY35" fmla="*/ 34681 h 36129"/>
                <a:gd name="connsiteX36" fmla="*/ 64093 w 64093"/>
                <a:gd name="connsiteY36" fmla="*/ 35252 h 36129"/>
                <a:gd name="connsiteX37" fmla="*/ 64093 w 64093"/>
                <a:gd name="connsiteY37" fmla="*/ 35252 h 36129"/>
                <a:gd name="connsiteX38" fmla="*/ 59456 w 64093"/>
                <a:gd name="connsiteY38" fmla="*/ 25374 h 36129"/>
                <a:gd name="connsiteX39" fmla="*/ 58389 w 64093"/>
                <a:gd name="connsiteY39" fmla="*/ 24716 h 36129"/>
                <a:gd name="connsiteX40" fmla="*/ 54261 w 64093"/>
                <a:gd name="connsiteY40" fmla="*/ 24716 h 36129"/>
                <a:gd name="connsiteX41" fmla="*/ 51433 w 64093"/>
                <a:gd name="connsiteY41" fmla="*/ 21775 h 36129"/>
                <a:gd name="connsiteX42" fmla="*/ 50644 w 64093"/>
                <a:gd name="connsiteY42" fmla="*/ 21423 h 36129"/>
                <a:gd name="connsiteX43" fmla="*/ 49809 w 64093"/>
                <a:gd name="connsiteY43" fmla="*/ 21731 h 36129"/>
                <a:gd name="connsiteX44" fmla="*/ 46841 w 64093"/>
                <a:gd name="connsiteY44" fmla="*/ 24321 h 36129"/>
                <a:gd name="connsiteX45" fmla="*/ 45172 w 64093"/>
                <a:gd name="connsiteY45" fmla="*/ 22872 h 36129"/>
                <a:gd name="connsiteX46" fmla="*/ 47815 w 64093"/>
                <a:gd name="connsiteY46" fmla="*/ 19009 h 36129"/>
                <a:gd name="connsiteX47" fmla="*/ 47537 w 64093"/>
                <a:gd name="connsiteY47" fmla="*/ 17516 h 36129"/>
                <a:gd name="connsiteX48" fmla="*/ 44337 w 64093"/>
                <a:gd name="connsiteY48" fmla="*/ 15321 h 36129"/>
                <a:gd name="connsiteX49" fmla="*/ 43177 w 64093"/>
                <a:gd name="connsiteY49" fmla="*/ 15233 h 36129"/>
                <a:gd name="connsiteX50" fmla="*/ 39235 w 64093"/>
                <a:gd name="connsiteY50" fmla="*/ 16945 h 36129"/>
                <a:gd name="connsiteX51" fmla="*/ 31769 w 64093"/>
                <a:gd name="connsiteY51" fmla="*/ 13082 h 36129"/>
                <a:gd name="connsiteX52" fmla="*/ 30377 w 64093"/>
                <a:gd name="connsiteY52" fmla="*/ 13302 h 36129"/>
                <a:gd name="connsiteX53" fmla="*/ 30238 w 64093"/>
                <a:gd name="connsiteY53" fmla="*/ 14619 h 36129"/>
                <a:gd name="connsiteX54" fmla="*/ 33624 w 64093"/>
                <a:gd name="connsiteY54" fmla="*/ 19843 h 36129"/>
                <a:gd name="connsiteX55" fmla="*/ 28847 w 64093"/>
                <a:gd name="connsiteY55" fmla="*/ 21818 h 36129"/>
                <a:gd name="connsiteX56" fmla="*/ 21427 w 64093"/>
                <a:gd name="connsiteY56" fmla="*/ 15892 h 36129"/>
                <a:gd name="connsiteX57" fmla="*/ 24858 w 64093"/>
                <a:gd name="connsiteY57" fmla="*/ 14180 h 36129"/>
                <a:gd name="connsiteX58" fmla="*/ 25369 w 64093"/>
                <a:gd name="connsiteY58" fmla="*/ 12731 h 36129"/>
                <a:gd name="connsiteX59" fmla="*/ 22910 w 64093"/>
                <a:gd name="connsiteY59" fmla="*/ 8078 h 36129"/>
                <a:gd name="connsiteX60" fmla="*/ 21380 w 64093"/>
                <a:gd name="connsiteY60" fmla="*/ 7595 h 36129"/>
                <a:gd name="connsiteX61" fmla="*/ 17345 w 64093"/>
                <a:gd name="connsiteY61" fmla="*/ 9439 h 36129"/>
                <a:gd name="connsiteX62" fmla="*/ 14748 w 64093"/>
                <a:gd name="connsiteY62" fmla="*/ 6980 h 36129"/>
                <a:gd name="connsiteX63" fmla="*/ 13913 w 64093"/>
                <a:gd name="connsiteY63" fmla="*/ 6673 h 36129"/>
                <a:gd name="connsiteX64" fmla="*/ 9415 w 64093"/>
                <a:gd name="connsiteY64" fmla="*/ 6673 h 36129"/>
                <a:gd name="connsiteX65" fmla="*/ 6261 w 64093"/>
                <a:gd name="connsiteY65" fmla="*/ 615 h 36129"/>
                <a:gd name="connsiteX66" fmla="*/ 5241 w 64093"/>
                <a:gd name="connsiteY66" fmla="*/ 0 h 36129"/>
                <a:gd name="connsiteX67" fmla="*/ 1206 w 64093"/>
                <a:gd name="connsiteY67" fmla="*/ 0 h 36129"/>
                <a:gd name="connsiteX68" fmla="*/ 93 w 64093"/>
                <a:gd name="connsiteY68" fmla="*/ 966 h 36129"/>
                <a:gd name="connsiteX69" fmla="*/ 46 w 64093"/>
                <a:gd name="connsiteY69" fmla="*/ 1098 h 36129"/>
                <a:gd name="connsiteX70" fmla="*/ 186 w 64093"/>
                <a:gd name="connsiteY70" fmla="*/ 1361 h 3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4093" h="36129">
                  <a:moveTo>
                    <a:pt x="0" y="1361"/>
                  </a:moveTo>
                  <a:cubicBezTo>
                    <a:pt x="0" y="1361"/>
                    <a:pt x="93" y="1624"/>
                    <a:pt x="186" y="1712"/>
                  </a:cubicBezTo>
                  <a:cubicBezTo>
                    <a:pt x="278" y="1844"/>
                    <a:pt x="371" y="1888"/>
                    <a:pt x="510" y="1976"/>
                  </a:cubicBezTo>
                  <a:cubicBezTo>
                    <a:pt x="696" y="2063"/>
                    <a:pt x="835" y="2195"/>
                    <a:pt x="1067" y="2195"/>
                  </a:cubicBezTo>
                  <a:lnTo>
                    <a:pt x="4359" y="2195"/>
                  </a:lnTo>
                  <a:lnTo>
                    <a:pt x="7513" y="8253"/>
                  </a:lnTo>
                  <a:cubicBezTo>
                    <a:pt x="7699" y="8648"/>
                    <a:pt x="8116" y="8868"/>
                    <a:pt x="8534" y="8868"/>
                  </a:cubicBezTo>
                  <a:lnTo>
                    <a:pt x="13264" y="8868"/>
                  </a:lnTo>
                  <a:lnTo>
                    <a:pt x="16093" y="11546"/>
                  </a:lnTo>
                  <a:cubicBezTo>
                    <a:pt x="16418" y="11853"/>
                    <a:pt x="16974" y="11941"/>
                    <a:pt x="17438" y="11765"/>
                  </a:cubicBezTo>
                  <a:lnTo>
                    <a:pt x="21194" y="10053"/>
                  </a:lnTo>
                  <a:lnTo>
                    <a:pt x="22632" y="12775"/>
                  </a:lnTo>
                  <a:lnTo>
                    <a:pt x="18690" y="14750"/>
                  </a:lnTo>
                  <a:cubicBezTo>
                    <a:pt x="18365" y="14926"/>
                    <a:pt x="18134" y="15233"/>
                    <a:pt x="18087" y="15585"/>
                  </a:cubicBezTo>
                  <a:cubicBezTo>
                    <a:pt x="18087" y="15936"/>
                    <a:pt x="18180" y="16287"/>
                    <a:pt x="18505" y="16550"/>
                  </a:cubicBezTo>
                  <a:lnTo>
                    <a:pt x="27780" y="23970"/>
                  </a:lnTo>
                  <a:cubicBezTo>
                    <a:pt x="28105" y="24233"/>
                    <a:pt x="28569" y="24321"/>
                    <a:pt x="28986" y="24145"/>
                  </a:cubicBezTo>
                  <a:lnTo>
                    <a:pt x="35664" y="21423"/>
                  </a:lnTo>
                  <a:cubicBezTo>
                    <a:pt x="35989" y="21292"/>
                    <a:pt x="36221" y="21028"/>
                    <a:pt x="36313" y="20765"/>
                  </a:cubicBezTo>
                  <a:cubicBezTo>
                    <a:pt x="36406" y="20457"/>
                    <a:pt x="36360" y="20150"/>
                    <a:pt x="36221" y="19843"/>
                  </a:cubicBezTo>
                  <a:lnTo>
                    <a:pt x="34412" y="17033"/>
                  </a:lnTo>
                  <a:lnTo>
                    <a:pt x="38586" y="19184"/>
                  </a:lnTo>
                  <a:cubicBezTo>
                    <a:pt x="38911" y="19360"/>
                    <a:pt x="39282" y="19360"/>
                    <a:pt x="39606" y="19184"/>
                  </a:cubicBezTo>
                  <a:lnTo>
                    <a:pt x="43456" y="17516"/>
                  </a:lnTo>
                  <a:lnTo>
                    <a:pt x="45218" y="18745"/>
                  </a:lnTo>
                  <a:lnTo>
                    <a:pt x="42621" y="22521"/>
                  </a:lnTo>
                  <a:cubicBezTo>
                    <a:pt x="42296" y="22960"/>
                    <a:pt x="42389" y="23574"/>
                    <a:pt x="42806" y="23926"/>
                  </a:cubicBezTo>
                  <a:lnTo>
                    <a:pt x="46006" y="26647"/>
                  </a:lnTo>
                  <a:cubicBezTo>
                    <a:pt x="46470" y="27042"/>
                    <a:pt x="47119" y="27042"/>
                    <a:pt x="47583" y="26647"/>
                  </a:cubicBezTo>
                  <a:lnTo>
                    <a:pt x="50505" y="24101"/>
                  </a:lnTo>
                  <a:lnTo>
                    <a:pt x="52917" y="26560"/>
                  </a:lnTo>
                  <a:cubicBezTo>
                    <a:pt x="53148" y="26779"/>
                    <a:pt x="53427" y="26911"/>
                    <a:pt x="53751" y="26911"/>
                  </a:cubicBezTo>
                  <a:lnTo>
                    <a:pt x="57647" y="26911"/>
                  </a:lnTo>
                  <a:lnTo>
                    <a:pt x="61404" y="34945"/>
                  </a:lnTo>
                  <a:lnTo>
                    <a:pt x="61960" y="36130"/>
                  </a:lnTo>
                  <a:cubicBezTo>
                    <a:pt x="61728" y="35559"/>
                    <a:pt x="61960" y="34945"/>
                    <a:pt x="62563" y="34681"/>
                  </a:cubicBezTo>
                  <a:cubicBezTo>
                    <a:pt x="63166" y="34462"/>
                    <a:pt x="63815" y="34681"/>
                    <a:pt x="64093" y="35252"/>
                  </a:cubicBezTo>
                  <a:cubicBezTo>
                    <a:pt x="64093" y="35252"/>
                    <a:pt x="64093" y="35252"/>
                    <a:pt x="64093" y="35252"/>
                  </a:cubicBezTo>
                  <a:lnTo>
                    <a:pt x="59456" y="25374"/>
                  </a:lnTo>
                  <a:cubicBezTo>
                    <a:pt x="59270" y="24979"/>
                    <a:pt x="58853" y="24716"/>
                    <a:pt x="58389" y="24716"/>
                  </a:cubicBezTo>
                  <a:lnTo>
                    <a:pt x="54261" y="24716"/>
                  </a:lnTo>
                  <a:lnTo>
                    <a:pt x="51433" y="21775"/>
                  </a:lnTo>
                  <a:cubicBezTo>
                    <a:pt x="51433" y="21775"/>
                    <a:pt x="50922" y="21423"/>
                    <a:pt x="50644" y="21423"/>
                  </a:cubicBezTo>
                  <a:cubicBezTo>
                    <a:pt x="50320" y="21423"/>
                    <a:pt x="50041" y="21511"/>
                    <a:pt x="49809" y="21731"/>
                  </a:cubicBezTo>
                  <a:lnTo>
                    <a:pt x="46841" y="24321"/>
                  </a:lnTo>
                  <a:lnTo>
                    <a:pt x="45172" y="22872"/>
                  </a:lnTo>
                  <a:lnTo>
                    <a:pt x="47815" y="19009"/>
                  </a:lnTo>
                  <a:cubicBezTo>
                    <a:pt x="48140" y="18526"/>
                    <a:pt x="48001" y="17867"/>
                    <a:pt x="47537" y="17516"/>
                  </a:cubicBezTo>
                  <a:lnTo>
                    <a:pt x="44337" y="15321"/>
                  </a:lnTo>
                  <a:cubicBezTo>
                    <a:pt x="44012" y="15102"/>
                    <a:pt x="43548" y="15058"/>
                    <a:pt x="43177" y="15233"/>
                  </a:cubicBezTo>
                  <a:lnTo>
                    <a:pt x="39235" y="16945"/>
                  </a:lnTo>
                  <a:lnTo>
                    <a:pt x="31769" y="13082"/>
                  </a:lnTo>
                  <a:cubicBezTo>
                    <a:pt x="31305" y="12819"/>
                    <a:pt x="30748" y="12907"/>
                    <a:pt x="30377" y="13302"/>
                  </a:cubicBezTo>
                  <a:cubicBezTo>
                    <a:pt x="30006" y="13653"/>
                    <a:pt x="29960" y="14224"/>
                    <a:pt x="30238" y="14619"/>
                  </a:cubicBezTo>
                  <a:lnTo>
                    <a:pt x="33624" y="19843"/>
                  </a:lnTo>
                  <a:lnTo>
                    <a:pt x="28847" y="21818"/>
                  </a:lnTo>
                  <a:lnTo>
                    <a:pt x="21427" y="15892"/>
                  </a:lnTo>
                  <a:lnTo>
                    <a:pt x="24858" y="14180"/>
                  </a:lnTo>
                  <a:cubicBezTo>
                    <a:pt x="25415" y="13916"/>
                    <a:pt x="25647" y="13258"/>
                    <a:pt x="25369" y="12731"/>
                  </a:cubicBezTo>
                  <a:lnTo>
                    <a:pt x="22910" y="8078"/>
                  </a:lnTo>
                  <a:cubicBezTo>
                    <a:pt x="22632" y="7551"/>
                    <a:pt x="21937" y="7331"/>
                    <a:pt x="21380" y="7595"/>
                  </a:cubicBezTo>
                  <a:lnTo>
                    <a:pt x="17345" y="9439"/>
                  </a:lnTo>
                  <a:lnTo>
                    <a:pt x="14748" y="6980"/>
                  </a:lnTo>
                  <a:cubicBezTo>
                    <a:pt x="14748" y="6980"/>
                    <a:pt x="14238" y="6673"/>
                    <a:pt x="13913" y="6673"/>
                  </a:cubicBezTo>
                  <a:lnTo>
                    <a:pt x="9415" y="6673"/>
                  </a:lnTo>
                  <a:lnTo>
                    <a:pt x="6261" y="615"/>
                  </a:lnTo>
                  <a:cubicBezTo>
                    <a:pt x="6075" y="220"/>
                    <a:pt x="5658" y="0"/>
                    <a:pt x="5241" y="0"/>
                  </a:cubicBezTo>
                  <a:lnTo>
                    <a:pt x="1206" y="0"/>
                  </a:lnTo>
                  <a:cubicBezTo>
                    <a:pt x="603" y="0"/>
                    <a:pt x="186" y="439"/>
                    <a:pt x="93" y="966"/>
                  </a:cubicBezTo>
                  <a:cubicBezTo>
                    <a:pt x="93" y="1010"/>
                    <a:pt x="46" y="1054"/>
                    <a:pt x="46" y="1098"/>
                  </a:cubicBezTo>
                  <a:cubicBezTo>
                    <a:pt x="46" y="1185"/>
                    <a:pt x="139" y="1273"/>
                    <a:pt x="186" y="136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5" name="Freeform: Shape 2344">
              <a:extLst>
                <a:ext uri="{FF2B5EF4-FFF2-40B4-BE49-F238E27FC236}">
                  <a16:creationId xmlns:a16="http://schemas.microsoft.com/office/drawing/2014/main" id="{CFD6D5D2-AAAC-C244-BF72-7E9F34D5745A}"/>
                </a:ext>
              </a:extLst>
            </p:cNvPr>
            <p:cNvSpPr>
              <a:spLocks/>
            </p:cNvSpPr>
            <p:nvPr/>
          </p:nvSpPr>
          <p:spPr>
            <a:xfrm>
              <a:off x="6206612" y="2810305"/>
              <a:ext cx="22672" cy="29421"/>
            </a:xfrm>
            <a:custGeom>
              <a:avLst/>
              <a:gdLst>
                <a:gd name="connsiteX0" fmla="*/ 5978 w 15189"/>
                <a:gd name="connsiteY0" fmla="*/ 5619 h 19711"/>
                <a:gd name="connsiteX1" fmla="*/ 5422 w 15189"/>
                <a:gd name="connsiteY1" fmla="*/ 6190 h 19711"/>
                <a:gd name="connsiteX2" fmla="*/ 506 w 15189"/>
                <a:gd name="connsiteY2" fmla="*/ 17209 h 19711"/>
                <a:gd name="connsiteX3" fmla="*/ 88 w 15189"/>
                <a:gd name="connsiteY3" fmla="*/ 18175 h 19711"/>
                <a:gd name="connsiteX4" fmla="*/ 691 w 15189"/>
                <a:gd name="connsiteY4" fmla="*/ 19623 h 19711"/>
                <a:gd name="connsiteX5" fmla="*/ 691 w 15189"/>
                <a:gd name="connsiteY5" fmla="*/ 19623 h 19711"/>
                <a:gd name="connsiteX6" fmla="*/ 691 w 15189"/>
                <a:gd name="connsiteY6" fmla="*/ 19623 h 19711"/>
                <a:gd name="connsiteX7" fmla="*/ 1155 w 15189"/>
                <a:gd name="connsiteY7" fmla="*/ 19711 h 19711"/>
                <a:gd name="connsiteX8" fmla="*/ 2222 w 15189"/>
                <a:gd name="connsiteY8" fmla="*/ 19053 h 19711"/>
                <a:gd name="connsiteX9" fmla="*/ 2686 w 15189"/>
                <a:gd name="connsiteY9" fmla="*/ 17999 h 19711"/>
                <a:gd name="connsiteX10" fmla="*/ 7370 w 15189"/>
                <a:gd name="connsiteY10" fmla="*/ 7463 h 19711"/>
                <a:gd name="connsiteX11" fmla="*/ 14512 w 15189"/>
                <a:gd name="connsiteY11" fmla="*/ 4214 h 19711"/>
                <a:gd name="connsiteX12" fmla="*/ 15161 w 15189"/>
                <a:gd name="connsiteY12" fmla="*/ 3424 h 19711"/>
                <a:gd name="connsiteX13" fmla="*/ 14836 w 15189"/>
                <a:gd name="connsiteY13" fmla="*/ 2458 h 19711"/>
                <a:gd name="connsiteX14" fmla="*/ 12239 w 15189"/>
                <a:gd name="connsiteY14" fmla="*/ 0 h 19711"/>
                <a:gd name="connsiteX15" fmla="*/ 12239 w 15189"/>
                <a:gd name="connsiteY15" fmla="*/ 395 h 19711"/>
                <a:gd name="connsiteX16" fmla="*/ 12239 w 15189"/>
                <a:gd name="connsiteY16" fmla="*/ 571 h 19711"/>
                <a:gd name="connsiteX17" fmla="*/ 12239 w 15189"/>
                <a:gd name="connsiteY17" fmla="*/ 746 h 19711"/>
                <a:gd name="connsiteX18" fmla="*/ 12100 w 15189"/>
                <a:gd name="connsiteY18" fmla="*/ 966 h 19711"/>
                <a:gd name="connsiteX19" fmla="*/ 11868 w 15189"/>
                <a:gd name="connsiteY19" fmla="*/ 1273 h 19711"/>
                <a:gd name="connsiteX20" fmla="*/ 11451 w 15189"/>
                <a:gd name="connsiteY20" fmla="*/ 1493 h 19711"/>
                <a:gd name="connsiteX21" fmla="*/ 11219 w 15189"/>
                <a:gd name="connsiteY21" fmla="*/ 1624 h 19711"/>
                <a:gd name="connsiteX22" fmla="*/ 11080 w 15189"/>
                <a:gd name="connsiteY22" fmla="*/ 1624 h 19711"/>
                <a:gd name="connsiteX23" fmla="*/ 10987 w 15189"/>
                <a:gd name="connsiteY23" fmla="*/ 1624 h 19711"/>
                <a:gd name="connsiteX24" fmla="*/ 10894 w 15189"/>
                <a:gd name="connsiteY24" fmla="*/ 1624 h 19711"/>
                <a:gd name="connsiteX25" fmla="*/ 10570 w 15189"/>
                <a:gd name="connsiteY25" fmla="*/ 1624 h 19711"/>
                <a:gd name="connsiteX26" fmla="*/ 12054 w 15189"/>
                <a:gd name="connsiteY26" fmla="*/ 2985 h 19711"/>
                <a:gd name="connsiteX27" fmla="*/ 5978 w 15189"/>
                <a:gd name="connsiteY27" fmla="*/ 5751 h 1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189" h="19711">
                  <a:moveTo>
                    <a:pt x="5978" y="5619"/>
                  </a:moveTo>
                  <a:cubicBezTo>
                    <a:pt x="5747" y="5751"/>
                    <a:pt x="5515" y="5927"/>
                    <a:pt x="5422" y="6190"/>
                  </a:cubicBezTo>
                  <a:lnTo>
                    <a:pt x="506" y="17209"/>
                  </a:lnTo>
                  <a:lnTo>
                    <a:pt x="88" y="18175"/>
                  </a:lnTo>
                  <a:cubicBezTo>
                    <a:pt x="-143" y="18745"/>
                    <a:pt x="88" y="19360"/>
                    <a:pt x="691" y="19623"/>
                  </a:cubicBezTo>
                  <a:cubicBezTo>
                    <a:pt x="691" y="19623"/>
                    <a:pt x="691" y="19623"/>
                    <a:pt x="691" y="19623"/>
                  </a:cubicBezTo>
                  <a:cubicBezTo>
                    <a:pt x="691" y="19623"/>
                    <a:pt x="691" y="19623"/>
                    <a:pt x="691" y="19623"/>
                  </a:cubicBezTo>
                  <a:cubicBezTo>
                    <a:pt x="831" y="19667"/>
                    <a:pt x="970" y="19711"/>
                    <a:pt x="1155" y="19711"/>
                  </a:cubicBezTo>
                  <a:cubicBezTo>
                    <a:pt x="1619" y="19711"/>
                    <a:pt x="2036" y="19448"/>
                    <a:pt x="2222" y="19053"/>
                  </a:cubicBezTo>
                  <a:lnTo>
                    <a:pt x="2686" y="17999"/>
                  </a:lnTo>
                  <a:lnTo>
                    <a:pt x="7370" y="7463"/>
                  </a:lnTo>
                  <a:lnTo>
                    <a:pt x="14512" y="4214"/>
                  </a:lnTo>
                  <a:cubicBezTo>
                    <a:pt x="14836" y="4083"/>
                    <a:pt x="15068" y="3775"/>
                    <a:pt x="15161" y="3424"/>
                  </a:cubicBezTo>
                  <a:cubicBezTo>
                    <a:pt x="15254" y="3073"/>
                    <a:pt x="15115" y="2722"/>
                    <a:pt x="14836" y="2458"/>
                  </a:cubicBezTo>
                  <a:lnTo>
                    <a:pt x="12239" y="0"/>
                  </a:lnTo>
                  <a:lnTo>
                    <a:pt x="12239" y="395"/>
                  </a:lnTo>
                  <a:cubicBezTo>
                    <a:pt x="12239" y="395"/>
                    <a:pt x="12239" y="483"/>
                    <a:pt x="12239" y="571"/>
                  </a:cubicBezTo>
                  <a:cubicBezTo>
                    <a:pt x="12239" y="615"/>
                    <a:pt x="12286" y="658"/>
                    <a:pt x="12239" y="746"/>
                  </a:cubicBezTo>
                  <a:cubicBezTo>
                    <a:pt x="12239" y="834"/>
                    <a:pt x="12147" y="878"/>
                    <a:pt x="12100" y="966"/>
                  </a:cubicBezTo>
                  <a:cubicBezTo>
                    <a:pt x="12054" y="1098"/>
                    <a:pt x="12007" y="1185"/>
                    <a:pt x="11868" y="1273"/>
                  </a:cubicBezTo>
                  <a:cubicBezTo>
                    <a:pt x="11729" y="1361"/>
                    <a:pt x="11636" y="1405"/>
                    <a:pt x="11451" y="1493"/>
                  </a:cubicBezTo>
                  <a:cubicBezTo>
                    <a:pt x="11358" y="1493"/>
                    <a:pt x="11312" y="1624"/>
                    <a:pt x="11219" y="1624"/>
                  </a:cubicBezTo>
                  <a:cubicBezTo>
                    <a:pt x="11219" y="1624"/>
                    <a:pt x="11126" y="1624"/>
                    <a:pt x="11080" y="1624"/>
                  </a:cubicBezTo>
                  <a:cubicBezTo>
                    <a:pt x="11080" y="1624"/>
                    <a:pt x="10987" y="1624"/>
                    <a:pt x="10987" y="1624"/>
                  </a:cubicBezTo>
                  <a:cubicBezTo>
                    <a:pt x="10987" y="1624"/>
                    <a:pt x="10941" y="1624"/>
                    <a:pt x="10894" y="1624"/>
                  </a:cubicBezTo>
                  <a:lnTo>
                    <a:pt x="10570" y="1624"/>
                  </a:lnTo>
                  <a:cubicBezTo>
                    <a:pt x="10570" y="1624"/>
                    <a:pt x="12054" y="2985"/>
                    <a:pt x="12054" y="2985"/>
                  </a:cubicBezTo>
                  <a:lnTo>
                    <a:pt x="5978" y="57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6" name="Freeform: Shape 2345">
              <a:extLst>
                <a:ext uri="{FF2B5EF4-FFF2-40B4-BE49-F238E27FC236}">
                  <a16:creationId xmlns:a16="http://schemas.microsoft.com/office/drawing/2014/main" id="{F34248CC-8FF1-B417-9FEE-CEC6C81D2E55}"/>
                </a:ext>
              </a:extLst>
            </p:cNvPr>
            <p:cNvSpPr>
              <a:spLocks/>
            </p:cNvSpPr>
            <p:nvPr/>
          </p:nvSpPr>
          <p:spPr>
            <a:xfrm>
              <a:off x="6131088" y="2792730"/>
              <a:ext cx="92061" cy="21962"/>
            </a:xfrm>
            <a:custGeom>
              <a:avLst/>
              <a:gdLst>
                <a:gd name="connsiteX0" fmla="*/ 691 w 61677"/>
                <a:gd name="connsiteY0" fmla="*/ 2159 h 14714"/>
                <a:gd name="connsiteX1" fmla="*/ 89 w 61677"/>
                <a:gd name="connsiteY1" fmla="*/ 3608 h 14714"/>
                <a:gd name="connsiteX2" fmla="*/ 89 w 61677"/>
                <a:gd name="connsiteY2" fmla="*/ 3608 h 14714"/>
                <a:gd name="connsiteX3" fmla="*/ 506 w 61677"/>
                <a:gd name="connsiteY3" fmla="*/ 4486 h 14714"/>
                <a:gd name="connsiteX4" fmla="*/ 1851 w 61677"/>
                <a:gd name="connsiteY4" fmla="*/ 7471 h 14714"/>
                <a:gd name="connsiteX5" fmla="*/ 2918 w 61677"/>
                <a:gd name="connsiteY5" fmla="*/ 8130 h 14714"/>
                <a:gd name="connsiteX6" fmla="*/ 5654 w 61677"/>
                <a:gd name="connsiteY6" fmla="*/ 8130 h 14714"/>
                <a:gd name="connsiteX7" fmla="*/ 6581 w 61677"/>
                <a:gd name="connsiteY7" fmla="*/ 7735 h 14714"/>
                <a:gd name="connsiteX8" fmla="*/ 10431 w 61677"/>
                <a:gd name="connsiteY8" fmla="*/ 3169 h 14714"/>
                <a:gd name="connsiteX9" fmla="*/ 12286 w 61677"/>
                <a:gd name="connsiteY9" fmla="*/ 7471 h 14714"/>
                <a:gd name="connsiteX10" fmla="*/ 13352 w 61677"/>
                <a:gd name="connsiteY10" fmla="*/ 8130 h 14714"/>
                <a:gd name="connsiteX11" fmla="*/ 15254 w 61677"/>
                <a:gd name="connsiteY11" fmla="*/ 8130 h 14714"/>
                <a:gd name="connsiteX12" fmla="*/ 15254 w 61677"/>
                <a:gd name="connsiteY12" fmla="*/ 13617 h 14714"/>
                <a:gd name="connsiteX13" fmla="*/ 15996 w 61677"/>
                <a:gd name="connsiteY13" fmla="*/ 14627 h 14714"/>
                <a:gd name="connsiteX14" fmla="*/ 16413 w 61677"/>
                <a:gd name="connsiteY14" fmla="*/ 14715 h 14714"/>
                <a:gd name="connsiteX15" fmla="*/ 17248 w 61677"/>
                <a:gd name="connsiteY15" fmla="*/ 14364 h 14714"/>
                <a:gd name="connsiteX16" fmla="*/ 24437 w 61677"/>
                <a:gd name="connsiteY16" fmla="*/ 7032 h 14714"/>
                <a:gd name="connsiteX17" fmla="*/ 27405 w 61677"/>
                <a:gd name="connsiteY17" fmla="*/ 7032 h 14714"/>
                <a:gd name="connsiteX18" fmla="*/ 32784 w 61677"/>
                <a:gd name="connsiteY18" fmla="*/ 8349 h 14714"/>
                <a:gd name="connsiteX19" fmla="*/ 33944 w 61677"/>
                <a:gd name="connsiteY19" fmla="*/ 7998 h 14714"/>
                <a:gd name="connsiteX20" fmla="*/ 35613 w 61677"/>
                <a:gd name="connsiteY20" fmla="*/ 6198 h 14714"/>
                <a:gd name="connsiteX21" fmla="*/ 45167 w 61677"/>
                <a:gd name="connsiteY21" fmla="*/ 6462 h 14714"/>
                <a:gd name="connsiteX22" fmla="*/ 48042 w 61677"/>
                <a:gd name="connsiteY22" fmla="*/ 10896 h 14714"/>
                <a:gd name="connsiteX23" fmla="*/ 48924 w 61677"/>
                <a:gd name="connsiteY23" fmla="*/ 11422 h 14714"/>
                <a:gd name="connsiteX24" fmla="*/ 54350 w 61677"/>
                <a:gd name="connsiteY24" fmla="*/ 11949 h 14714"/>
                <a:gd name="connsiteX25" fmla="*/ 61260 w 61677"/>
                <a:gd name="connsiteY25" fmla="*/ 13266 h 14714"/>
                <a:gd name="connsiteX26" fmla="*/ 61585 w 61677"/>
                <a:gd name="connsiteY26" fmla="*/ 13266 h 14714"/>
                <a:gd name="connsiteX27" fmla="*/ 61677 w 61677"/>
                <a:gd name="connsiteY27" fmla="*/ 13310 h 14714"/>
                <a:gd name="connsiteX28" fmla="*/ 60657 w 61677"/>
                <a:gd name="connsiteY28" fmla="*/ 12388 h 14714"/>
                <a:gd name="connsiteX29" fmla="*/ 60472 w 61677"/>
                <a:gd name="connsiteY29" fmla="*/ 10896 h 14714"/>
                <a:gd name="connsiteX30" fmla="*/ 54674 w 61677"/>
                <a:gd name="connsiteY30" fmla="*/ 9798 h 14714"/>
                <a:gd name="connsiteX31" fmla="*/ 49758 w 61677"/>
                <a:gd name="connsiteY31" fmla="*/ 9315 h 14714"/>
                <a:gd name="connsiteX32" fmla="*/ 46883 w 61677"/>
                <a:gd name="connsiteY32" fmla="*/ 4837 h 14714"/>
                <a:gd name="connsiteX33" fmla="*/ 45909 w 61677"/>
                <a:gd name="connsiteY33" fmla="*/ 4311 h 14714"/>
                <a:gd name="connsiteX34" fmla="*/ 35196 w 61677"/>
                <a:gd name="connsiteY34" fmla="*/ 4047 h 14714"/>
                <a:gd name="connsiteX35" fmla="*/ 34269 w 61677"/>
                <a:gd name="connsiteY35" fmla="*/ 4442 h 14714"/>
                <a:gd name="connsiteX36" fmla="*/ 32738 w 61677"/>
                <a:gd name="connsiteY36" fmla="*/ 6110 h 14714"/>
                <a:gd name="connsiteX37" fmla="*/ 27915 w 61677"/>
                <a:gd name="connsiteY37" fmla="*/ 4925 h 14714"/>
                <a:gd name="connsiteX38" fmla="*/ 27637 w 61677"/>
                <a:gd name="connsiteY38" fmla="*/ 4925 h 14714"/>
                <a:gd name="connsiteX39" fmla="*/ 24019 w 61677"/>
                <a:gd name="connsiteY39" fmla="*/ 4925 h 14714"/>
                <a:gd name="connsiteX40" fmla="*/ 23184 w 61677"/>
                <a:gd name="connsiteY40" fmla="*/ 5276 h 14714"/>
                <a:gd name="connsiteX41" fmla="*/ 17665 w 61677"/>
                <a:gd name="connsiteY41" fmla="*/ 10896 h 14714"/>
                <a:gd name="connsiteX42" fmla="*/ 17665 w 61677"/>
                <a:gd name="connsiteY42" fmla="*/ 7120 h 14714"/>
                <a:gd name="connsiteX43" fmla="*/ 16506 w 61677"/>
                <a:gd name="connsiteY43" fmla="*/ 6023 h 14714"/>
                <a:gd name="connsiteX44" fmla="*/ 14234 w 61677"/>
                <a:gd name="connsiteY44" fmla="*/ 6023 h 14714"/>
                <a:gd name="connsiteX45" fmla="*/ 11915 w 61677"/>
                <a:gd name="connsiteY45" fmla="*/ 667 h 14714"/>
                <a:gd name="connsiteX46" fmla="*/ 10987 w 61677"/>
                <a:gd name="connsiteY46" fmla="*/ 8 h 14714"/>
                <a:gd name="connsiteX47" fmla="*/ 9921 w 61677"/>
                <a:gd name="connsiteY47" fmla="*/ 403 h 14714"/>
                <a:gd name="connsiteX48" fmla="*/ 5190 w 61677"/>
                <a:gd name="connsiteY48" fmla="*/ 6023 h 14714"/>
                <a:gd name="connsiteX49" fmla="*/ 3752 w 61677"/>
                <a:gd name="connsiteY49" fmla="*/ 6023 h 14714"/>
                <a:gd name="connsiteX50" fmla="*/ 2315 w 61677"/>
                <a:gd name="connsiteY50" fmla="*/ 2862 h 14714"/>
                <a:gd name="connsiteX51" fmla="*/ 2315 w 61677"/>
                <a:gd name="connsiteY51" fmla="*/ 2862 h 14714"/>
                <a:gd name="connsiteX52" fmla="*/ 784 w 61677"/>
                <a:gd name="connsiteY52" fmla="*/ 2291 h 1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61677" h="14714">
                  <a:moveTo>
                    <a:pt x="691" y="2159"/>
                  </a:moveTo>
                  <a:cubicBezTo>
                    <a:pt x="89" y="2423"/>
                    <a:pt x="-144" y="3037"/>
                    <a:pt x="89" y="3608"/>
                  </a:cubicBezTo>
                  <a:cubicBezTo>
                    <a:pt x="89" y="3608"/>
                    <a:pt x="89" y="3608"/>
                    <a:pt x="89" y="3608"/>
                  </a:cubicBezTo>
                  <a:lnTo>
                    <a:pt x="506" y="4486"/>
                  </a:lnTo>
                  <a:lnTo>
                    <a:pt x="1851" y="7471"/>
                  </a:lnTo>
                  <a:cubicBezTo>
                    <a:pt x="2036" y="7866"/>
                    <a:pt x="2454" y="8130"/>
                    <a:pt x="2918" y="8130"/>
                  </a:cubicBezTo>
                  <a:lnTo>
                    <a:pt x="5654" y="8130"/>
                  </a:lnTo>
                  <a:cubicBezTo>
                    <a:pt x="6025" y="8130"/>
                    <a:pt x="6349" y="7998"/>
                    <a:pt x="6581" y="7735"/>
                  </a:cubicBezTo>
                  <a:lnTo>
                    <a:pt x="10431" y="3169"/>
                  </a:lnTo>
                  <a:lnTo>
                    <a:pt x="12286" y="7471"/>
                  </a:lnTo>
                  <a:cubicBezTo>
                    <a:pt x="12471" y="7866"/>
                    <a:pt x="12889" y="8130"/>
                    <a:pt x="13352" y="8130"/>
                  </a:cubicBezTo>
                  <a:lnTo>
                    <a:pt x="15254" y="8130"/>
                  </a:lnTo>
                  <a:lnTo>
                    <a:pt x="15254" y="13617"/>
                  </a:lnTo>
                  <a:cubicBezTo>
                    <a:pt x="15254" y="14056"/>
                    <a:pt x="15532" y="14495"/>
                    <a:pt x="15996" y="14627"/>
                  </a:cubicBezTo>
                  <a:cubicBezTo>
                    <a:pt x="16135" y="14671"/>
                    <a:pt x="16274" y="14715"/>
                    <a:pt x="16413" y="14715"/>
                  </a:cubicBezTo>
                  <a:cubicBezTo>
                    <a:pt x="16738" y="14715"/>
                    <a:pt x="17016" y="14583"/>
                    <a:pt x="17248" y="14364"/>
                  </a:cubicBezTo>
                  <a:lnTo>
                    <a:pt x="24437" y="7032"/>
                  </a:lnTo>
                  <a:lnTo>
                    <a:pt x="27405" y="7032"/>
                  </a:lnTo>
                  <a:lnTo>
                    <a:pt x="32784" y="8349"/>
                  </a:lnTo>
                  <a:cubicBezTo>
                    <a:pt x="33202" y="8481"/>
                    <a:pt x="33666" y="8349"/>
                    <a:pt x="33944" y="7998"/>
                  </a:cubicBezTo>
                  <a:lnTo>
                    <a:pt x="35613" y="6198"/>
                  </a:lnTo>
                  <a:lnTo>
                    <a:pt x="45167" y="6462"/>
                  </a:lnTo>
                  <a:lnTo>
                    <a:pt x="48042" y="10896"/>
                  </a:lnTo>
                  <a:cubicBezTo>
                    <a:pt x="48228" y="11203"/>
                    <a:pt x="48553" y="11378"/>
                    <a:pt x="48924" y="11422"/>
                  </a:cubicBezTo>
                  <a:lnTo>
                    <a:pt x="54350" y="11949"/>
                  </a:lnTo>
                  <a:lnTo>
                    <a:pt x="61260" y="13266"/>
                  </a:lnTo>
                  <a:lnTo>
                    <a:pt x="61585" y="13266"/>
                  </a:lnTo>
                  <a:cubicBezTo>
                    <a:pt x="61585" y="13266"/>
                    <a:pt x="61677" y="13266"/>
                    <a:pt x="61677" y="13310"/>
                  </a:cubicBezTo>
                  <a:cubicBezTo>
                    <a:pt x="61167" y="13266"/>
                    <a:pt x="60704" y="12871"/>
                    <a:pt x="60657" y="12388"/>
                  </a:cubicBezTo>
                  <a:lnTo>
                    <a:pt x="60472" y="10896"/>
                  </a:lnTo>
                  <a:lnTo>
                    <a:pt x="54674" y="9798"/>
                  </a:lnTo>
                  <a:lnTo>
                    <a:pt x="49758" y="9315"/>
                  </a:lnTo>
                  <a:lnTo>
                    <a:pt x="46883" y="4837"/>
                  </a:lnTo>
                  <a:cubicBezTo>
                    <a:pt x="46698" y="4530"/>
                    <a:pt x="46327" y="4311"/>
                    <a:pt x="45909" y="4311"/>
                  </a:cubicBezTo>
                  <a:lnTo>
                    <a:pt x="35196" y="4047"/>
                  </a:lnTo>
                  <a:cubicBezTo>
                    <a:pt x="34825" y="4091"/>
                    <a:pt x="34500" y="4179"/>
                    <a:pt x="34269" y="4442"/>
                  </a:cubicBezTo>
                  <a:lnTo>
                    <a:pt x="32738" y="6110"/>
                  </a:lnTo>
                  <a:lnTo>
                    <a:pt x="27915" y="4925"/>
                  </a:lnTo>
                  <a:cubicBezTo>
                    <a:pt x="27915" y="4925"/>
                    <a:pt x="27729" y="4925"/>
                    <a:pt x="27637" y="4925"/>
                  </a:cubicBezTo>
                  <a:lnTo>
                    <a:pt x="24019" y="4925"/>
                  </a:lnTo>
                  <a:cubicBezTo>
                    <a:pt x="23694" y="4925"/>
                    <a:pt x="23370" y="5057"/>
                    <a:pt x="23184" y="5276"/>
                  </a:cubicBezTo>
                  <a:lnTo>
                    <a:pt x="17665" y="10896"/>
                  </a:lnTo>
                  <a:lnTo>
                    <a:pt x="17665" y="7120"/>
                  </a:lnTo>
                  <a:cubicBezTo>
                    <a:pt x="17665" y="6506"/>
                    <a:pt x="17155" y="6023"/>
                    <a:pt x="16506" y="6023"/>
                  </a:cubicBezTo>
                  <a:lnTo>
                    <a:pt x="14234" y="6023"/>
                  </a:lnTo>
                  <a:lnTo>
                    <a:pt x="11915" y="667"/>
                  </a:lnTo>
                  <a:cubicBezTo>
                    <a:pt x="11775" y="316"/>
                    <a:pt x="11405" y="52"/>
                    <a:pt x="10987" y="8"/>
                  </a:cubicBezTo>
                  <a:cubicBezTo>
                    <a:pt x="10570" y="-36"/>
                    <a:pt x="10199" y="96"/>
                    <a:pt x="9921" y="403"/>
                  </a:cubicBezTo>
                  <a:lnTo>
                    <a:pt x="5190" y="6023"/>
                  </a:lnTo>
                  <a:lnTo>
                    <a:pt x="3752" y="6023"/>
                  </a:lnTo>
                  <a:lnTo>
                    <a:pt x="2315" y="2862"/>
                  </a:lnTo>
                  <a:cubicBezTo>
                    <a:pt x="2315" y="2862"/>
                    <a:pt x="2315" y="2862"/>
                    <a:pt x="2315" y="2862"/>
                  </a:cubicBezTo>
                  <a:cubicBezTo>
                    <a:pt x="2036" y="2291"/>
                    <a:pt x="1387" y="2072"/>
                    <a:pt x="784" y="229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7" name="Freeform: Shape 2346">
              <a:extLst>
                <a:ext uri="{FF2B5EF4-FFF2-40B4-BE49-F238E27FC236}">
                  <a16:creationId xmlns:a16="http://schemas.microsoft.com/office/drawing/2014/main" id="{AC83FC11-C876-AD0F-BC4D-F38CF4B36F1E}"/>
                </a:ext>
              </a:extLst>
            </p:cNvPr>
            <p:cNvSpPr>
              <a:spLocks/>
            </p:cNvSpPr>
            <p:nvPr/>
          </p:nvSpPr>
          <p:spPr>
            <a:xfrm>
              <a:off x="6223773" y="2812073"/>
              <a:ext cx="623" cy="327"/>
            </a:xfrm>
            <a:custGeom>
              <a:avLst/>
              <a:gdLst>
                <a:gd name="connsiteX0" fmla="*/ 417 w 417"/>
                <a:gd name="connsiteY0" fmla="*/ 0 h 219"/>
                <a:gd name="connsiteX1" fmla="*/ 0 w 417"/>
                <a:gd name="connsiteY1" fmla="*/ 219 h 219"/>
                <a:gd name="connsiteX2" fmla="*/ 417 w 417"/>
                <a:gd name="connsiteY2" fmla="*/ 0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219">
                  <a:moveTo>
                    <a:pt x="417" y="0"/>
                  </a:moveTo>
                  <a:cubicBezTo>
                    <a:pt x="417" y="0"/>
                    <a:pt x="185" y="132"/>
                    <a:pt x="0" y="219"/>
                  </a:cubicBezTo>
                  <a:cubicBezTo>
                    <a:pt x="139" y="176"/>
                    <a:pt x="278" y="132"/>
                    <a:pt x="417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8" name="Freeform: Shape 2347">
              <a:extLst>
                <a:ext uri="{FF2B5EF4-FFF2-40B4-BE49-F238E27FC236}">
                  <a16:creationId xmlns:a16="http://schemas.microsoft.com/office/drawing/2014/main" id="{76023B51-CC93-2CD4-0691-FE1CAEF75EBB}"/>
                </a:ext>
              </a:extLst>
            </p:cNvPr>
            <p:cNvSpPr>
              <a:spLocks/>
            </p:cNvSpPr>
            <p:nvPr/>
          </p:nvSpPr>
          <p:spPr>
            <a:xfrm>
              <a:off x="6224672" y="2811025"/>
              <a:ext cx="206" cy="590"/>
            </a:xfrm>
            <a:custGeom>
              <a:avLst/>
              <a:gdLst>
                <a:gd name="connsiteX0" fmla="*/ 139 w 138"/>
                <a:gd name="connsiteY0" fmla="*/ 0 h 395"/>
                <a:gd name="connsiteX1" fmla="*/ 0 w 138"/>
                <a:gd name="connsiteY1" fmla="*/ 395 h 395"/>
                <a:gd name="connsiteX2" fmla="*/ 139 w 138"/>
                <a:gd name="connsiteY2" fmla="*/ 176 h 395"/>
                <a:gd name="connsiteX3" fmla="*/ 139 w 138"/>
                <a:gd name="connsiteY3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" h="395">
                  <a:moveTo>
                    <a:pt x="139" y="0"/>
                  </a:moveTo>
                  <a:cubicBezTo>
                    <a:pt x="139" y="0"/>
                    <a:pt x="93" y="263"/>
                    <a:pt x="0" y="395"/>
                  </a:cubicBezTo>
                  <a:cubicBezTo>
                    <a:pt x="0" y="307"/>
                    <a:pt x="139" y="263"/>
                    <a:pt x="139" y="176"/>
                  </a:cubicBezTo>
                  <a:cubicBezTo>
                    <a:pt x="139" y="132"/>
                    <a:pt x="139" y="88"/>
                    <a:pt x="139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9" name="Freeform: Shape 2348">
              <a:extLst>
                <a:ext uri="{FF2B5EF4-FFF2-40B4-BE49-F238E27FC236}">
                  <a16:creationId xmlns:a16="http://schemas.microsoft.com/office/drawing/2014/main" id="{67D343EE-E9EE-D6AC-9824-650D58FADA9D}"/>
                </a:ext>
              </a:extLst>
            </p:cNvPr>
            <p:cNvSpPr>
              <a:spLocks/>
            </p:cNvSpPr>
            <p:nvPr/>
          </p:nvSpPr>
          <p:spPr>
            <a:xfrm>
              <a:off x="6220094" y="2725446"/>
              <a:ext cx="40794" cy="87085"/>
            </a:xfrm>
            <a:custGeom>
              <a:avLst/>
              <a:gdLst>
                <a:gd name="connsiteX0" fmla="*/ 2000 w 27330"/>
                <a:gd name="connsiteY0" fmla="*/ 58343 h 58343"/>
                <a:gd name="connsiteX1" fmla="*/ 2093 w 27330"/>
                <a:gd name="connsiteY1" fmla="*/ 58343 h 58343"/>
                <a:gd name="connsiteX2" fmla="*/ 2232 w 27330"/>
                <a:gd name="connsiteY2" fmla="*/ 58343 h 58343"/>
                <a:gd name="connsiteX3" fmla="*/ 2464 w 27330"/>
                <a:gd name="connsiteY3" fmla="*/ 58211 h 58343"/>
                <a:gd name="connsiteX4" fmla="*/ 2882 w 27330"/>
                <a:gd name="connsiteY4" fmla="*/ 57992 h 58343"/>
                <a:gd name="connsiteX5" fmla="*/ 3114 w 27330"/>
                <a:gd name="connsiteY5" fmla="*/ 57685 h 58343"/>
                <a:gd name="connsiteX6" fmla="*/ 3253 w 27330"/>
                <a:gd name="connsiteY6" fmla="*/ 57290 h 58343"/>
                <a:gd name="connsiteX7" fmla="*/ 3299 w 27330"/>
                <a:gd name="connsiteY7" fmla="*/ 57114 h 58343"/>
                <a:gd name="connsiteX8" fmla="*/ 3299 w 27330"/>
                <a:gd name="connsiteY8" fmla="*/ 56719 h 58343"/>
                <a:gd name="connsiteX9" fmla="*/ 2371 w 27330"/>
                <a:gd name="connsiteY9" fmla="*/ 48992 h 58343"/>
                <a:gd name="connsiteX10" fmla="*/ 16656 w 27330"/>
                <a:gd name="connsiteY10" fmla="*/ 28974 h 58343"/>
                <a:gd name="connsiteX11" fmla="*/ 21850 w 27330"/>
                <a:gd name="connsiteY11" fmla="*/ 28974 h 58343"/>
                <a:gd name="connsiteX12" fmla="*/ 22592 w 27330"/>
                <a:gd name="connsiteY12" fmla="*/ 28754 h 58343"/>
                <a:gd name="connsiteX13" fmla="*/ 25467 w 27330"/>
                <a:gd name="connsiteY13" fmla="*/ 26559 h 58343"/>
                <a:gd name="connsiteX14" fmla="*/ 25838 w 27330"/>
                <a:gd name="connsiteY14" fmla="*/ 25374 h 58343"/>
                <a:gd name="connsiteX15" fmla="*/ 24308 w 27330"/>
                <a:gd name="connsiteY15" fmla="*/ 20545 h 58343"/>
                <a:gd name="connsiteX16" fmla="*/ 26951 w 27330"/>
                <a:gd name="connsiteY16" fmla="*/ 18262 h 58343"/>
                <a:gd name="connsiteX17" fmla="*/ 27044 w 27330"/>
                <a:gd name="connsiteY17" fmla="*/ 16726 h 58343"/>
                <a:gd name="connsiteX18" fmla="*/ 17398 w 27330"/>
                <a:gd name="connsiteY18" fmla="*/ 5970 h 58343"/>
                <a:gd name="connsiteX19" fmla="*/ 16424 w 27330"/>
                <a:gd name="connsiteY19" fmla="*/ 307 h 58343"/>
                <a:gd name="connsiteX20" fmla="*/ 15867 w 27330"/>
                <a:gd name="connsiteY20" fmla="*/ 702 h 58343"/>
                <a:gd name="connsiteX21" fmla="*/ 15543 w 27330"/>
                <a:gd name="connsiteY21" fmla="*/ 790 h 58343"/>
                <a:gd name="connsiteX22" fmla="*/ 15264 w 27330"/>
                <a:gd name="connsiteY22" fmla="*/ 922 h 58343"/>
                <a:gd name="connsiteX23" fmla="*/ 15125 w 27330"/>
                <a:gd name="connsiteY23" fmla="*/ 922 h 58343"/>
                <a:gd name="connsiteX24" fmla="*/ 15079 w 27330"/>
                <a:gd name="connsiteY24" fmla="*/ 922 h 58343"/>
                <a:gd name="connsiteX25" fmla="*/ 14754 w 27330"/>
                <a:gd name="connsiteY25" fmla="*/ 790 h 58343"/>
                <a:gd name="connsiteX26" fmla="*/ 14290 w 27330"/>
                <a:gd name="connsiteY26" fmla="*/ 571 h 58343"/>
                <a:gd name="connsiteX27" fmla="*/ 14198 w 27330"/>
                <a:gd name="connsiteY27" fmla="*/ 571 h 58343"/>
                <a:gd name="connsiteX28" fmla="*/ 14105 w 27330"/>
                <a:gd name="connsiteY28" fmla="*/ 307 h 58343"/>
                <a:gd name="connsiteX29" fmla="*/ 13966 w 27330"/>
                <a:gd name="connsiteY29" fmla="*/ 0 h 58343"/>
                <a:gd name="connsiteX30" fmla="*/ 13966 w 27330"/>
                <a:gd name="connsiteY30" fmla="*/ 0 h 58343"/>
                <a:gd name="connsiteX31" fmla="*/ 15125 w 27330"/>
                <a:gd name="connsiteY31" fmla="*/ 6585 h 58343"/>
                <a:gd name="connsiteX32" fmla="*/ 15403 w 27330"/>
                <a:gd name="connsiteY32" fmla="*/ 7112 h 58343"/>
                <a:gd name="connsiteX33" fmla="*/ 24540 w 27330"/>
                <a:gd name="connsiteY33" fmla="*/ 17297 h 58343"/>
                <a:gd name="connsiteX34" fmla="*/ 22175 w 27330"/>
                <a:gd name="connsiteY34" fmla="*/ 19316 h 58343"/>
                <a:gd name="connsiteX35" fmla="*/ 21850 w 27330"/>
                <a:gd name="connsiteY35" fmla="*/ 20457 h 58343"/>
                <a:gd name="connsiteX36" fmla="*/ 23380 w 27330"/>
                <a:gd name="connsiteY36" fmla="*/ 25243 h 58343"/>
                <a:gd name="connsiteX37" fmla="*/ 21432 w 27330"/>
                <a:gd name="connsiteY37" fmla="*/ 26735 h 58343"/>
                <a:gd name="connsiteX38" fmla="*/ 16053 w 27330"/>
                <a:gd name="connsiteY38" fmla="*/ 26735 h 58343"/>
                <a:gd name="connsiteX39" fmla="*/ 15079 w 27330"/>
                <a:gd name="connsiteY39" fmla="*/ 27218 h 58343"/>
                <a:gd name="connsiteX40" fmla="*/ 192 w 27330"/>
                <a:gd name="connsiteY40" fmla="*/ 48071 h 58343"/>
                <a:gd name="connsiteX41" fmla="*/ 6 w 27330"/>
                <a:gd name="connsiteY41" fmla="*/ 48817 h 58343"/>
                <a:gd name="connsiteX42" fmla="*/ 795 w 27330"/>
                <a:gd name="connsiteY42" fmla="*/ 55841 h 58343"/>
                <a:gd name="connsiteX43" fmla="*/ 980 w 27330"/>
                <a:gd name="connsiteY43" fmla="*/ 57333 h 58343"/>
                <a:gd name="connsiteX44" fmla="*/ 2000 w 27330"/>
                <a:gd name="connsiteY44" fmla="*/ 58255 h 5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7330" h="58343">
                  <a:moveTo>
                    <a:pt x="2000" y="58343"/>
                  </a:moveTo>
                  <a:cubicBezTo>
                    <a:pt x="2000" y="58343"/>
                    <a:pt x="2093" y="58343"/>
                    <a:pt x="2093" y="58343"/>
                  </a:cubicBezTo>
                  <a:cubicBezTo>
                    <a:pt x="2093" y="58343"/>
                    <a:pt x="2186" y="58343"/>
                    <a:pt x="2232" y="58343"/>
                  </a:cubicBezTo>
                  <a:cubicBezTo>
                    <a:pt x="2325" y="58343"/>
                    <a:pt x="2371" y="58255"/>
                    <a:pt x="2464" y="58211"/>
                  </a:cubicBezTo>
                  <a:cubicBezTo>
                    <a:pt x="2603" y="58168"/>
                    <a:pt x="2743" y="58124"/>
                    <a:pt x="2882" y="57992"/>
                  </a:cubicBezTo>
                  <a:cubicBezTo>
                    <a:pt x="2974" y="57904"/>
                    <a:pt x="3021" y="57816"/>
                    <a:pt x="3114" y="57685"/>
                  </a:cubicBezTo>
                  <a:cubicBezTo>
                    <a:pt x="3160" y="57553"/>
                    <a:pt x="3206" y="57421"/>
                    <a:pt x="3253" y="57290"/>
                  </a:cubicBezTo>
                  <a:cubicBezTo>
                    <a:pt x="3253" y="57246"/>
                    <a:pt x="3299" y="57202"/>
                    <a:pt x="3299" y="57114"/>
                  </a:cubicBezTo>
                  <a:lnTo>
                    <a:pt x="3299" y="56719"/>
                  </a:lnTo>
                  <a:cubicBezTo>
                    <a:pt x="3299" y="56719"/>
                    <a:pt x="2371" y="48992"/>
                    <a:pt x="2371" y="48992"/>
                  </a:cubicBezTo>
                  <a:lnTo>
                    <a:pt x="16656" y="28974"/>
                  </a:lnTo>
                  <a:lnTo>
                    <a:pt x="21850" y="28974"/>
                  </a:lnTo>
                  <a:cubicBezTo>
                    <a:pt x="22128" y="28974"/>
                    <a:pt x="22360" y="28886"/>
                    <a:pt x="22592" y="28754"/>
                  </a:cubicBezTo>
                  <a:lnTo>
                    <a:pt x="25467" y="26559"/>
                  </a:lnTo>
                  <a:cubicBezTo>
                    <a:pt x="25838" y="26296"/>
                    <a:pt x="25978" y="25813"/>
                    <a:pt x="25838" y="25374"/>
                  </a:cubicBezTo>
                  <a:lnTo>
                    <a:pt x="24308" y="20545"/>
                  </a:lnTo>
                  <a:lnTo>
                    <a:pt x="26951" y="18262"/>
                  </a:lnTo>
                  <a:cubicBezTo>
                    <a:pt x="27415" y="17867"/>
                    <a:pt x="27462" y="17209"/>
                    <a:pt x="27044" y="16726"/>
                  </a:cubicBezTo>
                  <a:lnTo>
                    <a:pt x="17398" y="5970"/>
                  </a:lnTo>
                  <a:lnTo>
                    <a:pt x="16424" y="307"/>
                  </a:lnTo>
                  <a:lnTo>
                    <a:pt x="15867" y="702"/>
                  </a:lnTo>
                  <a:cubicBezTo>
                    <a:pt x="15867" y="702"/>
                    <a:pt x="15635" y="746"/>
                    <a:pt x="15543" y="790"/>
                  </a:cubicBezTo>
                  <a:cubicBezTo>
                    <a:pt x="15450" y="790"/>
                    <a:pt x="15357" y="922"/>
                    <a:pt x="15264" y="922"/>
                  </a:cubicBezTo>
                  <a:cubicBezTo>
                    <a:pt x="15264" y="922"/>
                    <a:pt x="15172" y="922"/>
                    <a:pt x="15125" y="922"/>
                  </a:cubicBezTo>
                  <a:cubicBezTo>
                    <a:pt x="15125" y="922"/>
                    <a:pt x="15125" y="922"/>
                    <a:pt x="15079" y="922"/>
                  </a:cubicBezTo>
                  <a:cubicBezTo>
                    <a:pt x="14940" y="922"/>
                    <a:pt x="14893" y="834"/>
                    <a:pt x="14754" y="790"/>
                  </a:cubicBezTo>
                  <a:cubicBezTo>
                    <a:pt x="14569" y="746"/>
                    <a:pt x="14429" y="658"/>
                    <a:pt x="14290" y="571"/>
                  </a:cubicBezTo>
                  <a:cubicBezTo>
                    <a:pt x="14290" y="571"/>
                    <a:pt x="14244" y="571"/>
                    <a:pt x="14198" y="571"/>
                  </a:cubicBezTo>
                  <a:cubicBezTo>
                    <a:pt x="14151" y="483"/>
                    <a:pt x="14198" y="395"/>
                    <a:pt x="14105" y="307"/>
                  </a:cubicBezTo>
                  <a:cubicBezTo>
                    <a:pt x="14059" y="219"/>
                    <a:pt x="13966" y="132"/>
                    <a:pt x="13966" y="0"/>
                  </a:cubicBezTo>
                  <a:cubicBezTo>
                    <a:pt x="13966" y="0"/>
                    <a:pt x="13966" y="0"/>
                    <a:pt x="13966" y="0"/>
                  </a:cubicBezTo>
                  <a:lnTo>
                    <a:pt x="15125" y="6585"/>
                  </a:lnTo>
                  <a:cubicBezTo>
                    <a:pt x="15125" y="6585"/>
                    <a:pt x="15264" y="6980"/>
                    <a:pt x="15403" y="7112"/>
                  </a:cubicBezTo>
                  <a:lnTo>
                    <a:pt x="24540" y="17297"/>
                  </a:lnTo>
                  <a:lnTo>
                    <a:pt x="22175" y="19316"/>
                  </a:lnTo>
                  <a:cubicBezTo>
                    <a:pt x="21850" y="19579"/>
                    <a:pt x="21711" y="20018"/>
                    <a:pt x="21850" y="20457"/>
                  </a:cubicBezTo>
                  <a:lnTo>
                    <a:pt x="23380" y="25243"/>
                  </a:lnTo>
                  <a:lnTo>
                    <a:pt x="21432" y="26735"/>
                  </a:lnTo>
                  <a:lnTo>
                    <a:pt x="16053" y="26735"/>
                  </a:lnTo>
                  <a:cubicBezTo>
                    <a:pt x="15682" y="26735"/>
                    <a:pt x="15311" y="26911"/>
                    <a:pt x="15079" y="27218"/>
                  </a:cubicBezTo>
                  <a:lnTo>
                    <a:pt x="192" y="48071"/>
                  </a:lnTo>
                  <a:cubicBezTo>
                    <a:pt x="192" y="48071"/>
                    <a:pt x="-40" y="48553"/>
                    <a:pt x="6" y="48817"/>
                  </a:cubicBezTo>
                  <a:lnTo>
                    <a:pt x="795" y="55841"/>
                  </a:lnTo>
                  <a:lnTo>
                    <a:pt x="980" y="57333"/>
                  </a:lnTo>
                  <a:cubicBezTo>
                    <a:pt x="1027" y="57860"/>
                    <a:pt x="1490" y="58211"/>
                    <a:pt x="2000" y="5825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0" name="Freeform: Shape 2349">
              <a:extLst>
                <a:ext uri="{FF2B5EF4-FFF2-40B4-BE49-F238E27FC236}">
                  <a16:creationId xmlns:a16="http://schemas.microsoft.com/office/drawing/2014/main" id="{04C96E07-C70E-F6DC-6444-FE7CEA203C13}"/>
                </a:ext>
              </a:extLst>
            </p:cNvPr>
            <p:cNvSpPr>
              <a:spLocks/>
            </p:cNvSpPr>
            <p:nvPr/>
          </p:nvSpPr>
          <p:spPr>
            <a:xfrm>
              <a:off x="6147306" y="2615451"/>
              <a:ext cx="105679" cy="110649"/>
            </a:xfrm>
            <a:custGeom>
              <a:avLst/>
              <a:gdLst>
                <a:gd name="connsiteX0" fmla="*/ 30685 w 70800"/>
                <a:gd name="connsiteY0" fmla="*/ 6700 h 74130"/>
                <a:gd name="connsiteX1" fmla="*/ 56192 w 70800"/>
                <a:gd name="connsiteY1" fmla="*/ 4418 h 74130"/>
                <a:gd name="connsiteX2" fmla="*/ 60830 w 70800"/>
                <a:gd name="connsiteY2" fmla="*/ 9203 h 74130"/>
                <a:gd name="connsiteX3" fmla="*/ 68528 w 70800"/>
                <a:gd name="connsiteY3" fmla="*/ 33787 h 74130"/>
                <a:gd name="connsiteX4" fmla="*/ 68528 w 70800"/>
                <a:gd name="connsiteY4" fmla="*/ 44674 h 74130"/>
                <a:gd name="connsiteX5" fmla="*/ 57352 w 70800"/>
                <a:gd name="connsiteY5" fmla="*/ 56702 h 74130"/>
                <a:gd name="connsiteX6" fmla="*/ 57676 w 70800"/>
                <a:gd name="connsiteY6" fmla="*/ 58107 h 74130"/>
                <a:gd name="connsiteX7" fmla="*/ 64725 w 70800"/>
                <a:gd name="connsiteY7" fmla="*/ 63112 h 74130"/>
                <a:gd name="connsiteX8" fmla="*/ 62221 w 70800"/>
                <a:gd name="connsiteY8" fmla="*/ 68029 h 74130"/>
                <a:gd name="connsiteX9" fmla="*/ 62128 w 70800"/>
                <a:gd name="connsiteY9" fmla="*/ 68599 h 74130"/>
                <a:gd name="connsiteX10" fmla="*/ 62685 w 70800"/>
                <a:gd name="connsiteY10" fmla="*/ 73824 h 74130"/>
                <a:gd name="connsiteX11" fmla="*/ 62685 w 70800"/>
                <a:gd name="connsiteY11" fmla="*/ 73824 h 74130"/>
                <a:gd name="connsiteX12" fmla="*/ 62824 w 70800"/>
                <a:gd name="connsiteY12" fmla="*/ 74131 h 74130"/>
                <a:gd name="connsiteX13" fmla="*/ 63102 w 70800"/>
                <a:gd name="connsiteY13" fmla="*/ 72814 h 74130"/>
                <a:gd name="connsiteX14" fmla="*/ 64772 w 70800"/>
                <a:gd name="connsiteY14" fmla="*/ 71585 h 74130"/>
                <a:gd name="connsiteX15" fmla="*/ 64447 w 70800"/>
                <a:gd name="connsiteY15" fmla="*/ 68687 h 74130"/>
                <a:gd name="connsiteX16" fmla="*/ 67183 w 70800"/>
                <a:gd name="connsiteY16" fmla="*/ 63244 h 74130"/>
                <a:gd name="connsiteX17" fmla="*/ 66812 w 70800"/>
                <a:gd name="connsiteY17" fmla="*/ 61883 h 74130"/>
                <a:gd name="connsiteX18" fmla="*/ 59856 w 70800"/>
                <a:gd name="connsiteY18" fmla="*/ 56966 h 74130"/>
                <a:gd name="connsiteX19" fmla="*/ 70430 w 70800"/>
                <a:gd name="connsiteY19" fmla="*/ 45991 h 74130"/>
                <a:gd name="connsiteX20" fmla="*/ 70801 w 70800"/>
                <a:gd name="connsiteY20" fmla="*/ 45201 h 74130"/>
                <a:gd name="connsiteX21" fmla="*/ 70801 w 70800"/>
                <a:gd name="connsiteY21" fmla="*/ 33699 h 74130"/>
                <a:gd name="connsiteX22" fmla="*/ 70754 w 70800"/>
                <a:gd name="connsiteY22" fmla="*/ 33391 h 74130"/>
                <a:gd name="connsiteX23" fmla="*/ 65421 w 70800"/>
                <a:gd name="connsiteY23" fmla="*/ 16314 h 74130"/>
                <a:gd name="connsiteX24" fmla="*/ 63612 w 70800"/>
                <a:gd name="connsiteY24" fmla="*/ 16095 h 74130"/>
                <a:gd name="connsiteX25" fmla="*/ 62638 w 70800"/>
                <a:gd name="connsiteY25" fmla="*/ 14866 h 74130"/>
                <a:gd name="connsiteX26" fmla="*/ 63937 w 70800"/>
                <a:gd name="connsiteY26" fmla="*/ 13944 h 74130"/>
                <a:gd name="connsiteX27" fmla="*/ 64679 w 70800"/>
                <a:gd name="connsiteY27" fmla="*/ 14032 h 74130"/>
                <a:gd name="connsiteX28" fmla="*/ 62917 w 70800"/>
                <a:gd name="connsiteY28" fmla="*/ 8456 h 74130"/>
                <a:gd name="connsiteX29" fmla="*/ 62638 w 70800"/>
                <a:gd name="connsiteY29" fmla="*/ 8017 h 74130"/>
                <a:gd name="connsiteX30" fmla="*/ 57444 w 70800"/>
                <a:gd name="connsiteY30" fmla="*/ 2661 h 74130"/>
                <a:gd name="connsiteX31" fmla="*/ 56470 w 70800"/>
                <a:gd name="connsiteY31" fmla="*/ 2310 h 74130"/>
                <a:gd name="connsiteX32" fmla="*/ 51833 w 70800"/>
                <a:gd name="connsiteY32" fmla="*/ 2749 h 74130"/>
                <a:gd name="connsiteX33" fmla="*/ 51972 w 70800"/>
                <a:gd name="connsiteY33" fmla="*/ 3847 h 74130"/>
                <a:gd name="connsiteX34" fmla="*/ 50951 w 70800"/>
                <a:gd name="connsiteY34" fmla="*/ 5032 h 74130"/>
                <a:gd name="connsiteX35" fmla="*/ 50812 w 70800"/>
                <a:gd name="connsiteY35" fmla="*/ 5032 h 74130"/>
                <a:gd name="connsiteX36" fmla="*/ 49653 w 70800"/>
                <a:gd name="connsiteY36" fmla="*/ 4066 h 74130"/>
                <a:gd name="connsiteX37" fmla="*/ 49514 w 70800"/>
                <a:gd name="connsiteY37" fmla="*/ 2969 h 74130"/>
                <a:gd name="connsiteX38" fmla="*/ 30592 w 70800"/>
                <a:gd name="connsiteY38" fmla="*/ 4681 h 74130"/>
                <a:gd name="connsiteX39" fmla="*/ 15334 w 70800"/>
                <a:gd name="connsiteY39" fmla="*/ 3057 h 74130"/>
                <a:gd name="connsiteX40" fmla="*/ 7450 w 70800"/>
                <a:gd name="connsiteY40" fmla="*/ 1344 h 74130"/>
                <a:gd name="connsiteX41" fmla="*/ 1421 w 70800"/>
                <a:gd name="connsiteY41" fmla="*/ 28 h 74130"/>
                <a:gd name="connsiteX42" fmla="*/ 29 w 70800"/>
                <a:gd name="connsiteY42" fmla="*/ 862 h 74130"/>
                <a:gd name="connsiteX43" fmla="*/ 910 w 70800"/>
                <a:gd name="connsiteY43" fmla="*/ 2179 h 74130"/>
                <a:gd name="connsiteX44" fmla="*/ 5270 w 70800"/>
                <a:gd name="connsiteY44" fmla="*/ 3144 h 74130"/>
                <a:gd name="connsiteX45" fmla="*/ 14916 w 70800"/>
                <a:gd name="connsiteY45" fmla="*/ 5252 h 74130"/>
                <a:gd name="connsiteX46" fmla="*/ 30499 w 70800"/>
                <a:gd name="connsiteY46" fmla="*/ 6920 h 7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00" h="74130">
                  <a:moveTo>
                    <a:pt x="30685" y="6700"/>
                  </a:moveTo>
                  <a:lnTo>
                    <a:pt x="56192" y="4418"/>
                  </a:lnTo>
                  <a:lnTo>
                    <a:pt x="60830" y="9203"/>
                  </a:lnTo>
                  <a:lnTo>
                    <a:pt x="68528" y="33787"/>
                  </a:lnTo>
                  <a:lnTo>
                    <a:pt x="68528" y="44674"/>
                  </a:lnTo>
                  <a:cubicBezTo>
                    <a:pt x="66812" y="46210"/>
                    <a:pt x="59763" y="52664"/>
                    <a:pt x="57352" y="56702"/>
                  </a:cubicBezTo>
                  <a:cubicBezTo>
                    <a:pt x="57073" y="57185"/>
                    <a:pt x="57212" y="57800"/>
                    <a:pt x="57676" y="58107"/>
                  </a:cubicBezTo>
                  <a:lnTo>
                    <a:pt x="64725" y="63112"/>
                  </a:lnTo>
                  <a:lnTo>
                    <a:pt x="62221" y="68029"/>
                  </a:lnTo>
                  <a:cubicBezTo>
                    <a:pt x="62221" y="68029"/>
                    <a:pt x="62082" y="68424"/>
                    <a:pt x="62128" y="68599"/>
                  </a:cubicBezTo>
                  <a:lnTo>
                    <a:pt x="62685" y="73824"/>
                  </a:lnTo>
                  <a:cubicBezTo>
                    <a:pt x="62685" y="73824"/>
                    <a:pt x="62685" y="73824"/>
                    <a:pt x="62685" y="73824"/>
                  </a:cubicBezTo>
                  <a:cubicBezTo>
                    <a:pt x="62685" y="73955"/>
                    <a:pt x="62778" y="73999"/>
                    <a:pt x="62824" y="74131"/>
                  </a:cubicBezTo>
                  <a:cubicBezTo>
                    <a:pt x="62592" y="73692"/>
                    <a:pt x="62638" y="73165"/>
                    <a:pt x="63102" y="72814"/>
                  </a:cubicBezTo>
                  <a:lnTo>
                    <a:pt x="64772" y="71585"/>
                  </a:lnTo>
                  <a:lnTo>
                    <a:pt x="64447" y="68687"/>
                  </a:lnTo>
                  <a:lnTo>
                    <a:pt x="67183" y="63244"/>
                  </a:lnTo>
                  <a:cubicBezTo>
                    <a:pt x="67415" y="62761"/>
                    <a:pt x="67276" y="62190"/>
                    <a:pt x="66812" y="61883"/>
                  </a:cubicBezTo>
                  <a:lnTo>
                    <a:pt x="59856" y="56966"/>
                  </a:lnTo>
                  <a:cubicBezTo>
                    <a:pt x="62824" y="52664"/>
                    <a:pt x="70337" y="46035"/>
                    <a:pt x="70430" y="45991"/>
                  </a:cubicBezTo>
                  <a:cubicBezTo>
                    <a:pt x="70662" y="45771"/>
                    <a:pt x="70801" y="45508"/>
                    <a:pt x="70801" y="45201"/>
                  </a:cubicBezTo>
                  <a:lnTo>
                    <a:pt x="70801" y="33699"/>
                  </a:lnTo>
                  <a:cubicBezTo>
                    <a:pt x="70801" y="33699"/>
                    <a:pt x="70801" y="33479"/>
                    <a:pt x="70754" y="33391"/>
                  </a:cubicBezTo>
                  <a:lnTo>
                    <a:pt x="65421" y="16314"/>
                  </a:lnTo>
                  <a:lnTo>
                    <a:pt x="63612" y="16095"/>
                  </a:lnTo>
                  <a:cubicBezTo>
                    <a:pt x="62963" y="16007"/>
                    <a:pt x="62546" y="15436"/>
                    <a:pt x="62638" y="14866"/>
                  </a:cubicBezTo>
                  <a:cubicBezTo>
                    <a:pt x="62731" y="14251"/>
                    <a:pt x="63334" y="13856"/>
                    <a:pt x="63937" y="13944"/>
                  </a:cubicBezTo>
                  <a:lnTo>
                    <a:pt x="64679" y="14032"/>
                  </a:lnTo>
                  <a:lnTo>
                    <a:pt x="62917" y="8456"/>
                  </a:lnTo>
                  <a:cubicBezTo>
                    <a:pt x="62917" y="8456"/>
                    <a:pt x="62778" y="8149"/>
                    <a:pt x="62638" y="8017"/>
                  </a:cubicBezTo>
                  <a:lnTo>
                    <a:pt x="57444" y="2661"/>
                  </a:lnTo>
                  <a:cubicBezTo>
                    <a:pt x="57212" y="2398"/>
                    <a:pt x="56841" y="2310"/>
                    <a:pt x="56470" y="2310"/>
                  </a:cubicBezTo>
                  <a:lnTo>
                    <a:pt x="51833" y="2749"/>
                  </a:lnTo>
                  <a:lnTo>
                    <a:pt x="51972" y="3847"/>
                  </a:lnTo>
                  <a:cubicBezTo>
                    <a:pt x="52018" y="4461"/>
                    <a:pt x="51554" y="4988"/>
                    <a:pt x="50951" y="5032"/>
                  </a:cubicBezTo>
                  <a:cubicBezTo>
                    <a:pt x="50951" y="5032"/>
                    <a:pt x="50859" y="5032"/>
                    <a:pt x="50812" y="5032"/>
                  </a:cubicBezTo>
                  <a:cubicBezTo>
                    <a:pt x="50209" y="5032"/>
                    <a:pt x="49699" y="4593"/>
                    <a:pt x="49653" y="4066"/>
                  </a:cubicBezTo>
                  <a:lnTo>
                    <a:pt x="49514" y="2969"/>
                  </a:lnTo>
                  <a:lnTo>
                    <a:pt x="30592" y="4681"/>
                  </a:lnTo>
                  <a:lnTo>
                    <a:pt x="15334" y="3057"/>
                  </a:lnTo>
                  <a:lnTo>
                    <a:pt x="7450" y="1344"/>
                  </a:lnTo>
                  <a:lnTo>
                    <a:pt x="1421" y="28"/>
                  </a:lnTo>
                  <a:cubicBezTo>
                    <a:pt x="818" y="-104"/>
                    <a:pt x="168" y="247"/>
                    <a:pt x="29" y="862"/>
                  </a:cubicBezTo>
                  <a:cubicBezTo>
                    <a:pt x="-110" y="1432"/>
                    <a:pt x="261" y="2047"/>
                    <a:pt x="910" y="2179"/>
                  </a:cubicBezTo>
                  <a:lnTo>
                    <a:pt x="5270" y="3144"/>
                  </a:lnTo>
                  <a:lnTo>
                    <a:pt x="14916" y="5252"/>
                  </a:lnTo>
                  <a:lnTo>
                    <a:pt x="30499" y="692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1" name="Freeform: Shape 2350">
              <a:extLst>
                <a:ext uri="{FF2B5EF4-FFF2-40B4-BE49-F238E27FC236}">
                  <a16:creationId xmlns:a16="http://schemas.microsoft.com/office/drawing/2014/main" id="{D25676C8-A303-83D7-2EB7-FC9AE52139F5}"/>
                </a:ext>
              </a:extLst>
            </p:cNvPr>
            <p:cNvSpPr>
              <a:spLocks/>
            </p:cNvSpPr>
            <p:nvPr/>
          </p:nvSpPr>
          <p:spPr>
            <a:xfrm>
              <a:off x="6241425" y="2726494"/>
              <a:ext cx="691" cy="327"/>
            </a:xfrm>
            <a:custGeom>
              <a:avLst/>
              <a:gdLst>
                <a:gd name="connsiteX0" fmla="*/ 464 w 463"/>
                <a:gd name="connsiteY0" fmla="*/ 220 h 219"/>
                <a:gd name="connsiteX1" fmla="*/ 0 w 463"/>
                <a:gd name="connsiteY1" fmla="*/ 0 h 219"/>
                <a:gd name="connsiteX2" fmla="*/ 464 w 463"/>
                <a:gd name="connsiteY2" fmla="*/ 220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" h="219">
                  <a:moveTo>
                    <a:pt x="464" y="220"/>
                  </a:moveTo>
                  <a:cubicBezTo>
                    <a:pt x="464" y="220"/>
                    <a:pt x="139" y="132"/>
                    <a:pt x="0" y="0"/>
                  </a:cubicBezTo>
                  <a:cubicBezTo>
                    <a:pt x="139" y="132"/>
                    <a:pt x="278" y="176"/>
                    <a:pt x="464" y="2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2" name="Freeform: Shape 2351">
              <a:extLst>
                <a:ext uri="{FF2B5EF4-FFF2-40B4-BE49-F238E27FC236}">
                  <a16:creationId xmlns:a16="http://schemas.microsoft.com/office/drawing/2014/main" id="{F9146471-4D03-B00A-1A8E-A3A00E5CE8F9}"/>
                </a:ext>
              </a:extLst>
            </p:cNvPr>
            <p:cNvSpPr>
              <a:spLocks/>
            </p:cNvSpPr>
            <p:nvPr/>
          </p:nvSpPr>
          <p:spPr>
            <a:xfrm>
              <a:off x="6242670" y="2726823"/>
              <a:ext cx="691" cy="196"/>
            </a:xfrm>
            <a:custGeom>
              <a:avLst/>
              <a:gdLst>
                <a:gd name="connsiteX0" fmla="*/ 46 w 463"/>
                <a:gd name="connsiteY0" fmla="*/ 132 h 131"/>
                <a:gd name="connsiteX1" fmla="*/ 185 w 463"/>
                <a:gd name="connsiteY1" fmla="*/ 132 h 131"/>
                <a:gd name="connsiteX2" fmla="*/ 464 w 463"/>
                <a:gd name="connsiteY2" fmla="*/ 0 h 131"/>
                <a:gd name="connsiteX3" fmla="*/ 0 w 463"/>
                <a:gd name="connsiteY3" fmla="*/ 132 h 131"/>
                <a:gd name="connsiteX4" fmla="*/ 46 w 463"/>
                <a:gd name="connsiteY4" fmla="*/ 132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" h="131">
                  <a:moveTo>
                    <a:pt x="46" y="132"/>
                  </a:moveTo>
                  <a:cubicBezTo>
                    <a:pt x="46" y="132"/>
                    <a:pt x="139" y="132"/>
                    <a:pt x="185" y="132"/>
                  </a:cubicBezTo>
                  <a:cubicBezTo>
                    <a:pt x="278" y="132"/>
                    <a:pt x="371" y="44"/>
                    <a:pt x="464" y="0"/>
                  </a:cubicBezTo>
                  <a:cubicBezTo>
                    <a:pt x="325" y="44"/>
                    <a:pt x="139" y="132"/>
                    <a:pt x="0" y="132"/>
                  </a:cubicBezTo>
                  <a:cubicBezTo>
                    <a:pt x="0" y="132"/>
                    <a:pt x="0" y="132"/>
                    <a:pt x="46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3" name="Freeform: Shape 2352">
              <a:extLst>
                <a:ext uri="{FF2B5EF4-FFF2-40B4-BE49-F238E27FC236}">
                  <a16:creationId xmlns:a16="http://schemas.microsoft.com/office/drawing/2014/main" id="{409187B4-72CC-C683-0F5A-2C3697DDE0E5}"/>
                </a:ext>
              </a:extLst>
            </p:cNvPr>
            <p:cNvSpPr>
              <a:spLocks/>
            </p:cNvSpPr>
            <p:nvPr/>
          </p:nvSpPr>
          <p:spPr>
            <a:xfrm>
              <a:off x="6181815" y="2584084"/>
              <a:ext cx="46192" cy="38616"/>
            </a:xfrm>
            <a:custGeom>
              <a:avLst/>
              <a:gdLst>
                <a:gd name="connsiteX0" fmla="*/ 9188 w 30947"/>
                <a:gd name="connsiteY0" fmla="*/ 6775 h 25871"/>
                <a:gd name="connsiteX1" fmla="*/ 9606 w 30947"/>
                <a:gd name="connsiteY1" fmla="*/ 7082 h 25871"/>
                <a:gd name="connsiteX2" fmla="*/ 14522 w 30947"/>
                <a:gd name="connsiteY2" fmla="*/ 8970 h 25871"/>
                <a:gd name="connsiteX3" fmla="*/ 14939 w 30947"/>
                <a:gd name="connsiteY3" fmla="*/ 9058 h 25871"/>
                <a:gd name="connsiteX4" fmla="*/ 25189 w 30947"/>
                <a:gd name="connsiteY4" fmla="*/ 9058 h 25871"/>
                <a:gd name="connsiteX5" fmla="*/ 28389 w 30947"/>
                <a:gd name="connsiteY5" fmla="*/ 12131 h 25871"/>
                <a:gd name="connsiteX6" fmla="*/ 26023 w 30947"/>
                <a:gd name="connsiteY6" fmla="*/ 18847 h 25871"/>
                <a:gd name="connsiteX7" fmla="*/ 25977 w 30947"/>
                <a:gd name="connsiteY7" fmla="*/ 19330 h 25871"/>
                <a:gd name="connsiteX8" fmla="*/ 26487 w 30947"/>
                <a:gd name="connsiteY8" fmla="*/ 23808 h 25871"/>
                <a:gd name="connsiteX9" fmla="*/ 26626 w 30947"/>
                <a:gd name="connsiteY9" fmla="*/ 24906 h 25871"/>
                <a:gd name="connsiteX10" fmla="*/ 27786 w 30947"/>
                <a:gd name="connsiteY10" fmla="*/ 25871 h 25871"/>
                <a:gd name="connsiteX11" fmla="*/ 27925 w 30947"/>
                <a:gd name="connsiteY11" fmla="*/ 25871 h 25871"/>
                <a:gd name="connsiteX12" fmla="*/ 28945 w 30947"/>
                <a:gd name="connsiteY12" fmla="*/ 24686 h 25871"/>
                <a:gd name="connsiteX13" fmla="*/ 28806 w 30947"/>
                <a:gd name="connsiteY13" fmla="*/ 23589 h 25871"/>
                <a:gd name="connsiteX14" fmla="*/ 28342 w 30947"/>
                <a:gd name="connsiteY14" fmla="*/ 19330 h 25871"/>
                <a:gd name="connsiteX15" fmla="*/ 30893 w 30947"/>
                <a:gd name="connsiteY15" fmla="*/ 12175 h 25871"/>
                <a:gd name="connsiteX16" fmla="*/ 30615 w 30947"/>
                <a:gd name="connsiteY16" fmla="*/ 11033 h 25871"/>
                <a:gd name="connsiteX17" fmla="*/ 26580 w 30947"/>
                <a:gd name="connsiteY17" fmla="*/ 7170 h 25871"/>
                <a:gd name="connsiteX18" fmla="*/ 25745 w 30947"/>
                <a:gd name="connsiteY18" fmla="*/ 6863 h 25871"/>
                <a:gd name="connsiteX19" fmla="*/ 15264 w 30947"/>
                <a:gd name="connsiteY19" fmla="*/ 6863 h 25871"/>
                <a:gd name="connsiteX20" fmla="*/ 10811 w 30947"/>
                <a:gd name="connsiteY20" fmla="*/ 5150 h 25871"/>
                <a:gd name="connsiteX21" fmla="*/ 6359 w 30947"/>
                <a:gd name="connsiteY21" fmla="*/ 365 h 25871"/>
                <a:gd name="connsiteX22" fmla="*/ 5107 w 30947"/>
                <a:gd name="connsiteY22" fmla="*/ 58 h 25871"/>
                <a:gd name="connsiteX23" fmla="*/ 3901 w 30947"/>
                <a:gd name="connsiteY23" fmla="*/ 453 h 25871"/>
                <a:gd name="connsiteX24" fmla="*/ 794 w 30947"/>
                <a:gd name="connsiteY24" fmla="*/ 1463 h 25871"/>
                <a:gd name="connsiteX25" fmla="*/ 52 w 30947"/>
                <a:gd name="connsiteY25" fmla="*/ 2868 h 25871"/>
                <a:gd name="connsiteX26" fmla="*/ 1536 w 30947"/>
                <a:gd name="connsiteY26" fmla="*/ 3570 h 25871"/>
                <a:gd name="connsiteX27" fmla="*/ 4087 w 30947"/>
                <a:gd name="connsiteY27" fmla="*/ 2736 h 25871"/>
                <a:gd name="connsiteX28" fmla="*/ 5154 w 30947"/>
                <a:gd name="connsiteY28" fmla="*/ 2385 h 25871"/>
                <a:gd name="connsiteX29" fmla="*/ 9281 w 30947"/>
                <a:gd name="connsiteY29" fmla="*/ 6819 h 25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0947" h="25871">
                  <a:moveTo>
                    <a:pt x="9188" y="6775"/>
                  </a:moveTo>
                  <a:cubicBezTo>
                    <a:pt x="9188" y="6775"/>
                    <a:pt x="9467" y="6994"/>
                    <a:pt x="9606" y="7082"/>
                  </a:cubicBezTo>
                  <a:lnTo>
                    <a:pt x="14522" y="8970"/>
                  </a:lnTo>
                  <a:cubicBezTo>
                    <a:pt x="14522" y="8970"/>
                    <a:pt x="14800" y="9058"/>
                    <a:pt x="14939" y="9058"/>
                  </a:cubicBezTo>
                  <a:lnTo>
                    <a:pt x="25189" y="9058"/>
                  </a:lnTo>
                  <a:lnTo>
                    <a:pt x="28389" y="12131"/>
                  </a:lnTo>
                  <a:lnTo>
                    <a:pt x="26023" y="18847"/>
                  </a:lnTo>
                  <a:cubicBezTo>
                    <a:pt x="26023" y="18847"/>
                    <a:pt x="25977" y="19155"/>
                    <a:pt x="25977" y="19330"/>
                  </a:cubicBezTo>
                  <a:lnTo>
                    <a:pt x="26487" y="23808"/>
                  </a:lnTo>
                  <a:lnTo>
                    <a:pt x="26626" y="24906"/>
                  </a:lnTo>
                  <a:cubicBezTo>
                    <a:pt x="26673" y="25476"/>
                    <a:pt x="27183" y="25871"/>
                    <a:pt x="27786" y="25871"/>
                  </a:cubicBezTo>
                  <a:cubicBezTo>
                    <a:pt x="27786" y="25871"/>
                    <a:pt x="27879" y="25871"/>
                    <a:pt x="27925" y="25871"/>
                  </a:cubicBezTo>
                  <a:cubicBezTo>
                    <a:pt x="28574" y="25828"/>
                    <a:pt x="29038" y="25257"/>
                    <a:pt x="28945" y="24686"/>
                  </a:cubicBezTo>
                  <a:lnTo>
                    <a:pt x="28806" y="23589"/>
                  </a:lnTo>
                  <a:lnTo>
                    <a:pt x="28342" y="19330"/>
                  </a:lnTo>
                  <a:lnTo>
                    <a:pt x="30893" y="12175"/>
                  </a:lnTo>
                  <a:cubicBezTo>
                    <a:pt x="31032" y="11779"/>
                    <a:pt x="30893" y="11340"/>
                    <a:pt x="30615" y="11033"/>
                  </a:cubicBezTo>
                  <a:lnTo>
                    <a:pt x="26580" y="7170"/>
                  </a:lnTo>
                  <a:cubicBezTo>
                    <a:pt x="26580" y="7170"/>
                    <a:pt x="26070" y="6863"/>
                    <a:pt x="25745" y="6863"/>
                  </a:cubicBezTo>
                  <a:lnTo>
                    <a:pt x="15264" y="6863"/>
                  </a:lnTo>
                  <a:lnTo>
                    <a:pt x="10811" y="5150"/>
                  </a:lnTo>
                  <a:lnTo>
                    <a:pt x="6359" y="365"/>
                  </a:lnTo>
                  <a:cubicBezTo>
                    <a:pt x="6035" y="14"/>
                    <a:pt x="5571" y="-74"/>
                    <a:pt x="5107" y="58"/>
                  </a:cubicBezTo>
                  <a:lnTo>
                    <a:pt x="3901" y="453"/>
                  </a:lnTo>
                  <a:lnTo>
                    <a:pt x="794" y="1463"/>
                  </a:lnTo>
                  <a:cubicBezTo>
                    <a:pt x="191" y="1639"/>
                    <a:pt x="-134" y="2297"/>
                    <a:pt x="52" y="2868"/>
                  </a:cubicBezTo>
                  <a:cubicBezTo>
                    <a:pt x="238" y="3438"/>
                    <a:pt x="887" y="3746"/>
                    <a:pt x="1536" y="3570"/>
                  </a:cubicBezTo>
                  <a:lnTo>
                    <a:pt x="4087" y="2736"/>
                  </a:lnTo>
                  <a:lnTo>
                    <a:pt x="5154" y="2385"/>
                  </a:lnTo>
                  <a:lnTo>
                    <a:pt x="9281" y="68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4" name="Freeform: Shape 2353">
              <a:extLst>
                <a:ext uri="{FF2B5EF4-FFF2-40B4-BE49-F238E27FC236}">
                  <a16:creationId xmlns:a16="http://schemas.microsoft.com/office/drawing/2014/main" id="{FD1E172A-4E93-E7BD-65E0-C143AE967A11}"/>
                </a:ext>
              </a:extLst>
            </p:cNvPr>
            <p:cNvSpPr>
              <a:spLocks/>
            </p:cNvSpPr>
            <p:nvPr/>
          </p:nvSpPr>
          <p:spPr>
            <a:xfrm>
              <a:off x="6225851" y="2840118"/>
              <a:ext cx="90199" cy="20837"/>
            </a:xfrm>
            <a:custGeom>
              <a:avLst/>
              <a:gdLst>
                <a:gd name="connsiteX0" fmla="*/ 835 w 60429"/>
                <a:gd name="connsiteY0" fmla="*/ 5005 h 13960"/>
                <a:gd name="connsiteX1" fmla="*/ 464 w 60429"/>
                <a:gd name="connsiteY1" fmla="*/ 5224 h 13960"/>
                <a:gd name="connsiteX2" fmla="*/ 185 w 60429"/>
                <a:gd name="connsiteY2" fmla="*/ 5531 h 13960"/>
                <a:gd name="connsiteX3" fmla="*/ 0 w 60429"/>
                <a:gd name="connsiteY3" fmla="*/ 6190 h 13960"/>
                <a:gd name="connsiteX4" fmla="*/ 1298 w 60429"/>
                <a:gd name="connsiteY4" fmla="*/ 7112 h 13960"/>
                <a:gd name="connsiteX5" fmla="*/ 1994 w 60429"/>
                <a:gd name="connsiteY5" fmla="*/ 7024 h 13960"/>
                <a:gd name="connsiteX6" fmla="*/ 7096 w 60429"/>
                <a:gd name="connsiteY6" fmla="*/ 6322 h 13960"/>
                <a:gd name="connsiteX7" fmla="*/ 13496 w 60429"/>
                <a:gd name="connsiteY7" fmla="*/ 8429 h 13960"/>
                <a:gd name="connsiteX8" fmla="*/ 13867 w 60429"/>
                <a:gd name="connsiteY8" fmla="*/ 8473 h 13960"/>
                <a:gd name="connsiteX9" fmla="*/ 27687 w 60429"/>
                <a:gd name="connsiteY9" fmla="*/ 8473 h 13960"/>
                <a:gd name="connsiteX10" fmla="*/ 30841 w 60429"/>
                <a:gd name="connsiteY10" fmla="*/ 13433 h 13960"/>
                <a:gd name="connsiteX11" fmla="*/ 31815 w 60429"/>
                <a:gd name="connsiteY11" fmla="*/ 13960 h 13960"/>
                <a:gd name="connsiteX12" fmla="*/ 34690 w 60429"/>
                <a:gd name="connsiteY12" fmla="*/ 13960 h 13960"/>
                <a:gd name="connsiteX13" fmla="*/ 35618 w 60429"/>
                <a:gd name="connsiteY13" fmla="*/ 13521 h 13960"/>
                <a:gd name="connsiteX14" fmla="*/ 38539 w 60429"/>
                <a:gd name="connsiteY14" fmla="*/ 10009 h 13960"/>
                <a:gd name="connsiteX15" fmla="*/ 52360 w 60429"/>
                <a:gd name="connsiteY15" fmla="*/ 7068 h 13960"/>
                <a:gd name="connsiteX16" fmla="*/ 52963 w 60429"/>
                <a:gd name="connsiteY16" fmla="*/ 6717 h 13960"/>
                <a:gd name="connsiteX17" fmla="*/ 57276 w 60429"/>
                <a:gd name="connsiteY17" fmla="*/ 2151 h 13960"/>
                <a:gd name="connsiteX18" fmla="*/ 60429 w 60429"/>
                <a:gd name="connsiteY18" fmla="*/ 2151 h 13960"/>
                <a:gd name="connsiteX19" fmla="*/ 60105 w 60429"/>
                <a:gd name="connsiteY19" fmla="*/ 1932 h 13960"/>
                <a:gd name="connsiteX20" fmla="*/ 60105 w 60429"/>
                <a:gd name="connsiteY20" fmla="*/ 1888 h 13960"/>
                <a:gd name="connsiteX21" fmla="*/ 60059 w 60429"/>
                <a:gd name="connsiteY21" fmla="*/ 1888 h 13960"/>
                <a:gd name="connsiteX22" fmla="*/ 59873 w 60429"/>
                <a:gd name="connsiteY22" fmla="*/ 1536 h 13960"/>
                <a:gd name="connsiteX23" fmla="*/ 59688 w 60429"/>
                <a:gd name="connsiteY23" fmla="*/ 1185 h 13960"/>
                <a:gd name="connsiteX24" fmla="*/ 59780 w 60429"/>
                <a:gd name="connsiteY24" fmla="*/ 746 h 13960"/>
                <a:gd name="connsiteX25" fmla="*/ 59873 w 60429"/>
                <a:gd name="connsiteY25" fmla="*/ 395 h 13960"/>
                <a:gd name="connsiteX26" fmla="*/ 59919 w 60429"/>
                <a:gd name="connsiteY26" fmla="*/ 395 h 13960"/>
                <a:gd name="connsiteX27" fmla="*/ 59919 w 60429"/>
                <a:gd name="connsiteY27" fmla="*/ 351 h 13960"/>
                <a:gd name="connsiteX28" fmla="*/ 60244 w 60429"/>
                <a:gd name="connsiteY28" fmla="*/ 0 h 13960"/>
                <a:gd name="connsiteX29" fmla="*/ 56719 w 60429"/>
                <a:gd name="connsiteY29" fmla="*/ 0 h 13960"/>
                <a:gd name="connsiteX30" fmla="*/ 55838 w 60429"/>
                <a:gd name="connsiteY30" fmla="*/ 351 h 13960"/>
                <a:gd name="connsiteX31" fmla="*/ 51433 w 60429"/>
                <a:gd name="connsiteY31" fmla="*/ 5005 h 13960"/>
                <a:gd name="connsiteX32" fmla="*/ 37612 w 60429"/>
                <a:gd name="connsiteY32" fmla="*/ 7946 h 13960"/>
                <a:gd name="connsiteX33" fmla="*/ 36963 w 60429"/>
                <a:gd name="connsiteY33" fmla="*/ 8341 h 13960"/>
                <a:gd name="connsiteX34" fmla="*/ 34134 w 60429"/>
                <a:gd name="connsiteY34" fmla="*/ 11765 h 13960"/>
                <a:gd name="connsiteX35" fmla="*/ 32464 w 60429"/>
                <a:gd name="connsiteY35" fmla="*/ 11765 h 13960"/>
                <a:gd name="connsiteX36" fmla="*/ 29310 w 60429"/>
                <a:gd name="connsiteY36" fmla="*/ 6804 h 13960"/>
                <a:gd name="connsiteX37" fmla="*/ 28336 w 60429"/>
                <a:gd name="connsiteY37" fmla="*/ 6278 h 13960"/>
                <a:gd name="connsiteX38" fmla="*/ 14052 w 60429"/>
                <a:gd name="connsiteY38" fmla="*/ 6278 h 13960"/>
                <a:gd name="connsiteX39" fmla="*/ 7560 w 60429"/>
                <a:gd name="connsiteY39" fmla="*/ 4127 h 13960"/>
                <a:gd name="connsiteX40" fmla="*/ 7003 w 60429"/>
                <a:gd name="connsiteY40" fmla="*/ 4083 h 13960"/>
                <a:gd name="connsiteX41" fmla="*/ 1438 w 60429"/>
                <a:gd name="connsiteY41" fmla="*/ 4829 h 13960"/>
                <a:gd name="connsiteX42" fmla="*/ 928 w 60429"/>
                <a:gd name="connsiteY42" fmla="*/ 4917 h 13960"/>
                <a:gd name="connsiteX43" fmla="*/ 742 w 60429"/>
                <a:gd name="connsiteY43" fmla="*/ 5005 h 1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0429" h="13960">
                  <a:moveTo>
                    <a:pt x="835" y="5005"/>
                  </a:moveTo>
                  <a:cubicBezTo>
                    <a:pt x="835" y="5005"/>
                    <a:pt x="603" y="5136"/>
                    <a:pt x="464" y="5224"/>
                  </a:cubicBezTo>
                  <a:cubicBezTo>
                    <a:pt x="325" y="5312"/>
                    <a:pt x="232" y="5400"/>
                    <a:pt x="185" y="5531"/>
                  </a:cubicBezTo>
                  <a:cubicBezTo>
                    <a:pt x="93" y="5707"/>
                    <a:pt x="0" y="5926"/>
                    <a:pt x="0" y="6190"/>
                  </a:cubicBezTo>
                  <a:cubicBezTo>
                    <a:pt x="93" y="6804"/>
                    <a:pt x="649" y="7200"/>
                    <a:pt x="1298" y="7112"/>
                  </a:cubicBezTo>
                  <a:lnTo>
                    <a:pt x="1994" y="7024"/>
                  </a:lnTo>
                  <a:lnTo>
                    <a:pt x="7096" y="6322"/>
                  </a:lnTo>
                  <a:lnTo>
                    <a:pt x="13496" y="8429"/>
                  </a:lnTo>
                  <a:cubicBezTo>
                    <a:pt x="13496" y="8429"/>
                    <a:pt x="13728" y="8473"/>
                    <a:pt x="13867" y="8473"/>
                  </a:cubicBezTo>
                  <a:lnTo>
                    <a:pt x="27687" y="8473"/>
                  </a:lnTo>
                  <a:lnTo>
                    <a:pt x="30841" y="13433"/>
                  </a:lnTo>
                  <a:cubicBezTo>
                    <a:pt x="31073" y="13785"/>
                    <a:pt x="31444" y="13960"/>
                    <a:pt x="31815" y="13960"/>
                  </a:cubicBezTo>
                  <a:lnTo>
                    <a:pt x="34690" y="13960"/>
                  </a:lnTo>
                  <a:cubicBezTo>
                    <a:pt x="35061" y="13960"/>
                    <a:pt x="35386" y="13785"/>
                    <a:pt x="35618" y="13521"/>
                  </a:cubicBezTo>
                  <a:lnTo>
                    <a:pt x="38539" y="10009"/>
                  </a:lnTo>
                  <a:lnTo>
                    <a:pt x="52360" y="7068"/>
                  </a:lnTo>
                  <a:cubicBezTo>
                    <a:pt x="52592" y="7024"/>
                    <a:pt x="52824" y="6892"/>
                    <a:pt x="52963" y="6717"/>
                  </a:cubicBezTo>
                  <a:lnTo>
                    <a:pt x="57276" y="2151"/>
                  </a:lnTo>
                  <a:lnTo>
                    <a:pt x="60429" y="2151"/>
                  </a:lnTo>
                  <a:lnTo>
                    <a:pt x="60105" y="1932"/>
                  </a:lnTo>
                  <a:cubicBezTo>
                    <a:pt x="60105" y="1932"/>
                    <a:pt x="60105" y="1932"/>
                    <a:pt x="60105" y="1888"/>
                  </a:cubicBezTo>
                  <a:cubicBezTo>
                    <a:pt x="60105" y="1888"/>
                    <a:pt x="60059" y="1888"/>
                    <a:pt x="60059" y="1888"/>
                  </a:cubicBezTo>
                  <a:cubicBezTo>
                    <a:pt x="59966" y="1800"/>
                    <a:pt x="59966" y="1668"/>
                    <a:pt x="59873" y="1536"/>
                  </a:cubicBezTo>
                  <a:cubicBezTo>
                    <a:pt x="59827" y="1405"/>
                    <a:pt x="59688" y="1317"/>
                    <a:pt x="59688" y="1185"/>
                  </a:cubicBezTo>
                  <a:cubicBezTo>
                    <a:pt x="59688" y="1054"/>
                    <a:pt x="59734" y="922"/>
                    <a:pt x="59780" y="746"/>
                  </a:cubicBezTo>
                  <a:cubicBezTo>
                    <a:pt x="59780" y="615"/>
                    <a:pt x="59780" y="527"/>
                    <a:pt x="59873" y="395"/>
                  </a:cubicBezTo>
                  <a:cubicBezTo>
                    <a:pt x="59873" y="395"/>
                    <a:pt x="59873" y="395"/>
                    <a:pt x="59919" y="395"/>
                  </a:cubicBezTo>
                  <a:cubicBezTo>
                    <a:pt x="59919" y="395"/>
                    <a:pt x="59919" y="351"/>
                    <a:pt x="59919" y="351"/>
                  </a:cubicBezTo>
                  <a:lnTo>
                    <a:pt x="60244" y="0"/>
                  </a:lnTo>
                  <a:lnTo>
                    <a:pt x="56719" y="0"/>
                  </a:lnTo>
                  <a:cubicBezTo>
                    <a:pt x="56395" y="0"/>
                    <a:pt x="56070" y="132"/>
                    <a:pt x="55838" y="351"/>
                  </a:cubicBezTo>
                  <a:lnTo>
                    <a:pt x="51433" y="5005"/>
                  </a:lnTo>
                  <a:lnTo>
                    <a:pt x="37612" y="7946"/>
                  </a:lnTo>
                  <a:cubicBezTo>
                    <a:pt x="37334" y="7990"/>
                    <a:pt x="37102" y="8121"/>
                    <a:pt x="36963" y="8341"/>
                  </a:cubicBezTo>
                  <a:lnTo>
                    <a:pt x="34134" y="11765"/>
                  </a:lnTo>
                  <a:lnTo>
                    <a:pt x="32464" y="11765"/>
                  </a:lnTo>
                  <a:lnTo>
                    <a:pt x="29310" y="6804"/>
                  </a:lnTo>
                  <a:cubicBezTo>
                    <a:pt x="29079" y="6453"/>
                    <a:pt x="28708" y="6278"/>
                    <a:pt x="28336" y="6278"/>
                  </a:cubicBezTo>
                  <a:lnTo>
                    <a:pt x="14052" y="6278"/>
                  </a:lnTo>
                  <a:lnTo>
                    <a:pt x="7560" y="4127"/>
                  </a:lnTo>
                  <a:cubicBezTo>
                    <a:pt x="7560" y="4127"/>
                    <a:pt x="7188" y="4039"/>
                    <a:pt x="7003" y="4083"/>
                  </a:cubicBezTo>
                  <a:lnTo>
                    <a:pt x="1438" y="4829"/>
                  </a:lnTo>
                  <a:lnTo>
                    <a:pt x="928" y="4917"/>
                  </a:lnTo>
                  <a:cubicBezTo>
                    <a:pt x="928" y="4917"/>
                    <a:pt x="835" y="5005"/>
                    <a:pt x="742" y="500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5" name="Freeform: Shape 2354">
              <a:extLst>
                <a:ext uri="{FF2B5EF4-FFF2-40B4-BE49-F238E27FC236}">
                  <a16:creationId xmlns:a16="http://schemas.microsoft.com/office/drawing/2014/main" id="{A34172F2-0DFC-48DC-3CE0-73EBD64720CE}"/>
                </a:ext>
              </a:extLst>
            </p:cNvPr>
            <p:cNvSpPr>
              <a:spLocks/>
            </p:cNvSpPr>
            <p:nvPr/>
          </p:nvSpPr>
          <p:spPr>
            <a:xfrm>
              <a:off x="6315427" y="2841428"/>
              <a:ext cx="77265" cy="103007"/>
            </a:xfrm>
            <a:custGeom>
              <a:avLst/>
              <a:gdLst>
                <a:gd name="connsiteX0" fmla="*/ 43502 w 51764"/>
                <a:gd name="connsiteY0" fmla="*/ 61109 h 69010"/>
                <a:gd name="connsiteX1" fmla="*/ 35989 w 51764"/>
                <a:gd name="connsiteY1" fmla="*/ 62777 h 69010"/>
                <a:gd name="connsiteX2" fmla="*/ 35618 w 51764"/>
                <a:gd name="connsiteY2" fmla="*/ 62909 h 69010"/>
                <a:gd name="connsiteX3" fmla="*/ 32232 w 51764"/>
                <a:gd name="connsiteY3" fmla="*/ 64884 h 69010"/>
                <a:gd name="connsiteX4" fmla="*/ 29310 w 51764"/>
                <a:gd name="connsiteY4" fmla="*/ 61943 h 69010"/>
                <a:gd name="connsiteX5" fmla="*/ 28708 w 51764"/>
                <a:gd name="connsiteY5" fmla="*/ 62689 h 69010"/>
                <a:gd name="connsiteX6" fmla="*/ 27780 w 51764"/>
                <a:gd name="connsiteY6" fmla="*/ 63084 h 69010"/>
                <a:gd name="connsiteX7" fmla="*/ 27038 w 51764"/>
                <a:gd name="connsiteY7" fmla="*/ 62865 h 69010"/>
                <a:gd name="connsiteX8" fmla="*/ 26852 w 51764"/>
                <a:gd name="connsiteY8" fmla="*/ 61328 h 69010"/>
                <a:gd name="connsiteX9" fmla="*/ 27687 w 51764"/>
                <a:gd name="connsiteY9" fmla="*/ 60319 h 69010"/>
                <a:gd name="connsiteX10" fmla="*/ 27084 w 51764"/>
                <a:gd name="connsiteY10" fmla="*/ 59704 h 69010"/>
                <a:gd name="connsiteX11" fmla="*/ 24580 w 51764"/>
                <a:gd name="connsiteY11" fmla="*/ 48071 h 69010"/>
                <a:gd name="connsiteX12" fmla="*/ 27084 w 51764"/>
                <a:gd name="connsiteY12" fmla="*/ 39949 h 69010"/>
                <a:gd name="connsiteX13" fmla="*/ 27084 w 51764"/>
                <a:gd name="connsiteY13" fmla="*/ 39378 h 69010"/>
                <a:gd name="connsiteX14" fmla="*/ 23884 w 51764"/>
                <a:gd name="connsiteY14" fmla="*/ 27306 h 69010"/>
                <a:gd name="connsiteX15" fmla="*/ 23467 w 51764"/>
                <a:gd name="connsiteY15" fmla="*/ 26735 h 69010"/>
                <a:gd name="connsiteX16" fmla="*/ 14145 w 51764"/>
                <a:gd name="connsiteY16" fmla="*/ 19667 h 69010"/>
                <a:gd name="connsiteX17" fmla="*/ 7884 w 51764"/>
                <a:gd name="connsiteY17" fmla="*/ 3907 h 69010"/>
                <a:gd name="connsiteX18" fmla="*/ 7467 w 51764"/>
                <a:gd name="connsiteY18" fmla="*/ 3380 h 69010"/>
                <a:gd name="connsiteX19" fmla="*/ 2458 w 51764"/>
                <a:gd name="connsiteY19" fmla="*/ 0 h 69010"/>
                <a:gd name="connsiteX20" fmla="*/ 1577 w 51764"/>
                <a:gd name="connsiteY20" fmla="*/ 922 h 69010"/>
                <a:gd name="connsiteX21" fmla="*/ 0 w 51764"/>
                <a:gd name="connsiteY21" fmla="*/ 1010 h 69010"/>
                <a:gd name="connsiteX22" fmla="*/ 0 w 51764"/>
                <a:gd name="connsiteY22" fmla="*/ 1054 h 69010"/>
                <a:gd name="connsiteX23" fmla="*/ 325 w 51764"/>
                <a:gd name="connsiteY23" fmla="*/ 1273 h 69010"/>
                <a:gd name="connsiteX24" fmla="*/ 5844 w 51764"/>
                <a:gd name="connsiteY24" fmla="*/ 5005 h 69010"/>
                <a:gd name="connsiteX25" fmla="*/ 12104 w 51764"/>
                <a:gd name="connsiteY25" fmla="*/ 20721 h 69010"/>
                <a:gd name="connsiteX26" fmla="*/ 12475 w 51764"/>
                <a:gd name="connsiteY26" fmla="*/ 21204 h 69010"/>
                <a:gd name="connsiteX27" fmla="*/ 21751 w 51764"/>
                <a:gd name="connsiteY27" fmla="*/ 28228 h 69010"/>
                <a:gd name="connsiteX28" fmla="*/ 24765 w 51764"/>
                <a:gd name="connsiteY28" fmla="*/ 39642 h 69010"/>
                <a:gd name="connsiteX29" fmla="*/ 22261 w 51764"/>
                <a:gd name="connsiteY29" fmla="*/ 47719 h 69010"/>
                <a:gd name="connsiteX30" fmla="*/ 22261 w 51764"/>
                <a:gd name="connsiteY30" fmla="*/ 48246 h 69010"/>
                <a:gd name="connsiteX31" fmla="*/ 24858 w 51764"/>
                <a:gd name="connsiteY31" fmla="*/ 60450 h 69010"/>
                <a:gd name="connsiteX32" fmla="*/ 25136 w 51764"/>
                <a:gd name="connsiteY32" fmla="*/ 60977 h 69010"/>
                <a:gd name="connsiteX33" fmla="*/ 31119 w 51764"/>
                <a:gd name="connsiteY33" fmla="*/ 67036 h 69010"/>
                <a:gd name="connsiteX34" fmla="*/ 32603 w 51764"/>
                <a:gd name="connsiteY34" fmla="*/ 67211 h 69010"/>
                <a:gd name="connsiteX35" fmla="*/ 36592 w 51764"/>
                <a:gd name="connsiteY35" fmla="*/ 64840 h 69010"/>
                <a:gd name="connsiteX36" fmla="*/ 43363 w 51764"/>
                <a:gd name="connsiteY36" fmla="*/ 63348 h 69010"/>
                <a:gd name="connsiteX37" fmla="*/ 49113 w 51764"/>
                <a:gd name="connsiteY37" fmla="*/ 68133 h 69010"/>
                <a:gd name="connsiteX38" fmla="*/ 49856 w 51764"/>
                <a:gd name="connsiteY38" fmla="*/ 68748 h 69010"/>
                <a:gd name="connsiteX39" fmla="*/ 50597 w 51764"/>
                <a:gd name="connsiteY39" fmla="*/ 69011 h 69010"/>
                <a:gd name="connsiteX40" fmla="*/ 51479 w 51764"/>
                <a:gd name="connsiteY40" fmla="*/ 68616 h 69010"/>
                <a:gd name="connsiteX41" fmla="*/ 51386 w 51764"/>
                <a:gd name="connsiteY41" fmla="*/ 67079 h 69010"/>
                <a:gd name="connsiteX42" fmla="*/ 49670 w 51764"/>
                <a:gd name="connsiteY42" fmla="*/ 65674 h 69010"/>
                <a:gd name="connsiteX43" fmla="*/ 44430 w 51764"/>
                <a:gd name="connsiteY43" fmla="*/ 61328 h 69010"/>
                <a:gd name="connsiteX44" fmla="*/ 43409 w 51764"/>
                <a:gd name="connsiteY44" fmla="*/ 61065 h 6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51764" h="69010">
                  <a:moveTo>
                    <a:pt x="43502" y="61109"/>
                  </a:moveTo>
                  <a:lnTo>
                    <a:pt x="35989" y="62777"/>
                  </a:lnTo>
                  <a:cubicBezTo>
                    <a:pt x="35989" y="62777"/>
                    <a:pt x="35757" y="62865"/>
                    <a:pt x="35618" y="62909"/>
                  </a:cubicBezTo>
                  <a:lnTo>
                    <a:pt x="32232" y="64884"/>
                  </a:lnTo>
                  <a:lnTo>
                    <a:pt x="29310" y="61943"/>
                  </a:lnTo>
                  <a:lnTo>
                    <a:pt x="28708" y="62689"/>
                  </a:lnTo>
                  <a:cubicBezTo>
                    <a:pt x="28476" y="62953"/>
                    <a:pt x="28151" y="63084"/>
                    <a:pt x="27780" y="63084"/>
                  </a:cubicBezTo>
                  <a:cubicBezTo>
                    <a:pt x="27548" y="63084"/>
                    <a:pt x="27270" y="62997"/>
                    <a:pt x="27038" y="62865"/>
                  </a:cubicBezTo>
                  <a:cubicBezTo>
                    <a:pt x="26528" y="62470"/>
                    <a:pt x="26435" y="61811"/>
                    <a:pt x="26852" y="61328"/>
                  </a:cubicBezTo>
                  <a:lnTo>
                    <a:pt x="27687" y="60319"/>
                  </a:lnTo>
                  <a:lnTo>
                    <a:pt x="27084" y="59704"/>
                  </a:lnTo>
                  <a:lnTo>
                    <a:pt x="24580" y="48071"/>
                  </a:lnTo>
                  <a:lnTo>
                    <a:pt x="27084" y="39949"/>
                  </a:lnTo>
                  <a:cubicBezTo>
                    <a:pt x="27084" y="39949"/>
                    <a:pt x="27131" y="39554"/>
                    <a:pt x="27084" y="39378"/>
                  </a:cubicBezTo>
                  <a:lnTo>
                    <a:pt x="23884" y="27306"/>
                  </a:lnTo>
                  <a:cubicBezTo>
                    <a:pt x="23838" y="27086"/>
                    <a:pt x="23699" y="26867"/>
                    <a:pt x="23467" y="26735"/>
                  </a:cubicBezTo>
                  <a:lnTo>
                    <a:pt x="14145" y="19667"/>
                  </a:lnTo>
                  <a:lnTo>
                    <a:pt x="7884" y="3907"/>
                  </a:lnTo>
                  <a:cubicBezTo>
                    <a:pt x="7884" y="3907"/>
                    <a:pt x="7652" y="3512"/>
                    <a:pt x="7467" y="3380"/>
                  </a:cubicBezTo>
                  <a:lnTo>
                    <a:pt x="2458" y="0"/>
                  </a:lnTo>
                  <a:lnTo>
                    <a:pt x="1577" y="922"/>
                  </a:lnTo>
                  <a:cubicBezTo>
                    <a:pt x="1159" y="1361"/>
                    <a:pt x="464" y="1361"/>
                    <a:pt x="0" y="1010"/>
                  </a:cubicBezTo>
                  <a:cubicBezTo>
                    <a:pt x="0" y="1010"/>
                    <a:pt x="0" y="1010"/>
                    <a:pt x="0" y="1054"/>
                  </a:cubicBezTo>
                  <a:lnTo>
                    <a:pt x="325" y="1273"/>
                  </a:lnTo>
                  <a:lnTo>
                    <a:pt x="5844" y="5005"/>
                  </a:lnTo>
                  <a:lnTo>
                    <a:pt x="12104" y="20721"/>
                  </a:lnTo>
                  <a:cubicBezTo>
                    <a:pt x="12104" y="20721"/>
                    <a:pt x="12290" y="21072"/>
                    <a:pt x="12475" y="21204"/>
                  </a:cubicBezTo>
                  <a:lnTo>
                    <a:pt x="21751" y="28228"/>
                  </a:lnTo>
                  <a:lnTo>
                    <a:pt x="24765" y="39642"/>
                  </a:lnTo>
                  <a:lnTo>
                    <a:pt x="22261" y="47719"/>
                  </a:lnTo>
                  <a:cubicBezTo>
                    <a:pt x="22261" y="47719"/>
                    <a:pt x="22215" y="48071"/>
                    <a:pt x="22261" y="48246"/>
                  </a:cubicBezTo>
                  <a:lnTo>
                    <a:pt x="24858" y="60450"/>
                  </a:lnTo>
                  <a:cubicBezTo>
                    <a:pt x="24858" y="60450"/>
                    <a:pt x="24997" y="60846"/>
                    <a:pt x="25136" y="60977"/>
                  </a:cubicBezTo>
                  <a:lnTo>
                    <a:pt x="31119" y="67036"/>
                  </a:lnTo>
                  <a:cubicBezTo>
                    <a:pt x="31490" y="67431"/>
                    <a:pt x="32093" y="67474"/>
                    <a:pt x="32603" y="67211"/>
                  </a:cubicBezTo>
                  <a:lnTo>
                    <a:pt x="36592" y="64840"/>
                  </a:lnTo>
                  <a:lnTo>
                    <a:pt x="43363" y="63348"/>
                  </a:lnTo>
                  <a:lnTo>
                    <a:pt x="49113" y="68133"/>
                  </a:lnTo>
                  <a:lnTo>
                    <a:pt x="49856" y="68748"/>
                  </a:lnTo>
                  <a:cubicBezTo>
                    <a:pt x="49856" y="68748"/>
                    <a:pt x="50366" y="69011"/>
                    <a:pt x="50597" y="69011"/>
                  </a:cubicBezTo>
                  <a:cubicBezTo>
                    <a:pt x="50922" y="69011"/>
                    <a:pt x="51247" y="68879"/>
                    <a:pt x="51479" y="68616"/>
                  </a:cubicBezTo>
                  <a:cubicBezTo>
                    <a:pt x="51896" y="68177"/>
                    <a:pt x="51850" y="67474"/>
                    <a:pt x="51386" y="67079"/>
                  </a:cubicBezTo>
                  <a:lnTo>
                    <a:pt x="49670" y="65674"/>
                  </a:lnTo>
                  <a:lnTo>
                    <a:pt x="44430" y="61328"/>
                  </a:lnTo>
                  <a:cubicBezTo>
                    <a:pt x="44151" y="61109"/>
                    <a:pt x="43780" y="61021"/>
                    <a:pt x="43409" y="6106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6" name="Freeform: Shape 2355">
              <a:extLst>
                <a:ext uri="{FF2B5EF4-FFF2-40B4-BE49-F238E27FC236}">
                  <a16:creationId xmlns:a16="http://schemas.microsoft.com/office/drawing/2014/main" id="{BB06695D-98EE-5F55-A5BD-D9AAAA6CB5D2}"/>
                </a:ext>
              </a:extLst>
            </p:cNvPr>
            <p:cNvSpPr>
              <a:spLocks/>
            </p:cNvSpPr>
            <p:nvPr/>
          </p:nvSpPr>
          <p:spPr>
            <a:xfrm>
              <a:off x="6315011" y="2841888"/>
              <a:ext cx="277" cy="524"/>
            </a:xfrm>
            <a:custGeom>
              <a:avLst/>
              <a:gdLst>
                <a:gd name="connsiteX0" fmla="*/ 185 w 185"/>
                <a:gd name="connsiteY0" fmla="*/ 351 h 351"/>
                <a:gd name="connsiteX1" fmla="*/ 0 w 185"/>
                <a:gd name="connsiteY1" fmla="*/ 0 h 351"/>
                <a:gd name="connsiteX2" fmla="*/ 185 w 185"/>
                <a:gd name="connsiteY2" fmla="*/ 351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185" y="351"/>
                  </a:moveTo>
                  <a:cubicBezTo>
                    <a:pt x="185" y="351"/>
                    <a:pt x="0" y="132"/>
                    <a:pt x="0" y="0"/>
                  </a:cubicBezTo>
                  <a:cubicBezTo>
                    <a:pt x="0" y="132"/>
                    <a:pt x="93" y="219"/>
                    <a:pt x="185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7" name="Freeform: Shape 2356">
              <a:extLst>
                <a:ext uri="{FF2B5EF4-FFF2-40B4-BE49-F238E27FC236}">
                  <a16:creationId xmlns:a16="http://schemas.microsoft.com/office/drawing/2014/main" id="{B46018CF-25BD-6B1C-2D70-024466A54CDE}"/>
                </a:ext>
              </a:extLst>
            </p:cNvPr>
            <p:cNvSpPr>
              <a:spLocks/>
            </p:cNvSpPr>
            <p:nvPr/>
          </p:nvSpPr>
          <p:spPr>
            <a:xfrm>
              <a:off x="6315149" y="2840642"/>
              <a:ext cx="206" cy="590"/>
            </a:xfrm>
            <a:custGeom>
              <a:avLst/>
              <a:gdLst>
                <a:gd name="connsiteX0" fmla="*/ 0 w 138"/>
                <a:gd name="connsiteY0" fmla="*/ 395 h 395"/>
                <a:gd name="connsiteX1" fmla="*/ 139 w 138"/>
                <a:gd name="connsiteY1" fmla="*/ 0 h 395"/>
                <a:gd name="connsiteX2" fmla="*/ 93 w 138"/>
                <a:gd name="connsiteY2" fmla="*/ 0 h 395"/>
                <a:gd name="connsiteX3" fmla="*/ 0 w 138"/>
                <a:gd name="connsiteY3" fmla="*/ 351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" h="395">
                  <a:moveTo>
                    <a:pt x="0" y="395"/>
                  </a:moveTo>
                  <a:cubicBezTo>
                    <a:pt x="0" y="395"/>
                    <a:pt x="46" y="132"/>
                    <a:pt x="139" y="0"/>
                  </a:cubicBezTo>
                  <a:cubicBezTo>
                    <a:pt x="139" y="0"/>
                    <a:pt x="139" y="0"/>
                    <a:pt x="93" y="0"/>
                  </a:cubicBezTo>
                  <a:cubicBezTo>
                    <a:pt x="0" y="88"/>
                    <a:pt x="46" y="219"/>
                    <a:pt x="0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8" name="Freeform: Shape 2357">
              <a:extLst>
                <a:ext uri="{FF2B5EF4-FFF2-40B4-BE49-F238E27FC236}">
                  <a16:creationId xmlns:a16="http://schemas.microsoft.com/office/drawing/2014/main" id="{A4F90398-B454-3A0C-D714-12E3193E0EA5}"/>
                </a:ext>
              </a:extLst>
            </p:cNvPr>
            <p:cNvSpPr>
              <a:spLocks/>
            </p:cNvSpPr>
            <p:nvPr/>
          </p:nvSpPr>
          <p:spPr>
            <a:xfrm>
              <a:off x="6314996" y="2832315"/>
              <a:ext cx="85953" cy="103209"/>
            </a:xfrm>
            <a:custGeom>
              <a:avLst/>
              <a:gdLst>
                <a:gd name="connsiteX0" fmla="*/ 55569 w 57585"/>
                <a:gd name="connsiteY0" fmla="*/ 37933 h 69146"/>
                <a:gd name="connsiteX1" fmla="*/ 54920 w 57585"/>
                <a:gd name="connsiteY1" fmla="*/ 36528 h 69146"/>
                <a:gd name="connsiteX2" fmla="*/ 48984 w 57585"/>
                <a:gd name="connsiteY2" fmla="*/ 34333 h 69146"/>
                <a:gd name="connsiteX3" fmla="*/ 48984 w 57585"/>
                <a:gd name="connsiteY3" fmla="*/ 27134 h 69146"/>
                <a:gd name="connsiteX4" fmla="*/ 47824 w 57585"/>
                <a:gd name="connsiteY4" fmla="*/ 26036 h 69146"/>
                <a:gd name="connsiteX5" fmla="*/ 44995 w 57585"/>
                <a:gd name="connsiteY5" fmla="*/ 26036 h 69146"/>
                <a:gd name="connsiteX6" fmla="*/ 44068 w 57585"/>
                <a:gd name="connsiteY6" fmla="*/ 22261 h 69146"/>
                <a:gd name="connsiteX7" fmla="*/ 41749 w 57585"/>
                <a:gd name="connsiteY7" fmla="*/ 11023 h 69146"/>
                <a:gd name="connsiteX8" fmla="*/ 40590 w 57585"/>
                <a:gd name="connsiteY8" fmla="*/ 10145 h 69146"/>
                <a:gd name="connsiteX9" fmla="*/ 37343 w 57585"/>
                <a:gd name="connsiteY9" fmla="*/ 10145 h 69146"/>
                <a:gd name="connsiteX10" fmla="*/ 35071 w 57585"/>
                <a:gd name="connsiteY10" fmla="*/ 7774 h 69146"/>
                <a:gd name="connsiteX11" fmla="*/ 34189 w 57585"/>
                <a:gd name="connsiteY11" fmla="*/ 7423 h 69146"/>
                <a:gd name="connsiteX12" fmla="*/ 30618 w 57585"/>
                <a:gd name="connsiteY12" fmla="*/ 7423 h 69146"/>
                <a:gd name="connsiteX13" fmla="*/ 28624 w 57585"/>
                <a:gd name="connsiteY13" fmla="*/ 5535 h 69146"/>
                <a:gd name="connsiteX14" fmla="*/ 27789 w 57585"/>
                <a:gd name="connsiteY14" fmla="*/ 5228 h 69146"/>
                <a:gd name="connsiteX15" fmla="*/ 22920 w 57585"/>
                <a:gd name="connsiteY15" fmla="*/ 5228 h 69146"/>
                <a:gd name="connsiteX16" fmla="*/ 14804 w 57585"/>
                <a:gd name="connsiteY16" fmla="*/ 179 h 69146"/>
                <a:gd name="connsiteX17" fmla="*/ 13227 w 57585"/>
                <a:gd name="connsiteY17" fmla="*/ 443 h 69146"/>
                <a:gd name="connsiteX18" fmla="*/ 10444 w 57585"/>
                <a:gd name="connsiteY18" fmla="*/ 3911 h 69146"/>
                <a:gd name="connsiteX19" fmla="*/ 3627 w 57585"/>
                <a:gd name="connsiteY19" fmla="*/ 2813 h 69146"/>
                <a:gd name="connsiteX20" fmla="*/ 2560 w 57585"/>
                <a:gd name="connsiteY20" fmla="*/ 3165 h 69146"/>
                <a:gd name="connsiteX21" fmla="*/ 566 w 57585"/>
                <a:gd name="connsiteY21" fmla="*/ 5228 h 69146"/>
                <a:gd name="connsiteX22" fmla="*/ 241 w 57585"/>
                <a:gd name="connsiteY22" fmla="*/ 5579 h 69146"/>
                <a:gd name="connsiteX23" fmla="*/ 241 w 57585"/>
                <a:gd name="connsiteY23" fmla="*/ 5623 h 69146"/>
                <a:gd name="connsiteX24" fmla="*/ 102 w 57585"/>
                <a:gd name="connsiteY24" fmla="*/ 6018 h 69146"/>
                <a:gd name="connsiteX25" fmla="*/ 9 w 57585"/>
                <a:gd name="connsiteY25" fmla="*/ 6457 h 69146"/>
                <a:gd name="connsiteX26" fmla="*/ 195 w 57585"/>
                <a:gd name="connsiteY26" fmla="*/ 6808 h 69146"/>
                <a:gd name="connsiteX27" fmla="*/ 381 w 57585"/>
                <a:gd name="connsiteY27" fmla="*/ 7159 h 69146"/>
                <a:gd name="connsiteX28" fmla="*/ 427 w 57585"/>
                <a:gd name="connsiteY28" fmla="*/ 7159 h 69146"/>
                <a:gd name="connsiteX29" fmla="*/ 2004 w 57585"/>
                <a:gd name="connsiteY29" fmla="*/ 7072 h 69146"/>
                <a:gd name="connsiteX30" fmla="*/ 2885 w 57585"/>
                <a:gd name="connsiteY30" fmla="*/ 6150 h 69146"/>
                <a:gd name="connsiteX31" fmla="*/ 3905 w 57585"/>
                <a:gd name="connsiteY31" fmla="*/ 5096 h 69146"/>
                <a:gd name="connsiteX32" fmla="*/ 10815 w 57585"/>
                <a:gd name="connsiteY32" fmla="*/ 6194 h 69146"/>
                <a:gd name="connsiteX33" fmla="*/ 11928 w 57585"/>
                <a:gd name="connsiteY33" fmla="*/ 5755 h 69146"/>
                <a:gd name="connsiteX34" fmla="*/ 14479 w 57585"/>
                <a:gd name="connsiteY34" fmla="*/ 2594 h 69146"/>
                <a:gd name="connsiteX35" fmla="*/ 21992 w 57585"/>
                <a:gd name="connsiteY35" fmla="*/ 7247 h 69146"/>
                <a:gd name="connsiteX36" fmla="*/ 22642 w 57585"/>
                <a:gd name="connsiteY36" fmla="*/ 7423 h 69146"/>
                <a:gd name="connsiteX37" fmla="*/ 27372 w 57585"/>
                <a:gd name="connsiteY37" fmla="*/ 7423 h 69146"/>
                <a:gd name="connsiteX38" fmla="*/ 29366 w 57585"/>
                <a:gd name="connsiteY38" fmla="*/ 9310 h 69146"/>
                <a:gd name="connsiteX39" fmla="*/ 30201 w 57585"/>
                <a:gd name="connsiteY39" fmla="*/ 9618 h 69146"/>
                <a:gd name="connsiteX40" fmla="*/ 33726 w 57585"/>
                <a:gd name="connsiteY40" fmla="*/ 9618 h 69146"/>
                <a:gd name="connsiteX41" fmla="*/ 35998 w 57585"/>
                <a:gd name="connsiteY41" fmla="*/ 11988 h 69146"/>
                <a:gd name="connsiteX42" fmla="*/ 36879 w 57585"/>
                <a:gd name="connsiteY42" fmla="*/ 12340 h 69146"/>
                <a:gd name="connsiteX43" fmla="*/ 39708 w 57585"/>
                <a:gd name="connsiteY43" fmla="*/ 12340 h 69146"/>
                <a:gd name="connsiteX44" fmla="*/ 41842 w 57585"/>
                <a:gd name="connsiteY44" fmla="*/ 22744 h 69146"/>
                <a:gd name="connsiteX45" fmla="*/ 43001 w 57585"/>
                <a:gd name="connsiteY45" fmla="*/ 27397 h 69146"/>
                <a:gd name="connsiteX46" fmla="*/ 44114 w 57585"/>
                <a:gd name="connsiteY46" fmla="*/ 28231 h 69146"/>
                <a:gd name="connsiteX47" fmla="*/ 46711 w 57585"/>
                <a:gd name="connsiteY47" fmla="*/ 28231 h 69146"/>
                <a:gd name="connsiteX48" fmla="*/ 46711 w 57585"/>
                <a:gd name="connsiteY48" fmla="*/ 35080 h 69146"/>
                <a:gd name="connsiteX49" fmla="*/ 47453 w 57585"/>
                <a:gd name="connsiteY49" fmla="*/ 36090 h 69146"/>
                <a:gd name="connsiteX50" fmla="*/ 53065 w 57585"/>
                <a:gd name="connsiteY50" fmla="*/ 38153 h 69146"/>
                <a:gd name="connsiteX51" fmla="*/ 51442 w 57585"/>
                <a:gd name="connsiteY51" fmla="*/ 42060 h 69146"/>
                <a:gd name="connsiteX52" fmla="*/ 51581 w 57585"/>
                <a:gd name="connsiteY52" fmla="*/ 43113 h 69146"/>
                <a:gd name="connsiteX53" fmla="*/ 54132 w 57585"/>
                <a:gd name="connsiteY53" fmla="*/ 46274 h 69146"/>
                <a:gd name="connsiteX54" fmla="*/ 52230 w 57585"/>
                <a:gd name="connsiteY54" fmla="*/ 46274 h 69146"/>
                <a:gd name="connsiteX55" fmla="*/ 52230 w 57585"/>
                <a:gd name="connsiteY55" fmla="*/ 45747 h 69146"/>
                <a:gd name="connsiteX56" fmla="*/ 51674 w 57585"/>
                <a:gd name="connsiteY56" fmla="*/ 44826 h 69146"/>
                <a:gd name="connsiteX57" fmla="*/ 50561 w 57585"/>
                <a:gd name="connsiteY57" fmla="*/ 44738 h 69146"/>
                <a:gd name="connsiteX58" fmla="*/ 47546 w 57585"/>
                <a:gd name="connsiteY58" fmla="*/ 46055 h 69146"/>
                <a:gd name="connsiteX59" fmla="*/ 46387 w 57585"/>
                <a:gd name="connsiteY59" fmla="*/ 44957 h 69146"/>
                <a:gd name="connsiteX60" fmla="*/ 45042 w 57585"/>
                <a:gd name="connsiteY60" fmla="*/ 44738 h 69146"/>
                <a:gd name="connsiteX61" fmla="*/ 42955 w 57585"/>
                <a:gd name="connsiteY61" fmla="*/ 45704 h 69146"/>
                <a:gd name="connsiteX62" fmla="*/ 42352 w 57585"/>
                <a:gd name="connsiteY62" fmla="*/ 42236 h 69146"/>
                <a:gd name="connsiteX63" fmla="*/ 41564 w 57585"/>
                <a:gd name="connsiteY63" fmla="*/ 41357 h 69146"/>
                <a:gd name="connsiteX64" fmla="*/ 40404 w 57585"/>
                <a:gd name="connsiteY64" fmla="*/ 41577 h 69146"/>
                <a:gd name="connsiteX65" fmla="*/ 36647 w 57585"/>
                <a:gd name="connsiteY65" fmla="*/ 44870 h 69146"/>
                <a:gd name="connsiteX66" fmla="*/ 36277 w 57585"/>
                <a:gd name="connsiteY66" fmla="*/ 45747 h 69146"/>
                <a:gd name="connsiteX67" fmla="*/ 37111 w 57585"/>
                <a:gd name="connsiteY67" fmla="*/ 55757 h 69146"/>
                <a:gd name="connsiteX68" fmla="*/ 30155 w 57585"/>
                <a:gd name="connsiteY68" fmla="*/ 60147 h 69146"/>
                <a:gd name="connsiteX69" fmla="*/ 29645 w 57585"/>
                <a:gd name="connsiteY69" fmla="*/ 61069 h 69146"/>
                <a:gd name="connsiteX70" fmla="*/ 29645 w 57585"/>
                <a:gd name="connsiteY70" fmla="*/ 64537 h 69146"/>
                <a:gd name="connsiteX71" fmla="*/ 28114 w 57585"/>
                <a:gd name="connsiteY71" fmla="*/ 66381 h 69146"/>
                <a:gd name="connsiteX72" fmla="*/ 27279 w 57585"/>
                <a:gd name="connsiteY72" fmla="*/ 67390 h 69146"/>
                <a:gd name="connsiteX73" fmla="*/ 27465 w 57585"/>
                <a:gd name="connsiteY73" fmla="*/ 68927 h 69146"/>
                <a:gd name="connsiteX74" fmla="*/ 28207 w 57585"/>
                <a:gd name="connsiteY74" fmla="*/ 69146 h 69146"/>
                <a:gd name="connsiteX75" fmla="*/ 29134 w 57585"/>
                <a:gd name="connsiteY75" fmla="*/ 68751 h 69146"/>
                <a:gd name="connsiteX76" fmla="*/ 29737 w 57585"/>
                <a:gd name="connsiteY76" fmla="*/ 68005 h 69146"/>
                <a:gd name="connsiteX77" fmla="*/ 31731 w 57585"/>
                <a:gd name="connsiteY77" fmla="*/ 65634 h 69146"/>
                <a:gd name="connsiteX78" fmla="*/ 31963 w 57585"/>
                <a:gd name="connsiteY78" fmla="*/ 64932 h 69146"/>
                <a:gd name="connsiteX79" fmla="*/ 31963 w 57585"/>
                <a:gd name="connsiteY79" fmla="*/ 61683 h 69146"/>
                <a:gd name="connsiteX80" fmla="*/ 38966 w 57585"/>
                <a:gd name="connsiteY80" fmla="*/ 57293 h 69146"/>
                <a:gd name="connsiteX81" fmla="*/ 39477 w 57585"/>
                <a:gd name="connsiteY81" fmla="*/ 56283 h 69146"/>
                <a:gd name="connsiteX82" fmla="*/ 38642 w 57585"/>
                <a:gd name="connsiteY82" fmla="*/ 46187 h 69146"/>
                <a:gd name="connsiteX83" fmla="*/ 40404 w 57585"/>
                <a:gd name="connsiteY83" fmla="*/ 44650 h 69146"/>
                <a:gd name="connsiteX84" fmla="*/ 40914 w 57585"/>
                <a:gd name="connsiteY84" fmla="*/ 47591 h 69146"/>
                <a:gd name="connsiteX85" fmla="*/ 41517 w 57585"/>
                <a:gd name="connsiteY85" fmla="*/ 48382 h 69146"/>
                <a:gd name="connsiteX86" fmla="*/ 42537 w 57585"/>
                <a:gd name="connsiteY86" fmla="*/ 48382 h 69146"/>
                <a:gd name="connsiteX87" fmla="*/ 45274 w 57585"/>
                <a:gd name="connsiteY87" fmla="*/ 47108 h 69146"/>
                <a:gd name="connsiteX88" fmla="*/ 46433 w 57585"/>
                <a:gd name="connsiteY88" fmla="*/ 48206 h 69146"/>
                <a:gd name="connsiteX89" fmla="*/ 47732 w 57585"/>
                <a:gd name="connsiteY89" fmla="*/ 48425 h 69146"/>
                <a:gd name="connsiteX90" fmla="*/ 49865 w 57585"/>
                <a:gd name="connsiteY90" fmla="*/ 47503 h 69146"/>
                <a:gd name="connsiteX91" fmla="*/ 51024 w 57585"/>
                <a:gd name="connsiteY91" fmla="*/ 48513 h 69146"/>
                <a:gd name="connsiteX92" fmla="*/ 56404 w 57585"/>
                <a:gd name="connsiteY92" fmla="*/ 48513 h 69146"/>
                <a:gd name="connsiteX93" fmla="*/ 56961 w 57585"/>
                <a:gd name="connsiteY93" fmla="*/ 48382 h 69146"/>
                <a:gd name="connsiteX94" fmla="*/ 57471 w 57585"/>
                <a:gd name="connsiteY94" fmla="*/ 47899 h 69146"/>
                <a:gd name="connsiteX95" fmla="*/ 57378 w 57585"/>
                <a:gd name="connsiteY95" fmla="*/ 46757 h 69146"/>
                <a:gd name="connsiteX96" fmla="*/ 54456 w 57585"/>
                <a:gd name="connsiteY96" fmla="*/ 43113 h 69146"/>
                <a:gd name="connsiteX97" fmla="*/ 53807 w 57585"/>
                <a:gd name="connsiteY97" fmla="*/ 42323 h 69146"/>
                <a:gd name="connsiteX98" fmla="*/ 55616 w 57585"/>
                <a:gd name="connsiteY98" fmla="*/ 37977 h 6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57585" h="69146">
                  <a:moveTo>
                    <a:pt x="55569" y="37933"/>
                  </a:moveTo>
                  <a:cubicBezTo>
                    <a:pt x="55801" y="37363"/>
                    <a:pt x="55523" y="36748"/>
                    <a:pt x="54920" y="36528"/>
                  </a:cubicBezTo>
                  <a:lnTo>
                    <a:pt x="48984" y="34333"/>
                  </a:lnTo>
                  <a:lnTo>
                    <a:pt x="48984" y="27134"/>
                  </a:lnTo>
                  <a:cubicBezTo>
                    <a:pt x="48984" y="26519"/>
                    <a:pt x="48474" y="26036"/>
                    <a:pt x="47824" y="26036"/>
                  </a:cubicBezTo>
                  <a:lnTo>
                    <a:pt x="44995" y="26036"/>
                  </a:lnTo>
                  <a:lnTo>
                    <a:pt x="44068" y="22261"/>
                  </a:lnTo>
                  <a:lnTo>
                    <a:pt x="41749" y="11023"/>
                  </a:lnTo>
                  <a:cubicBezTo>
                    <a:pt x="41656" y="10496"/>
                    <a:pt x="41146" y="10145"/>
                    <a:pt x="40590" y="10145"/>
                  </a:cubicBezTo>
                  <a:lnTo>
                    <a:pt x="37343" y="10145"/>
                  </a:lnTo>
                  <a:lnTo>
                    <a:pt x="35071" y="7774"/>
                  </a:lnTo>
                  <a:cubicBezTo>
                    <a:pt x="34839" y="7555"/>
                    <a:pt x="34561" y="7423"/>
                    <a:pt x="34189" y="7423"/>
                  </a:cubicBezTo>
                  <a:lnTo>
                    <a:pt x="30618" y="7423"/>
                  </a:lnTo>
                  <a:lnTo>
                    <a:pt x="28624" y="5535"/>
                  </a:lnTo>
                  <a:cubicBezTo>
                    <a:pt x="28624" y="5535"/>
                    <a:pt x="28114" y="5228"/>
                    <a:pt x="27789" y="5228"/>
                  </a:cubicBezTo>
                  <a:lnTo>
                    <a:pt x="22920" y="5228"/>
                  </a:lnTo>
                  <a:lnTo>
                    <a:pt x="14804" y="179"/>
                  </a:lnTo>
                  <a:cubicBezTo>
                    <a:pt x="14294" y="-128"/>
                    <a:pt x="13598" y="-40"/>
                    <a:pt x="13227" y="443"/>
                  </a:cubicBezTo>
                  <a:lnTo>
                    <a:pt x="10444" y="3911"/>
                  </a:lnTo>
                  <a:lnTo>
                    <a:pt x="3627" y="2813"/>
                  </a:lnTo>
                  <a:cubicBezTo>
                    <a:pt x="3256" y="2769"/>
                    <a:pt x="2838" y="2901"/>
                    <a:pt x="2560" y="3165"/>
                  </a:cubicBezTo>
                  <a:lnTo>
                    <a:pt x="566" y="5228"/>
                  </a:lnTo>
                  <a:lnTo>
                    <a:pt x="241" y="5579"/>
                  </a:lnTo>
                  <a:cubicBezTo>
                    <a:pt x="241" y="5579"/>
                    <a:pt x="241" y="5579"/>
                    <a:pt x="241" y="5623"/>
                  </a:cubicBezTo>
                  <a:cubicBezTo>
                    <a:pt x="148" y="5755"/>
                    <a:pt x="148" y="5886"/>
                    <a:pt x="102" y="6018"/>
                  </a:cubicBezTo>
                  <a:cubicBezTo>
                    <a:pt x="102" y="6150"/>
                    <a:pt x="-37" y="6281"/>
                    <a:pt x="9" y="6457"/>
                  </a:cubicBezTo>
                  <a:cubicBezTo>
                    <a:pt x="9" y="6589"/>
                    <a:pt x="102" y="6676"/>
                    <a:pt x="195" y="6808"/>
                  </a:cubicBezTo>
                  <a:cubicBezTo>
                    <a:pt x="241" y="6940"/>
                    <a:pt x="241" y="7072"/>
                    <a:pt x="381" y="7159"/>
                  </a:cubicBezTo>
                  <a:cubicBezTo>
                    <a:pt x="381" y="7159"/>
                    <a:pt x="427" y="7159"/>
                    <a:pt x="427" y="7159"/>
                  </a:cubicBezTo>
                  <a:cubicBezTo>
                    <a:pt x="891" y="7511"/>
                    <a:pt x="1586" y="7511"/>
                    <a:pt x="2004" y="7072"/>
                  </a:cubicBezTo>
                  <a:lnTo>
                    <a:pt x="2885" y="6150"/>
                  </a:lnTo>
                  <a:lnTo>
                    <a:pt x="3905" y="5096"/>
                  </a:lnTo>
                  <a:lnTo>
                    <a:pt x="10815" y="6194"/>
                  </a:lnTo>
                  <a:cubicBezTo>
                    <a:pt x="11233" y="6281"/>
                    <a:pt x="11697" y="6106"/>
                    <a:pt x="11928" y="5755"/>
                  </a:cubicBezTo>
                  <a:lnTo>
                    <a:pt x="14479" y="2594"/>
                  </a:lnTo>
                  <a:lnTo>
                    <a:pt x="21992" y="7247"/>
                  </a:lnTo>
                  <a:cubicBezTo>
                    <a:pt x="21992" y="7247"/>
                    <a:pt x="22410" y="7423"/>
                    <a:pt x="22642" y="7423"/>
                  </a:cubicBezTo>
                  <a:lnTo>
                    <a:pt x="27372" y="7423"/>
                  </a:lnTo>
                  <a:lnTo>
                    <a:pt x="29366" y="9310"/>
                  </a:lnTo>
                  <a:cubicBezTo>
                    <a:pt x="29366" y="9310"/>
                    <a:pt x="29876" y="9618"/>
                    <a:pt x="30201" y="9618"/>
                  </a:cubicBezTo>
                  <a:lnTo>
                    <a:pt x="33726" y="9618"/>
                  </a:lnTo>
                  <a:lnTo>
                    <a:pt x="35998" y="11988"/>
                  </a:lnTo>
                  <a:cubicBezTo>
                    <a:pt x="36230" y="12208"/>
                    <a:pt x="36508" y="12340"/>
                    <a:pt x="36879" y="12340"/>
                  </a:cubicBezTo>
                  <a:lnTo>
                    <a:pt x="39708" y="12340"/>
                  </a:lnTo>
                  <a:lnTo>
                    <a:pt x="41842" y="22744"/>
                  </a:lnTo>
                  <a:lnTo>
                    <a:pt x="43001" y="27397"/>
                  </a:lnTo>
                  <a:cubicBezTo>
                    <a:pt x="43140" y="27880"/>
                    <a:pt x="43604" y="28231"/>
                    <a:pt x="44114" y="28231"/>
                  </a:cubicBezTo>
                  <a:lnTo>
                    <a:pt x="46711" y="28231"/>
                  </a:lnTo>
                  <a:lnTo>
                    <a:pt x="46711" y="35080"/>
                  </a:lnTo>
                  <a:cubicBezTo>
                    <a:pt x="46711" y="35519"/>
                    <a:pt x="46990" y="35958"/>
                    <a:pt x="47453" y="36090"/>
                  </a:cubicBezTo>
                  <a:lnTo>
                    <a:pt x="53065" y="38153"/>
                  </a:lnTo>
                  <a:lnTo>
                    <a:pt x="51442" y="42060"/>
                  </a:lnTo>
                  <a:cubicBezTo>
                    <a:pt x="51303" y="42411"/>
                    <a:pt x="51349" y="42806"/>
                    <a:pt x="51581" y="43113"/>
                  </a:cubicBezTo>
                  <a:lnTo>
                    <a:pt x="54132" y="46274"/>
                  </a:lnTo>
                  <a:lnTo>
                    <a:pt x="52230" y="46274"/>
                  </a:lnTo>
                  <a:lnTo>
                    <a:pt x="52230" y="45747"/>
                  </a:lnTo>
                  <a:cubicBezTo>
                    <a:pt x="52230" y="45352"/>
                    <a:pt x="52045" y="45045"/>
                    <a:pt x="51674" y="44826"/>
                  </a:cubicBezTo>
                  <a:cubicBezTo>
                    <a:pt x="51349" y="44606"/>
                    <a:pt x="50932" y="44606"/>
                    <a:pt x="50561" y="44738"/>
                  </a:cubicBezTo>
                  <a:lnTo>
                    <a:pt x="47546" y="46055"/>
                  </a:lnTo>
                  <a:lnTo>
                    <a:pt x="46387" y="44957"/>
                  </a:lnTo>
                  <a:cubicBezTo>
                    <a:pt x="46016" y="44606"/>
                    <a:pt x="45506" y="44562"/>
                    <a:pt x="45042" y="44738"/>
                  </a:cubicBezTo>
                  <a:lnTo>
                    <a:pt x="42955" y="45704"/>
                  </a:lnTo>
                  <a:lnTo>
                    <a:pt x="42352" y="42236"/>
                  </a:lnTo>
                  <a:cubicBezTo>
                    <a:pt x="42259" y="41840"/>
                    <a:pt x="41981" y="41489"/>
                    <a:pt x="41564" y="41357"/>
                  </a:cubicBezTo>
                  <a:cubicBezTo>
                    <a:pt x="41146" y="41226"/>
                    <a:pt x="40729" y="41357"/>
                    <a:pt x="40404" y="41577"/>
                  </a:cubicBezTo>
                  <a:lnTo>
                    <a:pt x="36647" y="44870"/>
                  </a:lnTo>
                  <a:cubicBezTo>
                    <a:pt x="36369" y="45089"/>
                    <a:pt x="36277" y="45440"/>
                    <a:pt x="36277" y="45747"/>
                  </a:cubicBezTo>
                  <a:lnTo>
                    <a:pt x="37111" y="55757"/>
                  </a:lnTo>
                  <a:lnTo>
                    <a:pt x="30155" y="60147"/>
                  </a:lnTo>
                  <a:cubicBezTo>
                    <a:pt x="29830" y="60366"/>
                    <a:pt x="29645" y="60673"/>
                    <a:pt x="29645" y="61069"/>
                  </a:cubicBezTo>
                  <a:lnTo>
                    <a:pt x="29645" y="64537"/>
                  </a:lnTo>
                  <a:lnTo>
                    <a:pt x="28114" y="66381"/>
                  </a:lnTo>
                  <a:lnTo>
                    <a:pt x="27279" y="67390"/>
                  </a:lnTo>
                  <a:cubicBezTo>
                    <a:pt x="26908" y="67873"/>
                    <a:pt x="26955" y="68576"/>
                    <a:pt x="27465" y="68927"/>
                  </a:cubicBezTo>
                  <a:cubicBezTo>
                    <a:pt x="27697" y="69102"/>
                    <a:pt x="27929" y="69146"/>
                    <a:pt x="28207" y="69146"/>
                  </a:cubicBezTo>
                  <a:cubicBezTo>
                    <a:pt x="28531" y="69146"/>
                    <a:pt x="28902" y="69015"/>
                    <a:pt x="29134" y="68751"/>
                  </a:cubicBezTo>
                  <a:lnTo>
                    <a:pt x="29737" y="68005"/>
                  </a:lnTo>
                  <a:lnTo>
                    <a:pt x="31731" y="65634"/>
                  </a:lnTo>
                  <a:cubicBezTo>
                    <a:pt x="31731" y="65634"/>
                    <a:pt x="31963" y="65195"/>
                    <a:pt x="31963" y="64932"/>
                  </a:cubicBezTo>
                  <a:lnTo>
                    <a:pt x="31963" y="61683"/>
                  </a:lnTo>
                  <a:lnTo>
                    <a:pt x="38966" y="57293"/>
                  </a:lnTo>
                  <a:cubicBezTo>
                    <a:pt x="39337" y="57074"/>
                    <a:pt x="39523" y="56679"/>
                    <a:pt x="39477" y="56283"/>
                  </a:cubicBezTo>
                  <a:lnTo>
                    <a:pt x="38642" y="46187"/>
                  </a:lnTo>
                  <a:lnTo>
                    <a:pt x="40404" y="44650"/>
                  </a:lnTo>
                  <a:lnTo>
                    <a:pt x="40914" y="47591"/>
                  </a:lnTo>
                  <a:cubicBezTo>
                    <a:pt x="40961" y="47943"/>
                    <a:pt x="41193" y="48250"/>
                    <a:pt x="41517" y="48382"/>
                  </a:cubicBezTo>
                  <a:cubicBezTo>
                    <a:pt x="41842" y="48557"/>
                    <a:pt x="42213" y="48557"/>
                    <a:pt x="42537" y="48382"/>
                  </a:cubicBezTo>
                  <a:lnTo>
                    <a:pt x="45274" y="47108"/>
                  </a:lnTo>
                  <a:lnTo>
                    <a:pt x="46433" y="48206"/>
                  </a:lnTo>
                  <a:cubicBezTo>
                    <a:pt x="46758" y="48513"/>
                    <a:pt x="47314" y="48601"/>
                    <a:pt x="47732" y="48425"/>
                  </a:cubicBezTo>
                  <a:lnTo>
                    <a:pt x="49865" y="47503"/>
                  </a:lnTo>
                  <a:cubicBezTo>
                    <a:pt x="49865" y="48074"/>
                    <a:pt x="50422" y="48513"/>
                    <a:pt x="51024" y="48513"/>
                  </a:cubicBezTo>
                  <a:lnTo>
                    <a:pt x="56404" y="48513"/>
                  </a:lnTo>
                  <a:cubicBezTo>
                    <a:pt x="56404" y="48513"/>
                    <a:pt x="56775" y="48469"/>
                    <a:pt x="56961" y="48382"/>
                  </a:cubicBezTo>
                  <a:cubicBezTo>
                    <a:pt x="57146" y="48294"/>
                    <a:pt x="57332" y="48118"/>
                    <a:pt x="57471" y="47899"/>
                  </a:cubicBezTo>
                  <a:cubicBezTo>
                    <a:pt x="57656" y="47547"/>
                    <a:pt x="57610" y="47065"/>
                    <a:pt x="57378" y="46757"/>
                  </a:cubicBezTo>
                  <a:lnTo>
                    <a:pt x="54456" y="43113"/>
                  </a:lnTo>
                  <a:lnTo>
                    <a:pt x="53807" y="42323"/>
                  </a:lnTo>
                  <a:lnTo>
                    <a:pt x="55616" y="3797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9" name="Freeform: Shape 2358">
              <a:extLst>
                <a:ext uri="{FF2B5EF4-FFF2-40B4-BE49-F238E27FC236}">
                  <a16:creationId xmlns:a16="http://schemas.microsoft.com/office/drawing/2014/main" id="{F1145CEA-57DC-1C7B-CBD0-2B99E2B09728}"/>
                </a:ext>
              </a:extLst>
            </p:cNvPr>
            <p:cNvSpPr>
              <a:spLocks/>
            </p:cNvSpPr>
            <p:nvPr/>
          </p:nvSpPr>
          <p:spPr>
            <a:xfrm>
              <a:off x="6331406" y="2407936"/>
              <a:ext cx="24368" cy="86068"/>
            </a:xfrm>
            <a:custGeom>
              <a:avLst/>
              <a:gdLst>
                <a:gd name="connsiteX0" fmla="*/ 11973 w 16325"/>
                <a:gd name="connsiteY0" fmla="*/ 8539 h 57662"/>
                <a:gd name="connsiteX1" fmla="*/ 8680 w 16325"/>
                <a:gd name="connsiteY1" fmla="*/ 8539 h 57662"/>
                <a:gd name="connsiteX2" fmla="*/ 7567 w 16325"/>
                <a:gd name="connsiteY2" fmla="*/ 9373 h 57662"/>
                <a:gd name="connsiteX3" fmla="*/ 5063 w 16325"/>
                <a:gd name="connsiteY3" fmla="*/ 18416 h 57662"/>
                <a:gd name="connsiteX4" fmla="*/ 4413 w 16325"/>
                <a:gd name="connsiteY4" fmla="*/ 18987 h 57662"/>
                <a:gd name="connsiteX5" fmla="*/ 378 w 16325"/>
                <a:gd name="connsiteY5" fmla="*/ 22587 h 57662"/>
                <a:gd name="connsiteX6" fmla="*/ 54 w 16325"/>
                <a:gd name="connsiteY6" fmla="*/ 23684 h 57662"/>
                <a:gd name="connsiteX7" fmla="*/ 2048 w 16325"/>
                <a:gd name="connsiteY7" fmla="*/ 30137 h 57662"/>
                <a:gd name="connsiteX8" fmla="*/ 2048 w 16325"/>
                <a:gd name="connsiteY8" fmla="*/ 39313 h 57662"/>
                <a:gd name="connsiteX9" fmla="*/ 2141 w 16325"/>
                <a:gd name="connsiteY9" fmla="*/ 39751 h 57662"/>
                <a:gd name="connsiteX10" fmla="*/ 3161 w 16325"/>
                <a:gd name="connsiteY10" fmla="*/ 41946 h 57662"/>
                <a:gd name="connsiteX11" fmla="*/ 5990 w 16325"/>
                <a:gd name="connsiteY11" fmla="*/ 48093 h 57662"/>
                <a:gd name="connsiteX12" fmla="*/ 1584 w 16325"/>
                <a:gd name="connsiteY12" fmla="*/ 55029 h 57662"/>
                <a:gd name="connsiteX13" fmla="*/ 471 w 16325"/>
                <a:gd name="connsiteY13" fmla="*/ 57399 h 57662"/>
                <a:gd name="connsiteX14" fmla="*/ 471 w 16325"/>
                <a:gd name="connsiteY14" fmla="*/ 57399 h 57662"/>
                <a:gd name="connsiteX15" fmla="*/ 471 w 16325"/>
                <a:gd name="connsiteY15" fmla="*/ 57399 h 57662"/>
                <a:gd name="connsiteX16" fmla="*/ 657 w 16325"/>
                <a:gd name="connsiteY16" fmla="*/ 57224 h 57662"/>
                <a:gd name="connsiteX17" fmla="*/ 796 w 16325"/>
                <a:gd name="connsiteY17" fmla="*/ 57004 h 57662"/>
                <a:gd name="connsiteX18" fmla="*/ 981 w 16325"/>
                <a:gd name="connsiteY18" fmla="*/ 56960 h 57662"/>
                <a:gd name="connsiteX19" fmla="*/ 1399 w 16325"/>
                <a:gd name="connsiteY19" fmla="*/ 56829 h 57662"/>
                <a:gd name="connsiteX20" fmla="*/ 1816 w 16325"/>
                <a:gd name="connsiteY20" fmla="*/ 56829 h 57662"/>
                <a:gd name="connsiteX21" fmla="*/ 2002 w 16325"/>
                <a:gd name="connsiteY21" fmla="*/ 56829 h 57662"/>
                <a:gd name="connsiteX22" fmla="*/ 2187 w 16325"/>
                <a:gd name="connsiteY22" fmla="*/ 57004 h 57662"/>
                <a:gd name="connsiteX23" fmla="*/ 2419 w 16325"/>
                <a:gd name="connsiteY23" fmla="*/ 57136 h 57662"/>
                <a:gd name="connsiteX24" fmla="*/ 2883 w 16325"/>
                <a:gd name="connsiteY24" fmla="*/ 57663 h 57662"/>
                <a:gd name="connsiteX25" fmla="*/ 3625 w 16325"/>
                <a:gd name="connsiteY25" fmla="*/ 56038 h 57662"/>
                <a:gd name="connsiteX26" fmla="*/ 8262 w 16325"/>
                <a:gd name="connsiteY26" fmla="*/ 48707 h 57662"/>
                <a:gd name="connsiteX27" fmla="*/ 8309 w 16325"/>
                <a:gd name="connsiteY27" fmla="*/ 47697 h 57662"/>
                <a:gd name="connsiteX28" fmla="*/ 7892 w 16325"/>
                <a:gd name="connsiteY28" fmla="*/ 46732 h 57662"/>
                <a:gd name="connsiteX29" fmla="*/ 4367 w 16325"/>
                <a:gd name="connsiteY29" fmla="*/ 39005 h 57662"/>
                <a:gd name="connsiteX30" fmla="*/ 4367 w 16325"/>
                <a:gd name="connsiteY30" fmla="*/ 29918 h 57662"/>
                <a:gd name="connsiteX31" fmla="*/ 4367 w 16325"/>
                <a:gd name="connsiteY31" fmla="*/ 29611 h 57662"/>
                <a:gd name="connsiteX32" fmla="*/ 2558 w 16325"/>
                <a:gd name="connsiteY32" fmla="*/ 23684 h 57662"/>
                <a:gd name="connsiteX33" fmla="*/ 6964 w 16325"/>
                <a:gd name="connsiteY33" fmla="*/ 19733 h 57662"/>
                <a:gd name="connsiteX34" fmla="*/ 7289 w 16325"/>
                <a:gd name="connsiteY34" fmla="*/ 19206 h 57662"/>
                <a:gd name="connsiteX35" fmla="*/ 7381 w 16325"/>
                <a:gd name="connsiteY35" fmla="*/ 18943 h 57662"/>
                <a:gd name="connsiteX36" fmla="*/ 9700 w 16325"/>
                <a:gd name="connsiteY36" fmla="*/ 10690 h 57662"/>
                <a:gd name="connsiteX37" fmla="*/ 12715 w 16325"/>
                <a:gd name="connsiteY37" fmla="*/ 10690 h 57662"/>
                <a:gd name="connsiteX38" fmla="*/ 13689 w 16325"/>
                <a:gd name="connsiteY38" fmla="*/ 10207 h 57662"/>
                <a:gd name="connsiteX39" fmla="*/ 16147 w 16325"/>
                <a:gd name="connsiteY39" fmla="*/ 6651 h 57662"/>
                <a:gd name="connsiteX40" fmla="*/ 16008 w 16325"/>
                <a:gd name="connsiteY40" fmla="*/ 5290 h 57662"/>
                <a:gd name="connsiteX41" fmla="*/ 12019 w 16325"/>
                <a:gd name="connsiteY41" fmla="*/ 1251 h 57662"/>
                <a:gd name="connsiteX42" fmla="*/ 11092 w 16325"/>
                <a:gd name="connsiteY42" fmla="*/ 329 h 57662"/>
                <a:gd name="connsiteX43" fmla="*/ 9468 w 16325"/>
                <a:gd name="connsiteY43" fmla="*/ 329 h 57662"/>
                <a:gd name="connsiteX44" fmla="*/ 9468 w 16325"/>
                <a:gd name="connsiteY44" fmla="*/ 1866 h 57662"/>
                <a:gd name="connsiteX45" fmla="*/ 11370 w 16325"/>
                <a:gd name="connsiteY45" fmla="*/ 3753 h 57662"/>
                <a:gd name="connsiteX46" fmla="*/ 13781 w 16325"/>
                <a:gd name="connsiteY46" fmla="*/ 6168 h 57662"/>
                <a:gd name="connsiteX47" fmla="*/ 12158 w 16325"/>
                <a:gd name="connsiteY47" fmla="*/ 8495 h 57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6325" h="57662">
                  <a:moveTo>
                    <a:pt x="11973" y="8539"/>
                  </a:moveTo>
                  <a:lnTo>
                    <a:pt x="8680" y="8539"/>
                  </a:lnTo>
                  <a:cubicBezTo>
                    <a:pt x="8170" y="8539"/>
                    <a:pt x="7706" y="8890"/>
                    <a:pt x="7567" y="9373"/>
                  </a:cubicBezTo>
                  <a:lnTo>
                    <a:pt x="5063" y="18416"/>
                  </a:lnTo>
                  <a:lnTo>
                    <a:pt x="4413" y="18987"/>
                  </a:lnTo>
                  <a:lnTo>
                    <a:pt x="378" y="22587"/>
                  </a:lnTo>
                  <a:cubicBezTo>
                    <a:pt x="54" y="22850"/>
                    <a:pt x="-85" y="23289"/>
                    <a:pt x="54" y="23684"/>
                  </a:cubicBezTo>
                  <a:lnTo>
                    <a:pt x="2048" y="30137"/>
                  </a:lnTo>
                  <a:lnTo>
                    <a:pt x="2048" y="39313"/>
                  </a:lnTo>
                  <a:cubicBezTo>
                    <a:pt x="2048" y="39313"/>
                    <a:pt x="2048" y="39620"/>
                    <a:pt x="2141" y="39751"/>
                  </a:cubicBezTo>
                  <a:lnTo>
                    <a:pt x="3161" y="41946"/>
                  </a:lnTo>
                  <a:lnTo>
                    <a:pt x="5990" y="48093"/>
                  </a:lnTo>
                  <a:lnTo>
                    <a:pt x="1584" y="55029"/>
                  </a:lnTo>
                  <a:lnTo>
                    <a:pt x="471" y="57399"/>
                  </a:lnTo>
                  <a:cubicBezTo>
                    <a:pt x="471" y="57399"/>
                    <a:pt x="471" y="57399"/>
                    <a:pt x="471" y="57399"/>
                  </a:cubicBezTo>
                  <a:lnTo>
                    <a:pt x="471" y="57399"/>
                  </a:lnTo>
                  <a:cubicBezTo>
                    <a:pt x="471" y="57399"/>
                    <a:pt x="610" y="57311"/>
                    <a:pt x="657" y="57224"/>
                  </a:cubicBezTo>
                  <a:cubicBezTo>
                    <a:pt x="703" y="57136"/>
                    <a:pt x="703" y="57048"/>
                    <a:pt x="796" y="57004"/>
                  </a:cubicBezTo>
                  <a:cubicBezTo>
                    <a:pt x="842" y="56960"/>
                    <a:pt x="935" y="57004"/>
                    <a:pt x="981" y="56960"/>
                  </a:cubicBezTo>
                  <a:cubicBezTo>
                    <a:pt x="1120" y="56873"/>
                    <a:pt x="1213" y="56873"/>
                    <a:pt x="1399" y="56829"/>
                  </a:cubicBezTo>
                  <a:cubicBezTo>
                    <a:pt x="1538" y="56829"/>
                    <a:pt x="1677" y="56829"/>
                    <a:pt x="1816" y="56829"/>
                  </a:cubicBezTo>
                  <a:cubicBezTo>
                    <a:pt x="1863" y="56829"/>
                    <a:pt x="1955" y="56829"/>
                    <a:pt x="2002" y="56829"/>
                  </a:cubicBezTo>
                  <a:cubicBezTo>
                    <a:pt x="2094" y="56829"/>
                    <a:pt x="2094" y="56960"/>
                    <a:pt x="2187" y="57004"/>
                  </a:cubicBezTo>
                  <a:cubicBezTo>
                    <a:pt x="2280" y="57048"/>
                    <a:pt x="2373" y="57048"/>
                    <a:pt x="2419" y="57136"/>
                  </a:cubicBezTo>
                  <a:lnTo>
                    <a:pt x="2883" y="57663"/>
                  </a:lnTo>
                  <a:lnTo>
                    <a:pt x="3625" y="56038"/>
                  </a:lnTo>
                  <a:lnTo>
                    <a:pt x="8262" y="48707"/>
                  </a:lnTo>
                  <a:cubicBezTo>
                    <a:pt x="8448" y="48400"/>
                    <a:pt x="8494" y="48049"/>
                    <a:pt x="8309" y="47697"/>
                  </a:cubicBezTo>
                  <a:lnTo>
                    <a:pt x="7892" y="46732"/>
                  </a:lnTo>
                  <a:lnTo>
                    <a:pt x="4367" y="39005"/>
                  </a:lnTo>
                  <a:lnTo>
                    <a:pt x="4367" y="29918"/>
                  </a:lnTo>
                  <a:cubicBezTo>
                    <a:pt x="4367" y="29918"/>
                    <a:pt x="4367" y="29698"/>
                    <a:pt x="4367" y="29611"/>
                  </a:cubicBezTo>
                  <a:lnTo>
                    <a:pt x="2558" y="23684"/>
                  </a:lnTo>
                  <a:lnTo>
                    <a:pt x="6964" y="19733"/>
                  </a:lnTo>
                  <a:cubicBezTo>
                    <a:pt x="6964" y="19733"/>
                    <a:pt x="7242" y="19426"/>
                    <a:pt x="7289" y="19206"/>
                  </a:cubicBezTo>
                  <a:lnTo>
                    <a:pt x="7381" y="18943"/>
                  </a:lnTo>
                  <a:lnTo>
                    <a:pt x="9700" y="10690"/>
                  </a:lnTo>
                  <a:lnTo>
                    <a:pt x="12715" y="10690"/>
                  </a:lnTo>
                  <a:cubicBezTo>
                    <a:pt x="13086" y="10690"/>
                    <a:pt x="13457" y="10514"/>
                    <a:pt x="13689" y="10207"/>
                  </a:cubicBezTo>
                  <a:lnTo>
                    <a:pt x="16147" y="6651"/>
                  </a:lnTo>
                  <a:cubicBezTo>
                    <a:pt x="16425" y="6212"/>
                    <a:pt x="16378" y="5685"/>
                    <a:pt x="16008" y="5290"/>
                  </a:cubicBezTo>
                  <a:lnTo>
                    <a:pt x="12019" y="1251"/>
                  </a:lnTo>
                  <a:lnTo>
                    <a:pt x="11092" y="329"/>
                  </a:lnTo>
                  <a:cubicBezTo>
                    <a:pt x="10674" y="-110"/>
                    <a:pt x="9932" y="-110"/>
                    <a:pt x="9468" y="329"/>
                  </a:cubicBezTo>
                  <a:cubicBezTo>
                    <a:pt x="9005" y="724"/>
                    <a:pt x="9005" y="1427"/>
                    <a:pt x="9468" y="1866"/>
                  </a:cubicBezTo>
                  <a:lnTo>
                    <a:pt x="11370" y="3753"/>
                  </a:lnTo>
                  <a:lnTo>
                    <a:pt x="13781" y="6168"/>
                  </a:lnTo>
                  <a:lnTo>
                    <a:pt x="12158" y="84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0" name="Freeform: Shape 2359">
              <a:extLst>
                <a:ext uri="{FF2B5EF4-FFF2-40B4-BE49-F238E27FC236}">
                  <a16:creationId xmlns:a16="http://schemas.microsoft.com/office/drawing/2014/main" id="{11FA3CC4-498A-AEDD-72BB-D42F5A6755EF}"/>
                </a:ext>
              </a:extLst>
            </p:cNvPr>
            <p:cNvSpPr>
              <a:spLocks/>
            </p:cNvSpPr>
            <p:nvPr/>
          </p:nvSpPr>
          <p:spPr>
            <a:xfrm>
              <a:off x="6257379" y="2470532"/>
              <a:ext cx="76668" cy="31927"/>
            </a:xfrm>
            <a:custGeom>
              <a:avLst/>
              <a:gdLst>
                <a:gd name="connsiteX0" fmla="*/ 28408 w 51364"/>
                <a:gd name="connsiteY0" fmla="*/ 7869 h 21390"/>
                <a:gd name="connsiteX1" fmla="*/ 28408 w 51364"/>
                <a:gd name="connsiteY1" fmla="*/ 10196 h 21390"/>
                <a:gd name="connsiteX2" fmla="*/ 28872 w 51364"/>
                <a:gd name="connsiteY2" fmla="*/ 11074 h 21390"/>
                <a:gd name="connsiteX3" fmla="*/ 41625 w 51364"/>
                <a:gd name="connsiteY3" fmla="*/ 19854 h 21390"/>
                <a:gd name="connsiteX4" fmla="*/ 42043 w 51364"/>
                <a:gd name="connsiteY4" fmla="*/ 20029 h 21390"/>
                <a:gd name="connsiteX5" fmla="*/ 48721 w 51364"/>
                <a:gd name="connsiteY5" fmla="*/ 21390 h 21390"/>
                <a:gd name="connsiteX6" fmla="*/ 48953 w 51364"/>
                <a:gd name="connsiteY6" fmla="*/ 21390 h 21390"/>
                <a:gd name="connsiteX7" fmla="*/ 50020 w 51364"/>
                <a:gd name="connsiteY7" fmla="*/ 20732 h 21390"/>
                <a:gd name="connsiteX8" fmla="*/ 51365 w 51364"/>
                <a:gd name="connsiteY8" fmla="*/ 17834 h 21390"/>
                <a:gd name="connsiteX9" fmla="*/ 50159 w 51364"/>
                <a:gd name="connsiteY9" fmla="*/ 16517 h 21390"/>
                <a:gd name="connsiteX10" fmla="*/ 50159 w 51364"/>
                <a:gd name="connsiteY10" fmla="*/ 15200 h 21390"/>
                <a:gd name="connsiteX11" fmla="*/ 49973 w 51364"/>
                <a:gd name="connsiteY11" fmla="*/ 15376 h 21390"/>
                <a:gd name="connsiteX12" fmla="*/ 49973 w 51364"/>
                <a:gd name="connsiteY12" fmla="*/ 15376 h 21390"/>
                <a:gd name="connsiteX13" fmla="*/ 48258 w 51364"/>
                <a:gd name="connsiteY13" fmla="*/ 19020 h 21390"/>
                <a:gd name="connsiteX14" fmla="*/ 42739 w 51364"/>
                <a:gd name="connsiteY14" fmla="*/ 17878 h 21390"/>
                <a:gd name="connsiteX15" fmla="*/ 30680 w 51364"/>
                <a:gd name="connsiteY15" fmla="*/ 9581 h 21390"/>
                <a:gd name="connsiteX16" fmla="*/ 30680 w 51364"/>
                <a:gd name="connsiteY16" fmla="*/ 7123 h 21390"/>
                <a:gd name="connsiteX17" fmla="*/ 30031 w 51364"/>
                <a:gd name="connsiteY17" fmla="*/ 6157 h 21390"/>
                <a:gd name="connsiteX18" fmla="*/ 16999 w 51364"/>
                <a:gd name="connsiteY18" fmla="*/ 99 h 21390"/>
                <a:gd name="connsiteX19" fmla="*/ 15979 w 51364"/>
                <a:gd name="connsiteY19" fmla="*/ 99 h 21390"/>
                <a:gd name="connsiteX20" fmla="*/ 2715 w 51364"/>
                <a:gd name="connsiteY20" fmla="*/ 6245 h 21390"/>
                <a:gd name="connsiteX21" fmla="*/ 628 w 51364"/>
                <a:gd name="connsiteY21" fmla="*/ 7211 h 21390"/>
                <a:gd name="connsiteX22" fmla="*/ 118 w 51364"/>
                <a:gd name="connsiteY22" fmla="*/ 8659 h 21390"/>
                <a:gd name="connsiteX23" fmla="*/ 1648 w 51364"/>
                <a:gd name="connsiteY23" fmla="*/ 9142 h 21390"/>
                <a:gd name="connsiteX24" fmla="*/ 2437 w 51364"/>
                <a:gd name="connsiteY24" fmla="*/ 8791 h 21390"/>
                <a:gd name="connsiteX25" fmla="*/ 16489 w 51364"/>
                <a:gd name="connsiteY25" fmla="*/ 2250 h 21390"/>
                <a:gd name="connsiteX26" fmla="*/ 28362 w 51364"/>
                <a:gd name="connsiteY26" fmla="*/ 7737 h 21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364" h="21390">
                  <a:moveTo>
                    <a:pt x="28408" y="7869"/>
                  </a:moveTo>
                  <a:lnTo>
                    <a:pt x="28408" y="10196"/>
                  </a:lnTo>
                  <a:cubicBezTo>
                    <a:pt x="28408" y="10547"/>
                    <a:pt x="28593" y="10898"/>
                    <a:pt x="28872" y="11074"/>
                  </a:cubicBezTo>
                  <a:lnTo>
                    <a:pt x="41625" y="19854"/>
                  </a:lnTo>
                  <a:cubicBezTo>
                    <a:pt x="41625" y="19854"/>
                    <a:pt x="41904" y="19985"/>
                    <a:pt x="42043" y="20029"/>
                  </a:cubicBezTo>
                  <a:lnTo>
                    <a:pt x="48721" y="21390"/>
                  </a:lnTo>
                  <a:cubicBezTo>
                    <a:pt x="48721" y="21390"/>
                    <a:pt x="48907" y="21390"/>
                    <a:pt x="48953" y="21390"/>
                  </a:cubicBezTo>
                  <a:cubicBezTo>
                    <a:pt x="49417" y="21390"/>
                    <a:pt x="49834" y="21127"/>
                    <a:pt x="50020" y="20732"/>
                  </a:cubicBezTo>
                  <a:lnTo>
                    <a:pt x="51365" y="17834"/>
                  </a:lnTo>
                  <a:lnTo>
                    <a:pt x="50159" y="16517"/>
                  </a:lnTo>
                  <a:cubicBezTo>
                    <a:pt x="49788" y="16122"/>
                    <a:pt x="49881" y="15595"/>
                    <a:pt x="50159" y="15200"/>
                  </a:cubicBezTo>
                  <a:cubicBezTo>
                    <a:pt x="50112" y="15288"/>
                    <a:pt x="50020" y="15288"/>
                    <a:pt x="49973" y="15376"/>
                  </a:cubicBezTo>
                  <a:lnTo>
                    <a:pt x="49973" y="15376"/>
                  </a:lnTo>
                  <a:lnTo>
                    <a:pt x="48258" y="19020"/>
                  </a:lnTo>
                  <a:lnTo>
                    <a:pt x="42739" y="17878"/>
                  </a:lnTo>
                  <a:lnTo>
                    <a:pt x="30680" y="9581"/>
                  </a:lnTo>
                  <a:lnTo>
                    <a:pt x="30680" y="7123"/>
                  </a:lnTo>
                  <a:cubicBezTo>
                    <a:pt x="30680" y="6684"/>
                    <a:pt x="30449" y="6333"/>
                    <a:pt x="30031" y="6157"/>
                  </a:cubicBezTo>
                  <a:lnTo>
                    <a:pt x="16999" y="99"/>
                  </a:lnTo>
                  <a:cubicBezTo>
                    <a:pt x="16675" y="-33"/>
                    <a:pt x="16304" y="-33"/>
                    <a:pt x="15979" y="99"/>
                  </a:cubicBezTo>
                  <a:lnTo>
                    <a:pt x="2715" y="6245"/>
                  </a:lnTo>
                  <a:lnTo>
                    <a:pt x="628" y="7211"/>
                  </a:lnTo>
                  <a:cubicBezTo>
                    <a:pt x="71" y="7474"/>
                    <a:pt x="-160" y="8132"/>
                    <a:pt x="118" y="8659"/>
                  </a:cubicBezTo>
                  <a:cubicBezTo>
                    <a:pt x="396" y="9186"/>
                    <a:pt x="1092" y="9406"/>
                    <a:pt x="1648" y="9142"/>
                  </a:cubicBezTo>
                  <a:lnTo>
                    <a:pt x="2437" y="8791"/>
                  </a:lnTo>
                  <a:lnTo>
                    <a:pt x="16489" y="2250"/>
                  </a:lnTo>
                  <a:lnTo>
                    <a:pt x="28362" y="773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1" name="Freeform: Shape 2360">
              <a:extLst>
                <a:ext uri="{FF2B5EF4-FFF2-40B4-BE49-F238E27FC236}">
                  <a16:creationId xmlns:a16="http://schemas.microsoft.com/office/drawing/2014/main" id="{A1BA4000-C841-9231-96C8-EE9193E0DEE2}"/>
                </a:ext>
              </a:extLst>
            </p:cNvPr>
            <p:cNvSpPr>
              <a:spLocks/>
            </p:cNvSpPr>
            <p:nvPr/>
          </p:nvSpPr>
          <p:spPr>
            <a:xfrm>
              <a:off x="6332801" y="2492695"/>
              <a:ext cx="623" cy="196"/>
            </a:xfrm>
            <a:custGeom>
              <a:avLst/>
              <a:gdLst>
                <a:gd name="connsiteX0" fmla="*/ 0 w 417"/>
                <a:gd name="connsiteY0" fmla="*/ 132 h 131"/>
                <a:gd name="connsiteX1" fmla="*/ 417 w 417"/>
                <a:gd name="connsiteY1" fmla="*/ 0 h 131"/>
                <a:gd name="connsiteX2" fmla="*/ 0 w 417"/>
                <a:gd name="connsiteY2" fmla="*/ 132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131">
                  <a:moveTo>
                    <a:pt x="0" y="132"/>
                  </a:moveTo>
                  <a:cubicBezTo>
                    <a:pt x="0" y="132"/>
                    <a:pt x="278" y="44"/>
                    <a:pt x="417" y="0"/>
                  </a:cubicBezTo>
                  <a:cubicBezTo>
                    <a:pt x="278" y="0"/>
                    <a:pt x="139" y="44"/>
                    <a:pt x="0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2" name="Freeform: Shape 2361">
              <a:extLst>
                <a:ext uri="{FF2B5EF4-FFF2-40B4-BE49-F238E27FC236}">
                  <a16:creationId xmlns:a16="http://schemas.microsoft.com/office/drawing/2014/main" id="{5F2E791D-4A84-8F32-C604-65A7EAA8EC7F}"/>
                </a:ext>
              </a:extLst>
            </p:cNvPr>
            <p:cNvSpPr>
              <a:spLocks/>
            </p:cNvSpPr>
            <p:nvPr/>
          </p:nvSpPr>
          <p:spPr>
            <a:xfrm>
              <a:off x="6334047" y="2492761"/>
              <a:ext cx="553" cy="262"/>
            </a:xfrm>
            <a:custGeom>
              <a:avLst/>
              <a:gdLst>
                <a:gd name="connsiteX0" fmla="*/ 185 w 371"/>
                <a:gd name="connsiteY0" fmla="*/ 0 h 175"/>
                <a:gd name="connsiteX1" fmla="*/ 0 w 371"/>
                <a:gd name="connsiteY1" fmla="*/ 0 h 175"/>
                <a:gd name="connsiteX2" fmla="*/ 371 w 371"/>
                <a:gd name="connsiteY2" fmla="*/ 176 h 175"/>
                <a:gd name="connsiteX3" fmla="*/ 185 w 371"/>
                <a:gd name="connsiteY3" fmla="*/ 0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" h="175">
                  <a:moveTo>
                    <a:pt x="185" y="0"/>
                  </a:moveTo>
                  <a:cubicBezTo>
                    <a:pt x="185" y="0"/>
                    <a:pt x="46" y="0"/>
                    <a:pt x="0" y="0"/>
                  </a:cubicBezTo>
                  <a:cubicBezTo>
                    <a:pt x="139" y="0"/>
                    <a:pt x="278" y="88"/>
                    <a:pt x="371" y="176"/>
                  </a:cubicBezTo>
                  <a:cubicBezTo>
                    <a:pt x="278" y="132"/>
                    <a:pt x="278" y="44"/>
                    <a:pt x="18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3" name="Freeform: Shape 2362">
              <a:extLst>
                <a:ext uri="{FF2B5EF4-FFF2-40B4-BE49-F238E27FC236}">
                  <a16:creationId xmlns:a16="http://schemas.microsoft.com/office/drawing/2014/main" id="{5DDFEB2F-8C03-4A7C-11B9-DCB68F338EC6}"/>
                </a:ext>
              </a:extLst>
            </p:cNvPr>
            <p:cNvSpPr>
              <a:spLocks/>
            </p:cNvSpPr>
            <p:nvPr/>
          </p:nvSpPr>
          <p:spPr>
            <a:xfrm>
              <a:off x="6177739" y="2538145"/>
              <a:ext cx="136647" cy="33576"/>
            </a:xfrm>
            <a:custGeom>
              <a:avLst/>
              <a:gdLst>
                <a:gd name="connsiteX0" fmla="*/ 8580 w 91548"/>
                <a:gd name="connsiteY0" fmla="*/ 12398 h 22494"/>
                <a:gd name="connsiteX1" fmla="*/ 12754 w 91548"/>
                <a:gd name="connsiteY1" fmla="*/ 5505 h 22494"/>
                <a:gd name="connsiteX2" fmla="*/ 16650 w 91548"/>
                <a:gd name="connsiteY2" fmla="*/ 3354 h 22494"/>
                <a:gd name="connsiteX3" fmla="*/ 21658 w 91548"/>
                <a:gd name="connsiteY3" fmla="*/ 3837 h 22494"/>
                <a:gd name="connsiteX4" fmla="*/ 30238 w 91548"/>
                <a:gd name="connsiteY4" fmla="*/ 5198 h 22494"/>
                <a:gd name="connsiteX5" fmla="*/ 31212 w 91548"/>
                <a:gd name="connsiteY5" fmla="*/ 4935 h 22494"/>
                <a:gd name="connsiteX6" fmla="*/ 32511 w 91548"/>
                <a:gd name="connsiteY6" fmla="*/ 3881 h 22494"/>
                <a:gd name="connsiteX7" fmla="*/ 34829 w 91548"/>
                <a:gd name="connsiteY7" fmla="*/ 5769 h 22494"/>
                <a:gd name="connsiteX8" fmla="*/ 35757 w 91548"/>
                <a:gd name="connsiteY8" fmla="*/ 6032 h 22494"/>
                <a:gd name="connsiteX9" fmla="*/ 47398 w 91548"/>
                <a:gd name="connsiteY9" fmla="*/ 4452 h 22494"/>
                <a:gd name="connsiteX10" fmla="*/ 50458 w 91548"/>
                <a:gd name="connsiteY10" fmla="*/ 7832 h 22494"/>
                <a:gd name="connsiteX11" fmla="*/ 51293 w 91548"/>
                <a:gd name="connsiteY11" fmla="*/ 8227 h 22494"/>
                <a:gd name="connsiteX12" fmla="*/ 57090 w 91548"/>
                <a:gd name="connsiteY12" fmla="*/ 8491 h 22494"/>
                <a:gd name="connsiteX13" fmla="*/ 57833 w 91548"/>
                <a:gd name="connsiteY13" fmla="*/ 8271 h 22494"/>
                <a:gd name="connsiteX14" fmla="*/ 65485 w 91548"/>
                <a:gd name="connsiteY14" fmla="*/ 2871 h 22494"/>
                <a:gd name="connsiteX15" fmla="*/ 67618 w 91548"/>
                <a:gd name="connsiteY15" fmla="*/ 9369 h 22494"/>
                <a:gd name="connsiteX16" fmla="*/ 68731 w 91548"/>
                <a:gd name="connsiteY16" fmla="*/ 10159 h 22494"/>
                <a:gd name="connsiteX17" fmla="*/ 77172 w 91548"/>
                <a:gd name="connsiteY17" fmla="*/ 10159 h 22494"/>
                <a:gd name="connsiteX18" fmla="*/ 87560 w 91548"/>
                <a:gd name="connsiteY18" fmla="*/ 22100 h 22494"/>
                <a:gd name="connsiteX19" fmla="*/ 88441 w 91548"/>
                <a:gd name="connsiteY19" fmla="*/ 22495 h 22494"/>
                <a:gd name="connsiteX20" fmla="*/ 90389 w 91548"/>
                <a:gd name="connsiteY20" fmla="*/ 22495 h 22494"/>
                <a:gd name="connsiteX21" fmla="*/ 90760 w 91548"/>
                <a:gd name="connsiteY21" fmla="*/ 21178 h 22494"/>
                <a:gd name="connsiteX22" fmla="*/ 90760 w 91548"/>
                <a:gd name="connsiteY22" fmla="*/ 21178 h 22494"/>
                <a:gd name="connsiteX23" fmla="*/ 90760 w 91548"/>
                <a:gd name="connsiteY23" fmla="*/ 21134 h 22494"/>
                <a:gd name="connsiteX24" fmla="*/ 90992 w 91548"/>
                <a:gd name="connsiteY24" fmla="*/ 20870 h 22494"/>
                <a:gd name="connsiteX25" fmla="*/ 91270 w 91548"/>
                <a:gd name="connsiteY25" fmla="*/ 20475 h 22494"/>
                <a:gd name="connsiteX26" fmla="*/ 91549 w 91548"/>
                <a:gd name="connsiteY26" fmla="*/ 20300 h 22494"/>
                <a:gd name="connsiteX27" fmla="*/ 88952 w 91548"/>
                <a:gd name="connsiteY27" fmla="*/ 20300 h 22494"/>
                <a:gd name="connsiteX28" fmla="*/ 78563 w 91548"/>
                <a:gd name="connsiteY28" fmla="*/ 8359 h 22494"/>
                <a:gd name="connsiteX29" fmla="*/ 77682 w 91548"/>
                <a:gd name="connsiteY29" fmla="*/ 7964 h 22494"/>
                <a:gd name="connsiteX30" fmla="*/ 69566 w 91548"/>
                <a:gd name="connsiteY30" fmla="*/ 7964 h 22494"/>
                <a:gd name="connsiteX31" fmla="*/ 67201 w 91548"/>
                <a:gd name="connsiteY31" fmla="*/ 764 h 22494"/>
                <a:gd name="connsiteX32" fmla="*/ 66459 w 91548"/>
                <a:gd name="connsiteY32" fmla="*/ 62 h 22494"/>
                <a:gd name="connsiteX33" fmla="*/ 65392 w 91548"/>
                <a:gd name="connsiteY33" fmla="*/ 238 h 22494"/>
                <a:gd name="connsiteX34" fmla="*/ 56719 w 91548"/>
                <a:gd name="connsiteY34" fmla="*/ 6296 h 22494"/>
                <a:gd name="connsiteX35" fmla="*/ 51850 w 91548"/>
                <a:gd name="connsiteY35" fmla="*/ 6076 h 22494"/>
                <a:gd name="connsiteX36" fmla="*/ 48696 w 91548"/>
                <a:gd name="connsiteY36" fmla="*/ 2608 h 22494"/>
                <a:gd name="connsiteX37" fmla="*/ 47676 w 91548"/>
                <a:gd name="connsiteY37" fmla="*/ 2213 h 22494"/>
                <a:gd name="connsiteX38" fmla="*/ 35896 w 91548"/>
                <a:gd name="connsiteY38" fmla="*/ 3793 h 22494"/>
                <a:gd name="connsiteX39" fmla="*/ 33206 w 91548"/>
                <a:gd name="connsiteY39" fmla="*/ 1642 h 22494"/>
                <a:gd name="connsiteX40" fmla="*/ 31722 w 91548"/>
                <a:gd name="connsiteY40" fmla="*/ 1642 h 22494"/>
                <a:gd name="connsiteX41" fmla="*/ 30099 w 91548"/>
                <a:gd name="connsiteY41" fmla="*/ 2959 h 22494"/>
                <a:gd name="connsiteX42" fmla="*/ 21983 w 91548"/>
                <a:gd name="connsiteY42" fmla="*/ 1686 h 22494"/>
                <a:gd name="connsiteX43" fmla="*/ 16510 w 91548"/>
                <a:gd name="connsiteY43" fmla="*/ 1159 h 22494"/>
                <a:gd name="connsiteX44" fmla="*/ 15815 w 91548"/>
                <a:gd name="connsiteY44" fmla="*/ 1291 h 22494"/>
                <a:gd name="connsiteX45" fmla="*/ 11316 w 91548"/>
                <a:gd name="connsiteY45" fmla="*/ 3749 h 22494"/>
                <a:gd name="connsiteX46" fmla="*/ 10899 w 91548"/>
                <a:gd name="connsiteY46" fmla="*/ 4145 h 22494"/>
                <a:gd name="connsiteX47" fmla="*/ 6910 w 91548"/>
                <a:gd name="connsiteY47" fmla="*/ 10686 h 22494"/>
                <a:gd name="connsiteX48" fmla="*/ 3154 w 91548"/>
                <a:gd name="connsiteY48" fmla="*/ 10510 h 22494"/>
                <a:gd name="connsiteX49" fmla="*/ 1206 w 91548"/>
                <a:gd name="connsiteY49" fmla="*/ 10422 h 22494"/>
                <a:gd name="connsiteX50" fmla="*/ 0 w 91548"/>
                <a:gd name="connsiteY50" fmla="*/ 11476 h 22494"/>
                <a:gd name="connsiteX51" fmla="*/ 1113 w 91548"/>
                <a:gd name="connsiteY51" fmla="*/ 12617 h 22494"/>
                <a:gd name="connsiteX52" fmla="*/ 3293 w 91548"/>
                <a:gd name="connsiteY52" fmla="*/ 12705 h 22494"/>
                <a:gd name="connsiteX53" fmla="*/ 7513 w 91548"/>
                <a:gd name="connsiteY53" fmla="*/ 12881 h 22494"/>
                <a:gd name="connsiteX54" fmla="*/ 8580 w 91548"/>
                <a:gd name="connsiteY54" fmla="*/ 12354 h 2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1548" h="22494">
                  <a:moveTo>
                    <a:pt x="8580" y="12398"/>
                  </a:moveTo>
                  <a:lnTo>
                    <a:pt x="12754" y="5505"/>
                  </a:lnTo>
                  <a:lnTo>
                    <a:pt x="16650" y="3354"/>
                  </a:lnTo>
                  <a:lnTo>
                    <a:pt x="21658" y="3837"/>
                  </a:lnTo>
                  <a:lnTo>
                    <a:pt x="30238" y="5198"/>
                  </a:lnTo>
                  <a:cubicBezTo>
                    <a:pt x="30609" y="5242"/>
                    <a:pt x="30934" y="5198"/>
                    <a:pt x="31212" y="4935"/>
                  </a:cubicBezTo>
                  <a:lnTo>
                    <a:pt x="32511" y="3881"/>
                  </a:lnTo>
                  <a:lnTo>
                    <a:pt x="34829" y="5769"/>
                  </a:lnTo>
                  <a:cubicBezTo>
                    <a:pt x="35061" y="5988"/>
                    <a:pt x="35432" y="6076"/>
                    <a:pt x="35757" y="6032"/>
                  </a:cubicBezTo>
                  <a:lnTo>
                    <a:pt x="47398" y="4452"/>
                  </a:lnTo>
                  <a:lnTo>
                    <a:pt x="50458" y="7832"/>
                  </a:lnTo>
                  <a:cubicBezTo>
                    <a:pt x="50644" y="8052"/>
                    <a:pt x="50969" y="8183"/>
                    <a:pt x="51293" y="8227"/>
                  </a:cubicBezTo>
                  <a:lnTo>
                    <a:pt x="57090" y="8491"/>
                  </a:lnTo>
                  <a:cubicBezTo>
                    <a:pt x="57369" y="8491"/>
                    <a:pt x="57647" y="8447"/>
                    <a:pt x="57833" y="8271"/>
                  </a:cubicBezTo>
                  <a:lnTo>
                    <a:pt x="65485" y="2871"/>
                  </a:lnTo>
                  <a:lnTo>
                    <a:pt x="67618" y="9369"/>
                  </a:lnTo>
                  <a:cubicBezTo>
                    <a:pt x="67757" y="9808"/>
                    <a:pt x="68221" y="10159"/>
                    <a:pt x="68731" y="10159"/>
                  </a:cubicBezTo>
                  <a:lnTo>
                    <a:pt x="77172" y="10159"/>
                  </a:lnTo>
                  <a:lnTo>
                    <a:pt x="87560" y="22100"/>
                  </a:lnTo>
                  <a:cubicBezTo>
                    <a:pt x="87792" y="22363"/>
                    <a:pt x="88117" y="22495"/>
                    <a:pt x="88441" y="22495"/>
                  </a:cubicBezTo>
                  <a:lnTo>
                    <a:pt x="90389" y="22495"/>
                  </a:lnTo>
                  <a:lnTo>
                    <a:pt x="90760" y="21178"/>
                  </a:lnTo>
                  <a:lnTo>
                    <a:pt x="90760" y="21178"/>
                  </a:lnTo>
                  <a:cubicBezTo>
                    <a:pt x="90760" y="21178"/>
                    <a:pt x="90760" y="21134"/>
                    <a:pt x="90760" y="21134"/>
                  </a:cubicBezTo>
                  <a:cubicBezTo>
                    <a:pt x="90760" y="21002"/>
                    <a:pt x="90900" y="20958"/>
                    <a:pt x="90992" y="20870"/>
                  </a:cubicBezTo>
                  <a:cubicBezTo>
                    <a:pt x="91085" y="20739"/>
                    <a:pt x="91131" y="20563"/>
                    <a:pt x="91270" y="20475"/>
                  </a:cubicBezTo>
                  <a:lnTo>
                    <a:pt x="91549" y="20300"/>
                  </a:lnTo>
                  <a:lnTo>
                    <a:pt x="88952" y="20300"/>
                  </a:lnTo>
                  <a:lnTo>
                    <a:pt x="78563" y="8359"/>
                  </a:lnTo>
                  <a:cubicBezTo>
                    <a:pt x="78331" y="8096"/>
                    <a:pt x="78007" y="7964"/>
                    <a:pt x="77682" y="7964"/>
                  </a:cubicBezTo>
                  <a:lnTo>
                    <a:pt x="69566" y="7964"/>
                  </a:lnTo>
                  <a:lnTo>
                    <a:pt x="67201" y="764"/>
                  </a:lnTo>
                  <a:cubicBezTo>
                    <a:pt x="67108" y="413"/>
                    <a:pt x="66830" y="150"/>
                    <a:pt x="66459" y="62"/>
                  </a:cubicBezTo>
                  <a:cubicBezTo>
                    <a:pt x="66088" y="-70"/>
                    <a:pt x="65717" y="18"/>
                    <a:pt x="65392" y="238"/>
                  </a:cubicBezTo>
                  <a:lnTo>
                    <a:pt x="56719" y="6296"/>
                  </a:lnTo>
                  <a:lnTo>
                    <a:pt x="51850" y="6076"/>
                  </a:lnTo>
                  <a:lnTo>
                    <a:pt x="48696" y="2608"/>
                  </a:lnTo>
                  <a:cubicBezTo>
                    <a:pt x="48418" y="2301"/>
                    <a:pt x="48047" y="2213"/>
                    <a:pt x="47676" y="2213"/>
                  </a:cubicBezTo>
                  <a:lnTo>
                    <a:pt x="35896" y="3793"/>
                  </a:lnTo>
                  <a:lnTo>
                    <a:pt x="33206" y="1642"/>
                  </a:lnTo>
                  <a:cubicBezTo>
                    <a:pt x="32789" y="1291"/>
                    <a:pt x="32139" y="1291"/>
                    <a:pt x="31722" y="1642"/>
                  </a:cubicBezTo>
                  <a:lnTo>
                    <a:pt x="30099" y="2959"/>
                  </a:lnTo>
                  <a:lnTo>
                    <a:pt x="21983" y="1686"/>
                  </a:lnTo>
                  <a:lnTo>
                    <a:pt x="16510" y="1159"/>
                  </a:lnTo>
                  <a:cubicBezTo>
                    <a:pt x="16278" y="1159"/>
                    <a:pt x="16000" y="1159"/>
                    <a:pt x="15815" y="1291"/>
                  </a:cubicBezTo>
                  <a:lnTo>
                    <a:pt x="11316" y="3749"/>
                  </a:lnTo>
                  <a:cubicBezTo>
                    <a:pt x="11316" y="3749"/>
                    <a:pt x="10991" y="3969"/>
                    <a:pt x="10899" y="4145"/>
                  </a:cubicBezTo>
                  <a:lnTo>
                    <a:pt x="6910" y="10686"/>
                  </a:lnTo>
                  <a:lnTo>
                    <a:pt x="3154" y="10510"/>
                  </a:lnTo>
                  <a:lnTo>
                    <a:pt x="1206" y="10422"/>
                  </a:lnTo>
                  <a:cubicBezTo>
                    <a:pt x="603" y="10422"/>
                    <a:pt x="46" y="10861"/>
                    <a:pt x="0" y="11476"/>
                  </a:cubicBezTo>
                  <a:cubicBezTo>
                    <a:pt x="0" y="12090"/>
                    <a:pt x="464" y="12573"/>
                    <a:pt x="1113" y="12617"/>
                  </a:cubicBezTo>
                  <a:lnTo>
                    <a:pt x="3293" y="12705"/>
                  </a:lnTo>
                  <a:lnTo>
                    <a:pt x="7513" y="12881"/>
                  </a:lnTo>
                  <a:cubicBezTo>
                    <a:pt x="7931" y="12925"/>
                    <a:pt x="8348" y="12705"/>
                    <a:pt x="8580" y="1235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4" name="Freeform: Shape 2363">
              <a:extLst>
                <a:ext uri="{FF2B5EF4-FFF2-40B4-BE49-F238E27FC236}">
                  <a16:creationId xmlns:a16="http://schemas.microsoft.com/office/drawing/2014/main" id="{5D860261-AB63-87F2-8A38-1C29D21BB2F4}"/>
                </a:ext>
              </a:extLst>
            </p:cNvPr>
            <p:cNvSpPr>
              <a:spLocks/>
            </p:cNvSpPr>
            <p:nvPr/>
          </p:nvSpPr>
          <p:spPr>
            <a:xfrm>
              <a:off x="6331928" y="2492761"/>
              <a:ext cx="23736" cy="59170"/>
            </a:xfrm>
            <a:custGeom>
              <a:avLst/>
              <a:gdLst>
                <a:gd name="connsiteX0" fmla="*/ 1792 w 15902"/>
                <a:gd name="connsiteY0" fmla="*/ 176 h 39641"/>
                <a:gd name="connsiteX1" fmla="*/ 1421 w 15902"/>
                <a:gd name="connsiteY1" fmla="*/ 0 h 39641"/>
                <a:gd name="connsiteX2" fmla="*/ 1003 w 15902"/>
                <a:gd name="connsiteY2" fmla="*/ 0 h 39641"/>
                <a:gd name="connsiteX3" fmla="*/ 586 w 15902"/>
                <a:gd name="connsiteY3" fmla="*/ 132 h 39641"/>
                <a:gd name="connsiteX4" fmla="*/ 400 w 15902"/>
                <a:gd name="connsiteY4" fmla="*/ 176 h 39641"/>
                <a:gd name="connsiteX5" fmla="*/ 261 w 15902"/>
                <a:gd name="connsiteY5" fmla="*/ 395 h 39641"/>
                <a:gd name="connsiteX6" fmla="*/ 261 w 15902"/>
                <a:gd name="connsiteY6" fmla="*/ 1712 h 39641"/>
                <a:gd name="connsiteX7" fmla="*/ 1467 w 15902"/>
                <a:gd name="connsiteY7" fmla="*/ 3029 h 39641"/>
                <a:gd name="connsiteX8" fmla="*/ 6197 w 15902"/>
                <a:gd name="connsiteY8" fmla="*/ 8253 h 39641"/>
                <a:gd name="connsiteX9" fmla="*/ 7681 w 15902"/>
                <a:gd name="connsiteY9" fmla="*/ 11546 h 39641"/>
                <a:gd name="connsiteX10" fmla="*/ 3925 w 15902"/>
                <a:gd name="connsiteY10" fmla="*/ 22126 h 39641"/>
                <a:gd name="connsiteX11" fmla="*/ 4250 w 15902"/>
                <a:gd name="connsiteY11" fmla="*/ 23267 h 39641"/>
                <a:gd name="connsiteX12" fmla="*/ 5502 w 15902"/>
                <a:gd name="connsiteY12" fmla="*/ 23443 h 39641"/>
                <a:gd name="connsiteX13" fmla="*/ 8192 w 15902"/>
                <a:gd name="connsiteY13" fmla="*/ 22301 h 39641"/>
                <a:gd name="connsiteX14" fmla="*/ 9815 w 15902"/>
                <a:gd name="connsiteY14" fmla="*/ 28184 h 39641"/>
                <a:gd name="connsiteX15" fmla="*/ 12180 w 15902"/>
                <a:gd name="connsiteY15" fmla="*/ 30598 h 39641"/>
                <a:gd name="connsiteX16" fmla="*/ 13525 w 15902"/>
                <a:gd name="connsiteY16" fmla="*/ 31476 h 39641"/>
                <a:gd name="connsiteX17" fmla="*/ 13525 w 15902"/>
                <a:gd name="connsiteY17" fmla="*/ 39642 h 39641"/>
                <a:gd name="connsiteX18" fmla="*/ 14082 w 15902"/>
                <a:gd name="connsiteY18" fmla="*/ 39334 h 39641"/>
                <a:gd name="connsiteX19" fmla="*/ 14082 w 15902"/>
                <a:gd name="connsiteY19" fmla="*/ 39334 h 39641"/>
                <a:gd name="connsiteX20" fmla="*/ 14128 w 15902"/>
                <a:gd name="connsiteY20" fmla="*/ 39334 h 39641"/>
                <a:gd name="connsiteX21" fmla="*/ 14545 w 15902"/>
                <a:gd name="connsiteY21" fmla="*/ 39247 h 39641"/>
                <a:gd name="connsiteX22" fmla="*/ 14963 w 15902"/>
                <a:gd name="connsiteY22" fmla="*/ 39159 h 39641"/>
                <a:gd name="connsiteX23" fmla="*/ 15009 w 15902"/>
                <a:gd name="connsiteY23" fmla="*/ 39159 h 39641"/>
                <a:gd name="connsiteX24" fmla="*/ 15797 w 15902"/>
                <a:gd name="connsiteY24" fmla="*/ 39334 h 39641"/>
                <a:gd name="connsiteX25" fmla="*/ 15658 w 15902"/>
                <a:gd name="connsiteY25" fmla="*/ 32091 h 39641"/>
                <a:gd name="connsiteX26" fmla="*/ 15890 w 15902"/>
                <a:gd name="connsiteY26" fmla="*/ 31037 h 39641"/>
                <a:gd name="connsiteX27" fmla="*/ 13386 w 15902"/>
                <a:gd name="connsiteY27" fmla="*/ 28754 h 39641"/>
                <a:gd name="connsiteX28" fmla="*/ 12041 w 15902"/>
                <a:gd name="connsiteY28" fmla="*/ 27877 h 39641"/>
                <a:gd name="connsiteX29" fmla="*/ 10000 w 15902"/>
                <a:gd name="connsiteY29" fmla="*/ 20457 h 39641"/>
                <a:gd name="connsiteX30" fmla="*/ 9351 w 15902"/>
                <a:gd name="connsiteY30" fmla="*/ 19755 h 39641"/>
                <a:gd name="connsiteX31" fmla="*/ 8377 w 15902"/>
                <a:gd name="connsiteY31" fmla="*/ 19755 h 39641"/>
                <a:gd name="connsiteX32" fmla="*/ 6893 w 15902"/>
                <a:gd name="connsiteY32" fmla="*/ 20370 h 39641"/>
                <a:gd name="connsiteX33" fmla="*/ 9954 w 15902"/>
                <a:gd name="connsiteY33" fmla="*/ 11765 h 39641"/>
                <a:gd name="connsiteX34" fmla="*/ 9954 w 15902"/>
                <a:gd name="connsiteY34" fmla="*/ 10975 h 39641"/>
                <a:gd name="connsiteX35" fmla="*/ 8192 w 15902"/>
                <a:gd name="connsiteY35" fmla="*/ 7112 h 39641"/>
                <a:gd name="connsiteX36" fmla="*/ 8006 w 15902"/>
                <a:gd name="connsiteY36" fmla="*/ 6848 h 39641"/>
                <a:gd name="connsiteX37" fmla="*/ 2441 w 15902"/>
                <a:gd name="connsiteY37" fmla="*/ 702 h 39641"/>
                <a:gd name="connsiteX38" fmla="*/ 1977 w 15902"/>
                <a:gd name="connsiteY38" fmla="*/ 176 h 39641"/>
                <a:gd name="connsiteX39" fmla="*/ 1745 w 15902"/>
                <a:gd name="connsiteY39" fmla="*/ 44 h 3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5902" h="39641">
                  <a:moveTo>
                    <a:pt x="1792" y="176"/>
                  </a:moveTo>
                  <a:cubicBezTo>
                    <a:pt x="1792" y="176"/>
                    <a:pt x="1560" y="44"/>
                    <a:pt x="1421" y="0"/>
                  </a:cubicBezTo>
                  <a:cubicBezTo>
                    <a:pt x="1281" y="0"/>
                    <a:pt x="1142" y="0"/>
                    <a:pt x="1003" y="0"/>
                  </a:cubicBezTo>
                  <a:cubicBezTo>
                    <a:pt x="864" y="0"/>
                    <a:pt x="725" y="44"/>
                    <a:pt x="586" y="132"/>
                  </a:cubicBezTo>
                  <a:cubicBezTo>
                    <a:pt x="539" y="132"/>
                    <a:pt x="447" y="132"/>
                    <a:pt x="400" y="176"/>
                  </a:cubicBezTo>
                  <a:cubicBezTo>
                    <a:pt x="308" y="219"/>
                    <a:pt x="354" y="307"/>
                    <a:pt x="261" y="395"/>
                  </a:cubicBezTo>
                  <a:cubicBezTo>
                    <a:pt x="-63" y="790"/>
                    <a:pt x="-110" y="1317"/>
                    <a:pt x="261" y="1712"/>
                  </a:cubicBezTo>
                  <a:lnTo>
                    <a:pt x="1467" y="3029"/>
                  </a:lnTo>
                  <a:lnTo>
                    <a:pt x="6197" y="8253"/>
                  </a:lnTo>
                  <a:lnTo>
                    <a:pt x="7681" y="11546"/>
                  </a:lnTo>
                  <a:lnTo>
                    <a:pt x="3925" y="22126"/>
                  </a:lnTo>
                  <a:cubicBezTo>
                    <a:pt x="3786" y="22521"/>
                    <a:pt x="3925" y="23004"/>
                    <a:pt x="4250" y="23267"/>
                  </a:cubicBezTo>
                  <a:cubicBezTo>
                    <a:pt x="4574" y="23574"/>
                    <a:pt x="5084" y="23618"/>
                    <a:pt x="5502" y="23443"/>
                  </a:cubicBezTo>
                  <a:lnTo>
                    <a:pt x="8192" y="22301"/>
                  </a:lnTo>
                  <a:cubicBezTo>
                    <a:pt x="9027" y="25023"/>
                    <a:pt x="9768" y="27701"/>
                    <a:pt x="9815" y="28184"/>
                  </a:cubicBezTo>
                  <a:cubicBezTo>
                    <a:pt x="9815" y="29150"/>
                    <a:pt x="10789" y="29764"/>
                    <a:pt x="12180" y="30598"/>
                  </a:cubicBezTo>
                  <a:cubicBezTo>
                    <a:pt x="12597" y="30862"/>
                    <a:pt x="13200" y="31213"/>
                    <a:pt x="13525" y="31476"/>
                  </a:cubicBezTo>
                  <a:cubicBezTo>
                    <a:pt x="13340" y="32310"/>
                    <a:pt x="13154" y="34374"/>
                    <a:pt x="13525" y="39642"/>
                  </a:cubicBezTo>
                  <a:lnTo>
                    <a:pt x="14082" y="39334"/>
                  </a:lnTo>
                  <a:cubicBezTo>
                    <a:pt x="14082" y="39334"/>
                    <a:pt x="14082" y="39334"/>
                    <a:pt x="14082" y="39334"/>
                  </a:cubicBezTo>
                  <a:lnTo>
                    <a:pt x="14128" y="39334"/>
                  </a:lnTo>
                  <a:cubicBezTo>
                    <a:pt x="14128" y="39334"/>
                    <a:pt x="14406" y="39291"/>
                    <a:pt x="14545" y="39247"/>
                  </a:cubicBezTo>
                  <a:cubicBezTo>
                    <a:pt x="14684" y="39247"/>
                    <a:pt x="14824" y="39159"/>
                    <a:pt x="14963" y="39159"/>
                  </a:cubicBezTo>
                  <a:lnTo>
                    <a:pt x="15009" y="39159"/>
                  </a:lnTo>
                  <a:cubicBezTo>
                    <a:pt x="15009" y="39159"/>
                    <a:pt x="15797" y="39334"/>
                    <a:pt x="15797" y="39334"/>
                  </a:cubicBezTo>
                  <a:cubicBezTo>
                    <a:pt x="15612" y="36130"/>
                    <a:pt x="15519" y="32618"/>
                    <a:pt x="15658" y="32091"/>
                  </a:cubicBezTo>
                  <a:cubicBezTo>
                    <a:pt x="15844" y="31828"/>
                    <a:pt x="15937" y="31301"/>
                    <a:pt x="15890" y="31037"/>
                  </a:cubicBezTo>
                  <a:cubicBezTo>
                    <a:pt x="15705" y="30203"/>
                    <a:pt x="14824" y="29633"/>
                    <a:pt x="13386" y="28754"/>
                  </a:cubicBezTo>
                  <a:cubicBezTo>
                    <a:pt x="12969" y="28491"/>
                    <a:pt x="12319" y="28096"/>
                    <a:pt x="12041" y="27877"/>
                  </a:cubicBezTo>
                  <a:cubicBezTo>
                    <a:pt x="11856" y="26559"/>
                    <a:pt x="10696" y="22784"/>
                    <a:pt x="10000" y="20457"/>
                  </a:cubicBezTo>
                  <a:cubicBezTo>
                    <a:pt x="9908" y="20150"/>
                    <a:pt x="9676" y="19887"/>
                    <a:pt x="9351" y="19755"/>
                  </a:cubicBezTo>
                  <a:cubicBezTo>
                    <a:pt x="9073" y="19623"/>
                    <a:pt x="8702" y="19623"/>
                    <a:pt x="8377" y="19755"/>
                  </a:cubicBezTo>
                  <a:lnTo>
                    <a:pt x="6893" y="20370"/>
                  </a:lnTo>
                  <a:lnTo>
                    <a:pt x="9954" y="11765"/>
                  </a:lnTo>
                  <a:cubicBezTo>
                    <a:pt x="10047" y="11502"/>
                    <a:pt x="10047" y="11238"/>
                    <a:pt x="9954" y="10975"/>
                  </a:cubicBezTo>
                  <a:lnTo>
                    <a:pt x="8192" y="7112"/>
                  </a:lnTo>
                  <a:cubicBezTo>
                    <a:pt x="8192" y="7112"/>
                    <a:pt x="8099" y="6936"/>
                    <a:pt x="8006" y="6848"/>
                  </a:cubicBezTo>
                  <a:lnTo>
                    <a:pt x="2441" y="702"/>
                  </a:lnTo>
                  <a:lnTo>
                    <a:pt x="1977" y="176"/>
                  </a:lnTo>
                  <a:cubicBezTo>
                    <a:pt x="1977" y="176"/>
                    <a:pt x="1838" y="132"/>
                    <a:pt x="1745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5" name="Freeform: Shape 2364">
              <a:extLst>
                <a:ext uri="{FF2B5EF4-FFF2-40B4-BE49-F238E27FC236}">
                  <a16:creationId xmlns:a16="http://schemas.microsoft.com/office/drawing/2014/main" id="{007BA3B0-63FE-9CA5-F479-7D3560017D36}"/>
                </a:ext>
              </a:extLst>
            </p:cNvPr>
            <p:cNvSpPr>
              <a:spLocks/>
            </p:cNvSpPr>
            <p:nvPr/>
          </p:nvSpPr>
          <p:spPr>
            <a:xfrm>
              <a:off x="6313279" y="2569820"/>
              <a:ext cx="6922" cy="6553"/>
            </a:xfrm>
            <a:custGeom>
              <a:avLst/>
              <a:gdLst>
                <a:gd name="connsiteX0" fmla="*/ 0 w 4637"/>
                <a:gd name="connsiteY0" fmla="*/ 0 h 4390"/>
                <a:gd name="connsiteX1" fmla="*/ 0 w 4637"/>
                <a:gd name="connsiteY1" fmla="*/ 0 h 4390"/>
                <a:gd name="connsiteX2" fmla="*/ 0 w 4637"/>
                <a:gd name="connsiteY2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7" h="439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6" name="Freeform: Shape 2365">
              <a:extLst>
                <a:ext uri="{FF2B5EF4-FFF2-40B4-BE49-F238E27FC236}">
                  <a16:creationId xmlns:a16="http://schemas.microsoft.com/office/drawing/2014/main" id="{351E17B5-0B16-ED4E-CC8D-FCD5E9C68129}"/>
                </a:ext>
              </a:extLst>
            </p:cNvPr>
            <p:cNvSpPr>
              <a:spLocks/>
            </p:cNvSpPr>
            <p:nvPr/>
          </p:nvSpPr>
          <p:spPr>
            <a:xfrm>
              <a:off x="6313764" y="2551604"/>
              <a:ext cx="40565" cy="19592"/>
            </a:xfrm>
            <a:custGeom>
              <a:avLst/>
              <a:gdLst>
                <a:gd name="connsiteX0" fmla="*/ 1113 w 27177"/>
                <a:gd name="connsiteY0" fmla="*/ 11370 h 13126"/>
                <a:gd name="connsiteX1" fmla="*/ 1948 w 27177"/>
                <a:gd name="connsiteY1" fmla="*/ 12731 h 13126"/>
                <a:gd name="connsiteX2" fmla="*/ 1855 w 27177"/>
                <a:gd name="connsiteY2" fmla="*/ 13126 h 13126"/>
                <a:gd name="connsiteX3" fmla="*/ 9414 w 27177"/>
                <a:gd name="connsiteY3" fmla="*/ 8429 h 13126"/>
                <a:gd name="connsiteX4" fmla="*/ 16139 w 27177"/>
                <a:gd name="connsiteY4" fmla="*/ 10711 h 13126"/>
                <a:gd name="connsiteX5" fmla="*/ 17206 w 27177"/>
                <a:gd name="connsiteY5" fmla="*/ 10580 h 13126"/>
                <a:gd name="connsiteX6" fmla="*/ 17716 w 27177"/>
                <a:gd name="connsiteY6" fmla="*/ 9702 h 13126"/>
                <a:gd name="connsiteX7" fmla="*/ 17716 w 27177"/>
                <a:gd name="connsiteY7" fmla="*/ 7331 h 13126"/>
                <a:gd name="connsiteX8" fmla="*/ 27177 w 27177"/>
                <a:gd name="connsiteY8" fmla="*/ 2107 h 13126"/>
                <a:gd name="connsiteX9" fmla="*/ 26759 w 27177"/>
                <a:gd name="connsiteY9" fmla="*/ 2019 h 13126"/>
                <a:gd name="connsiteX10" fmla="*/ 25878 w 27177"/>
                <a:gd name="connsiteY10" fmla="*/ 702 h 13126"/>
                <a:gd name="connsiteX11" fmla="*/ 26342 w 27177"/>
                <a:gd name="connsiteY11" fmla="*/ 0 h 13126"/>
                <a:gd name="connsiteX12" fmla="*/ 25786 w 27177"/>
                <a:gd name="connsiteY12" fmla="*/ 307 h 13126"/>
                <a:gd name="connsiteX13" fmla="*/ 15954 w 27177"/>
                <a:gd name="connsiteY13" fmla="*/ 5751 h 13126"/>
                <a:gd name="connsiteX14" fmla="*/ 15397 w 27177"/>
                <a:gd name="connsiteY14" fmla="*/ 6717 h 13126"/>
                <a:gd name="connsiteX15" fmla="*/ 15397 w 27177"/>
                <a:gd name="connsiteY15" fmla="*/ 8165 h 13126"/>
                <a:gd name="connsiteX16" fmla="*/ 9693 w 27177"/>
                <a:gd name="connsiteY16" fmla="*/ 6234 h 13126"/>
                <a:gd name="connsiteX17" fmla="*/ 8673 w 27177"/>
                <a:gd name="connsiteY17" fmla="*/ 6365 h 13126"/>
                <a:gd name="connsiteX18" fmla="*/ 557 w 27177"/>
                <a:gd name="connsiteY18" fmla="*/ 11414 h 13126"/>
                <a:gd name="connsiteX19" fmla="*/ 278 w 27177"/>
                <a:gd name="connsiteY19" fmla="*/ 11590 h 13126"/>
                <a:gd name="connsiteX20" fmla="*/ 0 w 27177"/>
                <a:gd name="connsiteY20" fmla="*/ 11985 h 13126"/>
                <a:gd name="connsiteX21" fmla="*/ 1206 w 27177"/>
                <a:gd name="connsiteY21" fmla="*/ 11458 h 13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7177" h="13126">
                  <a:moveTo>
                    <a:pt x="1113" y="11370"/>
                  </a:moveTo>
                  <a:cubicBezTo>
                    <a:pt x="1716" y="11546"/>
                    <a:pt x="2087" y="12116"/>
                    <a:pt x="1948" y="12731"/>
                  </a:cubicBezTo>
                  <a:lnTo>
                    <a:pt x="1855" y="13126"/>
                  </a:lnTo>
                  <a:lnTo>
                    <a:pt x="9414" y="8429"/>
                  </a:lnTo>
                  <a:lnTo>
                    <a:pt x="16139" y="10711"/>
                  </a:lnTo>
                  <a:cubicBezTo>
                    <a:pt x="16510" y="10843"/>
                    <a:pt x="16881" y="10799"/>
                    <a:pt x="17206" y="10580"/>
                  </a:cubicBezTo>
                  <a:cubicBezTo>
                    <a:pt x="17530" y="10360"/>
                    <a:pt x="17716" y="10053"/>
                    <a:pt x="17716" y="9702"/>
                  </a:cubicBezTo>
                  <a:lnTo>
                    <a:pt x="17716" y="7331"/>
                  </a:lnTo>
                  <a:lnTo>
                    <a:pt x="27177" y="2107"/>
                  </a:lnTo>
                  <a:lnTo>
                    <a:pt x="26759" y="2019"/>
                  </a:lnTo>
                  <a:cubicBezTo>
                    <a:pt x="26157" y="1888"/>
                    <a:pt x="25739" y="1317"/>
                    <a:pt x="25878" y="702"/>
                  </a:cubicBezTo>
                  <a:cubicBezTo>
                    <a:pt x="25925" y="395"/>
                    <a:pt x="26110" y="176"/>
                    <a:pt x="26342" y="0"/>
                  </a:cubicBezTo>
                  <a:lnTo>
                    <a:pt x="25786" y="307"/>
                  </a:lnTo>
                  <a:lnTo>
                    <a:pt x="15954" y="5751"/>
                  </a:lnTo>
                  <a:cubicBezTo>
                    <a:pt x="15583" y="5926"/>
                    <a:pt x="15397" y="6321"/>
                    <a:pt x="15397" y="6717"/>
                  </a:cubicBezTo>
                  <a:lnTo>
                    <a:pt x="15397" y="8165"/>
                  </a:lnTo>
                  <a:lnTo>
                    <a:pt x="9693" y="6234"/>
                  </a:lnTo>
                  <a:cubicBezTo>
                    <a:pt x="9368" y="6146"/>
                    <a:pt x="8951" y="6146"/>
                    <a:pt x="8673" y="6365"/>
                  </a:cubicBezTo>
                  <a:lnTo>
                    <a:pt x="557" y="11414"/>
                  </a:lnTo>
                  <a:lnTo>
                    <a:pt x="278" y="11590"/>
                  </a:lnTo>
                  <a:cubicBezTo>
                    <a:pt x="278" y="11590"/>
                    <a:pt x="93" y="11853"/>
                    <a:pt x="0" y="11985"/>
                  </a:cubicBezTo>
                  <a:cubicBezTo>
                    <a:pt x="278" y="11590"/>
                    <a:pt x="742" y="11370"/>
                    <a:pt x="1206" y="1145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7" name="Freeform: Shape 2366">
              <a:extLst>
                <a:ext uri="{FF2B5EF4-FFF2-40B4-BE49-F238E27FC236}">
                  <a16:creationId xmlns:a16="http://schemas.microsoft.com/office/drawing/2014/main" id="{151BCEBC-DB39-164D-EFB6-0106946266A8}"/>
                </a:ext>
              </a:extLst>
            </p:cNvPr>
            <p:cNvSpPr>
              <a:spLocks/>
            </p:cNvSpPr>
            <p:nvPr/>
          </p:nvSpPr>
          <p:spPr>
            <a:xfrm>
              <a:off x="6352945" y="2551472"/>
              <a:ext cx="691" cy="64"/>
            </a:xfrm>
            <a:custGeom>
              <a:avLst/>
              <a:gdLst>
                <a:gd name="connsiteX0" fmla="*/ 46 w 463"/>
                <a:gd name="connsiteY0" fmla="*/ 44 h 43"/>
                <a:gd name="connsiteX1" fmla="*/ 0 w 463"/>
                <a:gd name="connsiteY1" fmla="*/ 44 h 43"/>
                <a:gd name="connsiteX2" fmla="*/ 464 w 463"/>
                <a:gd name="connsiteY2" fmla="*/ 0 h 43"/>
                <a:gd name="connsiteX3" fmla="*/ 46 w 463"/>
                <a:gd name="connsiteY3" fmla="*/ 44 h 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" h="43">
                  <a:moveTo>
                    <a:pt x="46" y="44"/>
                  </a:moveTo>
                  <a:lnTo>
                    <a:pt x="0" y="44"/>
                  </a:lnTo>
                  <a:cubicBezTo>
                    <a:pt x="0" y="44"/>
                    <a:pt x="325" y="44"/>
                    <a:pt x="464" y="0"/>
                  </a:cubicBezTo>
                  <a:cubicBezTo>
                    <a:pt x="325" y="0"/>
                    <a:pt x="186" y="0"/>
                    <a:pt x="46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8" name="Freeform: Shape 2367">
              <a:extLst>
                <a:ext uri="{FF2B5EF4-FFF2-40B4-BE49-F238E27FC236}">
                  <a16:creationId xmlns:a16="http://schemas.microsoft.com/office/drawing/2014/main" id="{A9C84104-1C7A-F40E-1BDD-584252C2F7ED}"/>
                </a:ext>
              </a:extLst>
            </p:cNvPr>
            <p:cNvSpPr>
              <a:spLocks/>
            </p:cNvSpPr>
            <p:nvPr/>
          </p:nvSpPr>
          <p:spPr>
            <a:xfrm>
              <a:off x="6240716" y="2568524"/>
              <a:ext cx="82736" cy="73309"/>
            </a:xfrm>
            <a:custGeom>
              <a:avLst/>
              <a:gdLst>
                <a:gd name="connsiteX0" fmla="*/ 14064 w 55430"/>
                <a:gd name="connsiteY0" fmla="*/ 49115 h 49114"/>
                <a:gd name="connsiteX1" fmla="*/ 14528 w 55430"/>
                <a:gd name="connsiteY1" fmla="*/ 49027 h 49114"/>
                <a:gd name="connsiteX2" fmla="*/ 22041 w 55430"/>
                <a:gd name="connsiteY2" fmla="*/ 45734 h 49114"/>
                <a:gd name="connsiteX3" fmla="*/ 22737 w 55430"/>
                <a:gd name="connsiteY3" fmla="*/ 44725 h 49114"/>
                <a:gd name="connsiteX4" fmla="*/ 22737 w 55430"/>
                <a:gd name="connsiteY4" fmla="*/ 43364 h 49114"/>
                <a:gd name="connsiteX5" fmla="*/ 26493 w 55430"/>
                <a:gd name="connsiteY5" fmla="*/ 43364 h 49114"/>
                <a:gd name="connsiteX6" fmla="*/ 27560 w 55430"/>
                <a:gd name="connsiteY6" fmla="*/ 42661 h 49114"/>
                <a:gd name="connsiteX7" fmla="*/ 28951 w 55430"/>
                <a:gd name="connsiteY7" fmla="*/ 39149 h 49114"/>
                <a:gd name="connsiteX8" fmla="*/ 35769 w 55430"/>
                <a:gd name="connsiteY8" fmla="*/ 40598 h 49114"/>
                <a:gd name="connsiteX9" fmla="*/ 36743 w 55430"/>
                <a:gd name="connsiteY9" fmla="*/ 40378 h 49114"/>
                <a:gd name="connsiteX10" fmla="*/ 37160 w 55430"/>
                <a:gd name="connsiteY10" fmla="*/ 39544 h 49114"/>
                <a:gd name="connsiteX11" fmla="*/ 37160 w 55430"/>
                <a:gd name="connsiteY11" fmla="*/ 24048 h 49114"/>
                <a:gd name="connsiteX12" fmla="*/ 42400 w 55430"/>
                <a:gd name="connsiteY12" fmla="*/ 21062 h 49114"/>
                <a:gd name="connsiteX13" fmla="*/ 42818 w 55430"/>
                <a:gd name="connsiteY13" fmla="*/ 20667 h 49114"/>
                <a:gd name="connsiteX14" fmla="*/ 44673 w 55430"/>
                <a:gd name="connsiteY14" fmla="*/ 17638 h 49114"/>
                <a:gd name="connsiteX15" fmla="*/ 50238 w 55430"/>
                <a:gd name="connsiteY15" fmla="*/ 17638 h 49114"/>
                <a:gd name="connsiteX16" fmla="*/ 51166 w 55430"/>
                <a:gd name="connsiteY16" fmla="*/ 17199 h 49114"/>
                <a:gd name="connsiteX17" fmla="*/ 55201 w 55430"/>
                <a:gd name="connsiteY17" fmla="*/ 12238 h 49114"/>
                <a:gd name="connsiteX18" fmla="*/ 55386 w 55430"/>
                <a:gd name="connsiteY18" fmla="*/ 11229 h 49114"/>
                <a:gd name="connsiteX19" fmla="*/ 54644 w 55430"/>
                <a:gd name="connsiteY19" fmla="*/ 10526 h 49114"/>
                <a:gd name="connsiteX20" fmla="*/ 48708 w 55430"/>
                <a:gd name="connsiteY20" fmla="*/ 8639 h 49114"/>
                <a:gd name="connsiteX21" fmla="*/ 50609 w 55430"/>
                <a:gd name="connsiteY21" fmla="*/ 1790 h 49114"/>
                <a:gd name="connsiteX22" fmla="*/ 50702 w 55430"/>
                <a:gd name="connsiteY22" fmla="*/ 1395 h 49114"/>
                <a:gd name="connsiteX23" fmla="*/ 49867 w 55430"/>
                <a:gd name="connsiteY23" fmla="*/ 34 h 49114"/>
                <a:gd name="connsiteX24" fmla="*/ 48662 w 55430"/>
                <a:gd name="connsiteY24" fmla="*/ 561 h 49114"/>
                <a:gd name="connsiteX25" fmla="*/ 48430 w 55430"/>
                <a:gd name="connsiteY25" fmla="*/ 824 h 49114"/>
                <a:gd name="connsiteX26" fmla="*/ 48430 w 55430"/>
                <a:gd name="connsiteY26" fmla="*/ 824 h 49114"/>
                <a:gd name="connsiteX27" fmla="*/ 48430 w 55430"/>
                <a:gd name="connsiteY27" fmla="*/ 868 h 49114"/>
                <a:gd name="connsiteX28" fmla="*/ 48059 w 55430"/>
                <a:gd name="connsiteY28" fmla="*/ 2185 h 49114"/>
                <a:gd name="connsiteX29" fmla="*/ 46111 w 55430"/>
                <a:gd name="connsiteY29" fmla="*/ 9034 h 49114"/>
                <a:gd name="connsiteX30" fmla="*/ 46853 w 55430"/>
                <a:gd name="connsiteY30" fmla="*/ 10351 h 49114"/>
                <a:gd name="connsiteX31" fmla="*/ 52279 w 55430"/>
                <a:gd name="connsiteY31" fmla="*/ 12063 h 49114"/>
                <a:gd name="connsiteX32" fmla="*/ 49589 w 55430"/>
                <a:gd name="connsiteY32" fmla="*/ 15399 h 49114"/>
                <a:gd name="connsiteX33" fmla="*/ 43931 w 55430"/>
                <a:gd name="connsiteY33" fmla="*/ 15399 h 49114"/>
                <a:gd name="connsiteX34" fmla="*/ 42911 w 55430"/>
                <a:gd name="connsiteY34" fmla="*/ 15970 h 49114"/>
                <a:gd name="connsiteX35" fmla="*/ 40870 w 55430"/>
                <a:gd name="connsiteY35" fmla="*/ 19306 h 49114"/>
                <a:gd name="connsiteX36" fmla="*/ 35351 w 55430"/>
                <a:gd name="connsiteY36" fmla="*/ 22467 h 49114"/>
                <a:gd name="connsiteX37" fmla="*/ 34795 w 55430"/>
                <a:gd name="connsiteY37" fmla="*/ 23389 h 49114"/>
                <a:gd name="connsiteX38" fmla="*/ 34795 w 55430"/>
                <a:gd name="connsiteY38" fmla="*/ 38139 h 49114"/>
                <a:gd name="connsiteX39" fmla="*/ 28395 w 55430"/>
                <a:gd name="connsiteY39" fmla="*/ 36779 h 49114"/>
                <a:gd name="connsiteX40" fmla="*/ 27050 w 55430"/>
                <a:gd name="connsiteY40" fmla="*/ 37481 h 49114"/>
                <a:gd name="connsiteX41" fmla="*/ 25612 w 55430"/>
                <a:gd name="connsiteY41" fmla="*/ 41169 h 49114"/>
                <a:gd name="connsiteX42" fmla="*/ 21484 w 55430"/>
                <a:gd name="connsiteY42" fmla="*/ 41169 h 49114"/>
                <a:gd name="connsiteX43" fmla="*/ 20325 w 55430"/>
                <a:gd name="connsiteY43" fmla="*/ 42266 h 49114"/>
                <a:gd name="connsiteX44" fmla="*/ 20325 w 55430"/>
                <a:gd name="connsiteY44" fmla="*/ 44022 h 49114"/>
                <a:gd name="connsiteX45" fmla="*/ 13786 w 55430"/>
                <a:gd name="connsiteY45" fmla="*/ 46876 h 49114"/>
                <a:gd name="connsiteX46" fmla="*/ 2052 w 55430"/>
                <a:gd name="connsiteY46" fmla="*/ 45295 h 49114"/>
                <a:gd name="connsiteX47" fmla="*/ 1310 w 55430"/>
                <a:gd name="connsiteY47" fmla="*/ 45207 h 49114"/>
                <a:gd name="connsiteX48" fmla="*/ 12 w 55430"/>
                <a:gd name="connsiteY48" fmla="*/ 46129 h 49114"/>
                <a:gd name="connsiteX49" fmla="*/ 986 w 55430"/>
                <a:gd name="connsiteY49" fmla="*/ 47359 h 49114"/>
                <a:gd name="connsiteX50" fmla="*/ 2794 w 55430"/>
                <a:gd name="connsiteY50" fmla="*/ 47578 h 49114"/>
                <a:gd name="connsiteX51" fmla="*/ 13832 w 55430"/>
                <a:gd name="connsiteY51" fmla="*/ 49027 h 49114"/>
                <a:gd name="connsiteX52" fmla="*/ 14018 w 55430"/>
                <a:gd name="connsiteY52" fmla="*/ 49027 h 4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5430" h="49114">
                  <a:moveTo>
                    <a:pt x="14064" y="49115"/>
                  </a:moveTo>
                  <a:cubicBezTo>
                    <a:pt x="14064" y="49115"/>
                    <a:pt x="14389" y="49115"/>
                    <a:pt x="14528" y="49027"/>
                  </a:cubicBezTo>
                  <a:lnTo>
                    <a:pt x="22041" y="45734"/>
                  </a:lnTo>
                  <a:cubicBezTo>
                    <a:pt x="22458" y="45559"/>
                    <a:pt x="22737" y="45164"/>
                    <a:pt x="22737" y="44725"/>
                  </a:cubicBezTo>
                  <a:lnTo>
                    <a:pt x="22737" y="43364"/>
                  </a:lnTo>
                  <a:lnTo>
                    <a:pt x="26493" y="43364"/>
                  </a:lnTo>
                  <a:cubicBezTo>
                    <a:pt x="26957" y="43364"/>
                    <a:pt x="27421" y="43100"/>
                    <a:pt x="27560" y="42661"/>
                  </a:cubicBezTo>
                  <a:lnTo>
                    <a:pt x="28951" y="39149"/>
                  </a:lnTo>
                  <a:lnTo>
                    <a:pt x="35769" y="40598"/>
                  </a:lnTo>
                  <a:cubicBezTo>
                    <a:pt x="36140" y="40686"/>
                    <a:pt x="36464" y="40598"/>
                    <a:pt x="36743" y="40378"/>
                  </a:cubicBezTo>
                  <a:cubicBezTo>
                    <a:pt x="37021" y="40159"/>
                    <a:pt x="37160" y="39852"/>
                    <a:pt x="37160" y="39544"/>
                  </a:cubicBezTo>
                  <a:lnTo>
                    <a:pt x="37160" y="24048"/>
                  </a:lnTo>
                  <a:lnTo>
                    <a:pt x="42400" y="21062"/>
                  </a:lnTo>
                  <a:cubicBezTo>
                    <a:pt x="42400" y="21062"/>
                    <a:pt x="42725" y="20843"/>
                    <a:pt x="42818" y="20667"/>
                  </a:cubicBezTo>
                  <a:lnTo>
                    <a:pt x="44673" y="17638"/>
                  </a:lnTo>
                  <a:lnTo>
                    <a:pt x="50238" y="17638"/>
                  </a:lnTo>
                  <a:cubicBezTo>
                    <a:pt x="50609" y="17638"/>
                    <a:pt x="50934" y="17463"/>
                    <a:pt x="51166" y="17199"/>
                  </a:cubicBezTo>
                  <a:lnTo>
                    <a:pt x="55201" y="12238"/>
                  </a:lnTo>
                  <a:cubicBezTo>
                    <a:pt x="55432" y="11975"/>
                    <a:pt x="55479" y="11580"/>
                    <a:pt x="55386" y="11229"/>
                  </a:cubicBezTo>
                  <a:cubicBezTo>
                    <a:pt x="55293" y="10878"/>
                    <a:pt x="55015" y="10614"/>
                    <a:pt x="54644" y="10526"/>
                  </a:cubicBezTo>
                  <a:lnTo>
                    <a:pt x="48708" y="8639"/>
                  </a:lnTo>
                  <a:lnTo>
                    <a:pt x="50609" y="1790"/>
                  </a:lnTo>
                  <a:lnTo>
                    <a:pt x="50702" y="1395"/>
                  </a:lnTo>
                  <a:cubicBezTo>
                    <a:pt x="50888" y="824"/>
                    <a:pt x="50516" y="210"/>
                    <a:pt x="49867" y="34"/>
                  </a:cubicBezTo>
                  <a:cubicBezTo>
                    <a:pt x="49403" y="-97"/>
                    <a:pt x="48940" y="166"/>
                    <a:pt x="48662" y="561"/>
                  </a:cubicBezTo>
                  <a:cubicBezTo>
                    <a:pt x="48615" y="649"/>
                    <a:pt x="48476" y="693"/>
                    <a:pt x="48430" y="824"/>
                  </a:cubicBezTo>
                  <a:lnTo>
                    <a:pt x="48430" y="824"/>
                  </a:lnTo>
                  <a:cubicBezTo>
                    <a:pt x="48430" y="824"/>
                    <a:pt x="48430" y="868"/>
                    <a:pt x="48430" y="868"/>
                  </a:cubicBezTo>
                  <a:lnTo>
                    <a:pt x="48059" y="2185"/>
                  </a:lnTo>
                  <a:lnTo>
                    <a:pt x="46111" y="9034"/>
                  </a:lnTo>
                  <a:cubicBezTo>
                    <a:pt x="45972" y="9604"/>
                    <a:pt x="46296" y="10175"/>
                    <a:pt x="46853" y="10351"/>
                  </a:cubicBezTo>
                  <a:lnTo>
                    <a:pt x="52279" y="12063"/>
                  </a:lnTo>
                  <a:lnTo>
                    <a:pt x="49589" y="15399"/>
                  </a:lnTo>
                  <a:lnTo>
                    <a:pt x="43931" y="15399"/>
                  </a:lnTo>
                  <a:cubicBezTo>
                    <a:pt x="43513" y="15399"/>
                    <a:pt x="43143" y="15619"/>
                    <a:pt x="42911" y="15970"/>
                  </a:cubicBezTo>
                  <a:lnTo>
                    <a:pt x="40870" y="19306"/>
                  </a:lnTo>
                  <a:lnTo>
                    <a:pt x="35351" y="22467"/>
                  </a:lnTo>
                  <a:cubicBezTo>
                    <a:pt x="34980" y="22643"/>
                    <a:pt x="34795" y="23038"/>
                    <a:pt x="34795" y="23389"/>
                  </a:cubicBezTo>
                  <a:lnTo>
                    <a:pt x="34795" y="38139"/>
                  </a:lnTo>
                  <a:lnTo>
                    <a:pt x="28395" y="36779"/>
                  </a:lnTo>
                  <a:cubicBezTo>
                    <a:pt x="27792" y="36647"/>
                    <a:pt x="27235" y="36954"/>
                    <a:pt x="27050" y="37481"/>
                  </a:cubicBezTo>
                  <a:lnTo>
                    <a:pt x="25612" y="41169"/>
                  </a:lnTo>
                  <a:lnTo>
                    <a:pt x="21484" y="41169"/>
                  </a:lnTo>
                  <a:cubicBezTo>
                    <a:pt x="20835" y="41169"/>
                    <a:pt x="20325" y="41651"/>
                    <a:pt x="20325" y="42266"/>
                  </a:cubicBezTo>
                  <a:lnTo>
                    <a:pt x="20325" y="44022"/>
                  </a:lnTo>
                  <a:lnTo>
                    <a:pt x="13786" y="46876"/>
                  </a:lnTo>
                  <a:lnTo>
                    <a:pt x="2052" y="45295"/>
                  </a:lnTo>
                  <a:lnTo>
                    <a:pt x="1310" y="45207"/>
                  </a:lnTo>
                  <a:cubicBezTo>
                    <a:pt x="661" y="45120"/>
                    <a:pt x="104" y="45559"/>
                    <a:pt x="12" y="46129"/>
                  </a:cubicBezTo>
                  <a:cubicBezTo>
                    <a:pt x="-81" y="46744"/>
                    <a:pt x="383" y="47271"/>
                    <a:pt x="986" y="47359"/>
                  </a:cubicBezTo>
                  <a:lnTo>
                    <a:pt x="2794" y="47578"/>
                  </a:lnTo>
                  <a:lnTo>
                    <a:pt x="13832" y="49027"/>
                  </a:lnTo>
                  <a:cubicBezTo>
                    <a:pt x="13832" y="49027"/>
                    <a:pt x="13925" y="49027"/>
                    <a:pt x="14018" y="490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9" name="Freeform: Shape 2368">
              <a:extLst>
                <a:ext uri="{FF2B5EF4-FFF2-40B4-BE49-F238E27FC236}">
                  <a16:creationId xmlns:a16="http://schemas.microsoft.com/office/drawing/2014/main" id="{FE25966B-C760-4B7C-F0CD-03E41E048D9C}"/>
                </a:ext>
              </a:extLst>
            </p:cNvPr>
            <p:cNvSpPr>
              <a:spLocks/>
            </p:cNvSpPr>
            <p:nvPr/>
          </p:nvSpPr>
          <p:spPr>
            <a:xfrm>
              <a:off x="6352214" y="2551211"/>
              <a:ext cx="113654" cy="152743"/>
            </a:xfrm>
            <a:custGeom>
              <a:avLst/>
              <a:gdLst>
                <a:gd name="connsiteX0" fmla="*/ 1418 w 76143"/>
                <a:gd name="connsiteY0" fmla="*/ 88 h 102331"/>
                <a:gd name="connsiteX1" fmla="*/ 1372 w 76143"/>
                <a:gd name="connsiteY1" fmla="*/ 88 h 102331"/>
                <a:gd name="connsiteX2" fmla="*/ 955 w 76143"/>
                <a:gd name="connsiteY2" fmla="*/ 132 h 102331"/>
                <a:gd name="connsiteX3" fmla="*/ 491 w 76143"/>
                <a:gd name="connsiteY3" fmla="*/ 220 h 102331"/>
                <a:gd name="connsiteX4" fmla="*/ 491 w 76143"/>
                <a:gd name="connsiteY4" fmla="*/ 220 h 102331"/>
                <a:gd name="connsiteX5" fmla="*/ 27 w 76143"/>
                <a:gd name="connsiteY5" fmla="*/ 922 h 102331"/>
                <a:gd name="connsiteX6" fmla="*/ 908 w 76143"/>
                <a:gd name="connsiteY6" fmla="*/ 2239 h 102331"/>
                <a:gd name="connsiteX7" fmla="*/ 1325 w 76143"/>
                <a:gd name="connsiteY7" fmla="*/ 2327 h 102331"/>
                <a:gd name="connsiteX8" fmla="*/ 7169 w 76143"/>
                <a:gd name="connsiteY8" fmla="*/ 3468 h 102331"/>
                <a:gd name="connsiteX9" fmla="*/ 7818 w 76143"/>
                <a:gd name="connsiteY9" fmla="*/ 6673 h 102331"/>
                <a:gd name="connsiteX10" fmla="*/ 8514 w 76143"/>
                <a:gd name="connsiteY10" fmla="*/ 7507 h 102331"/>
                <a:gd name="connsiteX11" fmla="*/ 9627 w 76143"/>
                <a:gd name="connsiteY11" fmla="*/ 7375 h 102331"/>
                <a:gd name="connsiteX12" fmla="*/ 14682 w 76143"/>
                <a:gd name="connsiteY12" fmla="*/ 3951 h 102331"/>
                <a:gd name="connsiteX13" fmla="*/ 18902 w 76143"/>
                <a:gd name="connsiteY13" fmla="*/ 7595 h 102331"/>
                <a:gd name="connsiteX14" fmla="*/ 17882 w 76143"/>
                <a:gd name="connsiteY14" fmla="*/ 12468 h 102331"/>
                <a:gd name="connsiteX15" fmla="*/ 18300 w 76143"/>
                <a:gd name="connsiteY15" fmla="*/ 13521 h 102331"/>
                <a:gd name="connsiteX16" fmla="*/ 19459 w 76143"/>
                <a:gd name="connsiteY16" fmla="*/ 13697 h 102331"/>
                <a:gd name="connsiteX17" fmla="*/ 28595 w 76143"/>
                <a:gd name="connsiteY17" fmla="*/ 10097 h 102331"/>
                <a:gd name="connsiteX18" fmla="*/ 34671 w 76143"/>
                <a:gd name="connsiteY18" fmla="*/ 8517 h 102331"/>
                <a:gd name="connsiteX19" fmla="*/ 38845 w 76143"/>
                <a:gd name="connsiteY19" fmla="*/ 15453 h 102331"/>
                <a:gd name="connsiteX20" fmla="*/ 40421 w 76143"/>
                <a:gd name="connsiteY20" fmla="*/ 15892 h 102331"/>
                <a:gd name="connsiteX21" fmla="*/ 42369 w 76143"/>
                <a:gd name="connsiteY21" fmla="*/ 14882 h 102331"/>
                <a:gd name="connsiteX22" fmla="*/ 39911 w 76143"/>
                <a:gd name="connsiteY22" fmla="*/ 24277 h 102331"/>
                <a:gd name="connsiteX23" fmla="*/ 40236 w 76143"/>
                <a:gd name="connsiteY23" fmla="*/ 25330 h 102331"/>
                <a:gd name="connsiteX24" fmla="*/ 43436 w 76143"/>
                <a:gd name="connsiteY24" fmla="*/ 28316 h 102331"/>
                <a:gd name="connsiteX25" fmla="*/ 38891 w 76143"/>
                <a:gd name="connsiteY25" fmla="*/ 35647 h 102331"/>
                <a:gd name="connsiteX26" fmla="*/ 38798 w 76143"/>
                <a:gd name="connsiteY26" fmla="*/ 36525 h 102331"/>
                <a:gd name="connsiteX27" fmla="*/ 39401 w 76143"/>
                <a:gd name="connsiteY27" fmla="*/ 37183 h 102331"/>
                <a:gd name="connsiteX28" fmla="*/ 46821 w 76143"/>
                <a:gd name="connsiteY28" fmla="*/ 40520 h 102331"/>
                <a:gd name="connsiteX29" fmla="*/ 44085 w 76143"/>
                <a:gd name="connsiteY29" fmla="*/ 43242 h 102331"/>
                <a:gd name="connsiteX30" fmla="*/ 43761 w 76143"/>
                <a:gd name="connsiteY30" fmla="*/ 44164 h 102331"/>
                <a:gd name="connsiteX31" fmla="*/ 44364 w 76143"/>
                <a:gd name="connsiteY31" fmla="*/ 44954 h 102331"/>
                <a:gd name="connsiteX32" fmla="*/ 49187 w 76143"/>
                <a:gd name="connsiteY32" fmla="*/ 47500 h 102331"/>
                <a:gd name="connsiteX33" fmla="*/ 49187 w 76143"/>
                <a:gd name="connsiteY33" fmla="*/ 51144 h 102331"/>
                <a:gd name="connsiteX34" fmla="*/ 49975 w 76143"/>
                <a:gd name="connsiteY34" fmla="*/ 52197 h 102331"/>
                <a:gd name="connsiteX35" fmla="*/ 57210 w 76143"/>
                <a:gd name="connsiteY35" fmla="*/ 54656 h 102331"/>
                <a:gd name="connsiteX36" fmla="*/ 56190 w 76143"/>
                <a:gd name="connsiteY36" fmla="*/ 61285 h 102331"/>
                <a:gd name="connsiteX37" fmla="*/ 57071 w 76143"/>
                <a:gd name="connsiteY37" fmla="*/ 62514 h 102331"/>
                <a:gd name="connsiteX38" fmla="*/ 66996 w 76143"/>
                <a:gd name="connsiteY38" fmla="*/ 64533 h 102331"/>
                <a:gd name="connsiteX39" fmla="*/ 66996 w 76143"/>
                <a:gd name="connsiteY39" fmla="*/ 66553 h 102331"/>
                <a:gd name="connsiteX40" fmla="*/ 67320 w 76143"/>
                <a:gd name="connsiteY40" fmla="*/ 67299 h 102331"/>
                <a:gd name="connsiteX41" fmla="*/ 73257 w 76143"/>
                <a:gd name="connsiteY41" fmla="*/ 73225 h 102331"/>
                <a:gd name="connsiteX42" fmla="*/ 69825 w 76143"/>
                <a:gd name="connsiteY42" fmla="*/ 74981 h 102331"/>
                <a:gd name="connsiteX43" fmla="*/ 66253 w 76143"/>
                <a:gd name="connsiteY43" fmla="*/ 74981 h 102331"/>
                <a:gd name="connsiteX44" fmla="*/ 65140 w 76143"/>
                <a:gd name="connsiteY44" fmla="*/ 75728 h 102331"/>
                <a:gd name="connsiteX45" fmla="*/ 63888 w 76143"/>
                <a:gd name="connsiteY45" fmla="*/ 79284 h 102331"/>
                <a:gd name="connsiteX46" fmla="*/ 60874 w 76143"/>
                <a:gd name="connsiteY46" fmla="*/ 79020 h 102331"/>
                <a:gd name="connsiteX47" fmla="*/ 55355 w 76143"/>
                <a:gd name="connsiteY47" fmla="*/ 75157 h 102331"/>
                <a:gd name="connsiteX48" fmla="*/ 53964 w 76143"/>
                <a:gd name="connsiteY48" fmla="*/ 75157 h 102331"/>
                <a:gd name="connsiteX49" fmla="*/ 47795 w 76143"/>
                <a:gd name="connsiteY49" fmla="*/ 79898 h 102331"/>
                <a:gd name="connsiteX50" fmla="*/ 47378 w 76143"/>
                <a:gd name="connsiteY50" fmla="*/ 80645 h 102331"/>
                <a:gd name="connsiteX51" fmla="*/ 47656 w 76143"/>
                <a:gd name="connsiteY51" fmla="*/ 81479 h 102331"/>
                <a:gd name="connsiteX52" fmla="*/ 52851 w 76143"/>
                <a:gd name="connsiteY52" fmla="*/ 87054 h 102331"/>
                <a:gd name="connsiteX53" fmla="*/ 50624 w 76143"/>
                <a:gd name="connsiteY53" fmla="*/ 88195 h 102331"/>
                <a:gd name="connsiteX54" fmla="*/ 50021 w 76143"/>
                <a:gd name="connsiteY54" fmla="*/ 89029 h 102331"/>
                <a:gd name="connsiteX55" fmla="*/ 50393 w 76143"/>
                <a:gd name="connsiteY55" fmla="*/ 89951 h 102331"/>
                <a:gd name="connsiteX56" fmla="*/ 53500 w 76143"/>
                <a:gd name="connsiteY56" fmla="*/ 92541 h 102331"/>
                <a:gd name="connsiteX57" fmla="*/ 53500 w 76143"/>
                <a:gd name="connsiteY57" fmla="*/ 102331 h 102331"/>
                <a:gd name="connsiteX58" fmla="*/ 54103 w 76143"/>
                <a:gd name="connsiteY58" fmla="*/ 102024 h 102331"/>
                <a:gd name="connsiteX59" fmla="*/ 54103 w 76143"/>
                <a:gd name="connsiteY59" fmla="*/ 102024 h 102331"/>
                <a:gd name="connsiteX60" fmla="*/ 54103 w 76143"/>
                <a:gd name="connsiteY60" fmla="*/ 102024 h 102331"/>
                <a:gd name="connsiteX61" fmla="*/ 54520 w 76143"/>
                <a:gd name="connsiteY61" fmla="*/ 102024 h 102331"/>
                <a:gd name="connsiteX62" fmla="*/ 54937 w 76143"/>
                <a:gd name="connsiteY62" fmla="*/ 102024 h 102331"/>
                <a:gd name="connsiteX63" fmla="*/ 55726 w 76143"/>
                <a:gd name="connsiteY63" fmla="*/ 102287 h 102331"/>
                <a:gd name="connsiteX64" fmla="*/ 55726 w 76143"/>
                <a:gd name="connsiteY64" fmla="*/ 92146 h 102331"/>
                <a:gd name="connsiteX65" fmla="*/ 55355 w 76143"/>
                <a:gd name="connsiteY65" fmla="*/ 91312 h 102331"/>
                <a:gd name="connsiteX66" fmla="*/ 53083 w 76143"/>
                <a:gd name="connsiteY66" fmla="*/ 89381 h 102331"/>
                <a:gd name="connsiteX67" fmla="*/ 55123 w 76143"/>
                <a:gd name="connsiteY67" fmla="*/ 88283 h 102331"/>
                <a:gd name="connsiteX68" fmla="*/ 55680 w 76143"/>
                <a:gd name="connsiteY68" fmla="*/ 87493 h 102331"/>
                <a:gd name="connsiteX69" fmla="*/ 55401 w 76143"/>
                <a:gd name="connsiteY69" fmla="*/ 86571 h 102331"/>
                <a:gd name="connsiteX70" fmla="*/ 50021 w 76143"/>
                <a:gd name="connsiteY70" fmla="*/ 80864 h 102331"/>
                <a:gd name="connsiteX71" fmla="*/ 54567 w 76143"/>
                <a:gd name="connsiteY71" fmla="*/ 77352 h 102331"/>
                <a:gd name="connsiteX72" fmla="*/ 59622 w 76143"/>
                <a:gd name="connsiteY72" fmla="*/ 80864 h 102331"/>
                <a:gd name="connsiteX73" fmla="*/ 60178 w 76143"/>
                <a:gd name="connsiteY73" fmla="*/ 81083 h 102331"/>
                <a:gd name="connsiteX74" fmla="*/ 64445 w 76143"/>
                <a:gd name="connsiteY74" fmla="*/ 81435 h 102331"/>
                <a:gd name="connsiteX75" fmla="*/ 65651 w 76143"/>
                <a:gd name="connsiteY75" fmla="*/ 80688 h 102331"/>
                <a:gd name="connsiteX76" fmla="*/ 66949 w 76143"/>
                <a:gd name="connsiteY76" fmla="*/ 77045 h 102331"/>
                <a:gd name="connsiteX77" fmla="*/ 69964 w 76143"/>
                <a:gd name="connsiteY77" fmla="*/ 77045 h 102331"/>
                <a:gd name="connsiteX78" fmla="*/ 70520 w 76143"/>
                <a:gd name="connsiteY78" fmla="*/ 76913 h 102331"/>
                <a:gd name="connsiteX79" fmla="*/ 75529 w 76143"/>
                <a:gd name="connsiteY79" fmla="*/ 74367 h 102331"/>
                <a:gd name="connsiteX80" fmla="*/ 76132 w 76143"/>
                <a:gd name="connsiteY80" fmla="*/ 73577 h 102331"/>
                <a:gd name="connsiteX81" fmla="*/ 75807 w 76143"/>
                <a:gd name="connsiteY81" fmla="*/ 72655 h 102331"/>
                <a:gd name="connsiteX82" fmla="*/ 69175 w 76143"/>
                <a:gd name="connsiteY82" fmla="*/ 66026 h 102331"/>
                <a:gd name="connsiteX83" fmla="*/ 69175 w 76143"/>
                <a:gd name="connsiteY83" fmla="*/ 63523 h 102331"/>
                <a:gd name="connsiteX84" fmla="*/ 68248 w 76143"/>
                <a:gd name="connsiteY84" fmla="*/ 62470 h 102331"/>
                <a:gd name="connsiteX85" fmla="*/ 58509 w 76143"/>
                <a:gd name="connsiteY85" fmla="*/ 60494 h 102331"/>
                <a:gd name="connsiteX86" fmla="*/ 59529 w 76143"/>
                <a:gd name="connsiteY86" fmla="*/ 53997 h 102331"/>
                <a:gd name="connsiteX87" fmla="*/ 58787 w 76143"/>
                <a:gd name="connsiteY87" fmla="*/ 52812 h 102331"/>
                <a:gd name="connsiteX88" fmla="*/ 51459 w 76143"/>
                <a:gd name="connsiteY88" fmla="*/ 50310 h 102331"/>
                <a:gd name="connsiteX89" fmla="*/ 51459 w 76143"/>
                <a:gd name="connsiteY89" fmla="*/ 46797 h 102331"/>
                <a:gd name="connsiteX90" fmla="*/ 50856 w 76143"/>
                <a:gd name="connsiteY90" fmla="*/ 45832 h 102331"/>
                <a:gd name="connsiteX91" fmla="*/ 46775 w 76143"/>
                <a:gd name="connsiteY91" fmla="*/ 43681 h 102331"/>
                <a:gd name="connsiteX92" fmla="*/ 49604 w 76143"/>
                <a:gd name="connsiteY92" fmla="*/ 40871 h 102331"/>
                <a:gd name="connsiteX93" fmla="*/ 49929 w 76143"/>
                <a:gd name="connsiteY93" fmla="*/ 39905 h 102331"/>
                <a:gd name="connsiteX94" fmla="*/ 49280 w 76143"/>
                <a:gd name="connsiteY94" fmla="*/ 39115 h 102331"/>
                <a:gd name="connsiteX95" fmla="*/ 41535 w 76143"/>
                <a:gd name="connsiteY95" fmla="*/ 35647 h 102331"/>
                <a:gd name="connsiteX96" fmla="*/ 45894 w 76143"/>
                <a:gd name="connsiteY96" fmla="*/ 28623 h 102331"/>
                <a:gd name="connsiteX97" fmla="*/ 45708 w 76143"/>
                <a:gd name="connsiteY97" fmla="*/ 27262 h 102331"/>
                <a:gd name="connsiteX98" fmla="*/ 42323 w 76143"/>
                <a:gd name="connsiteY98" fmla="*/ 24101 h 102331"/>
                <a:gd name="connsiteX99" fmla="*/ 45245 w 76143"/>
                <a:gd name="connsiteY99" fmla="*/ 12863 h 102331"/>
                <a:gd name="connsiteX100" fmla="*/ 44827 w 76143"/>
                <a:gd name="connsiteY100" fmla="*/ 11721 h 102331"/>
                <a:gd name="connsiteX101" fmla="*/ 43575 w 76143"/>
                <a:gd name="connsiteY101" fmla="*/ 11634 h 102331"/>
                <a:gd name="connsiteX102" fmla="*/ 40329 w 76143"/>
                <a:gd name="connsiteY102" fmla="*/ 13302 h 102331"/>
                <a:gd name="connsiteX103" fmla="*/ 36248 w 76143"/>
                <a:gd name="connsiteY103" fmla="*/ 6541 h 102331"/>
                <a:gd name="connsiteX104" fmla="*/ 34949 w 76143"/>
                <a:gd name="connsiteY104" fmla="*/ 6014 h 102331"/>
                <a:gd name="connsiteX105" fmla="*/ 27853 w 76143"/>
                <a:gd name="connsiteY105" fmla="*/ 7902 h 102331"/>
                <a:gd name="connsiteX106" fmla="*/ 20572 w 76143"/>
                <a:gd name="connsiteY106" fmla="*/ 10756 h 102331"/>
                <a:gd name="connsiteX107" fmla="*/ 21314 w 76143"/>
                <a:gd name="connsiteY107" fmla="*/ 7287 h 102331"/>
                <a:gd name="connsiteX108" fmla="*/ 20943 w 76143"/>
                <a:gd name="connsiteY108" fmla="*/ 6278 h 102331"/>
                <a:gd name="connsiteX109" fmla="*/ 15517 w 76143"/>
                <a:gd name="connsiteY109" fmla="*/ 1624 h 102331"/>
                <a:gd name="connsiteX110" fmla="*/ 14079 w 76143"/>
                <a:gd name="connsiteY110" fmla="*/ 1537 h 102331"/>
                <a:gd name="connsiteX111" fmla="*/ 9766 w 76143"/>
                <a:gd name="connsiteY111" fmla="*/ 4478 h 102331"/>
                <a:gd name="connsiteX112" fmla="*/ 9349 w 76143"/>
                <a:gd name="connsiteY112" fmla="*/ 2239 h 102331"/>
                <a:gd name="connsiteX113" fmla="*/ 8421 w 76143"/>
                <a:gd name="connsiteY113" fmla="*/ 1361 h 102331"/>
                <a:gd name="connsiteX114" fmla="*/ 2253 w 76143"/>
                <a:gd name="connsiteY114" fmla="*/ 176 h 102331"/>
                <a:gd name="connsiteX115" fmla="*/ 1465 w 76143"/>
                <a:gd name="connsiteY115" fmla="*/ 0 h 102331"/>
                <a:gd name="connsiteX116" fmla="*/ 1465 w 76143"/>
                <a:gd name="connsiteY116" fmla="*/ 0 h 102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76143" h="102331">
                  <a:moveTo>
                    <a:pt x="1418" y="88"/>
                  </a:moveTo>
                  <a:lnTo>
                    <a:pt x="1372" y="88"/>
                  </a:lnTo>
                  <a:cubicBezTo>
                    <a:pt x="1372" y="88"/>
                    <a:pt x="1093" y="88"/>
                    <a:pt x="955" y="132"/>
                  </a:cubicBezTo>
                  <a:cubicBezTo>
                    <a:pt x="815" y="132"/>
                    <a:pt x="630" y="132"/>
                    <a:pt x="491" y="220"/>
                  </a:cubicBezTo>
                  <a:cubicBezTo>
                    <a:pt x="491" y="220"/>
                    <a:pt x="491" y="220"/>
                    <a:pt x="491" y="220"/>
                  </a:cubicBezTo>
                  <a:cubicBezTo>
                    <a:pt x="259" y="395"/>
                    <a:pt x="73" y="615"/>
                    <a:pt x="27" y="922"/>
                  </a:cubicBezTo>
                  <a:cubicBezTo>
                    <a:pt x="-112" y="1537"/>
                    <a:pt x="305" y="2107"/>
                    <a:pt x="908" y="2239"/>
                  </a:cubicBezTo>
                  <a:lnTo>
                    <a:pt x="1325" y="2327"/>
                  </a:lnTo>
                  <a:lnTo>
                    <a:pt x="7169" y="3468"/>
                  </a:lnTo>
                  <a:lnTo>
                    <a:pt x="7818" y="6673"/>
                  </a:lnTo>
                  <a:cubicBezTo>
                    <a:pt x="7911" y="7024"/>
                    <a:pt x="8143" y="7331"/>
                    <a:pt x="8514" y="7507"/>
                  </a:cubicBezTo>
                  <a:cubicBezTo>
                    <a:pt x="8885" y="7639"/>
                    <a:pt x="9302" y="7595"/>
                    <a:pt x="9627" y="7375"/>
                  </a:cubicBezTo>
                  <a:lnTo>
                    <a:pt x="14682" y="3951"/>
                  </a:lnTo>
                  <a:lnTo>
                    <a:pt x="18902" y="7595"/>
                  </a:lnTo>
                  <a:lnTo>
                    <a:pt x="17882" y="12468"/>
                  </a:lnTo>
                  <a:cubicBezTo>
                    <a:pt x="17789" y="12863"/>
                    <a:pt x="17975" y="13258"/>
                    <a:pt x="18300" y="13521"/>
                  </a:cubicBezTo>
                  <a:cubicBezTo>
                    <a:pt x="18624" y="13785"/>
                    <a:pt x="19088" y="13829"/>
                    <a:pt x="19459" y="13697"/>
                  </a:cubicBezTo>
                  <a:lnTo>
                    <a:pt x="28595" y="10097"/>
                  </a:lnTo>
                  <a:lnTo>
                    <a:pt x="34671" y="8517"/>
                  </a:lnTo>
                  <a:lnTo>
                    <a:pt x="38845" y="15453"/>
                  </a:lnTo>
                  <a:cubicBezTo>
                    <a:pt x="39169" y="15980"/>
                    <a:pt x="39865" y="16155"/>
                    <a:pt x="40421" y="15892"/>
                  </a:cubicBezTo>
                  <a:lnTo>
                    <a:pt x="42369" y="14882"/>
                  </a:lnTo>
                  <a:lnTo>
                    <a:pt x="39911" y="24277"/>
                  </a:lnTo>
                  <a:cubicBezTo>
                    <a:pt x="39819" y="24672"/>
                    <a:pt x="39911" y="25067"/>
                    <a:pt x="40236" y="25330"/>
                  </a:cubicBezTo>
                  <a:lnTo>
                    <a:pt x="43436" y="28316"/>
                  </a:lnTo>
                  <a:lnTo>
                    <a:pt x="38891" y="35647"/>
                  </a:lnTo>
                  <a:cubicBezTo>
                    <a:pt x="38705" y="35910"/>
                    <a:pt x="38705" y="36218"/>
                    <a:pt x="38798" y="36525"/>
                  </a:cubicBezTo>
                  <a:cubicBezTo>
                    <a:pt x="38891" y="36832"/>
                    <a:pt x="39123" y="37052"/>
                    <a:pt x="39401" y="37183"/>
                  </a:cubicBezTo>
                  <a:lnTo>
                    <a:pt x="46821" y="40520"/>
                  </a:lnTo>
                  <a:lnTo>
                    <a:pt x="44085" y="43242"/>
                  </a:lnTo>
                  <a:cubicBezTo>
                    <a:pt x="43853" y="43505"/>
                    <a:pt x="43714" y="43812"/>
                    <a:pt x="43761" y="44164"/>
                  </a:cubicBezTo>
                  <a:cubicBezTo>
                    <a:pt x="43807" y="44515"/>
                    <a:pt x="44039" y="44778"/>
                    <a:pt x="44364" y="44954"/>
                  </a:cubicBezTo>
                  <a:lnTo>
                    <a:pt x="49187" y="47500"/>
                  </a:lnTo>
                  <a:lnTo>
                    <a:pt x="49187" y="51144"/>
                  </a:lnTo>
                  <a:cubicBezTo>
                    <a:pt x="49187" y="51627"/>
                    <a:pt x="49511" y="52022"/>
                    <a:pt x="49975" y="52197"/>
                  </a:cubicBezTo>
                  <a:lnTo>
                    <a:pt x="57210" y="54656"/>
                  </a:lnTo>
                  <a:lnTo>
                    <a:pt x="56190" y="61285"/>
                  </a:lnTo>
                  <a:cubicBezTo>
                    <a:pt x="56097" y="61855"/>
                    <a:pt x="56514" y="62382"/>
                    <a:pt x="57071" y="62514"/>
                  </a:cubicBezTo>
                  <a:lnTo>
                    <a:pt x="66996" y="64533"/>
                  </a:lnTo>
                  <a:lnTo>
                    <a:pt x="66996" y="66553"/>
                  </a:lnTo>
                  <a:cubicBezTo>
                    <a:pt x="66996" y="66816"/>
                    <a:pt x="67088" y="67123"/>
                    <a:pt x="67320" y="67299"/>
                  </a:cubicBezTo>
                  <a:lnTo>
                    <a:pt x="73257" y="73225"/>
                  </a:lnTo>
                  <a:lnTo>
                    <a:pt x="69825" y="74981"/>
                  </a:lnTo>
                  <a:lnTo>
                    <a:pt x="66253" y="74981"/>
                  </a:lnTo>
                  <a:cubicBezTo>
                    <a:pt x="65743" y="74981"/>
                    <a:pt x="65326" y="75289"/>
                    <a:pt x="65140" y="75728"/>
                  </a:cubicBezTo>
                  <a:lnTo>
                    <a:pt x="63888" y="79284"/>
                  </a:lnTo>
                  <a:lnTo>
                    <a:pt x="60874" y="79020"/>
                  </a:lnTo>
                  <a:lnTo>
                    <a:pt x="55355" y="75157"/>
                  </a:lnTo>
                  <a:cubicBezTo>
                    <a:pt x="54937" y="74850"/>
                    <a:pt x="54334" y="74894"/>
                    <a:pt x="53964" y="75157"/>
                  </a:cubicBezTo>
                  <a:lnTo>
                    <a:pt x="47795" y="79898"/>
                  </a:lnTo>
                  <a:cubicBezTo>
                    <a:pt x="47564" y="80074"/>
                    <a:pt x="47378" y="80381"/>
                    <a:pt x="47378" y="80645"/>
                  </a:cubicBezTo>
                  <a:cubicBezTo>
                    <a:pt x="47378" y="80952"/>
                    <a:pt x="47471" y="81259"/>
                    <a:pt x="47656" y="81479"/>
                  </a:cubicBezTo>
                  <a:lnTo>
                    <a:pt x="52851" y="87054"/>
                  </a:lnTo>
                  <a:lnTo>
                    <a:pt x="50624" y="88195"/>
                  </a:lnTo>
                  <a:cubicBezTo>
                    <a:pt x="50300" y="88371"/>
                    <a:pt x="50068" y="88678"/>
                    <a:pt x="50021" y="89029"/>
                  </a:cubicBezTo>
                  <a:cubicBezTo>
                    <a:pt x="50021" y="89381"/>
                    <a:pt x="50114" y="89732"/>
                    <a:pt x="50393" y="89951"/>
                  </a:cubicBezTo>
                  <a:lnTo>
                    <a:pt x="53500" y="92541"/>
                  </a:lnTo>
                  <a:lnTo>
                    <a:pt x="53500" y="102331"/>
                  </a:lnTo>
                  <a:lnTo>
                    <a:pt x="54103" y="102024"/>
                  </a:lnTo>
                  <a:cubicBezTo>
                    <a:pt x="54103" y="102024"/>
                    <a:pt x="54103" y="102024"/>
                    <a:pt x="54103" y="102024"/>
                  </a:cubicBezTo>
                  <a:lnTo>
                    <a:pt x="54103" y="102024"/>
                  </a:lnTo>
                  <a:cubicBezTo>
                    <a:pt x="54103" y="102024"/>
                    <a:pt x="54381" y="102024"/>
                    <a:pt x="54520" y="102024"/>
                  </a:cubicBezTo>
                  <a:cubicBezTo>
                    <a:pt x="54659" y="102024"/>
                    <a:pt x="54798" y="101936"/>
                    <a:pt x="54937" y="102024"/>
                  </a:cubicBezTo>
                  <a:lnTo>
                    <a:pt x="55726" y="102287"/>
                  </a:lnTo>
                  <a:lnTo>
                    <a:pt x="55726" y="92146"/>
                  </a:lnTo>
                  <a:cubicBezTo>
                    <a:pt x="55726" y="91839"/>
                    <a:pt x="55587" y="91532"/>
                    <a:pt x="55355" y="91312"/>
                  </a:cubicBezTo>
                  <a:lnTo>
                    <a:pt x="53083" y="89381"/>
                  </a:lnTo>
                  <a:lnTo>
                    <a:pt x="55123" y="88283"/>
                  </a:lnTo>
                  <a:cubicBezTo>
                    <a:pt x="55448" y="88107"/>
                    <a:pt x="55633" y="87844"/>
                    <a:pt x="55680" y="87493"/>
                  </a:cubicBezTo>
                  <a:cubicBezTo>
                    <a:pt x="55726" y="87142"/>
                    <a:pt x="55680" y="86834"/>
                    <a:pt x="55401" y="86571"/>
                  </a:cubicBezTo>
                  <a:lnTo>
                    <a:pt x="50021" y="80864"/>
                  </a:lnTo>
                  <a:lnTo>
                    <a:pt x="54567" y="77352"/>
                  </a:lnTo>
                  <a:lnTo>
                    <a:pt x="59622" y="80864"/>
                  </a:lnTo>
                  <a:cubicBezTo>
                    <a:pt x="59622" y="80864"/>
                    <a:pt x="59993" y="81040"/>
                    <a:pt x="60178" y="81083"/>
                  </a:cubicBezTo>
                  <a:lnTo>
                    <a:pt x="64445" y="81435"/>
                  </a:lnTo>
                  <a:cubicBezTo>
                    <a:pt x="64955" y="81435"/>
                    <a:pt x="65465" y="81171"/>
                    <a:pt x="65651" y="80688"/>
                  </a:cubicBezTo>
                  <a:lnTo>
                    <a:pt x="66949" y="77045"/>
                  </a:lnTo>
                  <a:lnTo>
                    <a:pt x="69964" y="77045"/>
                  </a:lnTo>
                  <a:cubicBezTo>
                    <a:pt x="69964" y="77045"/>
                    <a:pt x="70335" y="77001"/>
                    <a:pt x="70520" y="76913"/>
                  </a:cubicBezTo>
                  <a:lnTo>
                    <a:pt x="75529" y="74367"/>
                  </a:lnTo>
                  <a:cubicBezTo>
                    <a:pt x="75854" y="74191"/>
                    <a:pt x="76085" y="73928"/>
                    <a:pt x="76132" y="73577"/>
                  </a:cubicBezTo>
                  <a:cubicBezTo>
                    <a:pt x="76178" y="73225"/>
                    <a:pt x="76085" y="72918"/>
                    <a:pt x="75807" y="72655"/>
                  </a:cubicBezTo>
                  <a:lnTo>
                    <a:pt x="69175" y="66026"/>
                  </a:lnTo>
                  <a:lnTo>
                    <a:pt x="69175" y="63523"/>
                  </a:lnTo>
                  <a:cubicBezTo>
                    <a:pt x="69175" y="62997"/>
                    <a:pt x="68804" y="62558"/>
                    <a:pt x="68248" y="62470"/>
                  </a:cubicBezTo>
                  <a:lnTo>
                    <a:pt x="58509" y="60494"/>
                  </a:lnTo>
                  <a:lnTo>
                    <a:pt x="59529" y="53997"/>
                  </a:lnTo>
                  <a:cubicBezTo>
                    <a:pt x="59622" y="53470"/>
                    <a:pt x="59297" y="52987"/>
                    <a:pt x="58787" y="52812"/>
                  </a:cubicBezTo>
                  <a:lnTo>
                    <a:pt x="51459" y="50310"/>
                  </a:lnTo>
                  <a:lnTo>
                    <a:pt x="51459" y="46797"/>
                  </a:lnTo>
                  <a:cubicBezTo>
                    <a:pt x="51459" y="46402"/>
                    <a:pt x="51227" y="46051"/>
                    <a:pt x="50856" y="45832"/>
                  </a:cubicBezTo>
                  <a:lnTo>
                    <a:pt x="46775" y="43681"/>
                  </a:lnTo>
                  <a:lnTo>
                    <a:pt x="49604" y="40871"/>
                  </a:lnTo>
                  <a:cubicBezTo>
                    <a:pt x="49882" y="40608"/>
                    <a:pt x="49975" y="40256"/>
                    <a:pt x="49929" y="39905"/>
                  </a:cubicBezTo>
                  <a:cubicBezTo>
                    <a:pt x="49882" y="39554"/>
                    <a:pt x="49604" y="39247"/>
                    <a:pt x="49280" y="39115"/>
                  </a:cubicBezTo>
                  <a:lnTo>
                    <a:pt x="41535" y="35647"/>
                  </a:lnTo>
                  <a:lnTo>
                    <a:pt x="45894" y="28623"/>
                  </a:lnTo>
                  <a:cubicBezTo>
                    <a:pt x="46172" y="28184"/>
                    <a:pt x="46079" y="27613"/>
                    <a:pt x="45708" y="27262"/>
                  </a:cubicBezTo>
                  <a:lnTo>
                    <a:pt x="42323" y="24101"/>
                  </a:lnTo>
                  <a:lnTo>
                    <a:pt x="45245" y="12863"/>
                  </a:lnTo>
                  <a:cubicBezTo>
                    <a:pt x="45337" y="12424"/>
                    <a:pt x="45198" y="11985"/>
                    <a:pt x="44827" y="11721"/>
                  </a:cubicBezTo>
                  <a:cubicBezTo>
                    <a:pt x="44456" y="11458"/>
                    <a:pt x="43992" y="11414"/>
                    <a:pt x="43575" y="11634"/>
                  </a:cubicBezTo>
                  <a:lnTo>
                    <a:pt x="40329" y="13302"/>
                  </a:lnTo>
                  <a:lnTo>
                    <a:pt x="36248" y="6541"/>
                  </a:lnTo>
                  <a:cubicBezTo>
                    <a:pt x="35969" y="6102"/>
                    <a:pt x="35413" y="5883"/>
                    <a:pt x="34949" y="6014"/>
                  </a:cubicBezTo>
                  <a:lnTo>
                    <a:pt x="27853" y="7902"/>
                  </a:lnTo>
                  <a:lnTo>
                    <a:pt x="20572" y="10756"/>
                  </a:lnTo>
                  <a:lnTo>
                    <a:pt x="21314" y="7287"/>
                  </a:lnTo>
                  <a:cubicBezTo>
                    <a:pt x="21407" y="6892"/>
                    <a:pt x="21268" y="6541"/>
                    <a:pt x="20943" y="6278"/>
                  </a:cubicBezTo>
                  <a:lnTo>
                    <a:pt x="15517" y="1624"/>
                  </a:lnTo>
                  <a:cubicBezTo>
                    <a:pt x="15100" y="1273"/>
                    <a:pt x="14497" y="1229"/>
                    <a:pt x="14079" y="1537"/>
                  </a:cubicBezTo>
                  <a:lnTo>
                    <a:pt x="9766" y="4478"/>
                  </a:lnTo>
                  <a:lnTo>
                    <a:pt x="9349" y="2239"/>
                  </a:lnTo>
                  <a:cubicBezTo>
                    <a:pt x="9256" y="1800"/>
                    <a:pt x="8885" y="1449"/>
                    <a:pt x="8421" y="1361"/>
                  </a:cubicBezTo>
                  <a:lnTo>
                    <a:pt x="2253" y="176"/>
                  </a:lnTo>
                  <a:lnTo>
                    <a:pt x="1465" y="0"/>
                  </a:lnTo>
                  <a:lnTo>
                    <a:pt x="1465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0" name="Freeform: Shape 2369">
              <a:extLst>
                <a:ext uri="{FF2B5EF4-FFF2-40B4-BE49-F238E27FC236}">
                  <a16:creationId xmlns:a16="http://schemas.microsoft.com/office/drawing/2014/main" id="{B51B6596-24A5-EE49-7DD3-7BBB5488227C}"/>
                </a:ext>
              </a:extLst>
            </p:cNvPr>
            <p:cNvSpPr>
              <a:spLocks/>
            </p:cNvSpPr>
            <p:nvPr/>
          </p:nvSpPr>
          <p:spPr>
            <a:xfrm>
              <a:off x="6241408" y="2703691"/>
              <a:ext cx="192529" cy="34859"/>
            </a:xfrm>
            <a:custGeom>
              <a:avLst/>
              <a:gdLst>
                <a:gd name="connsiteX0" fmla="*/ 57 w 128986"/>
                <a:gd name="connsiteY0" fmla="*/ 15233 h 23354"/>
                <a:gd name="connsiteX1" fmla="*/ 521 w 128986"/>
                <a:gd name="connsiteY1" fmla="*/ 15453 h 23354"/>
                <a:gd name="connsiteX2" fmla="*/ 846 w 128986"/>
                <a:gd name="connsiteY2" fmla="*/ 15584 h 23354"/>
                <a:gd name="connsiteX3" fmla="*/ 1309 w 128986"/>
                <a:gd name="connsiteY3" fmla="*/ 15453 h 23354"/>
                <a:gd name="connsiteX4" fmla="*/ 1634 w 128986"/>
                <a:gd name="connsiteY4" fmla="*/ 15365 h 23354"/>
                <a:gd name="connsiteX5" fmla="*/ 2191 w 128986"/>
                <a:gd name="connsiteY5" fmla="*/ 14970 h 23354"/>
                <a:gd name="connsiteX6" fmla="*/ 4231 w 128986"/>
                <a:gd name="connsiteY6" fmla="*/ 13433 h 23354"/>
                <a:gd name="connsiteX7" fmla="*/ 7570 w 128986"/>
                <a:gd name="connsiteY7" fmla="*/ 14399 h 23354"/>
                <a:gd name="connsiteX8" fmla="*/ 8545 w 128986"/>
                <a:gd name="connsiteY8" fmla="*/ 14268 h 23354"/>
                <a:gd name="connsiteX9" fmla="*/ 12579 w 128986"/>
                <a:gd name="connsiteY9" fmla="*/ 11677 h 23354"/>
                <a:gd name="connsiteX10" fmla="*/ 12997 w 128986"/>
                <a:gd name="connsiteY10" fmla="*/ 11194 h 23354"/>
                <a:gd name="connsiteX11" fmla="*/ 14434 w 128986"/>
                <a:gd name="connsiteY11" fmla="*/ 7946 h 23354"/>
                <a:gd name="connsiteX12" fmla="*/ 38179 w 128986"/>
                <a:gd name="connsiteY12" fmla="*/ 7946 h 23354"/>
                <a:gd name="connsiteX13" fmla="*/ 48893 w 128986"/>
                <a:gd name="connsiteY13" fmla="*/ 10009 h 23354"/>
                <a:gd name="connsiteX14" fmla="*/ 51722 w 128986"/>
                <a:gd name="connsiteY14" fmla="*/ 11633 h 23354"/>
                <a:gd name="connsiteX15" fmla="*/ 52324 w 128986"/>
                <a:gd name="connsiteY15" fmla="*/ 11809 h 23354"/>
                <a:gd name="connsiteX16" fmla="*/ 58493 w 128986"/>
                <a:gd name="connsiteY16" fmla="*/ 11809 h 23354"/>
                <a:gd name="connsiteX17" fmla="*/ 58493 w 128986"/>
                <a:gd name="connsiteY17" fmla="*/ 16287 h 23354"/>
                <a:gd name="connsiteX18" fmla="*/ 59003 w 128986"/>
                <a:gd name="connsiteY18" fmla="*/ 17165 h 23354"/>
                <a:gd name="connsiteX19" fmla="*/ 60070 w 128986"/>
                <a:gd name="connsiteY19" fmla="*/ 17297 h 23354"/>
                <a:gd name="connsiteX20" fmla="*/ 68232 w 128986"/>
                <a:gd name="connsiteY20" fmla="*/ 14575 h 23354"/>
                <a:gd name="connsiteX21" fmla="*/ 71293 w 128986"/>
                <a:gd name="connsiteY21" fmla="*/ 17077 h 23354"/>
                <a:gd name="connsiteX22" fmla="*/ 72220 w 128986"/>
                <a:gd name="connsiteY22" fmla="*/ 17340 h 23354"/>
                <a:gd name="connsiteX23" fmla="*/ 73009 w 128986"/>
                <a:gd name="connsiteY23" fmla="*/ 16858 h 23354"/>
                <a:gd name="connsiteX24" fmla="*/ 74354 w 128986"/>
                <a:gd name="connsiteY24" fmla="*/ 15058 h 23354"/>
                <a:gd name="connsiteX25" fmla="*/ 74354 w 128986"/>
                <a:gd name="connsiteY25" fmla="*/ 16243 h 23354"/>
                <a:gd name="connsiteX26" fmla="*/ 75513 w 128986"/>
                <a:gd name="connsiteY26" fmla="*/ 17340 h 23354"/>
                <a:gd name="connsiteX27" fmla="*/ 81357 w 128986"/>
                <a:gd name="connsiteY27" fmla="*/ 17340 h 23354"/>
                <a:gd name="connsiteX28" fmla="*/ 81357 w 128986"/>
                <a:gd name="connsiteY28" fmla="*/ 18438 h 23354"/>
                <a:gd name="connsiteX29" fmla="*/ 82006 w 128986"/>
                <a:gd name="connsiteY29" fmla="*/ 19448 h 23354"/>
                <a:gd name="connsiteX30" fmla="*/ 83212 w 128986"/>
                <a:gd name="connsiteY30" fmla="*/ 19316 h 23354"/>
                <a:gd name="connsiteX31" fmla="*/ 89055 w 128986"/>
                <a:gd name="connsiteY31" fmla="*/ 14926 h 23354"/>
                <a:gd name="connsiteX32" fmla="*/ 89055 w 128986"/>
                <a:gd name="connsiteY32" fmla="*/ 19931 h 23354"/>
                <a:gd name="connsiteX33" fmla="*/ 89658 w 128986"/>
                <a:gd name="connsiteY33" fmla="*/ 20896 h 23354"/>
                <a:gd name="connsiteX34" fmla="*/ 90864 w 128986"/>
                <a:gd name="connsiteY34" fmla="*/ 20853 h 23354"/>
                <a:gd name="connsiteX35" fmla="*/ 96383 w 128986"/>
                <a:gd name="connsiteY35" fmla="*/ 17253 h 23354"/>
                <a:gd name="connsiteX36" fmla="*/ 96383 w 128986"/>
                <a:gd name="connsiteY36" fmla="*/ 19931 h 23354"/>
                <a:gd name="connsiteX37" fmla="*/ 96893 w 128986"/>
                <a:gd name="connsiteY37" fmla="*/ 20853 h 23354"/>
                <a:gd name="connsiteX38" fmla="*/ 98006 w 128986"/>
                <a:gd name="connsiteY38" fmla="*/ 20940 h 23354"/>
                <a:gd name="connsiteX39" fmla="*/ 105473 w 128986"/>
                <a:gd name="connsiteY39" fmla="*/ 17955 h 23354"/>
                <a:gd name="connsiteX40" fmla="*/ 110018 w 128986"/>
                <a:gd name="connsiteY40" fmla="*/ 22257 h 23354"/>
                <a:gd name="connsiteX41" fmla="*/ 110853 w 128986"/>
                <a:gd name="connsiteY41" fmla="*/ 23048 h 23354"/>
                <a:gd name="connsiteX42" fmla="*/ 111688 w 128986"/>
                <a:gd name="connsiteY42" fmla="*/ 23355 h 23354"/>
                <a:gd name="connsiteX43" fmla="*/ 111966 w 128986"/>
                <a:gd name="connsiteY43" fmla="*/ 23311 h 23354"/>
                <a:gd name="connsiteX44" fmla="*/ 112198 w 128986"/>
                <a:gd name="connsiteY44" fmla="*/ 23267 h 23354"/>
                <a:gd name="connsiteX45" fmla="*/ 115490 w 128986"/>
                <a:gd name="connsiteY45" fmla="*/ 21730 h 23354"/>
                <a:gd name="connsiteX46" fmla="*/ 116047 w 128986"/>
                <a:gd name="connsiteY46" fmla="*/ 20326 h 23354"/>
                <a:gd name="connsiteX47" fmla="*/ 112801 w 128986"/>
                <a:gd name="connsiteY47" fmla="*/ 12775 h 23354"/>
                <a:gd name="connsiteX48" fmla="*/ 118366 w 128986"/>
                <a:gd name="connsiteY48" fmla="*/ 3907 h 23354"/>
                <a:gd name="connsiteX49" fmla="*/ 125044 w 128986"/>
                <a:gd name="connsiteY49" fmla="*/ 3907 h 23354"/>
                <a:gd name="connsiteX50" fmla="*/ 125554 w 128986"/>
                <a:gd name="connsiteY50" fmla="*/ 3775 h 23354"/>
                <a:gd name="connsiteX51" fmla="*/ 128986 w 128986"/>
                <a:gd name="connsiteY51" fmla="*/ 2151 h 23354"/>
                <a:gd name="connsiteX52" fmla="*/ 128522 w 128986"/>
                <a:gd name="connsiteY52" fmla="*/ 2019 h 23354"/>
                <a:gd name="connsiteX53" fmla="*/ 127780 w 128986"/>
                <a:gd name="connsiteY53" fmla="*/ 658 h 23354"/>
                <a:gd name="connsiteX54" fmla="*/ 128337 w 128986"/>
                <a:gd name="connsiteY54" fmla="*/ 0 h 23354"/>
                <a:gd name="connsiteX55" fmla="*/ 127734 w 128986"/>
                <a:gd name="connsiteY55" fmla="*/ 307 h 23354"/>
                <a:gd name="connsiteX56" fmla="*/ 124766 w 128986"/>
                <a:gd name="connsiteY56" fmla="*/ 1712 h 23354"/>
                <a:gd name="connsiteX57" fmla="*/ 117716 w 128986"/>
                <a:gd name="connsiteY57" fmla="*/ 1712 h 23354"/>
                <a:gd name="connsiteX58" fmla="*/ 116742 w 128986"/>
                <a:gd name="connsiteY58" fmla="*/ 2239 h 23354"/>
                <a:gd name="connsiteX59" fmla="*/ 110574 w 128986"/>
                <a:gd name="connsiteY59" fmla="*/ 12116 h 23354"/>
                <a:gd name="connsiteX60" fmla="*/ 110482 w 128986"/>
                <a:gd name="connsiteY60" fmla="*/ 13082 h 23354"/>
                <a:gd name="connsiteX61" fmla="*/ 113542 w 128986"/>
                <a:gd name="connsiteY61" fmla="*/ 20194 h 23354"/>
                <a:gd name="connsiteX62" fmla="*/ 111966 w 128986"/>
                <a:gd name="connsiteY62" fmla="*/ 20940 h 23354"/>
                <a:gd name="connsiteX63" fmla="*/ 106632 w 128986"/>
                <a:gd name="connsiteY63" fmla="*/ 15936 h 23354"/>
                <a:gd name="connsiteX64" fmla="*/ 105380 w 128986"/>
                <a:gd name="connsiteY64" fmla="*/ 15716 h 23354"/>
                <a:gd name="connsiteX65" fmla="*/ 98794 w 128986"/>
                <a:gd name="connsiteY65" fmla="*/ 18350 h 23354"/>
                <a:gd name="connsiteX66" fmla="*/ 98794 w 128986"/>
                <a:gd name="connsiteY66" fmla="*/ 15233 h 23354"/>
                <a:gd name="connsiteX67" fmla="*/ 98192 w 128986"/>
                <a:gd name="connsiteY67" fmla="*/ 14268 h 23354"/>
                <a:gd name="connsiteX68" fmla="*/ 96986 w 128986"/>
                <a:gd name="connsiteY68" fmla="*/ 14311 h 23354"/>
                <a:gd name="connsiteX69" fmla="*/ 91467 w 128986"/>
                <a:gd name="connsiteY69" fmla="*/ 17911 h 23354"/>
                <a:gd name="connsiteX70" fmla="*/ 91467 w 128986"/>
                <a:gd name="connsiteY70" fmla="*/ 12731 h 23354"/>
                <a:gd name="connsiteX71" fmla="*/ 90818 w 128986"/>
                <a:gd name="connsiteY71" fmla="*/ 11721 h 23354"/>
                <a:gd name="connsiteX72" fmla="*/ 89612 w 128986"/>
                <a:gd name="connsiteY72" fmla="*/ 11853 h 23354"/>
                <a:gd name="connsiteX73" fmla="*/ 83768 w 128986"/>
                <a:gd name="connsiteY73" fmla="*/ 16243 h 23354"/>
                <a:gd name="connsiteX74" fmla="*/ 82609 w 128986"/>
                <a:gd name="connsiteY74" fmla="*/ 15233 h 23354"/>
                <a:gd name="connsiteX75" fmla="*/ 76765 w 128986"/>
                <a:gd name="connsiteY75" fmla="*/ 15233 h 23354"/>
                <a:gd name="connsiteX76" fmla="*/ 76765 w 128986"/>
                <a:gd name="connsiteY76" fmla="*/ 11633 h 23354"/>
                <a:gd name="connsiteX77" fmla="*/ 75931 w 128986"/>
                <a:gd name="connsiteY77" fmla="*/ 10580 h 23354"/>
                <a:gd name="connsiteX78" fmla="*/ 74632 w 128986"/>
                <a:gd name="connsiteY78" fmla="*/ 11019 h 23354"/>
                <a:gd name="connsiteX79" fmla="*/ 71942 w 128986"/>
                <a:gd name="connsiteY79" fmla="*/ 14707 h 23354"/>
                <a:gd name="connsiteX80" fmla="*/ 69345 w 128986"/>
                <a:gd name="connsiteY80" fmla="*/ 12599 h 23354"/>
                <a:gd name="connsiteX81" fmla="*/ 68186 w 128986"/>
                <a:gd name="connsiteY81" fmla="*/ 12380 h 23354"/>
                <a:gd name="connsiteX82" fmla="*/ 60951 w 128986"/>
                <a:gd name="connsiteY82" fmla="*/ 14794 h 23354"/>
                <a:gd name="connsiteX83" fmla="*/ 60951 w 128986"/>
                <a:gd name="connsiteY83" fmla="*/ 10755 h 23354"/>
                <a:gd name="connsiteX84" fmla="*/ 59791 w 128986"/>
                <a:gd name="connsiteY84" fmla="*/ 9658 h 23354"/>
                <a:gd name="connsiteX85" fmla="*/ 52788 w 128986"/>
                <a:gd name="connsiteY85" fmla="*/ 9658 h 23354"/>
                <a:gd name="connsiteX86" fmla="*/ 50098 w 128986"/>
                <a:gd name="connsiteY86" fmla="*/ 8078 h 23354"/>
                <a:gd name="connsiteX87" fmla="*/ 49727 w 128986"/>
                <a:gd name="connsiteY87" fmla="*/ 7946 h 23354"/>
                <a:gd name="connsiteX88" fmla="*/ 38597 w 128986"/>
                <a:gd name="connsiteY88" fmla="*/ 5839 h 23354"/>
                <a:gd name="connsiteX89" fmla="*/ 13878 w 128986"/>
                <a:gd name="connsiteY89" fmla="*/ 5839 h 23354"/>
                <a:gd name="connsiteX90" fmla="*/ 12811 w 128986"/>
                <a:gd name="connsiteY90" fmla="*/ 6497 h 23354"/>
                <a:gd name="connsiteX91" fmla="*/ 11188 w 128986"/>
                <a:gd name="connsiteY91" fmla="*/ 10141 h 23354"/>
                <a:gd name="connsiteX92" fmla="*/ 7895 w 128986"/>
                <a:gd name="connsiteY92" fmla="*/ 12248 h 23354"/>
                <a:gd name="connsiteX93" fmla="*/ 4509 w 128986"/>
                <a:gd name="connsiteY93" fmla="*/ 11238 h 23354"/>
                <a:gd name="connsiteX94" fmla="*/ 3443 w 128986"/>
                <a:gd name="connsiteY94" fmla="*/ 11414 h 23354"/>
                <a:gd name="connsiteX95" fmla="*/ 2052 w 128986"/>
                <a:gd name="connsiteY95" fmla="*/ 12468 h 23354"/>
                <a:gd name="connsiteX96" fmla="*/ 382 w 128986"/>
                <a:gd name="connsiteY96" fmla="*/ 13697 h 23354"/>
                <a:gd name="connsiteX97" fmla="*/ 104 w 128986"/>
                <a:gd name="connsiteY97" fmla="*/ 15014 h 23354"/>
                <a:gd name="connsiteX98" fmla="*/ 196 w 128986"/>
                <a:gd name="connsiteY98" fmla="*/ 15277 h 23354"/>
                <a:gd name="connsiteX99" fmla="*/ 289 w 128986"/>
                <a:gd name="connsiteY99" fmla="*/ 15277 h 2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28986" h="23354">
                  <a:moveTo>
                    <a:pt x="57" y="15233"/>
                  </a:moveTo>
                  <a:cubicBezTo>
                    <a:pt x="57" y="15233"/>
                    <a:pt x="336" y="15409"/>
                    <a:pt x="521" y="15453"/>
                  </a:cubicBezTo>
                  <a:cubicBezTo>
                    <a:pt x="614" y="15453"/>
                    <a:pt x="707" y="15541"/>
                    <a:pt x="846" y="15584"/>
                  </a:cubicBezTo>
                  <a:cubicBezTo>
                    <a:pt x="1031" y="15584"/>
                    <a:pt x="1170" y="15497"/>
                    <a:pt x="1309" y="15453"/>
                  </a:cubicBezTo>
                  <a:cubicBezTo>
                    <a:pt x="1402" y="15453"/>
                    <a:pt x="1542" y="15453"/>
                    <a:pt x="1634" y="15365"/>
                  </a:cubicBezTo>
                  <a:lnTo>
                    <a:pt x="2191" y="14970"/>
                  </a:lnTo>
                  <a:lnTo>
                    <a:pt x="4231" y="13433"/>
                  </a:lnTo>
                  <a:lnTo>
                    <a:pt x="7570" y="14399"/>
                  </a:lnTo>
                  <a:cubicBezTo>
                    <a:pt x="7895" y="14487"/>
                    <a:pt x="8266" y="14443"/>
                    <a:pt x="8545" y="14268"/>
                  </a:cubicBezTo>
                  <a:lnTo>
                    <a:pt x="12579" y="11677"/>
                  </a:lnTo>
                  <a:cubicBezTo>
                    <a:pt x="12579" y="11677"/>
                    <a:pt x="12904" y="11370"/>
                    <a:pt x="12997" y="11194"/>
                  </a:cubicBezTo>
                  <a:lnTo>
                    <a:pt x="14434" y="7946"/>
                  </a:lnTo>
                  <a:lnTo>
                    <a:pt x="38179" y="7946"/>
                  </a:lnTo>
                  <a:cubicBezTo>
                    <a:pt x="38179" y="7946"/>
                    <a:pt x="48893" y="10009"/>
                    <a:pt x="48893" y="10009"/>
                  </a:cubicBezTo>
                  <a:lnTo>
                    <a:pt x="51722" y="11633"/>
                  </a:lnTo>
                  <a:cubicBezTo>
                    <a:pt x="51722" y="11633"/>
                    <a:pt x="52093" y="11809"/>
                    <a:pt x="52324" y="11809"/>
                  </a:cubicBezTo>
                  <a:lnTo>
                    <a:pt x="58493" y="11809"/>
                  </a:lnTo>
                  <a:lnTo>
                    <a:pt x="58493" y="16287"/>
                  </a:lnTo>
                  <a:cubicBezTo>
                    <a:pt x="58493" y="16638"/>
                    <a:pt x="58678" y="16989"/>
                    <a:pt x="59003" y="17165"/>
                  </a:cubicBezTo>
                  <a:cubicBezTo>
                    <a:pt x="59327" y="17384"/>
                    <a:pt x="59698" y="17428"/>
                    <a:pt x="60070" y="17297"/>
                  </a:cubicBezTo>
                  <a:lnTo>
                    <a:pt x="68232" y="14575"/>
                  </a:lnTo>
                  <a:lnTo>
                    <a:pt x="71293" y="17077"/>
                  </a:lnTo>
                  <a:cubicBezTo>
                    <a:pt x="71525" y="17297"/>
                    <a:pt x="71896" y="17384"/>
                    <a:pt x="72220" y="17340"/>
                  </a:cubicBezTo>
                  <a:cubicBezTo>
                    <a:pt x="72545" y="17340"/>
                    <a:pt x="72823" y="17121"/>
                    <a:pt x="73009" y="16858"/>
                  </a:cubicBezTo>
                  <a:lnTo>
                    <a:pt x="74354" y="15058"/>
                  </a:lnTo>
                  <a:lnTo>
                    <a:pt x="74354" y="16243"/>
                  </a:lnTo>
                  <a:cubicBezTo>
                    <a:pt x="74354" y="16858"/>
                    <a:pt x="74864" y="17340"/>
                    <a:pt x="75513" y="17340"/>
                  </a:cubicBezTo>
                  <a:lnTo>
                    <a:pt x="81357" y="17340"/>
                  </a:lnTo>
                  <a:lnTo>
                    <a:pt x="81357" y="18438"/>
                  </a:lnTo>
                  <a:cubicBezTo>
                    <a:pt x="81357" y="18877"/>
                    <a:pt x="81589" y="19228"/>
                    <a:pt x="82006" y="19448"/>
                  </a:cubicBezTo>
                  <a:cubicBezTo>
                    <a:pt x="82423" y="19623"/>
                    <a:pt x="82887" y="19579"/>
                    <a:pt x="83212" y="19316"/>
                  </a:cubicBezTo>
                  <a:lnTo>
                    <a:pt x="89055" y="14926"/>
                  </a:lnTo>
                  <a:lnTo>
                    <a:pt x="89055" y="19931"/>
                  </a:lnTo>
                  <a:cubicBezTo>
                    <a:pt x="89055" y="20326"/>
                    <a:pt x="89287" y="20721"/>
                    <a:pt x="89658" y="20896"/>
                  </a:cubicBezTo>
                  <a:cubicBezTo>
                    <a:pt x="90029" y="21072"/>
                    <a:pt x="90493" y="21072"/>
                    <a:pt x="90864" y="20853"/>
                  </a:cubicBezTo>
                  <a:lnTo>
                    <a:pt x="96383" y="17253"/>
                  </a:lnTo>
                  <a:lnTo>
                    <a:pt x="96383" y="19931"/>
                  </a:lnTo>
                  <a:cubicBezTo>
                    <a:pt x="96383" y="20282"/>
                    <a:pt x="96568" y="20633"/>
                    <a:pt x="96893" y="20853"/>
                  </a:cubicBezTo>
                  <a:cubicBezTo>
                    <a:pt x="97218" y="21072"/>
                    <a:pt x="97635" y="21072"/>
                    <a:pt x="98006" y="20940"/>
                  </a:cubicBezTo>
                  <a:lnTo>
                    <a:pt x="105473" y="17955"/>
                  </a:lnTo>
                  <a:lnTo>
                    <a:pt x="110018" y="22257"/>
                  </a:lnTo>
                  <a:lnTo>
                    <a:pt x="110853" y="23048"/>
                  </a:lnTo>
                  <a:cubicBezTo>
                    <a:pt x="110853" y="23048"/>
                    <a:pt x="111363" y="23355"/>
                    <a:pt x="111688" y="23355"/>
                  </a:cubicBezTo>
                  <a:cubicBezTo>
                    <a:pt x="111780" y="23355"/>
                    <a:pt x="111873" y="23355"/>
                    <a:pt x="111966" y="23311"/>
                  </a:cubicBezTo>
                  <a:cubicBezTo>
                    <a:pt x="112058" y="23311"/>
                    <a:pt x="112151" y="23311"/>
                    <a:pt x="112198" y="23267"/>
                  </a:cubicBezTo>
                  <a:lnTo>
                    <a:pt x="115490" y="21730"/>
                  </a:lnTo>
                  <a:cubicBezTo>
                    <a:pt x="116047" y="21467"/>
                    <a:pt x="116279" y="20853"/>
                    <a:pt x="116047" y="20326"/>
                  </a:cubicBezTo>
                  <a:lnTo>
                    <a:pt x="112801" y="12775"/>
                  </a:lnTo>
                  <a:lnTo>
                    <a:pt x="118366" y="3907"/>
                  </a:lnTo>
                  <a:lnTo>
                    <a:pt x="125044" y="3907"/>
                  </a:lnTo>
                  <a:cubicBezTo>
                    <a:pt x="125044" y="3907"/>
                    <a:pt x="125415" y="3907"/>
                    <a:pt x="125554" y="3775"/>
                  </a:cubicBezTo>
                  <a:lnTo>
                    <a:pt x="128986" y="2151"/>
                  </a:lnTo>
                  <a:lnTo>
                    <a:pt x="128522" y="2019"/>
                  </a:lnTo>
                  <a:cubicBezTo>
                    <a:pt x="127920" y="1844"/>
                    <a:pt x="127548" y="1229"/>
                    <a:pt x="127780" y="658"/>
                  </a:cubicBezTo>
                  <a:cubicBezTo>
                    <a:pt x="127873" y="395"/>
                    <a:pt x="128059" y="132"/>
                    <a:pt x="128337" y="0"/>
                  </a:cubicBezTo>
                  <a:lnTo>
                    <a:pt x="127734" y="307"/>
                  </a:lnTo>
                  <a:lnTo>
                    <a:pt x="124766" y="1712"/>
                  </a:lnTo>
                  <a:lnTo>
                    <a:pt x="117716" y="1712"/>
                  </a:lnTo>
                  <a:cubicBezTo>
                    <a:pt x="117299" y="1712"/>
                    <a:pt x="116928" y="1932"/>
                    <a:pt x="116742" y="2239"/>
                  </a:cubicBezTo>
                  <a:lnTo>
                    <a:pt x="110574" y="12116"/>
                  </a:lnTo>
                  <a:cubicBezTo>
                    <a:pt x="110389" y="12424"/>
                    <a:pt x="110342" y="12775"/>
                    <a:pt x="110482" y="13082"/>
                  </a:cubicBezTo>
                  <a:lnTo>
                    <a:pt x="113542" y="20194"/>
                  </a:lnTo>
                  <a:lnTo>
                    <a:pt x="111966" y="20940"/>
                  </a:lnTo>
                  <a:lnTo>
                    <a:pt x="106632" y="15936"/>
                  </a:lnTo>
                  <a:cubicBezTo>
                    <a:pt x="106308" y="15628"/>
                    <a:pt x="105798" y="15541"/>
                    <a:pt x="105380" y="15716"/>
                  </a:cubicBezTo>
                  <a:lnTo>
                    <a:pt x="98794" y="18350"/>
                  </a:lnTo>
                  <a:lnTo>
                    <a:pt x="98794" y="15233"/>
                  </a:lnTo>
                  <a:cubicBezTo>
                    <a:pt x="98794" y="14838"/>
                    <a:pt x="98563" y="14443"/>
                    <a:pt x="98192" y="14268"/>
                  </a:cubicBezTo>
                  <a:cubicBezTo>
                    <a:pt x="97821" y="14092"/>
                    <a:pt x="97357" y="14092"/>
                    <a:pt x="96986" y="14311"/>
                  </a:cubicBezTo>
                  <a:lnTo>
                    <a:pt x="91467" y="17911"/>
                  </a:lnTo>
                  <a:lnTo>
                    <a:pt x="91467" y="12731"/>
                  </a:lnTo>
                  <a:cubicBezTo>
                    <a:pt x="91467" y="12292"/>
                    <a:pt x="91235" y="11941"/>
                    <a:pt x="90818" y="11721"/>
                  </a:cubicBezTo>
                  <a:cubicBezTo>
                    <a:pt x="90400" y="11546"/>
                    <a:pt x="89937" y="11590"/>
                    <a:pt x="89612" y="11853"/>
                  </a:cubicBezTo>
                  <a:lnTo>
                    <a:pt x="83768" y="16243"/>
                  </a:lnTo>
                  <a:cubicBezTo>
                    <a:pt x="83768" y="15672"/>
                    <a:pt x="83212" y="15233"/>
                    <a:pt x="82609" y="15233"/>
                  </a:cubicBezTo>
                  <a:lnTo>
                    <a:pt x="76765" y="15233"/>
                  </a:lnTo>
                  <a:lnTo>
                    <a:pt x="76765" y="11633"/>
                  </a:lnTo>
                  <a:cubicBezTo>
                    <a:pt x="76765" y="11151"/>
                    <a:pt x="76441" y="10712"/>
                    <a:pt x="75931" y="10580"/>
                  </a:cubicBezTo>
                  <a:cubicBezTo>
                    <a:pt x="75420" y="10448"/>
                    <a:pt x="74910" y="10580"/>
                    <a:pt x="74632" y="11019"/>
                  </a:cubicBezTo>
                  <a:lnTo>
                    <a:pt x="71942" y="14707"/>
                  </a:lnTo>
                  <a:lnTo>
                    <a:pt x="69345" y="12599"/>
                  </a:lnTo>
                  <a:cubicBezTo>
                    <a:pt x="69020" y="12336"/>
                    <a:pt x="68603" y="12248"/>
                    <a:pt x="68186" y="12380"/>
                  </a:cubicBezTo>
                  <a:lnTo>
                    <a:pt x="60951" y="14794"/>
                  </a:lnTo>
                  <a:lnTo>
                    <a:pt x="60951" y="10755"/>
                  </a:lnTo>
                  <a:cubicBezTo>
                    <a:pt x="60951" y="10141"/>
                    <a:pt x="60440" y="9658"/>
                    <a:pt x="59791" y="9658"/>
                  </a:cubicBezTo>
                  <a:lnTo>
                    <a:pt x="52788" y="9658"/>
                  </a:lnTo>
                  <a:lnTo>
                    <a:pt x="50098" y="8078"/>
                  </a:lnTo>
                  <a:cubicBezTo>
                    <a:pt x="50098" y="8078"/>
                    <a:pt x="49867" y="7946"/>
                    <a:pt x="49727" y="7946"/>
                  </a:cubicBezTo>
                  <a:lnTo>
                    <a:pt x="38597" y="5839"/>
                  </a:lnTo>
                  <a:lnTo>
                    <a:pt x="13878" y="5839"/>
                  </a:lnTo>
                  <a:cubicBezTo>
                    <a:pt x="13414" y="5839"/>
                    <a:pt x="12997" y="6102"/>
                    <a:pt x="12811" y="6497"/>
                  </a:cubicBezTo>
                  <a:lnTo>
                    <a:pt x="11188" y="10141"/>
                  </a:lnTo>
                  <a:lnTo>
                    <a:pt x="7895" y="12248"/>
                  </a:lnTo>
                  <a:lnTo>
                    <a:pt x="4509" y="11238"/>
                  </a:lnTo>
                  <a:cubicBezTo>
                    <a:pt x="4139" y="11107"/>
                    <a:pt x="3721" y="11238"/>
                    <a:pt x="3443" y="11414"/>
                  </a:cubicBezTo>
                  <a:lnTo>
                    <a:pt x="2052" y="12468"/>
                  </a:lnTo>
                  <a:lnTo>
                    <a:pt x="382" y="13697"/>
                  </a:lnTo>
                  <a:cubicBezTo>
                    <a:pt x="-35" y="14004"/>
                    <a:pt x="-82" y="14531"/>
                    <a:pt x="104" y="15014"/>
                  </a:cubicBezTo>
                  <a:cubicBezTo>
                    <a:pt x="104" y="15102"/>
                    <a:pt x="104" y="15189"/>
                    <a:pt x="196" y="15277"/>
                  </a:cubicBezTo>
                  <a:cubicBezTo>
                    <a:pt x="196" y="15277"/>
                    <a:pt x="243" y="15277"/>
                    <a:pt x="289" y="1527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1" name="Freeform: Shape 2370">
              <a:extLst>
                <a:ext uri="{FF2B5EF4-FFF2-40B4-BE49-F238E27FC236}">
                  <a16:creationId xmlns:a16="http://schemas.microsoft.com/office/drawing/2014/main" id="{F593E001-845C-EEAC-7545-E55CB22CEB77}"/>
                </a:ext>
              </a:extLst>
            </p:cNvPr>
            <p:cNvSpPr>
              <a:spLocks/>
            </p:cNvSpPr>
            <p:nvPr/>
          </p:nvSpPr>
          <p:spPr>
            <a:xfrm>
              <a:off x="6432900" y="2703559"/>
              <a:ext cx="691" cy="6553"/>
            </a:xfrm>
            <a:custGeom>
              <a:avLst/>
              <a:gdLst>
                <a:gd name="connsiteX0" fmla="*/ 0 w 463"/>
                <a:gd name="connsiteY0" fmla="*/ 0 h 4390"/>
                <a:gd name="connsiteX1" fmla="*/ 0 w 463"/>
                <a:gd name="connsiteY1" fmla="*/ 0 h 4390"/>
                <a:gd name="connsiteX2" fmla="*/ 464 w 463"/>
                <a:gd name="connsiteY2" fmla="*/ 0 h 4390"/>
                <a:gd name="connsiteX3" fmla="*/ 46 w 463"/>
                <a:gd name="connsiteY3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" h="439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5" y="0"/>
                    <a:pt x="464" y="0"/>
                  </a:cubicBezTo>
                  <a:cubicBezTo>
                    <a:pt x="325" y="0"/>
                    <a:pt x="186" y="0"/>
                    <a:pt x="4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2" name="Freeform: Shape 2371">
              <a:extLst>
                <a:ext uri="{FF2B5EF4-FFF2-40B4-BE49-F238E27FC236}">
                  <a16:creationId xmlns:a16="http://schemas.microsoft.com/office/drawing/2014/main" id="{C30DE5E0-B001-6C31-4D22-853EE61DDF5E}"/>
                </a:ext>
              </a:extLst>
            </p:cNvPr>
            <p:cNvSpPr>
              <a:spLocks/>
            </p:cNvSpPr>
            <p:nvPr/>
          </p:nvSpPr>
          <p:spPr>
            <a:xfrm>
              <a:off x="6431922" y="2695304"/>
              <a:ext cx="205980" cy="189043"/>
            </a:xfrm>
            <a:custGeom>
              <a:avLst/>
              <a:gdLst>
                <a:gd name="connsiteX0" fmla="*/ 1072 w 137998"/>
                <a:gd name="connsiteY0" fmla="*/ 5488 h 126651"/>
                <a:gd name="connsiteX1" fmla="*/ 609 w 137998"/>
                <a:gd name="connsiteY1" fmla="*/ 5488 h 126651"/>
                <a:gd name="connsiteX2" fmla="*/ 609 w 137998"/>
                <a:gd name="connsiteY2" fmla="*/ 5488 h 126651"/>
                <a:gd name="connsiteX3" fmla="*/ 52 w 137998"/>
                <a:gd name="connsiteY3" fmla="*/ 6146 h 126651"/>
                <a:gd name="connsiteX4" fmla="*/ 794 w 137998"/>
                <a:gd name="connsiteY4" fmla="*/ 7507 h 126651"/>
                <a:gd name="connsiteX5" fmla="*/ 1258 w 137998"/>
                <a:gd name="connsiteY5" fmla="*/ 7639 h 126651"/>
                <a:gd name="connsiteX6" fmla="*/ 8168 w 137998"/>
                <a:gd name="connsiteY6" fmla="*/ 9702 h 126651"/>
                <a:gd name="connsiteX7" fmla="*/ 9142 w 137998"/>
                <a:gd name="connsiteY7" fmla="*/ 9570 h 126651"/>
                <a:gd name="connsiteX8" fmla="*/ 12620 w 137998"/>
                <a:gd name="connsiteY8" fmla="*/ 7375 h 126651"/>
                <a:gd name="connsiteX9" fmla="*/ 13084 w 137998"/>
                <a:gd name="connsiteY9" fmla="*/ 6804 h 126651"/>
                <a:gd name="connsiteX10" fmla="*/ 14568 w 137998"/>
                <a:gd name="connsiteY10" fmla="*/ 2546 h 126651"/>
                <a:gd name="connsiteX11" fmla="*/ 21107 w 137998"/>
                <a:gd name="connsiteY11" fmla="*/ 5795 h 126651"/>
                <a:gd name="connsiteX12" fmla="*/ 22592 w 137998"/>
                <a:gd name="connsiteY12" fmla="*/ 5488 h 126651"/>
                <a:gd name="connsiteX13" fmla="*/ 25328 w 137998"/>
                <a:gd name="connsiteY13" fmla="*/ 2063 h 126651"/>
                <a:gd name="connsiteX14" fmla="*/ 29177 w 137998"/>
                <a:gd name="connsiteY14" fmla="*/ 2063 h 126651"/>
                <a:gd name="connsiteX15" fmla="*/ 31542 w 137998"/>
                <a:gd name="connsiteY15" fmla="*/ 5400 h 126651"/>
                <a:gd name="connsiteX16" fmla="*/ 32470 w 137998"/>
                <a:gd name="connsiteY16" fmla="*/ 5883 h 126651"/>
                <a:gd name="connsiteX17" fmla="*/ 33444 w 137998"/>
                <a:gd name="connsiteY17" fmla="*/ 5444 h 126651"/>
                <a:gd name="connsiteX18" fmla="*/ 35577 w 137998"/>
                <a:gd name="connsiteY18" fmla="*/ 2766 h 126651"/>
                <a:gd name="connsiteX19" fmla="*/ 44621 w 137998"/>
                <a:gd name="connsiteY19" fmla="*/ 14663 h 126651"/>
                <a:gd name="connsiteX20" fmla="*/ 39055 w 137998"/>
                <a:gd name="connsiteY20" fmla="*/ 16726 h 126651"/>
                <a:gd name="connsiteX21" fmla="*/ 38360 w 137998"/>
                <a:gd name="connsiteY21" fmla="*/ 17516 h 126651"/>
                <a:gd name="connsiteX22" fmla="*/ 38638 w 137998"/>
                <a:gd name="connsiteY22" fmla="*/ 18526 h 126651"/>
                <a:gd name="connsiteX23" fmla="*/ 42534 w 137998"/>
                <a:gd name="connsiteY23" fmla="*/ 22521 h 126651"/>
                <a:gd name="connsiteX24" fmla="*/ 41838 w 137998"/>
                <a:gd name="connsiteY24" fmla="*/ 27613 h 126651"/>
                <a:gd name="connsiteX25" fmla="*/ 42487 w 137998"/>
                <a:gd name="connsiteY25" fmla="*/ 28754 h 126651"/>
                <a:gd name="connsiteX26" fmla="*/ 50603 w 137998"/>
                <a:gd name="connsiteY26" fmla="*/ 32618 h 126651"/>
                <a:gd name="connsiteX27" fmla="*/ 51392 w 137998"/>
                <a:gd name="connsiteY27" fmla="*/ 32705 h 126651"/>
                <a:gd name="connsiteX28" fmla="*/ 57653 w 137998"/>
                <a:gd name="connsiteY28" fmla="*/ 31125 h 126651"/>
                <a:gd name="connsiteX29" fmla="*/ 60389 w 137998"/>
                <a:gd name="connsiteY29" fmla="*/ 34154 h 126651"/>
                <a:gd name="connsiteX30" fmla="*/ 60389 w 137998"/>
                <a:gd name="connsiteY30" fmla="*/ 44163 h 126651"/>
                <a:gd name="connsiteX31" fmla="*/ 60714 w 137998"/>
                <a:gd name="connsiteY31" fmla="*/ 44910 h 126651"/>
                <a:gd name="connsiteX32" fmla="*/ 64563 w 137998"/>
                <a:gd name="connsiteY32" fmla="*/ 48949 h 126651"/>
                <a:gd name="connsiteX33" fmla="*/ 65815 w 137998"/>
                <a:gd name="connsiteY33" fmla="*/ 49256 h 126651"/>
                <a:gd name="connsiteX34" fmla="*/ 70685 w 137998"/>
                <a:gd name="connsiteY34" fmla="*/ 47588 h 126651"/>
                <a:gd name="connsiteX35" fmla="*/ 80656 w 137998"/>
                <a:gd name="connsiteY35" fmla="*/ 53514 h 126651"/>
                <a:gd name="connsiteX36" fmla="*/ 81769 w 137998"/>
                <a:gd name="connsiteY36" fmla="*/ 53602 h 126651"/>
                <a:gd name="connsiteX37" fmla="*/ 92992 w 137998"/>
                <a:gd name="connsiteY37" fmla="*/ 48641 h 126651"/>
                <a:gd name="connsiteX38" fmla="*/ 95265 w 137998"/>
                <a:gd name="connsiteY38" fmla="*/ 54480 h 126651"/>
                <a:gd name="connsiteX39" fmla="*/ 95450 w 137998"/>
                <a:gd name="connsiteY39" fmla="*/ 54787 h 126651"/>
                <a:gd name="connsiteX40" fmla="*/ 100876 w 137998"/>
                <a:gd name="connsiteY40" fmla="*/ 61021 h 126651"/>
                <a:gd name="connsiteX41" fmla="*/ 102407 w 137998"/>
                <a:gd name="connsiteY41" fmla="*/ 61241 h 126651"/>
                <a:gd name="connsiteX42" fmla="*/ 107184 w 137998"/>
                <a:gd name="connsiteY42" fmla="*/ 58299 h 126651"/>
                <a:gd name="connsiteX43" fmla="*/ 107184 w 137998"/>
                <a:gd name="connsiteY43" fmla="*/ 58475 h 126651"/>
                <a:gd name="connsiteX44" fmla="*/ 107879 w 137998"/>
                <a:gd name="connsiteY44" fmla="*/ 59485 h 126651"/>
                <a:gd name="connsiteX45" fmla="*/ 112610 w 137998"/>
                <a:gd name="connsiteY45" fmla="*/ 61328 h 126651"/>
                <a:gd name="connsiteX46" fmla="*/ 118778 w 137998"/>
                <a:gd name="connsiteY46" fmla="*/ 63172 h 126651"/>
                <a:gd name="connsiteX47" fmla="*/ 119103 w 137998"/>
                <a:gd name="connsiteY47" fmla="*/ 63216 h 126651"/>
                <a:gd name="connsiteX48" fmla="*/ 121143 w 137998"/>
                <a:gd name="connsiteY48" fmla="*/ 63216 h 126651"/>
                <a:gd name="connsiteX49" fmla="*/ 124111 w 137998"/>
                <a:gd name="connsiteY49" fmla="*/ 64753 h 126651"/>
                <a:gd name="connsiteX50" fmla="*/ 129120 w 137998"/>
                <a:gd name="connsiteY50" fmla="*/ 69230 h 126651"/>
                <a:gd name="connsiteX51" fmla="*/ 129908 w 137998"/>
                <a:gd name="connsiteY51" fmla="*/ 69538 h 126651"/>
                <a:gd name="connsiteX52" fmla="*/ 134361 w 137998"/>
                <a:gd name="connsiteY52" fmla="*/ 69538 h 126651"/>
                <a:gd name="connsiteX53" fmla="*/ 135567 w 137998"/>
                <a:gd name="connsiteY53" fmla="*/ 75069 h 126651"/>
                <a:gd name="connsiteX54" fmla="*/ 127451 w 137998"/>
                <a:gd name="connsiteY54" fmla="*/ 79240 h 126651"/>
                <a:gd name="connsiteX55" fmla="*/ 126848 w 137998"/>
                <a:gd name="connsiteY55" fmla="*/ 80337 h 126651"/>
                <a:gd name="connsiteX56" fmla="*/ 127682 w 137998"/>
                <a:gd name="connsiteY56" fmla="*/ 81259 h 126651"/>
                <a:gd name="connsiteX57" fmla="*/ 132135 w 137998"/>
                <a:gd name="connsiteY57" fmla="*/ 82532 h 126651"/>
                <a:gd name="connsiteX58" fmla="*/ 127729 w 137998"/>
                <a:gd name="connsiteY58" fmla="*/ 90698 h 126651"/>
                <a:gd name="connsiteX59" fmla="*/ 127729 w 137998"/>
                <a:gd name="connsiteY59" fmla="*/ 91619 h 126651"/>
                <a:gd name="connsiteX60" fmla="*/ 128425 w 137998"/>
                <a:gd name="connsiteY60" fmla="*/ 92234 h 126651"/>
                <a:gd name="connsiteX61" fmla="*/ 132691 w 137998"/>
                <a:gd name="connsiteY61" fmla="*/ 93639 h 126651"/>
                <a:gd name="connsiteX62" fmla="*/ 133016 w 137998"/>
                <a:gd name="connsiteY62" fmla="*/ 100575 h 126651"/>
                <a:gd name="connsiteX63" fmla="*/ 129769 w 137998"/>
                <a:gd name="connsiteY63" fmla="*/ 104526 h 126651"/>
                <a:gd name="connsiteX64" fmla="*/ 116413 w 137998"/>
                <a:gd name="connsiteY64" fmla="*/ 104526 h 126651"/>
                <a:gd name="connsiteX65" fmla="*/ 115300 w 137998"/>
                <a:gd name="connsiteY65" fmla="*/ 105316 h 126651"/>
                <a:gd name="connsiteX66" fmla="*/ 113584 w 137998"/>
                <a:gd name="connsiteY66" fmla="*/ 111111 h 126651"/>
                <a:gd name="connsiteX67" fmla="*/ 105978 w 137998"/>
                <a:gd name="connsiteY67" fmla="*/ 111111 h 126651"/>
                <a:gd name="connsiteX68" fmla="*/ 104818 w 137998"/>
                <a:gd name="connsiteY68" fmla="*/ 112165 h 126651"/>
                <a:gd name="connsiteX69" fmla="*/ 104447 w 137998"/>
                <a:gd name="connsiteY69" fmla="*/ 123447 h 126651"/>
                <a:gd name="connsiteX70" fmla="*/ 104447 w 137998"/>
                <a:gd name="connsiteY70" fmla="*/ 125510 h 126651"/>
                <a:gd name="connsiteX71" fmla="*/ 105514 w 137998"/>
                <a:gd name="connsiteY71" fmla="*/ 126652 h 126651"/>
                <a:gd name="connsiteX72" fmla="*/ 105514 w 137998"/>
                <a:gd name="connsiteY72" fmla="*/ 126652 h 126651"/>
                <a:gd name="connsiteX73" fmla="*/ 106674 w 137998"/>
                <a:gd name="connsiteY73" fmla="*/ 125598 h 126651"/>
                <a:gd name="connsiteX74" fmla="*/ 106766 w 137998"/>
                <a:gd name="connsiteY74" fmla="*/ 123271 h 126651"/>
                <a:gd name="connsiteX75" fmla="*/ 107091 w 137998"/>
                <a:gd name="connsiteY75" fmla="*/ 113262 h 126651"/>
                <a:gd name="connsiteX76" fmla="*/ 114465 w 137998"/>
                <a:gd name="connsiteY76" fmla="*/ 113262 h 126651"/>
                <a:gd name="connsiteX77" fmla="*/ 115578 w 137998"/>
                <a:gd name="connsiteY77" fmla="*/ 112472 h 126651"/>
                <a:gd name="connsiteX78" fmla="*/ 117294 w 137998"/>
                <a:gd name="connsiteY78" fmla="*/ 106677 h 126651"/>
                <a:gd name="connsiteX79" fmla="*/ 130326 w 137998"/>
                <a:gd name="connsiteY79" fmla="*/ 106677 h 126651"/>
                <a:gd name="connsiteX80" fmla="*/ 131253 w 137998"/>
                <a:gd name="connsiteY80" fmla="*/ 106238 h 126651"/>
                <a:gd name="connsiteX81" fmla="*/ 135103 w 137998"/>
                <a:gd name="connsiteY81" fmla="*/ 101541 h 126651"/>
                <a:gd name="connsiteX82" fmla="*/ 135335 w 137998"/>
                <a:gd name="connsiteY82" fmla="*/ 100838 h 126651"/>
                <a:gd name="connsiteX83" fmla="*/ 134964 w 137998"/>
                <a:gd name="connsiteY83" fmla="*/ 92761 h 126651"/>
                <a:gd name="connsiteX84" fmla="*/ 134175 w 137998"/>
                <a:gd name="connsiteY84" fmla="*/ 91751 h 126651"/>
                <a:gd name="connsiteX85" fmla="*/ 130419 w 137998"/>
                <a:gd name="connsiteY85" fmla="*/ 90522 h 126651"/>
                <a:gd name="connsiteX86" fmla="*/ 134825 w 137998"/>
                <a:gd name="connsiteY86" fmla="*/ 82313 h 126651"/>
                <a:gd name="connsiteX87" fmla="*/ 134825 w 137998"/>
                <a:gd name="connsiteY87" fmla="*/ 81391 h 126651"/>
                <a:gd name="connsiteX88" fmla="*/ 134082 w 137998"/>
                <a:gd name="connsiteY88" fmla="*/ 80776 h 126651"/>
                <a:gd name="connsiteX89" fmla="*/ 130929 w 137998"/>
                <a:gd name="connsiteY89" fmla="*/ 79898 h 126651"/>
                <a:gd name="connsiteX90" fmla="*/ 137375 w 137998"/>
                <a:gd name="connsiteY90" fmla="*/ 76606 h 126651"/>
                <a:gd name="connsiteX91" fmla="*/ 137978 w 137998"/>
                <a:gd name="connsiteY91" fmla="*/ 75420 h 126651"/>
                <a:gd name="connsiteX92" fmla="*/ 136448 w 137998"/>
                <a:gd name="connsiteY92" fmla="*/ 68177 h 126651"/>
                <a:gd name="connsiteX93" fmla="*/ 135288 w 137998"/>
                <a:gd name="connsiteY93" fmla="*/ 67299 h 126651"/>
                <a:gd name="connsiteX94" fmla="*/ 130326 w 137998"/>
                <a:gd name="connsiteY94" fmla="*/ 67299 h 126651"/>
                <a:gd name="connsiteX95" fmla="*/ 125410 w 137998"/>
                <a:gd name="connsiteY95" fmla="*/ 62953 h 126651"/>
                <a:gd name="connsiteX96" fmla="*/ 121932 w 137998"/>
                <a:gd name="connsiteY96" fmla="*/ 61109 h 126651"/>
                <a:gd name="connsiteX97" fmla="*/ 121375 w 137998"/>
                <a:gd name="connsiteY97" fmla="*/ 60977 h 126651"/>
                <a:gd name="connsiteX98" fmla="*/ 119242 w 137998"/>
                <a:gd name="connsiteY98" fmla="*/ 60977 h 126651"/>
                <a:gd name="connsiteX99" fmla="*/ 113352 w 137998"/>
                <a:gd name="connsiteY99" fmla="*/ 59221 h 126651"/>
                <a:gd name="connsiteX100" fmla="*/ 109410 w 137998"/>
                <a:gd name="connsiteY100" fmla="*/ 57685 h 126651"/>
                <a:gd name="connsiteX101" fmla="*/ 109410 w 137998"/>
                <a:gd name="connsiteY101" fmla="*/ 56236 h 126651"/>
                <a:gd name="connsiteX102" fmla="*/ 108807 w 137998"/>
                <a:gd name="connsiteY102" fmla="*/ 55270 h 126651"/>
                <a:gd name="connsiteX103" fmla="*/ 107647 w 137998"/>
                <a:gd name="connsiteY103" fmla="*/ 55270 h 126651"/>
                <a:gd name="connsiteX104" fmla="*/ 101943 w 137998"/>
                <a:gd name="connsiteY104" fmla="*/ 58782 h 126651"/>
                <a:gd name="connsiteX105" fmla="*/ 97305 w 137998"/>
                <a:gd name="connsiteY105" fmla="*/ 53470 h 126651"/>
                <a:gd name="connsiteX106" fmla="*/ 94662 w 137998"/>
                <a:gd name="connsiteY106" fmla="*/ 46710 h 126651"/>
                <a:gd name="connsiteX107" fmla="*/ 94012 w 137998"/>
                <a:gd name="connsiteY107" fmla="*/ 46095 h 126651"/>
                <a:gd name="connsiteX108" fmla="*/ 93085 w 137998"/>
                <a:gd name="connsiteY108" fmla="*/ 46095 h 126651"/>
                <a:gd name="connsiteX109" fmla="*/ 81305 w 137998"/>
                <a:gd name="connsiteY109" fmla="*/ 51319 h 126651"/>
                <a:gd name="connsiteX110" fmla="*/ 71427 w 137998"/>
                <a:gd name="connsiteY110" fmla="*/ 45437 h 126651"/>
                <a:gd name="connsiteX111" fmla="*/ 70407 w 137998"/>
                <a:gd name="connsiteY111" fmla="*/ 45349 h 126651"/>
                <a:gd name="connsiteX112" fmla="*/ 65722 w 137998"/>
                <a:gd name="connsiteY112" fmla="*/ 46929 h 126651"/>
                <a:gd name="connsiteX113" fmla="*/ 62661 w 137998"/>
                <a:gd name="connsiteY113" fmla="*/ 43768 h 126651"/>
                <a:gd name="connsiteX114" fmla="*/ 62661 w 137998"/>
                <a:gd name="connsiteY114" fmla="*/ 33803 h 126651"/>
                <a:gd name="connsiteX115" fmla="*/ 62383 w 137998"/>
                <a:gd name="connsiteY115" fmla="*/ 33101 h 126651"/>
                <a:gd name="connsiteX116" fmla="*/ 58905 w 137998"/>
                <a:gd name="connsiteY116" fmla="*/ 29237 h 126651"/>
                <a:gd name="connsiteX117" fmla="*/ 57745 w 137998"/>
                <a:gd name="connsiteY117" fmla="*/ 28886 h 126651"/>
                <a:gd name="connsiteX118" fmla="*/ 51206 w 137998"/>
                <a:gd name="connsiteY118" fmla="*/ 30510 h 126651"/>
                <a:gd name="connsiteX119" fmla="*/ 44203 w 137998"/>
                <a:gd name="connsiteY119" fmla="*/ 27218 h 126651"/>
                <a:gd name="connsiteX120" fmla="*/ 44853 w 137998"/>
                <a:gd name="connsiteY120" fmla="*/ 22433 h 126651"/>
                <a:gd name="connsiteX121" fmla="*/ 44574 w 137998"/>
                <a:gd name="connsiteY121" fmla="*/ 21555 h 126651"/>
                <a:gd name="connsiteX122" fmla="*/ 41467 w 137998"/>
                <a:gd name="connsiteY122" fmla="*/ 18350 h 126651"/>
                <a:gd name="connsiteX123" fmla="*/ 46847 w 137998"/>
                <a:gd name="connsiteY123" fmla="*/ 16375 h 126651"/>
                <a:gd name="connsiteX124" fmla="*/ 47543 w 137998"/>
                <a:gd name="connsiteY124" fmla="*/ 15672 h 126651"/>
                <a:gd name="connsiteX125" fmla="*/ 47357 w 137998"/>
                <a:gd name="connsiteY125" fmla="*/ 14707 h 126651"/>
                <a:gd name="connsiteX126" fmla="*/ 36551 w 137998"/>
                <a:gd name="connsiteY126" fmla="*/ 439 h 126651"/>
                <a:gd name="connsiteX127" fmla="*/ 35624 w 137998"/>
                <a:gd name="connsiteY127" fmla="*/ 0 h 126651"/>
                <a:gd name="connsiteX128" fmla="*/ 35624 w 137998"/>
                <a:gd name="connsiteY128" fmla="*/ 0 h 126651"/>
                <a:gd name="connsiteX129" fmla="*/ 34696 w 137998"/>
                <a:gd name="connsiteY129" fmla="*/ 439 h 126651"/>
                <a:gd name="connsiteX130" fmla="*/ 32609 w 137998"/>
                <a:gd name="connsiteY130" fmla="*/ 3073 h 126651"/>
                <a:gd name="connsiteX131" fmla="*/ 30800 w 137998"/>
                <a:gd name="connsiteY131" fmla="*/ 527 h 126651"/>
                <a:gd name="connsiteX132" fmla="*/ 29826 w 137998"/>
                <a:gd name="connsiteY132" fmla="*/ 44 h 126651"/>
                <a:gd name="connsiteX133" fmla="*/ 24818 w 137998"/>
                <a:gd name="connsiteY133" fmla="*/ 44 h 126651"/>
                <a:gd name="connsiteX134" fmla="*/ 23890 w 137998"/>
                <a:gd name="connsiteY134" fmla="*/ 483 h 126651"/>
                <a:gd name="connsiteX135" fmla="*/ 21386 w 137998"/>
                <a:gd name="connsiteY135" fmla="*/ 3600 h 126651"/>
                <a:gd name="connsiteX136" fmla="*/ 14522 w 137998"/>
                <a:gd name="connsiteY136" fmla="*/ 176 h 126651"/>
                <a:gd name="connsiteX137" fmla="*/ 13548 w 137998"/>
                <a:gd name="connsiteY137" fmla="*/ 132 h 126651"/>
                <a:gd name="connsiteX138" fmla="*/ 12899 w 137998"/>
                <a:gd name="connsiteY138" fmla="*/ 790 h 126651"/>
                <a:gd name="connsiteX139" fmla="*/ 11090 w 137998"/>
                <a:gd name="connsiteY139" fmla="*/ 5927 h 126651"/>
                <a:gd name="connsiteX140" fmla="*/ 8400 w 137998"/>
                <a:gd name="connsiteY140" fmla="*/ 7639 h 126651"/>
                <a:gd name="connsiteX141" fmla="*/ 2417 w 137998"/>
                <a:gd name="connsiteY141" fmla="*/ 5839 h 126651"/>
                <a:gd name="connsiteX142" fmla="*/ 1629 w 137998"/>
                <a:gd name="connsiteY142" fmla="*/ 5575 h 126651"/>
                <a:gd name="connsiteX143" fmla="*/ 1211 w 137998"/>
                <a:gd name="connsiteY143" fmla="*/ 5575 h 12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137998" h="126651">
                  <a:moveTo>
                    <a:pt x="1072" y="5488"/>
                  </a:moveTo>
                  <a:cubicBezTo>
                    <a:pt x="1072" y="5488"/>
                    <a:pt x="748" y="5488"/>
                    <a:pt x="609" y="5488"/>
                  </a:cubicBezTo>
                  <a:cubicBezTo>
                    <a:pt x="609" y="5488"/>
                    <a:pt x="609" y="5488"/>
                    <a:pt x="609" y="5488"/>
                  </a:cubicBezTo>
                  <a:cubicBezTo>
                    <a:pt x="331" y="5619"/>
                    <a:pt x="145" y="5839"/>
                    <a:pt x="52" y="6146"/>
                  </a:cubicBezTo>
                  <a:cubicBezTo>
                    <a:pt x="-133" y="6717"/>
                    <a:pt x="191" y="7331"/>
                    <a:pt x="794" y="7507"/>
                  </a:cubicBezTo>
                  <a:lnTo>
                    <a:pt x="1258" y="7639"/>
                  </a:lnTo>
                  <a:lnTo>
                    <a:pt x="8168" y="9702"/>
                  </a:lnTo>
                  <a:cubicBezTo>
                    <a:pt x="8493" y="9790"/>
                    <a:pt x="8864" y="9746"/>
                    <a:pt x="9142" y="9570"/>
                  </a:cubicBezTo>
                  <a:lnTo>
                    <a:pt x="12620" y="7375"/>
                  </a:lnTo>
                  <a:cubicBezTo>
                    <a:pt x="12620" y="7375"/>
                    <a:pt x="12991" y="7024"/>
                    <a:pt x="13084" y="6804"/>
                  </a:cubicBezTo>
                  <a:lnTo>
                    <a:pt x="14568" y="2546"/>
                  </a:lnTo>
                  <a:lnTo>
                    <a:pt x="21107" y="5795"/>
                  </a:lnTo>
                  <a:cubicBezTo>
                    <a:pt x="21618" y="6058"/>
                    <a:pt x="22220" y="5927"/>
                    <a:pt x="22592" y="5488"/>
                  </a:cubicBezTo>
                  <a:lnTo>
                    <a:pt x="25328" y="2063"/>
                  </a:lnTo>
                  <a:lnTo>
                    <a:pt x="29177" y="2063"/>
                  </a:lnTo>
                  <a:lnTo>
                    <a:pt x="31542" y="5400"/>
                  </a:lnTo>
                  <a:cubicBezTo>
                    <a:pt x="31728" y="5707"/>
                    <a:pt x="32099" y="5883"/>
                    <a:pt x="32470" y="5883"/>
                  </a:cubicBezTo>
                  <a:cubicBezTo>
                    <a:pt x="32887" y="5883"/>
                    <a:pt x="33212" y="5751"/>
                    <a:pt x="33444" y="5444"/>
                  </a:cubicBezTo>
                  <a:lnTo>
                    <a:pt x="35577" y="2766"/>
                  </a:lnTo>
                  <a:lnTo>
                    <a:pt x="44621" y="14663"/>
                  </a:lnTo>
                  <a:lnTo>
                    <a:pt x="39055" y="16726"/>
                  </a:lnTo>
                  <a:cubicBezTo>
                    <a:pt x="38684" y="16858"/>
                    <a:pt x="38453" y="17165"/>
                    <a:pt x="38360" y="17516"/>
                  </a:cubicBezTo>
                  <a:cubicBezTo>
                    <a:pt x="38267" y="17867"/>
                    <a:pt x="38360" y="18219"/>
                    <a:pt x="38638" y="18526"/>
                  </a:cubicBezTo>
                  <a:lnTo>
                    <a:pt x="42534" y="22521"/>
                  </a:lnTo>
                  <a:lnTo>
                    <a:pt x="41838" y="27613"/>
                  </a:lnTo>
                  <a:cubicBezTo>
                    <a:pt x="41792" y="28096"/>
                    <a:pt x="42024" y="28535"/>
                    <a:pt x="42487" y="28754"/>
                  </a:cubicBezTo>
                  <a:lnTo>
                    <a:pt x="50603" y="32618"/>
                  </a:lnTo>
                  <a:cubicBezTo>
                    <a:pt x="50835" y="32749"/>
                    <a:pt x="51160" y="32749"/>
                    <a:pt x="51392" y="32705"/>
                  </a:cubicBezTo>
                  <a:lnTo>
                    <a:pt x="57653" y="31125"/>
                  </a:lnTo>
                  <a:lnTo>
                    <a:pt x="60389" y="34154"/>
                  </a:lnTo>
                  <a:lnTo>
                    <a:pt x="60389" y="44163"/>
                  </a:lnTo>
                  <a:cubicBezTo>
                    <a:pt x="60389" y="44427"/>
                    <a:pt x="60482" y="44690"/>
                    <a:pt x="60714" y="44910"/>
                  </a:cubicBezTo>
                  <a:lnTo>
                    <a:pt x="64563" y="48949"/>
                  </a:lnTo>
                  <a:cubicBezTo>
                    <a:pt x="64888" y="49300"/>
                    <a:pt x="65351" y="49388"/>
                    <a:pt x="65815" y="49256"/>
                  </a:cubicBezTo>
                  <a:lnTo>
                    <a:pt x="70685" y="47588"/>
                  </a:lnTo>
                  <a:lnTo>
                    <a:pt x="80656" y="53514"/>
                  </a:lnTo>
                  <a:cubicBezTo>
                    <a:pt x="80980" y="53734"/>
                    <a:pt x="81398" y="53734"/>
                    <a:pt x="81769" y="53602"/>
                  </a:cubicBezTo>
                  <a:lnTo>
                    <a:pt x="92992" y="48641"/>
                  </a:lnTo>
                  <a:lnTo>
                    <a:pt x="95265" y="54480"/>
                  </a:lnTo>
                  <a:cubicBezTo>
                    <a:pt x="95265" y="54480"/>
                    <a:pt x="95358" y="54699"/>
                    <a:pt x="95450" y="54787"/>
                  </a:cubicBezTo>
                  <a:lnTo>
                    <a:pt x="100876" y="61021"/>
                  </a:lnTo>
                  <a:cubicBezTo>
                    <a:pt x="101247" y="61460"/>
                    <a:pt x="101897" y="61548"/>
                    <a:pt x="102407" y="61241"/>
                  </a:cubicBezTo>
                  <a:lnTo>
                    <a:pt x="107184" y="58299"/>
                  </a:lnTo>
                  <a:lnTo>
                    <a:pt x="107184" y="58475"/>
                  </a:lnTo>
                  <a:cubicBezTo>
                    <a:pt x="107184" y="58914"/>
                    <a:pt x="107462" y="59309"/>
                    <a:pt x="107879" y="59485"/>
                  </a:cubicBezTo>
                  <a:lnTo>
                    <a:pt x="112610" y="61328"/>
                  </a:lnTo>
                  <a:lnTo>
                    <a:pt x="118778" y="63172"/>
                  </a:lnTo>
                  <a:cubicBezTo>
                    <a:pt x="118778" y="63172"/>
                    <a:pt x="119010" y="63216"/>
                    <a:pt x="119103" y="63216"/>
                  </a:cubicBezTo>
                  <a:lnTo>
                    <a:pt x="121143" y="63216"/>
                  </a:lnTo>
                  <a:lnTo>
                    <a:pt x="124111" y="64753"/>
                  </a:lnTo>
                  <a:lnTo>
                    <a:pt x="129120" y="69230"/>
                  </a:lnTo>
                  <a:cubicBezTo>
                    <a:pt x="129120" y="69230"/>
                    <a:pt x="129630" y="69538"/>
                    <a:pt x="129908" y="69538"/>
                  </a:cubicBezTo>
                  <a:lnTo>
                    <a:pt x="134361" y="69538"/>
                  </a:lnTo>
                  <a:lnTo>
                    <a:pt x="135567" y="75069"/>
                  </a:lnTo>
                  <a:lnTo>
                    <a:pt x="127451" y="79240"/>
                  </a:lnTo>
                  <a:cubicBezTo>
                    <a:pt x="127033" y="79459"/>
                    <a:pt x="126801" y="79854"/>
                    <a:pt x="126848" y="80337"/>
                  </a:cubicBezTo>
                  <a:cubicBezTo>
                    <a:pt x="126894" y="80776"/>
                    <a:pt x="127219" y="81127"/>
                    <a:pt x="127682" y="81259"/>
                  </a:cubicBezTo>
                  <a:lnTo>
                    <a:pt x="132135" y="82532"/>
                  </a:lnTo>
                  <a:lnTo>
                    <a:pt x="127729" y="90698"/>
                  </a:lnTo>
                  <a:cubicBezTo>
                    <a:pt x="127590" y="90961"/>
                    <a:pt x="127543" y="91312"/>
                    <a:pt x="127729" y="91619"/>
                  </a:cubicBezTo>
                  <a:cubicBezTo>
                    <a:pt x="127868" y="91927"/>
                    <a:pt x="128100" y="92146"/>
                    <a:pt x="128425" y="92234"/>
                  </a:cubicBezTo>
                  <a:lnTo>
                    <a:pt x="132691" y="93639"/>
                  </a:lnTo>
                  <a:lnTo>
                    <a:pt x="133016" y="100575"/>
                  </a:lnTo>
                  <a:lnTo>
                    <a:pt x="129769" y="104526"/>
                  </a:lnTo>
                  <a:lnTo>
                    <a:pt x="116413" y="104526"/>
                  </a:lnTo>
                  <a:cubicBezTo>
                    <a:pt x="115903" y="104526"/>
                    <a:pt x="115439" y="104833"/>
                    <a:pt x="115300" y="105316"/>
                  </a:cubicBezTo>
                  <a:lnTo>
                    <a:pt x="113584" y="111111"/>
                  </a:lnTo>
                  <a:lnTo>
                    <a:pt x="105978" y="111111"/>
                  </a:lnTo>
                  <a:cubicBezTo>
                    <a:pt x="105375" y="111111"/>
                    <a:pt x="104818" y="111594"/>
                    <a:pt x="104818" y="112165"/>
                  </a:cubicBezTo>
                  <a:lnTo>
                    <a:pt x="104447" y="123447"/>
                  </a:lnTo>
                  <a:lnTo>
                    <a:pt x="104447" y="125510"/>
                  </a:lnTo>
                  <a:cubicBezTo>
                    <a:pt x="104355" y="126125"/>
                    <a:pt x="104865" y="126608"/>
                    <a:pt x="105514" y="126652"/>
                  </a:cubicBezTo>
                  <a:lnTo>
                    <a:pt x="105514" y="126652"/>
                  </a:lnTo>
                  <a:cubicBezTo>
                    <a:pt x="106117" y="126652"/>
                    <a:pt x="106674" y="126169"/>
                    <a:pt x="106674" y="125598"/>
                  </a:cubicBezTo>
                  <a:lnTo>
                    <a:pt x="106766" y="123271"/>
                  </a:lnTo>
                  <a:lnTo>
                    <a:pt x="107091" y="113262"/>
                  </a:lnTo>
                  <a:lnTo>
                    <a:pt x="114465" y="113262"/>
                  </a:lnTo>
                  <a:cubicBezTo>
                    <a:pt x="114975" y="113262"/>
                    <a:pt x="115439" y="112955"/>
                    <a:pt x="115578" y="112472"/>
                  </a:cubicBezTo>
                  <a:lnTo>
                    <a:pt x="117294" y="106677"/>
                  </a:lnTo>
                  <a:lnTo>
                    <a:pt x="130326" y="106677"/>
                  </a:lnTo>
                  <a:cubicBezTo>
                    <a:pt x="130697" y="106677"/>
                    <a:pt x="131022" y="106501"/>
                    <a:pt x="131253" y="106238"/>
                  </a:cubicBezTo>
                  <a:lnTo>
                    <a:pt x="135103" y="101541"/>
                  </a:lnTo>
                  <a:cubicBezTo>
                    <a:pt x="135103" y="101541"/>
                    <a:pt x="135335" y="101058"/>
                    <a:pt x="135335" y="100838"/>
                  </a:cubicBezTo>
                  <a:lnTo>
                    <a:pt x="134964" y="92761"/>
                  </a:lnTo>
                  <a:cubicBezTo>
                    <a:pt x="134964" y="92322"/>
                    <a:pt x="134639" y="91927"/>
                    <a:pt x="134175" y="91751"/>
                  </a:cubicBezTo>
                  <a:lnTo>
                    <a:pt x="130419" y="90522"/>
                  </a:lnTo>
                  <a:lnTo>
                    <a:pt x="134825" y="82313"/>
                  </a:lnTo>
                  <a:cubicBezTo>
                    <a:pt x="134964" y="82005"/>
                    <a:pt x="135010" y="81698"/>
                    <a:pt x="134825" y="81391"/>
                  </a:cubicBezTo>
                  <a:cubicBezTo>
                    <a:pt x="134685" y="81083"/>
                    <a:pt x="134407" y="80864"/>
                    <a:pt x="134082" y="80776"/>
                  </a:cubicBezTo>
                  <a:lnTo>
                    <a:pt x="130929" y="79898"/>
                  </a:lnTo>
                  <a:lnTo>
                    <a:pt x="137375" y="76606"/>
                  </a:lnTo>
                  <a:cubicBezTo>
                    <a:pt x="137839" y="76386"/>
                    <a:pt x="138071" y="75903"/>
                    <a:pt x="137978" y="75420"/>
                  </a:cubicBezTo>
                  <a:lnTo>
                    <a:pt x="136448" y="68177"/>
                  </a:lnTo>
                  <a:cubicBezTo>
                    <a:pt x="136355" y="67650"/>
                    <a:pt x="135845" y="67299"/>
                    <a:pt x="135288" y="67299"/>
                  </a:cubicBezTo>
                  <a:lnTo>
                    <a:pt x="130326" y="67299"/>
                  </a:lnTo>
                  <a:lnTo>
                    <a:pt x="125410" y="62953"/>
                  </a:lnTo>
                  <a:lnTo>
                    <a:pt x="121932" y="61109"/>
                  </a:lnTo>
                  <a:cubicBezTo>
                    <a:pt x="121932" y="61109"/>
                    <a:pt x="121561" y="60977"/>
                    <a:pt x="121375" y="60977"/>
                  </a:cubicBezTo>
                  <a:lnTo>
                    <a:pt x="119242" y="60977"/>
                  </a:lnTo>
                  <a:lnTo>
                    <a:pt x="113352" y="59221"/>
                  </a:lnTo>
                  <a:lnTo>
                    <a:pt x="109410" y="57685"/>
                  </a:lnTo>
                  <a:lnTo>
                    <a:pt x="109410" y="56236"/>
                  </a:lnTo>
                  <a:cubicBezTo>
                    <a:pt x="109410" y="55841"/>
                    <a:pt x="109178" y="55446"/>
                    <a:pt x="108807" y="55270"/>
                  </a:cubicBezTo>
                  <a:cubicBezTo>
                    <a:pt x="108436" y="55095"/>
                    <a:pt x="107972" y="55095"/>
                    <a:pt x="107647" y="55270"/>
                  </a:cubicBezTo>
                  <a:lnTo>
                    <a:pt x="101943" y="58782"/>
                  </a:lnTo>
                  <a:lnTo>
                    <a:pt x="97305" y="53470"/>
                  </a:lnTo>
                  <a:lnTo>
                    <a:pt x="94662" y="46710"/>
                  </a:lnTo>
                  <a:cubicBezTo>
                    <a:pt x="94569" y="46402"/>
                    <a:pt x="94337" y="46183"/>
                    <a:pt x="94012" y="46095"/>
                  </a:cubicBezTo>
                  <a:cubicBezTo>
                    <a:pt x="93734" y="45963"/>
                    <a:pt x="93363" y="46007"/>
                    <a:pt x="93085" y="46095"/>
                  </a:cubicBezTo>
                  <a:lnTo>
                    <a:pt x="81305" y="51319"/>
                  </a:lnTo>
                  <a:lnTo>
                    <a:pt x="71427" y="45437"/>
                  </a:lnTo>
                  <a:cubicBezTo>
                    <a:pt x="71148" y="45261"/>
                    <a:pt x="70777" y="45217"/>
                    <a:pt x="70407" y="45349"/>
                  </a:cubicBezTo>
                  <a:lnTo>
                    <a:pt x="65722" y="46929"/>
                  </a:lnTo>
                  <a:lnTo>
                    <a:pt x="62661" y="43768"/>
                  </a:lnTo>
                  <a:lnTo>
                    <a:pt x="62661" y="33803"/>
                  </a:lnTo>
                  <a:cubicBezTo>
                    <a:pt x="62661" y="33540"/>
                    <a:pt x="62569" y="33276"/>
                    <a:pt x="62383" y="33101"/>
                  </a:cubicBezTo>
                  <a:lnTo>
                    <a:pt x="58905" y="29237"/>
                  </a:lnTo>
                  <a:cubicBezTo>
                    <a:pt x="58627" y="28930"/>
                    <a:pt x="58163" y="28798"/>
                    <a:pt x="57745" y="28886"/>
                  </a:cubicBezTo>
                  <a:lnTo>
                    <a:pt x="51206" y="30510"/>
                  </a:lnTo>
                  <a:lnTo>
                    <a:pt x="44203" y="27218"/>
                  </a:lnTo>
                  <a:lnTo>
                    <a:pt x="44853" y="22433"/>
                  </a:lnTo>
                  <a:cubicBezTo>
                    <a:pt x="44853" y="22126"/>
                    <a:pt x="44806" y="21774"/>
                    <a:pt x="44574" y="21555"/>
                  </a:cubicBezTo>
                  <a:lnTo>
                    <a:pt x="41467" y="18350"/>
                  </a:lnTo>
                  <a:lnTo>
                    <a:pt x="46847" y="16375"/>
                  </a:lnTo>
                  <a:cubicBezTo>
                    <a:pt x="47171" y="16243"/>
                    <a:pt x="47450" y="15980"/>
                    <a:pt x="47543" y="15672"/>
                  </a:cubicBezTo>
                  <a:cubicBezTo>
                    <a:pt x="47635" y="15365"/>
                    <a:pt x="47543" y="15014"/>
                    <a:pt x="47357" y="14707"/>
                  </a:cubicBezTo>
                  <a:lnTo>
                    <a:pt x="36551" y="439"/>
                  </a:lnTo>
                  <a:cubicBezTo>
                    <a:pt x="36319" y="176"/>
                    <a:pt x="35994" y="0"/>
                    <a:pt x="35624" y="0"/>
                  </a:cubicBezTo>
                  <a:lnTo>
                    <a:pt x="35624" y="0"/>
                  </a:lnTo>
                  <a:cubicBezTo>
                    <a:pt x="35253" y="0"/>
                    <a:pt x="34928" y="176"/>
                    <a:pt x="34696" y="439"/>
                  </a:cubicBezTo>
                  <a:lnTo>
                    <a:pt x="32609" y="3073"/>
                  </a:lnTo>
                  <a:lnTo>
                    <a:pt x="30800" y="527"/>
                  </a:lnTo>
                  <a:cubicBezTo>
                    <a:pt x="30568" y="219"/>
                    <a:pt x="30244" y="44"/>
                    <a:pt x="29826" y="44"/>
                  </a:cubicBezTo>
                  <a:lnTo>
                    <a:pt x="24818" y="44"/>
                  </a:lnTo>
                  <a:cubicBezTo>
                    <a:pt x="24447" y="44"/>
                    <a:pt x="24122" y="219"/>
                    <a:pt x="23890" y="483"/>
                  </a:cubicBezTo>
                  <a:lnTo>
                    <a:pt x="21386" y="3600"/>
                  </a:lnTo>
                  <a:lnTo>
                    <a:pt x="14522" y="176"/>
                  </a:lnTo>
                  <a:cubicBezTo>
                    <a:pt x="14244" y="44"/>
                    <a:pt x="13873" y="0"/>
                    <a:pt x="13548" y="132"/>
                  </a:cubicBezTo>
                  <a:cubicBezTo>
                    <a:pt x="13223" y="263"/>
                    <a:pt x="12991" y="483"/>
                    <a:pt x="12899" y="790"/>
                  </a:cubicBezTo>
                  <a:lnTo>
                    <a:pt x="11090" y="5927"/>
                  </a:lnTo>
                  <a:lnTo>
                    <a:pt x="8400" y="7639"/>
                  </a:lnTo>
                  <a:lnTo>
                    <a:pt x="2417" y="5839"/>
                  </a:lnTo>
                  <a:lnTo>
                    <a:pt x="1629" y="5575"/>
                  </a:lnTo>
                  <a:cubicBezTo>
                    <a:pt x="1629" y="5575"/>
                    <a:pt x="1351" y="5575"/>
                    <a:pt x="1211" y="55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3" name="Freeform: Shape 2372">
              <a:extLst>
                <a:ext uri="{FF2B5EF4-FFF2-40B4-BE49-F238E27FC236}">
                  <a16:creationId xmlns:a16="http://schemas.microsoft.com/office/drawing/2014/main" id="{35111B1C-E087-706E-C4BC-2ED273C2B2C6}"/>
                </a:ext>
              </a:extLst>
            </p:cNvPr>
            <p:cNvSpPr>
              <a:spLocks/>
            </p:cNvSpPr>
            <p:nvPr/>
          </p:nvSpPr>
          <p:spPr>
            <a:xfrm>
              <a:off x="6625675" y="2991158"/>
              <a:ext cx="160752" cy="53140"/>
            </a:xfrm>
            <a:custGeom>
              <a:avLst/>
              <a:gdLst>
                <a:gd name="connsiteX0" fmla="*/ 659 w 107697"/>
                <a:gd name="connsiteY0" fmla="*/ 8648 h 35602"/>
                <a:gd name="connsiteX1" fmla="*/ 2235 w 107697"/>
                <a:gd name="connsiteY1" fmla="*/ 8209 h 35602"/>
                <a:gd name="connsiteX2" fmla="*/ 4554 w 107697"/>
                <a:gd name="connsiteY2" fmla="*/ 4302 h 35602"/>
                <a:gd name="connsiteX3" fmla="*/ 5807 w 107697"/>
                <a:gd name="connsiteY3" fmla="*/ 2195 h 35602"/>
                <a:gd name="connsiteX4" fmla="*/ 12253 w 107697"/>
                <a:gd name="connsiteY4" fmla="*/ 2195 h 35602"/>
                <a:gd name="connsiteX5" fmla="*/ 30618 w 107697"/>
                <a:gd name="connsiteY5" fmla="*/ 8692 h 35602"/>
                <a:gd name="connsiteX6" fmla="*/ 31036 w 107697"/>
                <a:gd name="connsiteY6" fmla="*/ 8780 h 35602"/>
                <a:gd name="connsiteX7" fmla="*/ 47592 w 107697"/>
                <a:gd name="connsiteY7" fmla="*/ 8780 h 35602"/>
                <a:gd name="connsiteX8" fmla="*/ 56543 w 107697"/>
                <a:gd name="connsiteY8" fmla="*/ 16550 h 35602"/>
                <a:gd name="connsiteX9" fmla="*/ 57332 w 107697"/>
                <a:gd name="connsiteY9" fmla="*/ 16858 h 35602"/>
                <a:gd name="connsiteX10" fmla="*/ 62711 w 107697"/>
                <a:gd name="connsiteY10" fmla="*/ 16858 h 35602"/>
                <a:gd name="connsiteX11" fmla="*/ 64752 w 107697"/>
                <a:gd name="connsiteY11" fmla="*/ 22345 h 35602"/>
                <a:gd name="connsiteX12" fmla="*/ 65448 w 107697"/>
                <a:gd name="connsiteY12" fmla="*/ 23004 h 35602"/>
                <a:gd name="connsiteX13" fmla="*/ 76254 w 107697"/>
                <a:gd name="connsiteY13" fmla="*/ 26867 h 35602"/>
                <a:gd name="connsiteX14" fmla="*/ 76671 w 107697"/>
                <a:gd name="connsiteY14" fmla="*/ 26955 h 35602"/>
                <a:gd name="connsiteX15" fmla="*/ 88033 w 107697"/>
                <a:gd name="connsiteY15" fmla="*/ 26955 h 35602"/>
                <a:gd name="connsiteX16" fmla="*/ 94202 w 107697"/>
                <a:gd name="connsiteY16" fmla="*/ 29194 h 35602"/>
                <a:gd name="connsiteX17" fmla="*/ 105378 w 107697"/>
                <a:gd name="connsiteY17" fmla="*/ 35603 h 35602"/>
                <a:gd name="connsiteX18" fmla="*/ 106306 w 107697"/>
                <a:gd name="connsiteY18" fmla="*/ 34637 h 35602"/>
                <a:gd name="connsiteX19" fmla="*/ 106584 w 107697"/>
                <a:gd name="connsiteY19" fmla="*/ 34505 h 35602"/>
                <a:gd name="connsiteX20" fmla="*/ 106955 w 107697"/>
                <a:gd name="connsiteY20" fmla="*/ 34330 h 35602"/>
                <a:gd name="connsiteX21" fmla="*/ 107373 w 107697"/>
                <a:gd name="connsiteY21" fmla="*/ 34330 h 35602"/>
                <a:gd name="connsiteX22" fmla="*/ 107651 w 107697"/>
                <a:gd name="connsiteY22" fmla="*/ 34330 h 35602"/>
                <a:gd name="connsiteX23" fmla="*/ 107697 w 107697"/>
                <a:gd name="connsiteY23" fmla="*/ 34330 h 35602"/>
                <a:gd name="connsiteX24" fmla="*/ 95175 w 107697"/>
                <a:gd name="connsiteY24" fmla="*/ 27218 h 35602"/>
                <a:gd name="connsiteX25" fmla="*/ 88590 w 107697"/>
                <a:gd name="connsiteY25" fmla="*/ 24847 h 35602"/>
                <a:gd name="connsiteX26" fmla="*/ 88173 w 107697"/>
                <a:gd name="connsiteY26" fmla="*/ 24760 h 35602"/>
                <a:gd name="connsiteX27" fmla="*/ 76764 w 107697"/>
                <a:gd name="connsiteY27" fmla="*/ 24760 h 35602"/>
                <a:gd name="connsiteX28" fmla="*/ 66653 w 107697"/>
                <a:gd name="connsiteY28" fmla="*/ 21160 h 35602"/>
                <a:gd name="connsiteX29" fmla="*/ 64520 w 107697"/>
                <a:gd name="connsiteY29" fmla="*/ 15409 h 35602"/>
                <a:gd name="connsiteX30" fmla="*/ 63407 w 107697"/>
                <a:gd name="connsiteY30" fmla="*/ 14663 h 35602"/>
                <a:gd name="connsiteX31" fmla="*/ 57656 w 107697"/>
                <a:gd name="connsiteY31" fmla="*/ 14663 h 35602"/>
                <a:gd name="connsiteX32" fmla="*/ 48705 w 107697"/>
                <a:gd name="connsiteY32" fmla="*/ 6892 h 35602"/>
                <a:gd name="connsiteX33" fmla="*/ 47917 w 107697"/>
                <a:gd name="connsiteY33" fmla="*/ 6585 h 35602"/>
                <a:gd name="connsiteX34" fmla="*/ 31128 w 107697"/>
                <a:gd name="connsiteY34" fmla="*/ 6585 h 35602"/>
                <a:gd name="connsiteX35" fmla="*/ 12763 w 107697"/>
                <a:gd name="connsiteY35" fmla="*/ 88 h 35602"/>
                <a:gd name="connsiteX36" fmla="*/ 12346 w 107697"/>
                <a:gd name="connsiteY36" fmla="*/ 0 h 35602"/>
                <a:gd name="connsiteX37" fmla="*/ 5018 w 107697"/>
                <a:gd name="connsiteY37" fmla="*/ 0 h 35602"/>
                <a:gd name="connsiteX38" fmla="*/ 3998 w 107697"/>
                <a:gd name="connsiteY38" fmla="*/ 571 h 35602"/>
                <a:gd name="connsiteX39" fmla="*/ 2745 w 107697"/>
                <a:gd name="connsiteY39" fmla="*/ 2722 h 35602"/>
                <a:gd name="connsiteX40" fmla="*/ 148 w 107697"/>
                <a:gd name="connsiteY40" fmla="*/ 7156 h 35602"/>
                <a:gd name="connsiteX41" fmla="*/ 612 w 107697"/>
                <a:gd name="connsiteY41" fmla="*/ 8648 h 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7697" h="35602">
                  <a:moveTo>
                    <a:pt x="659" y="8648"/>
                  </a:moveTo>
                  <a:cubicBezTo>
                    <a:pt x="1215" y="8956"/>
                    <a:pt x="1911" y="8736"/>
                    <a:pt x="2235" y="8209"/>
                  </a:cubicBezTo>
                  <a:lnTo>
                    <a:pt x="4554" y="4302"/>
                  </a:lnTo>
                  <a:lnTo>
                    <a:pt x="5807" y="2195"/>
                  </a:lnTo>
                  <a:lnTo>
                    <a:pt x="12253" y="2195"/>
                  </a:lnTo>
                  <a:lnTo>
                    <a:pt x="30618" y="8692"/>
                  </a:lnTo>
                  <a:cubicBezTo>
                    <a:pt x="30618" y="8692"/>
                    <a:pt x="30897" y="8780"/>
                    <a:pt x="31036" y="8780"/>
                  </a:cubicBezTo>
                  <a:lnTo>
                    <a:pt x="47592" y="8780"/>
                  </a:lnTo>
                  <a:lnTo>
                    <a:pt x="56543" y="16550"/>
                  </a:lnTo>
                  <a:cubicBezTo>
                    <a:pt x="56543" y="16550"/>
                    <a:pt x="57053" y="16858"/>
                    <a:pt x="57332" y="16858"/>
                  </a:cubicBezTo>
                  <a:lnTo>
                    <a:pt x="62711" y="16858"/>
                  </a:lnTo>
                  <a:lnTo>
                    <a:pt x="64752" y="22345"/>
                  </a:lnTo>
                  <a:cubicBezTo>
                    <a:pt x="64845" y="22652"/>
                    <a:pt x="65123" y="22872"/>
                    <a:pt x="65448" y="23004"/>
                  </a:cubicBezTo>
                  <a:lnTo>
                    <a:pt x="76254" y="26867"/>
                  </a:lnTo>
                  <a:cubicBezTo>
                    <a:pt x="76254" y="26867"/>
                    <a:pt x="76532" y="26955"/>
                    <a:pt x="76671" y="26955"/>
                  </a:cubicBezTo>
                  <a:lnTo>
                    <a:pt x="88033" y="26955"/>
                  </a:lnTo>
                  <a:lnTo>
                    <a:pt x="94202" y="29194"/>
                  </a:lnTo>
                  <a:lnTo>
                    <a:pt x="105378" y="35603"/>
                  </a:lnTo>
                  <a:lnTo>
                    <a:pt x="106306" y="34637"/>
                  </a:lnTo>
                  <a:cubicBezTo>
                    <a:pt x="106306" y="34637"/>
                    <a:pt x="106491" y="34549"/>
                    <a:pt x="106584" y="34505"/>
                  </a:cubicBezTo>
                  <a:cubicBezTo>
                    <a:pt x="106724" y="34418"/>
                    <a:pt x="106816" y="34374"/>
                    <a:pt x="106955" y="34330"/>
                  </a:cubicBezTo>
                  <a:cubicBezTo>
                    <a:pt x="107094" y="34330"/>
                    <a:pt x="107234" y="34330"/>
                    <a:pt x="107373" y="34330"/>
                  </a:cubicBezTo>
                  <a:cubicBezTo>
                    <a:pt x="107465" y="34330"/>
                    <a:pt x="107558" y="34330"/>
                    <a:pt x="107651" y="34330"/>
                  </a:cubicBezTo>
                  <a:lnTo>
                    <a:pt x="107697" y="34330"/>
                  </a:lnTo>
                  <a:cubicBezTo>
                    <a:pt x="107697" y="34330"/>
                    <a:pt x="95175" y="27218"/>
                    <a:pt x="95175" y="27218"/>
                  </a:cubicBezTo>
                  <a:lnTo>
                    <a:pt x="88590" y="24847"/>
                  </a:lnTo>
                  <a:cubicBezTo>
                    <a:pt x="88590" y="24847"/>
                    <a:pt x="88312" y="24760"/>
                    <a:pt x="88173" y="24760"/>
                  </a:cubicBezTo>
                  <a:lnTo>
                    <a:pt x="76764" y="24760"/>
                  </a:lnTo>
                  <a:lnTo>
                    <a:pt x="66653" y="21160"/>
                  </a:lnTo>
                  <a:lnTo>
                    <a:pt x="64520" y="15409"/>
                  </a:lnTo>
                  <a:cubicBezTo>
                    <a:pt x="64335" y="14970"/>
                    <a:pt x="63917" y="14663"/>
                    <a:pt x="63407" y="14663"/>
                  </a:cubicBezTo>
                  <a:lnTo>
                    <a:pt x="57656" y="14663"/>
                  </a:lnTo>
                  <a:lnTo>
                    <a:pt x="48705" y="6892"/>
                  </a:lnTo>
                  <a:cubicBezTo>
                    <a:pt x="48705" y="6892"/>
                    <a:pt x="48195" y="6585"/>
                    <a:pt x="47917" y="6585"/>
                  </a:cubicBezTo>
                  <a:lnTo>
                    <a:pt x="31128" y="6585"/>
                  </a:lnTo>
                  <a:lnTo>
                    <a:pt x="12763" y="88"/>
                  </a:lnTo>
                  <a:cubicBezTo>
                    <a:pt x="12763" y="88"/>
                    <a:pt x="12485" y="0"/>
                    <a:pt x="12346" y="0"/>
                  </a:cubicBezTo>
                  <a:lnTo>
                    <a:pt x="5018" y="0"/>
                  </a:lnTo>
                  <a:cubicBezTo>
                    <a:pt x="4601" y="0"/>
                    <a:pt x="4230" y="219"/>
                    <a:pt x="3998" y="571"/>
                  </a:cubicBezTo>
                  <a:lnTo>
                    <a:pt x="2745" y="2722"/>
                  </a:lnTo>
                  <a:lnTo>
                    <a:pt x="148" y="7156"/>
                  </a:lnTo>
                  <a:cubicBezTo>
                    <a:pt x="-176" y="7683"/>
                    <a:pt x="56" y="8341"/>
                    <a:pt x="612" y="86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4" name="Freeform: Shape 2373">
              <a:extLst>
                <a:ext uri="{FF2B5EF4-FFF2-40B4-BE49-F238E27FC236}">
                  <a16:creationId xmlns:a16="http://schemas.microsoft.com/office/drawing/2014/main" id="{5ECC2D1C-4B87-9E52-9674-739B05F95EF4}"/>
                </a:ext>
              </a:extLst>
            </p:cNvPr>
            <p:cNvSpPr>
              <a:spLocks/>
            </p:cNvSpPr>
            <p:nvPr/>
          </p:nvSpPr>
          <p:spPr>
            <a:xfrm>
              <a:off x="6785736" y="3042104"/>
              <a:ext cx="55691" cy="23687"/>
            </a:xfrm>
            <a:custGeom>
              <a:avLst/>
              <a:gdLst>
                <a:gd name="connsiteX0" fmla="*/ 93 w 37310"/>
                <a:gd name="connsiteY0" fmla="*/ 110 h 15869"/>
                <a:gd name="connsiteX1" fmla="*/ 649 w 37310"/>
                <a:gd name="connsiteY1" fmla="*/ 285 h 15869"/>
                <a:gd name="connsiteX2" fmla="*/ 742 w 37310"/>
                <a:gd name="connsiteY2" fmla="*/ 1822 h 15869"/>
                <a:gd name="connsiteX3" fmla="*/ 185 w 37310"/>
                <a:gd name="connsiteY3" fmla="*/ 2436 h 15869"/>
                <a:gd name="connsiteX4" fmla="*/ 3849 w 37310"/>
                <a:gd name="connsiteY4" fmla="*/ 4061 h 15869"/>
                <a:gd name="connsiteX5" fmla="*/ 12707 w 37310"/>
                <a:gd name="connsiteY5" fmla="*/ 11963 h 15869"/>
                <a:gd name="connsiteX6" fmla="*/ 17716 w 37310"/>
                <a:gd name="connsiteY6" fmla="*/ 15650 h 15869"/>
                <a:gd name="connsiteX7" fmla="*/ 18412 w 37310"/>
                <a:gd name="connsiteY7" fmla="*/ 15870 h 15869"/>
                <a:gd name="connsiteX8" fmla="*/ 18597 w 37310"/>
                <a:gd name="connsiteY8" fmla="*/ 15870 h 15869"/>
                <a:gd name="connsiteX9" fmla="*/ 22864 w 37310"/>
                <a:gd name="connsiteY9" fmla="*/ 15168 h 15869"/>
                <a:gd name="connsiteX10" fmla="*/ 23467 w 37310"/>
                <a:gd name="connsiteY10" fmla="*/ 14860 h 15869"/>
                <a:gd name="connsiteX11" fmla="*/ 34365 w 37310"/>
                <a:gd name="connsiteY11" fmla="*/ 4368 h 15869"/>
                <a:gd name="connsiteX12" fmla="*/ 36963 w 37310"/>
                <a:gd name="connsiteY12" fmla="*/ 1866 h 15869"/>
                <a:gd name="connsiteX13" fmla="*/ 36963 w 37310"/>
                <a:gd name="connsiteY13" fmla="*/ 329 h 15869"/>
                <a:gd name="connsiteX14" fmla="*/ 35339 w 37310"/>
                <a:gd name="connsiteY14" fmla="*/ 329 h 15869"/>
                <a:gd name="connsiteX15" fmla="*/ 32881 w 37310"/>
                <a:gd name="connsiteY15" fmla="*/ 2700 h 15869"/>
                <a:gd name="connsiteX16" fmla="*/ 22076 w 37310"/>
                <a:gd name="connsiteY16" fmla="*/ 13104 h 15869"/>
                <a:gd name="connsiteX17" fmla="*/ 18690 w 37310"/>
                <a:gd name="connsiteY17" fmla="*/ 13675 h 15869"/>
                <a:gd name="connsiteX18" fmla="*/ 14145 w 37310"/>
                <a:gd name="connsiteY18" fmla="*/ 10338 h 15869"/>
                <a:gd name="connsiteX19" fmla="*/ 5241 w 37310"/>
                <a:gd name="connsiteY19" fmla="*/ 2393 h 15869"/>
                <a:gd name="connsiteX20" fmla="*/ 4916 w 37310"/>
                <a:gd name="connsiteY20" fmla="*/ 2173 h 15869"/>
                <a:gd name="connsiteX21" fmla="*/ 325 w 37310"/>
                <a:gd name="connsiteY21" fmla="*/ 154 h 15869"/>
                <a:gd name="connsiteX22" fmla="*/ 278 w 37310"/>
                <a:gd name="connsiteY22" fmla="*/ 154 h 15869"/>
                <a:gd name="connsiteX23" fmla="*/ 0 w 37310"/>
                <a:gd name="connsiteY23" fmla="*/ 154 h 15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310" h="15869">
                  <a:moveTo>
                    <a:pt x="93" y="110"/>
                  </a:moveTo>
                  <a:cubicBezTo>
                    <a:pt x="93" y="110"/>
                    <a:pt x="510" y="154"/>
                    <a:pt x="649" y="285"/>
                  </a:cubicBezTo>
                  <a:cubicBezTo>
                    <a:pt x="1113" y="680"/>
                    <a:pt x="1159" y="1383"/>
                    <a:pt x="742" y="1822"/>
                  </a:cubicBezTo>
                  <a:lnTo>
                    <a:pt x="185" y="2436"/>
                  </a:lnTo>
                  <a:lnTo>
                    <a:pt x="3849" y="4061"/>
                  </a:lnTo>
                  <a:lnTo>
                    <a:pt x="12707" y="11963"/>
                  </a:lnTo>
                  <a:lnTo>
                    <a:pt x="17716" y="15650"/>
                  </a:lnTo>
                  <a:cubicBezTo>
                    <a:pt x="17716" y="15650"/>
                    <a:pt x="18180" y="15870"/>
                    <a:pt x="18412" y="15870"/>
                  </a:cubicBezTo>
                  <a:cubicBezTo>
                    <a:pt x="18458" y="15870"/>
                    <a:pt x="18551" y="15870"/>
                    <a:pt x="18597" y="15870"/>
                  </a:cubicBezTo>
                  <a:lnTo>
                    <a:pt x="22864" y="15168"/>
                  </a:lnTo>
                  <a:cubicBezTo>
                    <a:pt x="23096" y="15168"/>
                    <a:pt x="23328" y="15036"/>
                    <a:pt x="23467" y="14860"/>
                  </a:cubicBezTo>
                  <a:lnTo>
                    <a:pt x="34365" y="4368"/>
                  </a:lnTo>
                  <a:lnTo>
                    <a:pt x="36963" y="1866"/>
                  </a:lnTo>
                  <a:cubicBezTo>
                    <a:pt x="37426" y="1427"/>
                    <a:pt x="37426" y="724"/>
                    <a:pt x="36963" y="329"/>
                  </a:cubicBezTo>
                  <a:cubicBezTo>
                    <a:pt x="36499" y="-110"/>
                    <a:pt x="35757" y="-110"/>
                    <a:pt x="35339" y="329"/>
                  </a:cubicBezTo>
                  <a:lnTo>
                    <a:pt x="32881" y="2700"/>
                  </a:lnTo>
                  <a:lnTo>
                    <a:pt x="22076" y="13104"/>
                  </a:lnTo>
                  <a:lnTo>
                    <a:pt x="18690" y="13675"/>
                  </a:lnTo>
                  <a:lnTo>
                    <a:pt x="14145" y="10338"/>
                  </a:lnTo>
                  <a:lnTo>
                    <a:pt x="5241" y="2393"/>
                  </a:lnTo>
                  <a:cubicBezTo>
                    <a:pt x="5241" y="2393"/>
                    <a:pt x="5055" y="2261"/>
                    <a:pt x="4916" y="2173"/>
                  </a:cubicBezTo>
                  <a:lnTo>
                    <a:pt x="325" y="154"/>
                  </a:lnTo>
                  <a:lnTo>
                    <a:pt x="278" y="154"/>
                  </a:lnTo>
                  <a:cubicBezTo>
                    <a:pt x="278" y="154"/>
                    <a:pt x="93" y="154"/>
                    <a:pt x="0" y="15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5" name="Freeform: Shape 2374">
              <a:extLst>
                <a:ext uri="{FF2B5EF4-FFF2-40B4-BE49-F238E27FC236}">
                  <a16:creationId xmlns:a16="http://schemas.microsoft.com/office/drawing/2014/main" id="{4194CFE0-A433-D753-85DA-1A03F2803BEF}"/>
                </a:ext>
              </a:extLst>
            </p:cNvPr>
            <p:cNvSpPr>
              <a:spLocks/>
            </p:cNvSpPr>
            <p:nvPr/>
          </p:nvSpPr>
          <p:spPr>
            <a:xfrm>
              <a:off x="6784628" y="3042268"/>
              <a:ext cx="553" cy="262"/>
            </a:xfrm>
            <a:custGeom>
              <a:avLst/>
              <a:gdLst>
                <a:gd name="connsiteX0" fmla="*/ 0 w 371"/>
                <a:gd name="connsiteY0" fmla="*/ 176 h 175"/>
                <a:gd name="connsiteX1" fmla="*/ 371 w 371"/>
                <a:gd name="connsiteY1" fmla="*/ 0 h 175"/>
                <a:gd name="connsiteX2" fmla="*/ 0 w 371"/>
                <a:gd name="connsiteY2" fmla="*/ 176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175">
                  <a:moveTo>
                    <a:pt x="0" y="176"/>
                  </a:moveTo>
                  <a:cubicBezTo>
                    <a:pt x="0" y="176"/>
                    <a:pt x="232" y="44"/>
                    <a:pt x="371" y="0"/>
                  </a:cubicBezTo>
                  <a:cubicBezTo>
                    <a:pt x="232" y="0"/>
                    <a:pt x="93" y="88"/>
                    <a:pt x="0" y="1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6" name="Freeform: Shape 2375">
              <a:extLst>
                <a:ext uri="{FF2B5EF4-FFF2-40B4-BE49-F238E27FC236}">
                  <a16:creationId xmlns:a16="http://schemas.microsoft.com/office/drawing/2014/main" id="{7CADB702-3217-934C-52DB-6415910E73B4}"/>
                </a:ext>
              </a:extLst>
            </p:cNvPr>
            <p:cNvSpPr>
              <a:spLocks/>
            </p:cNvSpPr>
            <p:nvPr/>
          </p:nvSpPr>
          <p:spPr>
            <a:xfrm>
              <a:off x="6656800" y="3045310"/>
              <a:ext cx="56041" cy="24675"/>
            </a:xfrm>
            <a:custGeom>
              <a:avLst/>
              <a:gdLst>
                <a:gd name="connsiteX0" fmla="*/ 36108 w 37545"/>
                <a:gd name="connsiteY0" fmla="*/ 16268 h 16531"/>
                <a:gd name="connsiteX1" fmla="*/ 36108 w 37545"/>
                <a:gd name="connsiteY1" fmla="*/ 16005 h 16531"/>
                <a:gd name="connsiteX2" fmla="*/ 36108 w 37545"/>
                <a:gd name="connsiteY2" fmla="*/ 15610 h 16531"/>
                <a:gd name="connsiteX3" fmla="*/ 36294 w 37545"/>
                <a:gd name="connsiteY3" fmla="*/ 15259 h 16531"/>
                <a:gd name="connsiteX4" fmla="*/ 36433 w 37545"/>
                <a:gd name="connsiteY4" fmla="*/ 15039 h 16531"/>
                <a:gd name="connsiteX5" fmla="*/ 36572 w 37545"/>
                <a:gd name="connsiteY5" fmla="*/ 15039 h 16531"/>
                <a:gd name="connsiteX6" fmla="*/ 36711 w 37545"/>
                <a:gd name="connsiteY6" fmla="*/ 14908 h 16531"/>
                <a:gd name="connsiteX7" fmla="*/ 37546 w 37545"/>
                <a:gd name="connsiteY7" fmla="*/ 14556 h 16531"/>
                <a:gd name="connsiteX8" fmla="*/ 34624 w 37545"/>
                <a:gd name="connsiteY8" fmla="*/ 10649 h 16531"/>
                <a:gd name="connsiteX9" fmla="*/ 28827 w 37545"/>
                <a:gd name="connsiteY9" fmla="*/ 2133 h 16531"/>
                <a:gd name="connsiteX10" fmla="*/ 27853 w 37545"/>
                <a:gd name="connsiteY10" fmla="*/ 1650 h 16531"/>
                <a:gd name="connsiteX11" fmla="*/ 10276 w 37545"/>
                <a:gd name="connsiteY11" fmla="*/ 1650 h 16531"/>
                <a:gd name="connsiteX12" fmla="*/ 8328 w 37545"/>
                <a:gd name="connsiteY12" fmla="*/ 1298 h 16531"/>
                <a:gd name="connsiteX13" fmla="*/ 1372 w 37545"/>
                <a:gd name="connsiteY13" fmla="*/ 25 h 16531"/>
                <a:gd name="connsiteX14" fmla="*/ 27 w 37545"/>
                <a:gd name="connsiteY14" fmla="*/ 903 h 16531"/>
                <a:gd name="connsiteX15" fmla="*/ 954 w 37545"/>
                <a:gd name="connsiteY15" fmla="*/ 2177 h 16531"/>
                <a:gd name="connsiteX16" fmla="*/ 7725 w 37545"/>
                <a:gd name="connsiteY16" fmla="*/ 3406 h 16531"/>
                <a:gd name="connsiteX17" fmla="*/ 10044 w 37545"/>
                <a:gd name="connsiteY17" fmla="*/ 3845 h 16531"/>
                <a:gd name="connsiteX18" fmla="*/ 27204 w 37545"/>
                <a:gd name="connsiteY18" fmla="*/ 3845 h 16531"/>
                <a:gd name="connsiteX19" fmla="*/ 32676 w 37545"/>
                <a:gd name="connsiteY19" fmla="*/ 11878 h 16531"/>
                <a:gd name="connsiteX20" fmla="*/ 36155 w 37545"/>
                <a:gd name="connsiteY20" fmla="*/ 16532 h 16531"/>
                <a:gd name="connsiteX21" fmla="*/ 36155 w 37545"/>
                <a:gd name="connsiteY21" fmla="*/ 16532 h 16531"/>
                <a:gd name="connsiteX22" fmla="*/ 36155 w 37545"/>
                <a:gd name="connsiteY22" fmla="*/ 16444 h 16531"/>
                <a:gd name="connsiteX23" fmla="*/ 36016 w 37545"/>
                <a:gd name="connsiteY23" fmla="*/ 16312 h 1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545" h="16531">
                  <a:moveTo>
                    <a:pt x="36108" y="16268"/>
                  </a:moveTo>
                  <a:cubicBezTo>
                    <a:pt x="36108" y="16268"/>
                    <a:pt x="36108" y="16093"/>
                    <a:pt x="36108" y="16005"/>
                  </a:cubicBezTo>
                  <a:cubicBezTo>
                    <a:pt x="36108" y="15873"/>
                    <a:pt x="36108" y="15742"/>
                    <a:pt x="36108" y="15610"/>
                  </a:cubicBezTo>
                  <a:cubicBezTo>
                    <a:pt x="36108" y="15478"/>
                    <a:pt x="36201" y="15347"/>
                    <a:pt x="36294" y="15259"/>
                  </a:cubicBezTo>
                  <a:cubicBezTo>
                    <a:pt x="36340" y="15171"/>
                    <a:pt x="36340" y="15083"/>
                    <a:pt x="36433" y="15039"/>
                  </a:cubicBezTo>
                  <a:cubicBezTo>
                    <a:pt x="36479" y="15039"/>
                    <a:pt x="36526" y="15039"/>
                    <a:pt x="36572" y="15039"/>
                  </a:cubicBezTo>
                  <a:cubicBezTo>
                    <a:pt x="36619" y="15039"/>
                    <a:pt x="36619" y="14951"/>
                    <a:pt x="36711" y="14908"/>
                  </a:cubicBezTo>
                  <a:lnTo>
                    <a:pt x="37546" y="14556"/>
                  </a:lnTo>
                  <a:lnTo>
                    <a:pt x="34624" y="10649"/>
                  </a:lnTo>
                  <a:lnTo>
                    <a:pt x="28827" y="2133"/>
                  </a:lnTo>
                  <a:cubicBezTo>
                    <a:pt x="28595" y="1825"/>
                    <a:pt x="28270" y="1650"/>
                    <a:pt x="27853" y="1650"/>
                  </a:cubicBezTo>
                  <a:lnTo>
                    <a:pt x="10276" y="1650"/>
                  </a:lnTo>
                  <a:cubicBezTo>
                    <a:pt x="10276" y="1650"/>
                    <a:pt x="8328" y="1298"/>
                    <a:pt x="8328" y="1298"/>
                  </a:cubicBezTo>
                  <a:lnTo>
                    <a:pt x="1372" y="25"/>
                  </a:lnTo>
                  <a:cubicBezTo>
                    <a:pt x="722" y="-106"/>
                    <a:pt x="119" y="289"/>
                    <a:pt x="27" y="903"/>
                  </a:cubicBezTo>
                  <a:cubicBezTo>
                    <a:pt x="-112" y="1518"/>
                    <a:pt x="305" y="2089"/>
                    <a:pt x="954" y="2177"/>
                  </a:cubicBezTo>
                  <a:lnTo>
                    <a:pt x="7725" y="3406"/>
                  </a:lnTo>
                  <a:lnTo>
                    <a:pt x="10044" y="3845"/>
                  </a:lnTo>
                  <a:lnTo>
                    <a:pt x="27204" y="3845"/>
                  </a:lnTo>
                  <a:lnTo>
                    <a:pt x="32676" y="11878"/>
                  </a:lnTo>
                  <a:lnTo>
                    <a:pt x="36155" y="16532"/>
                  </a:lnTo>
                  <a:cubicBezTo>
                    <a:pt x="36155" y="16532"/>
                    <a:pt x="36155" y="16532"/>
                    <a:pt x="36155" y="16532"/>
                  </a:cubicBezTo>
                  <a:cubicBezTo>
                    <a:pt x="36155" y="16532"/>
                    <a:pt x="36155" y="16488"/>
                    <a:pt x="36155" y="16444"/>
                  </a:cubicBezTo>
                  <a:cubicBezTo>
                    <a:pt x="36155" y="16400"/>
                    <a:pt x="36062" y="16356"/>
                    <a:pt x="36016" y="163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7" name="Freeform: Shape 2376">
              <a:extLst>
                <a:ext uri="{FF2B5EF4-FFF2-40B4-BE49-F238E27FC236}">
                  <a16:creationId xmlns:a16="http://schemas.microsoft.com/office/drawing/2014/main" id="{BA71DFD5-EEC5-07B8-01D6-100B36BA37D1}"/>
                </a:ext>
              </a:extLst>
            </p:cNvPr>
            <p:cNvSpPr>
              <a:spLocks/>
            </p:cNvSpPr>
            <p:nvPr/>
          </p:nvSpPr>
          <p:spPr>
            <a:xfrm>
              <a:off x="6711389" y="3042435"/>
              <a:ext cx="83483" cy="28227"/>
            </a:xfrm>
            <a:custGeom>
              <a:avLst/>
              <a:gdLst>
                <a:gd name="connsiteX0" fmla="*/ 43502 w 55930"/>
                <a:gd name="connsiteY0" fmla="*/ 6341 h 18911"/>
                <a:gd name="connsiteX1" fmla="*/ 43919 w 55930"/>
                <a:gd name="connsiteY1" fmla="*/ 7087 h 18911"/>
                <a:gd name="connsiteX2" fmla="*/ 52870 w 55930"/>
                <a:gd name="connsiteY2" fmla="*/ 13892 h 18911"/>
                <a:gd name="connsiteX3" fmla="*/ 49995 w 55930"/>
                <a:gd name="connsiteY3" fmla="*/ 16131 h 18911"/>
                <a:gd name="connsiteX4" fmla="*/ 49484 w 55930"/>
                <a:gd name="connsiteY4" fmla="*/ 16526 h 18911"/>
                <a:gd name="connsiteX5" fmla="*/ 49438 w 55930"/>
                <a:gd name="connsiteY5" fmla="*/ 16526 h 18911"/>
                <a:gd name="connsiteX6" fmla="*/ 38632 w 55930"/>
                <a:gd name="connsiteY6" fmla="*/ 13629 h 18911"/>
                <a:gd name="connsiteX7" fmla="*/ 30702 w 55930"/>
                <a:gd name="connsiteY7" fmla="*/ 7570 h 18911"/>
                <a:gd name="connsiteX8" fmla="*/ 29310 w 55930"/>
                <a:gd name="connsiteY8" fmla="*/ 7526 h 18911"/>
                <a:gd name="connsiteX9" fmla="*/ 22215 w 55930"/>
                <a:gd name="connsiteY9" fmla="*/ 12048 h 18911"/>
                <a:gd name="connsiteX10" fmla="*/ 9739 w 55930"/>
                <a:gd name="connsiteY10" fmla="*/ 13058 h 18911"/>
                <a:gd name="connsiteX11" fmla="*/ 9414 w 55930"/>
                <a:gd name="connsiteY11" fmla="*/ 13146 h 18911"/>
                <a:gd name="connsiteX12" fmla="*/ 974 w 55930"/>
                <a:gd name="connsiteY12" fmla="*/ 16438 h 18911"/>
                <a:gd name="connsiteX13" fmla="*/ 139 w 55930"/>
                <a:gd name="connsiteY13" fmla="*/ 16789 h 18911"/>
                <a:gd name="connsiteX14" fmla="*/ 0 w 55930"/>
                <a:gd name="connsiteY14" fmla="*/ 16921 h 18911"/>
                <a:gd name="connsiteX15" fmla="*/ 1484 w 55930"/>
                <a:gd name="connsiteY15" fmla="*/ 17141 h 18911"/>
                <a:gd name="connsiteX16" fmla="*/ 2458 w 55930"/>
                <a:gd name="connsiteY16" fmla="*/ 18282 h 18911"/>
                <a:gd name="connsiteX17" fmla="*/ 10157 w 55930"/>
                <a:gd name="connsiteY17" fmla="*/ 15253 h 18911"/>
                <a:gd name="connsiteX18" fmla="*/ 22725 w 55930"/>
                <a:gd name="connsiteY18" fmla="*/ 14243 h 18911"/>
                <a:gd name="connsiteX19" fmla="*/ 23281 w 55930"/>
                <a:gd name="connsiteY19" fmla="*/ 14068 h 18911"/>
                <a:gd name="connsiteX20" fmla="*/ 25090 w 55930"/>
                <a:gd name="connsiteY20" fmla="*/ 12926 h 18911"/>
                <a:gd name="connsiteX21" fmla="*/ 24441 w 55930"/>
                <a:gd name="connsiteY21" fmla="*/ 12356 h 18911"/>
                <a:gd name="connsiteX22" fmla="*/ 24348 w 55930"/>
                <a:gd name="connsiteY22" fmla="*/ 10819 h 18911"/>
                <a:gd name="connsiteX23" fmla="*/ 25971 w 55930"/>
                <a:gd name="connsiteY23" fmla="*/ 10731 h 18911"/>
                <a:gd name="connsiteX24" fmla="*/ 27084 w 55930"/>
                <a:gd name="connsiteY24" fmla="*/ 11653 h 18911"/>
                <a:gd name="connsiteX25" fmla="*/ 29913 w 55930"/>
                <a:gd name="connsiteY25" fmla="*/ 9853 h 18911"/>
                <a:gd name="connsiteX26" fmla="*/ 37380 w 55930"/>
                <a:gd name="connsiteY26" fmla="*/ 15516 h 18911"/>
                <a:gd name="connsiteX27" fmla="*/ 37797 w 55930"/>
                <a:gd name="connsiteY27" fmla="*/ 15736 h 18911"/>
                <a:gd name="connsiteX28" fmla="*/ 49392 w 55930"/>
                <a:gd name="connsiteY28" fmla="*/ 18897 h 18911"/>
                <a:gd name="connsiteX29" fmla="*/ 49531 w 55930"/>
                <a:gd name="connsiteY29" fmla="*/ 18897 h 18911"/>
                <a:gd name="connsiteX30" fmla="*/ 50458 w 55930"/>
                <a:gd name="connsiteY30" fmla="*/ 18677 h 18911"/>
                <a:gd name="connsiteX31" fmla="*/ 52174 w 55930"/>
                <a:gd name="connsiteY31" fmla="*/ 17360 h 18911"/>
                <a:gd name="connsiteX32" fmla="*/ 55513 w 55930"/>
                <a:gd name="connsiteY32" fmla="*/ 14814 h 18911"/>
                <a:gd name="connsiteX33" fmla="*/ 55931 w 55930"/>
                <a:gd name="connsiteY33" fmla="*/ 13980 h 18911"/>
                <a:gd name="connsiteX34" fmla="*/ 55513 w 55930"/>
                <a:gd name="connsiteY34" fmla="*/ 13146 h 18911"/>
                <a:gd name="connsiteX35" fmla="*/ 46424 w 55930"/>
                <a:gd name="connsiteY35" fmla="*/ 6209 h 18911"/>
                <a:gd name="connsiteX36" fmla="*/ 50087 w 55930"/>
                <a:gd name="connsiteY36" fmla="*/ 2346 h 18911"/>
                <a:gd name="connsiteX37" fmla="*/ 50644 w 55930"/>
                <a:gd name="connsiteY37" fmla="*/ 1732 h 18911"/>
                <a:gd name="connsiteX38" fmla="*/ 50551 w 55930"/>
                <a:gd name="connsiteY38" fmla="*/ 195 h 18911"/>
                <a:gd name="connsiteX39" fmla="*/ 49995 w 55930"/>
                <a:gd name="connsiteY39" fmla="*/ 19 h 18911"/>
                <a:gd name="connsiteX40" fmla="*/ 49577 w 55930"/>
                <a:gd name="connsiteY40" fmla="*/ 19 h 18911"/>
                <a:gd name="connsiteX41" fmla="*/ 49206 w 55930"/>
                <a:gd name="connsiteY41" fmla="*/ 195 h 18911"/>
                <a:gd name="connsiteX42" fmla="*/ 48928 w 55930"/>
                <a:gd name="connsiteY42" fmla="*/ 327 h 18911"/>
                <a:gd name="connsiteX43" fmla="*/ 48000 w 55930"/>
                <a:gd name="connsiteY43" fmla="*/ 1293 h 18911"/>
                <a:gd name="connsiteX44" fmla="*/ 43919 w 55930"/>
                <a:gd name="connsiteY44" fmla="*/ 5639 h 18911"/>
                <a:gd name="connsiteX45" fmla="*/ 43641 w 55930"/>
                <a:gd name="connsiteY45" fmla="*/ 6473 h 18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5930" h="18911">
                  <a:moveTo>
                    <a:pt x="43502" y="6341"/>
                  </a:moveTo>
                  <a:cubicBezTo>
                    <a:pt x="43502" y="6648"/>
                    <a:pt x="43687" y="6912"/>
                    <a:pt x="43919" y="7087"/>
                  </a:cubicBezTo>
                  <a:lnTo>
                    <a:pt x="52870" y="13892"/>
                  </a:lnTo>
                  <a:lnTo>
                    <a:pt x="49995" y="16131"/>
                  </a:lnTo>
                  <a:lnTo>
                    <a:pt x="49484" y="16526"/>
                  </a:lnTo>
                  <a:lnTo>
                    <a:pt x="49438" y="16526"/>
                  </a:lnTo>
                  <a:cubicBezTo>
                    <a:pt x="49438" y="16526"/>
                    <a:pt x="38632" y="13629"/>
                    <a:pt x="38632" y="13629"/>
                  </a:cubicBezTo>
                  <a:lnTo>
                    <a:pt x="30702" y="7570"/>
                  </a:lnTo>
                  <a:cubicBezTo>
                    <a:pt x="30284" y="7263"/>
                    <a:pt x="29728" y="7263"/>
                    <a:pt x="29310" y="7526"/>
                  </a:cubicBezTo>
                  <a:lnTo>
                    <a:pt x="22215" y="12048"/>
                  </a:lnTo>
                  <a:lnTo>
                    <a:pt x="9739" y="13058"/>
                  </a:lnTo>
                  <a:cubicBezTo>
                    <a:pt x="9739" y="13058"/>
                    <a:pt x="9507" y="13058"/>
                    <a:pt x="9414" y="13146"/>
                  </a:cubicBezTo>
                  <a:lnTo>
                    <a:pt x="974" y="16438"/>
                  </a:lnTo>
                  <a:lnTo>
                    <a:pt x="139" y="16789"/>
                  </a:lnTo>
                  <a:cubicBezTo>
                    <a:pt x="139" y="16789"/>
                    <a:pt x="93" y="16877"/>
                    <a:pt x="0" y="16921"/>
                  </a:cubicBezTo>
                  <a:cubicBezTo>
                    <a:pt x="510" y="16658"/>
                    <a:pt x="1113" y="16702"/>
                    <a:pt x="1484" y="17141"/>
                  </a:cubicBezTo>
                  <a:lnTo>
                    <a:pt x="2458" y="18282"/>
                  </a:lnTo>
                  <a:lnTo>
                    <a:pt x="10157" y="15253"/>
                  </a:lnTo>
                  <a:lnTo>
                    <a:pt x="22725" y="14243"/>
                  </a:lnTo>
                  <a:cubicBezTo>
                    <a:pt x="22725" y="14243"/>
                    <a:pt x="23096" y="14155"/>
                    <a:pt x="23281" y="14068"/>
                  </a:cubicBezTo>
                  <a:lnTo>
                    <a:pt x="25090" y="12926"/>
                  </a:lnTo>
                  <a:lnTo>
                    <a:pt x="24441" y="12356"/>
                  </a:lnTo>
                  <a:cubicBezTo>
                    <a:pt x="23977" y="11960"/>
                    <a:pt x="23931" y="11258"/>
                    <a:pt x="24348" y="10819"/>
                  </a:cubicBezTo>
                  <a:cubicBezTo>
                    <a:pt x="24765" y="10380"/>
                    <a:pt x="25507" y="10336"/>
                    <a:pt x="25971" y="10731"/>
                  </a:cubicBezTo>
                  <a:lnTo>
                    <a:pt x="27084" y="11653"/>
                  </a:lnTo>
                  <a:lnTo>
                    <a:pt x="29913" y="9853"/>
                  </a:lnTo>
                  <a:lnTo>
                    <a:pt x="37380" y="15516"/>
                  </a:lnTo>
                  <a:cubicBezTo>
                    <a:pt x="37380" y="15516"/>
                    <a:pt x="37658" y="15692"/>
                    <a:pt x="37797" y="15736"/>
                  </a:cubicBezTo>
                  <a:lnTo>
                    <a:pt x="49392" y="18897"/>
                  </a:lnTo>
                  <a:cubicBezTo>
                    <a:pt x="49392" y="18897"/>
                    <a:pt x="49484" y="18897"/>
                    <a:pt x="49531" y="18897"/>
                  </a:cubicBezTo>
                  <a:cubicBezTo>
                    <a:pt x="49856" y="18941"/>
                    <a:pt x="50180" y="18897"/>
                    <a:pt x="50458" y="18677"/>
                  </a:cubicBezTo>
                  <a:lnTo>
                    <a:pt x="52174" y="17360"/>
                  </a:lnTo>
                  <a:lnTo>
                    <a:pt x="55513" y="14814"/>
                  </a:lnTo>
                  <a:cubicBezTo>
                    <a:pt x="55792" y="14594"/>
                    <a:pt x="55931" y="14287"/>
                    <a:pt x="55931" y="13980"/>
                  </a:cubicBezTo>
                  <a:cubicBezTo>
                    <a:pt x="55931" y="13672"/>
                    <a:pt x="55792" y="13321"/>
                    <a:pt x="55513" y="13146"/>
                  </a:cubicBezTo>
                  <a:lnTo>
                    <a:pt x="46424" y="6209"/>
                  </a:lnTo>
                  <a:lnTo>
                    <a:pt x="50087" y="2346"/>
                  </a:lnTo>
                  <a:lnTo>
                    <a:pt x="50644" y="1732"/>
                  </a:lnTo>
                  <a:cubicBezTo>
                    <a:pt x="51061" y="1293"/>
                    <a:pt x="51015" y="590"/>
                    <a:pt x="50551" y="195"/>
                  </a:cubicBezTo>
                  <a:cubicBezTo>
                    <a:pt x="50412" y="63"/>
                    <a:pt x="50180" y="63"/>
                    <a:pt x="49995" y="19"/>
                  </a:cubicBezTo>
                  <a:cubicBezTo>
                    <a:pt x="49856" y="19"/>
                    <a:pt x="49716" y="-24"/>
                    <a:pt x="49577" y="19"/>
                  </a:cubicBezTo>
                  <a:cubicBezTo>
                    <a:pt x="49438" y="19"/>
                    <a:pt x="49299" y="107"/>
                    <a:pt x="49206" y="195"/>
                  </a:cubicBezTo>
                  <a:cubicBezTo>
                    <a:pt x="49113" y="239"/>
                    <a:pt x="49021" y="239"/>
                    <a:pt x="48928" y="327"/>
                  </a:cubicBezTo>
                  <a:lnTo>
                    <a:pt x="48000" y="1293"/>
                  </a:lnTo>
                  <a:lnTo>
                    <a:pt x="43919" y="5639"/>
                  </a:lnTo>
                  <a:cubicBezTo>
                    <a:pt x="43687" y="5858"/>
                    <a:pt x="43594" y="6166"/>
                    <a:pt x="43641" y="647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8" name="Freeform: Shape 2377">
              <a:extLst>
                <a:ext uri="{FF2B5EF4-FFF2-40B4-BE49-F238E27FC236}">
                  <a16:creationId xmlns:a16="http://schemas.microsoft.com/office/drawing/2014/main" id="{0C2D229D-0AED-B8B7-A077-7E3E85C3374F}"/>
                </a:ext>
              </a:extLst>
            </p:cNvPr>
            <p:cNvSpPr>
              <a:spLocks/>
            </p:cNvSpPr>
            <p:nvPr/>
          </p:nvSpPr>
          <p:spPr>
            <a:xfrm>
              <a:off x="6710697" y="3068086"/>
              <a:ext cx="277" cy="524"/>
            </a:xfrm>
            <a:custGeom>
              <a:avLst/>
              <a:gdLst>
                <a:gd name="connsiteX0" fmla="*/ 0 w 185"/>
                <a:gd name="connsiteY0" fmla="*/ 351 h 351"/>
                <a:gd name="connsiteX1" fmla="*/ 186 w 185"/>
                <a:gd name="connsiteY1" fmla="*/ 0 h 351"/>
                <a:gd name="connsiteX2" fmla="*/ 0 w 185"/>
                <a:gd name="connsiteY2" fmla="*/ 351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0" y="351"/>
                  </a:moveTo>
                  <a:cubicBezTo>
                    <a:pt x="0" y="351"/>
                    <a:pt x="139" y="88"/>
                    <a:pt x="186" y="0"/>
                  </a:cubicBezTo>
                  <a:cubicBezTo>
                    <a:pt x="93" y="132"/>
                    <a:pt x="0" y="220"/>
                    <a:pt x="0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9" name="Freeform: Shape 2378">
              <a:extLst>
                <a:ext uri="{FF2B5EF4-FFF2-40B4-BE49-F238E27FC236}">
                  <a16:creationId xmlns:a16="http://schemas.microsoft.com/office/drawing/2014/main" id="{85BF1E10-BDC9-ED36-41A2-6DCB1CA451BE}"/>
                </a:ext>
              </a:extLst>
            </p:cNvPr>
            <p:cNvSpPr>
              <a:spLocks/>
            </p:cNvSpPr>
            <p:nvPr/>
          </p:nvSpPr>
          <p:spPr>
            <a:xfrm>
              <a:off x="6710697" y="3069200"/>
              <a:ext cx="207" cy="656"/>
            </a:xfrm>
            <a:custGeom>
              <a:avLst/>
              <a:gdLst>
                <a:gd name="connsiteX0" fmla="*/ 139 w 139"/>
                <a:gd name="connsiteY0" fmla="*/ 439 h 439"/>
                <a:gd name="connsiteX1" fmla="*/ 0 w 139"/>
                <a:gd name="connsiteY1" fmla="*/ 0 h 439"/>
                <a:gd name="connsiteX2" fmla="*/ 0 w 139"/>
                <a:gd name="connsiteY2" fmla="*/ 263 h 439"/>
                <a:gd name="connsiteX3" fmla="*/ 139 w 139"/>
                <a:gd name="connsiteY3" fmla="*/ 395 h 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" h="439">
                  <a:moveTo>
                    <a:pt x="139" y="439"/>
                  </a:moveTo>
                  <a:cubicBezTo>
                    <a:pt x="139" y="439"/>
                    <a:pt x="46" y="176"/>
                    <a:pt x="0" y="0"/>
                  </a:cubicBezTo>
                  <a:cubicBezTo>
                    <a:pt x="0" y="88"/>
                    <a:pt x="0" y="176"/>
                    <a:pt x="0" y="263"/>
                  </a:cubicBezTo>
                  <a:cubicBezTo>
                    <a:pt x="0" y="307"/>
                    <a:pt x="93" y="351"/>
                    <a:pt x="139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0" name="Freeform: Shape 2379">
              <a:extLst>
                <a:ext uri="{FF2B5EF4-FFF2-40B4-BE49-F238E27FC236}">
                  <a16:creationId xmlns:a16="http://schemas.microsoft.com/office/drawing/2014/main" id="{296D6057-D05A-09F4-B0CC-158923A0E37E}"/>
                </a:ext>
              </a:extLst>
            </p:cNvPr>
            <p:cNvSpPr>
              <a:spLocks/>
            </p:cNvSpPr>
            <p:nvPr/>
          </p:nvSpPr>
          <p:spPr>
            <a:xfrm>
              <a:off x="6743509" y="3110088"/>
              <a:ext cx="32950" cy="24114"/>
            </a:xfrm>
            <a:custGeom>
              <a:avLst/>
              <a:gdLst>
                <a:gd name="connsiteX0" fmla="*/ 21334 w 22075"/>
                <a:gd name="connsiteY0" fmla="*/ 15980 h 16155"/>
                <a:gd name="connsiteX1" fmla="*/ 21194 w 22075"/>
                <a:gd name="connsiteY1" fmla="*/ 15804 h 16155"/>
                <a:gd name="connsiteX2" fmla="*/ 20916 w 22075"/>
                <a:gd name="connsiteY2" fmla="*/ 15497 h 16155"/>
                <a:gd name="connsiteX3" fmla="*/ 20174 w 22075"/>
                <a:gd name="connsiteY3" fmla="*/ 13697 h 16155"/>
                <a:gd name="connsiteX4" fmla="*/ 10342 w 22075"/>
                <a:gd name="connsiteY4" fmla="*/ 12116 h 16155"/>
                <a:gd name="connsiteX5" fmla="*/ 2273 w 22075"/>
                <a:gd name="connsiteY5" fmla="*/ 0 h 16155"/>
                <a:gd name="connsiteX6" fmla="*/ 1345 w 22075"/>
                <a:gd name="connsiteY6" fmla="*/ 571 h 16155"/>
                <a:gd name="connsiteX7" fmla="*/ 1345 w 22075"/>
                <a:gd name="connsiteY7" fmla="*/ 571 h 16155"/>
                <a:gd name="connsiteX8" fmla="*/ 1345 w 22075"/>
                <a:gd name="connsiteY8" fmla="*/ 571 h 16155"/>
                <a:gd name="connsiteX9" fmla="*/ 1299 w 22075"/>
                <a:gd name="connsiteY9" fmla="*/ 571 h 16155"/>
                <a:gd name="connsiteX10" fmla="*/ 1206 w 22075"/>
                <a:gd name="connsiteY10" fmla="*/ 571 h 16155"/>
                <a:gd name="connsiteX11" fmla="*/ 742 w 22075"/>
                <a:gd name="connsiteY11" fmla="*/ 702 h 16155"/>
                <a:gd name="connsiteX12" fmla="*/ 603 w 22075"/>
                <a:gd name="connsiteY12" fmla="*/ 702 h 16155"/>
                <a:gd name="connsiteX13" fmla="*/ 464 w 22075"/>
                <a:gd name="connsiteY13" fmla="*/ 702 h 16155"/>
                <a:gd name="connsiteX14" fmla="*/ 418 w 22075"/>
                <a:gd name="connsiteY14" fmla="*/ 702 h 16155"/>
                <a:gd name="connsiteX15" fmla="*/ 0 w 22075"/>
                <a:gd name="connsiteY15" fmla="*/ 571 h 16155"/>
                <a:gd name="connsiteX16" fmla="*/ 8719 w 22075"/>
                <a:gd name="connsiteY16" fmla="*/ 13653 h 16155"/>
                <a:gd name="connsiteX17" fmla="*/ 9508 w 22075"/>
                <a:gd name="connsiteY17" fmla="*/ 14136 h 16155"/>
                <a:gd name="connsiteX18" fmla="*/ 21890 w 22075"/>
                <a:gd name="connsiteY18" fmla="*/ 16155 h 16155"/>
                <a:gd name="connsiteX19" fmla="*/ 22076 w 22075"/>
                <a:gd name="connsiteY19" fmla="*/ 16155 h 16155"/>
                <a:gd name="connsiteX20" fmla="*/ 21427 w 22075"/>
                <a:gd name="connsiteY20" fmla="*/ 15936 h 1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075" h="16155">
                  <a:moveTo>
                    <a:pt x="21334" y="15980"/>
                  </a:moveTo>
                  <a:cubicBezTo>
                    <a:pt x="21334" y="15980"/>
                    <a:pt x="21241" y="15848"/>
                    <a:pt x="21194" y="15804"/>
                  </a:cubicBezTo>
                  <a:cubicBezTo>
                    <a:pt x="21102" y="15716"/>
                    <a:pt x="20963" y="15628"/>
                    <a:pt x="20916" y="15497"/>
                  </a:cubicBezTo>
                  <a:lnTo>
                    <a:pt x="20174" y="13697"/>
                  </a:lnTo>
                  <a:lnTo>
                    <a:pt x="10342" y="12116"/>
                  </a:lnTo>
                  <a:lnTo>
                    <a:pt x="2273" y="0"/>
                  </a:lnTo>
                  <a:lnTo>
                    <a:pt x="1345" y="571"/>
                  </a:lnTo>
                  <a:cubicBezTo>
                    <a:pt x="1345" y="571"/>
                    <a:pt x="1345" y="571"/>
                    <a:pt x="1345" y="571"/>
                  </a:cubicBezTo>
                  <a:cubicBezTo>
                    <a:pt x="1345" y="571"/>
                    <a:pt x="1345" y="571"/>
                    <a:pt x="1345" y="571"/>
                  </a:cubicBezTo>
                  <a:cubicBezTo>
                    <a:pt x="1345" y="571"/>
                    <a:pt x="1345" y="571"/>
                    <a:pt x="1299" y="571"/>
                  </a:cubicBezTo>
                  <a:cubicBezTo>
                    <a:pt x="1299" y="571"/>
                    <a:pt x="1206" y="571"/>
                    <a:pt x="1206" y="571"/>
                  </a:cubicBezTo>
                  <a:cubicBezTo>
                    <a:pt x="1067" y="615"/>
                    <a:pt x="928" y="702"/>
                    <a:pt x="742" y="702"/>
                  </a:cubicBezTo>
                  <a:cubicBezTo>
                    <a:pt x="696" y="702"/>
                    <a:pt x="649" y="702"/>
                    <a:pt x="603" y="702"/>
                  </a:cubicBezTo>
                  <a:cubicBezTo>
                    <a:pt x="603" y="702"/>
                    <a:pt x="510" y="702"/>
                    <a:pt x="464" y="702"/>
                  </a:cubicBezTo>
                  <a:cubicBezTo>
                    <a:pt x="464" y="702"/>
                    <a:pt x="464" y="702"/>
                    <a:pt x="418" y="702"/>
                  </a:cubicBezTo>
                  <a:lnTo>
                    <a:pt x="0" y="571"/>
                  </a:lnTo>
                  <a:lnTo>
                    <a:pt x="8719" y="13653"/>
                  </a:lnTo>
                  <a:cubicBezTo>
                    <a:pt x="8905" y="13916"/>
                    <a:pt x="9183" y="14092"/>
                    <a:pt x="9508" y="14136"/>
                  </a:cubicBezTo>
                  <a:lnTo>
                    <a:pt x="21890" y="16155"/>
                  </a:lnTo>
                  <a:cubicBezTo>
                    <a:pt x="21890" y="16155"/>
                    <a:pt x="22029" y="16155"/>
                    <a:pt x="22076" y="16155"/>
                  </a:cubicBezTo>
                  <a:cubicBezTo>
                    <a:pt x="21844" y="16155"/>
                    <a:pt x="21612" y="16067"/>
                    <a:pt x="21427" y="1593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1" name="Freeform: Shape 2380">
              <a:extLst>
                <a:ext uri="{FF2B5EF4-FFF2-40B4-BE49-F238E27FC236}">
                  <a16:creationId xmlns:a16="http://schemas.microsoft.com/office/drawing/2014/main" id="{7BA018AF-AC76-E24D-0332-0622BA0FDFB9}"/>
                </a:ext>
              </a:extLst>
            </p:cNvPr>
            <p:cNvSpPr>
              <a:spLocks/>
            </p:cNvSpPr>
            <p:nvPr/>
          </p:nvSpPr>
          <p:spPr>
            <a:xfrm>
              <a:off x="6776322" y="3128763"/>
              <a:ext cx="11075" cy="5437"/>
            </a:xfrm>
            <a:custGeom>
              <a:avLst/>
              <a:gdLst>
                <a:gd name="connsiteX0" fmla="*/ 6957 w 7420"/>
                <a:gd name="connsiteY0" fmla="*/ 1668 h 3643"/>
                <a:gd name="connsiteX1" fmla="*/ 6864 w 7420"/>
                <a:gd name="connsiteY1" fmla="*/ 1624 h 3643"/>
                <a:gd name="connsiteX2" fmla="*/ 6354 w 7420"/>
                <a:gd name="connsiteY2" fmla="*/ 1405 h 3643"/>
                <a:gd name="connsiteX3" fmla="*/ 6075 w 7420"/>
                <a:gd name="connsiteY3" fmla="*/ 1273 h 3643"/>
                <a:gd name="connsiteX4" fmla="*/ 4916 w 7420"/>
                <a:gd name="connsiteY4" fmla="*/ 0 h 3643"/>
                <a:gd name="connsiteX5" fmla="*/ 695 w 7420"/>
                <a:gd name="connsiteY5" fmla="*/ 1229 h 3643"/>
                <a:gd name="connsiteX6" fmla="*/ 1067 w 7420"/>
                <a:gd name="connsiteY6" fmla="*/ 2151 h 3643"/>
                <a:gd name="connsiteX7" fmla="*/ 417 w 7420"/>
                <a:gd name="connsiteY7" fmla="*/ 3556 h 3643"/>
                <a:gd name="connsiteX8" fmla="*/ 0 w 7420"/>
                <a:gd name="connsiteY8" fmla="*/ 3644 h 3643"/>
                <a:gd name="connsiteX9" fmla="*/ 325 w 7420"/>
                <a:gd name="connsiteY9" fmla="*/ 3600 h 3643"/>
                <a:gd name="connsiteX10" fmla="*/ 7281 w 7420"/>
                <a:gd name="connsiteY10" fmla="*/ 1580 h 3643"/>
                <a:gd name="connsiteX11" fmla="*/ 7420 w 7420"/>
                <a:gd name="connsiteY11" fmla="*/ 1493 h 3643"/>
                <a:gd name="connsiteX12" fmla="*/ 7327 w 7420"/>
                <a:gd name="connsiteY12" fmla="*/ 1493 h 3643"/>
                <a:gd name="connsiteX13" fmla="*/ 6910 w 7420"/>
                <a:gd name="connsiteY13" fmla="*/ 1624 h 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420" h="3643">
                  <a:moveTo>
                    <a:pt x="6957" y="1668"/>
                  </a:moveTo>
                  <a:cubicBezTo>
                    <a:pt x="6957" y="1668"/>
                    <a:pt x="6864" y="1624"/>
                    <a:pt x="6864" y="1624"/>
                  </a:cubicBezTo>
                  <a:cubicBezTo>
                    <a:pt x="6678" y="1624"/>
                    <a:pt x="6539" y="1493"/>
                    <a:pt x="6354" y="1405"/>
                  </a:cubicBezTo>
                  <a:cubicBezTo>
                    <a:pt x="6261" y="1361"/>
                    <a:pt x="6168" y="1405"/>
                    <a:pt x="6075" y="1273"/>
                  </a:cubicBezTo>
                  <a:lnTo>
                    <a:pt x="4916" y="0"/>
                  </a:lnTo>
                  <a:lnTo>
                    <a:pt x="695" y="1229"/>
                  </a:lnTo>
                  <a:lnTo>
                    <a:pt x="1067" y="2151"/>
                  </a:lnTo>
                  <a:cubicBezTo>
                    <a:pt x="1298" y="2722"/>
                    <a:pt x="1020" y="3336"/>
                    <a:pt x="417" y="3556"/>
                  </a:cubicBezTo>
                  <a:cubicBezTo>
                    <a:pt x="278" y="3600"/>
                    <a:pt x="139" y="3644"/>
                    <a:pt x="0" y="3644"/>
                  </a:cubicBezTo>
                  <a:cubicBezTo>
                    <a:pt x="93" y="3644"/>
                    <a:pt x="232" y="3644"/>
                    <a:pt x="325" y="3600"/>
                  </a:cubicBezTo>
                  <a:lnTo>
                    <a:pt x="7281" y="1580"/>
                  </a:lnTo>
                  <a:cubicBezTo>
                    <a:pt x="7281" y="1580"/>
                    <a:pt x="7374" y="1493"/>
                    <a:pt x="7420" y="1493"/>
                  </a:cubicBezTo>
                  <a:cubicBezTo>
                    <a:pt x="7420" y="1493"/>
                    <a:pt x="7374" y="1493"/>
                    <a:pt x="7327" y="1493"/>
                  </a:cubicBezTo>
                  <a:cubicBezTo>
                    <a:pt x="7188" y="1537"/>
                    <a:pt x="7049" y="1624"/>
                    <a:pt x="6910" y="162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2" name="Freeform: Shape 2381">
              <a:extLst>
                <a:ext uri="{FF2B5EF4-FFF2-40B4-BE49-F238E27FC236}">
                  <a16:creationId xmlns:a16="http://schemas.microsoft.com/office/drawing/2014/main" id="{A61FD076-D532-1CDB-7EA3-3101857C9707}"/>
                </a:ext>
              </a:extLst>
            </p:cNvPr>
            <p:cNvSpPr>
              <a:spLocks/>
            </p:cNvSpPr>
            <p:nvPr/>
          </p:nvSpPr>
          <p:spPr>
            <a:xfrm>
              <a:off x="6775143" y="3133678"/>
              <a:ext cx="207" cy="262"/>
            </a:xfrm>
            <a:custGeom>
              <a:avLst/>
              <a:gdLst>
                <a:gd name="connsiteX0" fmla="*/ 139 w 139"/>
                <a:gd name="connsiteY0" fmla="*/ 176 h 175"/>
                <a:gd name="connsiteX1" fmla="*/ 0 w 139"/>
                <a:gd name="connsiteY1" fmla="*/ 0 h 175"/>
                <a:gd name="connsiteX2" fmla="*/ 139 w 139"/>
                <a:gd name="connsiteY2" fmla="*/ 176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" h="175">
                  <a:moveTo>
                    <a:pt x="139" y="176"/>
                  </a:moveTo>
                  <a:cubicBezTo>
                    <a:pt x="139" y="176"/>
                    <a:pt x="46" y="44"/>
                    <a:pt x="0" y="0"/>
                  </a:cubicBezTo>
                  <a:cubicBezTo>
                    <a:pt x="46" y="44"/>
                    <a:pt x="93" y="132"/>
                    <a:pt x="139" y="1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3" name="Freeform: Shape 2382">
              <a:extLst>
                <a:ext uri="{FF2B5EF4-FFF2-40B4-BE49-F238E27FC236}">
                  <a16:creationId xmlns:a16="http://schemas.microsoft.com/office/drawing/2014/main" id="{0C3E4DA4-5E6C-3DE6-DEF4-3FE3E1592532}"/>
                </a:ext>
              </a:extLst>
            </p:cNvPr>
            <p:cNvSpPr>
              <a:spLocks/>
            </p:cNvSpPr>
            <p:nvPr/>
          </p:nvSpPr>
          <p:spPr>
            <a:xfrm>
              <a:off x="6710765" y="3067383"/>
              <a:ext cx="34196" cy="40214"/>
            </a:xfrm>
            <a:custGeom>
              <a:avLst/>
              <a:gdLst>
                <a:gd name="connsiteX0" fmla="*/ 22910 w 22910"/>
                <a:gd name="connsiteY0" fmla="*/ 26723 h 26942"/>
                <a:gd name="connsiteX1" fmla="*/ 18226 w 22910"/>
                <a:gd name="connsiteY1" fmla="*/ 19655 h 26942"/>
                <a:gd name="connsiteX2" fmla="*/ 17484 w 22910"/>
                <a:gd name="connsiteY2" fmla="*/ 19172 h 26942"/>
                <a:gd name="connsiteX3" fmla="*/ 6261 w 22910"/>
                <a:gd name="connsiteY3" fmla="*/ 17152 h 26942"/>
                <a:gd name="connsiteX4" fmla="*/ 5148 w 22910"/>
                <a:gd name="connsiteY4" fmla="*/ 12104 h 26942"/>
                <a:gd name="connsiteX5" fmla="*/ 7745 w 22910"/>
                <a:gd name="connsiteY5" fmla="*/ 8548 h 26942"/>
                <a:gd name="connsiteX6" fmla="*/ 7745 w 22910"/>
                <a:gd name="connsiteY6" fmla="*/ 7231 h 26942"/>
                <a:gd name="connsiteX7" fmla="*/ 2922 w 22910"/>
                <a:gd name="connsiteY7" fmla="*/ 1524 h 26942"/>
                <a:gd name="connsiteX8" fmla="*/ 1948 w 22910"/>
                <a:gd name="connsiteY8" fmla="*/ 383 h 26942"/>
                <a:gd name="connsiteX9" fmla="*/ 464 w 22910"/>
                <a:gd name="connsiteY9" fmla="*/ 163 h 26942"/>
                <a:gd name="connsiteX10" fmla="*/ 325 w 22910"/>
                <a:gd name="connsiteY10" fmla="*/ 163 h 26942"/>
                <a:gd name="connsiteX11" fmla="*/ 186 w 22910"/>
                <a:gd name="connsiteY11" fmla="*/ 383 h 26942"/>
                <a:gd name="connsiteX12" fmla="*/ 0 w 22910"/>
                <a:gd name="connsiteY12" fmla="*/ 734 h 26942"/>
                <a:gd name="connsiteX13" fmla="*/ 0 w 22910"/>
                <a:gd name="connsiteY13" fmla="*/ 1129 h 26942"/>
                <a:gd name="connsiteX14" fmla="*/ 139 w 22910"/>
                <a:gd name="connsiteY14" fmla="*/ 1568 h 26942"/>
                <a:gd name="connsiteX15" fmla="*/ 139 w 22910"/>
                <a:gd name="connsiteY15" fmla="*/ 1656 h 26942"/>
                <a:gd name="connsiteX16" fmla="*/ 139 w 22910"/>
                <a:gd name="connsiteY16" fmla="*/ 1656 h 26942"/>
                <a:gd name="connsiteX17" fmla="*/ 5380 w 22910"/>
                <a:gd name="connsiteY17" fmla="*/ 7889 h 26942"/>
                <a:gd name="connsiteX18" fmla="*/ 2968 w 22910"/>
                <a:gd name="connsiteY18" fmla="*/ 11138 h 26942"/>
                <a:gd name="connsiteX19" fmla="*/ 2783 w 22910"/>
                <a:gd name="connsiteY19" fmla="*/ 11972 h 26942"/>
                <a:gd name="connsiteX20" fmla="*/ 4128 w 22910"/>
                <a:gd name="connsiteY20" fmla="*/ 18206 h 26942"/>
                <a:gd name="connsiteX21" fmla="*/ 5055 w 22910"/>
                <a:gd name="connsiteY21" fmla="*/ 19084 h 26942"/>
                <a:gd name="connsiteX22" fmla="*/ 16557 w 22910"/>
                <a:gd name="connsiteY22" fmla="*/ 21147 h 26942"/>
                <a:gd name="connsiteX23" fmla="*/ 19942 w 22910"/>
                <a:gd name="connsiteY23" fmla="*/ 26240 h 26942"/>
                <a:gd name="connsiteX24" fmla="*/ 22400 w 22910"/>
                <a:gd name="connsiteY24" fmla="*/ 26942 h 26942"/>
                <a:gd name="connsiteX25" fmla="*/ 22910 w 22910"/>
                <a:gd name="connsiteY25" fmla="*/ 26591 h 2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910" h="26942">
                  <a:moveTo>
                    <a:pt x="22910" y="26723"/>
                  </a:moveTo>
                  <a:lnTo>
                    <a:pt x="18226" y="19655"/>
                  </a:lnTo>
                  <a:cubicBezTo>
                    <a:pt x="18041" y="19391"/>
                    <a:pt x="17763" y="19216"/>
                    <a:pt x="17484" y="19172"/>
                  </a:cubicBezTo>
                  <a:lnTo>
                    <a:pt x="6261" y="17152"/>
                  </a:lnTo>
                  <a:lnTo>
                    <a:pt x="5148" y="12104"/>
                  </a:lnTo>
                  <a:lnTo>
                    <a:pt x="7745" y="8548"/>
                  </a:lnTo>
                  <a:cubicBezTo>
                    <a:pt x="8023" y="8153"/>
                    <a:pt x="8023" y="7626"/>
                    <a:pt x="7745" y="7231"/>
                  </a:cubicBezTo>
                  <a:lnTo>
                    <a:pt x="2922" y="1524"/>
                  </a:lnTo>
                  <a:lnTo>
                    <a:pt x="1948" y="383"/>
                  </a:lnTo>
                  <a:cubicBezTo>
                    <a:pt x="1577" y="-57"/>
                    <a:pt x="974" y="-100"/>
                    <a:pt x="464" y="163"/>
                  </a:cubicBezTo>
                  <a:cubicBezTo>
                    <a:pt x="418" y="163"/>
                    <a:pt x="371" y="163"/>
                    <a:pt x="325" y="163"/>
                  </a:cubicBezTo>
                  <a:cubicBezTo>
                    <a:pt x="232" y="207"/>
                    <a:pt x="232" y="339"/>
                    <a:pt x="186" y="383"/>
                  </a:cubicBezTo>
                  <a:cubicBezTo>
                    <a:pt x="93" y="514"/>
                    <a:pt x="0" y="602"/>
                    <a:pt x="0" y="734"/>
                  </a:cubicBezTo>
                  <a:cubicBezTo>
                    <a:pt x="0" y="865"/>
                    <a:pt x="0" y="997"/>
                    <a:pt x="0" y="1129"/>
                  </a:cubicBezTo>
                  <a:cubicBezTo>
                    <a:pt x="0" y="1261"/>
                    <a:pt x="0" y="1436"/>
                    <a:pt x="139" y="1568"/>
                  </a:cubicBezTo>
                  <a:cubicBezTo>
                    <a:pt x="139" y="1568"/>
                    <a:pt x="139" y="1612"/>
                    <a:pt x="139" y="1656"/>
                  </a:cubicBezTo>
                  <a:cubicBezTo>
                    <a:pt x="139" y="1656"/>
                    <a:pt x="139" y="1656"/>
                    <a:pt x="139" y="1656"/>
                  </a:cubicBezTo>
                  <a:lnTo>
                    <a:pt x="5380" y="7889"/>
                  </a:lnTo>
                  <a:lnTo>
                    <a:pt x="2968" y="11138"/>
                  </a:lnTo>
                  <a:cubicBezTo>
                    <a:pt x="2783" y="11401"/>
                    <a:pt x="2736" y="11709"/>
                    <a:pt x="2783" y="11972"/>
                  </a:cubicBezTo>
                  <a:lnTo>
                    <a:pt x="4128" y="18206"/>
                  </a:lnTo>
                  <a:cubicBezTo>
                    <a:pt x="4220" y="18645"/>
                    <a:pt x="4591" y="18996"/>
                    <a:pt x="5055" y="19084"/>
                  </a:cubicBezTo>
                  <a:lnTo>
                    <a:pt x="16557" y="21147"/>
                  </a:lnTo>
                  <a:lnTo>
                    <a:pt x="19942" y="26240"/>
                  </a:lnTo>
                  <a:lnTo>
                    <a:pt x="22400" y="26942"/>
                  </a:lnTo>
                  <a:lnTo>
                    <a:pt x="22910" y="2659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4" name="Freeform: Shape 2383">
              <a:extLst>
                <a:ext uri="{FF2B5EF4-FFF2-40B4-BE49-F238E27FC236}">
                  <a16:creationId xmlns:a16="http://schemas.microsoft.com/office/drawing/2014/main" id="{2668E009-CBF8-17A7-C27C-5E9B80994344}"/>
                </a:ext>
              </a:extLst>
            </p:cNvPr>
            <p:cNvSpPr>
              <a:spLocks/>
            </p:cNvSpPr>
            <p:nvPr/>
          </p:nvSpPr>
          <p:spPr>
            <a:xfrm>
              <a:off x="6745307" y="3110940"/>
              <a:ext cx="68" cy="6553"/>
            </a:xfrm>
            <a:custGeom>
              <a:avLst/>
              <a:gdLst>
                <a:gd name="connsiteX0" fmla="*/ 46 w 46"/>
                <a:gd name="connsiteY0" fmla="*/ 0 h 4390"/>
                <a:gd name="connsiteX1" fmla="*/ 46 w 46"/>
                <a:gd name="connsiteY1" fmla="*/ 0 h 4390"/>
                <a:gd name="connsiteX2" fmla="*/ 0 w 46"/>
                <a:gd name="connsiteY2" fmla="*/ 0 h 4390"/>
                <a:gd name="connsiteX3" fmla="*/ 0 w 46"/>
                <a:gd name="connsiteY3" fmla="*/ 0 h 4390"/>
                <a:gd name="connsiteX4" fmla="*/ 46 w 46"/>
                <a:gd name="connsiteY4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" h="4390">
                  <a:moveTo>
                    <a:pt x="46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4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5" name="Freeform: Shape 2384">
              <a:extLst>
                <a:ext uri="{FF2B5EF4-FFF2-40B4-BE49-F238E27FC236}">
                  <a16:creationId xmlns:a16="http://schemas.microsoft.com/office/drawing/2014/main" id="{6F968BDA-B89A-3F0C-67B6-6A5F12A7EABC}"/>
                </a:ext>
              </a:extLst>
            </p:cNvPr>
            <p:cNvSpPr>
              <a:spLocks/>
            </p:cNvSpPr>
            <p:nvPr/>
          </p:nvSpPr>
          <p:spPr>
            <a:xfrm>
              <a:off x="6744270" y="3110875"/>
              <a:ext cx="898" cy="215"/>
            </a:xfrm>
            <a:custGeom>
              <a:avLst/>
              <a:gdLst>
                <a:gd name="connsiteX0" fmla="*/ 603 w 602"/>
                <a:gd name="connsiteY0" fmla="*/ 88 h 144"/>
                <a:gd name="connsiteX1" fmla="*/ 325 w 602"/>
                <a:gd name="connsiteY1" fmla="*/ 88 h 144"/>
                <a:gd name="connsiteX2" fmla="*/ 0 w 602"/>
                <a:gd name="connsiteY2" fmla="*/ 132 h 144"/>
                <a:gd name="connsiteX3" fmla="*/ 139 w 602"/>
                <a:gd name="connsiteY3" fmla="*/ 132 h 144"/>
                <a:gd name="connsiteX4" fmla="*/ 603 w 602"/>
                <a:gd name="connsiteY4" fmla="*/ 0 h 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" h="144">
                  <a:moveTo>
                    <a:pt x="603" y="88"/>
                  </a:moveTo>
                  <a:cubicBezTo>
                    <a:pt x="603" y="88"/>
                    <a:pt x="417" y="88"/>
                    <a:pt x="325" y="88"/>
                  </a:cubicBezTo>
                  <a:cubicBezTo>
                    <a:pt x="232" y="88"/>
                    <a:pt x="93" y="176"/>
                    <a:pt x="0" y="132"/>
                  </a:cubicBezTo>
                  <a:cubicBezTo>
                    <a:pt x="46" y="132"/>
                    <a:pt x="93" y="132"/>
                    <a:pt x="139" y="132"/>
                  </a:cubicBezTo>
                  <a:cubicBezTo>
                    <a:pt x="278" y="132"/>
                    <a:pt x="464" y="88"/>
                    <a:pt x="60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6" name="Freeform: Shape 2385">
              <a:extLst>
                <a:ext uri="{FF2B5EF4-FFF2-40B4-BE49-F238E27FC236}">
                  <a16:creationId xmlns:a16="http://schemas.microsoft.com/office/drawing/2014/main" id="{AD6DFD0E-2FAD-13DD-A37A-67BD8B90E01E}"/>
                </a:ext>
              </a:extLst>
            </p:cNvPr>
            <p:cNvSpPr>
              <a:spLocks/>
            </p:cNvSpPr>
            <p:nvPr/>
          </p:nvSpPr>
          <p:spPr>
            <a:xfrm>
              <a:off x="6787051" y="3107943"/>
              <a:ext cx="59740" cy="39890"/>
            </a:xfrm>
            <a:custGeom>
              <a:avLst/>
              <a:gdLst>
                <a:gd name="connsiteX0" fmla="*/ 39931 w 40023"/>
                <a:gd name="connsiteY0" fmla="*/ 25627 h 26724"/>
                <a:gd name="connsiteX1" fmla="*/ 38771 w 40023"/>
                <a:gd name="connsiteY1" fmla="*/ 24529 h 26724"/>
                <a:gd name="connsiteX2" fmla="*/ 31815 w 40023"/>
                <a:gd name="connsiteY2" fmla="*/ 24529 h 26724"/>
                <a:gd name="connsiteX3" fmla="*/ 31815 w 40023"/>
                <a:gd name="connsiteY3" fmla="*/ 21368 h 26724"/>
                <a:gd name="connsiteX4" fmla="*/ 31305 w 40023"/>
                <a:gd name="connsiteY4" fmla="*/ 20447 h 26724"/>
                <a:gd name="connsiteX5" fmla="*/ 25739 w 40023"/>
                <a:gd name="connsiteY5" fmla="*/ 16759 h 26724"/>
                <a:gd name="connsiteX6" fmla="*/ 29125 w 40023"/>
                <a:gd name="connsiteY6" fmla="*/ 15486 h 26724"/>
                <a:gd name="connsiteX7" fmla="*/ 29821 w 40023"/>
                <a:gd name="connsiteY7" fmla="*/ 14739 h 26724"/>
                <a:gd name="connsiteX8" fmla="*/ 29542 w 40023"/>
                <a:gd name="connsiteY8" fmla="*/ 13774 h 26724"/>
                <a:gd name="connsiteX9" fmla="*/ 25322 w 40023"/>
                <a:gd name="connsiteY9" fmla="*/ 9296 h 26724"/>
                <a:gd name="connsiteX10" fmla="*/ 29449 w 40023"/>
                <a:gd name="connsiteY10" fmla="*/ 6003 h 26724"/>
                <a:gd name="connsiteX11" fmla="*/ 29867 w 40023"/>
                <a:gd name="connsiteY11" fmla="*/ 5082 h 26724"/>
                <a:gd name="connsiteX12" fmla="*/ 29310 w 40023"/>
                <a:gd name="connsiteY12" fmla="*/ 4247 h 26724"/>
                <a:gd name="connsiteX13" fmla="*/ 21983 w 40023"/>
                <a:gd name="connsiteY13" fmla="*/ 165 h 26724"/>
                <a:gd name="connsiteX14" fmla="*/ 20777 w 40023"/>
                <a:gd name="connsiteY14" fmla="*/ 165 h 26724"/>
                <a:gd name="connsiteX15" fmla="*/ 0 w 40023"/>
                <a:gd name="connsiteY15" fmla="*/ 13071 h 26724"/>
                <a:gd name="connsiteX16" fmla="*/ 649 w 40023"/>
                <a:gd name="connsiteY16" fmla="*/ 13818 h 26724"/>
                <a:gd name="connsiteX17" fmla="*/ 510 w 40023"/>
                <a:gd name="connsiteY17" fmla="*/ 15354 h 26724"/>
                <a:gd name="connsiteX18" fmla="*/ 139 w 40023"/>
                <a:gd name="connsiteY18" fmla="*/ 15486 h 26724"/>
                <a:gd name="connsiteX19" fmla="*/ 232 w 40023"/>
                <a:gd name="connsiteY19" fmla="*/ 15486 h 26724"/>
                <a:gd name="connsiteX20" fmla="*/ 417 w 40023"/>
                <a:gd name="connsiteY20" fmla="*/ 15486 h 26724"/>
                <a:gd name="connsiteX21" fmla="*/ 21473 w 40023"/>
                <a:gd name="connsiteY21" fmla="*/ 2447 h 26724"/>
                <a:gd name="connsiteX22" fmla="*/ 26806 w 40023"/>
                <a:gd name="connsiteY22" fmla="*/ 5389 h 26724"/>
                <a:gd name="connsiteX23" fmla="*/ 23049 w 40023"/>
                <a:gd name="connsiteY23" fmla="*/ 8418 h 26724"/>
                <a:gd name="connsiteX24" fmla="*/ 22632 w 40023"/>
                <a:gd name="connsiteY24" fmla="*/ 9164 h 26724"/>
                <a:gd name="connsiteX25" fmla="*/ 22910 w 40023"/>
                <a:gd name="connsiteY25" fmla="*/ 9954 h 26724"/>
                <a:gd name="connsiteX26" fmla="*/ 26806 w 40023"/>
                <a:gd name="connsiteY26" fmla="*/ 14081 h 26724"/>
                <a:gd name="connsiteX27" fmla="*/ 22957 w 40023"/>
                <a:gd name="connsiteY27" fmla="*/ 15530 h 26724"/>
                <a:gd name="connsiteX28" fmla="*/ 22215 w 40023"/>
                <a:gd name="connsiteY28" fmla="*/ 16408 h 26724"/>
                <a:gd name="connsiteX29" fmla="*/ 22725 w 40023"/>
                <a:gd name="connsiteY29" fmla="*/ 17417 h 26724"/>
                <a:gd name="connsiteX30" fmla="*/ 29589 w 40023"/>
                <a:gd name="connsiteY30" fmla="*/ 21939 h 26724"/>
                <a:gd name="connsiteX31" fmla="*/ 29589 w 40023"/>
                <a:gd name="connsiteY31" fmla="*/ 25627 h 26724"/>
                <a:gd name="connsiteX32" fmla="*/ 30748 w 40023"/>
                <a:gd name="connsiteY32" fmla="*/ 26724 h 26724"/>
                <a:gd name="connsiteX33" fmla="*/ 38864 w 40023"/>
                <a:gd name="connsiteY33" fmla="*/ 26724 h 26724"/>
                <a:gd name="connsiteX34" fmla="*/ 40024 w 40023"/>
                <a:gd name="connsiteY34" fmla="*/ 25627 h 26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023" h="26724">
                  <a:moveTo>
                    <a:pt x="39931" y="25627"/>
                  </a:moveTo>
                  <a:cubicBezTo>
                    <a:pt x="39931" y="25012"/>
                    <a:pt x="39421" y="24529"/>
                    <a:pt x="38771" y="24529"/>
                  </a:cubicBezTo>
                  <a:lnTo>
                    <a:pt x="31815" y="24529"/>
                  </a:lnTo>
                  <a:lnTo>
                    <a:pt x="31815" y="21368"/>
                  </a:lnTo>
                  <a:cubicBezTo>
                    <a:pt x="31815" y="21017"/>
                    <a:pt x="31629" y="20666"/>
                    <a:pt x="31305" y="20447"/>
                  </a:cubicBezTo>
                  <a:lnTo>
                    <a:pt x="25739" y="16759"/>
                  </a:lnTo>
                  <a:lnTo>
                    <a:pt x="29125" y="15486"/>
                  </a:lnTo>
                  <a:cubicBezTo>
                    <a:pt x="29496" y="15354"/>
                    <a:pt x="29728" y="15091"/>
                    <a:pt x="29821" y="14739"/>
                  </a:cubicBezTo>
                  <a:cubicBezTo>
                    <a:pt x="29913" y="14388"/>
                    <a:pt x="29821" y="14037"/>
                    <a:pt x="29542" y="13774"/>
                  </a:cubicBezTo>
                  <a:lnTo>
                    <a:pt x="25322" y="9296"/>
                  </a:lnTo>
                  <a:lnTo>
                    <a:pt x="29449" y="6003"/>
                  </a:lnTo>
                  <a:cubicBezTo>
                    <a:pt x="29728" y="5784"/>
                    <a:pt x="29867" y="5433"/>
                    <a:pt x="29867" y="5082"/>
                  </a:cubicBezTo>
                  <a:cubicBezTo>
                    <a:pt x="29867" y="4730"/>
                    <a:pt x="29635" y="4423"/>
                    <a:pt x="29310" y="4247"/>
                  </a:cubicBezTo>
                  <a:lnTo>
                    <a:pt x="21983" y="165"/>
                  </a:lnTo>
                  <a:cubicBezTo>
                    <a:pt x="21612" y="-55"/>
                    <a:pt x="21148" y="-55"/>
                    <a:pt x="20777" y="165"/>
                  </a:cubicBezTo>
                  <a:lnTo>
                    <a:pt x="0" y="13071"/>
                  </a:lnTo>
                  <a:lnTo>
                    <a:pt x="649" y="13818"/>
                  </a:lnTo>
                  <a:cubicBezTo>
                    <a:pt x="1067" y="14257"/>
                    <a:pt x="1020" y="14959"/>
                    <a:pt x="510" y="15354"/>
                  </a:cubicBezTo>
                  <a:cubicBezTo>
                    <a:pt x="417" y="15442"/>
                    <a:pt x="278" y="15442"/>
                    <a:pt x="139" y="15486"/>
                  </a:cubicBezTo>
                  <a:cubicBezTo>
                    <a:pt x="139" y="15486"/>
                    <a:pt x="185" y="15486"/>
                    <a:pt x="232" y="15486"/>
                  </a:cubicBezTo>
                  <a:cubicBezTo>
                    <a:pt x="278" y="15486"/>
                    <a:pt x="325" y="15486"/>
                    <a:pt x="417" y="15486"/>
                  </a:cubicBezTo>
                  <a:lnTo>
                    <a:pt x="21473" y="2447"/>
                  </a:lnTo>
                  <a:lnTo>
                    <a:pt x="26806" y="5389"/>
                  </a:lnTo>
                  <a:lnTo>
                    <a:pt x="23049" y="8418"/>
                  </a:lnTo>
                  <a:cubicBezTo>
                    <a:pt x="22818" y="8593"/>
                    <a:pt x="22679" y="8901"/>
                    <a:pt x="22632" y="9164"/>
                  </a:cubicBezTo>
                  <a:cubicBezTo>
                    <a:pt x="22632" y="9472"/>
                    <a:pt x="22725" y="9735"/>
                    <a:pt x="22910" y="9954"/>
                  </a:cubicBezTo>
                  <a:lnTo>
                    <a:pt x="26806" y="14081"/>
                  </a:lnTo>
                  <a:lnTo>
                    <a:pt x="22957" y="15530"/>
                  </a:lnTo>
                  <a:cubicBezTo>
                    <a:pt x="22539" y="15661"/>
                    <a:pt x="22261" y="16013"/>
                    <a:pt x="22215" y="16408"/>
                  </a:cubicBezTo>
                  <a:cubicBezTo>
                    <a:pt x="22168" y="16803"/>
                    <a:pt x="22354" y="17198"/>
                    <a:pt x="22725" y="17417"/>
                  </a:cubicBezTo>
                  <a:lnTo>
                    <a:pt x="29589" y="21939"/>
                  </a:lnTo>
                  <a:lnTo>
                    <a:pt x="29589" y="25627"/>
                  </a:lnTo>
                  <a:cubicBezTo>
                    <a:pt x="29589" y="26241"/>
                    <a:pt x="30099" y="26724"/>
                    <a:pt x="30748" y="26724"/>
                  </a:cubicBezTo>
                  <a:lnTo>
                    <a:pt x="38864" y="26724"/>
                  </a:lnTo>
                  <a:cubicBezTo>
                    <a:pt x="39514" y="26724"/>
                    <a:pt x="40024" y="26241"/>
                    <a:pt x="40024" y="256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7" name="Freeform: Shape 2386">
              <a:extLst>
                <a:ext uri="{FF2B5EF4-FFF2-40B4-BE49-F238E27FC236}">
                  <a16:creationId xmlns:a16="http://schemas.microsoft.com/office/drawing/2014/main" id="{9ADED9C4-5D63-6038-ACB4-CFBD967A4DD5}"/>
                </a:ext>
              </a:extLst>
            </p:cNvPr>
            <p:cNvSpPr>
              <a:spLocks/>
            </p:cNvSpPr>
            <p:nvPr/>
          </p:nvSpPr>
          <p:spPr>
            <a:xfrm>
              <a:off x="6785736" y="3130860"/>
              <a:ext cx="762" cy="327"/>
            </a:xfrm>
            <a:custGeom>
              <a:avLst/>
              <a:gdLst>
                <a:gd name="connsiteX0" fmla="*/ 510 w 510"/>
                <a:gd name="connsiteY0" fmla="*/ 219 h 219"/>
                <a:gd name="connsiteX1" fmla="*/ 0 w 510"/>
                <a:gd name="connsiteY1" fmla="*/ 0 h 219"/>
                <a:gd name="connsiteX2" fmla="*/ 510 w 510"/>
                <a:gd name="connsiteY2" fmla="*/ 219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" h="219">
                  <a:moveTo>
                    <a:pt x="510" y="219"/>
                  </a:moveTo>
                  <a:cubicBezTo>
                    <a:pt x="510" y="219"/>
                    <a:pt x="185" y="88"/>
                    <a:pt x="0" y="0"/>
                  </a:cubicBezTo>
                  <a:cubicBezTo>
                    <a:pt x="139" y="88"/>
                    <a:pt x="325" y="219"/>
                    <a:pt x="510" y="2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8" name="Freeform: Shape 2387">
              <a:extLst>
                <a:ext uri="{FF2B5EF4-FFF2-40B4-BE49-F238E27FC236}">
                  <a16:creationId xmlns:a16="http://schemas.microsoft.com/office/drawing/2014/main" id="{9041E362-526C-2ED3-E061-1157CF17EFC2}"/>
                </a:ext>
              </a:extLst>
            </p:cNvPr>
            <p:cNvSpPr>
              <a:spLocks/>
            </p:cNvSpPr>
            <p:nvPr/>
          </p:nvSpPr>
          <p:spPr>
            <a:xfrm>
              <a:off x="6743578" y="3177974"/>
              <a:ext cx="94734" cy="200839"/>
            </a:xfrm>
            <a:custGeom>
              <a:avLst/>
              <a:gdLst>
                <a:gd name="connsiteX0" fmla="*/ 54772 w 63468"/>
                <a:gd name="connsiteY0" fmla="*/ 112252 h 134553"/>
                <a:gd name="connsiteX1" fmla="*/ 53612 w 63468"/>
                <a:gd name="connsiteY1" fmla="*/ 111155 h 134553"/>
                <a:gd name="connsiteX2" fmla="*/ 47722 w 63468"/>
                <a:gd name="connsiteY2" fmla="*/ 111155 h 134553"/>
                <a:gd name="connsiteX3" fmla="*/ 50180 w 63468"/>
                <a:gd name="connsiteY3" fmla="*/ 101146 h 134553"/>
                <a:gd name="connsiteX4" fmla="*/ 50088 w 63468"/>
                <a:gd name="connsiteY4" fmla="*/ 100356 h 134553"/>
                <a:gd name="connsiteX5" fmla="*/ 46285 w 63468"/>
                <a:gd name="connsiteY5" fmla="*/ 93639 h 134553"/>
                <a:gd name="connsiteX6" fmla="*/ 46285 w 63468"/>
                <a:gd name="connsiteY6" fmla="*/ 87712 h 134553"/>
                <a:gd name="connsiteX7" fmla="*/ 45125 w 63468"/>
                <a:gd name="connsiteY7" fmla="*/ 86615 h 134553"/>
                <a:gd name="connsiteX8" fmla="*/ 39745 w 63468"/>
                <a:gd name="connsiteY8" fmla="*/ 86615 h 134553"/>
                <a:gd name="connsiteX9" fmla="*/ 30423 w 63468"/>
                <a:gd name="connsiteY9" fmla="*/ 78844 h 134553"/>
                <a:gd name="connsiteX10" fmla="*/ 29635 w 63468"/>
                <a:gd name="connsiteY10" fmla="*/ 78581 h 134553"/>
                <a:gd name="connsiteX11" fmla="*/ 23884 w 63468"/>
                <a:gd name="connsiteY11" fmla="*/ 78581 h 134553"/>
                <a:gd name="connsiteX12" fmla="*/ 22122 w 63468"/>
                <a:gd name="connsiteY12" fmla="*/ 77176 h 134553"/>
                <a:gd name="connsiteX13" fmla="*/ 24534 w 63468"/>
                <a:gd name="connsiteY13" fmla="*/ 71689 h 134553"/>
                <a:gd name="connsiteX14" fmla="*/ 24302 w 63468"/>
                <a:gd name="connsiteY14" fmla="*/ 70504 h 134553"/>
                <a:gd name="connsiteX15" fmla="*/ 20453 w 63468"/>
                <a:gd name="connsiteY15" fmla="*/ 66860 h 134553"/>
                <a:gd name="connsiteX16" fmla="*/ 19618 w 63468"/>
                <a:gd name="connsiteY16" fmla="*/ 66553 h 134553"/>
                <a:gd name="connsiteX17" fmla="*/ 15165 w 63468"/>
                <a:gd name="connsiteY17" fmla="*/ 66553 h 134553"/>
                <a:gd name="connsiteX18" fmla="*/ 10945 w 63468"/>
                <a:gd name="connsiteY18" fmla="*/ 61328 h 134553"/>
                <a:gd name="connsiteX19" fmla="*/ 14099 w 63468"/>
                <a:gd name="connsiteY19" fmla="*/ 55358 h 134553"/>
                <a:gd name="connsiteX20" fmla="*/ 14099 w 63468"/>
                <a:gd name="connsiteY20" fmla="*/ 54348 h 134553"/>
                <a:gd name="connsiteX21" fmla="*/ 12383 w 63468"/>
                <a:gd name="connsiteY21" fmla="*/ 51363 h 134553"/>
                <a:gd name="connsiteX22" fmla="*/ 14748 w 63468"/>
                <a:gd name="connsiteY22" fmla="*/ 50353 h 134553"/>
                <a:gd name="connsiteX23" fmla="*/ 15351 w 63468"/>
                <a:gd name="connsiteY23" fmla="*/ 49739 h 134553"/>
                <a:gd name="connsiteX24" fmla="*/ 17763 w 63468"/>
                <a:gd name="connsiteY24" fmla="*/ 43461 h 134553"/>
                <a:gd name="connsiteX25" fmla="*/ 17855 w 63468"/>
                <a:gd name="connsiteY25" fmla="*/ 43066 h 134553"/>
                <a:gd name="connsiteX26" fmla="*/ 17855 w 63468"/>
                <a:gd name="connsiteY26" fmla="*/ 40432 h 134553"/>
                <a:gd name="connsiteX27" fmla="*/ 23560 w 63468"/>
                <a:gd name="connsiteY27" fmla="*/ 40432 h 134553"/>
                <a:gd name="connsiteX28" fmla="*/ 24534 w 63468"/>
                <a:gd name="connsiteY28" fmla="*/ 39949 h 134553"/>
                <a:gd name="connsiteX29" fmla="*/ 24673 w 63468"/>
                <a:gd name="connsiteY29" fmla="*/ 38939 h 134553"/>
                <a:gd name="connsiteX30" fmla="*/ 21519 w 63468"/>
                <a:gd name="connsiteY30" fmla="*/ 31037 h 134553"/>
                <a:gd name="connsiteX31" fmla="*/ 27687 w 63468"/>
                <a:gd name="connsiteY31" fmla="*/ 27262 h 134553"/>
                <a:gd name="connsiteX32" fmla="*/ 28151 w 63468"/>
                <a:gd name="connsiteY32" fmla="*/ 26033 h 134553"/>
                <a:gd name="connsiteX33" fmla="*/ 27038 w 63468"/>
                <a:gd name="connsiteY33" fmla="*/ 25243 h 134553"/>
                <a:gd name="connsiteX34" fmla="*/ 17345 w 63468"/>
                <a:gd name="connsiteY34" fmla="*/ 25243 h 134553"/>
                <a:gd name="connsiteX35" fmla="*/ 15629 w 63468"/>
                <a:gd name="connsiteY35" fmla="*/ 22784 h 134553"/>
                <a:gd name="connsiteX36" fmla="*/ 14655 w 63468"/>
                <a:gd name="connsiteY36" fmla="*/ 22301 h 134553"/>
                <a:gd name="connsiteX37" fmla="*/ 10435 w 63468"/>
                <a:gd name="connsiteY37" fmla="*/ 22301 h 134553"/>
                <a:gd name="connsiteX38" fmla="*/ 12661 w 63468"/>
                <a:gd name="connsiteY38" fmla="*/ 15716 h 134553"/>
                <a:gd name="connsiteX39" fmla="*/ 12383 w 63468"/>
                <a:gd name="connsiteY39" fmla="*/ 14575 h 134553"/>
                <a:gd name="connsiteX40" fmla="*/ 11177 w 63468"/>
                <a:gd name="connsiteY40" fmla="*/ 14311 h 134553"/>
                <a:gd name="connsiteX41" fmla="*/ 6261 w 63468"/>
                <a:gd name="connsiteY41" fmla="*/ 15980 h 134553"/>
                <a:gd name="connsiteX42" fmla="*/ 6261 w 63468"/>
                <a:gd name="connsiteY42" fmla="*/ 9131 h 134553"/>
                <a:gd name="connsiteX43" fmla="*/ 5705 w 63468"/>
                <a:gd name="connsiteY43" fmla="*/ 8209 h 134553"/>
                <a:gd name="connsiteX44" fmla="*/ 2319 w 63468"/>
                <a:gd name="connsiteY44" fmla="*/ 6234 h 134553"/>
                <a:gd name="connsiteX45" fmla="*/ 2319 w 63468"/>
                <a:gd name="connsiteY45" fmla="*/ 0 h 134553"/>
                <a:gd name="connsiteX46" fmla="*/ 2319 w 63468"/>
                <a:gd name="connsiteY46" fmla="*/ 0 h 134553"/>
                <a:gd name="connsiteX47" fmla="*/ 2133 w 63468"/>
                <a:gd name="connsiteY47" fmla="*/ 395 h 134553"/>
                <a:gd name="connsiteX48" fmla="*/ 1948 w 63468"/>
                <a:gd name="connsiteY48" fmla="*/ 790 h 134553"/>
                <a:gd name="connsiteX49" fmla="*/ 1948 w 63468"/>
                <a:gd name="connsiteY49" fmla="*/ 790 h 134553"/>
                <a:gd name="connsiteX50" fmla="*/ 0 w 63468"/>
                <a:gd name="connsiteY50" fmla="*/ 2502 h 134553"/>
                <a:gd name="connsiteX51" fmla="*/ 0 w 63468"/>
                <a:gd name="connsiteY51" fmla="*/ 6848 h 134553"/>
                <a:gd name="connsiteX52" fmla="*/ 557 w 63468"/>
                <a:gd name="connsiteY52" fmla="*/ 7770 h 134553"/>
                <a:gd name="connsiteX53" fmla="*/ 3942 w 63468"/>
                <a:gd name="connsiteY53" fmla="*/ 9746 h 134553"/>
                <a:gd name="connsiteX54" fmla="*/ 3942 w 63468"/>
                <a:gd name="connsiteY54" fmla="*/ 17560 h 134553"/>
                <a:gd name="connsiteX55" fmla="*/ 4452 w 63468"/>
                <a:gd name="connsiteY55" fmla="*/ 18438 h 134553"/>
                <a:gd name="connsiteX56" fmla="*/ 5519 w 63468"/>
                <a:gd name="connsiteY56" fmla="*/ 18570 h 134553"/>
                <a:gd name="connsiteX57" fmla="*/ 9786 w 63468"/>
                <a:gd name="connsiteY57" fmla="*/ 17121 h 134553"/>
                <a:gd name="connsiteX58" fmla="*/ 7791 w 63468"/>
                <a:gd name="connsiteY58" fmla="*/ 23048 h 134553"/>
                <a:gd name="connsiteX59" fmla="*/ 7977 w 63468"/>
                <a:gd name="connsiteY59" fmla="*/ 24013 h 134553"/>
                <a:gd name="connsiteX60" fmla="*/ 8905 w 63468"/>
                <a:gd name="connsiteY60" fmla="*/ 24452 h 134553"/>
                <a:gd name="connsiteX61" fmla="*/ 14099 w 63468"/>
                <a:gd name="connsiteY61" fmla="*/ 24452 h 134553"/>
                <a:gd name="connsiteX62" fmla="*/ 15815 w 63468"/>
                <a:gd name="connsiteY62" fmla="*/ 26911 h 134553"/>
                <a:gd name="connsiteX63" fmla="*/ 16789 w 63468"/>
                <a:gd name="connsiteY63" fmla="*/ 27394 h 134553"/>
                <a:gd name="connsiteX64" fmla="*/ 23189 w 63468"/>
                <a:gd name="connsiteY64" fmla="*/ 27394 h 134553"/>
                <a:gd name="connsiteX65" fmla="*/ 19525 w 63468"/>
                <a:gd name="connsiteY65" fmla="*/ 29633 h 134553"/>
                <a:gd name="connsiteX66" fmla="*/ 19061 w 63468"/>
                <a:gd name="connsiteY66" fmla="*/ 30949 h 134553"/>
                <a:gd name="connsiteX67" fmla="*/ 21937 w 63468"/>
                <a:gd name="connsiteY67" fmla="*/ 38237 h 134553"/>
                <a:gd name="connsiteX68" fmla="*/ 16742 w 63468"/>
                <a:gd name="connsiteY68" fmla="*/ 38237 h 134553"/>
                <a:gd name="connsiteX69" fmla="*/ 15583 w 63468"/>
                <a:gd name="connsiteY69" fmla="*/ 39334 h 134553"/>
                <a:gd name="connsiteX70" fmla="*/ 15583 w 63468"/>
                <a:gd name="connsiteY70" fmla="*/ 42846 h 134553"/>
                <a:gd name="connsiteX71" fmla="*/ 13403 w 63468"/>
                <a:gd name="connsiteY71" fmla="*/ 48510 h 134553"/>
                <a:gd name="connsiteX72" fmla="*/ 10388 w 63468"/>
                <a:gd name="connsiteY72" fmla="*/ 49826 h 134553"/>
                <a:gd name="connsiteX73" fmla="*/ 9786 w 63468"/>
                <a:gd name="connsiteY73" fmla="*/ 50485 h 134553"/>
                <a:gd name="connsiteX74" fmla="*/ 9878 w 63468"/>
                <a:gd name="connsiteY74" fmla="*/ 51363 h 134553"/>
                <a:gd name="connsiteX75" fmla="*/ 11919 w 63468"/>
                <a:gd name="connsiteY75" fmla="*/ 54875 h 134553"/>
                <a:gd name="connsiteX76" fmla="*/ 8719 w 63468"/>
                <a:gd name="connsiteY76" fmla="*/ 60933 h 134553"/>
                <a:gd name="connsiteX77" fmla="*/ 8858 w 63468"/>
                <a:gd name="connsiteY77" fmla="*/ 62075 h 134553"/>
                <a:gd name="connsiteX78" fmla="*/ 13867 w 63468"/>
                <a:gd name="connsiteY78" fmla="*/ 68309 h 134553"/>
                <a:gd name="connsiteX79" fmla="*/ 14794 w 63468"/>
                <a:gd name="connsiteY79" fmla="*/ 68748 h 134553"/>
                <a:gd name="connsiteX80" fmla="*/ 19340 w 63468"/>
                <a:gd name="connsiteY80" fmla="*/ 68748 h 134553"/>
                <a:gd name="connsiteX81" fmla="*/ 22307 w 63468"/>
                <a:gd name="connsiteY81" fmla="*/ 71557 h 134553"/>
                <a:gd name="connsiteX82" fmla="*/ 19896 w 63468"/>
                <a:gd name="connsiteY82" fmla="*/ 77089 h 134553"/>
                <a:gd name="connsiteX83" fmla="*/ 20221 w 63468"/>
                <a:gd name="connsiteY83" fmla="*/ 78362 h 134553"/>
                <a:gd name="connsiteX84" fmla="*/ 22910 w 63468"/>
                <a:gd name="connsiteY84" fmla="*/ 80557 h 134553"/>
                <a:gd name="connsiteX85" fmla="*/ 23653 w 63468"/>
                <a:gd name="connsiteY85" fmla="*/ 80820 h 134553"/>
                <a:gd name="connsiteX86" fmla="*/ 29403 w 63468"/>
                <a:gd name="connsiteY86" fmla="*/ 80820 h 134553"/>
                <a:gd name="connsiteX87" fmla="*/ 38725 w 63468"/>
                <a:gd name="connsiteY87" fmla="*/ 88590 h 134553"/>
                <a:gd name="connsiteX88" fmla="*/ 39514 w 63468"/>
                <a:gd name="connsiteY88" fmla="*/ 88854 h 134553"/>
                <a:gd name="connsiteX89" fmla="*/ 44151 w 63468"/>
                <a:gd name="connsiteY89" fmla="*/ 88854 h 134553"/>
                <a:gd name="connsiteX90" fmla="*/ 44151 w 63468"/>
                <a:gd name="connsiteY90" fmla="*/ 93990 h 134553"/>
                <a:gd name="connsiteX91" fmla="*/ 44291 w 63468"/>
                <a:gd name="connsiteY91" fmla="*/ 94517 h 134553"/>
                <a:gd name="connsiteX92" fmla="*/ 48047 w 63468"/>
                <a:gd name="connsiteY92" fmla="*/ 101102 h 134553"/>
                <a:gd name="connsiteX93" fmla="*/ 48047 w 63468"/>
                <a:gd name="connsiteY93" fmla="*/ 101321 h 134553"/>
                <a:gd name="connsiteX94" fmla="*/ 45774 w 63468"/>
                <a:gd name="connsiteY94" fmla="*/ 110277 h 134553"/>
                <a:gd name="connsiteX95" fmla="*/ 45357 w 63468"/>
                <a:gd name="connsiteY95" fmla="*/ 112033 h 134553"/>
                <a:gd name="connsiteX96" fmla="*/ 45589 w 63468"/>
                <a:gd name="connsiteY96" fmla="*/ 112955 h 134553"/>
                <a:gd name="connsiteX97" fmla="*/ 46517 w 63468"/>
                <a:gd name="connsiteY97" fmla="*/ 113350 h 134553"/>
                <a:gd name="connsiteX98" fmla="*/ 52685 w 63468"/>
                <a:gd name="connsiteY98" fmla="*/ 113350 h 134553"/>
                <a:gd name="connsiteX99" fmla="*/ 52685 w 63468"/>
                <a:gd name="connsiteY99" fmla="*/ 122130 h 134553"/>
                <a:gd name="connsiteX100" fmla="*/ 52917 w 63468"/>
                <a:gd name="connsiteY100" fmla="*/ 122745 h 134553"/>
                <a:gd name="connsiteX101" fmla="*/ 59177 w 63468"/>
                <a:gd name="connsiteY101" fmla="*/ 131086 h 134553"/>
                <a:gd name="connsiteX102" fmla="*/ 61403 w 63468"/>
                <a:gd name="connsiteY102" fmla="*/ 134071 h 134553"/>
                <a:gd name="connsiteX103" fmla="*/ 62331 w 63468"/>
                <a:gd name="connsiteY103" fmla="*/ 134554 h 134553"/>
                <a:gd name="connsiteX104" fmla="*/ 62980 w 63468"/>
                <a:gd name="connsiteY104" fmla="*/ 134334 h 134553"/>
                <a:gd name="connsiteX105" fmla="*/ 63259 w 63468"/>
                <a:gd name="connsiteY105" fmla="*/ 132798 h 134553"/>
                <a:gd name="connsiteX106" fmla="*/ 61728 w 63468"/>
                <a:gd name="connsiteY106" fmla="*/ 130778 h 134553"/>
                <a:gd name="connsiteX107" fmla="*/ 54957 w 63468"/>
                <a:gd name="connsiteY107" fmla="*/ 121735 h 134553"/>
                <a:gd name="connsiteX108" fmla="*/ 54957 w 63468"/>
                <a:gd name="connsiteY108" fmla="*/ 112209 h 134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3468" h="134553">
                  <a:moveTo>
                    <a:pt x="54772" y="112252"/>
                  </a:moveTo>
                  <a:cubicBezTo>
                    <a:pt x="54772" y="111638"/>
                    <a:pt x="54261" y="111155"/>
                    <a:pt x="53612" y="111155"/>
                  </a:cubicBezTo>
                  <a:lnTo>
                    <a:pt x="47722" y="111155"/>
                  </a:lnTo>
                  <a:lnTo>
                    <a:pt x="50180" y="101146"/>
                  </a:lnTo>
                  <a:cubicBezTo>
                    <a:pt x="50227" y="100882"/>
                    <a:pt x="50180" y="100619"/>
                    <a:pt x="50088" y="100356"/>
                  </a:cubicBezTo>
                  <a:lnTo>
                    <a:pt x="46285" y="93639"/>
                  </a:lnTo>
                  <a:lnTo>
                    <a:pt x="46285" y="87712"/>
                  </a:lnTo>
                  <a:cubicBezTo>
                    <a:pt x="46285" y="87098"/>
                    <a:pt x="45774" y="86615"/>
                    <a:pt x="45125" y="86615"/>
                  </a:cubicBezTo>
                  <a:lnTo>
                    <a:pt x="39745" y="86615"/>
                  </a:lnTo>
                  <a:lnTo>
                    <a:pt x="30423" y="78844"/>
                  </a:lnTo>
                  <a:cubicBezTo>
                    <a:pt x="30423" y="78844"/>
                    <a:pt x="29960" y="78581"/>
                    <a:pt x="29635" y="78581"/>
                  </a:cubicBezTo>
                  <a:lnTo>
                    <a:pt x="23884" y="78581"/>
                  </a:lnTo>
                  <a:lnTo>
                    <a:pt x="22122" y="77176"/>
                  </a:lnTo>
                  <a:lnTo>
                    <a:pt x="24534" y="71689"/>
                  </a:lnTo>
                  <a:cubicBezTo>
                    <a:pt x="24719" y="71294"/>
                    <a:pt x="24626" y="70811"/>
                    <a:pt x="24302" y="70504"/>
                  </a:cubicBezTo>
                  <a:lnTo>
                    <a:pt x="20453" y="66860"/>
                  </a:lnTo>
                  <a:cubicBezTo>
                    <a:pt x="20453" y="66860"/>
                    <a:pt x="19942" y="66553"/>
                    <a:pt x="19618" y="66553"/>
                  </a:cubicBezTo>
                  <a:lnTo>
                    <a:pt x="15165" y="66553"/>
                  </a:lnTo>
                  <a:lnTo>
                    <a:pt x="10945" y="61328"/>
                  </a:lnTo>
                  <a:lnTo>
                    <a:pt x="14099" y="55358"/>
                  </a:lnTo>
                  <a:cubicBezTo>
                    <a:pt x="14284" y="55051"/>
                    <a:pt x="14284" y="54656"/>
                    <a:pt x="14099" y="54348"/>
                  </a:cubicBezTo>
                  <a:lnTo>
                    <a:pt x="12383" y="51363"/>
                  </a:lnTo>
                  <a:lnTo>
                    <a:pt x="14748" y="50353"/>
                  </a:lnTo>
                  <a:cubicBezTo>
                    <a:pt x="15026" y="50222"/>
                    <a:pt x="15258" y="50002"/>
                    <a:pt x="15351" y="49739"/>
                  </a:cubicBezTo>
                  <a:lnTo>
                    <a:pt x="17763" y="43461"/>
                  </a:lnTo>
                  <a:cubicBezTo>
                    <a:pt x="17763" y="43461"/>
                    <a:pt x="17855" y="43198"/>
                    <a:pt x="17855" y="43066"/>
                  </a:cubicBezTo>
                  <a:lnTo>
                    <a:pt x="17855" y="40432"/>
                  </a:lnTo>
                  <a:lnTo>
                    <a:pt x="23560" y="40432"/>
                  </a:lnTo>
                  <a:cubicBezTo>
                    <a:pt x="23931" y="40432"/>
                    <a:pt x="24302" y="40256"/>
                    <a:pt x="24534" y="39949"/>
                  </a:cubicBezTo>
                  <a:cubicBezTo>
                    <a:pt x="24766" y="39642"/>
                    <a:pt x="24812" y="39290"/>
                    <a:pt x="24673" y="38939"/>
                  </a:cubicBezTo>
                  <a:lnTo>
                    <a:pt x="21519" y="31037"/>
                  </a:lnTo>
                  <a:lnTo>
                    <a:pt x="27687" y="27262"/>
                  </a:lnTo>
                  <a:cubicBezTo>
                    <a:pt x="28105" y="26999"/>
                    <a:pt x="28337" y="26516"/>
                    <a:pt x="28151" y="26033"/>
                  </a:cubicBezTo>
                  <a:cubicBezTo>
                    <a:pt x="28012" y="25550"/>
                    <a:pt x="27548" y="25243"/>
                    <a:pt x="27038" y="25243"/>
                  </a:cubicBezTo>
                  <a:lnTo>
                    <a:pt x="17345" y="25243"/>
                  </a:lnTo>
                  <a:lnTo>
                    <a:pt x="15629" y="22784"/>
                  </a:lnTo>
                  <a:cubicBezTo>
                    <a:pt x="15397" y="22477"/>
                    <a:pt x="15073" y="22301"/>
                    <a:pt x="14655" y="22301"/>
                  </a:cubicBezTo>
                  <a:lnTo>
                    <a:pt x="10435" y="22301"/>
                  </a:lnTo>
                  <a:lnTo>
                    <a:pt x="12661" y="15716"/>
                  </a:lnTo>
                  <a:cubicBezTo>
                    <a:pt x="12800" y="15321"/>
                    <a:pt x="12661" y="14882"/>
                    <a:pt x="12383" y="14575"/>
                  </a:cubicBezTo>
                  <a:cubicBezTo>
                    <a:pt x="12058" y="14268"/>
                    <a:pt x="11594" y="14180"/>
                    <a:pt x="11177" y="14311"/>
                  </a:cubicBezTo>
                  <a:lnTo>
                    <a:pt x="6261" y="15980"/>
                  </a:lnTo>
                  <a:lnTo>
                    <a:pt x="6261" y="9131"/>
                  </a:lnTo>
                  <a:cubicBezTo>
                    <a:pt x="6261" y="8736"/>
                    <a:pt x="6029" y="8385"/>
                    <a:pt x="5705" y="8209"/>
                  </a:cubicBezTo>
                  <a:lnTo>
                    <a:pt x="2319" y="6234"/>
                  </a:lnTo>
                  <a:lnTo>
                    <a:pt x="2319" y="0"/>
                  </a:lnTo>
                  <a:cubicBezTo>
                    <a:pt x="2319" y="0"/>
                    <a:pt x="2319" y="0"/>
                    <a:pt x="2319" y="0"/>
                  </a:cubicBezTo>
                  <a:cubicBezTo>
                    <a:pt x="2319" y="132"/>
                    <a:pt x="2226" y="263"/>
                    <a:pt x="2133" y="395"/>
                  </a:cubicBezTo>
                  <a:cubicBezTo>
                    <a:pt x="2087" y="527"/>
                    <a:pt x="2041" y="658"/>
                    <a:pt x="1948" y="790"/>
                  </a:cubicBezTo>
                  <a:cubicBezTo>
                    <a:pt x="1948" y="790"/>
                    <a:pt x="1948" y="790"/>
                    <a:pt x="1948" y="790"/>
                  </a:cubicBezTo>
                  <a:lnTo>
                    <a:pt x="0" y="2502"/>
                  </a:lnTo>
                  <a:lnTo>
                    <a:pt x="0" y="6848"/>
                  </a:lnTo>
                  <a:cubicBezTo>
                    <a:pt x="0" y="7243"/>
                    <a:pt x="232" y="7595"/>
                    <a:pt x="557" y="7770"/>
                  </a:cubicBezTo>
                  <a:lnTo>
                    <a:pt x="3942" y="9746"/>
                  </a:lnTo>
                  <a:lnTo>
                    <a:pt x="3942" y="17560"/>
                  </a:lnTo>
                  <a:cubicBezTo>
                    <a:pt x="3942" y="17911"/>
                    <a:pt x="4128" y="18262"/>
                    <a:pt x="4452" y="18438"/>
                  </a:cubicBezTo>
                  <a:cubicBezTo>
                    <a:pt x="4777" y="18658"/>
                    <a:pt x="5148" y="18701"/>
                    <a:pt x="5519" y="18570"/>
                  </a:cubicBezTo>
                  <a:lnTo>
                    <a:pt x="9786" y="17121"/>
                  </a:lnTo>
                  <a:lnTo>
                    <a:pt x="7791" y="23048"/>
                  </a:lnTo>
                  <a:cubicBezTo>
                    <a:pt x="7699" y="23399"/>
                    <a:pt x="7745" y="23750"/>
                    <a:pt x="7977" y="24013"/>
                  </a:cubicBezTo>
                  <a:cubicBezTo>
                    <a:pt x="8209" y="24277"/>
                    <a:pt x="8534" y="24452"/>
                    <a:pt x="8905" y="24452"/>
                  </a:cubicBezTo>
                  <a:lnTo>
                    <a:pt x="14099" y="24452"/>
                  </a:lnTo>
                  <a:lnTo>
                    <a:pt x="15815" y="26911"/>
                  </a:lnTo>
                  <a:cubicBezTo>
                    <a:pt x="16047" y="27218"/>
                    <a:pt x="16371" y="27394"/>
                    <a:pt x="16789" y="27394"/>
                  </a:cubicBezTo>
                  <a:lnTo>
                    <a:pt x="23189" y="27394"/>
                  </a:lnTo>
                  <a:lnTo>
                    <a:pt x="19525" y="29633"/>
                  </a:lnTo>
                  <a:cubicBezTo>
                    <a:pt x="19061" y="29896"/>
                    <a:pt x="18876" y="30467"/>
                    <a:pt x="19061" y="30949"/>
                  </a:cubicBezTo>
                  <a:lnTo>
                    <a:pt x="21937" y="38237"/>
                  </a:lnTo>
                  <a:lnTo>
                    <a:pt x="16742" y="38237"/>
                  </a:lnTo>
                  <a:cubicBezTo>
                    <a:pt x="16093" y="38237"/>
                    <a:pt x="15583" y="38720"/>
                    <a:pt x="15583" y="39334"/>
                  </a:cubicBezTo>
                  <a:lnTo>
                    <a:pt x="15583" y="42846"/>
                  </a:lnTo>
                  <a:lnTo>
                    <a:pt x="13403" y="48510"/>
                  </a:lnTo>
                  <a:lnTo>
                    <a:pt x="10388" y="49826"/>
                  </a:lnTo>
                  <a:cubicBezTo>
                    <a:pt x="10110" y="49958"/>
                    <a:pt x="9878" y="50178"/>
                    <a:pt x="9786" y="50485"/>
                  </a:cubicBezTo>
                  <a:cubicBezTo>
                    <a:pt x="9693" y="50792"/>
                    <a:pt x="9693" y="51100"/>
                    <a:pt x="9878" y="51363"/>
                  </a:cubicBezTo>
                  <a:lnTo>
                    <a:pt x="11919" y="54875"/>
                  </a:lnTo>
                  <a:lnTo>
                    <a:pt x="8719" y="60933"/>
                  </a:lnTo>
                  <a:cubicBezTo>
                    <a:pt x="8534" y="61284"/>
                    <a:pt x="8580" y="61767"/>
                    <a:pt x="8858" y="62075"/>
                  </a:cubicBezTo>
                  <a:lnTo>
                    <a:pt x="13867" y="68309"/>
                  </a:lnTo>
                  <a:cubicBezTo>
                    <a:pt x="14099" y="68572"/>
                    <a:pt x="14424" y="68748"/>
                    <a:pt x="14794" y="68748"/>
                  </a:cubicBezTo>
                  <a:lnTo>
                    <a:pt x="19340" y="68748"/>
                  </a:lnTo>
                  <a:lnTo>
                    <a:pt x="22307" y="71557"/>
                  </a:lnTo>
                  <a:lnTo>
                    <a:pt x="19896" y="77089"/>
                  </a:lnTo>
                  <a:cubicBezTo>
                    <a:pt x="19710" y="77528"/>
                    <a:pt x="19850" y="78054"/>
                    <a:pt x="20221" y="78362"/>
                  </a:cubicBezTo>
                  <a:lnTo>
                    <a:pt x="22910" y="80557"/>
                  </a:lnTo>
                  <a:cubicBezTo>
                    <a:pt x="22910" y="80557"/>
                    <a:pt x="23374" y="80820"/>
                    <a:pt x="23653" y="80820"/>
                  </a:cubicBezTo>
                  <a:lnTo>
                    <a:pt x="29403" y="80820"/>
                  </a:lnTo>
                  <a:lnTo>
                    <a:pt x="38725" y="88590"/>
                  </a:lnTo>
                  <a:cubicBezTo>
                    <a:pt x="38725" y="88590"/>
                    <a:pt x="39189" y="88854"/>
                    <a:pt x="39514" y="88854"/>
                  </a:cubicBezTo>
                  <a:lnTo>
                    <a:pt x="44151" y="88854"/>
                  </a:lnTo>
                  <a:lnTo>
                    <a:pt x="44151" y="93990"/>
                  </a:lnTo>
                  <a:cubicBezTo>
                    <a:pt x="44151" y="93990"/>
                    <a:pt x="44198" y="94341"/>
                    <a:pt x="44291" y="94517"/>
                  </a:cubicBezTo>
                  <a:lnTo>
                    <a:pt x="48047" y="101102"/>
                  </a:lnTo>
                  <a:lnTo>
                    <a:pt x="48047" y="101321"/>
                  </a:lnTo>
                  <a:cubicBezTo>
                    <a:pt x="48047" y="101321"/>
                    <a:pt x="45774" y="110277"/>
                    <a:pt x="45774" y="110277"/>
                  </a:cubicBezTo>
                  <a:lnTo>
                    <a:pt x="45357" y="112033"/>
                  </a:lnTo>
                  <a:cubicBezTo>
                    <a:pt x="45264" y="112340"/>
                    <a:pt x="45357" y="112691"/>
                    <a:pt x="45589" y="112955"/>
                  </a:cubicBezTo>
                  <a:cubicBezTo>
                    <a:pt x="45821" y="113218"/>
                    <a:pt x="46145" y="113350"/>
                    <a:pt x="46517" y="113350"/>
                  </a:cubicBezTo>
                  <a:lnTo>
                    <a:pt x="52685" y="113350"/>
                  </a:lnTo>
                  <a:lnTo>
                    <a:pt x="52685" y="122130"/>
                  </a:lnTo>
                  <a:cubicBezTo>
                    <a:pt x="52685" y="122349"/>
                    <a:pt x="52777" y="122569"/>
                    <a:pt x="52917" y="122745"/>
                  </a:cubicBezTo>
                  <a:lnTo>
                    <a:pt x="59177" y="131086"/>
                  </a:lnTo>
                  <a:lnTo>
                    <a:pt x="61403" y="134071"/>
                  </a:lnTo>
                  <a:cubicBezTo>
                    <a:pt x="61636" y="134378"/>
                    <a:pt x="62006" y="134554"/>
                    <a:pt x="62331" y="134554"/>
                  </a:cubicBezTo>
                  <a:cubicBezTo>
                    <a:pt x="62563" y="134554"/>
                    <a:pt x="62795" y="134510"/>
                    <a:pt x="62980" y="134334"/>
                  </a:cubicBezTo>
                  <a:cubicBezTo>
                    <a:pt x="63490" y="133983"/>
                    <a:pt x="63630" y="133281"/>
                    <a:pt x="63259" y="132798"/>
                  </a:cubicBezTo>
                  <a:lnTo>
                    <a:pt x="61728" y="130778"/>
                  </a:lnTo>
                  <a:lnTo>
                    <a:pt x="54957" y="121735"/>
                  </a:lnTo>
                  <a:lnTo>
                    <a:pt x="54957" y="1122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9" name="Freeform: Shape 2388">
              <a:extLst>
                <a:ext uri="{FF2B5EF4-FFF2-40B4-BE49-F238E27FC236}">
                  <a16:creationId xmlns:a16="http://schemas.microsoft.com/office/drawing/2014/main" id="{95CF35CD-A4FA-9A24-66D7-0D77D2F644DB}"/>
                </a:ext>
              </a:extLst>
            </p:cNvPr>
            <p:cNvSpPr>
              <a:spLocks/>
            </p:cNvSpPr>
            <p:nvPr/>
          </p:nvSpPr>
          <p:spPr>
            <a:xfrm>
              <a:off x="6724125" y="3106040"/>
              <a:ext cx="22636" cy="72064"/>
            </a:xfrm>
            <a:custGeom>
              <a:avLst/>
              <a:gdLst>
                <a:gd name="connsiteX0" fmla="*/ 13357 w 15165"/>
                <a:gd name="connsiteY0" fmla="*/ 3415 h 48280"/>
                <a:gd name="connsiteX1" fmla="*/ 12661 w 15165"/>
                <a:gd name="connsiteY1" fmla="*/ 2976 h 48280"/>
                <a:gd name="connsiteX2" fmla="*/ 12986 w 15165"/>
                <a:gd name="connsiteY2" fmla="*/ 1439 h 48280"/>
                <a:gd name="connsiteX3" fmla="*/ 13450 w 15165"/>
                <a:gd name="connsiteY3" fmla="*/ 1176 h 48280"/>
                <a:gd name="connsiteX4" fmla="*/ 10991 w 15165"/>
                <a:gd name="connsiteY4" fmla="*/ 474 h 48280"/>
                <a:gd name="connsiteX5" fmla="*/ 9415 w 15165"/>
                <a:gd name="connsiteY5" fmla="*/ 34 h 48280"/>
                <a:gd name="connsiteX6" fmla="*/ 8394 w 15165"/>
                <a:gd name="connsiteY6" fmla="*/ 210 h 48280"/>
                <a:gd name="connsiteX7" fmla="*/ 7931 w 15165"/>
                <a:gd name="connsiteY7" fmla="*/ 1088 h 48280"/>
                <a:gd name="connsiteX8" fmla="*/ 7931 w 15165"/>
                <a:gd name="connsiteY8" fmla="*/ 7059 h 48280"/>
                <a:gd name="connsiteX9" fmla="*/ 1159 w 15165"/>
                <a:gd name="connsiteY9" fmla="*/ 7059 h 48280"/>
                <a:gd name="connsiteX10" fmla="*/ 139 w 15165"/>
                <a:gd name="connsiteY10" fmla="*/ 7629 h 48280"/>
                <a:gd name="connsiteX11" fmla="*/ 139 w 15165"/>
                <a:gd name="connsiteY11" fmla="*/ 8727 h 48280"/>
                <a:gd name="connsiteX12" fmla="*/ 5148 w 15165"/>
                <a:gd name="connsiteY12" fmla="*/ 16146 h 48280"/>
                <a:gd name="connsiteX13" fmla="*/ 5148 w 15165"/>
                <a:gd name="connsiteY13" fmla="*/ 25496 h 48280"/>
                <a:gd name="connsiteX14" fmla="*/ 6308 w 15165"/>
                <a:gd name="connsiteY14" fmla="*/ 26594 h 48280"/>
                <a:gd name="connsiteX15" fmla="*/ 8162 w 15165"/>
                <a:gd name="connsiteY15" fmla="*/ 26594 h 48280"/>
                <a:gd name="connsiteX16" fmla="*/ 2551 w 15165"/>
                <a:gd name="connsiteY16" fmla="*/ 35945 h 48280"/>
                <a:gd name="connsiteX17" fmla="*/ 2551 w 15165"/>
                <a:gd name="connsiteY17" fmla="*/ 37042 h 48280"/>
                <a:gd name="connsiteX18" fmla="*/ 3571 w 15165"/>
                <a:gd name="connsiteY18" fmla="*/ 37569 h 48280"/>
                <a:gd name="connsiteX19" fmla="*/ 9368 w 15165"/>
                <a:gd name="connsiteY19" fmla="*/ 37569 h 48280"/>
                <a:gd name="connsiteX20" fmla="*/ 9368 w 15165"/>
                <a:gd name="connsiteY20" fmla="*/ 43803 h 48280"/>
                <a:gd name="connsiteX21" fmla="*/ 9832 w 15165"/>
                <a:gd name="connsiteY21" fmla="*/ 44681 h 48280"/>
                <a:gd name="connsiteX22" fmla="*/ 12847 w 15165"/>
                <a:gd name="connsiteY22" fmla="*/ 46920 h 48280"/>
                <a:gd name="connsiteX23" fmla="*/ 12847 w 15165"/>
                <a:gd name="connsiteY23" fmla="*/ 47754 h 48280"/>
                <a:gd name="connsiteX24" fmla="*/ 13218 w 15165"/>
                <a:gd name="connsiteY24" fmla="*/ 47447 h 48280"/>
                <a:gd name="connsiteX25" fmla="*/ 14841 w 15165"/>
                <a:gd name="connsiteY25" fmla="*/ 47490 h 48280"/>
                <a:gd name="connsiteX26" fmla="*/ 15165 w 15165"/>
                <a:gd name="connsiteY26" fmla="*/ 48281 h 48280"/>
                <a:gd name="connsiteX27" fmla="*/ 15165 w 15165"/>
                <a:gd name="connsiteY27" fmla="*/ 48281 h 48280"/>
                <a:gd name="connsiteX28" fmla="*/ 15165 w 15165"/>
                <a:gd name="connsiteY28" fmla="*/ 46437 h 48280"/>
                <a:gd name="connsiteX29" fmla="*/ 14702 w 15165"/>
                <a:gd name="connsiteY29" fmla="*/ 45559 h 48280"/>
                <a:gd name="connsiteX30" fmla="*/ 11687 w 15165"/>
                <a:gd name="connsiteY30" fmla="*/ 43320 h 48280"/>
                <a:gd name="connsiteX31" fmla="*/ 11687 w 15165"/>
                <a:gd name="connsiteY31" fmla="*/ 36559 h 48280"/>
                <a:gd name="connsiteX32" fmla="*/ 10528 w 15165"/>
                <a:gd name="connsiteY32" fmla="*/ 35462 h 48280"/>
                <a:gd name="connsiteX33" fmla="*/ 5565 w 15165"/>
                <a:gd name="connsiteY33" fmla="*/ 35462 h 48280"/>
                <a:gd name="connsiteX34" fmla="*/ 11177 w 15165"/>
                <a:gd name="connsiteY34" fmla="*/ 26111 h 48280"/>
                <a:gd name="connsiteX35" fmla="*/ 11177 w 15165"/>
                <a:gd name="connsiteY35" fmla="*/ 25014 h 48280"/>
                <a:gd name="connsiteX36" fmla="*/ 10157 w 15165"/>
                <a:gd name="connsiteY36" fmla="*/ 24487 h 48280"/>
                <a:gd name="connsiteX37" fmla="*/ 7467 w 15165"/>
                <a:gd name="connsiteY37" fmla="*/ 24487 h 48280"/>
                <a:gd name="connsiteX38" fmla="*/ 7467 w 15165"/>
                <a:gd name="connsiteY38" fmla="*/ 15882 h 48280"/>
                <a:gd name="connsiteX39" fmla="*/ 7281 w 15165"/>
                <a:gd name="connsiteY39" fmla="*/ 15312 h 48280"/>
                <a:gd name="connsiteX40" fmla="*/ 3200 w 15165"/>
                <a:gd name="connsiteY40" fmla="*/ 9297 h 48280"/>
                <a:gd name="connsiteX41" fmla="*/ 8997 w 15165"/>
                <a:gd name="connsiteY41" fmla="*/ 9297 h 48280"/>
                <a:gd name="connsiteX42" fmla="*/ 10157 w 15165"/>
                <a:gd name="connsiteY42" fmla="*/ 8200 h 48280"/>
                <a:gd name="connsiteX43" fmla="*/ 10157 w 15165"/>
                <a:gd name="connsiteY43" fmla="*/ 2625 h 48280"/>
                <a:gd name="connsiteX44" fmla="*/ 12800 w 15165"/>
                <a:gd name="connsiteY44" fmla="*/ 3415 h 48280"/>
                <a:gd name="connsiteX45" fmla="*/ 13218 w 15165"/>
                <a:gd name="connsiteY45" fmla="*/ 3546 h 48280"/>
                <a:gd name="connsiteX46" fmla="*/ 13264 w 15165"/>
                <a:gd name="connsiteY46" fmla="*/ 3546 h 4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5165" h="48280">
                  <a:moveTo>
                    <a:pt x="13357" y="3415"/>
                  </a:moveTo>
                  <a:cubicBezTo>
                    <a:pt x="13078" y="3371"/>
                    <a:pt x="12847" y="3195"/>
                    <a:pt x="12661" y="2976"/>
                  </a:cubicBezTo>
                  <a:cubicBezTo>
                    <a:pt x="12290" y="2449"/>
                    <a:pt x="12475" y="1790"/>
                    <a:pt x="12986" y="1439"/>
                  </a:cubicBezTo>
                  <a:lnTo>
                    <a:pt x="13450" y="1176"/>
                  </a:lnTo>
                  <a:lnTo>
                    <a:pt x="10991" y="474"/>
                  </a:lnTo>
                  <a:lnTo>
                    <a:pt x="9415" y="34"/>
                  </a:lnTo>
                  <a:cubicBezTo>
                    <a:pt x="9090" y="-53"/>
                    <a:pt x="8673" y="34"/>
                    <a:pt x="8394" y="210"/>
                  </a:cubicBezTo>
                  <a:cubicBezTo>
                    <a:pt x="8116" y="430"/>
                    <a:pt x="7931" y="737"/>
                    <a:pt x="7931" y="1088"/>
                  </a:cubicBezTo>
                  <a:lnTo>
                    <a:pt x="7931" y="7059"/>
                  </a:lnTo>
                  <a:lnTo>
                    <a:pt x="1159" y="7059"/>
                  </a:lnTo>
                  <a:cubicBezTo>
                    <a:pt x="742" y="7059"/>
                    <a:pt x="325" y="7278"/>
                    <a:pt x="139" y="7629"/>
                  </a:cubicBezTo>
                  <a:cubicBezTo>
                    <a:pt x="-46" y="7980"/>
                    <a:pt x="-46" y="8419"/>
                    <a:pt x="139" y="8727"/>
                  </a:cubicBezTo>
                  <a:lnTo>
                    <a:pt x="5148" y="16146"/>
                  </a:lnTo>
                  <a:lnTo>
                    <a:pt x="5148" y="25496"/>
                  </a:lnTo>
                  <a:cubicBezTo>
                    <a:pt x="5148" y="26111"/>
                    <a:pt x="5658" y="26594"/>
                    <a:pt x="6308" y="26594"/>
                  </a:cubicBezTo>
                  <a:lnTo>
                    <a:pt x="8162" y="26594"/>
                  </a:lnTo>
                  <a:lnTo>
                    <a:pt x="2551" y="35945"/>
                  </a:lnTo>
                  <a:cubicBezTo>
                    <a:pt x="2365" y="36296"/>
                    <a:pt x="2365" y="36691"/>
                    <a:pt x="2551" y="37042"/>
                  </a:cubicBezTo>
                  <a:cubicBezTo>
                    <a:pt x="2736" y="37393"/>
                    <a:pt x="3154" y="37569"/>
                    <a:pt x="3571" y="37569"/>
                  </a:cubicBezTo>
                  <a:lnTo>
                    <a:pt x="9368" y="37569"/>
                  </a:lnTo>
                  <a:lnTo>
                    <a:pt x="9368" y="43803"/>
                  </a:lnTo>
                  <a:cubicBezTo>
                    <a:pt x="9368" y="44154"/>
                    <a:pt x="9554" y="44461"/>
                    <a:pt x="9832" y="44681"/>
                  </a:cubicBezTo>
                  <a:lnTo>
                    <a:pt x="12847" y="46920"/>
                  </a:lnTo>
                  <a:lnTo>
                    <a:pt x="12847" y="47754"/>
                  </a:lnTo>
                  <a:lnTo>
                    <a:pt x="13218" y="47447"/>
                  </a:lnTo>
                  <a:cubicBezTo>
                    <a:pt x="13681" y="47051"/>
                    <a:pt x="14424" y="47051"/>
                    <a:pt x="14841" y="47490"/>
                  </a:cubicBezTo>
                  <a:cubicBezTo>
                    <a:pt x="15073" y="47710"/>
                    <a:pt x="15165" y="47973"/>
                    <a:pt x="15165" y="48281"/>
                  </a:cubicBezTo>
                  <a:cubicBezTo>
                    <a:pt x="15165" y="48281"/>
                    <a:pt x="15165" y="48281"/>
                    <a:pt x="15165" y="48281"/>
                  </a:cubicBezTo>
                  <a:lnTo>
                    <a:pt x="15165" y="46437"/>
                  </a:lnTo>
                  <a:cubicBezTo>
                    <a:pt x="15165" y="46086"/>
                    <a:pt x="14980" y="45778"/>
                    <a:pt x="14702" y="45559"/>
                  </a:cubicBezTo>
                  <a:lnTo>
                    <a:pt x="11687" y="43320"/>
                  </a:lnTo>
                  <a:lnTo>
                    <a:pt x="11687" y="36559"/>
                  </a:lnTo>
                  <a:cubicBezTo>
                    <a:pt x="11687" y="35945"/>
                    <a:pt x="11177" y="35462"/>
                    <a:pt x="10528" y="35462"/>
                  </a:cubicBezTo>
                  <a:lnTo>
                    <a:pt x="5565" y="35462"/>
                  </a:lnTo>
                  <a:lnTo>
                    <a:pt x="11177" y="26111"/>
                  </a:lnTo>
                  <a:cubicBezTo>
                    <a:pt x="11362" y="25760"/>
                    <a:pt x="11362" y="25365"/>
                    <a:pt x="11177" y="25014"/>
                  </a:cubicBezTo>
                  <a:cubicBezTo>
                    <a:pt x="10991" y="24662"/>
                    <a:pt x="10574" y="24487"/>
                    <a:pt x="10157" y="24487"/>
                  </a:cubicBezTo>
                  <a:lnTo>
                    <a:pt x="7467" y="24487"/>
                  </a:lnTo>
                  <a:lnTo>
                    <a:pt x="7467" y="15882"/>
                  </a:lnTo>
                  <a:cubicBezTo>
                    <a:pt x="7467" y="15882"/>
                    <a:pt x="7421" y="15487"/>
                    <a:pt x="7281" y="15312"/>
                  </a:cubicBezTo>
                  <a:lnTo>
                    <a:pt x="3200" y="9297"/>
                  </a:lnTo>
                  <a:lnTo>
                    <a:pt x="8997" y="9297"/>
                  </a:lnTo>
                  <a:cubicBezTo>
                    <a:pt x="9647" y="9297"/>
                    <a:pt x="10157" y="8814"/>
                    <a:pt x="10157" y="8200"/>
                  </a:cubicBezTo>
                  <a:lnTo>
                    <a:pt x="10157" y="2625"/>
                  </a:lnTo>
                  <a:lnTo>
                    <a:pt x="12800" y="3415"/>
                  </a:lnTo>
                  <a:lnTo>
                    <a:pt x="13218" y="3546"/>
                  </a:lnTo>
                  <a:cubicBezTo>
                    <a:pt x="13218" y="3546"/>
                    <a:pt x="13218" y="3546"/>
                    <a:pt x="13264" y="354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0" name="Freeform: Shape 2389">
              <a:extLst>
                <a:ext uri="{FF2B5EF4-FFF2-40B4-BE49-F238E27FC236}">
                  <a16:creationId xmlns:a16="http://schemas.microsoft.com/office/drawing/2014/main" id="{4020E07E-96F4-10AD-2EF1-7EA2ADD20C7E}"/>
                </a:ext>
              </a:extLst>
            </p:cNvPr>
            <p:cNvSpPr>
              <a:spLocks/>
            </p:cNvSpPr>
            <p:nvPr/>
          </p:nvSpPr>
          <p:spPr>
            <a:xfrm>
              <a:off x="6744685" y="3110940"/>
              <a:ext cx="623" cy="130"/>
            </a:xfrm>
            <a:custGeom>
              <a:avLst/>
              <a:gdLst>
                <a:gd name="connsiteX0" fmla="*/ 417 w 417"/>
                <a:gd name="connsiteY0" fmla="*/ 0 h 87"/>
                <a:gd name="connsiteX1" fmla="*/ 417 w 417"/>
                <a:gd name="connsiteY1" fmla="*/ 0 h 87"/>
                <a:gd name="connsiteX2" fmla="*/ 0 w 417"/>
                <a:gd name="connsiteY2" fmla="*/ 88 h 87"/>
                <a:gd name="connsiteX3" fmla="*/ 278 w 417"/>
                <a:gd name="connsiteY3" fmla="*/ 88 h 87"/>
                <a:gd name="connsiteX4" fmla="*/ 371 w 417"/>
                <a:gd name="connsiteY4" fmla="*/ 88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7" h="87">
                  <a:moveTo>
                    <a:pt x="417" y="0"/>
                  </a:moveTo>
                  <a:cubicBezTo>
                    <a:pt x="417" y="0"/>
                    <a:pt x="417" y="0"/>
                    <a:pt x="417" y="0"/>
                  </a:cubicBezTo>
                  <a:cubicBezTo>
                    <a:pt x="278" y="44"/>
                    <a:pt x="139" y="44"/>
                    <a:pt x="0" y="88"/>
                  </a:cubicBezTo>
                  <a:cubicBezTo>
                    <a:pt x="93" y="88"/>
                    <a:pt x="185" y="88"/>
                    <a:pt x="278" y="88"/>
                  </a:cubicBezTo>
                  <a:cubicBezTo>
                    <a:pt x="278" y="88"/>
                    <a:pt x="371" y="88"/>
                    <a:pt x="371" y="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1" name="Freeform: Shape 2390">
              <a:extLst>
                <a:ext uri="{FF2B5EF4-FFF2-40B4-BE49-F238E27FC236}">
                  <a16:creationId xmlns:a16="http://schemas.microsoft.com/office/drawing/2014/main" id="{0DF10B2E-0637-623A-D8D9-0D2280BE43DA}"/>
                </a:ext>
              </a:extLst>
            </p:cNvPr>
            <p:cNvSpPr>
              <a:spLocks/>
            </p:cNvSpPr>
            <p:nvPr/>
          </p:nvSpPr>
          <p:spPr>
            <a:xfrm>
              <a:off x="6746347" y="3178498"/>
              <a:ext cx="277" cy="590"/>
            </a:xfrm>
            <a:custGeom>
              <a:avLst/>
              <a:gdLst>
                <a:gd name="connsiteX0" fmla="*/ 185 w 185"/>
                <a:gd name="connsiteY0" fmla="*/ 0 h 395"/>
                <a:gd name="connsiteX1" fmla="*/ 0 w 185"/>
                <a:gd name="connsiteY1" fmla="*/ 395 h 395"/>
                <a:gd name="connsiteX2" fmla="*/ 185 w 185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185" y="0"/>
                  </a:moveTo>
                  <a:cubicBezTo>
                    <a:pt x="185" y="0"/>
                    <a:pt x="139" y="263"/>
                    <a:pt x="0" y="395"/>
                  </a:cubicBezTo>
                  <a:cubicBezTo>
                    <a:pt x="93" y="307"/>
                    <a:pt x="139" y="132"/>
                    <a:pt x="18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2" name="Freeform: Shape 2391">
              <a:extLst>
                <a:ext uri="{FF2B5EF4-FFF2-40B4-BE49-F238E27FC236}">
                  <a16:creationId xmlns:a16="http://schemas.microsoft.com/office/drawing/2014/main" id="{FCC2D630-F4F4-C2FD-4537-FDBCD8A5E49B}"/>
                </a:ext>
              </a:extLst>
            </p:cNvPr>
            <p:cNvSpPr>
              <a:spLocks/>
            </p:cNvSpPr>
            <p:nvPr/>
          </p:nvSpPr>
          <p:spPr>
            <a:xfrm>
              <a:off x="6742715" y="3103857"/>
              <a:ext cx="35249" cy="30410"/>
            </a:xfrm>
            <a:custGeom>
              <a:avLst/>
              <a:gdLst>
                <a:gd name="connsiteX0" fmla="*/ 23581 w 23616"/>
                <a:gd name="connsiteY0" fmla="*/ 18837 h 20373"/>
                <a:gd name="connsiteX1" fmla="*/ 23210 w 23616"/>
                <a:gd name="connsiteY1" fmla="*/ 17915 h 20373"/>
                <a:gd name="connsiteX2" fmla="*/ 18572 w 23616"/>
                <a:gd name="connsiteY2" fmla="*/ 6764 h 20373"/>
                <a:gd name="connsiteX3" fmla="*/ 17506 w 23616"/>
                <a:gd name="connsiteY3" fmla="*/ 6062 h 20373"/>
                <a:gd name="connsiteX4" fmla="*/ 10735 w 23616"/>
                <a:gd name="connsiteY4" fmla="*/ 6062 h 20373"/>
                <a:gd name="connsiteX5" fmla="*/ 6422 w 23616"/>
                <a:gd name="connsiteY5" fmla="*/ 443 h 20373"/>
                <a:gd name="connsiteX6" fmla="*/ 4845 w 23616"/>
                <a:gd name="connsiteY6" fmla="*/ 179 h 20373"/>
                <a:gd name="connsiteX7" fmla="*/ 1506 w 23616"/>
                <a:gd name="connsiteY7" fmla="*/ 2286 h 20373"/>
                <a:gd name="connsiteX8" fmla="*/ 996 w 23616"/>
                <a:gd name="connsiteY8" fmla="*/ 2638 h 20373"/>
                <a:gd name="connsiteX9" fmla="*/ 532 w 23616"/>
                <a:gd name="connsiteY9" fmla="*/ 2901 h 20373"/>
                <a:gd name="connsiteX10" fmla="*/ 207 w 23616"/>
                <a:gd name="connsiteY10" fmla="*/ 4438 h 20373"/>
                <a:gd name="connsiteX11" fmla="*/ 903 w 23616"/>
                <a:gd name="connsiteY11" fmla="*/ 4877 h 20373"/>
                <a:gd name="connsiteX12" fmla="*/ 1042 w 23616"/>
                <a:gd name="connsiteY12" fmla="*/ 4877 h 20373"/>
                <a:gd name="connsiteX13" fmla="*/ 1367 w 23616"/>
                <a:gd name="connsiteY13" fmla="*/ 4833 h 20373"/>
                <a:gd name="connsiteX14" fmla="*/ 1784 w 23616"/>
                <a:gd name="connsiteY14" fmla="*/ 4745 h 20373"/>
                <a:gd name="connsiteX15" fmla="*/ 1830 w 23616"/>
                <a:gd name="connsiteY15" fmla="*/ 4745 h 20373"/>
                <a:gd name="connsiteX16" fmla="*/ 1830 w 23616"/>
                <a:gd name="connsiteY16" fmla="*/ 4745 h 20373"/>
                <a:gd name="connsiteX17" fmla="*/ 2758 w 23616"/>
                <a:gd name="connsiteY17" fmla="*/ 4174 h 20373"/>
                <a:gd name="connsiteX18" fmla="*/ 5216 w 23616"/>
                <a:gd name="connsiteY18" fmla="*/ 2638 h 20373"/>
                <a:gd name="connsiteX19" fmla="*/ 9204 w 23616"/>
                <a:gd name="connsiteY19" fmla="*/ 7862 h 20373"/>
                <a:gd name="connsiteX20" fmla="*/ 10132 w 23616"/>
                <a:gd name="connsiteY20" fmla="*/ 8301 h 20373"/>
                <a:gd name="connsiteX21" fmla="*/ 16671 w 23616"/>
                <a:gd name="connsiteY21" fmla="*/ 8301 h 20373"/>
                <a:gd name="connsiteX22" fmla="*/ 20659 w 23616"/>
                <a:gd name="connsiteY22" fmla="*/ 17871 h 20373"/>
                <a:gd name="connsiteX23" fmla="*/ 21401 w 23616"/>
                <a:gd name="connsiteY23" fmla="*/ 19671 h 20373"/>
                <a:gd name="connsiteX24" fmla="*/ 21680 w 23616"/>
                <a:gd name="connsiteY24" fmla="*/ 19978 h 20373"/>
                <a:gd name="connsiteX25" fmla="*/ 21819 w 23616"/>
                <a:gd name="connsiteY25" fmla="*/ 20154 h 20373"/>
                <a:gd name="connsiteX26" fmla="*/ 22468 w 23616"/>
                <a:gd name="connsiteY26" fmla="*/ 20373 h 20373"/>
                <a:gd name="connsiteX27" fmla="*/ 22885 w 23616"/>
                <a:gd name="connsiteY27" fmla="*/ 20286 h 20373"/>
                <a:gd name="connsiteX28" fmla="*/ 23535 w 23616"/>
                <a:gd name="connsiteY28" fmla="*/ 18881 h 2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16" h="20373">
                  <a:moveTo>
                    <a:pt x="23581" y="18837"/>
                  </a:moveTo>
                  <a:lnTo>
                    <a:pt x="23210" y="17915"/>
                  </a:lnTo>
                  <a:lnTo>
                    <a:pt x="18572" y="6764"/>
                  </a:lnTo>
                  <a:cubicBezTo>
                    <a:pt x="18387" y="6325"/>
                    <a:pt x="17969" y="6062"/>
                    <a:pt x="17506" y="6062"/>
                  </a:cubicBezTo>
                  <a:lnTo>
                    <a:pt x="10735" y="6062"/>
                  </a:lnTo>
                  <a:lnTo>
                    <a:pt x="6422" y="443"/>
                  </a:lnTo>
                  <a:cubicBezTo>
                    <a:pt x="6050" y="-40"/>
                    <a:pt x="5355" y="-128"/>
                    <a:pt x="4845" y="179"/>
                  </a:cubicBezTo>
                  <a:lnTo>
                    <a:pt x="1506" y="2286"/>
                  </a:lnTo>
                  <a:lnTo>
                    <a:pt x="996" y="2638"/>
                  </a:lnTo>
                  <a:lnTo>
                    <a:pt x="532" y="2901"/>
                  </a:lnTo>
                  <a:cubicBezTo>
                    <a:pt x="-25" y="3252"/>
                    <a:pt x="-164" y="3911"/>
                    <a:pt x="207" y="4438"/>
                  </a:cubicBezTo>
                  <a:cubicBezTo>
                    <a:pt x="393" y="4657"/>
                    <a:pt x="624" y="4833"/>
                    <a:pt x="903" y="4877"/>
                  </a:cubicBezTo>
                  <a:cubicBezTo>
                    <a:pt x="903" y="4877"/>
                    <a:pt x="996" y="4877"/>
                    <a:pt x="1042" y="4877"/>
                  </a:cubicBezTo>
                  <a:cubicBezTo>
                    <a:pt x="1134" y="4877"/>
                    <a:pt x="1274" y="4877"/>
                    <a:pt x="1367" y="4833"/>
                  </a:cubicBezTo>
                  <a:cubicBezTo>
                    <a:pt x="1506" y="4833"/>
                    <a:pt x="1645" y="4833"/>
                    <a:pt x="1784" y="4745"/>
                  </a:cubicBezTo>
                  <a:cubicBezTo>
                    <a:pt x="1784" y="4745"/>
                    <a:pt x="1784" y="4745"/>
                    <a:pt x="1830" y="4745"/>
                  </a:cubicBezTo>
                  <a:cubicBezTo>
                    <a:pt x="1830" y="4745"/>
                    <a:pt x="1830" y="4745"/>
                    <a:pt x="1830" y="4745"/>
                  </a:cubicBezTo>
                  <a:lnTo>
                    <a:pt x="2758" y="4174"/>
                  </a:lnTo>
                  <a:lnTo>
                    <a:pt x="5216" y="2638"/>
                  </a:lnTo>
                  <a:lnTo>
                    <a:pt x="9204" y="7862"/>
                  </a:lnTo>
                  <a:cubicBezTo>
                    <a:pt x="9436" y="8169"/>
                    <a:pt x="9761" y="8301"/>
                    <a:pt x="10132" y="8301"/>
                  </a:cubicBezTo>
                  <a:lnTo>
                    <a:pt x="16671" y="8301"/>
                  </a:lnTo>
                  <a:lnTo>
                    <a:pt x="20659" y="17871"/>
                  </a:lnTo>
                  <a:lnTo>
                    <a:pt x="21401" y="19671"/>
                  </a:lnTo>
                  <a:cubicBezTo>
                    <a:pt x="21401" y="19671"/>
                    <a:pt x="21587" y="19890"/>
                    <a:pt x="21680" y="19978"/>
                  </a:cubicBezTo>
                  <a:cubicBezTo>
                    <a:pt x="21726" y="20022"/>
                    <a:pt x="21772" y="20110"/>
                    <a:pt x="21819" y="20154"/>
                  </a:cubicBezTo>
                  <a:cubicBezTo>
                    <a:pt x="22004" y="20286"/>
                    <a:pt x="22236" y="20373"/>
                    <a:pt x="22468" y="20373"/>
                  </a:cubicBezTo>
                  <a:cubicBezTo>
                    <a:pt x="22607" y="20373"/>
                    <a:pt x="22746" y="20373"/>
                    <a:pt x="22885" y="20286"/>
                  </a:cubicBezTo>
                  <a:cubicBezTo>
                    <a:pt x="23488" y="20066"/>
                    <a:pt x="23767" y="19407"/>
                    <a:pt x="23535" y="1888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3" name="Freeform: Shape 2392">
              <a:extLst>
                <a:ext uri="{FF2B5EF4-FFF2-40B4-BE49-F238E27FC236}">
                  <a16:creationId xmlns:a16="http://schemas.microsoft.com/office/drawing/2014/main" id="{17E18FC2-5DCA-C96B-1851-88E9B40FAF50}"/>
                </a:ext>
              </a:extLst>
            </p:cNvPr>
            <p:cNvSpPr>
              <a:spLocks/>
            </p:cNvSpPr>
            <p:nvPr/>
          </p:nvSpPr>
          <p:spPr>
            <a:xfrm>
              <a:off x="6747107" y="3057919"/>
              <a:ext cx="42446" cy="73335"/>
            </a:xfrm>
            <a:custGeom>
              <a:avLst/>
              <a:gdLst>
                <a:gd name="connsiteX0" fmla="*/ 28012 w 28437"/>
                <a:gd name="connsiteY0" fmla="*/ 41800 h 49131"/>
                <a:gd name="connsiteX1" fmla="*/ 28429 w 28437"/>
                <a:gd name="connsiteY1" fmla="*/ 40791 h 49131"/>
                <a:gd name="connsiteX2" fmla="*/ 27687 w 28437"/>
                <a:gd name="connsiteY2" fmla="*/ 39913 h 49131"/>
                <a:gd name="connsiteX3" fmla="*/ 23792 w 28437"/>
                <a:gd name="connsiteY3" fmla="*/ 38464 h 49131"/>
                <a:gd name="connsiteX4" fmla="*/ 27826 w 28437"/>
                <a:gd name="connsiteY4" fmla="*/ 36313 h 49131"/>
                <a:gd name="connsiteX5" fmla="*/ 28429 w 28437"/>
                <a:gd name="connsiteY5" fmla="*/ 35347 h 49131"/>
                <a:gd name="connsiteX6" fmla="*/ 27873 w 28437"/>
                <a:gd name="connsiteY6" fmla="*/ 34381 h 49131"/>
                <a:gd name="connsiteX7" fmla="*/ 24023 w 28437"/>
                <a:gd name="connsiteY7" fmla="*/ 32274 h 49131"/>
                <a:gd name="connsiteX8" fmla="*/ 22864 w 28437"/>
                <a:gd name="connsiteY8" fmla="*/ 32274 h 49131"/>
                <a:gd name="connsiteX9" fmla="*/ 19664 w 28437"/>
                <a:gd name="connsiteY9" fmla="*/ 34030 h 49131"/>
                <a:gd name="connsiteX10" fmla="*/ 13171 w 28437"/>
                <a:gd name="connsiteY10" fmla="*/ 29333 h 49131"/>
                <a:gd name="connsiteX11" fmla="*/ 16650 w 28437"/>
                <a:gd name="connsiteY11" fmla="*/ 27489 h 49131"/>
                <a:gd name="connsiteX12" fmla="*/ 17252 w 28437"/>
                <a:gd name="connsiteY12" fmla="*/ 26523 h 49131"/>
                <a:gd name="connsiteX13" fmla="*/ 17252 w 28437"/>
                <a:gd name="connsiteY13" fmla="*/ 23231 h 49131"/>
                <a:gd name="connsiteX14" fmla="*/ 17020 w 28437"/>
                <a:gd name="connsiteY14" fmla="*/ 22572 h 49131"/>
                <a:gd name="connsiteX15" fmla="*/ 10481 w 28437"/>
                <a:gd name="connsiteY15" fmla="*/ 14363 h 49131"/>
                <a:gd name="connsiteX16" fmla="*/ 14099 w 28437"/>
                <a:gd name="connsiteY16" fmla="*/ 11553 h 49131"/>
                <a:gd name="connsiteX17" fmla="*/ 14516 w 28437"/>
                <a:gd name="connsiteY17" fmla="*/ 10499 h 49131"/>
                <a:gd name="connsiteX18" fmla="*/ 13728 w 28437"/>
                <a:gd name="connsiteY18" fmla="*/ 9665 h 49131"/>
                <a:gd name="connsiteX19" fmla="*/ 5241 w 28437"/>
                <a:gd name="connsiteY19" fmla="*/ 7339 h 49131"/>
                <a:gd name="connsiteX20" fmla="*/ 7142 w 28437"/>
                <a:gd name="connsiteY20" fmla="*/ 6768 h 49131"/>
                <a:gd name="connsiteX21" fmla="*/ 7931 w 28437"/>
                <a:gd name="connsiteY21" fmla="*/ 5934 h 49131"/>
                <a:gd name="connsiteX22" fmla="*/ 7560 w 28437"/>
                <a:gd name="connsiteY22" fmla="*/ 4880 h 49131"/>
                <a:gd name="connsiteX23" fmla="*/ 3107 w 28437"/>
                <a:gd name="connsiteY23" fmla="*/ 1193 h 49131"/>
                <a:gd name="connsiteX24" fmla="*/ 1994 w 28437"/>
                <a:gd name="connsiteY24" fmla="*/ 271 h 49131"/>
                <a:gd name="connsiteX25" fmla="*/ 371 w 28437"/>
                <a:gd name="connsiteY25" fmla="*/ 359 h 49131"/>
                <a:gd name="connsiteX26" fmla="*/ 464 w 28437"/>
                <a:gd name="connsiteY26" fmla="*/ 1895 h 49131"/>
                <a:gd name="connsiteX27" fmla="*/ 1113 w 28437"/>
                <a:gd name="connsiteY27" fmla="*/ 2466 h 49131"/>
                <a:gd name="connsiteX28" fmla="*/ 4452 w 28437"/>
                <a:gd name="connsiteY28" fmla="*/ 5232 h 49131"/>
                <a:gd name="connsiteX29" fmla="*/ 835 w 28437"/>
                <a:gd name="connsiteY29" fmla="*/ 6285 h 49131"/>
                <a:gd name="connsiteX30" fmla="*/ 0 w 28437"/>
                <a:gd name="connsiteY30" fmla="*/ 7339 h 49131"/>
                <a:gd name="connsiteX31" fmla="*/ 835 w 28437"/>
                <a:gd name="connsiteY31" fmla="*/ 8392 h 49131"/>
                <a:gd name="connsiteX32" fmla="*/ 10899 w 28437"/>
                <a:gd name="connsiteY32" fmla="*/ 11158 h 49131"/>
                <a:gd name="connsiteX33" fmla="*/ 8116 w 28437"/>
                <a:gd name="connsiteY33" fmla="*/ 13353 h 49131"/>
                <a:gd name="connsiteX34" fmla="*/ 7931 w 28437"/>
                <a:gd name="connsiteY34" fmla="*/ 14846 h 49131"/>
                <a:gd name="connsiteX35" fmla="*/ 14887 w 28437"/>
                <a:gd name="connsiteY35" fmla="*/ 23582 h 49131"/>
                <a:gd name="connsiteX36" fmla="*/ 14887 w 28437"/>
                <a:gd name="connsiteY36" fmla="*/ 25864 h 49131"/>
                <a:gd name="connsiteX37" fmla="*/ 10435 w 28437"/>
                <a:gd name="connsiteY37" fmla="*/ 28191 h 49131"/>
                <a:gd name="connsiteX38" fmla="*/ 9832 w 28437"/>
                <a:gd name="connsiteY38" fmla="*/ 29069 h 49131"/>
                <a:gd name="connsiteX39" fmla="*/ 10296 w 28437"/>
                <a:gd name="connsiteY39" fmla="*/ 30035 h 49131"/>
                <a:gd name="connsiteX40" fmla="*/ 18783 w 28437"/>
                <a:gd name="connsiteY40" fmla="*/ 36181 h 49131"/>
                <a:gd name="connsiteX41" fmla="*/ 20081 w 28437"/>
                <a:gd name="connsiteY41" fmla="*/ 36269 h 49131"/>
                <a:gd name="connsiteX42" fmla="*/ 23374 w 28437"/>
                <a:gd name="connsiteY42" fmla="*/ 34469 h 49131"/>
                <a:gd name="connsiteX43" fmla="*/ 24905 w 28437"/>
                <a:gd name="connsiteY43" fmla="*/ 35303 h 49131"/>
                <a:gd name="connsiteX44" fmla="*/ 20499 w 28437"/>
                <a:gd name="connsiteY44" fmla="*/ 37674 h 49131"/>
                <a:gd name="connsiteX45" fmla="*/ 19896 w 28437"/>
                <a:gd name="connsiteY45" fmla="*/ 38727 h 49131"/>
                <a:gd name="connsiteX46" fmla="*/ 20638 w 28437"/>
                <a:gd name="connsiteY46" fmla="*/ 39693 h 49131"/>
                <a:gd name="connsiteX47" fmla="*/ 24951 w 28437"/>
                <a:gd name="connsiteY47" fmla="*/ 41273 h 49131"/>
                <a:gd name="connsiteX48" fmla="*/ 22261 w 28437"/>
                <a:gd name="connsiteY48" fmla="*/ 43293 h 49131"/>
                <a:gd name="connsiteX49" fmla="*/ 21844 w 28437"/>
                <a:gd name="connsiteY49" fmla="*/ 44039 h 49131"/>
                <a:gd name="connsiteX50" fmla="*/ 22122 w 28437"/>
                <a:gd name="connsiteY50" fmla="*/ 44873 h 49131"/>
                <a:gd name="connsiteX51" fmla="*/ 24441 w 28437"/>
                <a:gd name="connsiteY51" fmla="*/ 47463 h 49131"/>
                <a:gd name="connsiteX52" fmla="*/ 25600 w 28437"/>
                <a:gd name="connsiteY52" fmla="*/ 48737 h 49131"/>
                <a:gd name="connsiteX53" fmla="*/ 25879 w 28437"/>
                <a:gd name="connsiteY53" fmla="*/ 48868 h 49131"/>
                <a:gd name="connsiteX54" fmla="*/ 26389 w 28437"/>
                <a:gd name="connsiteY54" fmla="*/ 49088 h 49131"/>
                <a:gd name="connsiteX55" fmla="*/ 26482 w 28437"/>
                <a:gd name="connsiteY55" fmla="*/ 49132 h 49131"/>
                <a:gd name="connsiteX56" fmla="*/ 26899 w 28437"/>
                <a:gd name="connsiteY56" fmla="*/ 49000 h 49131"/>
                <a:gd name="connsiteX57" fmla="*/ 27270 w 28437"/>
                <a:gd name="connsiteY57" fmla="*/ 48868 h 49131"/>
                <a:gd name="connsiteX58" fmla="*/ 27409 w 28437"/>
                <a:gd name="connsiteY58" fmla="*/ 47332 h 49131"/>
                <a:gd name="connsiteX59" fmla="*/ 26760 w 28437"/>
                <a:gd name="connsiteY59" fmla="*/ 46585 h 49131"/>
                <a:gd name="connsiteX60" fmla="*/ 24719 w 28437"/>
                <a:gd name="connsiteY60" fmla="*/ 44347 h 49131"/>
                <a:gd name="connsiteX61" fmla="*/ 28012 w 28437"/>
                <a:gd name="connsiteY61" fmla="*/ 41844 h 49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8437" h="49131">
                  <a:moveTo>
                    <a:pt x="28012" y="41800"/>
                  </a:moveTo>
                  <a:cubicBezTo>
                    <a:pt x="28336" y="41537"/>
                    <a:pt x="28476" y="41186"/>
                    <a:pt x="28429" y="40791"/>
                  </a:cubicBezTo>
                  <a:cubicBezTo>
                    <a:pt x="28383" y="40396"/>
                    <a:pt x="28105" y="40088"/>
                    <a:pt x="27687" y="39913"/>
                  </a:cubicBezTo>
                  <a:lnTo>
                    <a:pt x="23792" y="38464"/>
                  </a:lnTo>
                  <a:lnTo>
                    <a:pt x="27826" y="36313"/>
                  </a:lnTo>
                  <a:cubicBezTo>
                    <a:pt x="28197" y="36137"/>
                    <a:pt x="28429" y="35742"/>
                    <a:pt x="28429" y="35347"/>
                  </a:cubicBezTo>
                  <a:cubicBezTo>
                    <a:pt x="28429" y="34952"/>
                    <a:pt x="28197" y="34601"/>
                    <a:pt x="27873" y="34381"/>
                  </a:cubicBezTo>
                  <a:lnTo>
                    <a:pt x="24023" y="32274"/>
                  </a:lnTo>
                  <a:cubicBezTo>
                    <a:pt x="23653" y="32098"/>
                    <a:pt x="23235" y="32098"/>
                    <a:pt x="22864" y="32274"/>
                  </a:cubicBezTo>
                  <a:lnTo>
                    <a:pt x="19664" y="34030"/>
                  </a:lnTo>
                  <a:lnTo>
                    <a:pt x="13171" y="29333"/>
                  </a:lnTo>
                  <a:lnTo>
                    <a:pt x="16650" y="27489"/>
                  </a:lnTo>
                  <a:cubicBezTo>
                    <a:pt x="17020" y="27313"/>
                    <a:pt x="17252" y="26918"/>
                    <a:pt x="17252" y="26523"/>
                  </a:cubicBezTo>
                  <a:lnTo>
                    <a:pt x="17252" y="23231"/>
                  </a:lnTo>
                  <a:cubicBezTo>
                    <a:pt x="17252" y="23011"/>
                    <a:pt x="17160" y="22748"/>
                    <a:pt x="17020" y="22572"/>
                  </a:cubicBezTo>
                  <a:lnTo>
                    <a:pt x="10481" y="14363"/>
                  </a:lnTo>
                  <a:lnTo>
                    <a:pt x="14099" y="11553"/>
                  </a:lnTo>
                  <a:cubicBezTo>
                    <a:pt x="14423" y="11290"/>
                    <a:pt x="14563" y="10895"/>
                    <a:pt x="14516" y="10499"/>
                  </a:cubicBezTo>
                  <a:cubicBezTo>
                    <a:pt x="14423" y="10104"/>
                    <a:pt x="14099" y="9797"/>
                    <a:pt x="13728" y="9665"/>
                  </a:cubicBezTo>
                  <a:lnTo>
                    <a:pt x="5241" y="7339"/>
                  </a:lnTo>
                  <a:lnTo>
                    <a:pt x="7142" y="6768"/>
                  </a:lnTo>
                  <a:cubicBezTo>
                    <a:pt x="7560" y="6636"/>
                    <a:pt x="7838" y="6329"/>
                    <a:pt x="7931" y="5934"/>
                  </a:cubicBezTo>
                  <a:cubicBezTo>
                    <a:pt x="8023" y="5539"/>
                    <a:pt x="7884" y="5144"/>
                    <a:pt x="7560" y="4880"/>
                  </a:cubicBezTo>
                  <a:lnTo>
                    <a:pt x="3107" y="1193"/>
                  </a:lnTo>
                  <a:lnTo>
                    <a:pt x="1994" y="271"/>
                  </a:lnTo>
                  <a:cubicBezTo>
                    <a:pt x="1531" y="-124"/>
                    <a:pt x="788" y="-80"/>
                    <a:pt x="371" y="359"/>
                  </a:cubicBezTo>
                  <a:cubicBezTo>
                    <a:pt x="-46" y="798"/>
                    <a:pt x="0" y="1500"/>
                    <a:pt x="464" y="1895"/>
                  </a:cubicBezTo>
                  <a:lnTo>
                    <a:pt x="1113" y="2466"/>
                  </a:lnTo>
                  <a:lnTo>
                    <a:pt x="4452" y="5232"/>
                  </a:lnTo>
                  <a:lnTo>
                    <a:pt x="835" y="6285"/>
                  </a:lnTo>
                  <a:cubicBezTo>
                    <a:pt x="325" y="6417"/>
                    <a:pt x="0" y="6856"/>
                    <a:pt x="0" y="7339"/>
                  </a:cubicBezTo>
                  <a:cubicBezTo>
                    <a:pt x="0" y="7822"/>
                    <a:pt x="325" y="8261"/>
                    <a:pt x="835" y="8392"/>
                  </a:cubicBezTo>
                  <a:lnTo>
                    <a:pt x="10899" y="11158"/>
                  </a:lnTo>
                  <a:lnTo>
                    <a:pt x="8116" y="13353"/>
                  </a:lnTo>
                  <a:cubicBezTo>
                    <a:pt x="7652" y="13748"/>
                    <a:pt x="7560" y="14407"/>
                    <a:pt x="7931" y="14846"/>
                  </a:cubicBezTo>
                  <a:lnTo>
                    <a:pt x="14887" y="23582"/>
                  </a:lnTo>
                  <a:lnTo>
                    <a:pt x="14887" y="25864"/>
                  </a:lnTo>
                  <a:lnTo>
                    <a:pt x="10435" y="28191"/>
                  </a:lnTo>
                  <a:cubicBezTo>
                    <a:pt x="10110" y="28367"/>
                    <a:pt x="9878" y="28718"/>
                    <a:pt x="9832" y="29069"/>
                  </a:cubicBezTo>
                  <a:cubicBezTo>
                    <a:pt x="9832" y="29421"/>
                    <a:pt x="9971" y="29772"/>
                    <a:pt x="10296" y="30035"/>
                  </a:cubicBezTo>
                  <a:lnTo>
                    <a:pt x="18783" y="36181"/>
                  </a:lnTo>
                  <a:cubicBezTo>
                    <a:pt x="19154" y="36444"/>
                    <a:pt x="19664" y="36488"/>
                    <a:pt x="20081" y="36269"/>
                  </a:cubicBezTo>
                  <a:lnTo>
                    <a:pt x="23374" y="34469"/>
                  </a:lnTo>
                  <a:lnTo>
                    <a:pt x="24905" y="35303"/>
                  </a:lnTo>
                  <a:lnTo>
                    <a:pt x="20499" y="37674"/>
                  </a:lnTo>
                  <a:cubicBezTo>
                    <a:pt x="20128" y="37893"/>
                    <a:pt x="19896" y="38288"/>
                    <a:pt x="19896" y="38727"/>
                  </a:cubicBezTo>
                  <a:cubicBezTo>
                    <a:pt x="19896" y="39166"/>
                    <a:pt x="20220" y="39517"/>
                    <a:pt x="20638" y="39693"/>
                  </a:cubicBezTo>
                  <a:lnTo>
                    <a:pt x="24951" y="41273"/>
                  </a:lnTo>
                  <a:lnTo>
                    <a:pt x="22261" y="43293"/>
                  </a:lnTo>
                  <a:cubicBezTo>
                    <a:pt x="22029" y="43468"/>
                    <a:pt x="21844" y="43732"/>
                    <a:pt x="21844" y="44039"/>
                  </a:cubicBezTo>
                  <a:cubicBezTo>
                    <a:pt x="21844" y="44347"/>
                    <a:pt x="21890" y="44610"/>
                    <a:pt x="22122" y="44873"/>
                  </a:cubicBezTo>
                  <a:lnTo>
                    <a:pt x="24441" y="47463"/>
                  </a:lnTo>
                  <a:lnTo>
                    <a:pt x="25600" y="48737"/>
                  </a:lnTo>
                  <a:cubicBezTo>
                    <a:pt x="25600" y="48737"/>
                    <a:pt x="25786" y="48780"/>
                    <a:pt x="25879" y="48868"/>
                  </a:cubicBezTo>
                  <a:cubicBezTo>
                    <a:pt x="26018" y="48956"/>
                    <a:pt x="26203" y="49088"/>
                    <a:pt x="26389" y="49088"/>
                  </a:cubicBezTo>
                  <a:cubicBezTo>
                    <a:pt x="26389" y="49088"/>
                    <a:pt x="26482" y="49132"/>
                    <a:pt x="26482" y="49132"/>
                  </a:cubicBezTo>
                  <a:cubicBezTo>
                    <a:pt x="26621" y="49132"/>
                    <a:pt x="26760" y="49044"/>
                    <a:pt x="26899" y="49000"/>
                  </a:cubicBezTo>
                  <a:cubicBezTo>
                    <a:pt x="27038" y="49000"/>
                    <a:pt x="27131" y="49000"/>
                    <a:pt x="27270" y="48868"/>
                  </a:cubicBezTo>
                  <a:cubicBezTo>
                    <a:pt x="27780" y="48473"/>
                    <a:pt x="27826" y="47771"/>
                    <a:pt x="27409" y="47332"/>
                  </a:cubicBezTo>
                  <a:lnTo>
                    <a:pt x="26760" y="46585"/>
                  </a:lnTo>
                  <a:lnTo>
                    <a:pt x="24719" y="44347"/>
                  </a:lnTo>
                  <a:lnTo>
                    <a:pt x="28012" y="418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4" name="Freeform: Shape 2393">
              <a:extLst>
                <a:ext uri="{FF2B5EF4-FFF2-40B4-BE49-F238E27FC236}">
                  <a16:creationId xmlns:a16="http://schemas.microsoft.com/office/drawing/2014/main" id="{B010C4AC-790A-483A-FC12-48B30D8DE093}"/>
                </a:ext>
              </a:extLst>
            </p:cNvPr>
            <p:cNvSpPr>
              <a:spLocks/>
            </p:cNvSpPr>
            <p:nvPr/>
          </p:nvSpPr>
          <p:spPr>
            <a:xfrm>
              <a:off x="6786843" y="3370098"/>
              <a:ext cx="45184" cy="23458"/>
            </a:xfrm>
            <a:custGeom>
              <a:avLst/>
              <a:gdLst>
                <a:gd name="connsiteX0" fmla="*/ 23096 w 30271"/>
                <a:gd name="connsiteY0" fmla="*/ 0 h 15716"/>
                <a:gd name="connsiteX1" fmla="*/ 10342 w 30271"/>
                <a:gd name="connsiteY1" fmla="*/ 0 h 15716"/>
                <a:gd name="connsiteX2" fmla="*/ 9322 w 30271"/>
                <a:gd name="connsiteY2" fmla="*/ 527 h 15716"/>
                <a:gd name="connsiteX3" fmla="*/ 0 w 30271"/>
                <a:gd name="connsiteY3" fmla="*/ 15716 h 15716"/>
                <a:gd name="connsiteX4" fmla="*/ 2690 w 30271"/>
                <a:gd name="connsiteY4" fmla="*/ 15716 h 15716"/>
                <a:gd name="connsiteX5" fmla="*/ 10991 w 30271"/>
                <a:gd name="connsiteY5" fmla="*/ 2195 h 15716"/>
                <a:gd name="connsiteX6" fmla="*/ 22725 w 30271"/>
                <a:gd name="connsiteY6" fmla="*/ 2195 h 15716"/>
                <a:gd name="connsiteX7" fmla="*/ 28522 w 30271"/>
                <a:gd name="connsiteY7" fmla="*/ 5663 h 15716"/>
                <a:gd name="connsiteX8" fmla="*/ 28708 w 30271"/>
                <a:gd name="connsiteY8" fmla="*/ 5663 h 15716"/>
                <a:gd name="connsiteX9" fmla="*/ 30099 w 30271"/>
                <a:gd name="connsiteY9" fmla="*/ 5312 h 15716"/>
                <a:gd name="connsiteX10" fmla="*/ 29728 w 30271"/>
                <a:gd name="connsiteY10" fmla="*/ 3819 h 15716"/>
                <a:gd name="connsiteX11" fmla="*/ 29496 w 30271"/>
                <a:gd name="connsiteY11" fmla="*/ 3688 h 15716"/>
                <a:gd name="connsiteX12" fmla="*/ 23653 w 30271"/>
                <a:gd name="connsiteY12" fmla="*/ 176 h 15716"/>
                <a:gd name="connsiteX13" fmla="*/ 23050 w 30271"/>
                <a:gd name="connsiteY13" fmla="*/ 0 h 1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71" h="15716">
                  <a:moveTo>
                    <a:pt x="23096" y="0"/>
                  </a:moveTo>
                  <a:lnTo>
                    <a:pt x="10342" y="0"/>
                  </a:lnTo>
                  <a:cubicBezTo>
                    <a:pt x="9925" y="0"/>
                    <a:pt x="9554" y="220"/>
                    <a:pt x="9322" y="527"/>
                  </a:cubicBezTo>
                  <a:lnTo>
                    <a:pt x="0" y="15716"/>
                  </a:lnTo>
                  <a:lnTo>
                    <a:pt x="2690" y="15716"/>
                  </a:lnTo>
                  <a:lnTo>
                    <a:pt x="10991" y="2195"/>
                  </a:lnTo>
                  <a:lnTo>
                    <a:pt x="22725" y="2195"/>
                  </a:lnTo>
                  <a:lnTo>
                    <a:pt x="28522" y="5663"/>
                  </a:lnTo>
                  <a:cubicBezTo>
                    <a:pt x="28522" y="5663"/>
                    <a:pt x="28661" y="5663"/>
                    <a:pt x="28708" y="5663"/>
                  </a:cubicBezTo>
                  <a:cubicBezTo>
                    <a:pt x="29218" y="5883"/>
                    <a:pt x="29821" y="5751"/>
                    <a:pt x="30099" y="5312"/>
                  </a:cubicBezTo>
                  <a:cubicBezTo>
                    <a:pt x="30423" y="4785"/>
                    <a:pt x="30284" y="4127"/>
                    <a:pt x="29728" y="3819"/>
                  </a:cubicBezTo>
                  <a:lnTo>
                    <a:pt x="29496" y="3688"/>
                  </a:lnTo>
                  <a:lnTo>
                    <a:pt x="23653" y="176"/>
                  </a:lnTo>
                  <a:cubicBezTo>
                    <a:pt x="23653" y="176"/>
                    <a:pt x="23235" y="0"/>
                    <a:pt x="2305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5" name="Freeform: Shape 2394">
              <a:extLst>
                <a:ext uri="{FF2B5EF4-FFF2-40B4-BE49-F238E27FC236}">
                  <a16:creationId xmlns:a16="http://schemas.microsoft.com/office/drawing/2014/main" id="{97B2B74B-1B65-D110-64DA-4D853B3AA2B6}"/>
                </a:ext>
              </a:extLst>
            </p:cNvPr>
            <p:cNvSpPr>
              <a:spLocks/>
            </p:cNvSpPr>
            <p:nvPr/>
          </p:nvSpPr>
          <p:spPr>
            <a:xfrm>
              <a:off x="6613158" y="3316366"/>
              <a:ext cx="174721" cy="80466"/>
            </a:xfrm>
            <a:custGeom>
              <a:avLst/>
              <a:gdLst>
                <a:gd name="connsiteX0" fmla="*/ 974 w 117056"/>
                <a:gd name="connsiteY0" fmla="*/ 1273 h 53909"/>
                <a:gd name="connsiteX1" fmla="*/ 788 w 117056"/>
                <a:gd name="connsiteY1" fmla="*/ 1537 h 53909"/>
                <a:gd name="connsiteX2" fmla="*/ 417 w 117056"/>
                <a:gd name="connsiteY2" fmla="*/ 1844 h 53909"/>
                <a:gd name="connsiteX3" fmla="*/ 278 w 117056"/>
                <a:gd name="connsiteY3" fmla="*/ 1932 h 53909"/>
                <a:gd name="connsiteX4" fmla="*/ 0 w 117056"/>
                <a:gd name="connsiteY4" fmla="*/ 2019 h 53909"/>
                <a:gd name="connsiteX5" fmla="*/ 18458 w 117056"/>
                <a:gd name="connsiteY5" fmla="*/ 5575 h 53909"/>
                <a:gd name="connsiteX6" fmla="*/ 37565 w 117056"/>
                <a:gd name="connsiteY6" fmla="*/ 16067 h 53909"/>
                <a:gd name="connsiteX7" fmla="*/ 49021 w 117056"/>
                <a:gd name="connsiteY7" fmla="*/ 22916 h 53909"/>
                <a:gd name="connsiteX8" fmla="*/ 85334 w 117056"/>
                <a:gd name="connsiteY8" fmla="*/ 53646 h 53909"/>
                <a:gd name="connsiteX9" fmla="*/ 86123 w 117056"/>
                <a:gd name="connsiteY9" fmla="*/ 53909 h 53909"/>
                <a:gd name="connsiteX10" fmla="*/ 117056 w 117056"/>
                <a:gd name="connsiteY10" fmla="*/ 53909 h 53909"/>
                <a:gd name="connsiteX11" fmla="*/ 115897 w 117056"/>
                <a:gd name="connsiteY11" fmla="*/ 52812 h 53909"/>
                <a:gd name="connsiteX12" fmla="*/ 117056 w 117056"/>
                <a:gd name="connsiteY12" fmla="*/ 51714 h 53909"/>
                <a:gd name="connsiteX13" fmla="*/ 86586 w 117056"/>
                <a:gd name="connsiteY13" fmla="*/ 51714 h 53909"/>
                <a:gd name="connsiteX14" fmla="*/ 50458 w 117056"/>
                <a:gd name="connsiteY14" fmla="*/ 21160 h 53909"/>
                <a:gd name="connsiteX15" fmla="*/ 38818 w 117056"/>
                <a:gd name="connsiteY15" fmla="*/ 14180 h 53909"/>
                <a:gd name="connsiteX16" fmla="*/ 19479 w 117056"/>
                <a:gd name="connsiteY16" fmla="*/ 3556 h 53909"/>
                <a:gd name="connsiteX17" fmla="*/ 19107 w 117056"/>
                <a:gd name="connsiteY17" fmla="*/ 3424 h 53909"/>
                <a:gd name="connsiteX18" fmla="*/ 1345 w 117056"/>
                <a:gd name="connsiteY18" fmla="*/ 0 h 53909"/>
                <a:gd name="connsiteX19" fmla="*/ 1067 w 117056"/>
                <a:gd name="connsiteY19" fmla="*/ 1098 h 53909"/>
                <a:gd name="connsiteX20" fmla="*/ 974 w 117056"/>
                <a:gd name="connsiteY20" fmla="*/ 1229 h 5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056" h="53909">
                  <a:moveTo>
                    <a:pt x="974" y="1273"/>
                  </a:moveTo>
                  <a:cubicBezTo>
                    <a:pt x="974" y="1273"/>
                    <a:pt x="881" y="1449"/>
                    <a:pt x="788" y="1537"/>
                  </a:cubicBezTo>
                  <a:cubicBezTo>
                    <a:pt x="695" y="1668"/>
                    <a:pt x="557" y="1800"/>
                    <a:pt x="417" y="1844"/>
                  </a:cubicBezTo>
                  <a:cubicBezTo>
                    <a:pt x="371" y="1844"/>
                    <a:pt x="371" y="1932"/>
                    <a:pt x="278" y="1932"/>
                  </a:cubicBezTo>
                  <a:lnTo>
                    <a:pt x="0" y="2019"/>
                  </a:lnTo>
                  <a:lnTo>
                    <a:pt x="18458" y="5575"/>
                  </a:lnTo>
                  <a:lnTo>
                    <a:pt x="37565" y="16067"/>
                  </a:lnTo>
                  <a:lnTo>
                    <a:pt x="49021" y="22916"/>
                  </a:lnTo>
                  <a:lnTo>
                    <a:pt x="85334" y="53646"/>
                  </a:lnTo>
                  <a:cubicBezTo>
                    <a:pt x="85334" y="53646"/>
                    <a:pt x="85844" y="53909"/>
                    <a:pt x="86123" y="53909"/>
                  </a:cubicBezTo>
                  <a:lnTo>
                    <a:pt x="117056" y="53909"/>
                  </a:lnTo>
                  <a:cubicBezTo>
                    <a:pt x="116407" y="53909"/>
                    <a:pt x="115897" y="53426"/>
                    <a:pt x="115897" y="52812"/>
                  </a:cubicBezTo>
                  <a:cubicBezTo>
                    <a:pt x="115897" y="52197"/>
                    <a:pt x="116407" y="51714"/>
                    <a:pt x="117056" y="51714"/>
                  </a:cubicBezTo>
                  <a:lnTo>
                    <a:pt x="86586" y="51714"/>
                  </a:lnTo>
                  <a:lnTo>
                    <a:pt x="50458" y="21160"/>
                  </a:lnTo>
                  <a:lnTo>
                    <a:pt x="38818" y="14180"/>
                  </a:lnTo>
                  <a:lnTo>
                    <a:pt x="19479" y="3556"/>
                  </a:lnTo>
                  <a:cubicBezTo>
                    <a:pt x="19479" y="3556"/>
                    <a:pt x="19246" y="3468"/>
                    <a:pt x="19107" y="3424"/>
                  </a:cubicBezTo>
                  <a:lnTo>
                    <a:pt x="1345" y="0"/>
                  </a:lnTo>
                  <a:lnTo>
                    <a:pt x="1067" y="1098"/>
                  </a:lnTo>
                  <a:cubicBezTo>
                    <a:pt x="1067" y="1098"/>
                    <a:pt x="1020" y="1185"/>
                    <a:pt x="974" y="122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6" name="Freeform: Shape 2395">
              <a:extLst>
                <a:ext uri="{FF2B5EF4-FFF2-40B4-BE49-F238E27FC236}">
                  <a16:creationId xmlns:a16="http://schemas.microsoft.com/office/drawing/2014/main" id="{601C8655-5A2A-3DEC-8C26-EF2ADCD23B91}"/>
                </a:ext>
              </a:extLst>
            </p:cNvPr>
            <p:cNvSpPr>
              <a:spLocks/>
            </p:cNvSpPr>
            <p:nvPr/>
          </p:nvSpPr>
          <p:spPr>
            <a:xfrm>
              <a:off x="6509947" y="3316629"/>
              <a:ext cx="103766" cy="80269"/>
            </a:xfrm>
            <a:custGeom>
              <a:avLst/>
              <a:gdLst>
                <a:gd name="connsiteX0" fmla="*/ 12707 w 69519"/>
                <a:gd name="connsiteY0" fmla="*/ 50573 h 53777"/>
                <a:gd name="connsiteX1" fmla="*/ 17809 w 69519"/>
                <a:gd name="connsiteY1" fmla="*/ 53602 h 53777"/>
                <a:gd name="connsiteX2" fmla="*/ 18412 w 69519"/>
                <a:gd name="connsiteY2" fmla="*/ 53778 h 53777"/>
                <a:gd name="connsiteX3" fmla="*/ 19293 w 69519"/>
                <a:gd name="connsiteY3" fmla="*/ 53382 h 53777"/>
                <a:gd name="connsiteX4" fmla="*/ 29867 w 69519"/>
                <a:gd name="connsiteY4" fmla="*/ 41573 h 53777"/>
                <a:gd name="connsiteX5" fmla="*/ 40302 w 69519"/>
                <a:gd name="connsiteY5" fmla="*/ 39466 h 53777"/>
                <a:gd name="connsiteX6" fmla="*/ 41044 w 69519"/>
                <a:gd name="connsiteY6" fmla="*/ 38939 h 53777"/>
                <a:gd name="connsiteX7" fmla="*/ 44986 w 69519"/>
                <a:gd name="connsiteY7" fmla="*/ 32530 h 53777"/>
                <a:gd name="connsiteX8" fmla="*/ 46934 w 69519"/>
                <a:gd name="connsiteY8" fmla="*/ 27042 h 53777"/>
                <a:gd name="connsiteX9" fmla="*/ 46841 w 69519"/>
                <a:gd name="connsiteY9" fmla="*/ 26164 h 53777"/>
                <a:gd name="connsiteX10" fmla="*/ 40673 w 69519"/>
                <a:gd name="connsiteY10" fmla="*/ 15145 h 53777"/>
                <a:gd name="connsiteX11" fmla="*/ 46517 w 69519"/>
                <a:gd name="connsiteY11" fmla="*/ 9043 h 53777"/>
                <a:gd name="connsiteX12" fmla="*/ 60523 w 69519"/>
                <a:gd name="connsiteY12" fmla="*/ 4697 h 53777"/>
                <a:gd name="connsiteX13" fmla="*/ 69102 w 69519"/>
                <a:gd name="connsiteY13" fmla="*/ 1888 h 53777"/>
                <a:gd name="connsiteX14" fmla="*/ 69380 w 69519"/>
                <a:gd name="connsiteY14" fmla="*/ 1800 h 53777"/>
                <a:gd name="connsiteX15" fmla="*/ 69519 w 69519"/>
                <a:gd name="connsiteY15" fmla="*/ 1712 h 53777"/>
                <a:gd name="connsiteX16" fmla="*/ 69009 w 69519"/>
                <a:gd name="connsiteY16" fmla="*/ 1888 h 53777"/>
                <a:gd name="connsiteX17" fmla="*/ 68731 w 69519"/>
                <a:gd name="connsiteY17" fmla="*/ 1888 h 53777"/>
                <a:gd name="connsiteX18" fmla="*/ 67850 w 69519"/>
                <a:gd name="connsiteY18" fmla="*/ 571 h 53777"/>
                <a:gd name="connsiteX19" fmla="*/ 67989 w 69519"/>
                <a:gd name="connsiteY19" fmla="*/ 0 h 53777"/>
                <a:gd name="connsiteX20" fmla="*/ 59734 w 69519"/>
                <a:gd name="connsiteY20" fmla="*/ 2722 h 53777"/>
                <a:gd name="connsiteX21" fmla="*/ 45450 w 69519"/>
                <a:gd name="connsiteY21" fmla="*/ 7156 h 53777"/>
                <a:gd name="connsiteX22" fmla="*/ 44940 w 69519"/>
                <a:gd name="connsiteY22" fmla="*/ 7463 h 53777"/>
                <a:gd name="connsiteX23" fmla="*/ 38354 w 69519"/>
                <a:gd name="connsiteY23" fmla="*/ 14355 h 53777"/>
                <a:gd name="connsiteX24" fmla="*/ 38169 w 69519"/>
                <a:gd name="connsiteY24" fmla="*/ 15584 h 53777"/>
                <a:gd name="connsiteX25" fmla="*/ 44522 w 69519"/>
                <a:gd name="connsiteY25" fmla="*/ 26867 h 53777"/>
                <a:gd name="connsiteX26" fmla="*/ 42853 w 69519"/>
                <a:gd name="connsiteY26" fmla="*/ 31696 h 53777"/>
                <a:gd name="connsiteX27" fmla="*/ 39235 w 69519"/>
                <a:gd name="connsiteY27" fmla="*/ 37491 h 53777"/>
                <a:gd name="connsiteX28" fmla="*/ 28893 w 69519"/>
                <a:gd name="connsiteY28" fmla="*/ 39598 h 53777"/>
                <a:gd name="connsiteX29" fmla="*/ 28244 w 69519"/>
                <a:gd name="connsiteY29" fmla="*/ 39949 h 53777"/>
                <a:gd name="connsiteX30" fmla="*/ 18087 w 69519"/>
                <a:gd name="connsiteY30" fmla="*/ 51319 h 53777"/>
                <a:gd name="connsiteX31" fmla="*/ 13542 w 69519"/>
                <a:gd name="connsiteY31" fmla="*/ 48597 h 53777"/>
                <a:gd name="connsiteX32" fmla="*/ 12939 w 69519"/>
                <a:gd name="connsiteY32" fmla="*/ 48422 h 53777"/>
                <a:gd name="connsiteX33" fmla="*/ 1948 w 69519"/>
                <a:gd name="connsiteY33" fmla="*/ 48422 h 53777"/>
                <a:gd name="connsiteX34" fmla="*/ 928 w 69519"/>
                <a:gd name="connsiteY34" fmla="*/ 49080 h 53777"/>
                <a:gd name="connsiteX35" fmla="*/ 278 w 69519"/>
                <a:gd name="connsiteY35" fmla="*/ 48861 h 53777"/>
                <a:gd name="connsiteX36" fmla="*/ 0 w 69519"/>
                <a:gd name="connsiteY36" fmla="*/ 49519 h 53777"/>
                <a:gd name="connsiteX37" fmla="*/ 974 w 69519"/>
                <a:gd name="connsiteY37" fmla="*/ 50529 h 53777"/>
                <a:gd name="connsiteX38" fmla="*/ 1159 w 69519"/>
                <a:gd name="connsiteY38" fmla="*/ 50617 h 53777"/>
                <a:gd name="connsiteX39" fmla="*/ 12615 w 69519"/>
                <a:gd name="connsiteY39" fmla="*/ 50617 h 5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9519" h="53777">
                  <a:moveTo>
                    <a:pt x="12707" y="50573"/>
                  </a:moveTo>
                  <a:lnTo>
                    <a:pt x="17809" y="53602"/>
                  </a:lnTo>
                  <a:cubicBezTo>
                    <a:pt x="17809" y="53602"/>
                    <a:pt x="18226" y="53778"/>
                    <a:pt x="18412" y="53778"/>
                  </a:cubicBezTo>
                  <a:cubicBezTo>
                    <a:pt x="18737" y="53778"/>
                    <a:pt x="19061" y="53646"/>
                    <a:pt x="19293" y="53382"/>
                  </a:cubicBezTo>
                  <a:lnTo>
                    <a:pt x="29867" y="41573"/>
                  </a:lnTo>
                  <a:lnTo>
                    <a:pt x="40302" y="39466"/>
                  </a:lnTo>
                  <a:cubicBezTo>
                    <a:pt x="40627" y="39422"/>
                    <a:pt x="40905" y="39203"/>
                    <a:pt x="41044" y="38939"/>
                  </a:cubicBezTo>
                  <a:lnTo>
                    <a:pt x="44986" y="32530"/>
                  </a:lnTo>
                  <a:lnTo>
                    <a:pt x="46934" y="27042"/>
                  </a:lnTo>
                  <a:cubicBezTo>
                    <a:pt x="47027" y="26735"/>
                    <a:pt x="47027" y="26428"/>
                    <a:pt x="46841" y="26164"/>
                  </a:cubicBezTo>
                  <a:lnTo>
                    <a:pt x="40673" y="15145"/>
                  </a:lnTo>
                  <a:lnTo>
                    <a:pt x="46517" y="9043"/>
                  </a:lnTo>
                  <a:lnTo>
                    <a:pt x="60523" y="4697"/>
                  </a:lnTo>
                  <a:lnTo>
                    <a:pt x="69102" y="1888"/>
                  </a:lnTo>
                  <a:lnTo>
                    <a:pt x="69380" y="1800"/>
                  </a:lnTo>
                  <a:cubicBezTo>
                    <a:pt x="69380" y="1800"/>
                    <a:pt x="69473" y="1712"/>
                    <a:pt x="69519" y="1712"/>
                  </a:cubicBezTo>
                  <a:cubicBezTo>
                    <a:pt x="69380" y="1800"/>
                    <a:pt x="69195" y="1888"/>
                    <a:pt x="69009" y="1888"/>
                  </a:cubicBezTo>
                  <a:cubicBezTo>
                    <a:pt x="68917" y="1888"/>
                    <a:pt x="68824" y="1888"/>
                    <a:pt x="68731" y="1888"/>
                  </a:cubicBezTo>
                  <a:cubicBezTo>
                    <a:pt x="68128" y="1756"/>
                    <a:pt x="67711" y="1141"/>
                    <a:pt x="67850" y="571"/>
                  </a:cubicBezTo>
                  <a:lnTo>
                    <a:pt x="67989" y="0"/>
                  </a:lnTo>
                  <a:lnTo>
                    <a:pt x="59734" y="2722"/>
                  </a:lnTo>
                  <a:lnTo>
                    <a:pt x="45450" y="7156"/>
                  </a:lnTo>
                  <a:cubicBezTo>
                    <a:pt x="45450" y="7156"/>
                    <a:pt x="45079" y="7331"/>
                    <a:pt x="44940" y="7463"/>
                  </a:cubicBezTo>
                  <a:lnTo>
                    <a:pt x="38354" y="14355"/>
                  </a:lnTo>
                  <a:cubicBezTo>
                    <a:pt x="38029" y="14706"/>
                    <a:pt x="37983" y="15189"/>
                    <a:pt x="38169" y="15584"/>
                  </a:cubicBezTo>
                  <a:lnTo>
                    <a:pt x="44522" y="26867"/>
                  </a:lnTo>
                  <a:lnTo>
                    <a:pt x="42853" y="31696"/>
                  </a:lnTo>
                  <a:lnTo>
                    <a:pt x="39235" y="37491"/>
                  </a:lnTo>
                  <a:lnTo>
                    <a:pt x="28893" y="39598"/>
                  </a:lnTo>
                  <a:cubicBezTo>
                    <a:pt x="28661" y="39642"/>
                    <a:pt x="28429" y="39773"/>
                    <a:pt x="28244" y="39949"/>
                  </a:cubicBezTo>
                  <a:lnTo>
                    <a:pt x="18087" y="51319"/>
                  </a:lnTo>
                  <a:lnTo>
                    <a:pt x="13542" y="48597"/>
                  </a:lnTo>
                  <a:cubicBezTo>
                    <a:pt x="13542" y="48597"/>
                    <a:pt x="13125" y="48422"/>
                    <a:pt x="12939" y="48422"/>
                  </a:cubicBezTo>
                  <a:lnTo>
                    <a:pt x="1948" y="48422"/>
                  </a:lnTo>
                  <a:cubicBezTo>
                    <a:pt x="1762" y="48773"/>
                    <a:pt x="1484" y="49036"/>
                    <a:pt x="928" y="49080"/>
                  </a:cubicBezTo>
                  <a:cubicBezTo>
                    <a:pt x="696" y="49080"/>
                    <a:pt x="464" y="48992"/>
                    <a:pt x="278" y="48861"/>
                  </a:cubicBezTo>
                  <a:cubicBezTo>
                    <a:pt x="139" y="49036"/>
                    <a:pt x="0" y="49256"/>
                    <a:pt x="0" y="49519"/>
                  </a:cubicBezTo>
                  <a:cubicBezTo>
                    <a:pt x="0" y="50046"/>
                    <a:pt x="418" y="50441"/>
                    <a:pt x="974" y="50529"/>
                  </a:cubicBezTo>
                  <a:cubicBezTo>
                    <a:pt x="1020" y="50529"/>
                    <a:pt x="1067" y="50617"/>
                    <a:pt x="1159" y="50617"/>
                  </a:cubicBezTo>
                  <a:lnTo>
                    <a:pt x="12615" y="506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7" name="Freeform: Shape 2396">
              <a:extLst>
                <a:ext uri="{FF2B5EF4-FFF2-40B4-BE49-F238E27FC236}">
                  <a16:creationId xmlns:a16="http://schemas.microsoft.com/office/drawing/2014/main" id="{3E6C1238-3A90-94A8-6318-26156893E6FC}"/>
                </a:ext>
              </a:extLst>
            </p:cNvPr>
            <p:cNvSpPr>
              <a:spLocks/>
            </p:cNvSpPr>
            <p:nvPr/>
          </p:nvSpPr>
          <p:spPr>
            <a:xfrm>
              <a:off x="6614337" y="3318266"/>
              <a:ext cx="277" cy="393"/>
            </a:xfrm>
            <a:custGeom>
              <a:avLst/>
              <a:gdLst>
                <a:gd name="connsiteX0" fmla="*/ 185 w 185"/>
                <a:gd name="connsiteY0" fmla="*/ 0 h 263"/>
                <a:gd name="connsiteX1" fmla="*/ 0 w 185"/>
                <a:gd name="connsiteY1" fmla="*/ 263 h 263"/>
                <a:gd name="connsiteX2" fmla="*/ 185 w 185"/>
                <a:gd name="connsiteY2" fmla="*/ 0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263">
                  <a:moveTo>
                    <a:pt x="185" y="0"/>
                  </a:moveTo>
                  <a:cubicBezTo>
                    <a:pt x="185" y="0"/>
                    <a:pt x="93" y="176"/>
                    <a:pt x="0" y="263"/>
                  </a:cubicBezTo>
                  <a:cubicBezTo>
                    <a:pt x="46" y="176"/>
                    <a:pt x="139" y="132"/>
                    <a:pt x="18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8" name="Freeform: Shape 2397">
              <a:extLst>
                <a:ext uri="{FF2B5EF4-FFF2-40B4-BE49-F238E27FC236}">
                  <a16:creationId xmlns:a16="http://schemas.microsoft.com/office/drawing/2014/main" id="{B1640358-616A-FCDB-10AA-7C7EF0994B80}"/>
                </a:ext>
              </a:extLst>
            </p:cNvPr>
            <p:cNvSpPr>
              <a:spLocks/>
            </p:cNvSpPr>
            <p:nvPr/>
          </p:nvSpPr>
          <p:spPr>
            <a:xfrm>
              <a:off x="6786150" y="3393622"/>
              <a:ext cx="51936" cy="19658"/>
            </a:xfrm>
            <a:custGeom>
              <a:avLst/>
              <a:gdLst>
                <a:gd name="connsiteX0" fmla="*/ 16510 w 34795"/>
                <a:gd name="connsiteY0" fmla="*/ 746 h 13170"/>
                <a:gd name="connsiteX1" fmla="*/ 15397 w 34795"/>
                <a:gd name="connsiteY1" fmla="*/ 0 h 13170"/>
                <a:gd name="connsiteX2" fmla="*/ 1159 w 34795"/>
                <a:gd name="connsiteY2" fmla="*/ 0 h 13170"/>
                <a:gd name="connsiteX3" fmla="*/ 0 w 34795"/>
                <a:gd name="connsiteY3" fmla="*/ 1098 h 13170"/>
                <a:gd name="connsiteX4" fmla="*/ 1159 w 34795"/>
                <a:gd name="connsiteY4" fmla="*/ 2195 h 13170"/>
                <a:gd name="connsiteX5" fmla="*/ 14563 w 34795"/>
                <a:gd name="connsiteY5" fmla="*/ 2195 h 13170"/>
                <a:gd name="connsiteX6" fmla="*/ 18226 w 34795"/>
                <a:gd name="connsiteY6" fmla="*/ 12424 h 13170"/>
                <a:gd name="connsiteX7" fmla="*/ 19339 w 34795"/>
                <a:gd name="connsiteY7" fmla="*/ 13170 h 13170"/>
                <a:gd name="connsiteX8" fmla="*/ 19479 w 34795"/>
                <a:gd name="connsiteY8" fmla="*/ 13170 h 13170"/>
                <a:gd name="connsiteX9" fmla="*/ 30609 w 34795"/>
                <a:gd name="connsiteY9" fmla="*/ 11765 h 13170"/>
                <a:gd name="connsiteX10" fmla="*/ 33809 w 34795"/>
                <a:gd name="connsiteY10" fmla="*/ 11370 h 13170"/>
                <a:gd name="connsiteX11" fmla="*/ 34783 w 34795"/>
                <a:gd name="connsiteY11" fmla="*/ 10141 h 13170"/>
                <a:gd name="connsiteX12" fmla="*/ 33484 w 34795"/>
                <a:gd name="connsiteY12" fmla="*/ 9219 h 13170"/>
                <a:gd name="connsiteX13" fmla="*/ 29635 w 34795"/>
                <a:gd name="connsiteY13" fmla="*/ 9702 h 13170"/>
                <a:gd name="connsiteX14" fmla="*/ 20128 w 34795"/>
                <a:gd name="connsiteY14" fmla="*/ 10931 h 13170"/>
                <a:gd name="connsiteX15" fmla="*/ 16510 w 34795"/>
                <a:gd name="connsiteY15" fmla="*/ 834 h 1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795" h="13170">
                  <a:moveTo>
                    <a:pt x="16510" y="746"/>
                  </a:moveTo>
                  <a:cubicBezTo>
                    <a:pt x="16325" y="307"/>
                    <a:pt x="15907" y="0"/>
                    <a:pt x="15397" y="0"/>
                  </a:cubicBezTo>
                  <a:lnTo>
                    <a:pt x="1159" y="0"/>
                  </a:lnTo>
                  <a:cubicBezTo>
                    <a:pt x="510" y="0"/>
                    <a:pt x="0" y="483"/>
                    <a:pt x="0" y="1098"/>
                  </a:cubicBezTo>
                  <a:cubicBezTo>
                    <a:pt x="0" y="1712"/>
                    <a:pt x="510" y="2195"/>
                    <a:pt x="1159" y="2195"/>
                  </a:cubicBezTo>
                  <a:lnTo>
                    <a:pt x="14563" y="2195"/>
                  </a:lnTo>
                  <a:lnTo>
                    <a:pt x="18226" y="12424"/>
                  </a:lnTo>
                  <a:cubicBezTo>
                    <a:pt x="18412" y="12863"/>
                    <a:pt x="18829" y="13170"/>
                    <a:pt x="19339" y="13170"/>
                  </a:cubicBezTo>
                  <a:cubicBezTo>
                    <a:pt x="19386" y="13170"/>
                    <a:pt x="19432" y="13170"/>
                    <a:pt x="19479" y="13170"/>
                  </a:cubicBezTo>
                  <a:lnTo>
                    <a:pt x="30609" y="11765"/>
                  </a:lnTo>
                  <a:lnTo>
                    <a:pt x="33809" y="11370"/>
                  </a:lnTo>
                  <a:cubicBezTo>
                    <a:pt x="34458" y="11282"/>
                    <a:pt x="34876" y="10755"/>
                    <a:pt x="34783" y="10141"/>
                  </a:cubicBezTo>
                  <a:cubicBezTo>
                    <a:pt x="34690" y="9526"/>
                    <a:pt x="34087" y="9175"/>
                    <a:pt x="33484" y="9219"/>
                  </a:cubicBezTo>
                  <a:lnTo>
                    <a:pt x="29635" y="9702"/>
                  </a:lnTo>
                  <a:lnTo>
                    <a:pt x="20128" y="10931"/>
                  </a:lnTo>
                  <a:lnTo>
                    <a:pt x="16510" y="8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9" name="Freeform: Shape 2398">
              <a:extLst>
                <a:ext uri="{FF2B5EF4-FFF2-40B4-BE49-F238E27FC236}">
                  <a16:creationId xmlns:a16="http://schemas.microsoft.com/office/drawing/2014/main" id="{A4D13728-DD70-1C98-33A0-77EEA1247F99}"/>
                </a:ext>
              </a:extLst>
            </p:cNvPr>
            <p:cNvSpPr>
              <a:spLocks/>
            </p:cNvSpPr>
            <p:nvPr/>
          </p:nvSpPr>
          <p:spPr>
            <a:xfrm>
              <a:off x="6527700" y="3176181"/>
              <a:ext cx="160084" cy="42747"/>
            </a:xfrm>
            <a:custGeom>
              <a:avLst/>
              <a:gdLst>
                <a:gd name="connsiteX0" fmla="*/ 8883 w 107249"/>
                <a:gd name="connsiteY0" fmla="*/ 28595 h 28639"/>
                <a:gd name="connsiteX1" fmla="*/ 9579 w 107249"/>
                <a:gd name="connsiteY1" fmla="*/ 28376 h 28639"/>
                <a:gd name="connsiteX2" fmla="*/ 12269 w 107249"/>
                <a:gd name="connsiteY2" fmla="*/ 26532 h 28639"/>
                <a:gd name="connsiteX3" fmla="*/ 12732 w 107249"/>
                <a:gd name="connsiteY3" fmla="*/ 25654 h 28639"/>
                <a:gd name="connsiteX4" fmla="*/ 12732 w 107249"/>
                <a:gd name="connsiteY4" fmla="*/ 22800 h 28639"/>
                <a:gd name="connsiteX5" fmla="*/ 17741 w 107249"/>
                <a:gd name="connsiteY5" fmla="*/ 21220 h 28639"/>
                <a:gd name="connsiteX6" fmla="*/ 18530 w 107249"/>
                <a:gd name="connsiteY6" fmla="*/ 20166 h 28639"/>
                <a:gd name="connsiteX7" fmla="*/ 18530 w 107249"/>
                <a:gd name="connsiteY7" fmla="*/ 11781 h 28639"/>
                <a:gd name="connsiteX8" fmla="*/ 22194 w 107249"/>
                <a:gd name="connsiteY8" fmla="*/ 12835 h 28639"/>
                <a:gd name="connsiteX9" fmla="*/ 29150 w 107249"/>
                <a:gd name="connsiteY9" fmla="*/ 13933 h 28639"/>
                <a:gd name="connsiteX10" fmla="*/ 29846 w 107249"/>
                <a:gd name="connsiteY10" fmla="*/ 13845 h 28639"/>
                <a:gd name="connsiteX11" fmla="*/ 39492 w 107249"/>
                <a:gd name="connsiteY11" fmla="*/ 9191 h 28639"/>
                <a:gd name="connsiteX12" fmla="*/ 51040 w 107249"/>
                <a:gd name="connsiteY12" fmla="*/ 12440 h 28639"/>
                <a:gd name="connsiteX13" fmla="*/ 51411 w 107249"/>
                <a:gd name="connsiteY13" fmla="*/ 12484 h 28639"/>
                <a:gd name="connsiteX14" fmla="*/ 65324 w 107249"/>
                <a:gd name="connsiteY14" fmla="*/ 11738 h 28639"/>
                <a:gd name="connsiteX15" fmla="*/ 65649 w 107249"/>
                <a:gd name="connsiteY15" fmla="*/ 11650 h 28639"/>
                <a:gd name="connsiteX16" fmla="*/ 82855 w 107249"/>
                <a:gd name="connsiteY16" fmla="*/ 5635 h 28639"/>
                <a:gd name="connsiteX17" fmla="*/ 95006 w 107249"/>
                <a:gd name="connsiteY17" fmla="*/ 5635 h 28639"/>
                <a:gd name="connsiteX18" fmla="*/ 95423 w 107249"/>
                <a:gd name="connsiteY18" fmla="*/ 5592 h 28639"/>
                <a:gd name="connsiteX19" fmla="*/ 104513 w 107249"/>
                <a:gd name="connsiteY19" fmla="*/ 2475 h 28639"/>
                <a:gd name="connsiteX20" fmla="*/ 105580 w 107249"/>
                <a:gd name="connsiteY20" fmla="*/ 4362 h 28639"/>
                <a:gd name="connsiteX21" fmla="*/ 106136 w 107249"/>
                <a:gd name="connsiteY21" fmla="*/ 3792 h 28639"/>
                <a:gd name="connsiteX22" fmla="*/ 106136 w 107249"/>
                <a:gd name="connsiteY22" fmla="*/ 3792 h 28639"/>
                <a:gd name="connsiteX23" fmla="*/ 107249 w 107249"/>
                <a:gd name="connsiteY23" fmla="*/ 2650 h 28639"/>
                <a:gd name="connsiteX24" fmla="*/ 106090 w 107249"/>
                <a:gd name="connsiteY24" fmla="*/ 587 h 28639"/>
                <a:gd name="connsiteX25" fmla="*/ 104652 w 107249"/>
                <a:gd name="connsiteY25" fmla="*/ 60 h 28639"/>
                <a:gd name="connsiteX26" fmla="*/ 94820 w 107249"/>
                <a:gd name="connsiteY26" fmla="*/ 3440 h 28639"/>
                <a:gd name="connsiteX27" fmla="*/ 82669 w 107249"/>
                <a:gd name="connsiteY27" fmla="*/ 3440 h 28639"/>
                <a:gd name="connsiteX28" fmla="*/ 82252 w 107249"/>
                <a:gd name="connsiteY28" fmla="*/ 3528 h 28639"/>
                <a:gd name="connsiteX29" fmla="*/ 65046 w 107249"/>
                <a:gd name="connsiteY29" fmla="*/ 9543 h 28639"/>
                <a:gd name="connsiteX30" fmla="*/ 51504 w 107249"/>
                <a:gd name="connsiteY30" fmla="*/ 10245 h 28639"/>
                <a:gd name="connsiteX31" fmla="*/ 39724 w 107249"/>
                <a:gd name="connsiteY31" fmla="*/ 6908 h 28639"/>
                <a:gd name="connsiteX32" fmla="*/ 38889 w 107249"/>
                <a:gd name="connsiteY32" fmla="*/ 6996 h 28639"/>
                <a:gd name="connsiteX33" fmla="*/ 29197 w 107249"/>
                <a:gd name="connsiteY33" fmla="*/ 11694 h 28639"/>
                <a:gd name="connsiteX34" fmla="*/ 22750 w 107249"/>
                <a:gd name="connsiteY34" fmla="*/ 10684 h 28639"/>
                <a:gd name="connsiteX35" fmla="*/ 17741 w 107249"/>
                <a:gd name="connsiteY35" fmla="*/ 9235 h 28639"/>
                <a:gd name="connsiteX36" fmla="*/ 16721 w 107249"/>
                <a:gd name="connsiteY36" fmla="*/ 9411 h 28639"/>
                <a:gd name="connsiteX37" fmla="*/ 16257 w 107249"/>
                <a:gd name="connsiteY37" fmla="*/ 10289 h 28639"/>
                <a:gd name="connsiteX38" fmla="*/ 16257 w 107249"/>
                <a:gd name="connsiteY38" fmla="*/ 19376 h 28639"/>
                <a:gd name="connsiteX39" fmla="*/ 11248 w 107249"/>
                <a:gd name="connsiteY39" fmla="*/ 20957 h 28639"/>
                <a:gd name="connsiteX40" fmla="*/ 10460 w 107249"/>
                <a:gd name="connsiteY40" fmla="*/ 22010 h 28639"/>
                <a:gd name="connsiteX41" fmla="*/ 10460 w 107249"/>
                <a:gd name="connsiteY41" fmla="*/ 25083 h 28639"/>
                <a:gd name="connsiteX42" fmla="*/ 8790 w 107249"/>
                <a:gd name="connsiteY42" fmla="*/ 26224 h 28639"/>
                <a:gd name="connsiteX43" fmla="*/ 4385 w 107249"/>
                <a:gd name="connsiteY43" fmla="*/ 24117 h 28639"/>
                <a:gd name="connsiteX44" fmla="*/ 1695 w 107249"/>
                <a:gd name="connsiteY44" fmla="*/ 22844 h 28639"/>
                <a:gd name="connsiteX45" fmla="*/ 118 w 107249"/>
                <a:gd name="connsiteY45" fmla="*/ 23327 h 28639"/>
                <a:gd name="connsiteX46" fmla="*/ 628 w 107249"/>
                <a:gd name="connsiteY46" fmla="*/ 24820 h 28639"/>
                <a:gd name="connsiteX47" fmla="*/ 3782 w 107249"/>
                <a:gd name="connsiteY47" fmla="*/ 26312 h 28639"/>
                <a:gd name="connsiteX48" fmla="*/ 8373 w 107249"/>
                <a:gd name="connsiteY48" fmla="*/ 28507 h 28639"/>
                <a:gd name="connsiteX49" fmla="*/ 8883 w 107249"/>
                <a:gd name="connsiteY49" fmla="*/ 28639 h 28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7249" h="28639">
                  <a:moveTo>
                    <a:pt x="8883" y="28595"/>
                  </a:moveTo>
                  <a:cubicBezTo>
                    <a:pt x="9115" y="28595"/>
                    <a:pt x="9347" y="28507"/>
                    <a:pt x="9579" y="28376"/>
                  </a:cubicBezTo>
                  <a:lnTo>
                    <a:pt x="12269" y="26532"/>
                  </a:lnTo>
                  <a:cubicBezTo>
                    <a:pt x="12593" y="26312"/>
                    <a:pt x="12732" y="26005"/>
                    <a:pt x="12732" y="25654"/>
                  </a:cubicBezTo>
                  <a:lnTo>
                    <a:pt x="12732" y="22800"/>
                  </a:lnTo>
                  <a:lnTo>
                    <a:pt x="17741" y="21220"/>
                  </a:lnTo>
                  <a:cubicBezTo>
                    <a:pt x="18205" y="21044"/>
                    <a:pt x="18530" y="20649"/>
                    <a:pt x="18530" y="20166"/>
                  </a:cubicBezTo>
                  <a:lnTo>
                    <a:pt x="18530" y="11781"/>
                  </a:lnTo>
                  <a:lnTo>
                    <a:pt x="22194" y="12835"/>
                  </a:lnTo>
                  <a:lnTo>
                    <a:pt x="29150" y="13933"/>
                  </a:lnTo>
                  <a:cubicBezTo>
                    <a:pt x="29382" y="13933"/>
                    <a:pt x="29660" y="13933"/>
                    <a:pt x="29846" y="13845"/>
                  </a:cubicBezTo>
                  <a:lnTo>
                    <a:pt x="39492" y="9191"/>
                  </a:lnTo>
                  <a:lnTo>
                    <a:pt x="51040" y="12440"/>
                  </a:lnTo>
                  <a:cubicBezTo>
                    <a:pt x="51040" y="12440"/>
                    <a:pt x="51318" y="12484"/>
                    <a:pt x="51411" y="12484"/>
                  </a:cubicBezTo>
                  <a:lnTo>
                    <a:pt x="65324" y="11738"/>
                  </a:lnTo>
                  <a:cubicBezTo>
                    <a:pt x="65324" y="11738"/>
                    <a:pt x="65556" y="11738"/>
                    <a:pt x="65649" y="11650"/>
                  </a:cubicBezTo>
                  <a:lnTo>
                    <a:pt x="82855" y="5635"/>
                  </a:lnTo>
                  <a:lnTo>
                    <a:pt x="95006" y="5635"/>
                  </a:lnTo>
                  <a:cubicBezTo>
                    <a:pt x="95006" y="5635"/>
                    <a:pt x="95284" y="5635"/>
                    <a:pt x="95423" y="5592"/>
                  </a:cubicBezTo>
                  <a:lnTo>
                    <a:pt x="104513" y="2475"/>
                  </a:lnTo>
                  <a:lnTo>
                    <a:pt x="105580" y="4362"/>
                  </a:lnTo>
                  <a:lnTo>
                    <a:pt x="106136" y="3792"/>
                  </a:lnTo>
                  <a:cubicBezTo>
                    <a:pt x="106136" y="3792"/>
                    <a:pt x="106136" y="3792"/>
                    <a:pt x="106136" y="3792"/>
                  </a:cubicBezTo>
                  <a:lnTo>
                    <a:pt x="107249" y="2650"/>
                  </a:lnTo>
                  <a:lnTo>
                    <a:pt x="106090" y="587"/>
                  </a:lnTo>
                  <a:cubicBezTo>
                    <a:pt x="105812" y="104"/>
                    <a:pt x="105209" y="-116"/>
                    <a:pt x="104652" y="60"/>
                  </a:cubicBezTo>
                  <a:lnTo>
                    <a:pt x="94820" y="3440"/>
                  </a:lnTo>
                  <a:lnTo>
                    <a:pt x="82669" y="3440"/>
                  </a:lnTo>
                  <a:cubicBezTo>
                    <a:pt x="82669" y="3440"/>
                    <a:pt x="82391" y="3440"/>
                    <a:pt x="82252" y="3528"/>
                  </a:cubicBezTo>
                  <a:lnTo>
                    <a:pt x="65046" y="9543"/>
                  </a:lnTo>
                  <a:lnTo>
                    <a:pt x="51504" y="10245"/>
                  </a:lnTo>
                  <a:lnTo>
                    <a:pt x="39724" y="6908"/>
                  </a:lnTo>
                  <a:cubicBezTo>
                    <a:pt x="39446" y="6821"/>
                    <a:pt x="39121" y="6865"/>
                    <a:pt x="38889" y="6996"/>
                  </a:cubicBezTo>
                  <a:lnTo>
                    <a:pt x="29197" y="11694"/>
                  </a:lnTo>
                  <a:lnTo>
                    <a:pt x="22750" y="10684"/>
                  </a:lnTo>
                  <a:lnTo>
                    <a:pt x="17741" y="9235"/>
                  </a:lnTo>
                  <a:cubicBezTo>
                    <a:pt x="17370" y="9147"/>
                    <a:pt x="16999" y="9235"/>
                    <a:pt x="16721" y="9411"/>
                  </a:cubicBezTo>
                  <a:cubicBezTo>
                    <a:pt x="16443" y="9630"/>
                    <a:pt x="16257" y="9938"/>
                    <a:pt x="16257" y="10289"/>
                  </a:cubicBezTo>
                  <a:lnTo>
                    <a:pt x="16257" y="19376"/>
                  </a:lnTo>
                  <a:lnTo>
                    <a:pt x="11248" y="20957"/>
                  </a:lnTo>
                  <a:cubicBezTo>
                    <a:pt x="10785" y="21132"/>
                    <a:pt x="10460" y="21527"/>
                    <a:pt x="10460" y="22010"/>
                  </a:cubicBezTo>
                  <a:lnTo>
                    <a:pt x="10460" y="25083"/>
                  </a:lnTo>
                  <a:lnTo>
                    <a:pt x="8790" y="26224"/>
                  </a:lnTo>
                  <a:lnTo>
                    <a:pt x="4385" y="24117"/>
                  </a:lnTo>
                  <a:lnTo>
                    <a:pt x="1695" y="22844"/>
                  </a:lnTo>
                  <a:cubicBezTo>
                    <a:pt x="1138" y="22581"/>
                    <a:pt x="443" y="22800"/>
                    <a:pt x="118" y="23327"/>
                  </a:cubicBezTo>
                  <a:cubicBezTo>
                    <a:pt x="-160" y="23854"/>
                    <a:pt x="71" y="24512"/>
                    <a:pt x="628" y="24820"/>
                  </a:cubicBezTo>
                  <a:lnTo>
                    <a:pt x="3782" y="26312"/>
                  </a:lnTo>
                  <a:lnTo>
                    <a:pt x="8373" y="28507"/>
                  </a:lnTo>
                  <a:cubicBezTo>
                    <a:pt x="8373" y="28507"/>
                    <a:pt x="8698" y="28639"/>
                    <a:pt x="8883" y="286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0" name="Freeform: Shape 2399">
              <a:extLst>
                <a:ext uri="{FF2B5EF4-FFF2-40B4-BE49-F238E27FC236}">
                  <a16:creationId xmlns:a16="http://schemas.microsoft.com/office/drawing/2014/main" id="{9E91E257-48D8-BB3A-3E61-1F384EB8F22C}"/>
                </a:ext>
              </a:extLst>
            </p:cNvPr>
            <p:cNvSpPr>
              <a:spLocks/>
            </p:cNvSpPr>
            <p:nvPr/>
          </p:nvSpPr>
          <p:spPr>
            <a:xfrm>
              <a:off x="6686190" y="3169638"/>
              <a:ext cx="60571" cy="20129"/>
            </a:xfrm>
            <a:custGeom>
              <a:avLst/>
              <a:gdLst>
                <a:gd name="connsiteX0" fmla="*/ 40348 w 40580"/>
                <a:gd name="connsiteY0" fmla="*/ 4794 h 13486"/>
                <a:gd name="connsiteX1" fmla="*/ 38725 w 40580"/>
                <a:gd name="connsiteY1" fmla="*/ 4750 h 13486"/>
                <a:gd name="connsiteX2" fmla="*/ 38354 w 40580"/>
                <a:gd name="connsiteY2" fmla="*/ 5058 h 13486"/>
                <a:gd name="connsiteX3" fmla="*/ 32418 w 40580"/>
                <a:gd name="connsiteY3" fmla="*/ 10326 h 13486"/>
                <a:gd name="connsiteX4" fmla="*/ 30980 w 40580"/>
                <a:gd name="connsiteY4" fmla="*/ 5233 h 13486"/>
                <a:gd name="connsiteX5" fmla="*/ 29867 w 40580"/>
                <a:gd name="connsiteY5" fmla="*/ 4399 h 13486"/>
                <a:gd name="connsiteX6" fmla="*/ 15907 w 40580"/>
                <a:gd name="connsiteY6" fmla="*/ 4399 h 13486"/>
                <a:gd name="connsiteX7" fmla="*/ 9229 w 40580"/>
                <a:gd name="connsiteY7" fmla="*/ 185 h 13486"/>
                <a:gd name="connsiteX8" fmla="*/ 7745 w 40580"/>
                <a:gd name="connsiteY8" fmla="*/ 360 h 13486"/>
                <a:gd name="connsiteX9" fmla="*/ 1113 w 40580"/>
                <a:gd name="connsiteY9" fmla="*/ 7077 h 13486"/>
                <a:gd name="connsiteX10" fmla="*/ 0 w 40580"/>
                <a:gd name="connsiteY10" fmla="*/ 8218 h 13486"/>
                <a:gd name="connsiteX11" fmla="*/ 0 w 40580"/>
                <a:gd name="connsiteY11" fmla="*/ 8218 h 13486"/>
                <a:gd name="connsiteX12" fmla="*/ 0 w 40580"/>
                <a:gd name="connsiteY12" fmla="*/ 8218 h 13486"/>
                <a:gd name="connsiteX13" fmla="*/ 1623 w 40580"/>
                <a:gd name="connsiteY13" fmla="*/ 8218 h 13486"/>
                <a:gd name="connsiteX14" fmla="*/ 1623 w 40580"/>
                <a:gd name="connsiteY14" fmla="*/ 9755 h 13486"/>
                <a:gd name="connsiteX15" fmla="*/ 1623 w 40580"/>
                <a:gd name="connsiteY15" fmla="*/ 9755 h 13486"/>
                <a:gd name="connsiteX16" fmla="*/ 8673 w 40580"/>
                <a:gd name="connsiteY16" fmla="*/ 2599 h 13486"/>
                <a:gd name="connsiteX17" fmla="*/ 14794 w 40580"/>
                <a:gd name="connsiteY17" fmla="*/ 6462 h 13486"/>
                <a:gd name="connsiteX18" fmla="*/ 15444 w 40580"/>
                <a:gd name="connsiteY18" fmla="*/ 6638 h 13486"/>
                <a:gd name="connsiteX19" fmla="*/ 28847 w 40580"/>
                <a:gd name="connsiteY19" fmla="*/ 6638 h 13486"/>
                <a:gd name="connsiteX20" fmla="*/ 30563 w 40580"/>
                <a:gd name="connsiteY20" fmla="*/ 12696 h 13486"/>
                <a:gd name="connsiteX21" fmla="*/ 31351 w 40580"/>
                <a:gd name="connsiteY21" fmla="*/ 13487 h 13486"/>
                <a:gd name="connsiteX22" fmla="*/ 31676 w 40580"/>
                <a:gd name="connsiteY22" fmla="*/ 13487 h 13486"/>
                <a:gd name="connsiteX23" fmla="*/ 32464 w 40580"/>
                <a:gd name="connsiteY23" fmla="*/ 13179 h 13486"/>
                <a:gd name="connsiteX24" fmla="*/ 38261 w 40580"/>
                <a:gd name="connsiteY24" fmla="*/ 8043 h 13486"/>
                <a:gd name="connsiteX25" fmla="*/ 40209 w 40580"/>
                <a:gd name="connsiteY25" fmla="*/ 6331 h 13486"/>
                <a:gd name="connsiteX26" fmla="*/ 40209 w 40580"/>
                <a:gd name="connsiteY26" fmla="*/ 6331 h 13486"/>
                <a:gd name="connsiteX27" fmla="*/ 40395 w 40580"/>
                <a:gd name="connsiteY27" fmla="*/ 5936 h 13486"/>
                <a:gd name="connsiteX28" fmla="*/ 40580 w 40580"/>
                <a:gd name="connsiteY28" fmla="*/ 5541 h 13486"/>
                <a:gd name="connsiteX29" fmla="*/ 40255 w 40580"/>
                <a:gd name="connsiteY29" fmla="*/ 4750 h 13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580" h="13486">
                  <a:moveTo>
                    <a:pt x="40348" y="4794"/>
                  </a:moveTo>
                  <a:cubicBezTo>
                    <a:pt x="39884" y="4355"/>
                    <a:pt x="39189" y="4311"/>
                    <a:pt x="38725" y="4750"/>
                  </a:cubicBezTo>
                  <a:lnTo>
                    <a:pt x="38354" y="5058"/>
                  </a:lnTo>
                  <a:lnTo>
                    <a:pt x="32418" y="10326"/>
                  </a:lnTo>
                  <a:lnTo>
                    <a:pt x="30980" y="5233"/>
                  </a:lnTo>
                  <a:cubicBezTo>
                    <a:pt x="30841" y="4750"/>
                    <a:pt x="30377" y="4399"/>
                    <a:pt x="29867" y="4399"/>
                  </a:cubicBezTo>
                  <a:lnTo>
                    <a:pt x="15907" y="4399"/>
                  </a:lnTo>
                  <a:lnTo>
                    <a:pt x="9229" y="185"/>
                  </a:lnTo>
                  <a:cubicBezTo>
                    <a:pt x="8765" y="-123"/>
                    <a:pt x="8116" y="-35"/>
                    <a:pt x="7745" y="360"/>
                  </a:cubicBezTo>
                  <a:lnTo>
                    <a:pt x="1113" y="7077"/>
                  </a:lnTo>
                  <a:lnTo>
                    <a:pt x="0" y="8218"/>
                  </a:lnTo>
                  <a:cubicBezTo>
                    <a:pt x="0" y="8218"/>
                    <a:pt x="0" y="8218"/>
                    <a:pt x="0" y="8218"/>
                  </a:cubicBezTo>
                  <a:lnTo>
                    <a:pt x="0" y="8218"/>
                  </a:lnTo>
                  <a:cubicBezTo>
                    <a:pt x="464" y="7780"/>
                    <a:pt x="1159" y="7780"/>
                    <a:pt x="1623" y="8218"/>
                  </a:cubicBezTo>
                  <a:cubicBezTo>
                    <a:pt x="2087" y="8657"/>
                    <a:pt x="2087" y="9316"/>
                    <a:pt x="1623" y="9755"/>
                  </a:cubicBezTo>
                  <a:cubicBezTo>
                    <a:pt x="1623" y="9755"/>
                    <a:pt x="1623" y="9755"/>
                    <a:pt x="1623" y="9755"/>
                  </a:cubicBezTo>
                  <a:lnTo>
                    <a:pt x="8673" y="2599"/>
                  </a:lnTo>
                  <a:lnTo>
                    <a:pt x="14794" y="6462"/>
                  </a:lnTo>
                  <a:cubicBezTo>
                    <a:pt x="14794" y="6462"/>
                    <a:pt x="15212" y="6638"/>
                    <a:pt x="15444" y="6638"/>
                  </a:cubicBezTo>
                  <a:lnTo>
                    <a:pt x="28847" y="6638"/>
                  </a:lnTo>
                  <a:lnTo>
                    <a:pt x="30563" y="12696"/>
                  </a:lnTo>
                  <a:cubicBezTo>
                    <a:pt x="30655" y="13047"/>
                    <a:pt x="30980" y="13355"/>
                    <a:pt x="31351" y="13487"/>
                  </a:cubicBezTo>
                  <a:cubicBezTo>
                    <a:pt x="31444" y="13487"/>
                    <a:pt x="31583" y="13487"/>
                    <a:pt x="31676" y="13487"/>
                  </a:cubicBezTo>
                  <a:cubicBezTo>
                    <a:pt x="31954" y="13487"/>
                    <a:pt x="32232" y="13399"/>
                    <a:pt x="32464" y="13179"/>
                  </a:cubicBezTo>
                  <a:lnTo>
                    <a:pt x="38261" y="8043"/>
                  </a:lnTo>
                  <a:lnTo>
                    <a:pt x="40209" y="6331"/>
                  </a:lnTo>
                  <a:cubicBezTo>
                    <a:pt x="40209" y="6331"/>
                    <a:pt x="40209" y="6331"/>
                    <a:pt x="40209" y="6331"/>
                  </a:cubicBezTo>
                  <a:cubicBezTo>
                    <a:pt x="40302" y="6243"/>
                    <a:pt x="40348" y="6067"/>
                    <a:pt x="40395" y="5936"/>
                  </a:cubicBezTo>
                  <a:cubicBezTo>
                    <a:pt x="40441" y="5804"/>
                    <a:pt x="40580" y="5672"/>
                    <a:pt x="40580" y="5541"/>
                  </a:cubicBezTo>
                  <a:cubicBezTo>
                    <a:pt x="40580" y="5277"/>
                    <a:pt x="40487" y="4970"/>
                    <a:pt x="40255" y="475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1" name="Freeform: Shape 2400">
              <a:extLst>
                <a:ext uri="{FF2B5EF4-FFF2-40B4-BE49-F238E27FC236}">
                  <a16:creationId xmlns:a16="http://schemas.microsoft.com/office/drawing/2014/main" id="{3DCF1A71-77E2-76C3-C0D1-EA4F24735B19}"/>
                </a:ext>
              </a:extLst>
            </p:cNvPr>
            <p:cNvSpPr>
              <a:spLocks/>
            </p:cNvSpPr>
            <p:nvPr/>
          </p:nvSpPr>
          <p:spPr>
            <a:xfrm>
              <a:off x="6533067" y="3181372"/>
              <a:ext cx="156013" cy="130734"/>
            </a:xfrm>
            <a:custGeom>
              <a:avLst/>
              <a:gdLst>
                <a:gd name="connsiteX0" fmla="*/ 104256 w 104522"/>
                <a:gd name="connsiteY0" fmla="*/ 313 h 87586"/>
                <a:gd name="connsiteX1" fmla="*/ 102633 w 104522"/>
                <a:gd name="connsiteY1" fmla="*/ 313 h 87586"/>
                <a:gd name="connsiteX2" fmla="*/ 102633 w 104522"/>
                <a:gd name="connsiteY2" fmla="*/ 313 h 87586"/>
                <a:gd name="connsiteX3" fmla="*/ 102076 w 104522"/>
                <a:gd name="connsiteY3" fmla="*/ 884 h 87586"/>
                <a:gd name="connsiteX4" fmla="*/ 95027 w 104522"/>
                <a:gd name="connsiteY4" fmla="*/ 7732 h 87586"/>
                <a:gd name="connsiteX5" fmla="*/ 87328 w 104522"/>
                <a:gd name="connsiteY5" fmla="*/ 11903 h 87586"/>
                <a:gd name="connsiteX6" fmla="*/ 85705 w 104522"/>
                <a:gd name="connsiteY6" fmla="*/ 11903 h 87586"/>
                <a:gd name="connsiteX7" fmla="*/ 84824 w 104522"/>
                <a:gd name="connsiteY7" fmla="*/ 12298 h 87586"/>
                <a:gd name="connsiteX8" fmla="*/ 84546 w 104522"/>
                <a:gd name="connsiteY8" fmla="*/ 13176 h 87586"/>
                <a:gd name="connsiteX9" fmla="*/ 86818 w 104522"/>
                <a:gd name="connsiteY9" fmla="*/ 26960 h 87586"/>
                <a:gd name="connsiteX10" fmla="*/ 84546 w 104522"/>
                <a:gd name="connsiteY10" fmla="*/ 42545 h 87586"/>
                <a:gd name="connsiteX11" fmla="*/ 78656 w 104522"/>
                <a:gd name="connsiteY11" fmla="*/ 50535 h 87586"/>
                <a:gd name="connsiteX12" fmla="*/ 15397 w 104522"/>
                <a:gd name="connsiteY12" fmla="*/ 85391 h 87586"/>
                <a:gd name="connsiteX13" fmla="*/ 11409 w 104522"/>
                <a:gd name="connsiteY13" fmla="*/ 85391 h 87586"/>
                <a:gd name="connsiteX14" fmla="*/ 649 w 104522"/>
                <a:gd name="connsiteY14" fmla="*/ 78938 h 87586"/>
                <a:gd name="connsiteX15" fmla="*/ 649 w 104522"/>
                <a:gd name="connsiteY15" fmla="*/ 79553 h 87586"/>
                <a:gd name="connsiteX16" fmla="*/ 557 w 104522"/>
                <a:gd name="connsiteY16" fmla="*/ 79772 h 87586"/>
                <a:gd name="connsiteX17" fmla="*/ 557 w 104522"/>
                <a:gd name="connsiteY17" fmla="*/ 80036 h 87586"/>
                <a:gd name="connsiteX18" fmla="*/ 0 w 104522"/>
                <a:gd name="connsiteY18" fmla="*/ 81133 h 87586"/>
                <a:gd name="connsiteX19" fmla="*/ 10481 w 104522"/>
                <a:gd name="connsiteY19" fmla="*/ 87411 h 87586"/>
                <a:gd name="connsiteX20" fmla="*/ 11084 w 104522"/>
                <a:gd name="connsiteY20" fmla="*/ 87586 h 87586"/>
                <a:gd name="connsiteX21" fmla="*/ 15722 w 104522"/>
                <a:gd name="connsiteY21" fmla="*/ 87586 h 87586"/>
                <a:gd name="connsiteX22" fmla="*/ 16325 w 104522"/>
                <a:gd name="connsiteY22" fmla="*/ 87455 h 87586"/>
                <a:gd name="connsiteX23" fmla="*/ 46609 w 104522"/>
                <a:gd name="connsiteY23" fmla="*/ 70773 h 87586"/>
                <a:gd name="connsiteX24" fmla="*/ 46238 w 104522"/>
                <a:gd name="connsiteY24" fmla="*/ 69368 h 87586"/>
                <a:gd name="connsiteX25" fmla="*/ 47073 w 104522"/>
                <a:gd name="connsiteY25" fmla="*/ 68051 h 87586"/>
                <a:gd name="connsiteX26" fmla="*/ 48464 w 104522"/>
                <a:gd name="connsiteY26" fmla="*/ 68841 h 87586"/>
                <a:gd name="connsiteX27" fmla="*/ 48650 w 104522"/>
                <a:gd name="connsiteY27" fmla="*/ 69631 h 87586"/>
                <a:gd name="connsiteX28" fmla="*/ 80047 w 104522"/>
                <a:gd name="connsiteY28" fmla="*/ 52335 h 87586"/>
                <a:gd name="connsiteX29" fmla="*/ 80418 w 104522"/>
                <a:gd name="connsiteY29" fmla="*/ 52027 h 87586"/>
                <a:gd name="connsiteX30" fmla="*/ 86586 w 104522"/>
                <a:gd name="connsiteY30" fmla="*/ 43598 h 87586"/>
                <a:gd name="connsiteX31" fmla="*/ 86772 w 104522"/>
                <a:gd name="connsiteY31" fmla="*/ 43116 h 87586"/>
                <a:gd name="connsiteX32" fmla="*/ 89091 w 104522"/>
                <a:gd name="connsiteY32" fmla="*/ 27092 h 87586"/>
                <a:gd name="connsiteX33" fmla="*/ 89091 w 104522"/>
                <a:gd name="connsiteY33" fmla="*/ 26785 h 87586"/>
                <a:gd name="connsiteX34" fmla="*/ 86957 w 104522"/>
                <a:gd name="connsiteY34" fmla="*/ 14098 h 87586"/>
                <a:gd name="connsiteX35" fmla="*/ 87514 w 104522"/>
                <a:gd name="connsiteY35" fmla="*/ 14098 h 87586"/>
                <a:gd name="connsiteX36" fmla="*/ 88070 w 104522"/>
                <a:gd name="connsiteY36" fmla="*/ 13966 h 87586"/>
                <a:gd name="connsiteX37" fmla="*/ 96186 w 104522"/>
                <a:gd name="connsiteY37" fmla="*/ 9576 h 87586"/>
                <a:gd name="connsiteX38" fmla="*/ 96465 w 104522"/>
                <a:gd name="connsiteY38" fmla="*/ 9400 h 87586"/>
                <a:gd name="connsiteX39" fmla="*/ 104210 w 104522"/>
                <a:gd name="connsiteY39" fmla="*/ 1850 h 87586"/>
                <a:gd name="connsiteX40" fmla="*/ 104210 w 104522"/>
                <a:gd name="connsiteY40" fmla="*/ 1850 h 87586"/>
                <a:gd name="connsiteX41" fmla="*/ 104210 w 104522"/>
                <a:gd name="connsiteY41" fmla="*/ 313 h 8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4522" h="87586">
                  <a:moveTo>
                    <a:pt x="104256" y="313"/>
                  </a:moveTo>
                  <a:cubicBezTo>
                    <a:pt x="103792" y="-126"/>
                    <a:pt x="103050" y="-82"/>
                    <a:pt x="102633" y="313"/>
                  </a:cubicBezTo>
                  <a:lnTo>
                    <a:pt x="102633" y="313"/>
                  </a:lnTo>
                  <a:cubicBezTo>
                    <a:pt x="102633" y="313"/>
                    <a:pt x="102076" y="884"/>
                    <a:pt x="102076" y="884"/>
                  </a:cubicBezTo>
                  <a:lnTo>
                    <a:pt x="95027" y="7732"/>
                  </a:lnTo>
                  <a:lnTo>
                    <a:pt x="87328" y="11903"/>
                  </a:lnTo>
                  <a:lnTo>
                    <a:pt x="85705" y="11903"/>
                  </a:lnTo>
                  <a:cubicBezTo>
                    <a:pt x="85380" y="11903"/>
                    <a:pt x="85056" y="12034"/>
                    <a:pt x="84824" y="12298"/>
                  </a:cubicBezTo>
                  <a:cubicBezTo>
                    <a:pt x="84592" y="12561"/>
                    <a:pt x="84499" y="12868"/>
                    <a:pt x="84546" y="13176"/>
                  </a:cubicBezTo>
                  <a:lnTo>
                    <a:pt x="86818" y="26960"/>
                  </a:lnTo>
                  <a:lnTo>
                    <a:pt x="84546" y="42545"/>
                  </a:lnTo>
                  <a:lnTo>
                    <a:pt x="78656" y="50535"/>
                  </a:lnTo>
                  <a:lnTo>
                    <a:pt x="15397" y="85391"/>
                  </a:lnTo>
                  <a:lnTo>
                    <a:pt x="11409" y="85391"/>
                  </a:lnTo>
                  <a:lnTo>
                    <a:pt x="649" y="78938"/>
                  </a:lnTo>
                  <a:lnTo>
                    <a:pt x="649" y="79553"/>
                  </a:lnTo>
                  <a:cubicBezTo>
                    <a:pt x="649" y="79553"/>
                    <a:pt x="557" y="79684"/>
                    <a:pt x="557" y="79772"/>
                  </a:cubicBezTo>
                  <a:cubicBezTo>
                    <a:pt x="557" y="79860"/>
                    <a:pt x="557" y="79948"/>
                    <a:pt x="557" y="80036"/>
                  </a:cubicBezTo>
                  <a:lnTo>
                    <a:pt x="0" y="81133"/>
                  </a:lnTo>
                  <a:lnTo>
                    <a:pt x="10481" y="87411"/>
                  </a:lnTo>
                  <a:cubicBezTo>
                    <a:pt x="10481" y="87411"/>
                    <a:pt x="10899" y="87586"/>
                    <a:pt x="11084" y="87586"/>
                  </a:cubicBezTo>
                  <a:lnTo>
                    <a:pt x="15722" y="87586"/>
                  </a:lnTo>
                  <a:cubicBezTo>
                    <a:pt x="15722" y="87586"/>
                    <a:pt x="16139" y="87542"/>
                    <a:pt x="16325" y="87455"/>
                  </a:cubicBezTo>
                  <a:lnTo>
                    <a:pt x="46609" y="70773"/>
                  </a:lnTo>
                  <a:lnTo>
                    <a:pt x="46238" y="69368"/>
                  </a:lnTo>
                  <a:cubicBezTo>
                    <a:pt x="46099" y="68797"/>
                    <a:pt x="46470" y="68182"/>
                    <a:pt x="47073" y="68051"/>
                  </a:cubicBezTo>
                  <a:cubicBezTo>
                    <a:pt x="47722" y="67919"/>
                    <a:pt x="48325" y="68270"/>
                    <a:pt x="48464" y="68841"/>
                  </a:cubicBezTo>
                  <a:lnTo>
                    <a:pt x="48650" y="69631"/>
                  </a:lnTo>
                  <a:lnTo>
                    <a:pt x="80047" y="52335"/>
                  </a:lnTo>
                  <a:cubicBezTo>
                    <a:pt x="80047" y="52335"/>
                    <a:pt x="80325" y="52159"/>
                    <a:pt x="80418" y="52027"/>
                  </a:cubicBezTo>
                  <a:lnTo>
                    <a:pt x="86586" y="43598"/>
                  </a:lnTo>
                  <a:cubicBezTo>
                    <a:pt x="86586" y="43598"/>
                    <a:pt x="86772" y="43291"/>
                    <a:pt x="86772" y="43116"/>
                  </a:cubicBezTo>
                  <a:lnTo>
                    <a:pt x="89091" y="27092"/>
                  </a:lnTo>
                  <a:cubicBezTo>
                    <a:pt x="89091" y="27092"/>
                    <a:pt x="89091" y="26873"/>
                    <a:pt x="89091" y="26785"/>
                  </a:cubicBezTo>
                  <a:lnTo>
                    <a:pt x="86957" y="14098"/>
                  </a:lnTo>
                  <a:lnTo>
                    <a:pt x="87514" y="14098"/>
                  </a:lnTo>
                  <a:cubicBezTo>
                    <a:pt x="87514" y="14098"/>
                    <a:pt x="87931" y="14054"/>
                    <a:pt x="88070" y="13966"/>
                  </a:cubicBezTo>
                  <a:lnTo>
                    <a:pt x="96186" y="9576"/>
                  </a:lnTo>
                  <a:cubicBezTo>
                    <a:pt x="96186" y="9576"/>
                    <a:pt x="96372" y="9444"/>
                    <a:pt x="96465" y="9400"/>
                  </a:cubicBezTo>
                  <a:lnTo>
                    <a:pt x="104210" y="1850"/>
                  </a:lnTo>
                  <a:cubicBezTo>
                    <a:pt x="104210" y="1850"/>
                    <a:pt x="104210" y="1850"/>
                    <a:pt x="104210" y="1850"/>
                  </a:cubicBezTo>
                  <a:cubicBezTo>
                    <a:pt x="104627" y="1411"/>
                    <a:pt x="104627" y="708"/>
                    <a:pt x="104210" y="31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2" name="Freeform: Shape 2401">
              <a:extLst>
                <a:ext uri="{FF2B5EF4-FFF2-40B4-BE49-F238E27FC236}">
                  <a16:creationId xmlns:a16="http://schemas.microsoft.com/office/drawing/2014/main" id="{DD4521C4-AEBC-9934-0741-E85D23327EAB}"/>
                </a:ext>
              </a:extLst>
            </p:cNvPr>
            <p:cNvSpPr>
              <a:spLocks/>
            </p:cNvSpPr>
            <p:nvPr/>
          </p:nvSpPr>
          <p:spPr>
            <a:xfrm>
              <a:off x="6528566" y="3249726"/>
              <a:ext cx="26745" cy="37416"/>
            </a:xfrm>
            <a:custGeom>
              <a:avLst/>
              <a:gdLst>
                <a:gd name="connsiteX0" fmla="*/ 11780 w 17918"/>
                <a:gd name="connsiteY0" fmla="*/ 3468 h 25067"/>
                <a:gd name="connsiteX1" fmla="*/ 12337 w 17918"/>
                <a:gd name="connsiteY1" fmla="*/ 4390 h 25067"/>
                <a:gd name="connsiteX2" fmla="*/ 15119 w 17918"/>
                <a:gd name="connsiteY2" fmla="*/ 5970 h 25067"/>
                <a:gd name="connsiteX3" fmla="*/ 11224 w 17918"/>
                <a:gd name="connsiteY3" fmla="*/ 11238 h 25067"/>
                <a:gd name="connsiteX4" fmla="*/ 11084 w 17918"/>
                <a:gd name="connsiteY4" fmla="*/ 12292 h 25067"/>
                <a:gd name="connsiteX5" fmla="*/ 12012 w 17918"/>
                <a:gd name="connsiteY5" fmla="*/ 14443 h 25067"/>
                <a:gd name="connsiteX6" fmla="*/ 7142 w 17918"/>
                <a:gd name="connsiteY6" fmla="*/ 14443 h 25067"/>
                <a:gd name="connsiteX7" fmla="*/ 6122 w 17918"/>
                <a:gd name="connsiteY7" fmla="*/ 14970 h 25067"/>
                <a:gd name="connsiteX8" fmla="*/ 4174 w 17918"/>
                <a:gd name="connsiteY8" fmla="*/ 18087 h 25067"/>
                <a:gd name="connsiteX9" fmla="*/ 4081 w 17918"/>
                <a:gd name="connsiteY9" fmla="*/ 19009 h 25067"/>
                <a:gd name="connsiteX10" fmla="*/ 4731 w 17918"/>
                <a:gd name="connsiteY10" fmla="*/ 19667 h 25067"/>
                <a:gd name="connsiteX11" fmla="*/ 6678 w 17918"/>
                <a:gd name="connsiteY11" fmla="*/ 20414 h 25067"/>
                <a:gd name="connsiteX12" fmla="*/ 0 w 17918"/>
                <a:gd name="connsiteY12" fmla="*/ 23706 h 25067"/>
                <a:gd name="connsiteX13" fmla="*/ 0 w 17918"/>
                <a:gd name="connsiteY13" fmla="*/ 23706 h 25067"/>
                <a:gd name="connsiteX14" fmla="*/ 278 w 17918"/>
                <a:gd name="connsiteY14" fmla="*/ 23662 h 25067"/>
                <a:gd name="connsiteX15" fmla="*/ 742 w 17918"/>
                <a:gd name="connsiteY15" fmla="*/ 23574 h 25067"/>
                <a:gd name="connsiteX16" fmla="*/ 1113 w 17918"/>
                <a:gd name="connsiteY16" fmla="*/ 23750 h 25067"/>
                <a:gd name="connsiteX17" fmla="*/ 1438 w 17918"/>
                <a:gd name="connsiteY17" fmla="*/ 23926 h 25067"/>
                <a:gd name="connsiteX18" fmla="*/ 1438 w 17918"/>
                <a:gd name="connsiteY18" fmla="*/ 24013 h 25067"/>
                <a:gd name="connsiteX19" fmla="*/ 1531 w 17918"/>
                <a:gd name="connsiteY19" fmla="*/ 24057 h 25067"/>
                <a:gd name="connsiteX20" fmla="*/ 2180 w 17918"/>
                <a:gd name="connsiteY20" fmla="*/ 25067 h 25067"/>
                <a:gd name="connsiteX21" fmla="*/ 9971 w 17918"/>
                <a:gd name="connsiteY21" fmla="*/ 21204 h 25067"/>
                <a:gd name="connsiteX22" fmla="*/ 10574 w 17918"/>
                <a:gd name="connsiteY22" fmla="*/ 20194 h 25067"/>
                <a:gd name="connsiteX23" fmla="*/ 9832 w 17918"/>
                <a:gd name="connsiteY23" fmla="*/ 19228 h 25067"/>
                <a:gd name="connsiteX24" fmla="*/ 6818 w 17918"/>
                <a:gd name="connsiteY24" fmla="*/ 18043 h 25067"/>
                <a:gd name="connsiteX25" fmla="*/ 7745 w 17918"/>
                <a:gd name="connsiteY25" fmla="*/ 16550 h 25067"/>
                <a:gd name="connsiteX26" fmla="*/ 13635 w 17918"/>
                <a:gd name="connsiteY26" fmla="*/ 16550 h 25067"/>
                <a:gd name="connsiteX27" fmla="*/ 14609 w 17918"/>
                <a:gd name="connsiteY27" fmla="*/ 16067 h 25067"/>
                <a:gd name="connsiteX28" fmla="*/ 14748 w 17918"/>
                <a:gd name="connsiteY28" fmla="*/ 15058 h 25067"/>
                <a:gd name="connsiteX29" fmla="*/ 13450 w 17918"/>
                <a:gd name="connsiteY29" fmla="*/ 11941 h 25067"/>
                <a:gd name="connsiteX30" fmla="*/ 17716 w 17918"/>
                <a:gd name="connsiteY30" fmla="*/ 6190 h 25067"/>
                <a:gd name="connsiteX31" fmla="*/ 17902 w 17918"/>
                <a:gd name="connsiteY31" fmla="*/ 5312 h 25067"/>
                <a:gd name="connsiteX32" fmla="*/ 17345 w 17918"/>
                <a:gd name="connsiteY32" fmla="*/ 4610 h 25067"/>
                <a:gd name="connsiteX33" fmla="*/ 14052 w 17918"/>
                <a:gd name="connsiteY33" fmla="*/ 2722 h 25067"/>
                <a:gd name="connsiteX34" fmla="*/ 14052 w 17918"/>
                <a:gd name="connsiteY34" fmla="*/ 1098 h 25067"/>
                <a:gd name="connsiteX35" fmla="*/ 12893 w 17918"/>
                <a:gd name="connsiteY35" fmla="*/ 0 h 25067"/>
                <a:gd name="connsiteX36" fmla="*/ 2087 w 17918"/>
                <a:gd name="connsiteY36" fmla="*/ 0 h 25067"/>
                <a:gd name="connsiteX37" fmla="*/ 928 w 17918"/>
                <a:gd name="connsiteY37" fmla="*/ 1098 h 25067"/>
                <a:gd name="connsiteX38" fmla="*/ 2087 w 17918"/>
                <a:gd name="connsiteY38" fmla="*/ 2195 h 25067"/>
                <a:gd name="connsiteX39" fmla="*/ 11734 w 17918"/>
                <a:gd name="connsiteY39" fmla="*/ 2195 h 25067"/>
                <a:gd name="connsiteX40" fmla="*/ 11734 w 17918"/>
                <a:gd name="connsiteY40" fmla="*/ 3336 h 2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918" h="25067">
                  <a:moveTo>
                    <a:pt x="11780" y="3468"/>
                  </a:moveTo>
                  <a:cubicBezTo>
                    <a:pt x="11780" y="3863"/>
                    <a:pt x="12012" y="4215"/>
                    <a:pt x="12337" y="4390"/>
                  </a:cubicBezTo>
                  <a:lnTo>
                    <a:pt x="15119" y="5970"/>
                  </a:lnTo>
                  <a:lnTo>
                    <a:pt x="11224" y="11238"/>
                  </a:lnTo>
                  <a:cubicBezTo>
                    <a:pt x="10991" y="11546"/>
                    <a:pt x="10945" y="11941"/>
                    <a:pt x="11084" y="12292"/>
                  </a:cubicBezTo>
                  <a:lnTo>
                    <a:pt x="12012" y="14443"/>
                  </a:lnTo>
                  <a:lnTo>
                    <a:pt x="7142" y="14443"/>
                  </a:lnTo>
                  <a:cubicBezTo>
                    <a:pt x="6725" y="14443"/>
                    <a:pt x="6354" y="14663"/>
                    <a:pt x="6122" y="14970"/>
                  </a:cubicBezTo>
                  <a:lnTo>
                    <a:pt x="4174" y="18087"/>
                  </a:lnTo>
                  <a:cubicBezTo>
                    <a:pt x="3989" y="18350"/>
                    <a:pt x="3989" y="18701"/>
                    <a:pt x="4081" y="19009"/>
                  </a:cubicBezTo>
                  <a:cubicBezTo>
                    <a:pt x="4174" y="19316"/>
                    <a:pt x="4452" y="19536"/>
                    <a:pt x="4731" y="19667"/>
                  </a:cubicBezTo>
                  <a:lnTo>
                    <a:pt x="6678" y="20414"/>
                  </a:lnTo>
                  <a:lnTo>
                    <a:pt x="0" y="23706"/>
                  </a:lnTo>
                  <a:cubicBezTo>
                    <a:pt x="0" y="23706"/>
                    <a:pt x="0" y="23706"/>
                    <a:pt x="0" y="23706"/>
                  </a:cubicBezTo>
                  <a:cubicBezTo>
                    <a:pt x="93" y="23662"/>
                    <a:pt x="186" y="23706"/>
                    <a:pt x="278" y="23662"/>
                  </a:cubicBezTo>
                  <a:cubicBezTo>
                    <a:pt x="418" y="23662"/>
                    <a:pt x="557" y="23574"/>
                    <a:pt x="742" y="23574"/>
                  </a:cubicBezTo>
                  <a:cubicBezTo>
                    <a:pt x="881" y="23574"/>
                    <a:pt x="974" y="23662"/>
                    <a:pt x="1113" y="23750"/>
                  </a:cubicBezTo>
                  <a:cubicBezTo>
                    <a:pt x="1206" y="23794"/>
                    <a:pt x="1345" y="23838"/>
                    <a:pt x="1438" y="23926"/>
                  </a:cubicBezTo>
                  <a:cubicBezTo>
                    <a:pt x="1438" y="23926"/>
                    <a:pt x="1438" y="23970"/>
                    <a:pt x="1438" y="24013"/>
                  </a:cubicBezTo>
                  <a:cubicBezTo>
                    <a:pt x="1438" y="24013"/>
                    <a:pt x="1484" y="24013"/>
                    <a:pt x="1531" y="24057"/>
                  </a:cubicBezTo>
                  <a:lnTo>
                    <a:pt x="2180" y="25067"/>
                  </a:lnTo>
                  <a:lnTo>
                    <a:pt x="9971" y="21204"/>
                  </a:lnTo>
                  <a:cubicBezTo>
                    <a:pt x="10388" y="21028"/>
                    <a:pt x="10621" y="20589"/>
                    <a:pt x="10574" y="20194"/>
                  </a:cubicBezTo>
                  <a:cubicBezTo>
                    <a:pt x="10574" y="19755"/>
                    <a:pt x="10249" y="19404"/>
                    <a:pt x="9832" y="19228"/>
                  </a:cubicBezTo>
                  <a:lnTo>
                    <a:pt x="6818" y="18043"/>
                  </a:lnTo>
                  <a:lnTo>
                    <a:pt x="7745" y="16550"/>
                  </a:lnTo>
                  <a:lnTo>
                    <a:pt x="13635" y="16550"/>
                  </a:lnTo>
                  <a:cubicBezTo>
                    <a:pt x="14006" y="16550"/>
                    <a:pt x="14377" y="16375"/>
                    <a:pt x="14609" y="16067"/>
                  </a:cubicBezTo>
                  <a:cubicBezTo>
                    <a:pt x="14841" y="15760"/>
                    <a:pt x="14887" y="15365"/>
                    <a:pt x="14748" y="15058"/>
                  </a:cubicBezTo>
                  <a:lnTo>
                    <a:pt x="13450" y="11941"/>
                  </a:lnTo>
                  <a:lnTo>
                    <a:pt x="17716" y="6190"/>
                  </a:lnTo>
                  <a:cubicBezTo>
                    <a:pt x="17902" y="5927"/>
                    <a:pt x="17948" y="5619"/>
                    <a:pt x="17902" y="5312"/>
                  </a:cubicBezTo>
                  <a:cubicBezTo>
                    <a:pt x="17855" y="5005"/>
                    <a:pt x="17623" y="4741"/>
                    <a:pt x="17345" y="4610"/>
                  </a:cubicBezTo>
                  <a:lnTo>
                    <a:pt x="14052" y="2722"/>
                  </a:lnTo>
                  <a:lnTo>
                    <a:pt x="14052" y="1098"/>
                  </a:lnTo>
                  <a:cubicBezTo>
                    <a:pt x="14052" y="483"/>
                    <a:pt x="13542" y="0"/>
                    <a:pt x="12893" y="0"/>
                  </a:cubicBezTo>
                  <a:lnTo>
                    <a:pt x="2087" y="0"/>
                  </a:lnTo>
                  <a:cubicBezTo>
                    <a:pt x="1438" y="0"/>
                    <a:pt x="928" y="483"/>
                    <a:pt x="928" y="1098"/>
                  </a:cubicBezTo>
                  <a:cubicBezTo>
                    <a:pt x="928" y="1712"/>
                    <a:pt x="1438" y="2195"/>
                    <a:pt x="2087" y="2195"/>
                  </a:cubicBezTo>
                  <a:lnTo>
                    <a:pt x="11734" y="2195"/>
                  </a:lnTo>
                  <a:lnTo>
                    <a:pt x="11734" y="333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3" name="Freeform: Shape 2402">
              <a:extLst>
                <a:ext uri="{FF2B5EF4-FFF2-40B4-BE49-F238E27FC236}">
                  <a16:creationId xmlns:a16="http://schemas.microsoft.com/office/drawing/2014/main" id="{7D623975-625F-117D-B9E5-1EA77DB2D91C}"/>
                </a:ext>
              </a:extLst>
            </p:cNvPr>
            <p:cNvSpPr>
              <a:spLocks/>
            </p:cNvSpPr>
            <p:nvPr/>
          </p:nvSpPr>
          <p:spPr>
            <a:xfrm>
              <a:off x="6528983" y="3285634"/>
              <a:ext cx="5053" cy="14940"/>
            </a:xfrm>
            <a:custGeom>
              <a:avLst/>
              <a:gdLst>
                <a:gd name="connsiteX0" fmla="*/ 2736 w 3385"/>
                <a:gd name="connsiteY0" fmla="*/ 8780 h 10009"/>
                <a:gd name="connsiteX1" fmla="*/ 3293 w 3385"/>
                <a:gd name="connsiteY1" fmla="*/ 10009 h 10009"/>
                <a:gd name="connsiteX2" fmla="*/ 3386 w 3385"/>
                <a:gd name="connsiteY2" fmla="*/ 9790 h 10009"/>
                <a:gd name="connsiteX3" fmla="*/ 3386 w 3385"/>
                <a:gd name="connsiteY3" fmla="*/ 3556 h 10009"/>
                <a:gd name="connsiteX4" fmla="*/ 3200 w 3385"/>
                <a:gd name="connsiteY4" fmla="*/ 2985 h 10009"/>
                <a:gd name="connsiteX5" fmla="*/ 1948 w 3385"/>
                <a:gd name="connsiteY5" fmla="*/ 1054 h 10009"/>
                <a:gd name="connsiteX6" fmla="*/ 1299 w 3385"/>
                <a:gd name="connsiteY6" fmla="*/ 44 h 10009"/>
                <a:gd name="connsiteX7" fmla="*/ 1206 w 3385"/>
                <a:gd name="connsiteY7" fmla="*/ 0 h 10009"/>
                <a:gd name="connsiteX8" fmla="*/ 1020 w 3385"/>
                <a:gd name="connsiteY8" fmla="*/ 1449 h 10009"/>
                <a:gd name="connsiteX9" fmla="*/ 0 w 3385"/>
                <a:gd name="connsiteY9" fmla="*/ 2283 h 10009"/>
                <a:gd name="connsiteX10" fmla="*/ 1067 w 3385"/>
                <a:gd name="connsiteY10" fmla="*/ 3863 h 10009"/>
                <a:gd name="connsiteX11" fmla="*/ 1067 w 3385"/>
                <a:gd name="connsiteY11" fmla="*/ 9526 h 10009"/>
                <a:gd name="connsiteX12" fmla="*/ 1159 w 3385"/>
                <a:gd name="connsiteY12" fmla="*/ 9307 h 10009"/>
                <a:gd name="connsiteX13" fmla="*/ 2690 w 3385"/>
                <a:gd name="connsiteY13" fmla="*/ 8780 h 1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85" h="10009">
                  <a:moveTo>
                    <a:pt x="2736" y="8780"/>
                  </a:moveTo>
                  <a:cubicBezTo>
                    <a:pt x="3246" y="8999"/>
                    <a:pt x="3386" y="9526"/>
                    <a:pt x="3293" y="10009"/>
                  </a:cubicBezTo>
                  <a:cubicBezTo>
                    <a:pt x="3293" y="9921"/>
                    <a:pt x="3386" y="9878"/>
                    <a:pt x="3386" y="9790"/>
                  </a:cubicBezTo>
                  <a:lnTo>
                    <a:pt x="3386" y="3556"/>
                  </a:lnTo>
                  <a:cubicBezTo>
                    <a:pt x="3386" y="3556"/>
                    <a:pt x="3339" y="3161"/>
                    <a:pt x="3200" y="2985"/>
                  </a:cubicBezTo>
                  <a:lnTo>
                    <a:pt x="1948" y="1054"/>
                  </a:lnTo>
                  <a:lnTo>
                    <a:pt x="1299" y="44"/>
                  </a:lnTo>
                  <a:cubicBezTo>
                    <a:pt x="1299" y="44"/>
                    <a:pt x="1252" y="44"/>
                    <a:pt x="1206" y="0"/>
                  </a:cubicBezTo>
                  <a:cubicBezTo>
                    <a:pt x="1577" y="439"/>
                    <a:pt x="1484" y="1098"/>
                    <a:pt x="1020" y="1449"/>
                  </a:cubicBezTo>
                  <a:lnTo>
                    <a:pt x="0" y="2283"/>
                  </a:lnTo>
                  <a:lnTo>
                    <a:pt x="1067" y="3863"/>
                  </a:lnTo>
                  <a:lnTo>
                    <a:pt x="1067" y="9526"/>
                  </a:lnTo>
                  <a:lnTo>
                    <a:pt x="1159" y="9307"/>
                  </a:lnTo>
                  <a:cubicBezTo>
                    <a:pt x="1438" y="8780"/>
                    <a:pt x="2133" y="8517"/>
                    <a:pt x="2690" y="878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4" name="Freeform: Shape 2403">
              <a:extLst>
                <a:ext uri="{FF2B5EF4-FFF2-40B4-BE49-F238E27FC236}">
                  <a16:creationId xmlns:a16="http://schemas.microsoft.com/office/drawing/2014/main" id="{E5F5545F-E6F8-C8DD-A908-1550729C40A1}"/>
                </a:ext>
              </a:extLst>
            </p:cNvPr>
            <p:cNvSpPr>
              <a:spLocks/>
            </p:cNvSpPr>
            <p:nvPr/>
          </p:nvSpPr>
          <p:spPr>
            <a:xfrm>
              <a:off x="6528430" y="3285111"/>
              <a:ext cx="623" cy="196"/>
            </a:xfrm>
            <a:custGeom>
              <a:avLst/>
              <a:gdLst>
                <a:gd name="connsiteX0" fmla="*/ 46 w 417"/>
                <a:gd name="connsiteY0" fmla="*/ 44 h 131"/>
                <a:gd name="connsiteX1" fmla="*/ 0 w 417"/>
                <a:gd name="connsiteY1" fmla="*/ 132 h 131"/>
                <a:gd name="connsiteX2" fmla="*/ 417 w 417"/>
                <a:gd name="connsiteY2" fmla="*/ 0 h 131"/>
                <a:gd name="connsiteX3" fmla="*/ 139 w 417"/>
                <a:gd name="connsiteY3" fmla="*/ 44 h 131"/>
                <a:gd name="connsiteX4" fmla="*/ 139 w 417"/>
                <a:gd name="connsiteY4" fmla="*/ 44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7" h="131">
                  <a:moveTo>
                    <a:pt x="46" y="44"/>
                  </a:moveTo>
                  <a:cubicBezTo>
                    <a:pt x="46" y="44"/>
                    <a:pt x="46" y="88"/>
                    <a:pt x="0" y="132"/>
                  </a:cubicBezTo>
                  <a:cubicBezTo>
                    <a:pt x="139" y="44"/>
                    <a:pt x="278" y="44"/>
                    <a:pt x="417" y="0"/>
                  </a:cubicBezTo>
                  <a:cubicBezTo>
                    <a:pt x="324" y="0"/>
                    <a:pt x="232" y="0"/>
                    <a:pt x="139" y="44"/>
                  </a:cubicBezTo>
                  <a:cubicBezTo>
                    <a:pt x="139" y="44"/>
                    <a:pt x="139" y="44"/>
                    <a:pt x="139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5" name="Freeform: Shape 2404">
              <a:extLst>
                <a:ext uri="{FF2B5EF4-FFF2-40B4-BE49-F238E27FC236}">
                  <a16:creationId xmlns:a16="http://schemas.microsoft.com/office/drawing/2014/main" id="{2D87965B-2932-85C3-EE02-76FF6FDDD6F5}"/>
                </a:ext>
              </a:extLst>
            </p:cNvPr>
            <p:cNvSpPr>
              <a:spLocks/>
            </p:cNvSpPr>
            <p:nvPr/>
          </p:nvSpPr>
          <p:spPr>
            <a:xfrm>
              <a:off x="6529674" y="3284979"/>
              <a:ext cx="552" cy="262"/>
            </a:xfrm>
            <a:custGeom>
              <a:avLst/>
              <a:gdLst>
                <a:gd name="connsiteX0" fmla="*/ 0 w 370"/>
                <a:gd name="connsiteY0" fmla="*/ 0 h 175"/>
                <a:gd name="connsiteX1" fmla="*/ 371 w 370"/>
                <a:gd name="connsiteY1" fmla="*/ 176 h 175"/>
                <a:gd name="connsiteX2" fmla="*/ 0 w 370"/>
                <a:gd name="connsiteY2" fmla="*/ 0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0" h="175">
                  <a:moveTo>
                    <a:pt x="0" y="0"/>
                  </a:moveTo>
                  <a:cubicBezTo>
                    <a:pt x="0" y="0"/>
                    <a:pt x="232" y="132"/>
                    <a:pt x="371" y="176"/>
                  </a:cubicBezTo>
                  <a:cubicBezTo>
                    <a:pt x="232" y="88"/>
                    <a:pt x="139" y="0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6" name="Freeform: Shape 2405">
              <a:extLst>
                <a:ext uri="{FF2B5EF4-FFF2-40B4-BE49-F238E27FC236}">
                  <a16:creationId xmlns:a16="http://schemas.microsoft.com/office/drawing/2014/main" id="{A80882C7-2AA5-C7C4-18C0-D660A832E626}"/>
                </a:ext>
              </a:extLst>
            </p:cNvPr>
            <p:cNvSpPr>
              <a:spLocks/>
            </p:cNvSpPr>
            <p:nvPr/>
          </p:nvSpPr>
          <p:spPr>
            <a:xfrm>
              <a:off x="6509755" y="3284979"/>
              <a:ext cx="21338" cy="9238"/>
            </a:xfrm>
            <a:custGeom>
              <a:avLst/>
              <a:gdLst>
                <a:gd name="connsiteX0" fmla="*/ 8151 w 14296"/>
                <a:gd name="connsiteY0" fmla="*/ 6190 h 6189"/>
                <a:gd name="connsiteX1" fmla="*/ 8893 w 14296"/>
                <a:gd name="connsiteY1" fmla="*/ 5927 h 6189"/>
                <a:gd name="connsiteX2" fmla="*/ 12882 w 14296"/>
                <a:gd name="connsiteY2" fmla="*/ 2722 h 6189"/>
                <a:gd name="connsiteX3" fmla="*/ 13902 w 14296"/>
                <a:gd name="connsiteY3" fmla="*/ 1888 h 6189"/>
                <a:gd name="connsiteX4" fmla="*/ 14087 w 14296"/>
                <a:gd name="connsiteY4" fmla="*/ 439 h 6189"/>
                <a:gd name="connsiteX5" fmla="*/ 14087 w 14296"/>
                <a:gd name="connsiteY5" fmla="*/ 351 h 6189"/>
                <a:gd name="connsiteX6" fmla="*/ 13763 w 14296"/>
                <a:gd name="connsiteY6" fmla="*/ 176 h 6189"/>
                <a:gd name="connsiteX7" fmla="*/ 13392 w 14296"/>
                <a:gd name="connsiteY7" fmla="*/ 0 h 6189"/>
                <a:gd name="connsiteX8" fmla="*/ 12928 w 14296"/>
                <a:gd name="connsiteY8" fmla="*/ 88 h 6189"/>
                <a:gd name="connsiteX9" fmla="*/ 12511 w 14296"/>
                <a:gd name="connsiteY9" fmla="*/ 220 h 6189"/>
                <a:gd name="connsiteX10" fmla="*/ 12418 w 14296"/>
                <a:gd name="connsiteY10" fmla="*/ 220 h 6189"/>
                <a:gd name="connsiteX11" fmla="*/ 7919 w 14296"/>
                <a:gd name="connsiteY11" fmla="*/ 3819 h 6189"/>
                <a:gd name="connsiteX12" fmla="*/ 4812 w 14296"/>
                <a:gd name="connsiteY12" fmla="*/ 2678 h 6189"/>
                <a:gd name="connsiteX13" fmla="*/ 1565 w 14296"/>
                <a:gd name="connsiteY13" fmla="*/ 1493 h 6189"/>
                <a:gd name="connsiteX14" fmla="*/ 81 w 14296"/>
                <a:gd name="connsiteY14" fmla="*/ 2107 h 6189"/>
                <a:gd name="connsiteX15" fmla="*/ 731 w 14296"/>
                <a:gd name="connsiteY15" fmla="*/ 3512 h 6189"/>
                <a:gd name="connsiteX16" fmla="*/ 3884 w 14296"/>
                <a:gd name="connsiteY16" fmla="*/ 4653 h 6189"/>
                <a:gd name="connsiteX17" fmla="*/ 7687 w 14296"/>
                <a:gd name="connsiteY17" fmla="*/ 6058 h 6189"/>
                <a:gd name="connsiteX18" fmla="*/ 8105 w 14296"/>
                <a:gd name="connsiteY18" fmla="*/ 6146 h 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96" h="6189">
                  <a:moveTo>
                    <a:pt x="8151" y="6190"/>
                  </a:moveTo>
                  <a:cubicBezTo>
                    <a:pt x="8429" y="6190"/>
                    <a:pt x="8708" y="6102"/>
                    <a:pt x="8893" y="5927"/>
                  </a:cubicBezTo>
                  <a:lnTo>
                    <a:pt x="12882" y="2722"/>
                  </a:lnTo>
                  <a:lnTo>
                    <a:pt x="13902" y="1888"/>
                  </a:lnTo>
                  <a:cubicBezTo>
                    <a:pt x="14366" y="1537"/>
                    <a:pt x="14412" y="878"/>
                    <a:pt x="14087" y="439"/>
                  </a:cubicBezTo>
                  <a:cubicBezTo>
                    <a:pt x="14087" y="439"/>
                    <a:pt x="14087" y="395"/>
                    <a:pt x="14087" y="351"/>
                  </a:cubicBezTo>
                  <a:cubicBezTo>
                    <a:pt x="13995" y="263"/>
                    <a:pt x="13856" y="263"/>
                    <a:pt x="13763" y="176"/>
                  </a:cubicBezTo>
                  <a:cubicBezTo>
                    <a:pt x="13624" y="132"/>
                    <a:pt x="13531" y="0"/>
                    <a:pt x="13392" y="0"/>
                  </a:cubicBezTo>
                  <a:cubicBezTo>
                    <a:pt x="13253" y="0"/>
                    <a:pt x="13114" y="0"/>
                    <a:pt x="12928" y="88"/>
                  </a:cubicBezTo>
                  <a:cubicBezTo>
                    <a:pt x="12789" y="88"/>
                    <a:pt x="12650" y="88"/>
                    <a:pt x="12511" y="220"/>
                  </a:cubicBezTo>
                  <a:cubicBezTo>
                    <a:pt x="12511" y="220"/>
                    <a:pt x="12464" y="220"/>
                    <a:pt x="12418" y="220"/>
                  </a:cubicBezTo>
                  <a:lnTo>
                    <a:pt x="7919" y="3819"/>
                  </a:lnTo>
                  <a:lnTo>
                    <a:pt x="4812" y="2678"/>
                  </a:lnTo>
                  <a:lnTo>
                    <a:pt x="1565" y="1493"/>
                  </a:lnTo>
                  <a:cubicBezTo>
                    <a:pt x="963" y="1273"/>
                    <a:pt x="313" y="1537"/>
                    <a:pt x="81" y="2107"/>
                  </a:cubicBezTo>
                  <a:cubicBezTo>
                    <a:pt x="-150" y="2678"/>
                    <a:pt x="128" y="3293"/>
                    <a:pt x="731" y="3512"/>
                  </a:cubicBezTo>
                  <a:lnTo>
                    <a:pt x="3884" y="4653"/>
                  </a:lnTo>
                  <a:lnTo>
                    <a:pt x="7687" y="6058"/>
                  </a:lnTo>
                  <a:cubicBezTo>
                    <a:pt x="7687" y="6058"/>
                    <a:pt x="7966" y="6146"/>
                    <a:pt x="8105" y="614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7" name="Freeform: Shape 2406">
              <a:extLst>
                <a:ext uri="{FF2B5EF4-FFF2-40B4-BE49-F238E27FC236}">
                  <a16:creationId xmlns:a16="http://schemas.microsoft.com/office/drawing/2014/main" id="{7B4DF3AA-ED41-298C-FEB7-D435C685446A}"/>
                </a:ext>
              </a:extLst>
            </p:cNvPr>
            <p:cNvSpPr>
              <a:spLocks/>
            </p:cNvSpPr>
            <p:nvPr/>
          </p:nvSpPr>
          <p:spPr>
            <a:xfrm>
              <a:off x="6526422" y="3298651"/>
              <a:ext cx="7447" cy="12407"/>
            </a:xfrm>
            <a:custGeom>
              <a:avLst/>
              <a:gdLst>
                <a:gd name="connsiteX0" fmla="*/ 1206 w 4989"/>
                <a:gd name="connsiteY0" fmla="*/ 7215 h 8312"/>
                <a:gd name="connsiteX1" fmla="*/ 1438 w 4989"/>
                <a:gd name="connsiteY1" fmla="*/ 7566 h 8312"/>
                <a:gd name="connsiteX2" fmla="*/ 1623 w 4989"/>
                <a:gd name="connsiteY2" fmla="*/ 7961 h 8312"/>
                <a:gd name="connsiteX3" fmla="*/ 1623 w 4989"/>
                <a:gd name="connsiteY3" fmla="*/ 8049 h 8312"/>
                <a:gd name="connsiteX4" fmla="*/ 1623 w 4989"/>
                <a:gd name="connsiteY4" fmla="*/ 8313 h 8312"/>
                <a:gd name="connsiteX5" fmla="*/ 4406 w 4989"/>
                <a:gd name="connsiteY5" fmla="*/ 2693 h 8312"/>
                <a:gd name="connsiteX6" fmla="*/ 4962 w 4989"/>
                <a:gd name="connsiteY6" fmla="*/ 1596 h 8312"/>
                <a:gd name="connsiteX7" fmla="*/ 4962 w 4989"/>
                <a:gd name="connsiteY7" fmla="*/ 1333 h 8312"/>
                <a:gd name="connsiteX8" fmla="*/ 4406 w 4989"/>
                <a:gd name="connsiteY8" fmla="*/ 103 h 8312"/>
                <a:gd name="connsiteX9" fmla="*/ 2875 w 4989"/>
                <a:gd name="connsiteY9" fmla="*/ 630 h 8312"/>
                <a:gd name="connsiteX10" fmla="*/ 2783 w 4989"/>
                <a:gd name="connsiteY10" fmla="*/ 850 h 8312"/>
                <a:gd name="connsiteX11" fmla="*/ 0 w 4989"/>
                <a:gd name="connsiteY11" fmla="*/ 6425 h 8312"/>
                <a:gd name="connsiteX12" fmla="*/ 1159 w 4989"/>
                <a:gd name="connsiteY12" fmla="*/ 7127 h 8312"/>
                <a:gd name="connsiteX13" fmla="*/ 1159 w 4989"/>
                <a:gd name="connsiteY13" fmla="*/ 7215 h 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89" h="8312">
                  <a:moveTo>
                    <a:pt x="1206" y="7215"/>
                  </a:moveTo>
                  <a:cubicBezTo>
                    <a:pt x="1206" y="7215"/>
                    <a:pt x="1345" y="7435"/>
                    <a:pt x="1438" y="7566"/>
                  </a:cubicBezTo>
                  <a:cubicBezTo>
                    <a:pt x="1531" y="7698"/>
                    <a:pt x="1577" y="7786"/>
                    <a:pt x="1623" y="7961"/>
                  </a:cubicBezTo>
                  <a:cubicBezTo>
                    <a:pt x="1623" y="7961"/>
                    <a:pt x="1623" y="8005"/>
                    <a:pt x="1623" y="8049"/>
                  </a:cubicBezTo>
                  <a:lnTo>
                    <a:pt x="1623" y="8313"/>
                  </a:lnTo>
                  <a:lnTo>
                    <a:pt x="4406" y="2693"/>
                  </a:lnTo>
                  <a:lnTo>
                    <a:pt x="4962" y="1596"/>
                  </a:lnTo>
                  <a:cubicBezTo>
                    <a:pt x="4962" y="1596"/>
                    <a:pt x="4962" y="1420"/>
                    <a:pt x="4962" y="1333"/>
                  </a:cubicBezTo>
                  <a:cubicBezTo>
                    <a:pt x="5055" y="850"/>
                    <a:pt x="4916" y="323"/>
                    <a:pt x="4406" y="103"/>
                  </a:cubicBezTo>
                  <a:cubicBezTo>
                    <a:pt x="3803" y="-160"/>
                    <a:pt x="3154" y="103"/>
                    <a:pt x="2875" y="630"/>
                  </a:cubicBezTo>
                  <a:lnTo>
                    <a:pt x="2783" y="850"/>
                  </a:lnTo>
                  <a:lnTo>
                    <a:pt x="0" y="6425"/>
                  </a:lnTo>
                  <a:cubicBezTo>
                    <a:pt x="603" y="6776"/>
                    <a:pt x="1067" y="7039"/>
                    <a:pt x="1159" y="7127"/>
                  </a:cubicBezTo>
                  <a:cubicBezTo>
                    <a:pt x="1159" y="7127"/>
                    <a:pt x="1159" y="7171"/>
                    <a:pt x="1159" y="721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8" name="Freeform: Shape 2407">
              <a:extLst>
                <a:ext uri="{FF2B5EF4-FFF2-40B4-BE49-F238E27FC236}">
                  <a16:creationId xmlns:a16="http://schemas.microsoft.com/office/drawing/2014/main" id="{68F8ED2C-1D7F-9CEC-E0E2-0F6F4D6A5EB0}"/>
                </a:ext>
              </a:extLst>
            </p:cNvPr>
            <p:cNvSpPr>
              <a:spLocks/>
            </p:cNvSpPr>
            <p:nvPr/>
          </p:nvSpPr>
          <p:spPr>
            <a:xfrm>
              <a:off x="6492430" y="3326916"/>
              <a:ext cx="36343" cy="62840"/>
            </a:xfrm>
            <a:custGeom>
              <a:avLst/>
              <a:gdLst>
                <a:gd name="connsiteX0" fmla="*/ 12802 w 24349"/>
                <a:gd name="connsiteY0" fmla="*/ 42100 h 42100"/>
                <a:gd name="connsiteX1" fmla="*/ 13822 w 24349"/>
                <a:gd name="connsiteY1" fmla="*/ 41442 h 42100"/>
                <a:gd name="connsiteX2" fmla="*/ 13915 w 24349"/>
                <a:gd name="connsiteY2" fmla="*/ 41266 h 42100"/>
                <a:gd name="connsiteX3" fmla="*/ 24350 w 24349"/>
                <a:gd name="connsiteY3" fmla="*/ 5049 h 42100"/>
                <a:gd name="connsiteX4" fmla="*/ 24350 w 24349"/>
                <a:gd name="connsiteY4" fmla="*/ 4741 h 42100"/>
                <a:gd name="connsiteX5" fmla="*/ 24350 w 24349"/>
                <a:gd name="connsiteY5" fmla="*/ 0 h 42100"/>
                <a:gd name="connsiteX6" fmla="*/ 23469 w 24349"/>
                <a:gd name="connsiteY6" fmla="*/ 1668 h 42100"/>
                <a:gd name="connsiteX7" fmla="*/ 22031 w 24349"/>
                <a:gd name="connsiteY7" fmla="*/ 2107 h 42100"/>
                <a:gd name="connsiteX8" fmla="*/ 22031 w 24349"/>
                <a:gd name="connsiteY8" fmla="*/ 4566 h 42100"/>
                <a:gd name="connsiteX9" fmla="*/ 12709 w 24349"/>
                <a:gd name="connsiteY9" fmla="*/ 36964 h 42100"/>
                <a:gd name="connsiteX10" fmla="*/ 2877 w 24349"/>
                <a:gd name="connsiteY10" fmla="*/ 5927 h 42100"/>
                <a:gd name="connsiteX11" fmla="*/ 2274 w 24349"/>
                <a:gd name="connsiteY11" fmla="*/ 4039 h 42100"/>
                <a:gd name="connsiteX12" fmla="*/ 836 w 24349"/>
                <a:gd name="connsiteY12" fmla="*/ 3293 h 42100"/>
                <a:gd name="connsiteX13" fmla="*/ 48 w 24349"/>
                <a:gd name="connsiteY13" fmla="*/ 4653 h 42100"/>
                <a:gd name="connsiteX14" fmla="*/ 929 w 24349"/>
                <a:gd name="connsiteY14" fmla="*/ 7507 h 42100"/>
                <a:gd name="connsiteX15" fmla="*/ 11271 w 24349"/>
                <a:gd name="connsiteY15" fmla="*/ 40081 h 42100"/>
                <a:gd name="connsiteX16" fmla="*/ 11642 w 24349"/>
                <a:gd name="connsiteY16" fmla="*/ 41222 h 42100"/>
                <a:gd name="connsiteX17" fmla="*/ 12060 w 24349"/>
                <a:gd name="connsiteY17" fmla="*/ 41793 h 42100"/>
                <a:gd name="connsiteX18" fmla="*/ 12709 w 24349"/>
                <a:gd name="connsiteY18" fmla="*/ 42012 h 4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349" h="42100">
                  <a:moveTo>
                    <a:pt x="12802" y="42100"/>
                  </a:moveTo>
                  <a:cubicBezTo>
                    <a:pt x="13358" y="42100"/>
                    <a:pt x="13637" y="41837"/>
                    <a:pt x="13822" y="41442"/>
                  </a:cubicBezTo>
                  <a:cubicBezTo>
                    <a:pt x="13822" y="41398"/>
                    <a:pt x="13915" y="41354"/>
                    <a:pt x="13915" y="41266"/>
                  </a:cubicBezTo>
                  <a:lnTo>
                    <a:pt x="24350" y="5049"/>
                  </a:lnTo>
                  <a:cubicBezTo>
                    <a:pt x="24350" y="5049"/>
                    <a:pt x="24350" y="4873"/>
                    <a:pt x="24350" y="4741"/>
                  </a:cubicBezTo>
                  <a:lnTo>
                    <a:pt x="24350" y="0"/>
                  </a:lnTo>
                  <a:cubicBezTo>
                    <a:pt x="24350" y="702"/>
                    <a:pt x="24025" y="1273"/>
                    <a:pt x="23469" y="1668"/>
                  </a:cubicBezTo>
                  <a:cubicBezTo>
                    <a:pt x="23097" y="1932"/>
                    <a:pt x="22587" y="2063"/>
                    <a:pt x="22031" y="2107"/>
                  </a:cubicBezTo>
                  <a:lnTo>
                    <a:pt x="22031" y="4566"/>
                  </a:lnTo>
                  <a:lnTo>
                    <a:pt x="12709" y="36964"/>
                  </a:lnTo>
                  <a:lnTo>
                    <a:pt x="2877" y="5927"/>
                  </a:lnTo>
                  <a:lnTo>
                    <a:pt x="2274" y="4039"/>
                  </a:lnTo>
                  <a:cubicBezTo>
                    <a:pt x="2089" y="3468"/>
                    <a:pt x="1486" y="3117"/>
                    <a:pt x="836" y="3293"/>
                  </a:cubicBezTo>
                  <a:cubicBezTo>
                    <a:pt x="233" y="3468"/>
                    <a:pt x="-138" y="4083"/>
                    <a:pt x="48" y="4653"/>
                  </a:cubicBezTo>
                  <a:lnTo>
                    <a:pt x="929" y="7507"/>
                  </a:lnTo>
                  <a:lnTo>
                    <a:pt x="11271" y="40081"/>
                  </a:lnTo>
                  <a:lnTo>
                    <a:pt x="11642" y="41222"/>
                  </a:lnTo>
                  <a:cubicBezTo>
                    <a:pt x="11735" y="41442"/>
                    <a:pt x="11874" y="41661"/>
                    <a:pt x="12060" y="41793"/>
                  </a:cubicBezTo>
                  <a:cubicBezTo>
                    <a:pt x="12245" y="41925"/>
                    <a:pt x="12477" y="42012"/>
                    <a:pt x="12709" y="420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9" name="Freeform: Shape 2408">
              <a:extLst>
                <a:ext uri="{FF2B5EF4-FFF2-40B4-BE49-F238E27FC236}">
                  <a16:creationId xmlns:a16="http://schemas.microsoft.com/office/drawing/2014/main" id="{22232187-37E0-E67D-C117-0AECD983F208}"/>
                </a:ext>
              </a:extLst>
            </p:cNvPr>
            <p:cNvSpPr>
              <a:spLocks/>
            </p:cNvSpPr>
            <p:nvPr/>
          </p:nvSpPr>
          <p:spPr>
            <a:xfrm>
              <a:off x="6525452" y="3310469"/>
              <a:ext cx="3391" cy="16445"/>
            </a:xfrm>
            <a:custGeom>
              <a:avLst/>
              <a:gdLst>
                <a:gd name="connsiteX0" fmla="*/ 2273 w 2272"/>
                <a:gd name="connsiteY0" fmla="*/ 88 h 11018"/>
                <a:gd name="connsiteX1" fmla="*/ 2273 w 2272"/>
                <a:gd name="connsiteY1" fmla="*/ 0 h 11018"/>
                <a:gd name="connsiteX2" fmla="*/ 2087 w 2272"/>
                <a:gd name="connsiteY2" fmla="*/ 746 h 11018"/>
                <a:gd name="connsiteX3" fmla="*/ 464 w 2272"/>
                <a:gd name="connsiteY3" fmla="*/ 966 h 11018"/>
                <a:gd name="connsiteX4" fmla="*/ 0 w 2272"/>
                <a:gd name="connsiteY4" fmla="*/ 658 h 11018"/>
                <a:gd name="connsiteX5" fmla="*/ 0 w 2272"/>
                <a:gd name="connsiteY5" fmla="*/ 10931 h 11018"/>
                <a:gd name="connsiteX6" fmla="*/ 46 w 2272"/>
                <a:gd name="connsiteY6" fmla="*/ 10931 h 11018"/>
                <a:gd name="connsiteX7" fmla="*/ 1159 w 2272"/>
                <a:gd name="connsiteY7" fmla="*/ 9878 h 11018"/>
                <a:gd name="connsiteX8" fmla="*/ 2273 w 2272"/>
                <a:gd name="connsiteY8" fmla="*/ 11019 h 11018"/>
                <a:gd name="connsiteX9" fmla="*/ 2273 w 2272"/>
                <a:gd name="connsiteY9" fmla="*/ 44 h 11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2" h="11018">
                  <a:moveTo>
                    <a:pt x="2273" y="88"/>
                  </a:moveTo>
                  <a:cubicBezTo>
                    <a:pt x="2273" y="88"/>
                    <a:pt x="2273" y="44"/>
                    <a:pt x="2273" y="0"/>
                  </a:cubicBezTo>
                  <a:cubicBezTo>
                    <a:pt x="2273" y="263"/>
                    <a:pt x="2273" y="527"/>
                    <a:pt x="2087" y="746"/>
                  </a:cubicBezTo>
                  <a:cubicBezTo>
                    <a:pt x="1716" y="1229"/>
                    <a:pt x="974" y="1317"/>
                    <a:pt x="464" y="966"/>
                  </a:cubicBezTo>
                  <a:cubicBezTo>
                    <a:pt x="371" y="878"/>
                    <a:pt x="139" y="790"/>
                    <a:pt x="0" y="658"/>
                  </a:cubicBezTo>
                  <a:lnTo>
                    <a:pt x="0" y="10931"/>
                  </a:lnTo>
                  <a:cubicBezTo>
                    <a:pt x="0" y="10931"/>
                    <a:pt x="46" y="10931"/>
                    <a:pt x="46" y="10931"/>
                  </a:cubicBezTo>
                  <a:cubicBezTo>
                    <a:pt x="46" y="10316"/>
                    <a:pt x="510" y="9878"/>
                    <a:pt x="1159" y="9878"/>
                  </a:cubicBezTo>
                  <a:cubicBezTo>
                    <a:pt x="1809" y="9878"/>
                    <a:pt x="2273" y="10404"/>
                    <a:pt x="2273" y="11019"/>
                  </a:cubicBezTo>
                  <a:lnTo>
                    <a:pt x="2273" y="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0" name="Freeform: Shape 2409">
              <a:extLst>
                <a:ext uri="{FF2B5EF4-FFF2-40B4-BE49-F238E27FC236}">
                  <a16:creationId xmlns:a16="http://schemas.microsoft.com/office/drawing/2014/main" id="{0EDF03A1-9B1C-B514-24C6-77307D5F0927}"/>
                </a:ext>
              </a:extLst>
            </p:cNvPr>
            <p:cNvSpPr>
              <a:spLocks/>
            </p:cNvSpPr>
            <p:nvPr/>
          </p:nvSpPr>
          <p:spPr>
            <a:xfrm>
              <a:off x="6528220" y="3309422"/>
              <a:ext cx="345" cy="524"/>
            </a:xfrm>
            <a:custGeom>
              <a:avLst/>
              <a:gdLst>
                <a:gd name="connsiteX0" fmla="*/ 0 w 231"/>
                <a:gd name="connsiteY0" fmla="*/ 0 h 351"/>
                <a:gd name="connsiteX1" fmla="*/ 232 w 231"/>
                <a:gd name="connsiteY1" fmla="*/ 351 h 351"/>
                <a:gd name="connsiteX2" fmla="*/ 0 w 231"/>
                <a:gd name="connsiteY2" fmla="*/ 0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1" h="351">
                  <a:moveTo>
                    <a:pt x="0" y="0"/>
                  </a:moveTo>
                  <a:cubicBezTo>
                    <a:pt x="0" y="0"/>
                    <a:pt x="139" y="219"/>
                    <a:pt x="232" y="351"/>
                  </a:cubicBezTo>
                  <a:cubicBezTo>
                    <a:pt x="185" y="219"/>
                    <a:pt x="139" y="88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1" name="Freeform: Shape 2410">
              <a:extLst>
                <a:ext uri="{FF2B5EF4-FFF2-40B4-BE49-F238E27FC236}">
                  <a16:creationId xmlns:a16="http://schemas.microsoft.com/office/drawing/2014/main" id="{7132AAD4-C8A4-1253-AFF7-E3DEB2FE04D5}"/>
                </a:ext>
              </a:extLst>
            </p:cNvPr>
            <p:cNvSpPr>
              <a:spLocks/>
            </p:cNvSpPr>
            <p:nvPr/>
          </p:nvSpPr>
          <p:spPr>
            <a:xfrm>
              <a:off x="6512142" y="3306064"/>
              <a:ext cx="16840" cy="24194"/>
            </a:xfrm>
            <a:custGeom>
              <a:avLst/>
              <a:gdLst>
                <a:gd name="connsiteX0" fmla="*/ 10077 w 11282"/>
                <a:gd name="connsiteY0" fmla="*/ 12873 h 16209"/>
                <a:gd name="connsiteX1" fmla="*/ 8964 w 11282"/>
                <a:gd name="connsiteY1" fmla="*/ 13926 h 16209"/>
                <a:gd name="connsiteX2" fmla="*/ 8917 w 11282"/>
                <a:gd name="connsiteY2" fmla="*/ 13926 h 16209"/>
                <a:gd name="connsiteX3" fmla="*/ 2935 w 11282"/>
                <a:gd name="connsiteY3" fmla="*/ 13180 h 16209"/>
                <a:gd name="connsiteX4" fmla="*/ 3028 w 11282"/>
                <a:gd name="connsiteY4" fmla="*/ 3478 h 16209"/>
                <a:gd name="connsiteX5" fmla="*/ 4280 w 11282"/>
                <a:gd name="connsiteY5" fmla="*/ 2293 h 16209"/>
                <a:gd name="connsiteX6" fmla="*/ 8917 w 11282"/>
                <a:gd name="connsiteY6" fmla="*/ 3654 h 16209"/>
                <a:gd name="connsiteX7" fmla="*/ 9381 w 11282"/>
                <a:gd name="connsiteY7" fmla="*/ 3961 h 16209"/>
                <a:gd name="connsiteX8" fmla="*/ 11004 w 11282"/>
                <a:gd name="connsiteY8" fmla="*/ 3742 h 16209"/>
                <a:gd name="connsiteX9" fmla="*/ 11190 w 11282"/>
                <a:gd name="connsiteY9" fmla="*/ 2995 h 16209"/>
                <a:gd name="connsiteX10" fmla="*/ 11004 w 11282"/>
                <a:gd name="connsiteY10" fmla="*/ 2600 h 16209"/>
                <a:gd name="connsiteX11" fmla="*/ 10773 w 11282"/>
                <a:gd name="connsiteY11" fmla="*/ 2249 h 16209"/>
                <a:gd name="connsiteX12" fmla="*/ 10773 w 11282"/>
                <a:gd name="connsiteY12" fmla="*/ 2161 h 16209"/>
                <a:gd name="connsiteX13" fmla="*/ 9613 w 11282"/>
                <a:gd name="connsiteY13" fmla="*/ 1459 h 16209"/>
                <a:gd name="connsiteX14" fmla="*/ 3723 w 11282"/>
                <a:gd name="connsiteY14" fmla="*/ 142 h 16209"/>
                <a:gd name="connsiteX15" fmla="*/ 941 w 11282"/>
                <a:gd name="connsiteY15" fmla="*/ 2600 h 16209"/>
                <a:gd name="connsiteX16" fmla="*/ 894 w 11282"/>
                <a:gd name="connsiteY16" fmla="*/ 14278 h 16209"/>
                <a:gd name="connsiteX17" fmla="*/ 1636 w 11282"/>
                <a:gd name="connsiteY17" fmla="*/ 15024 h 16209"/>
                <a:gd name="connsiteX18" fmla="*/ 7944 w 11282"/>
                <a:gd name="connsiteY18" fmla="*/ 16209 h 16209"/>
                <a:gd name="connsiteX19" fmla="*/ 8964 w 11282"/>
                <a:gd name="connsiteY19" fmla="*/ 16121 h 16209"/>
                <a:gd name="connsiteX20" fmla="*/ 10401 w 11282"/>
                <a:gd name="connsiteY20" fmla="*/ 15682 h 16209"/>
                <a:gd name="connsiteX21" fmla="*/ 11283 w 11282"/>
                <a:gd name="connsiteY21" fmla="*/ 14014 h 16209"/>
                <a:gd name="connsiteX22" fmla="*/ 10170 w 11282"/>
                <a:gd name="connsiteY22" fmla="*/ 12873 h 1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282" h="16209">
                  <a:moveTo>
                    <a:pt x="10077" y="12873"/>
                  </a:moveTo>
                  <a:cubicBezTo>
                    <a:pt x="9428" y="12873"/>
                    <a:pt x="8964" y="13312"/>
                    <a:pt x="8964" y="13926"/>
                  </a:cubicBezTo>
                  <a:cubicBezTo>
                    <a:pt x="8964" y="13926"/>
                    <a:pt x="8917" y="13926"/>
                    <a:pt x="8917" y="13926"/>
                  </a:cubicBezTo>
                  <a:cubicBezTo>
                    <a:pt x="8315" y="14278"/>
                    <a:pt x="5578" y="13926"/>
                    <a:pt x="2935" y="13180"/>
                  </a:cubicBezTo>
                  <a:cubicBezTo>
                    <a:pt x="2564" y="11556"/>
                    <a:pt x="1590" y="6771"/>
                    <a:pt x="3028" y="3478"/>
                  </a:cubicBezTo>
                  <a:cubicBezTo>
                    <a:pt x="3399" y="2600"/>
                    <a:pt x="3955" y="2381"/>
                    <a:pt x="4280" y="2293"/>
                  </a:cubicBezTo>
                  <a:cubicBezTo>
                    <a:pt x="5764" y="1942"/>
                    <a:pt x="7851" y="2995"/>
                    <a:pt x="8917" y="3654"/>
                  </a:cubicBezTo>
                  <a:cubicBezTo>
                    <a:pt x="9057" y="3742"/>
                    <a:pt x="9288" y="3873"/>
                    <a:pt x="9381" y="3961"/>
                  </a:cubicBezTo>
                  <a:cubicBezTo>
                    <a:pt x="9891" y="4312"/>
                    <a:pt x="10634" y="4224"/>
                    <a:pt x="11004" y="3742"/>
                  </a:cubicBezTo>
                  <a:cubicBezTo>
                    <a:pt x="11190" y="3522"/>
                    <a:pt x="11236" y="3259"/>
                    <a:pt x="11190" y="2995"/>
                  </a:cubicBezTo>
                  <a:cubicBezTo>
                    <a:pt x="11190" y="2864"/>
                    <a:pt x="11097" y="2732"/>
                    <a:pt x="11004" y="2600"/>
                  </a:cubicBezTo>
                  <a:cubicBezTo>
                    <a:pt x="10958" y="2468"/>
                    <a:pt x="10912" y="2337"/>
                    <a:pt x="10773" y="2249"/>
                  </a:cubicBezTo>
                  <a:cubicBezTo>
                    <a:pt x="10773" y="2249"/>
                    <a:pt x="10773" y="2205"/>
                    <a:pt x="10773" y="2161"/>
                  </a:cubicBezTo>
                  <a:cubicBezTo>
                    <a:pt x="10634" y="2073"/>
                    <a:pt x="10216" y="1766"/>
                    <a:pt x="9613" y="1459"/>
                  </a:cubicBezTo>
                  <a:cubicBezTo>
                    <a:pt x="8222" y="669"/>
                    <a:pt x="5810" y="-385"/>
                    <a:pt x="3723" y="142"/>
                  </a:cubicBezTo>
                  <a:cubicBezTo>
                    <a:pt x="2842" y="361"/>
                    <a:pt x="1636" y="976"/>
                    <a:pt x="941" y="2600"/>
                  </a:cubicBezTo>
                  <a:cubicBezTo>
                    <a:pt x="-1100" y="7298"/>
                    <a:pt x="801" y="14014"/>
                    <a:pt x="894" y="14278"/>
                  </a:cubicBezTo>
                  <a:cubicBezTo>
                    <a:pt x="987" y="14629"/>
                    <a:pt x="1265" y="14892"/>
                    <a:pt x="1636" y="15024"/>
                  </a:cubicBezTo>
                  <a:cubicBezTo>
                    <a:pt x="2749" y="15375"/>
                    <a:pt x="5625" y="16209"/>
                    <a:pt x="7944" y="16209"/>
                  </a:cubicBezTo>
                  <a:cubicBezTo>
                    <a:pt x="8315" y="16209"/>
                    <a:pt x="8639" y="16165"/>
                    <a:pt x="8964" y="16121"/>
                  </a:cubicBezTo>
                  <a:cubicBezTo>
                    <a:pt x="9520" y="16034"/>
                    <a:pt x="10031" y="15902"/>
                    <a:pt x="10401" y="15682"/>
                  </a:cubicBezTo>
                  <a:cubicBezTo>
                    <a:pt x="10958" y="15287"/>
                    <a:pt x="11283" y="14717"/>
                    <a:pt x="11283" y="14014"/>
                  </a:cubicBezTo>
                  <a:cubicBezTo>
                    <a:pt x="11283" y="13400"/>
                    <a:pt x="10819" y="12873"/>
                    <a:pt x="10170" y="1287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2" name="Freeform: Shape 2411">
              <a:extLst>
                <a:ext uri="{FF2B5EF4-FFF2-40B4-BE49-F238E27FC236}">
                  <a16:creationId xmlns:a16="http://schemas.microsoft.com/office/drawing/2014/main" id="{B29C54E9-F12D-2BE9-FC02-CB0C58536BA3}"/>
                </a:ext>
              </a:extLst>
            </p:cNvPr>
            <p:cNvSpPr>
              <a:spLocks/>
            </p:cNvSpPr>
            <p:nvPr/>
          </p:nvSpPr>
          <p:spPr>
            <a:xfrm>
              <a:off x="6602016" y="3282819"/>
              <a:ext cx="14726" cy="36364"/>
            </a:xfrm>
            <a:custGeom>
              <a:avLst/>
              <a:gdLst>
                <a:gd name="connsiteX0" fmla="*/ 879 w 9866"/>
                <a:gd name="connsiteY0" fmla="*/ 130 h 24362"/>
                <a:gd name="connsiteX1" fmla="*/ 44 w 9866"/>
                <a:gd name="connsiteY1" fmla="*/ 1447 h 24362"/>
                <a:gd name="connsiteX2" fmla="*/ 416 w 9866"/>
                <a:gd name="connsiteY2" fmla="*/ 2852 h 24362"/>
                <a:gd name="connsiteX3" fmla="*/ 3198 w 9866"/>
                <a:gd name="connsiteY3" fmla="*/ 13475 h 24362"/>
                <a:gd name="connsiteX4" fmla="*/ 3198 w 9866"/>
                <a:gd name="connsiteY4" fmla="*/ 16636 h 24362"/>
                <a:gd name="connsiteX5" fmla="*/ 3847 w 9866"/>
                <a:gd name="connsiteY5" fmla="*/ 17602 h 24362"/>
                <a:gd name="connsiteX6" fmla="*/ 7279 w 9866"/>
                <a:gd name="connsiteY6" fmla="*/ 19183 h 24362"/>
                <a:gd name="connsiteX7" fmla="*/ 6491 w 9866"/>
                <a:gd name="connsiteY7" fmla="*/ 22475 h 24362"/>
                <a:gd name="connsiteX8" fmla="*/ 6352 w 9866"/>
                <a:gd name="connsiteY8" fmla="*/ 23046 h 24362"/>
                <a:gd name="connsiteX9" fmla="*/ 7233 w 9866"/>
                <a:gd name="connsiteY9" fmla="*/ 24363 h 24362"/>
                <a:gd name="connsiteX10" fmla="*/ 7511 w 9866"/>
                <a:gd name="connsiteY10" fmla="*/ 24363 h 24362"/>
                <a:gd name="connsiteX11" fmla="*/ 8021 w 9866"/>
                <a:gd name="connsiteY11" fmla="*/ 24187 h 24362"/>
                <a:gd name="connsiteX12" fmla="*/ 8393 w 9866"/>
                <a:gd name="connsiteY12" fmla="*/ 23880 h 24362"/>
                <a:gd name="connsiteX13" fmla="*/ 8578 w 9866"/>
                <a:gd name="connsiteY13" fmla="*/ 23617 h 24362"/>
                <a:gd name="connsiteX14" fmla="*/ 8671 w 9866"/>
                <a:gd name="connsiteY14" fmla="*/ 23485 h 24362"/>
                <a:gd name="connsiteX15" fmla="*/ 8949 w 9866"/>
                <a:gd name="connsiteY15" fmla="*/ 22387 h 24362"/>
                <a:gd name="connsiteX16" fmla="*/ 9830 w 9866"/>
                <a:gd name="connsiteY16" fmla="*/ 18744 h 24362"/>
                <a:gd name="connsiteX17" fmla="*/ 9227 w 9866"/>
                <a:gd name="connsiteY17" fmla="*/ 17514 h 24362"/>
                <a:gd name="connsiteX18" fmla="*/ 5610 w 9866"/>
                <a:gd name="connsiteY18" fmla="*/ 15846 h 24362"/>
                <a:gd name="connsiteX19" fmla="*/ 5610 w 9866"/>
                <a:gd name="connsiteY19" fmla="*/ 13124 h 24362"/>
                <a:gd name="connsiteX20" fmla="*/ 2642 w 9866"/>
                <a:gd name="connsiteY20" fmla="*/ 1623 h 24362"/>
                <a:gd name="connsiteX21" fmla="*/ 2456 w 9866"/>
                <a:gd name="connsiteY21" fmla="*/ 832 h 24362"/>
                <a:gd name="connsiteX22" fmla="*/ 1065 w 9866"/>
                <a:gd name="connsiteY22" fmla="*/ 42 h 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66" h="24362">
                  <a:moveTo>
                    <a:pt x="879" y="130"/>
                  </a:moveTo>
                  <a:cubicBezTo>
                    <a:pt x="277" y="262"/>
                    <a:pt x="-141" y="876"/>
                    <a:pt x="44" y="1447"/>
                  </a:cubicBezTo>
                  <a:lnTo>
                    <a:pt x="416" y="2852"/>
                  </a:lnTo>
                  <a:lnTo>
                    <a:pt x="3198" y="13475"/>
                  </a:lnTo>
                  <a:lnTo>
                    <a:pt x="3198" y="16636"/>
                  </a:lnTo>
                  <a:cubicBezTo>
                    <a:pt x="3198" y="17075"/>
                    <a:pt x="3430" y="17427"/>
                    <a:pt x="3847" y="17602"/>
                  </a:cubicBezTo>
                  <a:lnTo>
                    <a:pt x="7279" y="19183"/>
                  </a:lnTo>
                  <a:lnTo>
                    <a:pt x="6491" y="22475"/>
                  </a:lnTo>
                  <a:lnTo>
                    <a:pt x="6352" y="23046"/>
                  </a:lnTo>
                  <a:cubicBezTo>
                    <a:pt x="6213" y="23617"/>
                    <a:pt x="6584" y="24231"/>
                    <a:pt x="7233" y="24363"/>
                  </a:cubicBezTo>
                  <a:cubicBezTo>
                    <a:pt x="7326" y="24363"/>
                    <a:pt x="7419" y="24363"/>
                    <a:pt x="7511" y="24363"/>
                  </a:cubicBezTo>
                  <a:cubicBezTo>
                    <a:pt x="7697" y="24363"/>
                    <a:pt x="7836" y="24275"/>
                    <a:pt x="8021" y="24187"/>
                  </a:cubicBezTo>
                  <a:cubicBezTo>
                    <a:pt x="8207" y="24099"/>
                    <a:pt x="8300" y="24012"/>
                    <a:pt x="8393" y="23880"/>
                  </a:cubicBezTo>
                  <a:cubicBezTo>
                    <a:pt x="8439" y="23792"/>
                    <a:pt x="8532" y="23748"/>
                    <a:pt x="8578" y="23617"/>
                  </a:cubicBezTo>
                  <a:cubicBezTo>
                    <a:pt x="8578" y="23573"/>
                    <a:pt x="8624" y="23529"/>
                    <a:pt x="8671" y="23485"/>
                  </a:cubicBezTo>
                  <a:lnTo>
                    <a:pt x="8949" y="22387"/>
                  </a:lnTo>
                  <a:lnTo>
                    <a:pt x="9830" y="18744"/>
                  </a:lnTo>
                  <a:cubicBezTo>
                    <a:pt x="9969" y="18261"/>
                    <a:pt x="9691" y="17734"/>
                    <a:pt x="9227" y="17514"/>
                  </a:cubicBezTo>
                  <a:lnTo>
                    <a:pt x="5610" y="15846"/>
                  </a:lnTo>
                  <a:lnTo>
                    <a:pt x="5610" y="13124"/>
                  </a:lnTo>
                  <a:cubicBezTo>
                    <a:pt x="5610" y="13124"/>
                    <a:pt x="2642" y="1623"/>
                    <a:pt x="2642" y="1623"/>
                  </a:cubicBezTo>
                  <a:lnTo>
                    <a:pt x="2456" y="832"/>
                  </a:lnTo>
                  <a:cubicBezTo>
                    <a:pt x="2317" y="262"/>
                    <a:pt x="1714" y="-133"/>
                    <a:pt x="1065" y="4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3" name="Freeform: Shape 2412">
              <a:extLst>
                <a:ext uri="{FF2B5EF4-FFF2-40B4-BE49-F238E27FC236}">
                  <a16:creationId xmlns:a16="http://schemas.microsoft.com/office/drawing/2014/main" id="{1EBC577D-2425-6E08-B008-209C008549DD}"/>
                </a:ext>
              </a:extLst>
            </p:cNvPr>
            <p:cNvSpPr>
              <a:spLocks/>
            </p:cNvSpPr>
            <p:nvPr/>
          </p:nvSpPr>
          <p:spPr>
            <a:xfrm>
              <a:off x="6883015" y="3496977"/>
              <a:ext cx="24884" cy="16952"/>
            </a:xfrm>
            <a:custGeom>
              <a:avLst/>
              <a:gdLst>
                <a:gd name="connsiteX0" fmla="*/ 7036 w 16671"/>
                <a:gd name="connsiteY0" fmla="*/ 11358 h 11357"/>
                <a:gd name="connsiteX1" fmla="*/ 7500 w 16671"/>
                <a:gd name="connsiteY1" fmla="*/ 11270 h 11357"/>
                <a:gd name="connsiteX2" fmla="*/ 12926 w 16671"/>
                <a:gd name="connsiteY2" fmla="*/ 9163 h 11357"/>
                <a:gd name="connsiteX3" fmla="*/ 15941 w 16671"/>
                <a:gd name="connsiteY3" fmla="*/ 7978 h 11357"/>
                <a:gd name="connsiteX4" fmla="*/ 16590 w 16671"/>
                <a:gd name="connsiteY4" fmla="*/ 6529 h 11357"/>
                <a:gd name="connsiteX5" fmla="*/ 15060 w 16671"/>
                <a:gd name="connsiteY5" fmla="*/ 5914 h 11357"/>
                <a:gd name="connsiteX6" fmla="*/ 14364 w 16671"/>
                <a:gd name="connsiteY6" fmla="*/ 6178 h 11357"/>
                <a:gd name="connsiteX7" fmla="*/ 7546 w 16671"/>
                <a:gd name="connsiteY7" fmla="*/ 8855 h 11357"/>
                <a:gd name="connsiteX8" fmla="*/ 3419 w 16671"/>
                <a:gd name="connsiteY8" fmla="*/ 2534 h 11357"/>
                <a:gd name="connsiteX9" fmla="*/ 2120 w 16671"/>
                <a:gd name="connsiteY9" fmla="*/ 514 h 11357"/>
                <a:gd name="connsiteX10" fmla="*/ 543 w 16671"/>
                <a:gd name="connsiteY10" fmla="*/ 163 h 11357"/>
                <a:gd name="connsiteX11" fmla="*/ 172 w 16671"/>
                <a:gd name="connsiteY11" fmla="*/ 1656 h 11357"/>
                <a:gd name="connsiteX12" fmla="*/ 358 w 16671"/>
                <a:gd name="connsiteY12" fmla="*/ 1919 h 11357"/>
                <a:gd name="connsiteX13" fmla="*/ 6109 w 16671"/>
                <a:gd name="connsiteY13" fmla="*/ 10787 h 11357"/>
                <a:gd name="connsiteX14" fmla="*/ 7083 w 16671"/>
                <a:gd name="connsiteY14" fmla="*/ 11314 h 11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671" h="11357">
                  <a:moveTo>
                    <a:pt x="7036" y="11358"/>
                  </a:moveTo>
                  <a:cubicBezTo>
                    <a:pt x="7036" y="11358"/>
                    <a:pt x="7315" y="11358"/>
                    <a:pt x="7500" y="11270"/>
                  </a:cubicBezTo>
                  <a:lnTo>
                    <a:pt x="12926" y="9163"/>
                  </a:lnTo>
                  <a:lnTo>
                    <a:pt x="15941" y="7978"/>
                  </a:lnTo>
                  <a:cubicBezTo>
                    <a:pt x="16544" y="7758"/>
                    <a:pt x="16822" y="7099"/>
                    <a:pt x="16590" y="6529"/>
                  </a:cubicBezTo>
                  <a:cubicBezTo>
                    <a:pt x="16358" y="5958"/>
                    <a:pt x="15662" y="5695"/>
                    <a:pt x="15060" y="5914"/>
                  </a:cubicBezTo>
                  <a:lnTo>
                    <a:pt x="14364" y="6178"/>
                  </a:lnTo>
                  <a:lnTo>
                    <a:pt x="7546" y="8855"/>
                  </a:lnTo>
                  <a:lnTo>
                    <a:pt x="3419" y="2534"/>
                  </a:lnTo>
                  <a:lnTo>
                    <a:pt x="2120" y="514"/>
                  </a:lnTo>
                  <a:cubicBezTo>
                    <a:pt x="1796" y="-12"/>
                    <a:pt x="1054" y="-144"/>
                    <a:pt x="543" y="163"/>
                  </a:cubicBezTo>
                  <a:cubicBezTo>
                    <a:pt x="-13" y="470"/>
                    <a:pt x="-152" y="1173"/>
                    <a:pt x="172" y="1656"/>
                  </a:cubicBezTo>
                  <a:lnTo>
                    <a:pt x="358" y="1919"/>
                  </a:lnTo>
                  <a:lnTo>
                    <a:pt x="6109" y="10787"/>
                  </a:lnTo>
                  <a:cubicBezTo>
                    <a:pt x="6341" y="11138"/>
                    <a:pt x="6712" y="11314"/>
                    <a:pt x="7083" y="1131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4" name="Freeform: Shape 2413">
              <a:extLst>
                <a:ext uri="{FF2B5EF4-FFF2-40B4-BE49-F238E27FC236}">
                  <a16:creationId xmlns:a16="http://schemas.microsoft.com/office/drawing/2014/main" id="{5BBAC781-DE9D-9D1C-3312-7772BAE296CA}"/>
                </a:ext>
              </a:extLst>
            </p:cNvPr>
            <p:cNvSpPr>
              <a:spLocks/>
            </p:cNvSpPr>
            <p:nvPr/>
          </p:nvSpPr>
          <p:spPr>
            <a:xfrm>
              <a:off x="6692556" y="3641182"/>
              <a:ext cx="222903" cy="65527"/>
            </a:xfrm>
            <a:custGeom>
              <a:avLst/>
              <a:gdLst>
                <a:gd name="connsiteX0" fmla="*/ 12199 w 149336"/>
                <a:gd name="connsiteY0" fmla="*/ 39247 h 43900"/>
                <a:gd name="connsiteX1" fmla="*/ 12802 w 149336"/>
                <a:gd name="connsiteY1" fmla="*/ 37974 h 43900"/>
                <a:gd name="connsiteX2" fmla="*/ 10576 w 149336"/>
                <a:gd name="connsiteY2" fmla="*/ 30686 h 43900"/>
                <a:gd name="connsiteX3" fmla="*/ 12338 w 149336"/>
                <a:gd name="connsiteY3" fmla="*/ 26735 h 43900"/>
                <a:gd name="connsiteX4" fmla="*/ 18692 w 149336"/>
                <a:gd name="connsiteY4" fmla="*/ 28008 h 43900"/>
                <a:gd name="connsiteX5" fmla="*/ 23608 w 149336"/>
                <a:gd name="connsiteY5" fmla="*/ 29150 h 43900"/>
                <a:gd name="connsiteX6" fmla="*/ 65162 w 149336"/>
                <a:gd name="connsiteY6" fmla="*/ 29852 h 43900"/>
                <a:gd name="connsiteX7" fmla="*/ 68686 w 149336"/>
                <a:gd name="connsiteY7" fmla="*/ 34681 h 43900"/>
                <a:gd name="connsiteX8" fmla="*/ 70031 w 149336"/>
                <a:gd name="connsiteY8" fmla="*/ 35076 h 43900"/>
                <a:gd name="connsiteX9" fmla="*/ 78472 w 149336"/>
                <a:gd name="connsiteY9" fmla="*/ 32354 h 43900"/>
                <a:gd name="connsiteX10" fmla="*/ 79075 w 149336"/>
                <a:gd name="connsiteY10" fmla="*/ 31871 h 43900"/>
                <a:gd name="connsiteX11" fmla="*/ 89417 w 149336"/>
                <a:gd name="connsiteY11" fmla="*/ 15628 h 43900"/>
                <a:gd name="connsiteX12" fmla="*/ 102866 w 149336"/>
                <a:gd name="connsiteY12" fmla="*/ 8209 h 43900"/>
                <a:gd name="connsiteX13" fmla="*/ 148919 w 149336"/>
                <a:gd name="connsiteY13" fmla="*/ 2151 h 43900"/>
                <a:gd name="connsiteX14" fmla="*/ 148548 w 149336"/>
                <a:gd name="connsiteY14" fmla="*/ 1405 h 43900"/>
                <a:gd name="connsiteX15" fmla="*/ 148548 w 149336"/>
                <a:gd name="connsiteY15" fmla="*/ 1361 h 43900"/>
                <a:gd name="connsiteX16" fmla="*/ 148548 w 149336"/>
                <a:gd name="connsiteY16" fmla="*/ 1317 h 43900"/>
                <a:gd name="connsiteX17" fmla="*/ 148548 w 149336"/>
                <a:gd name="connsiteY17" fmla="*/ 966 h 43900"/>
                <a:gd name="connsiteX18" fmla="*/ 148548 w 149336"/>
                <a:gd name="connsiteY18" fmla="*/ 571 h 43900"/>
                <a:gd name="connsiteX19" fmla="*/ 148826 w 149336"/>
                <a:gd name="connsiteY19" fmla="*/ 263 h 43900"/>
                <a:gd name="connsiteX20" fmla="*/ 149105 w 149336"/>
                <a:gd name="connsiteY20" fmla="*/ 0 h 43900"/>
                <a:gd name="connsiteX21" fmla="*/ 149197 w 149336"/>
                <a:gd name="connsiteY21" fmla="*/ 0 h 43900"/>
                <a:gd name="connsiteX22" fmla="*/ 149244 w 149336"/>
                <a:gd name="connsiteY22" fmla="*/ 0 h 43900"/>
                <a:gd name="connsiteX23" fmla="*/ 149336 w 149336"/>
                <a:gd name="connsiteY23" fmla="*/ 0 h 43900"/>
                <a:gd name="connsiteX24" fmla="*/ 102263 w 149336"/>
                <a:gd name="connsiteY24" fmla="*/ 6190 h 43900"/>
                <a:gd name="connsiteX25" fmla="*/ 101846 w 149336"/>
                <a:gd name="connsiteY25" fmla="*/ 6322 h 43900"/>
                <a:gd name="connsiteX26" fmla="*/ 87933 w 149336"/>
                <a:gd name="connsiteY26" fmla="*/ 14004 h 43900"/>
                <a:gd name="connsiteX27" fmla="*/ 87515 w 149336"/>
                <a:gd name="connsiteY27" fmla="*/ 14399 h 43900"/>
                <a:gd name="connsiteX28" fmla="*/ 77266 w 149336"/>
                <a:gd name="connsiteY28" fmla="*/ 30510 h 43900"/>
                <a:gd name="connsiteX29" fmla="*/ 70031 w 149336"/>
                <a:gd name="connsiteY29" fmla="*/ 32837 h 43900"/>
                <a:gd name="connsiteX30" fmla="*/ 66646 w 149336"/>
                <a:gd name="connsiteY30" fmla="*/ 28228 h 43900"/>
                <a:gd name="connsiteX31" fmla="*/ 65718 w 149336"/>
                <a:gd name="connsiteY31" fmla="*/ 27745 h 43900"/>
                <a:gd name="connsiteX32" fmla="*/ 23840 w 149336"/>
                <a:gd name="connsiteY32" fmla="*/ 27042 h 43900"/>
                <a:gd name="connsiteX33" fmla="*/ 19155 w 149336"/>
                <a:gd name="connsiteY33" fmla="*/ 25945 h 43900"/>
                <a:gd name="connsiteX34" fmla="*/ 11828 w 149336"/>
                <a:gd name="connsiteY34" fmla="*/ 24496 h 43900"/>
                <a:gd name="connsiteX35" fmla="*/ 10529 w 149336"/>
                <a:gd name="connsiteY35" fmla="*/ 25155 h 43900"/>
                <a:gd name="connsiteX36" fmla="*/ 8210 w 149336"/>
                <a:gd name="connsiteY36" fmla="*/ 30291 h 43900"/>
                <a:gd name="connsiteX37" fmla="*/ 8164 w 149336"/>
                <a:gd name="connsiteY37" fmla="*/ 31037 h 43900"/>
                <a:gd name="connsiteX38" fmla="*/ 10205 w 149336"/>
                <a:gd name="connsiteY38" fmla="*/ 37842 h 43900"/>
                <a:gd name="connsiteX39" fmla="*/ 3526 w 149336"/>
                <a:gd name="connsiteY39" fmla="*/ 40959 h 43900"/>
                <a:gd name="connsiteX40" fmla="*/ 3433 w 149336"/>
                <a:gd name="connsiteY40" fmla="*/ 40959 h 43900"/>
                <a:gd name="connsiteX41" fmla="*/ 836 w 149336"/>
                <a:gd name="connsiteY41" fmla="*/ 41749 h 43900"/>
                <a:gd name="connsiteX42" fmla="*/ 48 w 149336"/>
                <a:gd name="connsiteY42" fmla="*/ 43110 h 43900"/>
                <a:gd name="connsiteX43" fmla="*/ 1161 w 149336"/>
                <a:gd name="connsiteY43" fmla="*/ 43900 h 43900"/>
                <a:gd name="connsiteX44" fmla="*/ 1486 w 149336"/>
                <a:gd name="connsiteY44" fmla="*/ 43856 h 43900"/>
                <a:gd name="connsiteX45" fmla="*/ 3666 w 149336"/>
                <a:gd name="connsiteY45" fmla="*/ 43241 h 43900"/>
                <a:gd name="connsiteX46" fmla="*/ 4315 w 149336"/>
                <a:gd name="connsiteY46" fmla="*/ 43066 h 43900"/>
                <a:gd name="connsiteX47" fmla="*/ 12152 w 149336"/>
                <a:gd name="connsiteY47" fmla="*/ 39422 h 4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49336" h="43900">
                  <a:moveTo>
                    <a:pt x="12199" y="39247"/>
                  </a:moveTo>
                  <a:cubicBezTo>
                    <a:pt x="12709" y="39027"/>
                    <a:pt x="12941" y="38456"/>
                    <a:pt x="12802" y="37974"/>
                  </a:cubicBezTo>
                  <a:lnTo>
                    <a:pt x="10576" y="30686"/>
                  </a:lnTo>
                  <a:lnTo>
                    <a:pt x="12338" y="26735"/>
                  </a:lnTo>
                  <a:lnTo>
                    <a:pt x="18692" y="28008"/>
                  </a:lnTo>
                  <a:lnTo>
                    <a:pt x="23608" y="29150"/>
                  </a:lnTo>
                  <a:lnTo>
                    <a:pt x="65162" y="29852"/>
                  </a:lnTo>
                  <a:lnTo>
                    <a:pt x="68686" y="34681"/>
                  </a:lnTo>
                  <a:cubicBezTo>
                    <a:pt x="68965" y="35076"/>
                    <a:pt x="69521" y="35252"/>
                    <a:pt x="70031" y="35076"/>
                  </a:cubicBezTo>
                  <a:lnTo>
                    <a:pt x="78472" y="32354"/>
                  </a:lnTo>
                  <a:cubicBezTo>
                    <a:pt x="78750" y="32266"/>
                    <a:pt x="78936" y="32091"/>
                    <a:pt x="79075" y="31871"/>
                  </a:cubicBezTo>
                  <a:lnTo>
                    <a:pt x="89417" y="15628"/>
                  </a:lnTo>
                  <a:lnTo>
                    <a:pt x="102866" y="8209"/>
                  </a:lnTo>
                  <a:lnTo>
                    <a:pt x="148919" y="2151"/>
                  </a:lnTo>
                  <a:lnTo>
                    <a:pt x="148548" y="1405"/>
                  </a:lnTo>
                  <a:cubicBezTo>
                    <a:pt x="148548" y="1405"/>
                    <a:pt x="148548" y="1405"/>
                    <a:pt x="148548" y="1361"/>
                  </a:cubicBezTo>
                  <a:cubicBezTo>
                    <a:pt x="148548" y="1361"/>
                    <a:pt x="148548" y="1361"/>
                    <a:pt x="148548" y="1317"/>
                  </a:cubicBezTo>
                  <a:cubicBezTo>
                    <a:pt x="148548" y="1185"/>
                    <a:pt x="148548" y="1098"/>
                    <a:pt x="148548" y="966"/>
                  </a:cubicBezTo>
                  <a:cubicBezTo>
                    <a:pt x="148548" y="834"/>
                    <a:pt x="148548" y="702"/>
                    <a:pt x="148548" y="571"/>
                  </a:cubicBezTo>
                  <a:cubicBezTo>
                    <a:pt x="148594" y="439"/>
                    <a:pt x="148733" y="395"/>
                    <a:pt x="148826" y="263"/>
                  </a:cubicBezTo>
                  <a:cubicBezTo>
                    <a:pt x="148919" y="176"/>
                    <a:pt x="148965" y="44"/>
                    <a:pt x="149105" y="0"/>
                  </a:cubicBezTo>
                  <a:cubicBezTo>
                    <a:pt x="149105" y="0"/>
                    <a:pt x="149151" y="0"/>
                    <a:pt x="149197" y="0"/>
                  </a:cubicBezTo>
                  <a:cubicBezTo>
                    <a:pt x="149197" y="0"/>
                    <a:pt x="149197" y="0"/>
                    <a:pt x="149244" y="0"/>
                  </a:cubicBezTo>
                  <a:lnTo>
                    <a:pt x="149336" y="0"/>
                  </a:lnTo>
                  <a:cubicBezTo>
                    <a:pt x="149336" y="0"/>
                    <a:pt x="102263" y="6190"/>
                    <a:pt x="102263" y="6190"/>
                  </a:cubicBezTo>
                  <a:cubicBezTo>
                    <a:pt x="102124" y="6190"/>
                    <a:pt x="101985" y="6278"/>
                    <a:pt x="101846" y="6322"/>
                  </a:cubicBezTo>
                  <a:lnTo>
                    <a:pt x="87933" y="14004"/>
                  </a:lnTo>
                  <a:cubicBezTo>
                    <a:pt x="87933" y="14004"/>
                    <a:pt x="87608" y="14224"/>
                    <a:pt x="87515" y="14399"/>
                  </a:cubicBezTo>
                  <a:lnTo>
                    <a:pt x="77266" y="30510"/>
                  </a:lnTo>
                  <a:lnTo>
                    <a:pt x="70031" y="32837"/>
                  </a:lnTo>
                  <a:lnTo>
                    <a:pt x="66646" y="28228"/>
                  </a:lnTo>
                  <a:cubicBezTo>
                    <a:pt x="66414" y="27920"/>
                    <a:pt x="66089" y="27745"/>
                    <a:pt x="65718" y="27745"/>
                  </a:cubicBezTo>
                  <a:lnTo>
                    <a:pt x="23840" y="27042"/>
                  </a:lnTo>
                  <a:lnTo>
                    <a:pt x="19155" y="25945"/>
                  </a:lnTo>
                  <a:lnTo>
                    <a:pt x="11828" y="24496"/>
                  </a:lnTo>
                  <a:cubicBezTo>
                    <a:pt x="11271" y="24408"/>
                    <a:pt x="10761" y="24672"/>
                    <a:pt x="10529" y="25155"/>
                  </a:cubicBezTo>
                  <a:lnTo>
                    <a:pt x="8210" y="30291"/>
                  </a:lnTo>
                  <a:cubicBezTo>
                    <a:pt x="8118" y="30510"/>
                    <a:pt x="8071" y="30774"/>
                    <a:pt x="8164" y="31037"/>
                  </a:cubicBezTo>
                  <a:lnTo>
                    <a:pt x="10205" y="37842"/>
                  </a:lnTo>
                  <a:lnTo>
                    <a:pt x="3526" y="40959"/>
                  </a:lnTo>
                  <a:lnTo>
                    <a:pt x="3433" y="40959"/>
                  </a:lnTo>
                  <a:cubicBezTo>
                    <a:pt x="3433" y="40959"/>
                    <a:pt x="836" y="41749"/>
                    <a:pt x="836" y="41749"/>
                  </a:cubicBezTo>
                  <a:cubicBezTo>
                    <a:pt x="233" y="41925"/>
                    <a:pt x="-137" y="42539"/>
                    <a:pt x="48" y="43110"/>
                  </a:cubicBezTo>
                  <a:cubicBezTo>
                    <a:pt x="187" y="43593"/>
                    <a:pt x="651" y="43900"/>
                    <a:pt x="1161" y="43900"/>
                  </a:cubicBezTo>
                  <a:cubicBezTo>
                    <a:pt x="1254" y="43900"/>
                    <a:pt x="1393" y="43900"/>
                    <a:pt x="1486" y="43856"/>
                  </a:cubicBezTo>
                  <a:lnTo>
                    <a:pt x="3666" y="43241"/>
                  </a:lnTo>
                  <a:lnTo>
                    <a:pt x="4315" y="43066"/>
                  </a:lnTo>
                  <a:lnTo>
                    <a:pt x="12152" y="3942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5" name="Freeform: Shape 2414">
              <a:extLst>
                <a:ext uri="{FF2B5EF4-FFF2-40B4-BE49-F238E27FC236}">
                  <a16:creationId xmlns:a16="http://schemas.microsoft.com/office/drawing/2014/main" id="{CE476B84-1191-43EC-3E87-9CB6180D0751}"/>
                </a:ext>
              </a:extLst>
            </p:cNvPr>
            <p:cNvSpPr>
              <a:spLocks/>
            </p:cNvSpPr>
            <p:nvPr/>
          </p:nvSpPr>
          <p:spPr>
            <a:xfrm>
              <a:off x="6914285" y="3643213"/>
              <a:ext cx="32737" cy="63298"/>
            </a:xfrm>
            <a:custGeom>
              <a:avLst/>
              <a:gdLst>
                <a:gd name="connsiteX0" fmla="*/ 1438 w 21932"/>
                <a:gd name="connsiteY0" fmla="*/ 658 h 42407"/>
                <a:gd name="connsiteX1" fmla="*/ 1067 w 21932"/>
                <a:gd name="connsiteY1" fmla="*/ 702 h 42407"/>
                <a:gd name="connsiteX2" fmla="*/ 0 w 21932"/>
                <a:gd name="connsiteY2" fmla="*/ 0 h 42407"/>
                <a:gd name="connsiteX3" fmla="*/ 0 w 21932"/>
                <a:gd name="connsiteY3" fmla="*/ 44 h 42407"/>
                <a:gd name="connsiteX4" fmla="*/ 371 w 21932"/>
                <a:gd name="connsiteY4" fmla="*/ 790 h 42407"/>
                <a:gd name="connsiteX5" fmla="*/ 17530 w 21932"/>
                <a:gd name="connsiteY5" fmla="*/ 37095 h 42407"/>
                <a:gd name="connsiteX6" fmla="*/ 19710 w 21932"/>
                <a:gd name="connsiteY6" fmla="*/ 41749 h 42407"/>
                <a:gd name="connsiteX7" fmla="*/ 20777 w 21932"/>
                <a:gd name="connsiteY7" fmla="*/ 42407 h 42407"/>
                <a:gd name="connsiteX8" fmla="*/ 21241 w 21932"/>
                <a:gd name="connsiteY8" fmla="*/ 42320 h 42407"/>
                <a:gd name="connsiteX9" fmla="*/ 21844 w 21932"/>
                <a:gd name="connsiteY9" fmla="*/ 40871 h 42407"/>
                <a:gd name="connsiteX10" fmla="*/ 19849 w 21932"/>
                <a:gd name="connsiteY10" fmla="*/ 36613 h 42407"/>
                <a:gd name="connsiteX11" fmla="*/ 2690 w 21932"/>
                <a:gd name="connsiteY11" fmla="*/ 263 h 42407"/>
                <a:gd name="connsiteX12" fmla="*/ 1438 w 21932"/>
                <a:gd name="connsiteY12" fmla="*/ 658 h 4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932" h="42407">
                  <a:moveTo>
                    <a:pt x="1438" y="658"/>
                  </a:moveTo>
                  <a:cubicBezTo>
                    <a:pt x="1438" y="658"/>
                    <a:pt x="1206" y="702"/>
                    <a:pt x="1067" y="702"/>
                  </a:cubicBezTo>
                  <a:cubicBezTo>
                    <a:pt x="603" y="702"/>
                    <a:pt x="185" y="439"/>
                    <a:pt x="0" y="0"/>
                  </a:cubicBezTo>
                  <a:cubicBezTo>
                    <a:pt x="0" y="0"/>
                    <a:pt x="0" y="0"/>
                    <a:pt x="0" y="44"/>
                  </a:cubicBezTo>
                  <a:lnTo>
                    <a:pt x="371" y="790"/>
                  </a:lnTo>
                  <a:lnTo>
                    <a:pt x="17530" y="37095"/>
                  </a:lnTo>
                  <a:lnTo>
                    <a:pt x="19710" y="41749"/>
                  </a:lnTo>
                  <a:cubicBezTo>
                    <a:pt x="19896" y="42144"/>
                    <a:pt x="20313" y="42407"/>
                    <a:pt x="20777" y="42407"/>
                  </a:cubicBezTo>
                  <a:cubicBezTo>
                    <a:pt x="20916" y="42407"/>
                    <a:pt x="21102" y="42407"/>
                    <a:pt x="21241" y="42320"/>
                  </a:cubicBezTo>
                  <a:cubicBezTo>
                    <a:pt x="21844" y="42056"/>
                    <a:pt x="22076" y="41442"/>
                    <a:pt x="21844" y="40871"/>
                  </a:cubicBezTo>
                  <a:lnTo>
                    <a:pt x="19849" y="36613"/>
                  </a:lnTo>
                  <a:lnTo>
                    <a:pt x="2690" y="263"/>
                  </a:lnTo>
                  <a:lnTo>
                    <a:pt x="1438" y="65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6" name="Freeform: Shape 2415">
              <a:extLst>
                <a:ext uri="{FF2B5EF4-FFF2-40B4-BE49-F238E27FC236}">
                  <a16:creationId xmlns:a16="http://schemas.microsoft.com/office/drawing/2014/main" id="{4B768C33-C9CF-AD53-3B8F-467F27991B98}"/>
                </a:ext>
              </a:extLst>
            </p:cNvPr>
            <p:cNvSpPr>
              <a:spLocks/>
            </p:cNvSpPr>
            <p:nvPr/>
          </p:nvSpPr>
          <p:spPr>
            <a:xfrm>
              <a:off x="6914254" y="3641968"/>
              <a:ext cx="30" cy="590"/>
            </a:xfrm>
            <a:custGeom>
              <a:avLst/>
              <a:gdLst>
                <a:gd name="connsiteX0" fmla="*/ 21 w 20"/>
                <a:gd name="connsiteY0" fmla="*/ 395 h 395"/>
                <a:gd name="connsiteX1" fmla="*/ 21 w 20"/>
                <a:gd name="connsiteY1" fmla="*/ 0 h 395"/>
                <a:gd name="connsiteX2" fmla="*/ 21 w 20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" h="395">
                  <a:moveTo>
                    <a:pt x="21" y="395"/>
                  </a:moveTo>
                  <a:cubicBezTo>
                    <a:pt x="21" y="395"/>
                    <a:pt x="21" y="132"/>
                    <a:pt x="21" y="0"/>
                  </a:cubicBezTo>
                  <a:cubicBezTo>
                    <a:pt x="-26" y="132"/>
                    <a:pt x="21" y="263"/>
                    <a:pt x="21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7" name="Freeform: Shape 2416">
              <a:extLst>
                <a:ext uri="{FF2B5EF4-FFF2-40B4-BE49-F238E27FC236}">
                  <a16:creationId xmlns:a16="http://schemas.microsoft.com/office/drawing/2014/main" id="{8F265D9F-02EA-DDC1-84E4-86AAD5803DB8}"/>
                </a:ext>
              </a:extLst>
            </p:cNvPr>
            <p:cNvSpPr>
              <a:spLocks/>
            </p:cNvSpPr>
            <p:nvPr/>
          </p:nvSpPr>
          <p:spPr>
            <a:xfrm>
              <a:off x="6914769" y="3641116"/>
              <a:ext cx="484" cy="393"/>
            </a:xfrm>
            <a:custGeom>
              <a:avLst/>
              <a:gdLst>
                <a:gd name="connsiteX0" fmla="*/ 278 w 324"/>
                <a:gd name="connsiteY0" fmla="*/ 0 h 263"/>
                <a:gd name="connsiteX1" fmla="*/ 0 w 324"/>
                <a:gd name="connsiteY1" fmla="*/ 263 h 263"/>
                <a:gd name="connsiteX2" fmla="*/ 325 w 324"/>
                <a:gd name="connsiteY2" fmla="*/ 0 h 263"/>
                <a:gd name="connsiteX3" fmla="*/ 232 w 324"/>
                <a:gd name="connsiteY3" fmla="*/ 0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" h="263">
                  <a:moveTo>
                    <a:pt x="278" y="0"/>
                  </a:moveTo>
                  <a:cubicBezTo>
                    <a:pt x="278" y="0"/>
                    <a:pt x="93" y="176"/>
                    <a:pt x="0" y="263"/>
                  </a:cubicBezTo>
                  <a:cubicBezTo>
                    <a:pt x="93" y="176"/>
                    <a:pt x="185" y="44"/>
                    <a:pt x="325" y="0"/>
                  </a:cubicBezTo>
                  <a:cubicBezTo>
                    <a:pt x="325" y="0"/>
                    <a:pt x="278" y="0"/>
                    <a:pt x="232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8" name="Freeform: Shape 2417">
              <a:extLst>
                <a:ext uri="{FF2B5EF4-FFF2-40B4-BE49-F238E27FC236}">
                  <a16:creationId xmlns:a16="http://schemas.microsoft.com/office/drawing/2014/main" id="{17758E12-51D2-F560-F53C-3075CB7FD236}"/>
                </a:ext>
              </a:extLst>
            </p:cNvPr>
            <p:cNvSpPr>
              <a:spLocks/>
            </p:cNvSpPr>
            <p:nvPr/>
          </p:nvSpPr>
          <p:spPr>
            <a:xfrm>
              <a:off x="6904423" y="3512655"/>
              <a:ext cx="87254" cy="45765"/>
            </a:xfrm>
            <a:custGeom>
              <a:avLst/>
              <a:gdLst>
                <a:gd name="connsiteX0" fmla="*/ 15279 w 58456"/>
                <a:gd name="connsiteY0" fmla="*/ 25964 h 30661"/>
                <a:gd name="connsiteX1" fmla="*/ 58456 w 58456"/>
                <a:gd name="connsiteY1" fmla="*/ 30662 h 30661"/>
                <a:gd name="connsiteX2" fmla="*/ 58178 w 58456"/>
                <a:gd name="connsiteY2" fmla="*/ 30267 h 30661"/>
                <a:gd name="connsiteX3" fmla="*/ 58085 w 58456"/>
                <a:gd name="connsiteY3" fmla="*/ 29915 h 30661"/>
                <a:gd name="connsiteX4" fmla="*/ 57946 w 58456"/>
                <a:gd name="connsiteY4" fmla="*/ 29608 h 30661"/>
                <a:gd name="connsiteX5" fmla="*/ 57946 w 58456"/>
                <a:gd name="connsiteY5" fmla="*/ 28379 h 30661"/>
                <a:gd name="connsiteX6" fmla="*/ 16160 w 58456"/>
                <a:gd name="connsiteY6" fmla="*/ 23813 h 30661"/>
                <a:gd name="connsiteX7" fmla="*/ 6374 w 58456"/>
                <a:gd name="connsiteY7" fmla="*/ 7526 h 30661"/>
                <a:gd name="connsiteX8" fmla="*/ 2154 w 58456"/>
                <a:gd name="connsiteY8" fmla="*/ 546 h 30661"/>
                <a:gd name="connsiteX9" fmla="*/ 577 w 58456"/>
                <a:gd name="connsiteY9" fmla="*/ 151 h 30661"/>
                <a:gd name="connsiteX10" fmla="*/ 160 w 58456"/>
                <a:gd name="connsiteY10" fmla="*/ 1644 h 30661"/>
                <a:gd name="connsiteX11" fmla="*/ 1412 w 58456"/>
                <a:gd name="connsiteY11" fmla="*/ 3751 h 30661"/>
                <a:gd name="connsiteX12" fmla="*/ 14444 w 58456"/>
                <a:gd name="connsiteY12" fmla="*/ 25438 h 30661"/>
                <a:gd name="connsiteX13" fmla="*/ 15325 w 58456"/>
                <a:gd name="connsiteY13" fmla="*/ 25964 h 3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456" h="30661">
                  <a:moveTo>
                    <a:pt x="15279" y="25964"/>
                  </a:moveTo>
                  <a:lnTo>
                    <a:pt x="58456" y="30662"/>
                  </a:lnTo>
                  <a:lnTo>
                    <a:pt x="58178" y="30267"/>
                  </a:lnTo>
                  <a:cubicBezTo>
                    <a:pt x="58178" y="30267"/>
                    <a:pt x="58131" y="30047"/>
                    <a:pt x="58085" y="29915"/>
                  </a:cubicBezTo>
                  <a:cubicBezTo>
                    <a:pt x="58085" y="29828"/>
                    <a:pt x="57946" y="29740"/>
                    <a:pt x="57946" y="29608"/>
                  </a:cubicBezTo>
                  <a:lnTo>
                    <a:pt x="57946" y="28379"/>
                  </a:lnTo>
                  <a:lnTo>
                    <a:pt x="16160" y="23813"/>
                  </a:lnTo>
                  <a:lnTo>
                    <a:pt x="6374" y="7526"/>
                  </a:lnTo>
                  <a:lnTo>
                    <a:pt x="2154" y="546"/>
                  </a:lnTo>
                  <a:cubicBezTo>
                    <a:pt x="1829" y="20"/>
                    <a:pt x="1134" y="-156"/>
                    <a:pt x="577" y="151"/>
                  </a:cubicBezTo>
                  <a:cubicBezTo>
                    <a:pt x="21" y="459"/>
                    <a:pt x="-165" y="1117"/>
                    <a:pt x="160" y="1644"/>
                  </a:cubicBezTo>
                  <a:lnTo>
                    <a:pt x="1412" y="3751"/>
                  </a:lnTo>
                  <a:lnTo>
                    <a:pt x="14444" y="25438"/>
                  </a:lnTo>
                  <a:cubicBezTo>
                    <a:pt x="14629" y="25745"/>
                    <a:pt x="14954" y="25964"/>
                    <a:pt x="15325" y="2596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9" name="Freeform: Shape 2418">
              <a:extLst>
                <a:ext uri="{FF2B5EF4-FFF2-40B4-BE49-F238E27FC236}">
                  <a16:creationId xmlns:a16="http://schemas.microsoft.com/office/drawing/2014/main" id="{C044194D-D14A-8B18-66B2-E032668A6325}"/>
                </a:ext>
              </a:extLst>
            </p:cNvPr>
            <p:cNvSpPr>
              <a:spLocks/>
            </p:cNvSpPr>
            <p:nvPr/>
          </p:nvSpPr>
          <p:spPr>
            <a:xfrm>
              <a:off x="6914361" y="3556325"/>
              <a:ext cx="89345" cy="87872"/>
            </a:xfrm>
            <a:custGeom>
              <a:avLst/>
              <a:gdLst>
                <a:gd name="connsiteX0" fmla="*/ 644 w 59857"/>
                <a:gd name="connsiteY0" fmla="*/ 56807 h 58870"/>
                <a:gd name="connsiteX1" fmla="*/ 319 w 59857"/>
                <a:gd name="connsiteY1" fmla="*/ 57070 h 58870"/>
                <a:gd name="connsiteX2" fmla="*/ 41 w 59857"/>
                <a:gd name="connsiteY2" fmla="*/ 57377 h 58870"/>
                <a:gd name="connsiteX3" fmla="*/ 41 w 59857"/>
                <a:gd name="connsiteY3" fmla="*/ 57773 h 58870"/>
                <a:gd name="connsiteX4" fmla="*/ 41 w 59857"/>
                <a:gd name="connsiteY4" fmla="*/ 58124 h 58870"/>
                <a:gd name="connsiteX5" fmla="*/ 41 w 59857"/>
                <a:gd name="connsiteY5" fmla="*/ 58168 h 58870"/>
                <a:gd name="connsiteX6" fmla="*/ 1108 w 59857"/>
                <a:gd name="connsiteY6" fmla="*/ 58870 h 58870"/>
                <a:gd name="connsiteX7" fmla="*/ 1479 w 59857"/>
                <a:gd name="connsiteY7" fmla="*/ 58826 h 58870"/>
                <a:gd name="connsiteX8" fmla="*/ 2731 w 59857"/>
                <a:gd name="connsiteY8" fmla="*/ 58431 h 58870"/>
                <a:gd name="connsiteX9" fmla="*/ 48645 w 59857"/>
                <a:gd name="connsiteY9" fmla="*/ 44559 h 58870"/>
                <a:gd name="connsiteX10" fmla="*/ 49387 w 59857"/>
                <a:gd name="connsiteY10" fmla="*/ 43812 h 58870"/>
                <a:gd name="connsiteX11" fmla="*/ 59822 w 59857"/>
                <a:gd name="connsiteY11" fmla="*/ 8692 h 58870"/>
                <a:gd name="connsiteX12" fmla="*/ 59636 w 59857"/>
                <a:gd name="connsiteY12" fmla="*/ 7770 h 58870"/>
                <a:gd name="connsiteX13" fmla="*/ 53653 w 59857"/>
                <a:gd name="connsiteY13" fmla="*/ 0 h 58870"/>
                <a:gd name="connsiteX14" fmla="*/ 53653 w 59857"/>
                <a:gd name="connsiteY14" fmla="*/ 351 h 58870"/>
                <a:gd name="connsiteX15" fmla="*/ 52494 w 59857"/>
                <a:gd name="connsiteY15" fmla="*/ 1449 h 58870"/>
                <a:gd name="connsiteX16" fmla="*/ 51474 w 59857"/>
                <a:gd name="connsiteY16" fmla="*/ 658 h 58870"/>
                <a:gd name="connsiteX17" fmla="*/ 51566 w 59857"/>
                <a:gd name="connsiteY17" fmla="*/ 1010 h 58870"/>
                <a:gd name="connsiteX18" fmla="*/ 51845 w 59857"/>
                <a:gd name="connsiteY18" fmla="*/ 1405 h 58870"/>
                <a:gd name="connsiteX19" fmla="*/ 57410 w 59857"/>
                <a:gd name="connsiteY19" fmla="*/ 8648 h 58870"/>
                <a:gd name="connsiteX20" fmla="*/ 47300 w 59857"/>
                <a:gd name="connsiteY20" fmla="*/ 42671 h 58870"/>
                <a:gd name="connsiteX21" fmla="*/ 830 w 59857"/>
                <a:gd name="connsiteY21" fmla="*/ 56719 h 58870"/>
                <a:gd name="connsiteX22" fmla="*/ 737 w 59857"/>
                <a:gd name="connsiteY22" fmla="*/ 56719 h 58870"/>
                <a:gd name="connsiteX23" fmla="*/ 690 w 59857"/>
                <a:gd name="connsiteY23" fmla="*/ 56807 h 5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9857" h="58870">
                  <a:moveTo>
                    <a:pt x="644" y="56807"/>
                  </a:moveTo>
                  <a:cubicBezTo>
                    <a:pt x="644" y="56807"/>
                    <a:pt x="412" y="56982"/>
                    <a:pt x="319" y="57070"/>
                  </a:cubicBezTo>
                  <a:cubicBezTo>
                    <a:pt x="227" y="57158"/>
                    <a:pt x="88" y="57246"/>
                    <a:pt x="41" y="57377"/>
                  </a:cubicBezTo>
                  <a:cubicBezTo>
                    <a:pt x="-5" y="57509"/>
                    <a:pt x="41" y="57641"/>
                    <a:pt x="41" y="57773"/>
                  </a:cubicBezTo>
                  <a:cubicBezTo>
                    <a:pt x="41" y="57904"/>
                    <a:pt x="-51" y="57992"/>
                    <a:pt x="41" y="58124"/>
                  </a:cubicBezTo>
                  <a:cubicBezTo>
                    <a:pt x="41" y="58124"/>
                    <a:pt x="41" y="58124"/>
                    <a:pt x="41" y="58168"/>
                  </a:cubicBezTo>
                  <a:cubicBezTo>
                    <a:pt x="227" y="58607"/>
                    <a:pt x="644" y="58870"/>
                    <a:pt x="1108" y="58870"/>
                  </a:cubicBezTo>
                  <a:cubicBezTo>
                    <a:pt x="1247" y="58870"/>
                    <a:pt x="1340" y="58870"/>
                    <a:pt x="1479" y="58826"/>
                  </a:cubicBezTo>
                  <a:lnTo>
                    <a:pt x="2731" y="58431"/>
                  </a:lnTo>
                  <a:lnTo>
                    <a:pt x="48645" y="44559"/>
                  </a:lnTo>
                  <a:cubicBezTo>
                    <a:pt x="49016" y="44427"/>
                    <a:pt x="49294" y="44163"/>
                    <a:pt x="49387" y="43812"/>
                  </a:cubicBezTo>
                  <a:lnTo>
                    <a:pt x="59822" y="8692"/>
                  </a:lnTo>
                  <a:cubicBezTo>
                    <a:pt x="59914" y="8385"/>
                    <a:pt x="59822" y="8034"/>
                    <a:pt x="59636" y="7770"/>
                  </a:cubicBezTo>
                  <a:lnTo>
                    <a:pt x="53653" y="0"/>
                  </a:lnTo>
                  <a:lnTo>
                    <a:pt x="53653" y="351"/>
                  </a:lnTo>
                  <a:cubicBezTo>
                    <a:pt x="53653" y="966"/>
                    <a:pt x="53143" y="1449"/>
                    <a:pt x="52494" y="1449"/>
                  </a:cubicBezTo>
                  <a:cubicBezTo>
                    <a:pt x="51984" y="1449"/>
                    <a:pt x="51613" y="1098"/>
                    <a:pt x="51474" y="658"/>
                  </a:cubicBezTo>
                  <a:cubicBezTo>
                    <a:pt x="51474" y="790"/>
                    <a:pt x="51474" y="878"/>
                    <a:pt x="51566" y="1010"/>
                  </a:cubicBezTo>
                  <a:lnTo>
                    <a:pt x="51845" y="1405"/>
                  </a:lnTo>
                  <a:lnTo>
                    <a:pt x="57410" y="8648"/>
                  </a:lnTo>
                  <a:lnTo>
                    <a:pt x="47300" y="42671"/>
                  </a:lnTo>
                  <a:lnTo>
                    <a:pt x="830" y="56719"/>
                  </a:lnTo>
                  <a:lnTo>
                    <a:pt x="737" y="56719"/>
                  </a:lnTo>
                  <a:cubicBezTo>
                    <a:pt x="737" y="56719"/>
                    <a:pt x="737" y="56763"/>
                    <a:pt x="690" y="568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0" name="Freeform: Shape 2419">
              <a:extLst>
                <a:ext uri="{FF2B5EF4-FFF2-40B4-BE49-F238E27FC236}">
                  <a16:creationId xmlns:a16="http://schemas.microsoft.com/office/drawing/2014/main" id="{464BF829-4042-D312-7E5A-21B7EE6897F8}"/>
                </a:ext>
              </a:extLst>
            </p:cNvPr>
            <p:cNvSpPr>
              <a:spLocks/>
            </p:cNvSpPr>
            <p:nvPr/>
          </p:nvSpPr>
          <p:spPr>
            <a:xfrm>
              <a:off x="6990915" y="3468263"/>
              <a:ext cx="31237" cy="90157"/>
            </a:xfrm>
            <a:custGeom>
              <a:avLst/>
              <a:gdLst>
                <a:gd name="connsiteX0" fmla="*/ 16881 w 20928"/>
                <a:gd name="connsiteY0" fmla="*/ 15097 h 60401"/>
                <a:gd name="connsiteX1" fmla="*/ 15073 w 20928"/>
                <a:gd name="connsiteY1" fmla="*/ 15097 h 60401"/>
                <a:gd name="connsiteX2" fmla="*/ 14006 w 20928"/>
                <a:gd name="connsiteY2" fmla="*/ 15799 h 60401"/>
                <a:gd name="connsiteX3" fmla="*/ 14284 w 20928"/>
                <a:gd name="connsiteY3" fmla="*/ 16984 h 60401"/>
                <a:gd name="connsiteX4" fmla="*/ 18133 w 20928"/>
                <a:gd name="connsiteY4" fmla="*/ 20453 h 60401"/>
                <a:gd name="connsiteX5" fmla="*/ 15490 w 20928"/>
                <a:gd name="connsiteY5" fmla="*/ 23262 h 60401"/>
                <a:gd name="connsiteX6" fmla="*/ 12475 w 20928"/>
                <a:gd name="connsiteY6" fmla="*/ 19706 h 60401"/>
                <a:gd name="connsiteX7" fmla="*/ 10899 w 20928"/>
                <a:gd name="connsiteY7" fmla="*/ 19487 h 60401"/>
                <a:gd name="connsiteX8" fmla="*/ 6864 w 20928"/>
                <a:gd name="connsiteY8" fmla="*/ 22252 h 60401"/>
                <a:gd name="connsiteX9" fmla="*/ 6400 w 20928"/>
                <a:gd name="connsiteY9" fmla="*/ 23130 h 60401"/>
                <a:gd name="connsiteX10" fmla="*/ 6400 w 20928"/>
                <a:gd name="connsiteY10" fmla="*/ 33008 h 60401"/>
                <a:gd name="connsiteX11" fmla="*/ 7281 w 20928"/>
                <a:gd name="connsiteY11" fmla="*/ 34062 h 60401"/>
                <a:gd name="connsiteX12" fmla="*/ 11177 w 20928"/>
                <a:gd name="connsiteY12" fmla="*/ 34940 h 60401"/>
                <a:gd name="connsiteX13" fmla="*/ 6678 w 20928"/>
                <a:gd name="connsiteY13" fmla="*/ 37925 h 60401"/>
                <a:gd name="connsiteX14" fmla="*/ 6168 w 20928"/>
                <a:gd name="connsiteY14" fmla="*/ 38803 h 60401"/>
                <a:gd name="connsiteX15" fmla="*/ 6168 w 20928"/>
                <a:gd name="connsiteY15" fmla="*/ 47056 h 60401"/>
                <a:gd name="connsiteX16" fmla="*/ 464 w 20928"/>
                <a:gd name="connsiteY16" fmla="*/ 51095 h 60401"/>
                <a:gd name="connsiteX17" fmla="*/ 0 w 20928"/>
                <a:gd name="connsiteY17" fmla="*/ 51973 h 60401"/>
                <a:gd name="connsiteX18" fmla="*/ 0 w 20928"/>
                <a:gd name="connsiteY18" fmla="*/ 59304 h 60401"/>
                <a:gd name="connsiteX19" fmla="*/ 139 w 20928"/>
                <a:gd name="connsiteY19" fmla="*/ 59611 h 60401"/>
                <a:gd name="connsiteX20" fmla="*/ 1159 w 20928"/>
                <a:gd name="connsiteY20" fmla="*/ 60402 h 60401"/>
                <a:gd name="connsiteX21" fmla="*/ 2319 w 20928"/>
                <a:gd name="connsiteY21" fmla="*/ 59304 h 60401"/>
                <a:gd name="connsiteX22" fmla="*/ 2319 w 20928"/>
                <a:gd name="connsiteY22" fmla="*/ 52543 h 60401"/>
                <a:gd name="connsiteX23" fmla="*/ 8023 w 20928"/>
                <a:gd name="connsiteY23" fmla="*/ 48505 h 60401"/>
                <a:gd name="connsiteX24" fmla="*/ 8487 w 20928"/>
                <a:gd name="connsiteY24" fmla="*/ 47627 h 60401"/>
                <a:gd name="connsiteX25" fmla="*/ 8487 w 20928"/>
                <a:gd name="connsiteY25" fmla="*/ 39417 h 60401"/>
                <a:gd name="connsiteX26" fmla="*/ 14562 w 20928"/>
                <a:gd name="connsiteY26" fmla="*/ 35335 h 60401"/>
                <a:gd name="connsiteX27" fmla="*/ 15026 w 20928"/>
                <a:gd name="connsiteY27" fmla="*/ 34237 h 60401"/>
                <a:gd name="connsiteX28" fmla="*/ 14145 w 20928"/>
                <a:gd name="connsiteY28" fmla="*/ 33359 h 60401"/>
                <a:gd name="connsiteX29" fmla="*/ 8673 w 20928"/>
                <a:gd name="connsiteY29" fmla="*/ 32086 h 60401"/>
                <a:gd name="connsiteX30" fmla="*/ 8673 w 20928"/>
                <a:gd name="connsiteY30" fmla="*/ 23613 h 60401"/>
                <a:gd name="connsiteX31" fmla="*/ 11362 w 20928"/>
                <a:gd name="connsiteY31" fmla="*/ 21769 h 60401"/>
                <a:gd name="connsiteX32" fmla="*/ 14562 w 20928"/>
                <a:gd name="connsiteY32" fmla="*/ 25501 h 60401"/>
                <a:gd name="connsiteX33" fmla="*/ 15443 w 20928"/>
                <a:gd name="connsiteY33" fmla="*/ 25896 h 60401"/>
                <a:gd name="connsiteX34" fmla="*/ 16325 w 20928"/>
                <a:gd name="connsiteY34" fmla="*/ 25545 h 60401"/>
                <a:gd name="connsiteX35" fmla="*/ 20174 w 20928"/>
                <a:gd name="connsiteY35" fmla="*/ 21462 h 60401"/>
                <a:gd name="connsiteX36" fmla="*/ 20638 w 20928"/>
                <a:gd name="connsiteY36" fmla="*/ 20979 h 60401"/>
                <a:gd name="connsiteX37" fmla="*/ 20592 w 20928"/>
                <a:gd name="connsiteY37" fmla="*/ 19443 h 60401"/>
                <a:gd name="connsiteX38" fmla="*/ 19339 w 20928"/>
                <a:gd name="connsiteY38" fmla="*/ 18301 h 60401"/>
                <a:gd name="connsiteX39" fmla="*/ 18041 w 20928"/>
                <a:gd name="connsiteY39" fmla="*/ 17160 h 60401"/>
                <a:gd name="connsiteX40" fmla="*/ 18829 w 20928"/>
                <a:gd name="connsiteY40" fmla="*/ 17160 h 60401"/>
                <a:gd name="connsiteX41" fmla="*/ 19061 w 20928"/>
                <a:gd name="connsiteY41" fmla="*/ 17116 h 60401"/>
                <a:gd name="connsiteX42" fmla="*/ 19849 w 20928"/>
                <a:gd name="connsiteY42" fmla="*/ 16633 h 60401"/>
                <a:gd name="connsiteX43" fmla="*/ 19849 w 20928"/>
                <a:gd name="connsiteY43" fmla="*/ 15580 h 60401"/>
                <a:gd name="connsiteX44" fmla="*/ 18365 w 20928"/>
                <a:gd name="connsiteY44" fmla="*/ 12814 h 60401"/>
                <a:gd name="connsiteX45" fmla="*/ 16557 w 20928"/>
                <a:gd name="connsiteY45" fmla="*/ 9434 h 60401"/>
                <a:gd name="connsiteX46" fmla="*/ 14099 w 20928"/>
                <a:gd name="connsiteY46" fmla="*/ 4122 h 60401"/>
                <a:gd name="connsiteX47" fmla="*/ 13913 w 20928"/>
                <a:gd name="connsiteY47" fmla="*/ 3156 h 60401"/>
                <a:gd name="connsiteX48" fmla="*/ 13496 w 20928"/>
                <a:gd name="connsiteY48" fmla="*/ 917 h 60401"/>
                <a:gd name="connsiteX49" fmla="*/ 12151 w 20928"/>
                <a:gd name="connsiteY49" fmla="*/ 39 h 60401"/>
                <a:gd name="connsiteX50" fmla="*/ 11223 w 20928"/>
                <a:gd name="connsiteY50" fmla="*/ 1312 h 60401"/>
                <a:gd name="connsiteX51" fmla="*/ 11873 w 20928"/>
                <a:gd name="connsiteY51" fmla="*/ 4780 h 60401"/>
                <a:gd name="connsiteX52" fmla="*/ 12151 w 20928"/>
                <a:gd name="connsiteY52" fmla="*/ 5395 h 60401"/>
                <a:gd name="connsiteX53" fmla="*/ 14423 w 20928"/>
                <a:gd name="connsiteY53" fmla="*/ 10443 h 60401"/>
                <a:gd name="connsiteX54" fmla="*/ 16881 w 20928"/>
                <a:gd name="connsiteY54" fmla="*/ 15053 h 6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0928" h="60401">
                  <a:moveTo>
                    <a:pt x="16881" y="15097"/>
                  </a:moveTo>
                  <a:lnTo>
                    <a:pt x="15073" y="15097"/>
                  </a:lnTo>
                  <a:cubicBezTo>
                    <a:pt x="14609" y="15097"/>
                    <a:pt x="14191" y="15360"/>
                    <a:pt x="14006" y="15799"/>
                  </a:cubicBezTo>
                  <a:cubicBezTo>
                    <a:pt x="13820" y="16194"/>
                    <a:pt x="13959" y="16677"/>
                    <a:pt x="14284" y="16984"/>
                  </a:cubicBezTo>
                  <a:lnTo>
                    <a:pt x="18133" y="20453"/>
                  </a:lnTo>
                  <a:lnTo>
                    <a:pt x="15490" y="23262"/>
                  </a:lnTo>
                  <a:lnTo>
                    <a:pt x="12475" y="19706"/>
                  </a:lnTo>
                  <a:cubicBezTo>
                    <a:pt x="12104" y="19267"/>
                    <a:pt x="11409" y="19179"/>
                    <a:pt x="10899" y="19487"/>
                  </a:cubicBezTo>
                  <a:lnTo>
                    <a:pt x="6864" y="22252"/>
                  </a:lnTo>
                  <a:cubicBezTo>
                    <a:pt x="6585" y="22472"/>
                    <a:pt x="6400" y="22779"/>
                    <a:pt x="6400" y="23130"/>
                  </a:cubicBezTo>
                  <a:lnTo>
                    <a:pt x="6400" y="33008"/>
                  </a:lnTo>
                  <a:cubicBezTo>
                    <a:pt x="6400" y="33535"/>
                    <a:pt x="6771" y="33974"/>
                    <a:pt x="7281" y="34062"/>
                  </a:cubicBezTo>
                  <a:lnTo>
                    <a:pt x="11177" y="34940"/>
                  </a:lnTo>
                  <a:lnTo>
                    <a:pt x="6678" y="37925"/>
                  </a:lnTo>
                  <a:cubicBezTo>
                    <a:pt x="6354" y="38144"/>
                    <a:pt x="6168" y="38452"/>
                    <a:pt x="6168" y="38803"/>
                  </a:cubicBezTo>
                  <a:lnTo>
                    <a:pt x="6168" y="47056"/>
                  </a:lnTo>
                  <a:lnTo>
                    <a:pt x="464" y="51095"/>
                  </a:lnTo>
                  <a:cubicBezTo>
                    <a:pt x="185" y="51314"/>
                    <a:pt x="0" y="51622"/>
                    <a:pt x="0" y="51973"/>
                  </a:cubicBezTo>
                  <a:lnTo>
                    <a:pt x="0" y="59304"/>
                  </a:lnTo>
                  <a:cubicBezTo>
                    <a:pt x="0" y="59304"/>
                    <a:pt x="93" y="59524"/>
                    <a:pt x="139" y="59611"/>
                  </a:cubicBezTo>
                  <a:cubicBezTo>
                    <a:pt x="278" y="60050"/>
                    <a:pt x="649" y="60402"/>
                    <a:pt x="1159" y="60402"/>
                  </a:cubicBezTo>
                  <a:cubicBezTo>
                    <a:pt x="1808" y="60402"/>
                    <a:pt x="2319" y="59919"/>
                    <a:pt x="2319" y="59304"/>
                  </a:cubicBezTo>
                  <a:lnTo>
                    <a:pt x="2319" y="52543"/>
                  </a:lnTo>
                  <a:lnTo>
                    <a:pt x="8023" y="48505"/>
                  </a:lnTo>
                  <a:cubicBezTo>
                    <a:pt x="8301" y="48285"/>
                    <a:pt x="8487" y="47978"/>
                    <a:pt x="8487" y="47627"/>
                  </a:cubicBezTo>
                  <a:lnTo>
                    <a:pt x="8487" y="39417"/>
                  </a:lnTo>
                  <a:lnTo>
                    <a:pt x="14562" y="35335"/>
                  </a:lnTo>
                  <a:cubicBezTo>
                    <a:pt x="14933" y="35071"/>
                    <a:pt x="15119" y="34676"/>
                    <a:pt x="15026" y="34237"/>
                  </a:cubicBezTo>
                  <a:cubicBezTo>
                    <a:pt x="14933" y="33798"/>
                    <a:pt x="14609" y="33491"/>
                    <a:pt x="14145" y="33359"/>
                  </a:cubicBezTo>
                  <a:lnTo>
                    <a:pt x="8673" y="32086"/>
                  </a:lnTo>
                  <a:lnTo>
                    <a:pt x="8673" y="23613"/>
                  </a:lnTo>
                  <a:lnTo>
                    <a:pt x="11362" y="21769"/>
                  </a:lnTo>
                  <a:lnTo>
                    <a:pt x="14562" y="25501"/>
                  </a:lnTo>
                  <a:cubicBezTo>
                    <a:pt x="14794" y="25764"/>
                    <a:pt x="15119" y="25896"/>
                    <a:pt x="15443" y="25896"/>
                  </a:cubicBezTo>
                  <a:cubicBezTo>
                    <a:pt x="15907" y="25896"/>
                    <a:pt x="16093" y="25764"/>
                    <a:pt x="16325" y="25545"/>
                  </a:cubicBezTo>
                  <a:lnTo>
                    <a:pt x="20174" y="21462"/>
                  </a:lnTo>
                  <a:lnTo>
                    <a:pt x="20638" y="20979"/>
                  </a:lnTo>
                  <a:cubicBezTo>
                    <a:pt x="21055" y="20540"/>
                    <a:pt x="21009" y="19882"/>
                    <a:pt x="20592" y="19443"/>
                  </a:cubicBezTo>
                  <a:lnTo>
                    <a:pt x="19339" y="18301"/>
                  </a:lnTo>
                  <a:lnTo>
                    <a:pt x="18041" y="17160"/>
                  </a:lnTo>
                  <a:lnTo>
                    <a:pt x="18829" y="17160"/>
                  </a:lnTo>
                  <a:cubicBezTo>
                    <a:pt x="18829" y="17160"/>
                    <a:pt x="18968" y="17160"/>
                    <a:pt x="19061" y="17116"/>
                  </a:cubicBezTo>
                  <a:cubicBezTo>
                    <a:pt x="19386" y="17072"/>
                    <a:pt x="19664" y="16897"/>
                    <a:pt x="19849" y="16633"/>
                  </a:cubicBezTo>
                  <a:cubicBezTo>
                    <a:pt x="20081" y="16326"/>
                    <a:pt x="20081" y="15887"/>
                    <a:pt x="19849" y="15580"/>
                  </a:cubicBezTo>
                  <a:lnTo>
                    <a:pt x="18365" y="12814"/>
                  </a:lnTo>
                  <a:lnTo>
                    <a:pt x="16557" y="9434"/>
                  </a:lnTo>
                  <a:lnTo>
                    <a:pt x="14099" y="4122"/>
                  </a:lnTo>
                  <a:lnTo>
                    <a:pt x="13913" y="3156"/>
                  </a:lnTo>
                  <a:lnTo>
                    <a:pt x="13496" y="917"/>
                  </a:lnTo>
                  <a:cubicBezTo>
                    <a:pt x="13403" y="302"/>
                    <a:pt x="12800" y="-137"/>
                    <a:pt x="12151" y="39"/>
                  </a:cubicBezTo>
                  <a:cubicBezTo>
                    <a:pt x="11501" y="127"/>
                    <a:pt x="11084" y="698"/>
                    <a:pt x="11223" y="1312"/>
                  </a:cubicBezTo>
                  <a:lnTo>
                    <a:pt x="11873" y="4780"/>
                  </a:lnTo>
                  <a:lnTo>
                    <a:pt x="12151" y="5395"/>
                  </a:lnTo>
                  <a:lnTo>
                    <a:pt x="14423" y="10443"/>
                  </a:lnTo>
                  <a:lnTo>
                    <a:pt x="16881" y="150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1" name="Freeform: Shape 2420">
              <a:extLst>
                <a:ext uri="{FF2B5EF4-FFF2-40B4-BE49-F238E27FC236}">
                  <a16:creationId xmlns:a16="http://schemas.microsoft.com/office/drawing/2014/main" id="{7284DA9B-33CF-9C3A-CF38-1C7D2263A20A}"/>
                </a:ext>
              </a:extLst>
            </p:cNvPr>
            <p:cNvSpPr>
              <a:spLocks/>
            </p:cNvSpPr>
            <p:nvPr/>
          </p:nvSpPr>
          <p:spPr>
            <a:xfrm>
              <a:off x="6325653" y="4741915"/>
              <a:ext cx="57197" cy="57450"/>
            </a:xfrm>
            <a:custGeom>
              <a:avLst/>
              <a:gdLst>
                <a:gd name="connsiteX0" fmla="*/ 26400 w 38319"/>
                <a:gd name="connsiteY0" fmla="*/ 340 h 38489"/>
                <a:gd name="connsiteX1" fmla="*/ 25705 w 38319"/>
                <a:gd name="connsiteY1" fmla="*/ 33 h 38489"/>
                <a:gd name="connsiteX2" fmla="*/ 15177 w 38319"/>
                <a:gd name="connsiteY2" fmla="*/ 5872 h 38489"/>
                <a:gd name="connsiteX3" fmla="*/ 12951 w 38319"/>
                <a:gd name="connsiteY3" fmla="*/ 5169 h 38489"/>
                <a:gd name="connsiteX4" fmla="*/ 4649 w 38319"/>
                <a:gd name="connsiteY4" fmla="*/ 13028 h 38489"/>
                <a:gd name="connsiteX5" fmla="*/ 11 w 38319"/>
                <a:gd name="connsiteY5" fmla="*/ 19613 h 38489"/>
                <a:gd name="connsiteX6" fmla="*/ 4371 w 38319"/>
                <a:gd name="connsiteY6" fmla="*/ 27997 h 38489"/>
                <a:gd name="connsiteX7" fmla="*/ 4371 w 38319"/>
                <a:gd name="connsiteY7" fmla="*/ 31905 h 38489"/>
                <a:gd name="connsiteX8" fmla="*/ 4464 w 38319"/>
                <a:gd name="connsiteY8" fmla="*/ 32343 h 38489"/>
                <a:gd name="connsiteX9" fmla="*/ 16939 w 38319"/>
                <a:gd name="connsiteY9" fmla="*/ 38490 h 38489"/>
                <a:gd name="connsiteX10" fmla="*/ 17171 w 38319"/>
                <a:gd name="connsiteY10" fmla="*/ 38490 h 38489"/>
                <a:gd name="connsiteX11" fmla="*/ 18284 w 38319"/>
                <a:gd name="connsiteY11" fmla="*/ 37611 h 38489"/>
                <a:gd name="connsiteX12" fmla="*/ 19490 w 38319"/>
                <a:gd name="connsiteY12" fmla="*/ 31597 h 38489"/>
                <a:gd name="connsiteX13" fmla="*/ 32707 w 38319"/>
                <a:gd name="connsiteY13" fmla="*/ 26066 h 38489"/>
                <a:gd name="connsiteX14" fmla="*/ 33357 w 38319"/>
                <a:gd name="connsiteY14" fmla="*/ 25276 h 38489"/>
                <a:gd name="connsiteX15" fmla="*/ 34145 w 38319"/>
                <a:gd name="connsiteY15" fmla="*/ 21720 h 38489"/>
                <a:gd name="connsiteX16" fmla="*/ 37994 w 38319"/>
                <a:gd name="connsiteY16" fmla="*/ 17813 h 38489"/>
                <a:gd name="connsiteX17" fmla="*/ 38319 w 38319"/>
                <a:gd name="connsiteY17" fmla="*/ 17066 h 38489"/>
                <a:gd name="connsiteX18" fmla="*/ 38319 w 38319"/>
                <a:gd name="connsiteY18" fmla="*/ 11579 h 38489"/>
                <a:gd name="connsiteX19" fmla="*/ 37948 w 38319"/>
                <a:gd name="connsiteY19" fmla="*/ 10789 h 38489"/>
                <a:gd name="connsiteX20" fmla="*/ 26354 w 38319"/>
                <a:gd name="connsiteY20" fmla="*/ 340 h 38489"/>
                <a:gd name="connsiteX21" fmla="*/ 36000 w 38319"/>
                <a:gd name="connsiteY21" fmla="*/ 16583 h 38489"/>
                <a:gd name="connsiteX22" fmla="*/ 32244 w 38319"/>
                <a:gd name="connsiteY22" fmla="*/ 20403 h 38489"/>
                <a:gd name="connsiteX23" fmla="*/ 31965 w 38319"/>
                <a:gd name="connsiteY23" fmla="*/ 20930 h 38489"/>
                <a:gd name="connsiteX24" fmla="*/ 31223 w 38319"/>
                <a:gd name="connsiteY24" fmla="*/ 24222 h 38489"/>
                <a:gd name="connsiteX25" fmla="*/ 18006 w 38319"/>
                <a:gd name="connsiteY25" fmla="*/ 29753 h 38489"/>
                <a:gd name="connsiteX26" fmla="*/ 17356 w 38319"/>
                <a:gd name="connsiteY26" fmla="*/ 30544 h 38489"/>
                <a:gd name="connsiteX27" fmla="*/ 16243 w 38319"/>
                <a:gd name="connsiteY27" fmla="*/ 36207 h 38489"/>
                <a:gd name="connsiteX28" fmla="*/ 6783 w 38319"/>
                <a:gd name="connsiteY28" fmla="*/ 31597 h 38489"/>
                <a:gd name="connsiteX29" fmla="*/ 6783 w 38319"/>
                <a:gd name="connsiteY29" fmla="*/ 27427 h 38489"/>
                <a:gd name="connsiteX30" fmla="*/ 6365 w 38319"/>
                <a:gd name="connsiteY30" fmla="*/ 26593 h 38489"/>
                <a:gd name="connsiteX31" fmla="*/ 2423 w 38319"/>
                <a:gd name="connsiteY31" fmla="*/ 19700 h 38489"/>
                <a:gd name="connsiteX32" fmla="*/ 6272 w 38319"/>
                <a:gd name="connsiteY32" fmla="*/ 14652 h 38489"/>
                <a:gd name="connsiteX33" fmla="*/ 6690 w 38319"/>
                <a:gd name="connsiteY33" fmla="*/ 14213 h 38489"/>
                <a:gd name="connsiteX34" fmla="*/ 12997 w 38319"/>
                <a:gd name="connsiteY34" fmla="*/ 7320 h 38489"/>
                <a:gd name="connsiteX35" fmla="*/ 14527 w 38319"/>
                <a:gd name="connsiteY35" fmla="*/ 8330 h 38489"/>
                <a:gd name="connsiteX36" fmla="*/ 15594 w 38319"/>
                <a:gd name="connsiteY36" fmla="*/ 8813 h 38489"/>
                <a:gd name="connsiteX37" fmla="*/ 16522 w 38319"/>
                <a:gd name="connsiteY37" fmla="*/ 8154 h 38489"/>
                <a:gd name="connsiteX38" fmla="*/ 24823 w 38319"/>
                <a:gd name="connsiteY38" fmla="*/ 2228 h 38489"/>
                <a:gd name="connsiteX39" fmla="*/ 25102 w 38319"/>
                <a:gd name="connsiteY39" fmla="*/ 2228 h 38489"/>
                <a:gd name="connsiteX40" fmla="*/ 36047 w 38319"/>
                <a:gd name="connsiteY40" fmla="*/ 12062 h 38489"/>
                <a:gd name="connsiteX41" fmla="*/ 36047 w 38319"/>
                <a:gd name="connsiteY41" fmla="*/ 16627 h 3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8319" h="38489">
                  <a:moveTo>
                    <a:pt x="26400" y="340"/>
                  </a:moveTo>
                  <a:cubicBezTo>
                    <a:pt x="26400" y="340"/>
                    <a:pt x="25983" y="77"/>
                    <a:pt x="25705" y="33"/>
                  </a:cubicBezTo>
                  <a:cubicBezTo>
                    <a:pt x="19954" y="-406"/>
                    <a:pt x="16614" y="3633"/>
                    <a:pt x="15177" y="5872"/>
                  </a:cubicBezTo>
                  <a:cubicBezTo>
                    <a:pt x="14527" y="5389"/>
                    <a:pt x="13786" y="5169"/>
                    <a:pt x="12951" y="5169"/>
                  </a:cubicBezTo>
                  <a:cubicBezTo>
                    <a:pt x="9055" y="5169"/>
                    <a:pt x="5623" y="11228"/>
                    <a:pt x="4649" y="13028"/>
                  </a:cubicBezTo>
                  <a:cubicBezTo>
                    <a:pt x="1727" y="14871"/>
                    <a:pt x="197" y="17110"/>
                    <a:pt x="11" y="19613"/>
                  </a:cubicBezTo>
                  <a:cubicBezTo>
                    <a:pt x="-220" y="23563"/>
                    <a:pt x="3165" y="26900"/>
                    <a:pt x="4371" y="27997"/>
                  </a:cubicBezTo>
                  <a:lnTo>
                    <a:pt x="4371" y="31905"/>
                  </a:lnTo>
                  <a:cubicBezTo>
                    <a:pt x="4371" y="31905"/>
                    <a:pt x="4371" y="32212"/>
                    <a:pt x="4464" y="32343"/>
                  </a:cubicBezTo>
                  <a:cubicBezTo>
                    <a:pt x="7107" y="38182"/>
                    <a:pt x="15316" y="38490"/>
                    <a:pt x="16939" y="38490"/>
                  </a:cubicBezTo>
                  <a:lnTo>
                    <a:pt x="17171" y="38490"/>
                  </a:lnTo>
                  <a:cubicBezTo>
                    <a:pt x="17727" y="38490"/>
                    <a:pt x="18191" y="38094"/>
                    <a:pt x="18284" y="37611"/>
                  </a:cubicBezTo>
                  <a:lnTo>
                    <a:pt x="19490" y="31597"/>
                  </a:lnTo>
                  <a:lnTo>
                    <a:pt x="32707" y="26066"/>
                  </a:lnTo>
                  <a:cubicBezTo>
                    <a:pt x="33032" y="25934"/>
                    <a:pt x="33310" y="25627"/>
                    <a:pt x="33357" y="25276"/>
                  </a:cubicBezTo>
                  <a:lnTo>
                    <a:pt x="34145" y="21720"/>
                  </a:lnTo>
                  <a:lnTo>
                    <a:pt x="37994" y="17813"/>
                  </a:lnTo>
                  <a:cubicBezTo>
                    <a:pt x="37994" y="17813"/>
                    <a:pt x="38319" y="17330"/>
                    <a:pt x="38319" y="17066"/>
                  </a:cubicBezTo>
                  <a:lnTo>
                    <a:pt x="38319" y="11579"/>
                  </a:lnTo>
                  <a:cubicBezTo>
                    <a:pt x="38319" y="11271"/>
                    <a:pt x="38180" y="11008"/>
                    <a:pt x="37948" y="10789"/>
                  </a:cubicBezTo>
                  <a:lnTo>
                    <a:pt x="26354" y="340"/>
                  </a:lnTo>
                  <a:close/>
                  <a:moveTo>
                    <a:pt x="36000" y="16583"/>
                  </a:moveTo>
                  <a:lnTo>
                    <a:pt x="32244" y="20403"/>
                  </a:lnTo>
                  <a:cubicBezTo>
                    <a:pt x="32244" y="20403"/>
                    <a:pt x="32012" y="20710"/>
                    <a:pt x="31965" y="20930"/>
                  </a:cubicBezTo>
                  <a:lnTo>
                    <a:pt x="31223" y="24222"/>
                  </a:lnTo>
                  <a:lnTo>
                    <a:pt x="18006" y="29753"/>
                  </a:lnTo>
                  <a:cubicBezTo>
                    <a:pt x="17635" y="29885"/>
                    <a:pt x="17403" y="30192"/>
                    <a:pt x="17356" y="30544"/>
                  </a:cubicBezTo>
                  <a:lnTo>
                    <a:pt x="16243" y="36207"/>
                  </a:lnTo>
                  <a:cubicBezTo>
                    <a:pt x="14156" y="36075"/>
                    <a:pt x="8684" y="35416"/>
                    <a:pt x="6783" y="31597"/>
                  </a:cubicBezTo>
                  <a:lnTo>
                    <a:pt x="6783" y="27427"/>
                  </a:lnTo>
                  <a:cubicBezTo>
                    <a:pt x="6783" y="27119"/>
                    <a:pt x="6643" y="26768"/>
                    <a:pt x="6365" y="26593"/>
                  </a:cubicBezTo>
                  <a:cubicBezTo>
                    <a:pt x="6365" y="26593"/>
                    <a:pt x="2191" y="23300"/>
                    <a:pt x="2423" y="19700"/>
                  </a:cubicBezTo>
                  <a:cubicBezTo>
                    <a:pt x="2516" y="17856"/>
                    <a:pt x="3814" y="16144"/>
                    <a:pt x="6272" y="14652"/>
                  </a:cubicBezTo>
                  <a:cubicBezTo>
                    <a:pt x="6458" y="14520"/>
                    <a:pt x="6597" y="14388"/>
                    <a:pt x="6690" y="14213"/>
                  </a:cubicBezTo>
                  <a:cubicBezTo>
                    <a:pt x="8127" y="11359"/>
                    <a:pt x="11049" y="7320"/>
                    <a:pt x="12997" y="7320"/>
                  </a:cubicBezTo>
                  <a:cubicBezTo>
                    <a:pt x="13183" y="7320"/>
                    <a:pt x="13786" y="7320"/>
                    <a:pt x="14527" y="8330"/>
                  </a:cubicBezTo>
                  <a:cubicBezTo>
                    <a:pt x="14759" y="8638"/>
                    <a:pt x="15177" y="8813"/>
                    <a:pt x="15594" y="8813"/>
                  </a:cubicBezTo>
                  <a:cubicBezTo>
                    <a:pt x="16012" y="8813"/>
                    <a:pt x="16383" y="8506"/>
                    <a:pt x="16522" y="8154"/>
                  </a:cubicBezTo>
                  <a:cubicBezTo>
                    <a:pt x="16522" y="8111"/>
                    <a:pt x="19258" y="2228"/>
                    <a:pt x="24823" y="2228"/>
                  </a:cubicBezTo>
                  <a:cubicBezTo>
                    <a:pt x="24916" y="2228"/>
                    <a:pt x="25009" y="2228"/>
                    <a:pt x="25102" y="2228"/>
                  </a:cubicBezTo>
                  <a:lnTo>
                    <a:pt x="36047" y="12062"/>
                  </a:lnTo>
                  <a:lnTo>
                    <a:pt x="36047" y="166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2" name="Freeform: Shape 2421">
              <a:extLst>
                <a:ext uri="{FF2B5EF4-FFF2-40B4-BE49-F238E27FC236}">
                  <a16:creationId xmlns:a16="http://schemas.microsoft.com/office/drawing/2014/main" id="{E70551E3-A354-7EFC-E6E4-BF3486D8D156}"/>
                </a:ext>
              </a:extLst>
            </p:cNvPr>
            <p:cNvSpPr>
              <a:spLocks/>
            </p:cNvSpPr>
            <p:nvPr/>
          </p:nvSpPr>
          <p:spPr>
            <a:xfrm>
              <a:off x="5480790" y="3231755"/>
              <a:ext cx="183889" cy="209898"/>
            </a:xfrm>
            <a:custGeom>
              <a:avLst/>
              <a:gdLst>
                <a:gd name="connsiteX0" fmla="*/ 107827 w 123198"/>
                <a:gd name="connsiteY0" fmla="*/ 13664 h 140622"/>
                <a:gd name="connsiteX1" fmla="*/ 107827 w 123198"/>
                <a:gd name="connsiteY1" fmla="*/ 14278 h 140622"/>
                <a:gd name="connsiteX2" fmla="*/ 109358 w 123198"/>
                <a:gd name="connsiteY2" fmla="*/ 20995 h 140622"/>
                <a:gd name="connsiteX3" fmla="*/ 109358 w 123198"/>
                <a:gd name="connsiteY3" fmla="*/ 38555 h 140622"/>
                <a:gd name="connsiteX4" fmla="*/ 109543 w 123198"/>
                <a:gd name="connsiteY4" fmla="*/ 39170 h 140622"/>
                <a:gd name="connsiteX5" fmla="*/ 120395 w 123198"/>
                <a:gd name="connsiteY5" fmla="*/ 50320 h 140622"/>
                <a:gd name="connsiteX6" fmla="*/ 118447 w 123198"/>
                <a:gd name="connsiteY6" fmla="*/ 52910 h 140622"/>
                <a:gd name="connsiteX7" fmla="*/ 118262 w 123198"/>
                <a:gd name="connsiteY7" fmla="*/ 53349 h 140622"/>
                <a:gd name="connsiteX8" fmla="*/ 117659 w 123198"/>
                <a:gd name="connsiteY8" fmla="*/ 56466 h 140622"/>
                <a:gd name="connsiteX9" fmla="*/ 92755 w 123198"/>
                <a:gd name="connsiteY9" fmla="*/ 56466 h 140622"/>
                <a:gd name="connsiteX10" fmla="*/ 91595 w 123198"/>
                <a:gd name="connsiteY10" fmla="*/ 57564 h 140622"/>
                <a:gd name="connsiteX11" fmla="*/ 91595 w 123198"/>
                <a:gd name="connsiteY11" fmla="*/ 62481 h 140622"/>
                <a:gd name="connsiteX12" fmla="*/ 77821 w 123198"/>
                <a:gd name="connsiteY12" fmla="*/ 66212 h 140622"/>
                <a:gd name="connsiteX13" fmla="*/ 75409 w 123198"/>
                <a:gd name="connsiteY13" fmla="*/ 75256 h 140622"/>
                <a:gd name="connsiteX14" fmla="*/ 75641 w 123198"/>
                <a:gd name="connsiteY14" fmla="*/ 76178 h 140622"/>
                <a:gd name="connsiteX15" fmla="*/ 76522 w 123198"/>
                <a:gd name="connsiteY15" fmla="*/ 76573 h 140622"/>
                <a:gd name="connsiteX16" fmla="*/ 80604 w 123198"/>
                <a:gd name="connsiteY16" fmla="*/ 76573 h 140622"/>
                <a:gd name="connsiteX17" fmla="*/ 80094 w 123198"/>
                <a:gd name="connsiteY17" fmla="*/ 80129 h 140622"/>
                <a:gd name="connsiteX18" fmla="*/ 49531 w 123198"/>
                <a:gd name="connsiteY18" fmla="*/ 102166 h 140622"/>
                <a:gd name="connsiteX19" fmla="*/ 44661 w 123198"/>
                <a:gd name="connsiteY19" fmla="*/ 99401 h 140622"/>
                <a:gd name="connsiteX20" fmla="*/ 43595 w 123198"/>
                <a:gd name="connsiteY20" fmla="*/ 99357 h 140622"/>
                <a:gd name="connsiteX21" fmla="*/ 36082 w 123198"/>
                <a:gd name="connsiteY21" fmla="*/ 102561 h 140622"/>
                <a:gd name="connsiteX22" fmla="*/ 26852 w 123198"/>
                <a:gd name="connsiteY22" fmla="*/ 102561 h 140622"/>
                <a:gd name="connsiteX23" fmla="*/ 418 w 123198"/>
                <a:gd name="connsiteY23" fmla="*/ 115644 h 140622"/>
                <a:gd name="connsiteX24" fmla="*/ 0 w 123198"/>
                <a:gd name="connsiteY24" fmla="*/ 116478 h 140622"/>
                <a:gd name="connsiteX25" fmla="*/ 0 w 123198"/>
                <a:gd name="connsiteY25" fmla="*/ 140623 h 140622"/>
                <a:gd name="connsiteX26" fmla="*/ 139 w 123198"/>
                <a:gd name="connsiteY26" fmla="*/ 140316 h 140622"/>
                <a:gd name="connsiteX27" fmla="*/ 232 w 123198"/>
                <a:gd name="connsiteY27" fmla="*/ 140008 h 140622"/>
                <a:gd name="connsiteX28" fmla="*/ 325 w 123198"/>
                <a:gd name="connsiteY28" fmla="*/ 139964 h 140622"/>
                <a:gd name="connsiteX29" fmla="*/ 696 w 123198"/>
                <a:gd name="connsiteY29" fmla="*/ 139745 h 140622"/>
                <a:gd name="connsiteX30" fmla="*/ 1067 w 123198"/>
                <a:gd name="connsiteY30" fmla="*/ 139569 h 140622"/>
                <a:gd name="connsiteX31" fmla="*/ 1159 w 123198"/>
                <a:gd name="connsiteY31" fmla="*/ 139569 h 140622"/>
                <a:gd name="connsiteX32" fmla="*/ 1484 w 123198"/>
                <a:gd name="connsiteY32" fmla="*/ 139701 h 140622"/>
                <a:gd name="connsiteX33" fmla="*/ 1809 w 123198"/>
                <a:gd name="connsiteY33" fmla="*/ 139789 h 140622"/>
                <a:gd name="connsiteX34" fmla="*/ 2319 w 123198"/>
                <a:gd name="connsiteY34" fmla="*/ 140096 h 140622"/>
                <a:gd name="connsiteX35" fmla="*/ 2319 w 123198"/>
                <a:gd name="connsiteY35" fmla="*/ 117049 h 140622"/>
                <a:gd name="connsiteX36" fmla="*/ 26667 w 123198"/>
                <a:gd name="connsiteY36" fmla="*/ 104844 h 140622"/>
                <a:gd name="connsiteX37" fmla="*/ 36313 w 123198"/>
                <a:gd name="connsiteY37" fmla="*/ 104844 h 140622"/>
                <a:gd name="connsiteX38" fmla="*/ 36777 w 123198"/>
                <a:gd name="connsiteY38" fmla="*/ 104756 h 140622"/>
                <a:gd name="connsiteX39" fmla="*/ 43966 w 123198"/>
                <a:gd name="connsiteY39" fmla="*/ 101683 h 140622"/>
                <a:gd name="connsiteX40" fmla="*/ 49253 w 123198"/>
                <a:gd name="connsiteY40" fmla="*/ 104669 h 140622"/>
                <a:gd name="connsiteX41" fmla="*/ 50783 w 123198"/>
                <a:gd name="connsiteY41" fmla="*/ 104361 h 140622"/>
                <a:gd name="connsiteX42" fmla="*/ 81485 w 123198"/>
                <a:gd name="connsiteY42" fmla="*/ 82104 h 140622"/>
                <a:gd name="connsiteX43" fmla="*/ 82273 w 123198"/>
                <a:gd name="connsiteY43" fmla="*/ 81182 h 140622"/>
                <a:gd name="connsiteX44" fmla="*/ 83062 w 123198"/>
                <a:gd name="connsiteY44" fmla="*/ 75695 h 140622"/>
                <a:gd name="connsiteX45" fmla="*/ 82783 w 123198"/>
                <a:gd name="connsiteY45" fmla="*/ 74817 h 140622"/>
                <a:gd name="connsiteX46" fmla="*/ 81902 w 123198"/>
                <a:gd name="connsiteY46" fmla="*/ 74422 h 140622"/>
                <a:gd name="connsiteX47" fmla="*/ 77914 w 123198"/>
                <a:gd name="connsiteY47" fmla="*/ 74422 h 140622"/>
                <a:gd name="connsiteX48" fmla="*/ 79723 w 123198"/>
                <a:gd name="connsiteY48" fmla="*/ 67354 h 140622"/>
                <a:gd name="connsiteX49" fmla="*/ 92847 w 123198"/>
                <a:gd name="connsiteY49" fmla="*/ 64500 h 140622"/>
                <a:gd name="connsiteX50" fmla="*/ 93821 w 123198"/>
                <a:gd name="connsiteY50" fmla="*/ 63403 h 140622"/>
                <a:gd name="connsiteX51" fmla="*/ 93821 w 123198"/>
                <a:gd name="connsiteY51" fmla="*/ 58661 h 140622"/>
                <a:gd name="connsiteX52" fmla="*/ 118540 w 123198"/>
                <a:gd name="connsiteY52" fmla="*/ 58661 h 140622"/>
                <a:gd name="connsiteX53" fmla="*/ 119700 w 123198"/>
                <a:gd name="connsiteY53" fmla="*/ 57739 h 140622"/>
                <a:gd name="connsiteX54" fmla="*/ 120442 w 123198"/>
                <a:gd name="connsiteY54" fmla="*/ 53964 h 140622"/>
                <a:gd name="connsiteX55" fmla="*/ 122993 w 123198"/>
                <a:gd name="connsiteY55" fmla="*/ 50496 h 140622"/>
                <a:gd name="connsiteX56" fmla="*/ 123132 w 123198"/>
                <a:gd name="connsiteY56" fmla="*/ 49530 h 140622"/>
                <a:gd name="connsiteX57" fmla="*/ 122436 w 123198"/>
                <a:gd name="connsiteY57" fmla="*/ 48828 h 140622"/>
                <a:gd name="connsiteX58" fmla="*/ 111584 w 123198"/>
                <a:gd name="connsiteY58" fmla="*/ 38204 h 140622"/>
                <a:gd name="connsiteX59" fmla="*/ 111584 w 123198"/>
                <a:gd name="connsiteY59" fmla="*/ 20732 h 140622"/>
                <a:gd name="connsiteX60" fmla="*/ 110100 w 123198"/>
                <a:gd name="connsiteY60" fmla="*/ 14103 h 140622"/>
                <a:gd name="connsiteX61" fmla="*/ 111537 w 123198"/>
                <a:gd name="connsiteY61" fmla="*/ 10371 h 140622"/>
                <a:gd name="connsiteX62" fmla="*/ 111166 w 123198"/>
                <a:gd name="connsiteY62" fmla="*/ 9142 h 140622"/>
                <a:gd name="connsiteX63" fmla="*/ 102494 w 123198"/>
                <a:gd name="connsiteY63" fmla="*/ 2689 h 140622"/>
                <a:gd name="connsiteX64" fmla="*/ 99155 w 123198"/>
                <a:gd name="connsiteY64" fmla="*/ 230 h 140622"/>
                <a:gd name="connsiteX65" fmla="*/ 97532 w 123198"/>
                <a:gd name="connsiteY65" fmla="*/ 406 h 140622"/>
                <a:gd name="connsiteX66" fmla="*/ 97717 w 123198"/>
                <a:gd name="connsiteY66" fmla="*/ 1943 h 140622"/>
                <a:gd name="connsiteX67" fmla="*/ 98784 w 123198"/>
                <a:gd name="connsiteY67" fmla="*/ 2733 h 140622"/>
                <a:gd name="connsiteX68" fmla="*/ 109033 w 123198"/>
                <a:gd name="connsiteY68" fmla="*/ 10371 h 140622"/>
                <a:gd name="connsiteX69" fmla="*/ 107781 w 123198"/>
                <a:gd name="connsiteY69" fmla="*/ 13664 h 14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23198" h="140622">
                  <a:moveTo>
                    <a:pt x="107827" y="13664"/>
                  </a:moveTo>
                  <a:cubicBezTo>
                    <a:pt x="107827" y="13664"/>
                    <a:pt x="107734" y="14059"/>
                    <a:pt x="107827" y="14278"/>
                  </a:cubicBezTo>
                  <a:lnTo>
                    <a:pt x="109358" y="20995"/>
                  </a:lnTo>
                  <a:lnTo>
                    <a:pt x="109358" y="38555"/>
                  </a:lnTo>
                  <a:cubicBezTo>
                    <a:pt x="109358" y="38555"/>
                    <a:pt x="109404" y="38994"/>
                    <a:pt x="109543" y="39170"/>
                  </a:cubicBezTo>
                  <a:cubicBezTo>
                    <a:pt x="109821" y="39521"/>
                    <a:pt x="115340" y="47555"/>
                    <a:pt x="120395" y="50320"/>
                  </a:cubicBezTo>
                  <a:lnTo>
                    <a:pt x="118447" y="52910"/>
                  </a:lnTo>
                  <a:cubicBezTo>
                    <a:pt x="118447" y="52910"/>
                    <a:pt x="118308" y="53174"/>
                    <a:pt x="118262" y="53349"/>
                  </a:cubicBezTo>
                  <a:lnTo>
                    <a:pt x="117659" y="56466"/>
                  </a:lnTo>
                  <a:lnTo>
                    <a:pt x="92755" y="56466"/>
                  </a:lnTo>
                  <a:cubicBezTo>
                    <a:pt x="92105" y="56466"/>
                    <a:pt x="91595" y="56949"/>
                    <a:pt x="91595" y="57564"/>
                  </a:cubicBezTo>
                  <a:lnTo>
                    <a:pt x="91595" y="62481"/>
                  </a:lnTo>
                  <a:cubicBezTo>
                    <a:pt x="78795" y="64324"/>
                    <a:pt x="78053" y="65773"/>
                    <a:pt x="77821" y="66212"/>
                  </a:cubicBezTo>
                  <a:cubicBezTo>
                    <a:pt x="76986" y="67749"/>
                    <a:pt x="75548" y="74509"/>
                    <a:pt x="75409" y="75256"/>
                  </a:cubicBezTo>
                  <a:cubicBezTo>
                    <a:pt x="75363" y="75563"/>
                    <a:pt x="75409" y="75914"/>
                    <a:pt x="75641" y="76178"/>
                  </a:cubicBezTo>
                  <a:cubicBezTo>
                    <a:pt x="75873" y="76441"/>
                    <a:pt x="76198" y="76573"/>
                    <a:pt x="76522" y="76573"/>
                  </a:cubicBezTo>
                  <a:lnTo>
                    <a:pt x="80604" y="76573"/>
                  </a:lnTo>
                  <a:lnTo>
                    <a:pt x="80094" y="80129"/>
                  </a:lnTo>
                  <a:cubicBezTo>
                    <a:pt x="76522" y="81314"/>
                    <a:pt x="60708" y="87153"/>
                    <a:pt x="49531" y="102166"/>
                  </a:cubicBezTo>
                  <a:lnTo>
                    <a:pt x="44661" y="99401"/>
                  </a:lnTo>
                  <a:cubicBezTo>
                    <a:pt x="44337" y="99225"/>
                    <a:pt x="43919" y="99181"/>
                    <a:pt x="43595" y="99357"/>
                  </a:cubicBezTo>
                  <a:lnTo>
                    <a:pt x="36082" y="102561"/>
                  </a:lnTo>
                  <a:lnTo>
                    <a:pt x="26852" y="102561"/>
                  </a:lnTo>
                  <a:cubicBezTo>
                    <a:pt x="26482" y="102561"/>
                    <a:pt x="17994" y="101596"/>
                    <a:pt x="418" y="115644"/>
                  </a:cubicBezTo>
                  <a:cubicBezTo>
                    <a:pt x="139" y="115863"/>
                    <a:pt x="0" y="116170"/>
                    <a:pt x="0" y="116478"/>
                  </a:cubicBezTo>
                  <a:lnTo>
                    <a:pt x="0" y="140623"/>
                  </a:lnTo>
                  <a:cubicBezTo>
                    <a:pt x="0" y="140623"/>
                    <a:pt x="93" y="140403"/>
                    <a:pt x="139" y="140316"/>
                  </a:cubicBezTo>
                  <a:cubicBezTo>
                    <a:pt x="139" y="140228"/>
                    <a:pt x="139" y="140096"/>
                    <a:pt x="232" y="140008"/>
                  </a:cubicBezTo>
                  <a:cubicBezTo>
                    <a:pt x="232" y="140008"/>
                    <a:pt x="278" y="140008"/>
                    <a:pt x="325" y="139964"/>
                  </a:cubicBezTo>
                  <a:cubicBezTo>
                    <a:pt x="418" y="139833"/>
                    <a:pt x="557" y="139789"/>
                    <a:pt x="696" y="139745"/>
                  </a:cubicBezTo>
                  <a:cubicBezTo>
                    <a:pt x="835" y="139657"/>
                    <a:pt x="928" y="139613"/>
                    <a:pt x="1067" y="139569"/>
                  </a:cubicBezTo>
                  <a:cubicBezTo>
                    <a:pt x="1067" y="139569"/>
                    <a:pt x="1113" y="139569"/>
                    <a:pt x="1159" y="139569"/>
                  </a:cubicBezTo>
                  <a:cubicBezTo>
                    <a:pt x="1299" y="139569"/>
                    <a:pt x="1345" y="139657"/>
                    <a:pt x="1484" y="139701"/>
                  </a:cubicBezTo>
                  <a:cubicBezTo>
                    <a:pt x="1577" y="139701"/>
                    <a:pt x="1716" y="139701"/>
                    <a:pt x="1809" y="139789"/>
                  </a:cubicBezTo>
                  <a:lnTo>
                    <a:pt x="2319" y="140096"/>
                  </a:lnTo>
                  <a:lnTo>
                    <a:pt x="2319" y="117049"/>
                  </a:lnTo>
                  <a:cubicBezTo>
                    <a:pt x="18644" y="104142"/>
                    <a:pt x="26435" y="104800"/>
                    <a:pt x="26667" y="104844"/>
                  </a:cubicBezTo>
                  <a:lnTo>
                    <a:pt x="36313" y="104844"/>
                  </a:lnTo>
                  <a:cubicBezTo>
                    <a:pt x="36313" y="104844"/>
                    <a:pt x="36638" y="104844"/>
                    <a:pt x="36777" y="104756"/>
                  </a:cubicBezTo>
                  <a:lnTo>
                    <a:pt x="43966" y="101683"/>
                  </a:lnTo>
                  <a:lnTo>
                    <a:pt x="49253" y="104669"/>
                  </a:lnTo>
                  <a:cubicBezTo>
                    <a:pt x="49763" y="104976"/>
                    <a:pt x="50458" y="104844"/>
                    <a:pt x="50783" y="104361"/>
                  </a:cubicBezTo>
                  <a:cubicBezTo>
                    <a:pt x="62749" y="87723"/>
                    <a:pt x="81299" y="82148"/>
                    <a:pt x="81485" y="82104"/>
                  </a:cubicBezTo>
                  <a:cubicBezTo>
                    <a:pt x="81902" y="81972"/>
                    <a:pt x="82227" y="81621"/>
                    <a:pt x="82273" y="81182"/>
                  </a:cubicBezTo>
                  <a:lnTo>
                    <a:pt x="83062" y="75695"/>
                  </a:lnTo>
                  <a:cubicBezTo>
                    <a:pt x="83062" y="75387"/>
                    <a:pt x="83015" y="75080"/>
                    <a:pt x="82783" y="74817"/>
                  </a:cubicBezTo>
                  <a:cubicBezTo>
                    <a:pt x="82551" y="74597"/>
                    <a:pt x="82227" y="74422"/>
                    <a:pt x="81902" y="74422"/>
                  </a:cubicBezTo>
                  <a:lnTo>
                    <a:pt x="77914" y="74422"/>
                  </a:lnTo>
                  <a:cubicBezTo>
                    <a:pt x="78517" y="71656"/>
                    <a:pt x="79398" y="68100"/>
                    <a:pt x="79723" y="67354"/>
                  </a:cubicBezTo>
                  <a:cubicBezTo>
                    <a:pt x="80604" y="66607"/>
                    <a:pt x="87236" y="65290"/>
                    <a:pt x="92847" y="64500"/>
                  </a:cubicBezTo>
                  <a:cubicBezTo>
                    <a:pt x="93404" y="64412"/>
                    <a:pt x="93821" y="63973"/>
                    <a:pt x="93821" y="63403"/>
                  </a:cubicBezTo>
                  <a:lnTo>
                    <a:pt x="93821" y="58661"/>
                  </a:lnTo>
                  <a:lnTo>
                    <a:pt x="118540" y="58661"/>
                  </a:lnTo>
                  <a:cubicBezTo>
                    <a:pt x="119097" y="58661"/>
                    <a:pt x="119561" y="58266"/>
                    <a:pt x="119700" y="57739"/>
                  </a:cubicBezTo>
                  <a:lnTo>
                    <a:pt x="120442" y="53964"/>
                  </a:lnTo>
                  <a:lnTo>
                    <a:pt x="122993" y="50496"/>
                  </a:lnTo>
                  <a:cubicBezTo>
                    <a:pt x="123178" y="50233"/>
                    <a:pt x="123271" y="49881"/>
                    <a:pt x="123132" y="49530"/>
                  </a:cubicBezTo>
                  <a:cubicBezTo>
                    <a:pt x="123039" y="49223"/>
                    <a:pt x="122761" y="48959"/>
                    <a:pt x="122436" y="48828"/>
                  </a:cubicBezTo>
                  <a:cubicBezTo>
                    <a:pt x="118726" y="47467"/>
                    <a:pt x="113531" y="40926"/>
                    <a:pt x="111584" y="38204"/>
                  </a:cubicBezTo>
                  <a:lnTo>
                    <a:pt x="111584" y="20732"/>
                  </a:lnTo>
                  <a:cubicBezTo>
                    <a:pt x="111584" y="20732"/>
                    <a:pt x="110100" y="14103"/>
                    <a:pt x="110100" y="14103"/>
                  </a:cubicBezTo>
                  <a:lnTo>
                    <a:pt x="111537" y="10371"/>
                  </a:lnTo>
                  <a:cubicBezTo>
                    <a:pt x="111723" y="9932"/>
                    <a:pt x="111537" y="9449"/>
                    <a:pt x="111166" y="9142"/>
                  </a:cubicBezTo>
                  <a:lnTo>
                    <a:pt x="102494" y="2689"/>
                  </a:lnTo>
                  <a:lnTo>
                    <a:pt x="99155" y="230"/>
                  </a:lnTo>
                  <a:cubicBezTo>
                    <a:pt x="98645" y="-121"/>
                    <a:pt x="97949" y="-77"/>
                    <a:pt x="97532" y="406"/>
                  </a:cubicBezTo>
                  <a:cubicBezTo>
                    <a:pt x="97114" y="889"/>
                    <a:pt x="97207" y="1591"/>
                    <a:pt x="97717" y="1943"/>
                  </a:cubicBezTo>
                  <a:lnTo>
                    <a:pt x="98784" y="2733"/>
                  </a:lnTo>
                  <a:lnTo>
                    <a:pt x="109033" y="10371"/>
                  </a:lnTo>
                  <a:lnTo>
                    <a:pt x="107781" y="1366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3" name="Freeform: Shape 2422">
              <a:extLst>
                <a:ext uri="{FF2B5EF4-FFF2-40B4-BE49-F238E27FC236}">
                  <a16:creationId xmlns:a16="http://schemas.microsoft.com/office/drawing/2014/main" id="{F1DB70F0-EF5A-4C5D-E074-C3D8D5664421}"/>
                </a:ext>
              </a:extLst>
            </p:cNvPr>
            <p:cNvSpPr>
              <a:spLocks/>
            </p:cNvSpPr>
            <p:nvPr/>
          </p:nvSpPr>
          <p:spPr>
            <a:xfrm>
              <a:off x="5281494" y="3441195"/>
              <a:ext cx="202619" cy="163685"/>
            </a:xfrm>
            <a:custGeom>
              <a:avLst/>
              <a:gdLst>
                <a:gd name="connsiteX0" fmla="*/ 64650 w 135746"/>
                <a:gd name="connsiteY0" fmla="*/ 98731 h 109662"/>
                <a:gd name="connsiteX1" fmla="*/ 64650 w 135746"/>
                <a:gd name="connsiteY1" fmla="*/ 72699 h 109662"/>
                <a:gd name="connsiteX2" fmla="*/ 81763 w 135746"/>
                <a:gd name="connsiteY2" fmla="*/ 64577 h 109662"/>
                <a:gd name="connsiteX3" fmla="*/ 82412 w 135746"/>
                <a:gd name="connsiteY3" fmla="*/ 63611 h 109662"/>
                <a:gd name="connsiteX4" fmla="*/ 82412 w 135746"/>
                <a:gd name="connsiteY4" fmla="*/ 23750 h 109662"/>
                <a:gd name="connsiteX5" fmla="*/ 134587 w 135746"/>
                <a:gd name="connsiteY5" fmla="*/ 23750 h 109662"/>
                <a:gd name="connsiteX6" fmla="*/ 135746 w 135746"/>
                <a:gd name="connsiteY6" fmla="*/ 22652 h 109662"/>
                <a:gd name="connsiteX7" fmla="*/ 135746 w 135746"/>
                <a:gd name="connsiteY7" fmla="*/ 2415 h 109662"/>
                <a:gd name="connsiteX8" fmla="*/ 133938 w 135746"/>
                <a:gd name="connsiteY8" fmla="*/ 1229 h 109662"/>
                <a:gd name="connsiteX9" fmla="*/ 133566 w 135746"/>
                <a:gd name="connsiteY9" fmla="*/ 0 h 109662"/>
                <a:gd name="connsiteX10" fmla="*/ 133427 w 135746"/>
                <a:gd name="connsiteY10" fmla="*/ 307 h 109662"/>
                <a:gd name="connsiteX11" fmla="*/ 133427 w 135746"/>
                <a:gd name="connsiteY11" fmla="*/ 21511 h 109662"/>
                <a:gd name="connsiteX12" fmla="*/ 81253 w 135746"/>
                <a:gd name="connsiteY12" fmla="*/ 21511 h 109662"/>
                <a:gd name="connsiteX13" fmla="*/ 80093 w 135746"/>
                <a:gd name="connsiteY13" fmla="*/ 22609 h 109662"/>
                <a:gd name="connsiteX14" fmla="*/ 80093 w 135746"/>
                <a:gd name="connsiteY14" fmla="*/ 62909 h 109662"/>
                <a:gd name="connsiteX15" fmla="*/ 62980 w 135746"/>
                <a:gd name="connsiteY15" fmla="*/ 71030 h 109662"/>
                <a:gd name="connsiteX16" fmla="*/ 62331 w 135746"/>
                <a:gd name="connsiteY16" fmla="*/ 71996 h 109662"/>
                <a:gd name="connsiteX17" fmla="*/ 62331 w 135746"/>
                <a:gd name="connsiteY17" fmla="*/ 97590 h 109662"/>
                <a:gd name="connsiteX18" fmla="*/ 1159 w 135746"/>
                <a:gd name="connsiteY18" fmla="*/ 97590 h 109662"/>
                <a:gd name="connsiteX19" fmla="*/ 0 w 135746"/>
                <a:gd name="connsiteY19" fmla="*/ 98687 h 109662"/>
                <a:gd name="connsiteX20" fmla="*/ 0 w 135746"/>
                <a:gd name="connsiteY20" fmla="*/ 108565 h 109662"/>
                <a:gd name="connsiteX21" fmla="*/ 1159 w 135746"/>
                <a:gd name="connsiteY21" fmla="*/ 109662 h 109662"/>
                <a:gd name="connsiteX22" fmla="*/ 2319 w 135746"/>
                <a:gd name="connsiteY22" fmla="*/ 108565 h 109662"/>
                <a:gd name="connsiteX23" fmla="*/ 2319 w 135746"/>
                <a:gd name="connsiteY23" fmla="*/ 99785 h 109662"/>
                <a:gd name="connsiteX24" fmla="*/ 63490 w 135746"/>
                <a:gd name="connsiteY24" fmla="*/ 99785 h 109662"/>
                <a:gd name="connsiteX25" fmla="*/ 64650 w 135746"/>
                <a:gd name="connsiteY25" fmla="*/ 98687 h 10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746" h="109662">
                  <a:moveTo>
                    <a:pt x="64650" y="98731"/>
                  </a:moveTo>
                  <a:lnTo>
                    <a:pt x="64650" y="72699"/>
                  </a:lnTo>
                  <a:lnTo>
                    <a:pt x="81763" y="64577"/>
                  </a:lnTo>
                  <a:cubicBezTo>
                    <a:pt x="82134" y="64401"/>
                    <a:pt x="82412" y="64006"/>
                    <a:pt x="82412" y="63611"/>
                  </a:cubicBezTo>
                  <a:lnTo>
                    <a:pt x="82412" y="23750"/>
                  </a:lnTo>
                  <a:lnTo>
                    <a:pt x="134587" y="23750"/>
                  </a:lnTo>
                  <a:cubicBezTo>
                    <a:pt x="135236" y="23750"/>
                    <a:pt x="135746" y="23267"/>
                    <a:pt x="135746" y="22652"/>
                  </a:cubicBezTo>
                  <a:lnTo>
                    <a:pt x="135746" y="2415"/>
                  </a:lnTo>
                  <a:lnTo>
                    <a:pt x="133938" y="1229"/>
                  </a:lnTo>
                  <a:cubicBezTo>
                    <a:pt x="133520" y="966"/>
                    <a:pt x="133427" y="483"/>
                    <a:pt x="133566" y="0"/>
                  </a:cubicBezTo>
                  <a:cubicBezTo>
                    <a:pt x="133566" y="88"/>
                    <a:pt x="133427" y="176"/>
                    <a:pt x="133427" y="307"/>
                  </a:cubicBezTo>
                  <a:lnTo>
                    <a:pt x="133427" y="21511"/>
                  </a:lnTo>
                  <a:lnTo>
                    <a:pt x="81253" y="21511"/>
                  </a:lnTo>
                  <a:cubicBezTo>
                    <a:pt x="80604" y="21511"/>
                    <a:pt x="80093" y="21994"/>
                    <a:pt x="80093" y="22609"/>
                  </a:cubicBezTo>
                  <a:lnTo>
                    <a:pt x="80093" y="62909"/>
                  </a:lnTo>
                  <a:lnTo>
                    <a:pt x="62980" y="71030"/>
                  </a:lnTo>
                  <a:cubicBezTo>
                    <a:pt x="62609" y="71206"/>
                    <a:pt x="62331" y="71601"/>
                    <a:pt x="62331" y="71996"/>
                  </a:cubicBezTo>
                  <a:lnTo>
                    <a:pt x="62331" y="97590"/>
                  </a:lnTo>
                  <a:lnTo>
                    <a:pt x="1159" y="97590"/>
                  </a:lnTo>
                  <a:cubicBezTo>
                    <a:pt x="510" y="97590"/>
                    <a:pt x="0" y="98073"/>
                    <a:pt x="0" y="98687"/>
                  </a:cubicBezTo>
                  <a:lnTo>
                    <a:pt x="0" y="108565"/>
                  </a:lnTo>
                  <a:cubicBezTo>
                    <a:pt x="0" y="109179"/>
                    <a:pt x="510" y="109662"/>
                    <a:pt x="1159" y="109662"/>
                  </a:cubicBezTo>
                  <a:cubicBezTo>
                    <a:pt x="1808" y="109662"/>
                    <a:pt x="2319" y="109179"/>
                    <a:pt x="2319" y="108565"/>
                  </a:cubicBezTo>
                  <a:lnTo>
                    <a:pt x="2319" y="99785"/>
                  </a:lnTo>
                  <a:lnTo>
                    <a:pt x="63490" y="99785"/>
                  </a:lnTo>
                  <a:cubicBezTo>
                    <a:pt x="64140" y="99785"/>
                    <a:pt x="64650" y="99302"/>
                    <a:pt x="64650" y="9868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4" name="Freeform: Shape 2423">
              <a:extLst>
                <a:ext uri="{FF2B5EF4-FFF2-40B4-BE49-F238E27FC236}">
                  <a16:creationId xmlns:a16="http://schemas.microsoft.com/office/drawing/2014/main" id="{E72DC42F-95FA-7EEA-A95D-FF20752BC7F1}"/>
                </a:ext>
              </a:extLst>
            </p:cNvPr>
            <p:cNvSpPr>
              <a:spLocks/>
            </p:cNvSpPr>
            <p:nvPr/>
          </p:nvSpPr>
          <p:spPr>
            <a:xfrm>
              <a:off x="5481136" y="3440342"/>
              <a:ext cx="553" cy="327"/>
            </a:xfrm>
            <a:custGeom>
              <a:avLst/>
              <a:gdLst>
                <a:gd name="connsiteX0" fmla="*/ 0 w 371"/>
                <a:gd name="connsiteY0" fmla="*/ 220 h 219"/>
                <a:gd name="connsiteX1" fmla="*/ 371 w 371"/>
                <a:gd name="connsiteY1" fmla="*/ 0 h 219"/>
                <a:gd name="connsiteX2" fmla="*/ 0 w 371"/>
                <a:gd name="connsiteY2" fmla="*/ 220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219">
                  <a:moveTo>
                    <a:pt x="0" y="220"/>
                  </a:moveTo>
                  <a:cubicBezTo>
                    <a:pt x="0" y="220"/>
                    <a:pt x="232" y="44"/>
                    <a:pt x="371" y="0"/>
                  </a:cubicBezTo>
                  <a:cubicBezTo>
                    <a:pt x="232" y="88"/>
                    <a:pt x="93" y="132"/>
                    <a:pt x="0" y="2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5" name="Freeform: Shape 2424">
              <a:extLst>
                <a:ext uri="{FF2B5EF4-FFF2-40B4-BE49-F238E27FC236}">
                  <a16:creationId xmlns:a16="http://schemas.microsoft.com/office/drawing/2014/main" id="{DDED54F5-9A21-3DA6-07DA-7600939CB964}"/>
                </a:ext>
              </a:extLst>
            </p:cNvPr>
            <p:cNvSpPr>
              <a:spLocks/>
            </p:cNvSpPr>
            <p:nvPr/>
          </p:nvSpPr>
          <p:spPr>
            <a:xfrm>
              <a:off x="5482244" y="3439948"/>
              <a:ext cx="623" cy="196"/>
            </a:xfrm>
            <a:custGeom>
              <a:avLst/>
              <a:gdLst>
                <a:gd name="connsiteX0" fmla="*/ 93 w 417"/>
                <a:gd name="connsiteY0" fmla="*/ 44 h 131"/>
                <a:gd name="connsiteX1" fmla="*/ 0 w 417"/>
                <a:gd name="connsiteY1" fmla="*/ 44 h 131"/>
                <a:gd name="connsiteX2" fmla="*/ 417 w 417"/>
                <a:gd name="connsiteY2" fmla="*/ 132 h 131"/>
                <a:gd name="connsiteX3" fmla="*/ 93 w 417"/>
                <a:gd name="connsiteY3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7" h="131">
                  <a:moveTo>
                    <a:pt x="93" y="44"/>
                  </a:moveTo>
                  <a:cubicBezTo>
                    <a:pt x="93" y="44"/>
                    <a:pt x="46" y="44"/>
                    <a:pt x="0" y="44"/>
                  </a:cubicBezTo>
                  <a:cubicBezTo>
                    <a:pt x="139" y="44"/>
                    <a:pt x="278" y="88"/>
                    <a:pt x="417" y="132"/>
                  </a:cubicBezTo>
                  <a:cubicBezTo>
                    <a:pt x="325" y="132"/>
                    <a:pt x="232" y="0"/>
                    <a:pt x="9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6" name="Freeform: Shape 2425">
              <a:extLst>
                <a:ext uri="{FF2B5EF4-FFF2-40B4-BE49-F238E27FC236}">
                  <a16:creationId xmlns:a16="http://schemas.microsoft.com/office/drawing/2014/main" id="{DFFB0B07-43A5-BA37-090C-96CA5EE73FAE}"/>
                </a:ext>
              </a:extLst>
            </p:cNvPr>
            <p:cNvSpPr>
              <a:spLocks/>
            </p:cNvSpPr>
            <p:nvPr/>
          </p:nvSpPr>
          <p:spPr>
            <a:xfrm>
              <a:off x="5568221" y="3496892"/>
              <a:ext cx="217571" cy="149530"/>
            </a:xfrm>
            <a:custGeom>
              <a:avLst/>
              <a:gdLst>
                <a:gd name="connsiteX0" fmla="*/ 1391 w 145763"/>
                <a:gd name="connsiteY0" fmla="*/ 395 h 100179"/>
                <a:gd name="connsiteX1" fmla="*/ 1577 w 145763"/>
                <a:gd name="connsiteY1" fmla="*/ 790 h 100179"/>
                <a:gd name="connsiteX2" fmla="*/ 1577 w 145763"/>
                <a:gd name="connsiteY2" fmla="*/ 878 h 100179"/>
                <a:gd name="connsiteX3" fmla="*/ 1438 w 145763"/>
                <a:gd name="connsiteY3" fmla="*/ 1185 h 100179"/>
                <a:gd name="connsiteX4" fmla="*/ 1345 w 145763"/>
                <a:gd name="connsiteY4" fmla="*/ 1493 h 100179"/>
                <a:gd name="connsiteX5" fmla="*/ 1252 w 145763"/>
                <a:gd name="connsiteY5" fmla="*/ 1580 h 100179"/>
                <a:gd name="connsiteX6" fmla="*/ 1113 w 145763"/>
                <a:gd name="connsiteY6" fmla="*/ 1668 h 100179"/>
                <a:gd name="connsiteX7" fmla="*/ 371 w 145763"/>
                <a:gd name="connsiteY7" fmla="*/ 1932 h 100179"/>
                <a:gd name="connsiteX8" fmla="*/ 0 w 145763"/>
                <a:gd name="connsiteY8" fmla="*/ 1932 h 100179"/>
                <a:gd name="connsiteX9" fmla="*/ 95398 w 145763"/>
                <a:gd name="connsiteY9" fmla="*/ 64314 h 100179"/>
                <a:gd name="connsiteX10" fmla="*/ 97021 w 145763"/>
                <a:gd name="connsiteY10" fmla="*/ 71469 h 100179"/>
                <a:gd name="connsiteX11" fmla="*/ 97856 w 145763"/>
                <a:gd name="connsiteY11" fmla="*/ 72303 h 100179"/>
                <a:gd name="connsiteX12" fmla="*/ 102494 w 145763"/>
                <a:gd name="connsiteY12" fmla="*/ 73401 h 100179"/>
                <a:gd name="connsiteX13" fmla="*/ 109218 w 145763"/>
                <a:gd name="connsiteY13" fmla="*/ 79503 h 100179"/>
                <a:gd name="connsiteX14" fmla="*/ 110471 w 145763"/>
                <a:gd name="connsiteY14" fmla="*/ 79723 h 100179"/>
                <a:gd name="connsiteX15" fmla="*/ 114505 w 145763"/>
                <a:gd name="connsiteY15" fmla="*/ 78054 h 100179"/>
                <a:gd name="connsiteX16" fmla="*/ 115850 w 145763"/>
                <a:gd name="connsiteY16" fmla="*/ 82357 h 100179"/>
                <a:gd name="connsiteX17" fmla="*/ 116963 w 145763"/>
                <a:gd name="connsiteY17" fmla="*/ 83147 h 100179"/>
                <a:gd name="connsiteX18" fmla="*/ 123966 w 145763"/>
                <a:gd name="connsiteY18" fmla="*/ 83147 h 100179"/>
                <a:gd name="connsiteX19" fmla="*/ 130320 w 145763"/>
                <a:gd name="connsiteY19" fmla="*/ 85781 h 100179"/>
                <a:gd name="connsiteX20" fmla="*/ 130320 w 145763"/>
                <a:gd name="connsiteY20" fmla="*/ 90829 h 100179"/>
                <a:gd name="connsiteX21" fmla="*/ 127584 w 145763"/>
                <a:gd name="connsiteY21" fmla="*/ 95527 h 100179"/>
                <a:gd name="connsiteX22" fmla="*/ 127723 w 145763"/>
                <a:gd name="connsiteY22" fmla="*/ 96800 h 100179"/>
                <a:gd name="connsiteX23" fmla="*/ 130598 w 145763"/>
                <a:gd name="connsiteY23" fmla="*/ 99829 h 100179"/>
                <a:gd name="connsiteX24" fmla="*/ 131479 w 145763"/>
                <a:gd name="connsiteY24" fmla="*/ 100180 h 100179"/>
                <a:gd name="connsiteX25" fmla="*/ 138946 w 145763"/>
                <a:gd name="connsiteY25" fmla="*/ 100180 h 100179"/>
                <a:gd name="connsiteX26" fmla="*/ 144883 w 145763"/>
                <a:gd name="connsiteY26" fmla="*/ 98995 h 100179"/>
                <a:gd name="connsiteX27" fmla="*/ 144883 w 145763"/>
                <a:gd name="connsiteY27" fmla="*/ 97678 h 100179"/>
                <a:gd name="connsiteX28" fmla="*/ 144883 w 145763"/>
                <a:gd name="connsiteY28" fmla="*/ 97678 h 100179"/>
                <a:gd name="connsiteX29" fmla="*/ 145022 w 145763"/>
                <a:gd name="connsiteY29" fmla="*/ 97327 h 100179"/>
                <a:gd name="connsiteX30" fmla="*/ 145161 w 145763"/>
                <a:gd name="connsiteY30" fmla="*/ 96975 h 100179"/>
                <a:gd name="connsiteX31" fmla="*/ 145161 w 145763"/>
                <a:gd name="connsiteY31" fmla="*/ 96887 h 100179"/>
                <a:gd name="connsiteX32" fmla="*/ 145161 w 145763"/>
                <a:gd name="connsiteY32" fmla="*/ 96887 h 100179"/>
                <a:gd name="connsiteX33" fmla="*/ 145485 w 145763"/>
                <a:gd name="connsiteY33" fmla="*/ 96756 h 100179"/>
                <a:gd name="connsiteX34" fmla="*/ 145764 w 145763"/>
                <a:gd name="connsiteY34" fmla="*/ 96580 h 100179"/>
                <a:gd name="connsiteX35" fmla="*/ 145764 w 145763"/>
                <a:gd name="connsiteY35" fmla="*/ 96580 h 100179"/>
                <a:gd name="connsiteX36" fmla="*/ 138714 w 145763"/>
                <a:gd name="connsiteY36" fmla="*/ 98029 h 100179"/>
                <a:gd name="connsiteX37" fmla="*/ 131990 w 145763"/>
                <a:gd name="connsiteY37" fmla="*/ 98029 h 100179"/>
                <a:gd name="connsiteX38" fmla="*/ 129995 w 145763"/>
                <a:gd name="connsiteY38" fmla="*/ 95966 h 100179"/>
                <a:gd name="connsiteX39" fmla="*/ 132500 w 145763"/>
                <a:gd name="connsiteY39" fmla="*/ 91707 h 100179"/>
                <a:gd name="connsiteX40" fmla="*/ 132639 w 145763"/>
                <a:gd name="connsiteY40" fmla="*/ 91181 h 100179"/>
                <a:gd name="connsiteX41" fmla="*/ 132639 w 145763"/>
                <a:gd name="connsiteY41" fmla="*/ 85122 h 100179"/>
                <a:gd name="connsiteX42" fmla="*/ 131943 w 145763"/>
                <a:gd name="connsiteY42" fmla="*/ 84113 h 100179"/>
                <a:gd name="connsiteX43" fmla="*/ 124709 w 145763"/>
                <a:gd name="connsiteY43" fmla="*/ 81083 h 100179"/>
                <a:gd name="connsiteX44" fmla="*/ 124245 w 145763"/>
                <a:gd name="connsiteY44" fmla="*/ 80996 h 100179"/>
                <a:gd name="connsiteX45" fmla="*/ 117845 w 145763"/>
                <a:gd name="connsiteY45" fmla="*/ 80996 h 100179"/>
                <a:gd name="connsiteX46" fmla="*/ 116361 w 145763"/>
                <a:gd name="connsiteY46" fmla="*/ 76298 h 100179"/>
                <a:gd name="connsiteX47" fmla="*/ 115758 w 145763"/>
                <a:gd name="connsiteY47" fmla="*/ 75596 h 100179"/>
                <a:gd name="connsiteX48" fmla="*/ 114784 w 145763"/>
                <a:gd name="connsiteY48" fmla="*/ 75596 h 100179"/>
                <a:gd name="connsiteX49" fmla="*/ 110285 w 145763"/>
                <a:gd name="connsiteY49" fmla="*/ 77484 h 100179"/>
                <a:gd name="connsiteX50" fmla="*/ 103885 w 145763"/>
                <a:gd name="connsiteY50" fmla="*/ 71689 h 100179"/>
                <a:gd name="connsiteX51" fmla="*/ 103375 w 145763"/>
                <a:gd name="connsiteY51" fmla="*/ 71426 h 100179"/>
                <a:gd name="connsiteX52" fmla="*/ 99155 w 145763"/>
                <a:gd name="connsiteY52" fmla="*/ 70416 h 100179"/>
                <a:gd name="connsiteX53" fmla="*/ 97578 w 145763"/>
                <a:gd name="connsiteY53" fmla="*/ 63480 h 100179"/>
                <a:gd name="connsiteX54" fmla="*/ 97114 w 145763"/>
                <a:gd name="connsiteY54" fmla="*/ 62821 h 100179"/>
                <a:gd name="connsiteX55" fmla="*/ 1067 w 145763"/>
                <a:gd name="connsiteY55" fmla="*/ 0 h 100179"/>
                <a:gd name="connsiteX56" fmla="*/ 1113 w 145763"/>
                <a:gd name="connsiteY56" fmla="*/ 88 h 100179"/>
                <a:gd name="connsiteX57" fmla="*/ 1345 w 145763"/>
                <a:gd name="connsiteY57" fmla="*/ 439 h 100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45763" h="100179">
                  <a:moveTo>
                    <a:pt x="1391" y="395"/>
                  </a:moveTo>
                  <a:cubicBezTo>
                    <a:pt x="1391" y="395"/>
                    <a:pt x="1531" y="615"/>
                    <a:pt x="1577" y="790"/>
                  </a:cubicBezTo>
                  <a:cubicBezTo>
                    <a:pt x="1577" y="790"/>
                    <a:pt x="1577" y="834"/>
                    <a:pt x="1577" y="878"/>
                  </a:cubicBezTo>
                  <a:cubicBezTo>
                    <a:pt x="1577" y="1010"/>
                    <a:pt x="1484" y="1098"/>
                    <a:pt x="1438" y="1185"/>
                  </a:cubicBezTo>
                  <a:cubicBezTo>
                    <a:pt x="1438" y="1273"/>
                    <a:pt x="1438" y="1405"/>
                    <a:pt x="1345" y="1493"/>
                  </a:cubicBezTo>
                  <a:cubicBezTo>
                    <a:pt x="1345" y="1493"/>
                    <a:pt x="1252" y="1537"/>
                    <a:pt x="1252" y="1580"/>
                  </a:cubicBezTo>
                  <a:cubicBezTo>
                    <a:pt x="1252" y="1580"/>
                    <a:pt x="1159" y="1668"/>
                    <a:pt x="1113" y="1668"/>
                  </a:cubicBezTo>
                  <a:cubicBezTo>
                    <a:pt x="881" y="1844"/>
                    <a:pt x="649" y="1932"/>
                    <a:pt x="371" y="1932"/>
                  </a:cubicBezTo>
                  <a:lnTo>
                    <a:pt x="0" y="1932"/>
                  </a:lnTo>
                  <a:lnTo>
                    <a:pt x="95398" y="64314"/>
                  </a:lnTo>
                  <a:lnTo>
                    <a:pt x="97021" y="71469"/>
                  </a:lnTo>
                  <a:cubicBezTo>
                    <a:pt x="97114" y="71864"/>
                    <a:pt x="97439" y="72216"/>
                    <a:pt x="97856" y="72303"/>
                  </a:cubicBezTo>
                  <a:lnTo>
                    <a:pt x="102494" y="73401"/>
                  </a:lnTo>
                  <a:lnTo>
                    <a:pt x="109218" y="79503"/>
                  </a:lnTo>
                  <a:cubicBezTo>
                    <a:pt x="109543" y="79810"/>
                    <a:pt x="110053" y="79898"/>
                    <a:pt x="110471" y="79723"/>
                  </a:cubicBezTo>
                  <a:lnTo>
                    <a:pt x="114505" y="78054"/>
                  </a:lnTo>
                  <a:lnTo>
                    <a:pt x="115850" y="82357"/>
                  </a:lnTo>
                  <a:cubicBezTo>
                    <a:pt x="115990" y="82839"/>
                    <a:pt x="116453" y="83147"/>
                    <a:pt x="116963" y="83147"/>
                  </a:cubicBezTo>
                  <a:lnTo>
                    <a:pt x="123966" y="83147"/>
                  </a:lnTo>
                  <a:lnTo>
                    <a:pt x="130320" y="85781"/>
                  </a:lnTo>
                  <a:lnTo>
                    <a:pt x="130320" y="90829"/>
                  </a:lnTo>
                  <a:lnTo>
                    <a:pt x="127584" y="95527"/>
                  </a:lnTo>
                  <a:cubicBezTo>
                    <a:pt x="127352" y="95922"/>
                    <a:pt x="127398" y="96448"/>
                    <a:pt x="127723" y="96800"/>
                  </a:cubicBezTo>
                  <a:lnTo>
                    <a:pt x="130598" y="99829"/>
                  </a:lnTo>
                  <a:cubicBezTo>
                    <a:pt x="130830" y="100048"/>
                    <a:pt x="131109" y="100180"/>
                    <a:pt x="131479" y="100180"/>
                  </a:cubicBezTo>
                  <a:lnTo>
                    <a:pt x="138946" y="100180"/>
                  </a:lnTo>
                  <a:cubicBezTo>
                    <a:pt x="138946" y="100180"/>
                    <a:pt x="144883" y="98995"/>
                    <a:pt x="144883" y="98995"/>
                  </a:cubicBezTo>
                  <a:cubicBezTo>
                    <a:pt x="144883" y="98204"/>
                    <a:pt x="144883" y="97722"/>
                    <a:pt x="144883" y="97678"/>
                  </a:cubicBezTo>
                  <a:cubicBezTo>
                    <a:pt x="144883" y="97678"/>
                    <a:pt x="144883" y="97678"/>
                    <a:pt x="144883" y="97678"/>
                  </a:cubicBezTo>
                  <a:cubicBezTo>
                    <a:pt x="144883" y="97546"/>
                    <a:pt x="144975" y="97458"/>
                    <a:pt x="145022" y="97327"/>
                  </a:cubicBezTo>
                  <a:cubicBezTo>
                    <a:pt x="145022" y="97195"/>
                    <a:pt x="145068" y="97107"/>
                    <a:pt x="145161" y="96975"/>
                  </a:cubicBezTo>
                  <a:cubicBezTo>
                    <a:pt x="145161" y="96975"/>
                    <a:pt x="145161" y="96931"/>
                    <a:pt x="145161" y="96887"/>
                  </a:cubicBezTo>
                  <a:cubicBezTo>
                    <a:pt x="145161" y="96887"/>
                    <a:pt x="145161" y="96887"/>
                    <a:pt x="145161" y="96887"/>
                  </a:cubicBezTo>
                  <a:cubicBezTo>
                    <a:pt x="145254" y="96800"/>
                    <a:pt x="145393" y="96800"/>
                    <a:pt x="145485" y="96756"/>
                  </a:cubicBezTo>
                  <a:cubicBezTo>
                    <a:pt x="145578" y="96712"/>
                    <a:pt x="145625" y="96580"/>
                    <a:pt x="145764" y="96580"/>
                  </a:cubicBezTo>
                  <a:lnTo>
                    <a:pt x="145764" y="96580"/>
                  </a:lnTo>
                  <a:cubicBezTo>
                    <a:pt x="145764" y="96580"/>
                    <a:pt x="138714" y="98029"/>
                    <a:pt x="138714" y="98029"/>
                  </a:cubicBezTo>
                  <a:lnTo>
                    <a:pt x="131990" y="98029"/>
                  </a:lnTo>
                  <a:lnTo>
                    <a:pt x="129995" y="95966"/>
                  </a:lnTo>
                  <a:lnTo>
                    <a:pt x="132500" y="91707"/>
                  </a:lnTo>
                  <a:cubicBezTo>
                    <a:pt x="132500" y="91707"/>
                    <a:pt x="132639" y="91356"/>
                    <a:pt x="132639" y="91181"/>
                  </a:cubicBezTo>
                  <a:lnTo>
                    <a:pt x="132639" y="85122"/>
                  </a:lnTo>
                  <a:cubicBezTo>
                    <a:pt x="132639" y="84683"/>
                    <a:pt x="132361" y="84288"/>
                    <a:pt x="131943" y="84113"/>
                  </a:cubicBezTo>
                  <a:lnTo>
                    <a:pt x="124709" y="81083"/>
                  </a:lnTo>
                  <a:cubicBezTo>
                    <a:pt x="124709" y="81083"/>
                    <a:pt x="124384" y="80996"/>
                    <a:pt x="124245" y="80996"/>
                  </a:cubicBezTo>
                  <a:lnTo>
                    <a:pt x="117845" y="80996"/>
                  </a:lnTo>
                  <a:lnTo>
                    <a:pt x="116361" y="76298"/>
                  </a:lnTo>
                  <a:cubicBezTo>
                    <a:pt x="116268" y="75991"/>
                    <a:pt x="116036" y="75772"/>
                    <a:pt x="115758" y="75596"/>
                  </a:cubicBezTo>
                  <a:cubicBezTo>
                    <a:pt x="115433" y="75464"/>
                    <a:pt x="115108" y="75464"/>
                    <a:pt x="114784" y="75596"/>
                  </a:cubicBezTo>
                  <a:lnTo>
                    <a:pt x="110285" y="77484"/>
                  </a:lnTo>
                  <a:lnTo>
                    <a:pt x="103885" y="71689"/>
                  </a:lnTo>
                  <a:cubicBezTo>
                    <a:pt x="103885" y="71689"/>
                    <a:pt x="103561" y="71469"/>
                    <a:pt x="103375" y="71426"/>
                  </a:cubicBezTo>
                  <a:lnTo>
                    <a:pt x="99155" y="70416"/>
                  </a:lnTo>
                  <a:lnTo>
                    <a:pt x="97578" y="63480"/>
                  </a:lnTo>
                  <a:cubicBezTo>
                    <a:pt x="97531" y="63216"/>
                    <a:pt x="97346" y="62953"/>
                    <a:pt x="97114" y="62821"/>
                  </a:cubicBezTo>
                  <a:lnTo>
                    <a:pt x="1067" y="0"/>
                  </a:lnTo>
                  <a:cubicBezTo>
                    <a:pt x="1067" y="0"/>
                    <a:pt x="1067" y="44"/>
                    <a:pt x="1113" y="88"/>
                  </a:cubicBezTo>
                  <a:cubicBezTo>
                    <a:pt x="1252" y="176"/>
                    <a:pt x="1252" y="307"/>
                    <a:pt x="1345" y="4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7" name="Freeform: Shape 2426">
              <a:extLst>
                <a:ext uri="{FF2B5EF4-FFF2-40B4-BE49-F238E27FC236}">
                  <a16:creationId xmlns:a16="http://schemas.microsoft.com/office/drawing/2014/main" id="{EFA737D3-A0CB-E3E2-DDE1-1C5BC55E5ADC}"/>
                </a:ext>
              </a:extLst>
            </p:cNvPr>
            <p:cNvSpPr>
              <a:spLocks/>
            </p:cNvSpPr>
            <p:nvPr/>
          </p:nvSpPr>
          <p:spPr>
            <a:xfrm>
              <a:off x="5906111" y="3284679"/>
              <a:ext cx="64785" cy="249891"/>
            </a:xfrm>
            <a:custGeom>
              <a:avLst/>
              <a:gdLst>
                <a:gd name="connsiteX0" fmla="*/ 33340 w 43403"/>
                <a:gd name="connsiteY0" fmla="*/ 11220 h 167416"/>
                <a:gd name="connsiteX1" fmla="*/ 34082 w 43403"/>
                <a:gd name="connsiteY1" fmla="*/ 16269 h 167416"/>
                <a:gd name="connsiteX2" fmla="*/ 24575 w 43403"/>
                <a:gd name="connsiteY2" fmla="*/ 21668 h 167416"/>
                <a:gd name="connsiteX3" fmla="*/ 24250 w 43403"/>
                <a:gd name="connsiteY3" fmla="*/ 21975 h 167416"/>
                <a:gd name="connsiteX4" fmla="*/ 19983 w 43403"/>
                <a:gd name="connsiteY4" fmla="*/ 27551 h 167416"/>
                <a:gd name="connsiteX5" fmla="*/ 16783 w 43403"/>
                <a:gd name="connsiteY5" fmla="*/ 27551 h 167416"/>
                <a:gd name="connsiteX6" fmla="*/ 15902 w 43403"/>
                <a:gd name="connsiteY6" fmla="*/ 27946 h 167416"/>
                <a:gd name="connsiteX7" fmla="*/ 13305 w 43403"/>
                <a:gd name="connsiteY7" fmla="*/ 30975 h 167416"/>
                <a:gd name="connsiteX8" fmla="*/ 13027 w 43403"/>
                <a:gd name="connsiteY8" fmla="*/ 31677 h 167416"/>
                <a:gd name="connsiteX9" fmla="*/ 13027 w 43403"/>
                <a:gd name="connsiteY9" fmla="*/ 45594 h 167416"/>
                <a:gd name="connsiteX10" fmla="*/ 7832 w 43403"/>
                <a:gd name="connsiteY10" fmla="*/ 52618 h 167416"/>
                <a:gd name="connsiteX11" fmla="*/ 5560 w 43403"/>
                <a:gd name="connsiteY11" fmla="*/ 52969 h 167416"/>
                <a:gd name="connsiteX12" fmla="*/ 5792 w 43403"/>
                <a:gd name="connsiteY12" fmla="*/ 53979 h 167416"/>
                <a:gd name="connsiteX13" fmla="*/ 4911 w 43403"/>
                <a:gd name="connsiteY13" fmla="*/ 55296 h 167416"/>
                <a:gd name="connsiteX14" fmla="*/ 4632 w 43403"/>
                <a:gd name="connsiteY14" fmla="*/ 55296 h 167416"/>
                <a:gd name="connsiteX15" fmla="*/ 3519 w 43403"/>
                <a:gd name="connsiteY15" fmla="*/ 54462 h 167416"/>
                <a:gd name="connsiteX16" fmla="*/ 3241 w 43403"/>
                <a:gd name="connsiteY16" fmla="*/ 53320 h 167416"/>
                <a:gd name="connsiteX17" fmla="*/ 3009 w 43403"/>
                <a:gd name="connsiteY17" fmla="*/ 53320 h 167416"/>
                <a:gd name="connsiteX18" fmla="*/ 2221 w 43403"/>
                <a:gd name="connsiteY18" fmla="*/ 53847 h 167416"/>
                <a:gd name="connsiteX19" fmla="*/ 180 w 43403"/>
                <a:gd name="connsiteY19" fmla="*/ 56876 h 167416"/>
                <a:gd name="connsiteX20" fmla="*/ 134 w 43403"/>
                <a:gd name="connsiteY20" fmla="*/ 57974 h 167416"/>
                <a:gd name="connsiteX21" fmla="*/ 7369 w 43403"/>
                <a:gd name="connsiteY21" fmla="*/ 71495 h 167416"/>
                <a:gd name="connsiteX22" fmla="*/ 8992 w 43403"/>
                <a:gd name="connsiteY22" fmla="*/ 100118 h 167416"/>
                <a:gd name="connsiteX23" fmla="*/ 7044 w 43403"/>
                <a:gd name="connsiteY23" fmla="*/ 104815 h 167416"/>
                <a:gd name="connsiteX24" fmla="*/ 7044 w 43403"/>
                <a:gd name="connsiteY24" fmla="*/ 105649 h 167416"/>
                <a:gd name="connsiteX25" fmla="*/ 8992 w 43403"/>
                <a:gd name="connsiteY25" fmla="*/ 110127 h 167416"/>
                <a:gd name="connsiteX26" fmla="*/ 8992 w 43403"/>
                <a:gd name="connsiteY26" fmla="*/ 116229 h 167416"/>
                <a:gd name="connsiteX27" fmla="*/ 4911 w 43403"/>
                <a:gd name="connsiteY27" fmla="*/ 119346 h 167416"/>
                <a:gd name="connsiteX28" fmla="*/ 1432 w 43403"/>
                <a:gd name="connsiteY28" fmla="*/ 123209 h 167416"/>
                <a:gd name="connsiteX29" fmla="*/ 1340 w 43403"/>
                <a:gd name="connsiteY29" fmla="*/ 124482 h 167416"/>
                <a:gd name="connsiteX30" fmla="*/ 9966 w 43403"/>
                <a:gd name="connsiteY30" fmla="*/ 137784 h 167416"/>
                <a:gd name="connsiteX31" fmla="*/ 13120 w 43403"/>
                <a:gd name="connsiteY31" fmla="*/ 149154 h 167416"/>
                <a:gd name="connsiteX32" fmla="*/ 13305 w 43403"/>
                <a:gd name="connsiteY32" fmla="*/ 149549 h 167416"/>
                <a:gd name="connsiteX33" fmla="*/ 15021 w 43403"/>
                <a:gd name="connsiteY33" fmla="*/ 151744 h 167416"/>
                <a:gd name="connsiteX34" fmla="*/ 15995 w 43403"/>
                <a:gd name="connsiteY34" fmla="*/ 152183 h 167416"/>
                <a:gd name="connsiteX35" fmla="*/ 24899 w 43403"/>
                <a:gd name="connsiteY35" fmla="*/ 151920 h 167416"/>
                <a:gd name="connsiteX36" fmla="*/ 32691 w 43403"/>
                <a:gd name="connsiteY36" fmla="*/ 157188 h 167416"/>
                <a:gd name="connsiteX37" fmla="*/ 33572 w 43403"/>
                <a:gd name="connsiteY37" fmla="*/ 157363 h 167416"/>
                <a:gd name="connsiteX38" fmla="*/ 36169 w 43403"/>
                <a:gd name="connsiteY38" fmla="*/ 156968 h 167416"/>
                <a:gd name="connsiteX39" fmla="*/ 41178 w 43403"/>
                <a:gd name="connsiteY39" fmla="*/ 167416 h 167416"/>
                <a:gd name="connsiteX40" fmla="*/ 42013 w 43403"/>
                <a:gd name="connsiteY40" fmla="*/ 166934 h 167416"/>
                <a:gd name="connsiteX41" fmla="*/ 42013 w 43403"/>
                <a:gd name="connsiteY41" fmla="*/ 166934 h 167416"/>
                <a:gd name="connsiteX42" fmla="*/ 42013 w 43403"/>
                <a:gd name="connsiteY42" fmla="*/ 166934 h 167416"/>
                <a:gd name="connsiteX43" fmla="*/ 42847 w 43403"/>
                <a:gd name="connsiteY43" fmla="*/ 166802 h 167416"/>
                <a:gd name="connsiteX44" fmla="*/ 42847 w 43403"/>
                <a:gd name="connsiteY44" fmla="*/ 166802 h 167416"/>
                <a:gd name="connsiteX45" fmla="*/ 42847 w 43403"/>
                <a:gd name="connsiteY45" fmla="*/ 166802 h 167416"/>
                <a:gd name="connsiteX46" fmla="*/ 42847 w 43403"/>
                <a:gd name="connsiteY46" fmla="*/ 166802 h 167416"/>
                <a:gd name="connsiteX47" fmla="*/ 43404 w 43403"/>
                <a:gd name="connsiteY47" fmla="*/ 166934 h 167416"/>
                <a:gd name="connsiteX48" fmla="*/ 37838 w 43403"/>
                <a:gd name="connsiteY48" fmla="*/ 155344 h 167416"/>
                <a:gd name="connsiteX49" fmla="*/ 36586 w 43403"/>
                <a:gd name="connsiteY49" fmla="*/ 154729 h 167416"/>
                <a:gd name="connsiteX50" fmla="*/ 33572 w 43403"/>
                <a:gd name="connsiteY50" fmla="*/ 155212 h 167416"/>
                <a:gd name="connsiteX51" fmla="*/ 25827 w 43403"/>
                <a:gd name="connsiteY51" fmla="*/ 149988 h 167416"/>
                <a:gd name="connsiteX52" fmla="*/ 25131 w 43403"/>
                <a:gd name="connsiteY52" fmla="*/ 149769 h 167416"/>
                <a:gd name="connsiteX53" fmla="*/ 16459 w 43403"/>
                <a:gd name="connsiteY53" fmla="*/ 150032 h 167416"/>
                <a:gd name="connsiteX54" fmla="*/ 15207 w 43403"/>
                <a:gd name="connsiteY54" fmla="*/ 148452 h 167416"/>
                <a:gd name="connsiteX55" fmla="*/ 12099 w 43403"/>
                <a:gd name="connsiteY55" fmla="*/ 137125 h 167416"/>
                <a:gd name="connsiteX56" fmla="*/ 11960 w 43403"/>
                <a:gd name="connsiteY56" fmla="*/ 136818 h 167416"/>
                <a:gd name="connsiteX57" fmla="*/ 3705 w 43403"/>
                <a:gd name="connsiteY57" fmla="*/ 124043 h 167416"/>
                <a:gd name="connsiteX58" fmla="*/ 6488 w 43403"/>
                <a:gd name="connsiteY58" fmla="*/ 120970 h 167416"/>
                <a:gd name="connsiteX59" fmla="*/ 10847 w 43403"/>
                <a:gd name="connsiteY59" fmla="*/ 117678 h 167416"/>
                <a:gd name="connsiteX60" fmla="*/ 11264 w 43403"/>
                <a:gd name="connsiteY60" fmla="*/ 116800 h 167416"/>
                <a:gd name="connsiteX61" fmla="*/ 11264 w 43403"/>
                <a:gd name="connsiteY61" fmla="*/ 109951 h 167416"/>
                <a:gd name="connsiteX62" fmla="*/ 11172 w 43403"/>
                <a:gd name="connsiteY62" fmla="*/ 109556 h 167416"/>
                <a:gd name="connsiteX63" fmla="*/ 9317 w 43403"/>
                <a:gd name="connsiteY63" fmla="*/ 105298 h 167416"/>
                <a:gd name="connsiteX64" fmla="*/ 11172 w 43403"/>
                <a:gd name="connsiteY64" fmla="*/ 100776 h 167416"/>
                <a:gd name="connsiteX65" fmla="*/ 11264 w 43403"/>
                <a:gd name="connsiteY65" fmla="*/ 100337 h 167416"/>
                <a:gd name="connsiteX66" fmla="*/ 9595 w 43403"/>
                <a:gd name="connsiteY66" fmla="*/ 71275 h 167416"/>
                <a:gd name="connsiteX67" fmla="*/ 9456 w 43403"/>
                <a:gd name="connsiteY67" fmla="*/ 70836 h 167416"/>
                <a:gd name="connsiteX68" fmla="*/ 2406 w 43403"/>
                <a:gd name="connsiteY68" fmla="*/ 57666 h 167416"/>
                <a:gd name="connsiteX69" fmla="*/ 3798 w 43403"/>
                <a:gd name="connsiteY69" fmla="*/ 55603 h 167416"/>
                <a:gd name="connsiteX70" fmla="*/ 8574 w 43403"/>
                <a:gd name="connsiteY70" fmla="*/ 54857 h 167416"/>
                <a:gd name="connsiteX71" fmla="*/ 9317 w 43403"/>
                <a:gd name="connsiteY71" fmla="*/ 54418 h 167416"/>
                <a:gd name="connsiteX72" fmla="*/ 15021 w 43403"/>
                <a:gd name="connsiteY72" fmla="*/ 46735 h 167416"/>
                <a:gd name="connsiteX73" fmla="*/ 15253 w 43403"/>
                <a:gd name="connsiteY73" fmla="*/ 46121 h 167416"/>
                <a:gd name="connsiteX74" fmla="*/ 15253 w 43403"/>
                <a:gd name="connsiteY74" fmla="*/ 32248 h 167416"/>
                <a:gd name="connsiteX75" fmla="*/ 17247 w 43403"/>
                <a:gd name="connsiteY75" fmla="*/ 29921 h 167416"/>
                <a:gd name="connsiteX76" fmla="*/ 20447 w 43403"/>
                <a:gd name="connsiteY76" fmla="*/ 29921 h 167416"/>
                <a:gd name="connsiteX77" fmla="*/ 21375 w 43403"/>
                <a:gd name="connsiteY77" fmla="*/ 29482 h 167416"/>
                <a:gd name="connsiteX78" fmla="*/ 25873 w 43403"/>
                <a:gd name="connsiteY78" fmla="*/ 23644 h 167416"/>
                <a:gd name="connsiteX79" fmla="*/ 35798 w 43403"/>
                <a:gd name="connsiteY79" fmla="*/ 17981 h 167416"/>
                <a:gd name="connsiteX80" fmla="*/ 36355 w 43403"/>
                <a:gd name="connsiteY80" fmla="*/ 16883 h 167416"/>
                <a:gd name="connsiteX81" fmla="*/ 35520 w 43403"/>
                <a:gd name="connsiteY81" fmla="*/ 11308 h 167416"/>
                <a:gd name="connsiteX82" fmla="*/ 37375 w 43403"/>
                <a:gd name="connsiteY82" fmla="*/ 3274 h 167416"/>
                <a:gd name="connsiteX83" fmla="*/ 37792 w 43403"/>
                <a:gd name="connsiteY83" fmla="*/ 1343 h 167416"/>
                <a:gd name="connsiteX84" fmla="*/ 36911 w 43403"/>
                <a:gd name="connsiteY84" fmla="*/ 25 h 167416"/>
                <a:gd name="connsiteX85" fmla="*/ 35520 w 43403"/>
                <a:gd name="connsiteY85" fmla="*/ 860 h 167416"/>
                <a:gd name="connsiteX86" fmla="*/ 35195 w 43403"/>
                <a:gd name="connsiteY86" fmla="*/ 2264 h 167416"/>
                <a:gd name="connsiteX87" fmla="*/ 33201 w 43403"/>
                <a:gd name="connsiteY87" fmla="*/ 11000 h 167416"/>
                <a:gd name="connsiteX88" fmla="*/ 33201 w 43403"/>
                <a:gd name="connsiteY88" fmla="*/ 11396 h 167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43403" h="167416">
                  <a:moveTo>
                    <a:pt x="33340" y="11220"/>
                  </a:moveTo>
                  <a:lnTo>
                    <a:pt x="34082" y="16269"/>
                  </a:lnTo>
                  <a:lnTo>
                    <a:pt x="24575" y="21668"/>
                  </a:lnTo>
                  <a:cubicBezTo>
                    <a:pt x="24575" y="21668"/>
                    <a:pt x="24343" y="21844"/>
                    <a:pt x="24250" y="21975"/>
                  </a:cubicBezTo>
                  <a:lnTo>
                    <a:pt x="19983" y="27551"/>
                  </a:lnTo>
                  <a:lnTo>
                    <a:pt x="16783" y="27551"/>
                  </a:lnTo>
                  <a:cubicBezTo>
                    <a:pt x="16412" y="27551"/>
                    <a:pt x="16087" y="27683"/>
                    <a:pt x="15902" y="27946"/>
                  </a:cubicBezTo>
                  <a:lnTo>
                    <a:pt x="13305" y="30975"/>
                  </a:lnTo>
                  <a:cubicBezTo>
                    <a:pt x="13305" y="30975"/>
                    <a:pt x="13027" y="31414"/>
                    <a:pt x="13027" y="31677"/>
                  </a:cubicBezTo>
                  <a:lnTo>
                    <a:pt x="13027" y="45594"/>
                  </a:lnTo>
                  <a:lnTo>
                    <a:pt x="7832" y="52618"/>
                  </a:lnTo>
                  <a:lnTo>
                    <a:pt x="5560" y="52969"/>
                  </a:lnTo>
                  <a:lnTo>
                    <a:pt x="5792" y="53979"/>
                  </a:lnTo>
                  <a:cubicBezTo>
                    <a:pt x="5931" y="54549"/>
                    <a:pt x="5560" y="55164"/>
                    <a:pt x="4911" y="55296"/>
                  </a:cubicBezTo>
                  <a:cubicBezTo>
                    <a:pt x="4818" y="55296"/>
                    <a:pt x="4725" y="55296"/>
                    <a:pt x="4632" y="55296"/>
                  </a:cubicBezTo>
                  <a:cubicBezTo>
                    <a:pt x="4122" y="55296"/>
                    <a:pt x="3612" y="54944"/>
                    <a:pt x="3519" y="54462"/>
                  </a:cubicBezTo>
                  <a:lnTo>
                    <a:pt x="3241" y="53320"/>
                  </a:lnTo>
                  <a:lnTo>
                    <a:pt x="3009" y="53320"/>
                  </a:lnTo>
                  <a:cubicBezTo>
                    <a:pt x="2685" y="53408"/>
                    <a:pt x="2406" y="53584"/>
                    <a:pt x="2221" y="53847"/>
                  </a:cubicBezTo>
                  <a:lnTo>
                    <a:pt x="180" y="56876"/>
                  </a:lnTo>
                  <a:cubicBezTo>
                    <a:pt x="-52" y="57183"/>
                    <a:pt x="-52" y="57622"/>
                    <a:pt x="134" y="57974"/>
                  </a:cubicBezTo>
                  <a:lnTo>
                    <a:pt x="7369" y="71495"/>
                  </a:lnTo>
                  <a:lnTo>
                    <a:pt x="8992" y="100118"/>
                  </a:lnTo>
                  <a:lnTo>
                    <a:pt x="7044" y="104815"/>
                  </a:lnTo>
                  <a:cubicBezTo>
                    <a:pt x="6951" y="105078"/>
                    <a:pt x="6951" y="105386"/>
                    <a:pt x="7044" y="105649"/>
                  </a:cubicBezTo>
                  <a:lnTo>
                    <a:pt x="8992" y="110127"/>
                  </a:lnTo>
                  <a:lnTo>
                    <a:pt x="8992" y="116229"/>
                  </a:lnTo>
                  <a:lnTo>
                    <a:pt x="4911" y="119346"/>
                  </a:lnTo>
                  <a:lnTo>
                    <a:pt x="1432" y="123209"/>
                  </a:lnTo>
                  <a:cubicBezTo>
                    <a:pt x="1108" y="123560"/>
                    <a:pt x="1061" y="124087"/>
                    <a:pt x="1340" y="124482"/>
                  </a:cubicBezTo>
                  <a:lnTo>
                    <a:pt x="9966" y="137784"/>
                  </a:lnTo>
                  <a:lnTo>
                    <a:pt x="13120" y="149154"/>
                  </a:lnTo>
                  <a:cubicBezTo>
                    <a:pt x="13120" y="149154"/>
                    <a:pt x="13212" y="149417"/>
                    <a:pt x="13305" y="149549"/>
                  </a:cubicBezTo>
                  <a:lnTo>
                    <a:pt x="15021" y="151744"/>
                  </a:lnTo>
                  <a:cubicBezTo>
                    <a:pt x="15253" y="152008"/>
                    <a:pt x="15624" y="152183"/>
                    <a:pt x="15995" y="152183"/>
                  </a:cubicBezTo>
                  <a:lnTo>
                    <a:pt x="24899" y="151920"/>
                  </a:lnTo>
                  <a:lnTo>
                    <a:pt x="32691" y="157188"/>
                  </a:lnTo>
                  <a:cubicBezTo>
                    <a:pt x="32922" y="157363"/>
                    <a:pt x="33247" y="157407"/>
                    <a:pt x="33572" y="157363"/>
                  </a:cubicBezTo>
                  <a:lnTo>
                    <a:pt x="36169" y="156968"/>
                  </a:lnTo>
                  <a:lnTo>
                    <a:pt x="41178" y="167416"/>
                  </a:lnTo>
                  <a:lnTo>
                    <a:pt x="42013" y="166934"/>
                  </a:lnTo>
                  <a:cubicBezTo>
                    <a:pt x="42013" y="166934"/>
                    <a:pt x="42013" y="166934"/>
                    <a:pt x="42013" y="166934"/>
                  </a:cubicBezTo>
                  <a:lnTo>
                    <a:pt x="42013" y="166934"/>
                  </a:lnTo>
                  <a:cubicBezTo>
                    <a:pt x="42291" y="166758"/>
                    <a:pt x="42569" y="166758"/>
                    <a:pt x="42847" y="166802"/>
                  </a:cubicBezTo>
                  <a:cubicBezTo>
                    <a:pt x="42847" y="166802"/>
                    <a:pt x="42847" y="166802"/>
                    <a:pt x="42847" y="166802"/>
                  </a:cubicBezTo>
                  <a:lnTo>
                    <a:pt x="42847" y="166802"/>
                  </a:lnTo>
                  <a:cubicBezTo>
                    <a:pt x="42847" y="166802"/>
                    <a:pt x="42847" y="166802"/>
                    <a:pt x="42847" y="166802"/>
                  </a:cubicBezTo>
                  <a:lnTo>
                    <a:pt x="43404" y="166934"/>
                  </a:lnTo>
                  <a:lnTo>
                    <a:pt x="37838" y="155344"/>
                  </a:lnTo>
                  <a:cubicBezTo>
                    <a:pt x="37607" y="154905"/>
                    <a:pt x="37097" y="154641"/>
                    <a:pt x="36586" y="154729"/>
                  </a:cubicBezTo>
                  <a:lnTo>
                    <a:pt x="33572" y="155212"/>
                  </a:lnTo>
                  <a:lnTo>
                    <a:pt x="25827" y="149988"/>
                  </a:lnTo>
                  <a:cubicBezTo>
                    <a:pt x="25827" y="149988"/>
                    <a:pt x="25363" y="149769"/>
                    <a:pt x="25131" y="149769"/>
                  </a:cubicBezTo>
                  <a:lnTo>
                    <a:pt x="16459" y="150032"/>
                  </a:lnTo>
                  <a:lnTo>
                    <a:pt x="15207" y="148452"/>
                  </a:lnTo>
                  <a:lnTo>
                    <a:pt x="12099" y="137125"/>
                  </a:lnTo>
                  <a:cubicBezTo>
                    <a:pt x="12099" y="137125"/>
                    <a:pt x="12007" y="136906"/>
                    <a:pt x="11960" y="136818"/>
                  </a:cubicBezTo>
                  <a:lnTo>
                    <a:pt x="3705" y="124043"/>
                  </a:lnTo>
                  <a:lnTo>
                    <a:pt x="6488" y="120970"/>
                  </a:lnTo>
                  <a:lnTo>
                    <a:pt x="10847" y="117678"/>
                  </a:lnTo>
                  <a:cubicBezTo>
                    <a:pt x="11125" y="117458"/>
                    <a:pt x="11264" y="117151"/>
                    <a:pt x="11264" y="116800"/>
                  </a:cubicBezTo>
                  <a:lnTo>
                    <a:pt x="11264" y="109951"/>
                  </a:lnTo>
                  <a:cubicBezTo>
                    <a:pt x="11264" y="109951"/>
                    <a:pt x="11264" y="109644"/>
                    <a:pt x="11172" y="109556"/>
                  </a:cubicBezTo>
                  <a:lnTo>
                    <a:pt x="9317" y="105298"/>
                  </a:lnTo>
                  <a:lnTo>
                    <a:pt x="11172" y="100776"/>
                  </a:lnTo>
                  <a:cubicBezTo>
                    <a:pt x="11172" y="100776"/>
                    <a:pt x="11264" y="100469"/>
                    <a:pt x="11264" y="100337"/>
                  </a:cubicBezTo>
                  <a:lnTo>
                    <a:pt x="9595" y="71275"/>
                  </a:lnTo>
                  <a:cubicBezTo>
                    <a:pt x="9595" y="71275"/>
                    <a:pt x="9548" y="70968"/>
                    <a:pt x="9456" y="70836"/>
                  </a:cubicBezTo>
                  <a:lnTo>
                    <a:pt x="2406" y="57666"/>
                  </a:lnTo>
                  <a:lnTo>
                    <a:pt x="3798" y="55603"/>
                  </a:lnTo>
                  <a:lnTo>
                    <a:pt x="8574" y="54857"/>
                  </a:lnTo>
                  <a:cubicBezTo>
                    <a:pt x="8899" y="54813"/>
                    <a:pt x="9177" y="54637"/>
                    <a:pt x="9317" y="54418"/>
                  </a:cubicBezTo>
                  <a:lnTo>
                    <a:pt x="15021" y="46735"/>
                  </a:lnTo>
                  <a:cubicBezTo>
                    <a:pt x="15021" y="46735"/>
                    <a:pt x="15253" y="46340"/>
                    <a:pt x="15253" y="46121"/>
                  </a:cubicBezTo>
                  <a:lnTo>
                    <a:pt x="15253" y="32248"/>
                  </a:lnTo>
                  <a:lnTo>
                    <a:pt x="17247" y="29921"/>
                  </a:lnTo>
                  <a:lnTo>
                    <a:pt x="20447" y="29921"/>
                  </a:lnTo>
                  <a:cubicBezTo>
                    <a:pt x="20818" y="29921"/>
                    <a:pt x="21189" y="29746"/>
                    <a:pt x="21375" y="29482"/>
                  </a:cubicBezTo>
                  <a:lnTo>
                    <a:pt x="25873" y="23644"/>
                  </a:lnTo>
                  <a:lnTo>
                    <a:pt x="35798" y="17981"/>
                  </a:lnTo>
                  <a:cubicBezTo>
                    <a:pt x="36215" y="17761"/>
                    <a:pt x="36401" y="17322"/>
                    <a:pt x="36355" y="16883"/>
                  </a:cubicBezTo>
                  <a:lnTo>
                    <a:pt x="35520" y="11308"/>
                  </a:lnTo>
                  <a:lnTo>
                    <a:pt x="37375" y="3274"/>
                  </a:lnTo>
                  <a:lnTo>
                    <a:pt x="37792" y="1343"/>
                  </a:lnTo>
                  <a:cubicBezTo>
                    <a:pt x="37931" y="772"/>
                    <a:pt x="37514" y="157"/>
                    <a:pt x="36911" y="25"/>
                  </a:cubicBezTo>
                  <a:cubicBezTo>
                    <a:pt x="36308" y="-106"/>
                    <a:pt x="35659" y="289"/>
                    <a:pt x="35520" y="860"/>
                  </a:cubicBezTo>
                  <a:lnTo>
                    <a:pt x="35195" y="2264"/>
                  </a:lnTo>
                  <a:lnTo>
                    <a:pt x="33201" y="11000"/>
                  </a:lnTo>
                  <a:cubicBezTo>
                    <a:pt x="33201" y="11000"/>
                    <a:pt x="33201" y="11264"/>
                    <a:pt x="33201" y="1139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8" name="Freeform: Shape 2427">
              <a:extLst>
                <a:ext uri="{FF2B5EF4-FFF2-40B4-BE49-F238E27FC236}">
                  <a16:creationId xmlns:a16="http://schemas.microsoft.com/office/drawing/2014/main" id="{F309E5C1-25C9-2301-E7E1-9FF7C499CD12}"/>
                </a:ext>
              </a:extLst>
            </p:cNvPr>
            <p:cNvSpPr>
              <a:spLocks/>
            </p:cNvSpPr>
            <p:nvPr/>
          </p:nvSpPr>
          <p:spPr>
            <a:xfrm>
              <a:off x="5784823" y="3641575"/>
              <a:ext cx="207" cy="524"/>
            </a:xfrm>
            <a:custGeom>
              <a:avLst/>
              <a:gdLst>
                <a:gd name="connsiteX0" fmla="*/ 0 w 139"/>
                <a:gd name="connsiteY0" fmla="*/ 351 h 351"/>
                <a:gd name="connsiteX1" fmla="*/ 139 w 139"/>
                <a:gd name="connsiteY1" fmla="*/ 0 h 351"/>
                <a:gd name="connsiteX2" fmla="*/ 0 w 139"/>
                <a:gd name="connsiteY2" fmla="*/ 351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" h="351">
                  <a:moveTo>
                    <a:pt x="0" y="351"/>
                  </a:moveTo>
                  <a:cubicBezTo>
                    <a:pt x="0" y="351"/>
                    <a:pt x="46" y="132"/>
                    <a:pt x="139" y="0"/>
                  </a:cubicBezTo>
                  <a:cubicBezTo>
                    <a:pt x="46" y="88"/>
                    <a:pt x="46" y="219"/>
                    <a:pt x="0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9" name="Freeform: Shape 2428">
              <a:extLst>
                <a:ext uri="{FF2B5EF4-FFF2-40B4-BE49-F238E27FC236}">
                  <a16:creationId xmlns:a16="http://schemas.microsoft.com/office/drawing/2014/main" id="{BCBCA694-CAC3-C11D-388D-9AF95E428140}"/>
                </a:ext>
              </a:extLst>
            </p:cNvPr>
            <p:cNvSpPr>
              <a:spLocks/>
            </p:cNvSpPr>
            <p:nvPr/>
          </p:nvSpPr>
          <p:spPr>
            <a:xfrm>
              <a:off x="5785376" y="3533588"/>
              <a:ext cx="184482" cy="110346"/>
            </a:xfrm>
            <a:custGeom>
              <a:avLst/>
              <a:gdLst>
                <a:gd name="connsiteX0" fmla="*/ 603 w 123595"/>
                <a:gd name="connsiteY0" fmla="*/ 71952 h 73927"/>
                <a:gd name="connsiteX1" fmla="*/ 603 w 123595"/>
                <a:gd name="connsiteY1" fmla="*/ 71952 h 73927"/>
                <a:gd name="connsiteX2" fmla="*/ 603 w 123595"/>
                <a:gd name="connsiteY2" fmla="*/ 71952 h 73927"/>
                <a:gd name="connsiteX3" fmla="*/ 1391 w 123595"/>
                <a:gd name="connsiteY3" fmla="*/ 72259 h 73927"/>
                <a:gd name="connsiteX4" fmla="*/ 1531 w 123595"/>
                <a:gd name="connsiteY4" fmla="*/ 72611 h 73927"/>
                <a:gd name="connsiteX5" fmla="*/ 1716 w 123595"/>
                <a:gd name="connsiteY5" fmla="*/ 73006 h 73927"/>
                <a:gd name="connsiteX6" fmla="*/ 1716 w 123595"/>
                <a:gd name="connsiteY6" fmla="*/ 73928 h 73927"/>
                <a:gd name="connsiteX7" fmla="*/ 26528 w 123595"/>
                <a:gd name="connsiteY7" fmla="*/ 68967 h 73927"/>
                <a:gd name="connsiteX8" fmla="*/ 27084 w 123595"/>
                <a:gd name="connsiteY8" fmla="*/ 68704 h 73927"/>
                <a:gd name="connsiteX9" fmla="*/ 53566 w 123595"/>
                <a:gd name="connsiteY9" fmla="*/ 44954 h 73927"/>
                <a:gd name="connsiteX10" fmla="*/ 123596 w 123595"/>
                <a:gd name="connsiteY10" fmla="*/ 2107 h 73927"/>
                <a:gd name="connsiteX11" fmla="*/ 123132 w 123595"/>
                <a:gd name="connsiteY11" fmla="*/ 2019 h 73927"/>
                <a:gd name="connsiteX12" fmla="*/ 122250 w 123595"/>
                <a:gd name="connsiteY12" fmla="*/ 702 h 73927"/>
                <a:gd name="connsiteX13" fmla="*/ 122714 w 123595"/>
                <a:gd name="connsiteY13" fmla="*/ 0 h 73927"/>
                <a:gd name="connsiteX14" fmla="*/ 121880 w 123595"/>
                <a:gd name="connsiteY14" fmla="*/ 483 h 73927"/>
                <a:gd name="connsiteX15" fmla="*/ 52128 w 123595"/>
                <a:gd name="connsiteY15" fmla="*/ 43154 h 73927"/>
                <a:gd name="connsiteX16" fmla="*/ 25693 w 123595"/>
                <a:gd name="connsiteY16" fmla="*/ 66816 h 73927"/>
                <a:gd name="connsiteX17" fmla="*/ 278 w 123595"/>
                <a:gd name="connsiteY17" fmla="*/ 71864 h 73927"/>
                <a:gd name="connsiteX18" fmla="*/ 278 w 123595"/>
                <a:gd name="connsiteY18" fmla="*/ 71864 h 73927"/>
                <a:gd name="connsiteX19" fmla="*/ 0 w 123595"/>
                <a:gd name="connsiteY19" fmla="*/ 72040 h 73927"/>
                <a:gd name="connsiteX20" fmla="*/ 510 w 123595"/>
                <a:gd name="connsiteY20" fmla="*/ 71821 h 7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3595" h="73927">
                  <a:moveTo>
                    <a:pt x="603" y="71952"/>
                  </a:moveTo>
                  <a:lnTo>
                    <a:pt x="603" y="71952"/>
                  </a:lnTo>
                  <a:cubicBezTo>
                    <a:pt x="603" y="71952"/>
                    <a:pt x="603" y="71952"/>
                    <a:pt x="603" y="71952"/>
                  </a:cubicBezTo>
                  <a:cubicBezTo>
                    <a:pt x="928" y="71952"/>
                    <a:pt x="1206" y="72040"/>
                    <a:pt x="1391" y="72259"/>
                  </a:cubicBezTo>
                  <a:cubicBezTo>
                    <a:pt x="1484" y="72347"/>
                    <a:pt x="1484" y="72479"/>
                    <a:pt x="1531" y="72611"/>
                  </a:cubicBezTo>
                  <a:cubicBezTo>
                    <a:pt x="1577" y="72742"/>
                    <a:pt x="1716" y="72874"/>
                    <a:pt x="1716" y="73006"/>
                  </a:cubicBezTo>
                  <a:cubicBezTo>
                    <a:pt x="1716" y="73006"/>
                    <a:pt x="1716" y="73401"/>
                    <a:pt x="1716" y="73928"/>
                  </a:cubicBezTo>
                  <a:lnTo>
                    <a:pt x="26528" y="68967"/>
                  </a:lnTo>
                  <a:cubicBezTo>
                    <a:pt x="26528" y="68967"/>
                    <a:pt x="26945" y="68835"/>
                    <a:pt x="27084" y="68704"/>
                  </a:cubicBezTo>
                  <a:lnTo>
                    <a:pt x="53566" y="44954"/>
                  </a:lnTo>
                  <a:lnTo>
                    <a:pt x="123596" y="2107"/>
                  </a:lnTo>
                  <a:lnTo>
                    <a:pt x="123132" y="2019"/>
                  </a:lnTo>
                  <a:cubicBezTo>
                    <a:pt x="122529" y="1888"/>
                    <a:pt x="122111" y="1317"/>
                    <a:pt x="122250" y="702"/>
                  </a:cubicBezTo>
                  <a:cubicBezTo>
                    <a:pt x="122297" y="395"/>
                    <a:pt x="122482" y="176"/>
                    <a:pt x="122714" y="0"/>
                  </a:cubicBezTo>
                  <a:lnTo>
                    <a:pt x="121880" y="483"/>
                  </a:lnTo>
                  <a:lnTo>
                    <a:pt x="52128" y="43154"/>
                  </a:lnTo>
                  <a:lnTo>
                    <a:pt x="25693" y="66816"/>
                  </a:lnTo>
                  <a:lnTo>
                    <a:pt x="278" y="71864"/>
                  </a:lnTo>
                  <a:cubicBezTo>
                    <a:pt x="278" y="71864"/>
                    <a:pt x="278" y="71864"/>
                    <a:pt x="278" y="71864"/>
                  </a:cubicBezTo>
                  <a:cubicBezTo>
                    <a:pt x="139" y="71864"/>
                    <a:pt x="93" y="71996"/>
                    <a:pt x="0" y="72040"/>
                  </a:cubicBezTo>
                  <a:cubicBezTo>
                    <a:pt x="139" y="71952"/>
                    <a:pt x="325" y="71821"/>
                    <a:pt x="510" y="7182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0" name="Freeform: Shape 2429">
              <a:extLst>
                <a:ext uri="{FF2B5EF4-FFF2-40B4-BE49-F238E27FC236}">
                  <a16:creationId xmlns:a16="http://schemas.microsoft.com/office/drawing/2014/main" id="{98DC5C3A-C14D-D340-BC17-95C2079F2572}"/>
                </a:ext>
              </a:extLst>
            </p:cNvPr>
            <p:cNvSpPr>
              <a:spLocks/>
            </p:cNvSpPr>
            <p:nvPr/>
          </p:nvSpPr>
          <p:spPr>
            <a:xfrm>
              <a:off x="5970067" y="3533457"/>
              <a:ext cx="6922" cy="6553"/>
            </a:xfrm>
            <a:custGeom>
              <a:avLst/>
              <a:gdLst>
                <a:gd name="connsiteX0" fmla="*/ 0 w 4637"/>
                <a:gd name="connsiteY0" fmla="*/ 0 h 4390"/>
                <a:gd name="connsiteX1" fmla="*/ 0 w 4637"/>
                <a:gd name="connsiteY1" fmla="*/ 0 h 4390"/>
                <a:gd name="connsiteX2" fmla="*/ 0 w 4637"/>
                <a:gd name="connsiteY2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7" h="439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1" name="Freeform: Shape 2430">
              <a:extLst>
                <a:ext uri="{FF2B5EF4-FFF2-40B4-BE49-F238E27FC236}">
                  <a16:creationId xmlns:a16="http://schemas.microsoft.com/office/drawing/2014/main" id="{CE9D39B8-23E2-007A-E2A9-4751C390935A}"/>
                </a:ext>
              </a:extLst>
            </p:cNvPr>
            <p:cNvSpPr>
              <a:spLocks/>
            </p:cNvSpPr>
            <p:nvPr/>
          </p:nvSpPr>
          <p:spPr>
            <a:xfrm>
              <a:off x="5968751" y="3533431"/>
              <a:ext cx="1244" cy="221"/>
            </a:xfrm>
            <a:custGeom>
              <a:avLst/>
              <a:gdLst>
                <a:gd name="connsiteX0" fmla="*/ 0 w 834"/>
                <a:gd name="connsiteY0" fmla="*/ 148 h 148"/>
                <a:gd name="connsiteX1" fmla="*/ 0 w 834"/>
                <a:gd name="connsiteY1" fmla="*/ 148 h 148"/>
                <a:gd name="connsiteX2" fmla="*/ 835 w 834"/>
                <a:gd name="connsiteY2" fmla="*/ 16 h 148"/>
                <a:gd name="connsiteX3" fmla="*/ 0 w 834"/>
                <a:gd name="connsiteY3" fmla="*/ 148 h 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" h="148">
                  <a:moveTo>
                    <a:pt x="0" y="148"/>
                  </a:moveTo>
                  <a:lnTo>
                    <a:pt x="0" y="148"/>
                  </a:lnTo>
                  <a:cubicBezTo>
                    <a:pt x="232" y="16"/>
                    <a:pt x="510" y="-27"/>
                    <a:pt x="835" y="16"/>
                  </a:cubicBezTo>
                  <a:cubicBezTo>
                    <a:pt x="557" y="-27"/>
                    <a:pt x="278" y="16"/>
                    <a:pt x="0" y="14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2" name="Freeform: Shape 2431">
              <a:extLst>
                <a:ext uri="{FF2B5EF4-FFF2-40B4-BE49-F238E27FC236}">
                  <a16:creationId xmlns:a16="http://schemas.microsoft.com/office/drawing/2014/main" id="{EF72291F-1568-A8D3-C144-C77FCDB324A1}"/>
                </a:ext>
              </a:extLst>
            </p:cNvPr>
            <p:cNvSpPr>
              <a:spLocks/>
            </p:cNvSpPr>
            <p:nvPr/>
          </p:nvSpPr>
          <p:spPr>
            <a:xfrm>
              <a:off x="5480768" y="3440014"/>
              <a:ext cx="89180" cy="56943"/>
            </a:xfrm>
            <a:custGeom>
              <a:avLst/>
              <a:gdLst>
                <a:gd name="connsiteX0" fmla="*/ 59748 w 59747"/>
                <a:gd name="connsiteY0" fmla="*/ 38149 h 38149"/>
                <a:gd name="connsiteX1" fmla="*/ 59701 w 59747"/>
                <a:gd name="connsiteY1" fmla="*/ 38061 h 38149"/>
                <a:gd name="connsiteX2" fmla="*/ 2240 w 59747"/>
                <a:gd name="connsiteY2" fmla="*/ 483 h 38149"/>
                <a:gd name="connsiteX3" fmla="*/ 1730 w 59747"/>
                <a:gd name="connsiteY3" fmla="*/ 176 h 38149"/>
                <a:gd name="connsiteX4" fmla="*/ 1405 w 59747"/>
                <a:gd name="connsiteY4" fmla="*/ 88 h 38149"/>
                <a:gd name="connsiteX5" fmla="*/ 988 w 59747"/>
                <a:gd name="connsiteY5" fmla="*/ 0 h 38149"/>
                <a:gd name="connsiteX6" fmla="*/ 617 w 59747"/>
                <a:gd name="connsiteY6" fmla="*/ 176 h 38149"/>
                <a:gd name="connsiteX7" fmla="*/ 246 w 59747"/>
                <a:gd name="connsiteY7" fmla="*/ 395 h 38149"/>
                <a:gd name="connsiteX8" fmla="*/ 153 w 59747"/>
                <a:gd name="connsiteY8" fmla="*/ 439 h 38149"/>
                <a:gd name="connsiteX9" fmla="*/ 60 w 59747"/>
                <a:gd name="connsiteY9" fmla="*/ 746 h 38149"/>
                <a:gd name="connsiteX10" fmla="*/ 431 w 59747"/>
                <a:gd name="connsiteY10" fmla="*/ 1976 h 38149"/>
                <a:gd name="connsiteX11" fmla="*/ 2240 w 59747"/>
                <a:gd name="connsiteY11" fmla="*/ 3161 h 38149"/>
                <a:gd name="connsiteX12" fmla="*/ 55296 w 59747"/>
                <a:gd name="connsiteY12" fmla="*/ 37842 h 38149"/>
                <a:gd name="connsiteX13" fmla="*/ 59006 w 59747"/>
                <a:gd name="connsiteY13" fmla="*/ 37842 h 38149"/>
                <a:gd name="connsiteX14" fmla="*/ 59748 w 59747"/>
                <a:gd name="connsiteY14" fmla="*/ 38105 h 38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9747" h="38149">
                  <a:moveTo>
                    <a:pt x="59748" y="38149"/>
                  </a:moveTo>
                  <a:cubicBezTo>
                    <a:pt x="59748" y="38149"/>
                    <a:pt x="59748" y="38061"/>
                    <a:pt x="59701" y="38061"/>
                  </a:cubicBezTo>
                  <a:lnTo>
                    <a:pt x="2240" y="483"/>
                  </a:lnTo>
                  <a:lnTo>
                    <a:pt x="1730" y="176"/>
                  </a:lnTo>
                  <a:cubicBezTo>
                    <a:pt x="1730" y="176"/>
                    <a:pt x="1498" y="176"/>
                    <a:pt x="1405" y="88"/>
                  </a:cubicBezTo>
                  <a:cubicBezTo>
                    <a:pt x="1266" y="88"/>
                    <a:pt x="1127" y="0"/>
                    <a:pt x="988" y="0"/>
                  </a:cubicBezTo>
                  <a:cubicBezTo>
                    <a:pt x="849" y="0"/>
                    <a:pt x="710" y="88"/>
                    <a:pt x="617" y="176"/>
                  </a:cubicBezTo>
                  <a:cubicBezTo>
                    <a:pt x="478" y="219"/>
                    <a:pt x="339" y="307"/>
                    <a:pt x="246" y="395"/>
                  </a:cubicBezTo>
                  <a:cubicBezTo>
                    <a:pt x="246" y="395"/>
                    <a:pt x="199" y="395"/>
                    <a:pt x="153" y="439"/>
                  </a:cubicBezTo>
                  <a:cubicBezTo>
                    <a:pt x="60" y="527"/>
                    <a:pt x="153" y="658"/>
                    <a:pt x="60" y="746"/>
                  </a:cubicBezTo>
                  <a:cubicBezTo>
                    <a:pt x="-79" y="1185"/>
                    <a:pt x="14" y="1668"/>
                    <a:pt x="431" y="1976"/>
                  </a:cubicBezTo>
                  <a:lnTo>
                    <a:pt x="2240" y="3161"/>
                  </a:lnTo>
                  <a:lnTo>
                    <a:pt x="55296" y="37842"/>
                  </a:lnTo>
                  <a:lnTo>
                    <a:pt x="59006" y="37842"/>
                  </a:lnTo>
                  <a:cubicBezTo>
                    <a:pt x="59284" y="37842"/>
                    <a:pt x="59516" y="37974"/>
                    <a:pt x="59748" y="3810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3" name="Freeform: Shape 2432">
              <a:extLst>
                <a:ext uri="{FF2B5EF4-FFF2-40B4-BE49-F238E27FC236}">
                  <a16:creationId xmlns:a16="http://schemas.microsoft.com/office/drawing/2014/main" id="{83BB7DCC-8C8A-FAA2-DA06-03D7FC5726A7}"/>
                </a:ext>
              </a:extLst>
            </p:cNvPr>
            <p:cNvSpPr>
              <a:spLocks/>
            </p:cNvSpPr>
            <p:nvPr/>
          </p:nvSpPr>
          <p:spPr>
            <a:xfrm>
              <a:off x="5570157" y="3498662"/>
              <a:ext cx="277" cy="590"/>
            </a:xfrm>
            <a:custGeom>
              <a:avLst/>
              <a:gdLst>
                <a:gd name="connsiteX0" fmla="*/ 186 w 185"/>
                <a:gd name="connsiteY0" fmla="*/ 0 h 395"/>
                <a:gd name="connsiteX1" fmla="*/ 0 w 185"/>
                <a:gd name="connsiteY1" fmla="*/ 395 h 395"/>
                <a:gd name="connsiteX2" fmla="*/ 93 w 185"/>
                <a:gd name="connsiteY2" fmla="*/ 307 h 395"/>
                <a:gd name="connsiteX3" fmla="*/ 186 w 185"/>
                <a:gd name="connsiteY3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" h="395">
                  <a:moveTo>
                    <a:pt x="186" y="0"/>
                  </a:moveTo>
                  <a:cubicBezTo>
                    <a:pt x="186" y="0"/>
                    <a:pt x="93" y="307"/>
                    <a:pt x="0" y="395"/>
                  </a:cubicBezTo>
                  <a:cubicBezTo>
                    <a:pt x="0" y="395"/>
                    <a:pt x="93" y="351"/>
                    <a:pt x="93" y="307"/>
                  </a:cubicBezTo>
                  <a:cubicBezTo>
                    <a:pt x="186" y="219"/>
                    <a:pt x="93" y="88"/>
                    <a:pt x="18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4" name="Freeform: Shape 2433">
              <a:extLst>
                <a:ext uri="{FF2B5EF4-FFF2-40B4-BE49-F238E27FC236}">
                  <a16:creationId xmlns:a16="http://schemas.microsoft.com/office/drawing/2014/main" id="{95A26B81-21A5-0D99-F29F-4E27780B4BC3}"/>
                </a:ext>
              </a:extLst>
            </p:cNvPr>
            <p:cNvSpPr>
              <a:spLocks/>
            </p:cNvSpPr>
            <p:nvPr/>
          </p:nvSpPr>
          <p:spPr>
            <a:xfrm>
              <a:off x="5568912" y="3499448"/>
              <a:ext cx="1108" cy="393"/>
            </a:xfrm>
            <a:custGeom>
              <a:avLst/>
              <a:gdLst>
                <a:gd name="connsiteX0" fmla="*/ 0 w 742"/>
                <a:gd name="connsiteY0" fmla="*/ 263 h 263"/>
                <a:gd name="connsiteX1" fmla="*/ 742 w 742"/>
                <a:gd name="connsiteY1" fmla="*/ 0 h 263"/>
                <a:gd name="connsiteX2" fmla="*/ 0 w 742"/>
                <a:gd name="connsiteY2" fmla="*/ 263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2" h="263">
                  <a:moveTo>
                    <a:pt x="0" y="263"/>
                  </a:moveTo>
                  <a:cubicBezTo>
                    <a:pt x="278" y="263"/>
                    <a:pt x="510" y="132"/>
                    <a:pt x="742" y="0"/>
                  </a:cubicBezTo>
                  <a:cubicBezTo>
                    <a:pt x="557" y="176"/>
                    <a:pt x="278" y="263"/>
                    <a:pt x="0" y="2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5" name="Freeform: Shape 2434">
              <a:extLst>
                <a:ext uri="{FF2B5EF4-FFF2-40B4-BE49-F238E27FC236}">
                  <a16:creationId xmlns:a16="http://schemas.microsoft.com/office/drawing/2014/main" id="{05F557BC-06EC-32A5-AA59-B889DAE7342D}"/>
                </a:ext>
              </a:extLst>
            </p:cNvPr>
            <p:cNvSpPr>
              <a:spLocks/>
            </p:cNvSpPr>
            <p:nvPr/>
          </p:nvSpPr>
          <p:spPr>
            <a:xfrm>
              <a:off x="5570296" y="3497482"/>
              <a:ext cx="277" cy="590"/>
            </a:xfrm>
            <a:custGeom>
              <a:avLst/>
              <a:gdLst>
                <a:gd name="connsiteX0" fmla="*/ 0 w 185"/>
                <a:gd name="connsiteY0" fmla="*/ 0 h 395"/>
                <a:gd name="connsiteX1" fmla="*/ 186 w 185"/>
                <a:gd name="connsiteY1" fmla="*/ 395 h 395"/>
                <a:gd name="connsiteX2" fmla="*/ 0 w 185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0" y="0"/>
                  </a:moveTo>
                  <a:cubicBezTo>
                    <a:pt x="0" y="0"/>
                    <a:pt x="139" y="220"/>
                    <a:pt x="186" y="395"/>
                  </a:cubicBezTo>
                  <a:cubicBezTo>
                    <a:pt x="186" y="263"/>
                    <a:pt x="93" y="132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6" name="Freeform: Shape 2435">
              <a:extLst>
                <a:ext uri="{FF2B5EF4-FFF2-40B4-BE49-F238E27FC236}">
                  <a16:creationId xmlns:a16="http://schemas.microsoft.com/office/drawing/2014/main" id="{0FB155D6-712D-06BF-89D2-E5644A39360E}"/>
                </a:ext>
              </a:extLst>
            </p:cNvPr>
            <p:cNvSpPr>
              <a:spLocks/>
            </p:cNvSpPr>
            <p:nvPr/>
          </p:nvSpPr>
          <p:spPr>
            <a:xfrm>
              <a:off x="5862440" y="3181475"/>
              <a:ext cx="52287" cy="185477"/>
            </a:xfrm>
            <a:custGeom>
              <a:avLst/>
              <a:gdLst>
                <a:gd name="connsiteX0" fmla="*/ 10470 w 35030"/>
                <a:gd name="connsiteY0" fmla="*/ 10693 h 124262"/>
                <a:gd name="connsiteX1" fmla="*/ 10006 w 35030"/>
                <a:gd name="connsiteY1" fmla="*/ 11659 h 124262"/>
                <a:gd name="connsiteX2" fmla="*/ 10609 w 35030"/>
                <a:gd name="connsiteY2" fmla="*/ 12537 h 124262"/>
                <a:gd name="connsiteX3" fmla="*/ 15015 w 35030"/>
                <a:gd name="connsiteY3" fmla="*/ 14776 h 124262"/>
                <a:gd name="connsiteX4" fmla="*/ 14365 w 35030"/>
                <a:gd name="connsiteY4" fmla="*/ 16181 h 124262"/>
                <a:gd name="connsiteX5" fmla="*/ 12186 w 35030"/>
                <a:gd name="connsiteY5" fmla="*/ 18507 h 124262"/>
                <a:gd name="connsiteX6" fmla="*/ 11907 w 35030"/>
                <a:gd name="connsiteY6" fmla="*/ 19341 h 124262"/>
                <a:gd name="connsiteX7" fmla="*/ 12789 w 35030"/>
                <a:gd name="connsiteY7" fmla="*/ 27595 h 124262"/>
                <a:gd name="connsiteX8" fmla="*/ 13113 w 35030"/>
                <a:gd name="connsiteY8" fmla="*/ 28253 h 124262"/>
                <a:gd name="connsiteX9" fmla="*/ 14087 w 35030"/>
                <a:gd name="connsiteY9" fmla="*/ 29175 h 124262"/>
                <a:gd name="connsiteX10" fmla="*/ 13345 w 35030"/>
                <a:gd name="connsiteY10" fmla="*/ 32160 h 124262"/>
                <a:gd name="connsiteX11" fmla="*/ 13762 w 35030"/>
                <a:gd name="connsiteY11" fmla="*/ 33258 h 124262"/>
                <a:gd name="connsiteX12" fmla="*/ 15942 w 35030"/>
                <a:gd name="connsiteY12" fmla="*/ 34926 h 124262"/>
                <a:gd name="connsiteX13" fmla="*/ 12093 w 35030"/>
                <a:gd name="connsiteY13" fmla="*/ 39974 h 124262"/>
                <a:gd name="connsiteX14" fmla="*/ 11861 w 35030"/>
                <a:gd name="connsiteY14" fmla="*/ 40677 h 124262"/>
                <a:gd name="connsiteX15" fmla="*/ 12139 w 35030"/>
                <a:gd name="connsiteY15" fmla="*/ 44540 h 124262"/>
                <a:gd name="connsiteX16" fmla="*/ 6713 w 35030"/>
                <a:gd name="connsiteY16" fmla="*/ 49413 h 124262"/>
                <a:gd name="connsiteX17" fmla="*/ 6342 w 35030"/>
                <a:gd name="connsiteY17" fmla="*/ 50072 h 124262"/>
                <a:gd name="connsiteX18" fmla="*/ 5925 w 35030"/>
                <a:gd name="connsiteY18" fmla="*/ 52969 h 124262"/>
                <a:gd name="connsiteX19" fmla="*/ 2864 w 35030"/>
                <a:gd name="connsiteY19" fmla="*/ 52969 h 124262"/>
                <a:gd name="connsiteX20" fmla="*/ 1751 w 35030"/>
                <a:gd name="connsiteY20" fmla="*/ 53759 h 124262"/>
                <a:gd name="connsiteX21" fmla="*/ 35 w 35030"/>
                <a:gd name="connsiteY21" fmla="*/ 59510 h 124262"/>
                <a:gd name="connsiteX22" fmla="*/ 35 w 35030"/>
                <a:gd name="connsiteY22" fmla="*/ 60212 h 124262"/>
                <a:gd name="connsiteX23" fmla="*/ 4673 w 35030"/>
                <a:gd name="connsiteY23" fmla="*/ 71714 h 124262"/>
                <a:gd name="connsiteX24" fmla="*/ 5739 w 35030"/>
                <a:gd name="connsiteY24" fmla="*/ 72417 h 124262"/>
                <a:gd name="connsiteX25" fmla="*/ 13252 w 35030"/>
                <a:gd name="connsiteY25" fmla="*/ 77685 h 124262"/>
                <a:gd name="connsiteX26" fmla="*/ 13252 w 35030"/>
                <a:gd name="connsiteY26" fmla="*/ 83918 h 124262"/>
                <a:gd name="connsiteX27" fmla="*/ 13809 w 35030"/>
                <a:gd name="connsiteY27" fmla="*/ 84840 h 124262"/>
                <a:gd name="connsiteX28" fmla="*/ 24986 w 35030"/>
                <a:gd name="connsiteY28" fmla="*/ 91162 h 124262"/>
                <a:gd name="connsiteX29" fmla="*/ 32452 w 35030"/>
                <a:gd name="connsiteY29" fmla="*/ 122287 h 124262"/>
                <a:gd name="connsiteX30" fmla="*/ 32731 w 35030"/>
                <a:gd name="connsiteY30" fmla="*/ 123429 h 124262"/>
                <a:gd name="connsiteX31" fmla="*/ 33844 w 35030"/>
                <a:gd name="connsiteY31" fmla="*/ 124263 h 124262"/>
                <a:gd name="connsiteX32" fmla="*/ 34122 w 35030"/>
                <a:gd name="connsiteY32" fmla="*/ 124263 h 124262"/>
                <a:gd name="connsiteX33" fmla="*/ 35003 w 35030"/>
                <a:gd name="connsiteY33" fmla="*/ 122946 h 124262"/>
                <a:gd name="connsiteX34" fmla="*/ 34771 w 35030"/>
                <a:gd name="connsiteY34" fmla="*/ 121936 h 124262"/>
                <a:gd name="connsiteX35" fmla="*/ 27165 w 35030"/>
                <a:gd name="connsiteY35" fmla="*/ 90240 h 124262"/>
                <a:gd name="connsiteX36" fmla="*/ 26609 w 35030"/>
                <a:gd name="connsiteY36" fmla="*/ 89538 h 124262"/>
                <a:gd name="connsiteX37" fmla="*/ 15571 w 35030"/>
                <a:gd name="connsiteY37" fmla="*/ 83260 h 124262"/>
                <a:gd name="connsiteX38" fmla="*/ 15571 w 35030"/>
                <a:gd name="connsiteY38" fmla="*/ 77289 h 124262"/>
                <a:gd name="connsiteX39" fmla="*/ 15386 w 35030"/>
                <a:gd name="connsiteY39" fmla="*/ 76675 h 124262"/>
                <a:gd name="connsiteX40" fmla="*/ 6527 w 35030"/>
                <a:gd name="connsiteY40" fmla="*/ 70222 h 124262"/>
                <a:gd name="connsiteX41" fmla="*/ 2307 w 35030"/>
                <a:gd name="connsiteY41" fmla="*/ 59686 h 124262"/>
                <a:gd name="connsiteX42" fmla="*/ 3699 w 35030"/>
                <a:gd name="connsiteY42" fmla="*/ 55076 h 124262"/>
                <a:gd name="connsiteX43" fmla="*/ 6899 w 35030"/>
                <a:gd name="connsiteY43" fmla="*/ 55076 h 124262"/>
                <a:gd name="connsiteX44" fmla="*/ 8058 w 35030"/>
                <a:gd name="connsiteY44" fmla="*/ 54154 h 124262"/>
                <a:gd name="connsiteX45" fmla="*/ 8568 w 35030"/>
                <a:gd name="connsiteY45" fmla="*/ 50686 h 124262"/>
                <a:gd name="connsiteX46" fmla="*/ 14087 w 35030"/>
                <a:gd name="connsiteY46" fmla="*/ 45725 h 124262"/>
                <a:gd name="connsiteX47" fmla="*/ 14458 w 35030"/>
                <a:gd name="connsiteY47" fmla="*/ 44847 h 124262"/>
                <a:gd name="connsiteX48" fmla="*/ 14180 w 35030"/>
                <a:gd name="connsiteY48" fmla="*/ 40852 h 124262"/>
                <a:gd name="connsiteX49" fmla="*/ 18446 w 35030"/>
                <a:gd name="connsiteY49" fmla="*/ 35277 h 124262"/>
                <a:gd name="connsiteX50" fmla="*/ 18215 w 35030"/>
                <a:gd name="connsiteY50" fmla="*/ 33784 h 124262"/>
                <a:gd name="connsiteX51" fmla="*/ 15710 w 35030"/>
                <a:gd name="connsiteY51" fmla="*/ 31897 h 124262"/>
                <a:gd name="connsiteX52" fmla="*/ 16406 w 35030"/>
                <a:gd name="connsiteY52" fmla="*/ 28999 h 124262"/>
                <a:gd name="connsiteX53" fmla="*/ 16081 w 35030"/>
                <a:gd name="connsiteY53" fmla="*/ 27990 h 124262"/>
                <a:gd name="connsiteX54" fmla="*/ 14922 w 35030"/>
                <a:gd name="connsiteY54" fmla="*/ 26892 h 124262"/>
                <a:gd name="connsiteX55" fmla="*/ 14133 w 35030"/>
                <a:gd name="connsiteY55" fmla="*/ 19517 h 124262"/>
                <a:gd name="connsiteX56" fmla="*/ 16128 w 35030"/>
                <a:gd name="connsiteY56" fmla="*/ 17410 h 124262"/>
                <a:gd name="connsiteX57" fmla="*/ 16313 w 35030"/>
                <a:gd name="connsiteY57" fmla="*/ 17146 h 124262"/>
                <a:gd name="connsiteX58" fmla="*/ 17473 w 35030"/>
                <a:gd name="connsiteY58" fmla="*/ 14688 h 124262"/>
                <a:gd name="connsiteX59" fmla="*/ 16962 w 35030"/>
                <a:gd name="connsiteY59" fmla="*/ 13283 h 124262"/>
                <a:gd name="connsiteX60" fmla="*/ 13252 w 35030"/>
                <a:gd name="connsiteY60" fmla="*/ 11396 h 124262"/>
                <a:gd name="connsiteX61" fmla="*/ 20302 w 35030"/>
                <a:gd name="connsiteY61" fmla="*/ 6654 h 124262"/>
                <a:gd name="connsiteX62" fmla="*/ 20765 w 35030"/>
                <a:gd name="connsiteY62" fmla="*/ 5557 h 124262"/>
                <a:gd name="connsiteX63" fmla="*/ 20116 w 35030"/>
                <a:gd name="connsiteY63" fmla="*/ 1957 h 124262"/>
                <a:gd name="connsiteX64" fmla="*/ 19931 w 35030"/>
                <a:gd name="connsiteY64" fmla="*/ 903 h 124262"/>
                <a:gd name="connsiteX65" fmla="*/ 18586 w 35030"/>
                <a:gd name="connsiteY65" fmla="*/ 25 h 124262"/>
                <a:gd name="connsiteX66" fmla="*/ 17658 w 35030"/>
                <a:gd name="connsiteY66" fmla="*/ 1298 h 124262"/>
                <a:gd name="connsiteX67" fmla="*/ 17844 w 35030"/>
                <a:gd name="connsiteY67" fmla="*/ 2352 h 124262"/>
                <a:gd name="connsiteX68" fmla="*/ 18400 w 35030"/>
                <a:gd name="connsiteY68" fmla="*/ 5249 h 124262"/>
                <a:gd name="connsiteX69" fmla="*/ 10470 w 35030"/>
                <a:gd name="connsiteY69" fmla="*/ 10605 h 124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35030" h="124262">
                  <a:moveTo>
                    <a:pt x="10470" y="10693"/>
                  </a:moveTo>
                  <a:cubicBezTo>
                    <a:pt x="10145" y="10913"/>
                    <a:pt x="9960" y="11264"/>
                    <a:pt x="10006" y="11659"/>
                  </a:cubicBezTo>
                  <a:cubicBezTo>
                    <a:pt x="10006" y="12054"/>
                    <a:pt x="10238" y="12361"/>
                    <a:pt x="10609" y="12537"/>
                  </a:cubicBezTo>
                  <a:lnTo>
                    <a:pt x="15015" y="14776"/>
                  </a:lnTo>
                  <a:lnTo>
                    <a:pt x="14365" y="16181"/>
                  </a:lnTo>
                  <a:lnTo>
                    <a:pt x="12186" y="18507"/>
                  </a:lnTo>
                  <a:cubicBezTo>
                    <a:pt x="11954" y="18727"/>
                    <a:pt x="11861" y="19034"/>
                    <a:pt x="11907" y="19341"/>
                  </a:cubicBezTo>
                  <a:lnTo>
                    <a:pt x="12789" y="27595"/>
                  </a:lnTo>
                  <a:cubicBezTo>
                    <a:pt x="12789" y="27858"/>
                    <a:pt x="12928" y="28078"/>
                    <a:pt x="13113" y="28253"/>
                  </a:cubicBezTo>
                  <a:lnTo>
                    <a:pt x="14087" y="29175"/>
                  </a:lnTo>
                  <a:lnTo>
                    <a:pt x="13345" y="32160"/>
                  </a:lnTo>
                  <a:cubicBezTo>
                    <a:pt x="13252" y="32555"/>
                    <a:pt x="13391" y="32994"/>
                    <a:pt x="13762" y="33258"/>
                  </a:cubicBezTo>
                  <a:lnTo>
                    <a:pt x="15942" y="34926"/>
                  </a:lnTo>
                  <a:lnTo>
                    <a:pt x="12093" y="39974"/>
                  </a:lnTo>
                  <a:cubicBezTo>
                    <a:pt x="12093" y="39974"/>
                    <a:pt x="11861" y="40413"/>
                    <a:pt x="11861" y="40677"/>
                  </a:cubicBezTo>
                  <a:lnTo>
                    <a:pt x="12139" y="44540"/>
                  </a:lnTo>
                  <a:lnTo>
                    <a:pt x="6713" y="49413"/>
                  </a:lnTo>
                  <a:cubicBezTo>
                    <a:pt x="6713" y="49413"/>
                    <a:pt x="6388" y="49808"/>
                    <a:pt x="6342" y="50072"/>
                  </a:cubicBezTo>
                  <a:lnTo>
                    <a:pt x="5925" y="52969"/>
                  </a:lnTo>
                  <a:lnTo>
                    <a:pt x="2864" y="52969"/>
                  </a:lnTo>
                  <a:cubicBezTo>
                    <a:pt x="2354" y="52969"/>
                    <a:pt x="1890" y="53276"/>
                    <a:pt x="1751" y="53759"/>
                  </a:cubicBezTo>
                  <a:lnTo>
                    <a:pt x="35" y="59510"/>
                  </a:lnTo>
                  <a:cubicBezTo>
                    <a:pt x="-12" y="59729"/>
                    <a:pt x="-12" y="59993"/>
                    <a:pt x="35" y="60212"/>
                  </a:cubicBezTo>
                  <a:lnTo>
                    <a:pt x="4673" y="71714"/>
                  </a:lnTo>
                  <a:cubicBezTo>
                    <a:pt x="4858" y="72153"/>
                    <a:pt x="5275" y="72417"/>
                    <a:pt x="5739" y="72417"/>
                  </a:cubicBezTo>
                  <a:cubicBezTo>
                    <a:pt x="8614" y="72417"/>
                    <a:pt x="11954" y="76016"/>
                    <a:pt x="13252" y="77685"/>
                  </a:cubicBezTo>
                  <a:lnTo>
                    <a:pt x="13252" y="83918"/>
                  </a:lnTo>
                  <a:cubicBezTo>
                    <a:pt x="13252" y="84314"/>
                    <a:pt x="13484" y="84665"/>
                    <a:pt x="13809" y="84840"/>
                  </a:cubicBezTo>
                  <a:lnTo>
                    <a:pt x="24986" y="91162"/>
                  </a:lnTo>
                  <a:lnTo>
                    <a:pt x="32452" y="122287"/>
                  </a:lnTo>
                  <a:lnTo>
                    <a:pt x="32731" y="123429"/>
                  </a:lnTo>
                  <a:cubicBezTo>
                    <a:pt x="32870" y="123955"/>
                    <a:pt x="33334" y="124263"/>
                    <a:pt x="33844" y="124263"/>
                  </a:cubicBezTo>
                  <a:cubicBezTo>
                    <a:pt x="33937" y="124263"/>
                    <a:pt x="34029" y="124263"/>
                    <a:pt x="34122" y="124263"/>
                  </a:cubicBezTo>
                  <a:cubicBezTo>
                    <a:pt x="34725" y="124131"/>
                    <a:pt x="35142" y="123516"/>
                    <a:pt x="35003" y="122946"/>
                  </a:cubicBezTo>
                  <a:lnTo>
                    <a:pt x="34771" y="121936"/>
                  </a:lnTo>
                  <a:lnTo>
                    <a:pt x="27165" y="90240"/>
                  </a:lnTo>
                  <a:cubicBezTo>
                    <a:pt x="27073" y="89933"/>
                    <a:pt x="26887" y="89713"/>
                    <a:pt x="26609" y="89538"/>
                  </a:cubicBezTo>
                  <a:lnTo>
                    <a:pt x="15571" y="83260"/>
                  </a:lnTo>
                  <a:lnTo>
                    <a:pt x="15571" y="77289"/>
                  </a:lnTo>
                  <a:cubicBezTo>
                    <a:pt x="15571" y="77289"/>
                    <a:pt x="15479" y="76850"/>
                    <a:pt x="15386" y="76675"/>
                  </a:cubicBezTo>
                  <a:cubicBezTo>
                    <a:pt x="15200" y="76412"/>
                    <a:pt x="11119" y="70836"/>
                    <a:pt x="6527" y="70222"/>
                  </a:cubicBezTo>
                  <a:lnTo>
                    <a:pt x="2307" y="59686"/>
                  </a:lnTo>
                  <a:lnTo>
                    <a:pt x="3699" y="55076"/>
                  </a:lnTo>
                  <a:lnTo>
                    <a:pt x="6899" y="55076"/>
                  </a:lnTo>
                  <a:cubicBezTo>
                    <a:pt x="7455" y="55076"/>
                    <a:pt x="7965" y="54681"/>
                    <a:pt x="8058" y="54154"/>
                  </a:cubicBezTo>
                  <a:lnTo>
                    <a:pt x="8568" y="50686"/>
                  </a:lnTo>
                  <a:lnTo>
                    <a:pt x="14087" y="45725"/>
                  </a:lnTo>
                  <a:cubicBezTo>
                    <a:pt x="14319" y="45506"/>
                    <a:pt x="14458" y="45199"/>
                    <a:pt x="14458" y="44847"/>
                  </a:cubicBezTo>
                  <a:lnTo>
                    <a:pt x="14180" y="40852"/>
                  </a:lnTo>
                  <a:lnTo>
                    <a:pt x="18446" y="35277"/>
                  </a:lnTo>
                  <a:cubicBezTo>
                    <a:pt x="18818" y="34794"/>
                    <a:pt x="18725" y="34136"/>
                    <a:pt x="18215" y="33784"/>
                  </a:cubicBezTo>
                  <a:lnTo>
                    <a:pt x="15710" y="31897"/>
                  </a:lnTo>
                  <a:lnTo>
                    <a:pt x="16406" y="28999"/>
                  </a:lnTo>
                  <a:cubicBezTo>
                    <a:pt x="16499" y="28648"/>
                    <a:pt x="16406" y="28253"/>
                    <a:pt x="16081" y="27990"/>
                  </a:cubicBezTo>
                  <a:lnTo>
                    <a:pt x="14922" y="26892"/>
                  </a:lnTo>
                  <a:lnTo>
                    <a:pt x="14133" y="19517"/>
                  </a:lnTo>
                  <a:lnTo>
                    <a:pt x="16128" y="17410"/>
                  </a:lnTo>
                  <a:cubicBezTo>
                    <a:pt x="16128" y="17410"/>
                    <a:pt x="16267" y="17234"/>
                    <a:pt x="16313" y="17146"/>
                  </a:cubicBezTo>
                  <a:lnTo>
                    <a:pt x="17473" y="14688"/>
                  </a:lnTo>
                  <a:cubicBezTo>
                    <a:pt x="17705" y="14161"/>
                    <a:pt x="17473" y="13547"/>
                    <a:pt x="16962" y="13283"/>
                  </a:cubicBezTo>
                  <a:lnTo>
                    <a:pt x="13252" y="11396"/>
                  </a:lnTo>
                  <a:lnTo>
                    <a:pt x="20302" y="6654"/>
                  </a:lnTo>
                  <a:cubicBezTo>
                    <a:pt x="20673" y="6391"/>
                    <a:pt x="20858" y="5996"/>
                    <a:pt x="20765" y="5557"/>
                  </a:cubicBezTo>
                  <a:lnTo>
                    <a:pt x="20116" y="1957"/>
                  </a:lnTo>
                  <a:lnTo>
                    <a:pt x="19931" y="903"/>
                  </a:lnTo>
                  <a:cubicBezTo>
                    <a:pt x="19838" y="289"/>
                    <a:pt x="19235" y="-106"/>
                    <a:pt x="18586" y="25"/>
                  </a:cubicBezTo>
                  <a:cubicBezTo>
                    <a:pt x="17936" y="113"/>
                    <a:pt x="17519" y="684"/>
                    <a:pt x="17658" y="1298"/>
                  </a:cubicBezTo>
                  <a:lnTo>
                    <a:pt x="17844" y="2352"/>
                  </a:lnTo>
                  <a:lnTo>
                    <a:pt x="18400" y="5249"/>
                  </a:lnTo>
                  <a:lnTo>
                    <a:pt x="10470" y="1060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7" name="Freeform: Shape 2436">
              <a:extLst>
                <a:ext uri="{FF2B5EF4-FFF2-40B4-BE49-F238E27FC236}">
                  <a16:creationId xmlns:a16="http://schemas.microsoft.com/office/drawing/2014/main" id="{BADF9E0E-0A8A-26BC-D751-C647EC068E84}"/>
                </a:ext>
              </a:extLst>
            </p:cNvPr>
            <p:cNvSpPr>
              <a:spLocks/>
            </p:cNvSpPr>
            <p:nvPr/>
          </p:nvSpPr>
          <p:spPr>
            <a:xfrm>
              <a:off x="5286777" y="3697206"/>
              <a:ext cx="109557" cy="47899"/>
            </a:xfrm>
            <a:custGeom>
              <a:avLst/>
              <a:gdLst>
                <a:gd name="connsiteX0" fmla="*/ 39915 w 73399"/>
                <a:gd name="connsiteY0" fmla="*/ 2239 h 32090"/>
                <a:gd name="connsiteX1" fmla="*/ 47057 w 73399"/>
                <a:gd name="connsiteY1" fmla="*/ 10317 h 32090"/>
                <a:gd name="connsiteX2" fmla="*/ 48078 w 73399"/>
                <a:gd name="connsiteY2" fmla="*/ 10712 h 32090"/>
                <a:gd name="connsiteX3" fmla="*/ 53921 w 73399"/>
                <a:gd name="connsiteY3" fmla="*/ 10009 h 32090"/>
                <a:gd name="connsiteX4" fmla="*/ 58235 w 73399"/>
                <a:gd name="connsiteY4" fmla="*/ 18219 h 32090"/>
                <a:gd name="connsiteX5" fmla="*/ 61991 w 73399"/>
                <a:gd name="connsiteY5" fmla="*/ 23706 h 32090"/>
                <a:gd name="connsiteX6" fmla="*/ 62176 w 73399"/>
                <a:gd name="connsiteY6" fmla="*/ 23926 h 32090"/>
                <a:gd name="connsiteX7" fmla="*/ 71916 w 73399"/>
                <a:gd name="connsiteY7" fmla="*/ 32091 h 32090"/>
                <a:gd name="connsiteX8" fmla="*/ 71916 w 73399"/>
                <a:gd name="connsiteY8" fmla="*/ 31608 h 32090"/>
                <a:gd name="connsiteX9" fmla="*/ 72055 w 73399"/>
                <a:gd name="connsiteY9" fmla="*/ 31345 h 32090"/>
                <a:gd name="connsiteX10" fmla="*/ 72240 w 73399"/>
                <a:gd name="connsiteY10" fmla="*/ 30949 h 32090"/>
                <a:gd name="connsiteX11" fmla="*/ 72565 w 73399"/>
                <a:gd name="connsiteY11" fmla="*/ 30686 h 32090"/>
                <a:gd name="connsiteX12" fmla="*/ 72797 w 73399"/>
                <a:gd name="connsiteY12" fmla="*/ 30511 h 32090"/>
                <a:gd name="connsiteX13" fmla="*/ 73400 w 73399"/>
                <a:gd name="connsiteY13" fmla="*/ 30379 h 32090"/>
                <a:gd name="connsiteX14" fmla="*/ 63846 w 73399"/>
                <a:gd name="connsiteY14" fmla="*/ 22345 h 32090"/>
                <a:gd name="connsiteX15" fmla="*/ 60229 w 73399"/>
                <a:gd name="connsiteY15" fmla="*/ 17077 h 32090"/>
                <a:gd name="connsiteX16" fmla="*/ 55591 w 73399"/>
                <a:gd name="connsiteY16" fmla="*/ 8297 h 32090"/>
                <a:gd name="connsiteX17" fmla="*/ 54385 w 73399"/>
                <a:gd name="connsiteY17" fmla="*/ 7683 h 32090"/>
                <a:gd name="connsiteX18" fmla="*/ 48356 w 73399"/>
                <a:gd name="connsiteY18" fmla="*/ 8429 h 32090"/>
                <a:gd name="connsiteX19" fmla="*/ 41214 w 73399"/>
                <a:gd name="connsiteY19" fmla="*/ 395 h 32090"/>
                <a:gd name="connsiteX20" fmla="*/ 40240 w 73399"/>
                <a:gd name="connsiteY20" fmla="*/ 0 h 32090"/>
                <a:gd name="connsiteX21" fmla="*/ 11254 w 73399"/>
                <a:gd name="connsiteY21" fmla="*/ 1668 h 32090"/>
                <a:gd name="connsiteX22" fmla="*/ 10420 w 73399"/>
                <a:gd name="connsiteY22" fmla="*/ 2063 h 32090"/>
                <a:gd name="connsiteX23" fmla="*/ 5735 w 73399"/>
                <a:gd name="connsiteY23" fmla="*/ 7507 h 32090"/>
                <a:gd name="connsiteX24" fmla="*/ 263 w 73399"/>
                <a:gd name="connsiteY24" fmla="*/ 13872 h 32090"/>
                <a:gd name="connsiteX25" fmla="*/ 448 w 73399"/>
                <a:gd name="connsiteY25" fmla="*/ 15409 h 32090"/>
                <a:gd name="connsiteX26" fmla="*/ 2071 w 73399"/>
                <a:gd name="connsiteY26" fmla="*/ 15233 h 32090"/>
                <a:gd name="connsiteX27" fmla="*/ 4437 w 73399"/>
                <a:gd name="connsiteY27" fmla="*/ 12512 h 32090"/>
                <a:gd name="connsiteX28" fmla="*/ 11903 w 73399"/>
                <a:gd name="connsiteY28" fmla="*/ 3819 h 32090"/>
                <a:gd name="connsiteX29" fmla="*/ 39776 w 73399"/>
                <a:gd name="connsiteY29" fmla="*/ 2239 h 3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3399" h="32090">
                  <a:moveTo>
                    <a:pt x="39915" y="2239"/>
                  </a:moveTo>
                  <a:lnTo>
                    <a:pt x="47057" y="10317"/>
                  </a:lnTo>
                  <a:cubicBezTo>
                    <a:pt x="47336" y="10580"/>
                    <a:pt x="47707" y="10712"/>
                    <a:pt x="48078" y="10712"/>
                  </a:cubicBezTo>
                  <a:lnTo>
                    <a:pt x="53921" y="10009"/>
                  </a:lnTo>
                  <a:lnTo>
                    <a:pt x="58235" y="18219"/>
                  </a:lnTo>
                  <a:lnTo>
                    <a:pt x="61991" y="23706"/>
                  </a:lnTo>
                  <a:cubicBezTo>
                    <a:pt x="61991" y="23706"/>
                    <a:pt x="62130" y="23882"/>
                    <a:pt x="62176" y="23926"/>
                  </a:cubicBezTo>
                  <a:lnTo>
                    <a:pt x="71916" y="32091"/>
                  </a:lnTo>
                  <a:lnTo>
                    <a:pt x="71916" y="31608"/>
                  </a:lnTo>
                  <a:cubicBezTo>
                    <a:pt x="71916" y="31608"/>
                    <a:pt x="72008" y="31432"/>
                    <a:pt x="72055" y="31345"/>
                  </a:cubicBezTo>
                  <a:cubicBezTo>
                    <a:pt x="72055" y="31213"/>
                    <a:pt x="72101" y="31081"/>
                    <a:pt x="72240" y="30949"/>
                  </a:cubicBezTo>
                  <a:cubicBezTo>
                    <a:pt x="72333" y="30818"/>
                    <a:pt x="72426" y="30774"/>
                    <a:pt x="72565" y="30686"/>
                  </a:cubicBezTo>
                  <a:cubicBezTo>
                    <a:pt x="72658" y="30642"/>
                    <a:pt x="72704" y="30555"/>
                    <a:pt x="72797" y="30511"/>
                  </a:cubicBezTo>
                  <a:lnTo>
                    <a:pt x="73400" y="30379"/>
                  </a:lnTo>
                  <a:lnTo>
                    <a:pt x="63846" y="22345"/>
                  </a:lnTo>
                  <a:lnTo>
                    <a:pt x="60229" y="17077"/>
                  </a:lnTo>
                  <a:lnTo>
                    <a:pt x="55591" y="8297"/>
                  </a:lnTo>
                  <a:cubicBezTo>
                    <a:pt x="55359" y="7858"/>
                    <a:pt x="54895" y="7683"/>
                    <a:pt x="54385" y="7683"/>
                  </a:cubicBezTo>
                  <a:lnTo>
                    <a:pt x="48356" y="8429"/>
                  </a:lnTo>
                  <a:lnTo>
                    <a:pt x="41214" y="395"/>
                  </a:lnTo>
                  <a:cubicBezTo>
                    <a:pt x="40982" y="132"/>
                    <a:pt x="40657" y="0"/>
                    <a:pt x="40240" y="0"/>
                  </a:cubicBezTo>
                  <a:lnTo>
                    <a:pt x="11254" y="1668"/>
                  </a:lnTo>
                  <a:cubicBezTo>
                    <a:pt x="10930" y="1668"/>
                    <a:pt x="10651" y="1844"/>
                    <a:pt x="10420" y="2063"/>
                  </a:cubicBezTo>
                  <a:lnTo>
                    <a:pt x="5735" y="7507"/>
                  </a:lnTo>
                  <a:lnTo>
                    <a:pt x="263" y="13872"/>
                  </a:lnTo>
                  <a:cubicBezTo>
                    <a:pt x="-155" y="14355"/>
                    <a:pt x="-62" y="15014"/>
                    <a:pt x="448" y="15409"/>
                  </a:cubicBezTo>
                  <a:cubicBezTo>
                    <a:pt x="958" y="15804"/>
                    <a:pt x="1654" y="15716"/>
                    <a:pt x="2071" y="15233"/>
                  </a:cubicBezTo>
                  <a:lnTo>
                    <a:pt x="4437" y="12512"/>
                  </a:lnTo>
                  <a:lnTo>
                    <a:pt x="11903" y="3819"/>
                  </a:lnTo>
                  <a:lnTo>
                    <a:pt x="39776" y="223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8" name="Freeform: Shape 2437">
              <a:extLst>
                <a:ext uri="{FF2B5EF4-FFF2-40B4-BE49-F238E27FC236}">
                  <a16:creationId xmlns:a16="http://schemas.microsoft.com/office/drawing/2014/main" id="{479AA78C-A1B7-0874-D267-4DE4A6130AE8}"/>
                </a:ext>
              </a:extLst>
            </p:cNvPr>
            <p:cNvSpPr>
              <a:spLocks/>
            </p:cNvSpPr>
            <p:nvPr/>
          </p:nvSpPr>
          <p:spPr>
            <a:xfrm>
              <a:off x="5394467" y="3743338"/>
              <a:ext cx="277" cy="590"/>
            </a:xfrm>
            <a:custGeom>
              <a:avLst/>
              <a:gdLst>
                <a:gd name="connsiteX0" fmla="*/ 0 w 185"/>
                <a:gd name="connsiteY0" fmla="*/ 395 h 395"/>
                <a:gd name="connsiteX1" fmla="*/ 185 w 185"/>
                <a:gd name="connsiteY1" fmla="*/ 0 h 395"/>
                <a:gd name="connsiteX2" fmla="*/ 0 w 185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0" y="395"/>
                  </a:moveTo>
                  <a:cubicBezTo>
                    <a:pt x="0" y="395"/>
                    <a:pt x="93" y="132"/>
                    <a:pt x="185" y="0"/>
                  </a:cubicBezTo>
                  <a:cubicBezTo>
                    <a:pt x="93" y="132"/>
                    <a:pt x="46" y="220"/>
                    <a:pt x="0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9" name="Freeform: Shape 2438">
              <a:extLst>
                <a:ext uri="{FF2B5EF4-FFF2-40B4-BE49-F238E27FC236}">
                  <a16:creationId xmlns:a16="http://schemas.microsoft.com/office/drawing/2014/main" id="{9C4089DE-4077-F0C7-F2B5-2C9630367D17}"/>
                </a:ext>
              </a:extLst>
            </p:cNvPr>
            <p:cNvSpPr>
              <a:spLocks/>
            </p:cNvSpPr>
            <p:nvPr/>
          </p:nvSpPr>
          <p:spPr>
            <a:xfrm>
              <a:off x="5395297" y="3496631"/>
              <a:ext cx="175412" cy="248936"/>
            </a:xfrm>
            <a:custGeom>
              <a:avLst/>
              <a:gdLst>
                <a:gd name="connsiteX0" fmla="*/ 1623 w 117519"/>
                <a:gd name="connsiteY0" fmla="*/ 165942 h 166776"/>
                <a:gd name="connsiteX1" fmla="*/ 1623 w 117519"/>
                <a:gd name="connsiteY1" fmla="*/ 166776 h 166776"/>
                <a:gd name="connsiteX2" fmla="*/ 8580 w 117519"/>
                <a:gd name="connsiteY2" fmla="*/ 165064 h 166776"/>
                <a:gd name="connsiteX3" fmla="*/ 9461 w 117519"/>
                <a:gd name="connsiteY3" fmla="*/ 164011 h 166776"/>
                <a:gd name="connsiteX4" fmla="*/ 9461 w 117519"/>
                <a:gd name="connsiteY4" fmla="*/ 154133 h 166776"/>
                <a:gd name="connsiteX5" fmla="*/ 12522 w 117519"/>
                <a:gd name="connsiteY5" fmla="*/ 151806 h 166776"/>
                <a:gd name="connsiteX6" fmla="*/ 21055 w 117519"/>
                <a:gd name="connsiteY6" fmla="*/ 160630 h 166776"/>
                <a:gd name="connsiteX7" fmla="*/ 21890 w 117519"/>
                <a:gd name="connsiteY7" fmla="*/ 160981 h 166776"/>
                <a:gd name="connsiteX8" fmla="*/ 24209 w 117519"/>
                <a:gd name="connsiteY8" fmla="*/ 160981 h 166776"/>
                <a:gd name="connsiteX9" fmla="*/ 25368 w 117519"/>
                <a:gd name="connsiteY9" fmla="*/ 159884 h 166776"/>
                <a:gd name="connsiteX10" fmla="*/ 25368 w 117519"/>
                <a:gd name="connsiteY10" fmla="*/ 155494 h 166776"/>
                <a:gd name="connsiteX11" fmla="*/ 106250 w 117519"/>
                <a:gd name="connsiteY11" fmla="*/ 155494 h 166776"/>
                <a:gd name="connsiteX12" fmla="*/ 107363 w 117519"/>
                <a:gd name="connsiteY12" fmla="*/ 154748 h 166776"/>
                <a:gd name="connsiteX13" fmla="*/ 112882 w 117519"/>
                <a:gd name="connsiteY13" fmla="*/ 140217 h 166776"/>
                <a:gd name="connsiteX14" fmla="*/ 112233 w 117519"/>
                <a:gd name="connsiteY14" fmla="*/ 138812 h 166776"/>
                <a:gd name="connsiteX15" fmla="*/ 107688 w 117519"/>
                <a:gd name="connsiteY15" fmla="*/ 137144 h 166776"/>
                <a:gd name="connsiteX16" fmla="*/ 92522 w 117519"/>
                <a:gd name="connsiteY16" fmla="*/ 2151 h 166776"/>
                <a:gd name="connsiteX17" fmla="*/ 116314 w 117519"/>
                <a:gd name="connsiteY17" fmla="*/ 2151 h 166776"/>
                <a:gd name="connsiteX18" fmla="*/ 117056 w 117519"/>
                <a:gd name="connsiteY18" fmla="*/ 1888 h 166776"/>
                <a:gd name="connsiteX19" fmla="*/ 117195 w 117519"/>
                <a:gd name="connsiteY19" fmla="*/ 1800 h 166776"/>
                <a:gd name="connsiteX20" fmla="*/ 117381 w 117519"/>
                <a:gd name="connsiteY20" fmla="*/ 1405 h 166776"/>
                <a:gd name="connsiteX21" fmla="*/ 117520 w 117519"/>
                <a:gd name="connsiteY21" fmla="*/ 1098 h 166776"/>
                <a:gd name="connsiteX22" fmla="*/ 117520 w 117519"/>
                <a:gd name="connsiteY22" fmla="*/ 1010 h 166776"/>
                <a:gd name="connsiteX23" fmla="*/ 117334 w 117519"/>
                <a:gd name="connsiteY23" fmla="*/ 615 h 166776"/>
                <a:gd name="connsiteX24" fmla="*/ 117103 w 117519"/>
                <a:gd name="connsiteY24" fmla="*/ 263 h 166776"/>
                <a:gd name="connsiteX25" fmla="*/ 116360 w 117519"/>
                <a:gd name="connsiteY25" fmla="*/ 0 h 166776"/>
                <a:gd name="connsiteX26" fmla="*/ 91270 w 117519"/>
                <a:gd name="connsiteY26" fmla="*/ 0 h 166776"/>
                <a:gd name="connsiteX27" fmla="*/ 90389 w 117519"/>
                <a:gd name="connsiteY27" fmla="*/ 351 h 166776"/>
                <a:gd name="connsiteX28" fmla="*/ 90111 w 117519"/>
                <a:gd name="connsiteY28" fmla="*/ 1185 h 166776"/>
                <a:gd name="connsiteX29" fmla="*/ 105462 w 117519"/>
                <a:gd name="connsiteY29" fmla="*/ 138066 h 166776"/>
                <a:gd name="connsiteX30" fmla="*/ 106204 w 117519"/>
                <a:gd name="connsiteY30" fmla="*/ 138988 h 166776"/>
                <a:gd name="connsiteX31" fmla="*/ 110378 w 117519"/>
                <a:gd name="connsiteY31" fmla="*/ 140524 h 166776"/>
                <a:gd name="connsiteX32" fmla="*/ 105508 w 117519"/>
                <a:gd name="connsiteY32" fmla="*/ 153343 h 166776"/>
                <a:gd name="connsiteX33" fmla="*/ 24302 w 117519"/>
                <a:gd name="connsiteY33" fmla="*/ 153343 h 166776"/>
                <a:gd name="connsiteX34" fmla="*/ 23142 w 117519"/>
                <a:gd name="connsiteY34" fmla="*/ 154440 h 166776"/>
                <a:gd name="connsiteX35" fmla="*/ 23142 w 117519"/>
                <a:gd name="connsiteY35" fmla="*/ 158830 h 166776"/>
                <a:gd name="connsiteX36" fmla="*/ 22493 w 117519"/>
                <a:gd name="connsiteY36" fmla="*/ 158830 h 166776"/>
                <a:gd name="connsiteX37" fmla="*/ 13542 w 117519"/>
                <a:gd name="connsiteY37" fmla="*/ 149567 h 166776"/>
                <a:gd name="connsiteX38" fmla="*/ 11965 w 117519"/>
                <a:gd name="connsiteY38" fmla="*/ 149436 h 166776"/>
                <a:gd name="connsiteX39" fmla="*/ 7606 w 117519"/>
                <a:gd name="connsiteY39" fmla="*/ 152728 h 166776"/>
                <a:gd name="connsiteX40" fmla="*/ 7188 w 117519"/>
                <a:gd name="connsiteY40" fmla="*/ 153606 h 166776"/>
                <a:gd name="connsiteX41" fmla="*/ 7188 w 117519"/>
                <a:gd name="connsiteY41" fmla="*/ 163177 h 166776"/>
                <a:gd name="connsiteX42" fmla="*/ 835 w 117519"/>
                <a:gd name="connsiteY42" fmla="*/ 164757 h 166776"/>
                <a:gd name="connsiteX43" fmla="*/ 232 w 117519"/>
                <a:gd name="connsiteY43" fmla="*/ 164889 h 166776"/>
                <a:gd name="connsiteX44" fmla="*/ 0 w 117519"/>
                <a:gd name="connsiteY44" fmla="*/ 165064 h 166776"/>
                <a:gd name="connsiteX45" fmla="*/ 557 w 117519"/>
                <a:gd name="connsiteY45" fmla="*/ 164845 h 166776"/>
                <a:gd name="connsiteX46" fmla="*/ 1716 w 117519"/>
                <a:gd name="connsiteY46" fmla="*/ 165942 h 16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17519" h="166776">
                  <a:moveTo>
                    <a:pt x="1623" y="165942"/>
                  </a:moveTo>
                  <a:lnTo>
                    <a:pt x="1623" y="166776"/>
                  </a:lnTo>
                  <a:lnTo>
                    <a:pt x="8580" y="165064"/>
                  </a:lnTo>
                  <a:cubicBezTo>
                    <a:pt x="9090" y="164933"/>
                    <a:pt x="9461" y="164493"/>
                    <a:pt x="9461" y="164011"/>
                  </a:cubicBezTo>
                  <a:lnTo>
                    <a:pt x="9461" y="154133"/>
                  </a:lnTo>
                  <a:lnTo>
                    <a:pt x="12522" y="151806"/>
                  </a:lnTo>
                  <a:lnTo>
                    <a:pt x="21055" y="160630"/>
                  </a:lnTo>
                  <a:cubicBezTo>
                    <a:pt x="21287" y="160850"/>
                    <a:pt x="21565" y="160981"/>
                    <a:pt x="21890" y="160981"/>
                  </a:cubicBezTo>
                  <a:lnTo>
                    <a:pt x="24209" y="160981"/>
                  </a:lnTo>
                  <a:cubicBezTo>
                    <a:pt x="24858" y="160981"/>
                    <a:pt x="25368" y="160499"/>
                    <a:pt x="25368" y="159884"/>
                  </a:cubicBezTo>
                  <a:lnTo>
                    <a:pt x="25368" y="155494"/>
                  </a:lnTo>
                  <a:lnTo>
                    <a:pt x="106250" y="155494"/>
                  </a:lnTo>
                  <a:cubicBezTo>
                    <a:pt x="106760" y="155494"/>
                    <a:pt x="107178" y="155187"/>
                    <a:pt x="107363" y="154748"/>
                  </a:cubicBezTo>
                  <a:lnTo>
                    <a:pt x="112882" y="140217"/>
                  </a:lnTo>
                  <a:cubicBezTo>
                    <a:pt x="113114" y="139646"/>
                    <a:pt x="112790" y="139031"/>
                    <a:pt x="112233" y="138812"/>
                  </a:cubicBezTo>
                  <a:lnTo>
                    <a:pt x="107688" y="137144"/>
                  </a:lnTo>
                  <a:lnTo>
                    <a:pt x="92522" y="2151"/>
                  </a:lnTo>
                  <a:lnTo>
                    <a:pt x="116314" y="2151"/>
                  </a:lnTo>
                  <a:cubicBezTo>
                    <a:pt x="116592" y="2151"/>
                    <a:pt x="116824" y="2019"/>
                    <a:pt x="117056" y="1888"/>
                  </a:cubicBezTo>
                  <a:cubicBezTo>
                    <a:pt x="117056" y="1888"/>
                    <a:pt x="117149" y="1844"/>
                    <a:pt x="117195" y="1800"/>
                  </a:cubicBezTo>
                  <a:cubicBezTo>
                    <a:pt x="117288" y="1668"/>
                    <a:pt x="117334" y="1536"/>
                    <a:pt x="117381" y="1405"/>
                  </a:cubicBezTo>
                  <a:cubicBezTo>
                    <a:pt x="117381" y="1317"/>
                    <a:pt x="117520" y="1229"/>
                    <a:pt x="117520" y="1098"/>
                  </a:cubicBezTo>
                  <a:cubicBezTo>
                    <a:pt x="117520" y="1098"/>
                    <a:pt x="117520" y="1054"/>
                    <a:pt x="117520" y="1010"/>
                  </a:cubicBezTo>
                  <a:cubicBezTo>
                    <a:pt x="117520" y="878"/>
                    <a:pt x="117427" y="746"/>
                    <a:pt x="117334" y="615"/>
                  </a:cubicBezTo>
                  <a:cubicBezTo>
                    <a:pt x="117242" y="483"/>
                    <a:pt x="117242" y="351"/>
                    <a:pt x="117103" y="263"/>
                  </a:cubicBezTo>
                  <a:cubicBezTo>
                    <a:pt x="116917" y="88"/>
                    <a:pt x="116685" y="0"/>
                    <a:pt x="116360" y="0"/>
                  </a:cubicBezTo>
                  <a:lnTo>
                    <a:pt x="91270" y="0"/>
                  </a:lnTo>
                  <a:cubicBezTo>
                    <a:pt x="90946" y="0"/>
                    <a:pt x="90621" y="132"/>
                    <a:pt x="90389" y="351"/>
                  </a:cubicBezTo>
                  <a:cubicBezTo>
                    <a:pt x="90157" y="571"/>
                    <a:pt x="90065" y="878"/>
                    <a:pt x="90111" y="1185"/>
                  </a:cubicBezTo>
                  <a:lnTo>
                    <a:pt x="105462" y="138066"/>
                  </a:lnTo>
                  <a:cubicBezTo>
                    <a:pt x="105462" y="138461"/>
                    <a:pt x="105787" y="138812"/>
                    <a:pt x="106204" y="138988"/>
                  </a:cubicBezTo>
                  <a:lnTo>
                    <a:pt x="110378" y="140524"/>
                  </a:lnTo>
                  <a:lnTo>
                    <a:pt x="105508" y="153343"/>
                  </a:lnTo>
                  <a:lnTo>
                    <a:pt x="24302" y="153343"/>
                  </a:lnTo>
                  <a:cubicBezTo>
                    <a:pt x="23652" y="153343"/>
                    <a:pt x="23142" y="153826"/>
                    <a:pt x="23142" y="154440"/>
                  </a:cubicBezTo>
                  <a:lnTo>
                    <a:pt x="23142" y="158830"/>
                  </a:lnTo>
                  <a:lnTo>
                    <a:pt x="22493" y="158830"/>
                  </a:lnTo>
                  <a:lnTo>
                    <a:pt x="13542" y="149567"/>
                  </a:lnTo>
                  <a:cubicBezTo>
                    <a:pt x="13125" y="149128"/>
                    <a:pt x="12429" y="149085"/>
                    <a:pt x="11965" y="149436"/>
                  </a:cubicBezTo>
                  <a:lnTo>
                    <a:pt x="7606" y="152728"/>
                  </a:lnTo>
                  <a:cubicBezTo>
                    <a:pt x="7327" y="152948"/>
                    <a:pt x="7188" y="153255"/>
                    <a:pt x="7188" y="153606"/>
                  </a:cubicBezTo>
                  <a:lnTo>
                    <a:pt x="7188" y="163177"/>
                  </a:lnTo>
                  <a:lnTo>
                    <a:pt x="835" y="164757"/>
                  </a:lnTo>
                  <a:lnTo>
                    <a:pt x="232" y="164889"/>
                  </a:lnTo>
                  <a:cubicBezTo>
                    <a:pt x="232" y="164889"/>
                    <a:pt x="93" y="165020"/>
                    <a:pt x="0" y="165064"/>
                  </a:cubicBezTo>
                  <a:cubicBezTo>
                    <a:pt x="185" y="164976"/>
                    <a:pt x="325" y="164845"/>
                    <a:pt x="557" y="164845"/>
                  </a:cubicBezTo>
                  <a:cubicBezTo>
                    <a:pt x="1206" y="164845"/>
                    <a:pt x="1716" y="165328"/>
                    <a:pt x="1716" y="16594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0" name="Freeform: Shape 2439">
              <a:extLst>
                <a:ext uri="{FF2B5EF4-FFF2-40B4-BE49-F238E27FC236}">
                  <a16:creationId xmlns:a16="http://schemas.microsoft.com/office/drawing/2014/main" id="{5881B778-52EC-A9A9-39DD-573E4F8B8C9C}"/>
                </a:ext>
              </a:extLst>
            </p:cNvPr>
            <p:cNvSpPr>
              <a:spLocks/>
            </p:cNvSpPr>
            <p:nvPr/>
          </p:nvSpPr>
          <p:spPr>
            <a:xfrm>
              <a:off x="5394190" y="3742749"/>
              <a:ext cx="28190" cy="55631"/>
            </a:xfrm>
            <a:custGeom>
              <a:avLst/>
              <a:gdLst>
                <a:gd name="connsiteX0" fmla="*/ 16000 w 18886"/>
                <a:gd name="connsiteY0" fmla="*/ 36174 h 37271"/>
                <a:gd name="connsiteX1" fmla="*/ 16000 w 18886"/>
                <a:gd name="connsiteY1" fmla="*/ 37271 h 37271"/>
                <a:gd name="connsiteX2" fmla="*/ 16278 w 18886"/>
                <a:gd name="connsiteY2" fmla="*/ 37271 h 37271"/>
                <a:gd name="connsiteX3" fmla="*/ 17438 w 18886"/>
                <a:gd name="connsiteY3" fmla="*/ 36349 h 37271"/>
                <a:gd name="connsiteX4" fmla="*/ 18876 w 18886"/>
                <a:gd name="connsiteY4" fmla="*/ 28667 h 37271"/>
                <a:gd name="connsiteX5" fmla="*/ 18551 w 18886"/>
                <a:gd name="connsiteY5" fmla="*/ 27701 h 37271"/>
                <a:gd name="connsiteX6" fmla="*/ 12475 w 18886"/>
                <a:gd name="connsiteY6" fmla="*/ 21950 h 37271"/>
                <a:gd name="connsiteX7" fmla="*/ 11641 w 18886"/>
                <a:gd name="connsiteY7" fmla="*/ 21643 h 37271"/>
                <a:gd name="connsiteX8" fmla="*/ 8394 w 18886"/>
                <a:gd name="connsiteY8" fmla="*/ 21643 h 37271"/>
                <a:gd name="connsiteX9" fmla="*/ 7281 w 18886"/>
                <a:gd name="connsiteY9" fmla="*/ 18701 h 37271"/>
                <a:gd name="connsiteX10" fmla="*/ 7281 w 18886"/>
                <a:gd name="connsiteY10" fmla="*/ 9307 h 37271"/>
                <a:gd name="connsiteX11" fmla="*/ 6771 w 18886"/>
                <a:gd name="connsiteY11" fmla="*/ 8385 h 37271"/>
                <a:gd name="connsiteX12" fmla="*/ 2365 w 18886"/>
                <a:gd name="connsiteY12" fmla="*/ 5707 h 37271"/>
                <a:gd name="connsiteX13" fmla="*/ 2365 w 18886"/>
                <a:gd name="connsiteY13" fmla="*/ 1098 h 37271"/>
                <a:gd name="connsiteX14" fmla="*/ 1206 w 18886"/>
                <a:gd name="connsiteY14" fmla="*/ 0 h 37271"/>
                <a:gd name="connsiteX15" fmla="*/ 649 w 18886"/>
                <a:gd name="connsiteY15" fmla="*/ 219 h 37271"/>
                <a:gd name="connsiteX16" fmla="*/ 325 w 18886"/>
                <a:gd name="connsiteY16" fmla="*/ 483 h 37271"/>
                <a:gd name="connsiteX17" fmla="*/ 139 w 18886"/>
                <a:gd name="connsiteY17" fmla="*/ 878 h 37271"/>
                <a:gd name="connsiteX18" fmla="*/ 0 w 18886"/>
                <a:gd name="connsiteY18" fmla="*/ 1141 h 37271"/>
                <a:gd name="connsiteX19" fmla="*/ 0 w 18886"/>
                <a:gd name="connsiteY19" fmla="*/ 6366 h 37271"/>
                <a:gd name="connsiteX20" fmla="*/ 510 w 18886"/>
                <a:gd name="connsiteY20" fmla="*/ 7287 h 37271"/>
                <a:gd name="connsiteX21" fmla="*/ 4916 w 18886"/>
                <a:gd name="connsiteY21" fmla="*/ 9965 h 37271"/>
                <a:gd name="connsiteX22" fmla="*/ 4916 w 18886"/>
                <a:gd name="connsiteY22" fmla="*/ 18965 h 37271"/>
                <a:gd name="connsiteX23" fmla="*/ 4962 w 18886"/>
                <a:gd name="connsiteY23" fmla="*/ 19316 h 37271"/>
                <a:gd name="connsiteX24" fmla="*/ 6400 w 18886"/>
                <a:gd name="connsiteY24" fmla="*/ 23179 h 37271"/>
                <a:gd name="connsiteX25" fmla="*/ 7513 w 18886"/>
                <a:gd name="connsiteY25" fmla="*/ 23926 h 37271"/>
                <a:gd name="connsiteX26" fmla="*/ 11084 w 18886"/>
                <a:gd name="connsiteY26" fmla="*/ 23926 h 37271"/>
                <a:gd name="connsiteX27" fmla="*/ 16418 w 18886"/>
                <a:gd name="connsiteY27" fmla="*/ 28974 h 37271"/>
                <a:gd name="connsiteX28" fmla="*/ 15258 w 18886"/>
                <a:gd name="connsiteY28" fmla="*/ 35164 h 37271"/>
                <a:gd name="connsiteX29" fmla="*/ 14794 w 18886"/>
                <a:gd name="connsiteY29" fmla="*/ 35164 h 37271"/>
                <a:gd name="connsiteX30" fmla="*/ 15954 w 18886"/>
                <a:gd name="connsiteY30" fmla="*/ 36262 h 3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886" h="37271">
                  <a:moveTo>
                    <a:pt x="16000" y="36174"/>
                  </a:moveTo>
                  <a:lnTo>
                    <a:pt x="16000" y="37271"/>
                  </a:lnTo>
                  <a:lnTo>
                    <a:pt x="16278" y="37271"/>
                  </a:lnTo>
                  <a:cubicBezTo>
                    <a:pt x="16835" y="37271"/>
                    <a:pt x="17299" y="36876"/>
                    <a:pt x="17438" y="36349"/>
                  </a:cubicBezTo>
                  <a:lnTo>
                    <a:pt x="18876" y="28667"/>
                  </a:lnTo>
                  <a:cubicBezTo>
                    <a:pt x="18922" y="28316"/>
                    <a:pt x="18829" y="27964"/>
                    <a:pt x="18551" y="27701"/>
                  </a:cubicBezTo>
                  <a:lnTo>
                    <a:pt x="12475" y="21950"/>
                  </a:lnTo>
                  <a:cubicBezTo>
                    <a:pt x="12475" y="21950"/>
                    <a:pt x="11965" y="21643"/>
                    <a:pt x="11641" y="21643"/>
                  </a:cubicBezTo>
                  <a:lnTo>
                    <a:pt x="8394" y="21643"/>
                  </a:lnTo>
                  <a:lnTo>
                    <a:pt x="7281" y="18701"/>
                  </a:lnTo>
                  <a:lnTo>
                    <a:pt x="7281" y="9307"/>
                  </a:lnTo>
                  <a:cubicBezTo>
                    <a:pt x="7281" y="8956"/>
                    <a:pt x="7096" y="8604"/>
                    <a:pt x="6771" y="8385"/>
                  </a:cubicBezTo>
                  <a:lnTo>
                    <a:pt x="2365" y="5707"/>
                  </a:lnTo>
                  <a:lnTo>
                    <a:pt x="2365" y="1098"/>
                  </a:lnTo>
                  <a:cubicBezTo>
                    <a:pt x="2365" y="483"/>
                    <a:pt x="1855" y="0"/>
                    <a:pt x="1206" y="0"/>
                  </a:cubicBezTo>
                  <a:cubicBezTo>
                    <a:pt x="974" y="0"/>
                    <a:pt x="835" y="132"/>
                    <a:pt x="649" y="219"/>
                  </a:cubicBezTo>
                  <a:cubicBezTo>
                    <a:pt x="510" y="307"/>
                    <a:pt x="418" y="351"/>
                    <a:pt x="325" y="483"/>
                  </a:cubicBezTo>
                  <a:cubicBezTo>
                    <a:pt x="232" y="571"/>
                    <a:pt x="186" y="746"/>
                    <a:pt x="139" y="878"/>
                  </a:cubicBezTo>
                  <a:cubicBezTo>
                    <a:pt x="139" y="966"/>
                    <a:pt x="0" y="1054"/>
                    <a:pt x="0" y="1141"/>
                  </a:cubicBezTo>
                  <a:lnTo>
                    <a:pt x="0" y="6366"/>
                  </a:lnTo>
                  <a:cubicBezTo>
                    <a:pt x="0" y="6717"/>
                    <a:pt x="186" y="7068"/>
                    <a:pt x="510" y="7287"/>
                  </a:cubicBezTo>
                  <a:lnTo>
                    <a:pt x="4916" y="9965"/>
                  </a:lnTo>
                  <a:lnTo>
                    <a:pt x="4916" y="18965"/>
                  </a:lnTo>
                  <a:cubicBezTo>
                    <a:pt x="4916" y="18965"/>
                    <a:pt x="4916" y="19228"/>
                    <a:pt x="4962" y="19316"/>
                  </a:cubicBezTo>
                  <a:lnTo>
                    <a:pt x="6400" y="23179"/>
                  </a:lnTo>
                  <a:cubicBezTo>
                    <a:pt x="6585" y="23618"/>
                    <a:pt x="7003" y="23926"/>
                    <a:pt x="7513" y="23926"/>
                  </a:cubicBezTo>
                  <a:lnTo>
                    <a:pt x="11084" y="23926"/>
                  </a:lnTo>
                  <a:lnTo>
                    <a:pt x="16418" y="28974"/>
                  </a:lnTo>
                  <a:lnTo>
                    <a:pt x="15258" y="35164"/>
                  </a:lnTo>
                  <a:lnTo>
                    <a:pt x="14794" y="35164"/>
                  </a:lnTo>
                  <a:cubicBezTo>
                    <a:pt x="15444" y="35164"/>
                    <a:pt x="15954" y="35647"/>
                    <a:pt x="15954" y="3626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1" name="Freeform: Shape 2440">
              <a:extLst>
                <a:ext uri="{FF2B5EF4-FFF2-40B4-BE49-F238E27FC236}">
                  <a16:creationId xmlns:a16="http://schemas.microsoft.com/office/drawing/2014/main" id="{BFA30D71-3FD4-8A7D-F243-C00CEC1CEC18}"/>
                </a:ext>
              </a:extLst>
            </p:cNvPr>
            <p:cNvSpPr>
              <a:spLocks/>
            </p:cNvSpPr>
            <p:nvPr/>
          </p:nvSpPr>
          <p:spPr>
            <a:xfrm>
              <a:off x="5284816" y="3789129"/>
              <a:ext cx="131595" cy="11479"/>
            </a:xfrm>
            <a:custGeom>
              <a:avLst/>
              <a:gdLst>
                <a:gd name="connsiteX0" fmla="*/ 21612 w 88163"/>
                <a:gd name="connsiteY0" fmla="*/ 7296 h 7691"/>
                <a:gd name="connsiteX1" fmla="*/ 27966 w 88163"/>
                <a:gd name="connsiteY1" fmla="*/ 2072 h 7691"/>
                <a:gd name="connsiteX2" fmla="*/ 50737 w 88163"/>
                <a:gd name="connsiteY2" fmla="*/ 2467 h 7691"/>
                <a:gd name="connsiteX3" fmla="*/ 50737 w 88163"/>
                <a:gd name="connsiteY3" fmla="*/ 1369 h 7691"/>
                <a:gd name="connsiteX4" fmla="*/ 51896 w 88163"/>
                <a:gd name="connsiteY4" fmla="*/ 272 h 7691"/>
                <a:gd name="connsiteX5" fmla="*/ 53056 w 88163"/>
                <a:gd name="connsiteY5" fmla="*/ 1369 h 7691"/>
                <a:gd name="connsiteX6" fmla="*/ 53056 w 88163"/>
                <a:gd name="connsiteY6" fmla="*/ 2467 h 7691"/>
                <a:gd name="connsiteX7" fmla="*/ 60244 w 88163"/>
                <a:gd name="connsiteY7" fmla="*/ 2598 h 7691"/>
                <a:gd name="connsiteX8" fmla="*/ 62238 w 88163"/>
                <a:gd name="connsiteY8" fmla="*/ 5408 h 7691"/>
                <a:gd name="connsiteX9" fmla="*/ 63862 w 88163"/>
                <a:gd name="connsiteY9" fmla="*/ 5715 h 7691"/>
                <a:gd name="connsiteX10" fmla="*/ 65902 w 88163"/>
                <a:gd name="connsiteY10" fmla="*/ 4442 h 7691"/>
                <a:gd name="connsiteX11" fmla="*/ 71653 w 88163"/>
                <a:gd name="connsiteY11" fmla="*/ 7427 h 7691"/>
                <a:gd name="connsiteX12" fmla="*/ 72812 w 88163"/>
                <a:gd name="connsiteY12" fmla="*/ 7427 h 7691"/>
                <a:gd name="connsiteX13" fmla="*/ 74853 w 88163"/>
                <a:gd name="connsiteY13" fmla="*/ 6242 h 7691"/>
                <a:gd name="connsiteX14" fmla="*/ 87004 w 88163"/>
                <a:gd name="connsiteY14" fmla="*/ 6242 h 7691"/>
                <a:gd name="connsiteX15" fmla="*/ 87004 w 88163"/>
                <a:gd name="connsiteY15" fmla="*/ 5145 h 7691"/>
                <a:gd name="connsiteX16" fmla="*/ 88163 w 88163"/>
                <a:gd name="connsiteY16" fmla="*/ 4047 h 7691"/>
                <a:gd name="connsiteX17" fmla="*/ 74528 w 88163"/>
                <a:gd name="connsiteY17" fmla="*/ 4047 h 7691"/>
                <a:gd name="connsiteX18" fmla="*/ 73925 w 88163"/>
                <a:gd name="connsiteY18" fmla="*/ 4223 h 7691"/>
                <a:gd name="connsiteX19" fmla="*/ 72163 w 88163"/>
                <a:gd name="connsiteY19" fmla="*/ 5276 h 7691"/>
                <a:gd name="connsiteX20" fmla="*/ 66366 w 88163"/>
                <a:gd name="connsiteY20" fmla="*/ 2291 h 7691"/>
                <a:gd name="connsiteX21" fmla="*/ 65160 w 88163"/>
                <a:gd name="connsiteY21" fmla="*/ 2335 h 7691"/>
                <a:gd name="connsiteX22" fmla="*/ 63537 w 88163"/>
                <a:gd name="connsiteY22" fmla="*/ 3389 h 7691"/>
                <a:gd name="connsiteX23" fmla="*/ 61867 w 88163"/>
                <a:gd name="connsiteY23" fmla="*/ 1018 h 7691"/>
                <a:gd name="connsiteX24" fmla="*/ 60940 w 88163"/>
                <a:gd name="connsiteY24" fmla="*/ 535 h 7691"/>
                <a:gd name="connsiteX25" fmla="*/ 27595 w 88163"/>
                <a:gd name="connsiteY25" fmla="*/ 9 h 7691"/>
                <a:gd name="connsiteX26" fmla="*/ 26806 w 88163"/>
                <a:gd name="connsiteY26" fmla="*/ 272 h 7691"/>
                <a:gd name="connsiteX27" fmla="*/ 20452 w 88163"/>
                <a:gd name="connsiteY27" fmla="*/ 5496 h 7691"/>
                <a:gd name="connsiteX28" fmla="*/ 1159 w 88163"/>
                <a:gd name="connsiteY28" fmla="*/ 5496 h 7691"/>
                <a:gd name="connsiteX29" fmla="*/ 0 w 88163"/>
                <a:gd name="connsiteY29" fmla="*/ 6594 h 7691"/>
                <a:gd name="connsiteX30" fmla="*/ 1159 w 88163"/>
                <a:gd name="connsiteY30" fmla="*/ 7691 h 7691"/>
                <a:gd name="connsiteX31" fmla="*/ 20870 w 88163"/>
                <a:gd name="connsiteY31" fmla="*/ 7691 h 7691"/>
                <a:gd name="connsiteX32" fmla="*/ 21612 w 88163"/>
                <a:gd name="connsiteY32" fmla="*/ 7427 h 7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8163" h="7691">
                  <a:moveTo>
                    <a:pt x="21612" y="7296"/>
                  </a:moveTo>
                  <a:lnTo>
                    <a:pt x="27966" y="2072"/>
                  </a:lnTo>
                  <a:lnTo>
                    <a:pt x="50737" y="2467"/>
                  </a:lnTo>
                  <a:lnTo>
                    <a:pt x="50737" y="1369"/>
                  </a:lnTo>
                  <a:cubicBezTo>
                    <a:pt x="50737" y="755"/>
                    <a:pt x="51247" y="272"/>
                    <a:pt x="51896" y="272"/>
                  </a:cubicBezTo>
                  <a:cubicBezTo>
                    <a:pt x="52546" y="272"/>
                    <a:pt x="53056" y="755"/>
                    <a:pt x="53056" y="1369"/>
                  </a:cubicBezTo>
                  <a:lnTo>
                    <a:pt x="53056" y="2467"/>
                  </a:lnTo>
                  <a:lnTo>
                    <a:pt x="60244" y="2598"/>
                  </a:lnTo>
                  <a:lnTo>
                    <a:pt x="62238" y="5408"/>
                  </a:lnTo>
                  <a:cubicBezTo>
                    <a:pt x="62609" y="5935"/>
                    <a:pt x="63305" y="6023"/>
                    <a:pt x="63862" y="5715"/>
                  </a:cubicBezTo>
                  <a:lnTo>
                    <a:pt x="65902" y="4442"/>
                  </a:lnTo>
                  <a:lnTo>
                    <a:pt x="71653" y="7427"/>
                  </a:lnTo>
                  <a:cubicBezTo>
                    <a:pt x="72024" y="7603"/>
                    <a:pt x="72488" y="7603"/>
                    <a:pt x="72812" y="7427"/>
                  </a:cubicBezTo>
                  <a:lnTo>
                    <a:pt x="74853" y="6242"/>
                  </a:lnTo>
                  <a:lnTo>
                    <a:pt x="87004" y="6242"/>
                  </a:lnTo>
                  <a:lnTo>
                    <a:pt x="87004" y="5145"/>
                  </a:lnTo>
                  <a:cubicBezTo>
                    <a:pt x="87004" y="4530"/>
                    <a:pt x="87514" y="4047"/>
                    <a:pt x="88163" y="4047"/>
                  </a:cubicBezTo>
                  <a:lnTo>
                    <a:pt x="74528" y="4047"/>
                  </a:lnTo>
                  <a:cubicBezTo>
                    <a:pt x="74528" y="4047"/>
                    <a:pt x="74111" y="4091"/>
                    <a:pt x="73925" y="4223"/>
                  </a:cubicBezTo>
                  <a:lnTo>
                    <a:pt x="72163" y="5276"/>
                  </a:lnTo>
                  <a:lnTo>
                    <a:pt x="66366" y="2291"/>
                  </a:lnTo>
                  <a:cubicBezTo>
                    <a:pt x="65995" y="2116"/>
                    <a:pt x="65531" y="2116"/>
                    <a:pt x="65160" y="2335"/>
                  </a:cubicBezTo>
                  <a:lnTo>
                    <a:pt x="63537" y="3389"/>
                  </a:lnTo>
                  <a:lnTo>
                    <a:pt x="61867" y="1018"/>
                  </a:lnTo>
                  <a:cubicBezTo>
                    <a:pt x="61635" y="711"/>
                    <a:pt x="61311" y="535"/>
                    <a:pt x="60940" y="535"/>
                  </a:cubicBezTo>
                  <a:lnTo>
                    <a:pt x="27595" y="9"/>
                  </a:lnTo>
                  <a:cubicBezTo>
                    <a:pt x="27223" y="-35"/>
                    <a:pt x="27038" y="96"/>
                    <a:pt x="26806" y="272"/>
                  </a:cubicBezTo>
                  <a:lnTo>
                    <a:pt x="20452" y="5496"/>
                  </a:lnTo>
                  <a:lnTo>
                    <a:pt x="1159" y="5496"/>
                  </a:lnTo>
                  <a:cubicBezTo>
                    <a:pt x="510" y="5496"/>
                    <a:pt x="0" y="5979"/>
                    <a:pt x="0" y="6594"/>
                  </a:cubicBezTo>
                  <a:cubicBezTo>
                    <a:pt x="0" y="7208"/>
                    <a:pt x="510" y="7691"/>
                    <a:pt x="1159" y="7691"/>
                  </a:cubicBezTo>
                  <a:lnTo>
                    <a:pt x="20870" y="7691"/>
                  </a:lnTo>
                  <a:cubicBezTo>
                    <a:pt x="21148" y="7691"/>
                    <a:pt x="21426" y="7603"/>
                    <a:pt x="21612" y="74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2" name="Freeform: Shape 2441">
              <a:extLst>
                <a:ext uri="{FF2B5EF4-FFF2-40B4-BE49-F238E27FC236}">
                  <a16:creationId xmlns:a16="http://schemas.microsoft.com/office/drawing/2014/main" id="{E61C9201-042B-292E-AC5B-28FBDAF0851E}"/>
                </a:ext>
              </a:extLst>
            </p:cNvPr>
            <p:cNvSpPr>
              <a:spLocks/>
            </p:cNvSpPr>
            <p:nvPr/>
          </p:nvSpPr>
          <p:spPr>
            <a:xfrm>
              <a:off x="5284742" y="3760392"/>
              <a:ext cx="79297" cy="26979"/>
            </a:xfrm>
            <a:custGeom>
              <a:avLst/>
              <a:gdLst>
                <a:gd name="connsiteX0" fmla="*/ 20363 w 53125"/>
                <a:gd name="connsiteY0" fmla="*/ 14213 h 18075"/>
                <a:gd name="connsiteX1" fmla="*/ 21523 w 53125"/>
                <a:gd name="connsiteY1" fmla="*/ 13115 h 18075"/>
                <a:gd name="connsiteX2" fmla="*/ 21523 w 53125"/>
                <a:gd name="connsiteY2" fmla="*/ 12018 h 18075"/>
                <a:gd name="connsiteX3" fmla="*/ 27041 w 53125"/>
                <a:gd name="connsiteY3" fmla="*/ 12018 h 18075"/>
                <a:gd name="connsiteX4" fmla="*/ 27876 w 53125"/>
                <a:gd name="connsiteY4" fmla="*/ 11710 h 18075"/>
                <a:gd name="connsiteX5" fmla="*/ 32189 w 53125"/>
                <a:gd name="connsiteY5" fmla="*/ 7628 h 18075"/>
                <a:gd name="connsiteX6" fmla="*/ 41558 w 53125"/>
                <a:gd name="connsiteY6" fmla="*/ 12588 h 18075"/>
                <a:gd name="connsiteX7" fmla="*/ 42439 w 53125"/>
                <a:gd name="connsiteY7" fmla="*/ 12676 h 18075"/>
                <a:gd name="connsiteX8" fmla="*/ 52271 w 53125"/>
                <a:gd name="connsiteY8" fmla="*/ 10086 h 18075"/>
                <a:gd name="connsiteX9" fmla="*/ 53105 w 53125"/>
                <a:gd name="connsiteY9" fmla="*/ 9208 h 18075"/>
                <a:gd name="connsiteX10" fmla="*/ 52595 w 53125"/>
                <a:gd name="connsiteY10" fmla="*/ 8110 h 18075"/>
                <a:gd name="connsiteX11" fmla="*/ 48236 w 53125"/>
                <a:gd name="connsiteY11" fmla="*/ 5389 h 18075"/>
                <a:gd name="connsiteX12" fmla="*/ 47308 w 53125"/>
                <a:gd name="connsiteY12" fmla="*/ 5213 h 18075"/>
                <a:gd name="connsiteX13" fmla="*/ 42299 w 53125"/>
                <a:gd name="connsiteY13" fmla="*/ 6355 h 18075"/>
                <a:gd name="connsiteX14" fmla="*/ 32282 w 53125"/>
                <a:gd name="connsiteY14" fmla="*/ 165 h 18075"/>
                <a:gd name="connsiteX15" fmla="*/ 31076 w 53125"/>
                <a:gd name="connsiteY15" fmla="*/ 165 h 18075"/>
                <a:gd name="connsiteX16" fmla="*/ 22914 w 53125"/>
                <a:gd name="connsiteY16" fmla="*/ 4423 h 18075"/>
                <a:gd name="connsiteX17" fmla="*/ 5708 w 53125"/>
                <a:gd name="connsiteY17" fmla="*/ 4862 h 18075"/>
                <a:gd name="connsiteX18" fmla="*/ 2647 w 53125"/>
                <a:gd name="connsiteY18" fmla="*/ 4950 h 18075"/>
                <a:gd name="connsiteX19" fmla="*/ 1534 w 53125"/>
                <a:gd name="connsiteY19" fmla="*/ 6091 h 18075"/>
                <a:gd name="connsiteX20" fmla="*/ 2693 w 53125"/>
                <a:gd name="connsiteY20" fmla="*/ 7145 h 18075"/>
                <a:gd name="connsiteX21" fmla="*/ 2693 w 53125"/>
                <a:gd name="connsiteY21" fmla="*/ 7145 h 18075"/>
                <a:gd name="connsiteX22" fmla="*/ 8212 w 53125"/>
                <a:gd name="connsiteY22" fmla="*/ 7013 h 18075"/>
                <a:gd name="connsiteX23" fmla="*/ 23285 w 53125"/>
                <a:gd name="connsiteY23" fmla="*/ 6618 h 18075"/>
                <a:gd name="connsiteX24" fmla="*/ 23795 w 53125"/>
                <a:gd name="connsiteY24" fmla="*/ 6486 h 18075"/>
                <a:gd name="connsiteX25" fmla="*/ 31586 w 53125"/>
                <a:gd name="connsiteY25" fmla="*/ 2404 h 18075"/>
                <a:gd name="connsiteX26" fmla="*/ 41418 w 53125"/>
                <a:gd name="connsiteY26" fmla="*/ 8506 h 18075"/>
                <a:gd name="connsiteX27" fmla="*/ 42299 w 53125"/>
                <a:gd name="connsiteY27" fmla="*/ 8637 h 18075"/>
                <a:gd name="connsiteX28" fmla="*/ 47308 w 53125"/>
                <a:gd name="connsiteY28" fmla="*/ 7496 h 18075"/>
                <a:gd name="connsiteX29" fmla="*/ 49117 w 53125"/>
                <a:gd name="connsiteY29" fmla="*/ 8637 h 18075"/>
                <a:gd name="connsiteX30" fmla="*/ 42160 w 53125"/>
                <a:gd name="connsiteY30" fmla="*/ 10481 h 18075"/>
                <a:gd name="connsiteX31" fmla="*/ 32421 w 53125"/>
                <a:gd name="connsiteY31" fmla="*/ 5345 h 18075"/>
                <a:gd name="connsiteX32" fmla="*/ 31030 w 53125"/>
                <a:gd name="connsiteY32" fmla="*/ 5521 h 18075"/>
                <a:gd name="connsiteX33" fmla="*/ 26439 w 53125"/>
                <a:gd name="connsiteY33" fmla="*/ 9867 h 18075"/>
                <a:gd name="connsiteX34" fmla="*/ 20270 w 53125"/>
                <a:gd name="connsiteY34" fmla="*/ 9867 h 18075"/>
                <a:gd name="connsiteX35" fmla="*/ 19111 w 53125"/>
                <a:gd name="connsiteY35" fmla="*/ 10964 h 18075"/>
                <a:gd name="connsiteX36" fmla="*/ 19111 w 53125"/>
                <a:gd name="connsiteY36" fmla="*/ 12062 h 18075"/>
                <a:gd name="connsiteX37" fmla="*/ 6079 w 53125"/>
                <a:gd name="connsiteY37" fmla="*/ 12062 h 18075"/>
                <a:gd name="connsiteX38" fmla="*/ 5337 w 53125"/>
                <a:gd name="connsiteY38" fmla="*/ 12325 h 18075"/>
                <a:gd name="connsiteX39" fmla="*/ 2786 w 53125"/>
                <a:gd name="connsiteY39" fmla="*/ 14301 h 18075"/>
                <a:gd name="connsiteX40" fmla="*/ 421 w 53125"/>
                <a:gd name="connsiteY40" fmla="*/ 16144 h 18075"/>
                <a:gd name="connsiteX41" fmla="*/ 282 w 53125"/>
                <a:gd name="connsiteY41" fmla="*/ 17681 h 18075"/>
                <a:gd name="connsiteX42" fmla="*/ 1163 w 53125"/>
                <a:gd name="connsiteY42" fmla="*/ 18076 h 18075"/>
                <a:gd name="connsiteX43" fmla="*/ 1905 w 53125"/>
                <a:gd name="connsiteY43" fmla="*/ 17813 h 18075"/>
                <a:gd name="connsiteX44" fmla="*/ 2972 w 53125"/>
                <a:gd name="connsiteY44" fmla="*/ 16978 h 18075"/>
                <a:gd name="connsiteX45" fmla="*/ 6543 w 53125"/>
                <a:gd name="connsiteY45" fmla="*/ 14213 h 18075"/>
                <a:gd name="connsiteX46" fmla="*/ 20317 w 53125"/>
                <a:gd name="connsiteY46" fmla="*/ 14213 h 1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3125" h="18075">
                  <a:moveTo>
                    <a:pt x="20363" y="14213"/>
                  </a:moveTo>
                  <a:cubicBezTo>
                    <a:pt x="21012" y="14213"/>
                    <a:pt x="21523" y="13730"/>
                    <a:pt x="21523" y="13115"/>
                  </a:cubicBezTo>
                  <a:lnTo>
                    <a:pt x="21523" y="12018"/>
                  </a:lnTo>
                  <a:lnTo>
                    <a:pt x="27041" y="12018"/>
                  </a:lnTo>
                  <a:cubicBezTo>
                    <a:pt x="27366" y="12018"/>
                    <a:pt x="27644" y="11886"/>
                    <a:pt x="27876" y="11710"/>
                  </a:cubicBezTo>
                  <a:lnTo>
                    <a:pt x="32189" y="7628"/>
                  </a:lnTo>
                  <a:lnTo>
                    <a:pt x="41558" y="12588"/>
                  </a:lnTo>
                  <a:cubicBezTo>
                    <a:pt x="41836" y="12720"/>
                    <a:pt x="42160" y="12764"/>
                    <a:pt x="42439" y="12676"/>
                  </a:cubicBezTo>
                  <a:lnTo>
                    <a:pt x="52271" y="10086"/>
                  </a:lnTo>
                  <a:cubicBezTo>
                    <a:pt x="52688" y="9954"/>
                    <a:pt x="53013" y="9603"/>
                    <a:pt x="53105" y="9208"/>
                  </a:cubicBezTo>
                  <a:cubicBezTo>
                    <a:pt x="53198" y="8769"/>
                    <a:pt x="52966" y="8374"/>
                    <a:pt x="52595" y="8110"/>
                  </a:cubicBezTo>
                  <a:lnTo>
                    <a:pt x="48236" y="5389"/>
                  </a:lnTo>
                  <a:cubicBezTo>
                    <a:pt x="47958" y="5213"/>
                    <a:pt x="47633" y="5169"/>
                    <a:pt x="47308" y="5213"/>
                  </a:cubicBezTo>
                  <a:lnTo>
                    <a:pt x="42299" y="6355"/>
                  </a:lnTo>
                  <a:lnTo>
                    <a:pt x="32282" y="165"/>
                  </a:lnTo>
                  <a:cubicBezTo>
                    <a:pt x="31911" y="-55"/>
                    <a:pt x="31447" y="-55"/>
                    <a:pt x="31076" y="165"/>
                  </a:cubicBezTo>
                  <a:lnTo>
                    <a:pt x="22914" y="4423"/>
                  </a:lnTo>
                  <a:lnTo>
                    <a:pt x="5708" y="4862"/>
                  </a:lnTo>
                  <a:lnTo>
                    <a:pt x="2647" y="4950"/>
                  </a:lnTo>
                  <a:cubicBezTo>
                    <a:pt x="1998" y="4950"/>
                    <a:pt x="1488" y="5477"/>
                    <a:pt x="1534" y="6091"/>
                  </a:cubicBezTo>
                  <a:cubicBezTo>
                    <a:pt x="1534" y="6706"/>
                    <a:pt x="2090" y="7145"/>
                    <a:pt x="2693" y="7145"/>
                  </a:cubicBezTo>
                  <a:lnTo>
                    <a:pt x="2693" y="7145"/>
                  </a:lnTo>
                  <a:lnTo>
                    <a:pt x="8212" y="7013"/>
                  </a:lnTo>
                  <a:lnTo>
                    <a:pt x="23285" y="6618"/>
                  </a:lnTo>
                  <a:cubicBezTo>
                    <a:pt x="23285" y="6618"/>
                    <a:pt x="23656" y="6574"/>
                    <a:pt x="23795" y="6486"/>
                  </a:cubicBezTo>
                  <a:lnTo>
                    <a:pt x="31586" y="2404"/>
                  </a:lnTo>
                  <a:lnTo>
                    <a:pt x="41418" y="8506"/>
                  </a:lnTo>
                  <a:cubicBezTo>
                    <a:pt x="41697" y="8681"/>
                    <a:pt x="42021" y="8725"/>
                    <a:pt x="42299" y="8637"/>
                  </a:cubicBezTo>
                  <a:lnTo>
                    <a:pt x="47308" y="7496"/>
                  </a:lnTo>
                  <a:lnTo>
                    <a:pt x="49117" y="8637"/>
                  </a:lnTo>
                  <a:lnTo>
                    <a:pt x="42160" y="10481"/>
                  </a:lnTo>
                  <a:lnTo>
                    <a:pt x="32421" y="5345"/>
                  </a:lnTo>
                  <a:cubicBezTo>
                    <a:pt x="31957" y="5125"/>
                    <a:pt x="31401" y="5169"/>
                    <a:pt x="31030" y="5521"/>
                  </a:cubicBezTo>
                  <a:lnTo>
                    <a:pt x="26439" y="9867"/>
                  </a:lnTo>
                  <a:lnTo>
                    <a:pt x="20270" y="9867"/>
                  </a:lnTo>
                  <a:cubicBezTo>
                    <a:pt x="19621" y="9867"/>
                    <a:pt x="19111" y="10349"/>
                    <a:pt x="19111" y="10964"/>
                  </a:cubicBezTo>
                  <a:lnTo>
                    <a:pt x="19111" y="12062"/>
                  </a:lnTo>
                  <a:lnTo>
                    <a:pt x="6079" y="12062"/>
                  </a:lnTo>
                  <a:cubicBezTo>
                    <a:pt x="5801" y="12062"/>
                    <a:pt x="5569" y="12149"/>
                    <a:pt x="5337" y="12325"/>
                  </a:cubicBezTo>
                  <a:lnTo>
                    <a:pt x="2786" y="14301"/>
                  </a:lnTo>
                  <a:lnTo>
                    <a:pt x="421" y="16144"/>
                  </a:lnTo>
                  <a:cubicBezTo>
                    <a:pt x="-89" y="16539"/>
                    <a:pt x="-136" y="17242"/>
                    <a:pt x="282" y="17681"/>
                  </a:cubicBezTo>
                  <a:cubicBezTo>
                    <a:pt x="514" y="17944"/>
                    <a:pt x="838" y="18076"/>
                    <a:pt x="1163" y="18076"/>
                  </a:cubicBezTo>
                  <a:cubicBezTo>
                    <a:pt x="1441" y="18076"/>
                    <a:pt x="1673" y="17988"/>
                    <a:pt x="1905" y="17813"/>
                  </a:cubicBezTo>
                  <a:lnTo>
                    <a:pt x="2972" y="16978"/>
                  </a:lnTo>
                  <a:lnTo>
                    <a:pt x="6543" y="14213"/>
                  </a:lnTo>
                  <a:lnTo>
                    <a:pt x="20317" y="1421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3" name="Freeform: Shape 2442">
              <a:extLst>
                <a:ext uri="{FF2B5EF4-FFF2-40B4-BE49-F238E27FC236}">
                  <a16:creationId xmlns:a16="http://schemas.microsoft.com/office/drawing/2014/main" id="{6A465F71-53D8-1DBC-4C89-499AE1814170}"/>
                </a:ext>
              </a:extLst>
            </p:cNvPr>
            <p:cNvSpPr>
              <a:spLocks/>
            </p:cNvSpPr>
            <p:nvPr/>
          </p:nvSpPr>
          <p:spPr>
            <a:xfrm>
              <a:off x="5327242" y="3789534"/>
              <a:ext cx="36767" cy="47309"/>
            </a:xfrm>
            <a:custGeom>
              <a:avLst/>
              <a:gdLst>
                <a:gd name="connsiteX0" fmla="*/ 23333 w 24632"/>
                <a:gd name="connsiteY0" fmla="*/ 16331 h 31695"/>
                <a:gd name="connsiteX1" fmla="*/ 24261 w 24632"/>
                <a:gd name="connsiteY1" fmla="*/ 16067 h 31695"/>
                <a:gd name="connsiteX2" fmla="*/ 24632 w 24632"/>
                <a:gd name="connsiteY2" fmla="*/ 15233 h 31695"/>
                <a:gd name="connsiteX3" fmla="*/ 24632 w 24632"/>
                <a:gd name="connsiteY3" fmla="*/ 11107 h 31695"/>
                <a:gd name="connsiteX4" fmla="*/ 23983 w 24632"/>
                <a:gd name="connsiteY4" fmla="*/ 10141 h 31695"/>
                <a:gd name="connsiteX5" fmla="*/ 21571 w 24632"/>
                <a:gd name="connsiteY5" fmla="*/ 8999 h 31695"/>
                <a:gd name="connsiteX6" fmla="*/ 24168 w 24632"/>
                <a:gd name="connsiteY6" fmla="*/ 7068 h 31695"/>
                <a:gd name="connsiteX7" fmla="*/ 24632 w 24632"/>
                <a:gd name="connsiteY7" fmla="*/ 6190 h 31695"/>
                <a:gd name="connsiteX8" fmla="*/ 24632 w 24632"/>
                <a:gd name="connsiteY8" fmla="*/ 1098 h 31695"/>
                <a:gd name="connsiteX9" fmla="*/ 23473 w 24632"/>
                <a:gd name="connsiteY9" fmla="*/ 0 h 31695"/>
                <a:gd name="connsiteX10" fmla="*/ 22313 w 24632"/>
                <a:gd name="connsiteY10" fmla="*/ 1098 h 31695"/>
                <a:gd name="connsiteX11" fmla="*/ 22313 w 24632"/>
                <a:gd name="connsiteY11" fmla="*/ 5663 h 31695"/>
                <a:gd name="connsiteX12" fmla="*/ 18696 w 24632"/>
                <a:gd name="connsiteY12" fmla="*/ 8341 h 31695"/>
                <a:gd name="connsiteX13" fmla="*/ 18278 w 24632"/>
                <a:gd name="connsiteY13" fmla="*/ 9307 h 31695"/>
                <a:gd name="connsiteX14" fmla="*/ 18928 w 24632"/>
                <a:gd name="connsiteY14" fmla="*/ 10185 h 31695"/>
                <a:gd name="connsiteX15" fmla="*/ 22360 w 24632"/>
                <a:gd name="connsiteY15" fmla="*/ 11809 h 31695"/>
                <a:gd name="connsiteX16" fmla="*/ 22360 w 24632"/>
                <a:gd name="connsiteY16" fmla="*/ 14092 h 31695"/>
                <a:gd name="connsiteX17" fmla="*/ 22220 w 24632"/>
                <a:gd name="connsiteY17" fmla="*/ 14092 h 31695"/>
                <a:gd name="connsiteX18" fmla="*/ 1722 w 24632"/>
                <a:gd name="connsiteY18" fmla="*/ 26516 h 31695"/>
                <a:gd name="connsiteX19" fmla="*/ 52 w 24632"/>
                <a:gd name="connsiteY19" fmla="*/ 30247 h 31695"/>
                <a:gd name="connsiteX20" fmla="*/ 794 w 24632"/>
                <a:gd name="connsiteY20" fmla="*/ 31652 h 31695"/>
                <a:gd name="connsiteX21" fmla="*/ 1165 w 24632"/>
                <a:gd name="connsiteY21" fmla="*/ 31696 h 31695"/>
                <a:gd name="connsiteX22" fmla="*/ 2278 w 24632"/>
                <a:gd name="connsiteY22" fmla="*/ 30949 h 31695"/>
                <a:gd name="connsiteX23" fmla="*/ 3762 w 24632"/>
                <a:gd name="connsiteY23" fmla="*/ 27569 h 31695"/>
                <a:gd name="connsiteX24" fmla="*/ 23380 w 24632"/>
                <a:gd name="connsiteY24" fmla="*/ 16331 h 3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632" h="31695">
                  <a:moveTo>
                    <a:pt x="23333" y="16331"/>
                  </a:moveTo>
                  <a:cubicBezTo>
                    <a:pt x="23658" y="16331"/>
                    <a:pt x="23983" y="16287"/>
                    <a:pt x="24261" y="16067"/>
                  </a:cubicBezTo>
                  <a:cubicBezTo>
                    <a:pt x="24493" y="15848"/>
                    <a:pt x="24632" y="15541"/>
                    <a:pt x="24632" y="15233"/>
                  </a:cubicBezTo>
                  <a:lnTo>
                    <a:pt x="24632" y="11107"/>
                  </a:lnTo>
                  <a:cubicBezTo>
                    <a:pt x="24632" y="10712"/>
                    <a:pt x="24400" y="10316"/>
                    <a:pt x="23983" y="10141"/>
                  </a:cubicBezTo>
                  <a:lnTo>
                    <a:pt x="21571" y="8999"/>
                  </a:lnTo>
                  <a:lnTo>
                    <a:pt x="24168" y="7068"/>
                  </a:lnTo>
                  <a:cubicBezTo>
                    <a:pt x="24447" y="6848"/>
                    <a:pt x="24632" y="6541"/>
                    <a:pt x="24632" y="6190"/>
                  </a:cubicBezTo>
                  <a:lnTo>
                    <a:pt x="24632" y="1098"/>
                  </a:lnTo>
                  <a:cubicBezTo>
                    <a:pt x="24632" y="483"/>
                    <a:pt x="24122" y="0"/>
                    <a:pt x="23473" y="0"/>
                  </a:cubicBezTo>
                  <a:cubicBezTo>
                    <a:pt x="22823" y="0"/>
                    <a:pt x="22313" y="483"/>
                    <a:pt x="22313" y="1098"/>
                  </a:cubicBezTo>
                  <a:lnTo>
                    <a:pt x="22313" y="5663"/>
                  </a:lnTo>
                  <a:lnTo>
                    <a:pt x="18696" y="8341"/>
                  </a:lnTo>
                  <a:cubicBezTo>
                    <a:pt x="18371" y="8560"/>
                    <a:pt x="18232" y="8956"/>
                    <a:pt x="18278" y="9307"/>
                  </a:cubicBezTo>
                  <a:cubicBezTo>
                    <a:pt x="18278" y="9658"/>
                    <a:pt x="18557" y="10009"/>
                    <a:pt x="18928" y="10185"/>
                  </a:cubicBezTo>
                  <a:lnTo>
                    <a:pt x="22360" y="11809"/>
                  </a:lnTo>
                  <a:lnTo>
                    <a:pt x="22360" y="14092"/>
                  </a:lnTo>
                  <a:lnTo>
                    <a:pt x="22220" y="14092"/>
                  </a:lnTo>
                  <a:cubicBezTo>
                    <a:pt x="18325" y="14092"/>
                    <a:pt x="7612" y="15189"/>
                    <a:pt x="1722" y="26516"/>
                  </a:cubicBezTo>
                  <a:cubicBezTo>
                    <a:pt x="1119" y="27657"/>
                    <a:pt x="562" y="28886"/>
                    <a:pt x="52" y="30247"/>
                  </a:cubicBezTo>
                  <a:cubicBezTo>
                    <a:pt x="-134" y="30818"/>
                    <a:pt x="191" y="31432"/>
                    <a:pt x="794" y="31652"/>
                  </a:cubicBezTo>
                  <a:cubicBezTo>
                    <a:pt x="933" y="31652"/>
                    <a:pt x="1026" y="31696"/>
                    <a:pt x="1165" y="31696"/>
                  </a:cubicBezTo>
                  <a:cubicBezTo>
                    <a:pt x="1629" y="31696"/>
                    <a:pt x="2093" y="31388"/>
                    <a:pt x="2278" y="30949"/>
                  </a:cubicBezTo>
                  <a:cubicBezTo>
                    <a:pt x="2696" y="29720"/>
                    <a:pt x="3206" y="28623"/>
                    <a:pt x="3762" y="27569"/>
                  </a:cubicBezTo>
                  <a:cubicBezTo>
                    <a:pt x="10162" y="15014"/>
                    <a:pt x="22777" y="16243"/>
                    <a:pt x="23380" y="1633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4" name="Freeform: Shape 2443">
              <a:extLst>
                <a:ext uri="{FF2B5EF4-FFF2-40B4-BE49-F238E27FC236}">
                  <a16:creationId xmlns:a16="http://schemas.microsoft.com/office/drawing/2014/main" id="{FD9BECFE-1C82-94F1-AAEB-CC76F962202F}"/>
                </a:ext>
              </a:extLst>
            </p:cNvPr>
            <p:cNvSpPr>
              <a:spLocks/>
            </p:cNvSpPr>
            <p:nvPr/>
          </p:nvSpPr>
          <p:spPr>
            <a:xfrm>
              <a:off x="5487920" y="3847592"/>
              <a:ext cx="18900" cy="60940"/>
            </a:xfrm>
            <a:custGeom>
              <a:avLst/>
              <a:gdLst>
                <a:gd name="connsiteX0" fmla="*/ 8301 w 12662"/>
                <a:gd name="connsiteY0" fmla="*/ 922 h 40827"/>
                <a:gd name="connsiteX1" fmla="*/ 7977 w 12662"/>
                <a:gd name="connsiteY1" fmla="*/ 1054 h 40827"/>
                <a:gd name="connsiteX2" fmla="*/ 7884 w 12662"/>
                <a:gd name="connsiteY2" fmla="*/ 1054 h 40827"/>
                <a:gd name="connsiteX3" fmla="*/ 7513 w 12662"/>
                <a:gd name="connsiteY3" fmla="*/ 922 h 40827"/>
                <a:gd name="connsiteX4" fmla="*/ 7142 w 12662"/>
                <a:gd name="connsiteY4" fmla="*/ 790 h 40827"/>
                <a:gd name="connsiteX5" fmla="*/ 6261 w 12662"/>
                <a:gd name="connsiteY5" fmla="*/ 0 h 40827"/>
                <a:gd name="connsiteX6" fmla="*/ 2829 w 12662"/>
                <a:gd name="connsiteY6" fmla="*/ 3029 h 40827"/>
                <a:gd name="connsiteX7" fmla="*/ 2458 w 12662"/>
                <a:gd name="connsiteY7" fmla="*/ 4039 h 40827"/>
                <a:gd name="connsiteX8" fmla="*/ 3896 w 12662"/>
                <a:gd name="connsiteY8" fmla="*/ 11458 h 40827"/>
                <a:gd name="connsiteX9" fmla="*/ 5055 w 12662"/>
                <a:gd name="connsiteY9" fmla="*/ 12336 h 40827"/>
                <a:gd name="connsiteX10" fmla="*/ 8580 w 12662"/>
                <a:gd name="connsiteY10" fmla="*/ 12336 h 40827"/>
                <a:gd name="connsiteX11" fmla="*/ 9971 w 12662"/>
                <a:gd name="connsiteY11" fmla="*/ 16243 h 40827"/>
                <a:gd name="connsiteX12" fmla="*/ 5936 w 12662"/>
                <a:gd name="connsiteY12" fmla="*/ 17297 h 40827"/>
                <a:gd name="connsiteX13" fmla="*/ 5240 w 12662"/>
                <a:gd name="connsiteY13" fmla="*/ 17823 h 40827"/>
                <a:gd name="connsiteX14" fmla="*/ 5148 w 12662"/>
                <a:gd name="connsiteY14" fmla="*/ 18658 h 40827"/>
                <a:gd name="connsiteX15" fmla="*/ 6307 w 12662"/>
                <a:gd name="connsiteY15" fmla="*/ 22213 h 40827"/>
                <a:gd name="connsiteX16" fmla="*/ 7096 w 12662"/>
                <a:gd name="connsiteY16" fmla="*/ 22960 h 40827"/>
                <a:gd name="connsiteX17" fmla="*/ 10296 w 12662"/>
                <a:gd name="connsiteY17" fmla="*/ 23838 h 40827"/>
                <a:gd name="connsiteX18" fmla="*/ 10296 w 12662"/>
                <a:gd name="connsiteY18" fmla="*/ 30686 h 40827"/>
                <a:gd name="connsiteX19" fmla="*/ 4406 w 12662"/>
                <a:gd name="connsiteY19" fmla="*/ 34725 h 40827"/>
                <a:gd name="connsiteX20" fmla="*/ 3988 w 12662"/>
                <a:gd name="connsiteY20" fmla="*/ 35340 h 40827"/>
                <a:gd name="connsiteX21" fmla="*/ 3061 w 12662"/>
                <a:gd name="connsiteY21" fmla="*/ 38632 h 40827"/>
                <a:gd name="connsiteX22" fmla="*/ 0 w 12662"/>
                <a:gd name="connsiteY22" fmla="*/ 38632 h 40827"/>
                <a:gd name="connsiteX23" fmla="*/ 324 w 12662"/>
                <a:gd name="connsiteY23" fmla="*/ 38851 h 40827"/>
                <a:gd name="connsiteX24" fmla="*/ 557 w 12662"/>
                <a:gd name="connsiteY24" fmla="*/ 39247 h 40827"/>
                <a:gd name="connsiteX25" fmla="*/ 742 w 12662"/>
                <a:gd name="connsiteY25" fmla="*/ 39554 h 40827"/>
                <a:gd name="connsiteX26" fmla="*/ 742 w 12662"/>
                <a:gd name="connsiteY26" fmla="*/ 39554 h 40827"/>
                <a:gd name="connsiteX27" fmla="*/ 927 w 12662"/>
                <a:gd name="connsiteY27" fmla="*/ 40827 h 40827"/>
                <a:gd name="connsiteX28" fmla="*/ 3942 w 12662"/>
                <a:gd name="connsiteY28" fmla="*/ 40827 h 40827"/>
                <a:gd name="connsiteX29" fmla="*/ 5055 w 12662"/>
                <a:gd name="connsiteY29" fmla="*/ 39993 h 40827"/>
                <a:gd name="connsiteX30" fmla="*/ 6122 w 12662"/>
                <a:gd name="connsiteY30" fmla="*/ 36262 h 40827"/>
                <a:gd name="connsiteX31" fmla="*/ 12151 w 12662"/>
                <a:gd name="connsiteY31" fmla="*/ 32091 h 40827"/>
                <a:gd name="connsiteX32" fmla="*/ 12614 w 12662"/>
                <a:gd name="connsiteY32" fmla="*/ 31213 h 40827"/>
                <a:gd name="connsiteX33" fmla="*/ 12614 w 12662"/>
                <a:gd name="connsiteY33" fmla="*/ 22960 h 40827"/>
                <a:gd name="connsiteX34" fmla="*/ 11780 w 12662"/>
                <a:gd name="connsiteY34" fmla="*/ 21906 h 40827"/>
                <a:gd name="connsiteX35" fmla="*/ 8348 w 12662"/>
                <a:gd name="connsiteY35" fmla="*/ 20984 h 40827"/>
                <a:gd name="connsiteX36" fmla="*/ 7745 w 12662"/>
                <a:gd name="connsiteY36" fmla="*/ 19052 h 40827"/>
                <a:gd name="connsiteX37" fmla="*/ 11826 w 12662"/>
                <a:gd name="connsiteY37" fmla="*/ 17999 h 40827"/>
                <a:gd name="connsiteX38" fmla="*/ 12522 w 12662"/>
                <a:gd name="connsiteY38" fmla="*/ 17472 h 40827"/>
                <a:gd name="connsiteX39" fmla="*/ 12614 w 12662"/>
                <a:gd name="connsiteY39" fmla="*/ 16594 h 40827"/>
                <a:gd name="connsiteX40" fmla="*/ 10574 w 12662"/>
                <a:gd name="connsiteY40" fmla="*/ 10843 h 40827"/>
                <a:gd name="connsiteX41" fmla="*/ 9461 w 12662"/>
                <a:gd name="connsiteY41" fmla="*/ 10097 h 40827"/>
                <a:gd name="connsiteX42" fmla="*/ 6075 w 12662"/>
                <a:gd name="connsiteY42" fmla="*/ 10097 h 40827"/>
                <a:gd name="connsiteX43" fmla="*/ 4916 w 12662"/>
                <a:gd name="connsiteY43" fmla="*/ 4171 h 40827"/>
                <a:gd name="connsiteX44" fmla="*/ 8765 w 12662"/>
                <a:gd name="connsiteY44" fmla="*/ 790 h 40827"/>
                <a:gd name="connsiteX45" fmla="*/ 8765 w 12662"/>
                <a:gd name="connsiteY45" fmla="*/ 790 h 40827"/>
                <a:gd name="connsiteX46" fmla="*/ 8348 w 12662"/>
                <a:gd name="connsiteY46" fmla="*/ 922 h 4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2662" h="40827">
                  <a:moveTo>
                    <a:pt x="8301" y="922"/>
                  </a:moveTo>
                  <a:cubicBezTo>
                    <a:pt x="8301" y="922"/>
                    <a:pt x="8116" y="1054"/>
                    <a:pt x="7977" y="1054"/>
                  </a:cubicBezTo>
                  <a:cubicBezTo>
                    <a:pt x="7977" y="1054"/>
                    <a:pt x="7977" y="1054"/>
                    <a:pt x="7884" y="1054"/>
                  </a:cubicBezTo>
                  <a:cubicBezTo>
                    <a:pt x="7745" y="1054"/>
                    <a:pt x="7652" y="966"/>
                    <a:pt x="7513" y="922"/>
                  </a:cubicBezTo>
                  <a:cubicBezTo>
                    <a:pt x="7374" y="878"/>
                    <a:pt x="7235" y="878"/>
                    <a:pt x="7142" y="790"/>
                  </a:cubicBezTo>
                  <a:lnTo>
                    <a:pt x="6261" y="0"/>
                  </a:lnTo>
                  <a:lnTo>
                    <a:pt x="2829" y="3029"/>
                  </a:lnTo>
                  <a:cubicBezTo>
                    <a:pt x="2551" y="3293"/>
                    <a:pt x="2411" y="3644"/>
                    <a:pt x="2458" y="4039"/>
                  </a:cubicBezTo>
                  <a:lnTo>
                    <a:pt x="3896" y="11458"/>
                  </a:lnTo>
                  <a:cubicBezTo>
                    <a:pt x="3988" y="11985"/>
                    <a:pt x="4452" y="12336"/>
                    <a:pt x="5055" y="12336"/>
                  </a:cubicBezTo>
                  <a:lnTo>
                    <a:pt x="8580" y="12336"/>
                  </a:lnTo>
                  <a:lnTo>
                    <a:pt x="9971" y="16243"/>
                  </a:lnTo>
                  <a:lnTo>
                    <a:pt x="5936" y="17297"/>
                  </a:lnTo>
                  <a:cubicBezTo>
                    <a:pt x="5658" y="17384"/>
                    <a:pt x="5380" y="17560"/>
                    <a:pt x="5240" y="17823"/>
                  </a:cubicBezTo>
                  <a:cubicBezTo>
                    <a:pt x="5101" y="18087"/>
                    <a:pt x="5055" y="18394"/>
                    <a:pt x="5148" y="18658"/>
                  </a:cubicBezTo>
                  <a:lnTo>
                    <a:pt x="6307" y="22213"/>
                  </a:lnTo>
                  <a:cubicBezTo>
                    <a:pt x="6400" y="22565"/>
                    <a:pt x="6724" y="22828"/>
                    <a:pt x="7096" y="22960"/>
                  </a:cubicBezTo>
                  <a:lnTo>
                    <a:pt x="10296" y="23838"/>
                  </a:lnTo>
                  <a:lnTo>
                    <a:pt x="10296" y="30686"/>
                  </a:lnTo>
                  <a:lnTo>
                    <a:pt x="4406" y="34725"/>
                  </a:lnTo>
                  <a:cubicBezTo>
                    <a:pt x="4406" y="34725"/>
                    <a:pt x="4035" y="35076"/>
                    <a:pt x="3988" y="35340"/>
                  </a:cubicBezTo>
                  <a:lnTo>
                    <a:pt x="3061" y="38632"/>
                  </a:lnTo>
                  <a:lnTo>
                    <a:pt x="0" y="38632"/>
                  </a:lnTo>
                  <a:lnTo>
                    <a:pt x="324" y="38851"/>
                  </a:lnTo>
                  <a:cubicBezTo>
                    <a:pt x="324" y="38851"/>
                    <a:pt x="464" y="39115"/>
                    <a:pt x="557" y="39247"/>
                  </a:cubicBezTo>
                  <a:cubicBezTo>
                    <a:pt x="603" y="39334"/>
                    <a:pt x="742" y="39422"/>
                    <a:pt x="742" y="39554"/>
                  </a:cubicBezTo>
                  <a:lnTo>
                    <a:pt x="742" y="39554"/>
                  </a:lnTo>
                  <a:cubicBezTo>
                    <a:pt x="742" y="39554"/>
                    <a:pt x="927" y="40827"/>
                    <a:pt x="927" y="40827"/>
                  </a:cubicBezTo>
                  <a:lnTo>
                    <a:pt x="3942" y="40827"/>
                  </a:lnTo>
                  <a:cubicBezTo>
                    <a:pt x="4452" y="40827"/>
                    <a:pt x="4916" y="40476"/>
                    <a:pt x="5055" y="39993"/>
                  </a:cubicBezTo>
                  <a:lnTo>
                    <a:pt x="6122" y="36262"/>
                  </a:lnTo>
                  <a:lnTo>
                    <a:pt x="12151" y="32091"/>
                  </a:lnTo>
                  <a:cubicBezTo>
                    <a:pt x="12429" y="31871"/>
                    <a:pt x="12614" y="31564"/>
                    <a:pt x="12614" y="31213"/>
                  </a:cubicBezTo>
                  <a:lnTo>
                    <a:pt x="12614" y="22960"/>
                  </a:lnTo>
                  <a:cubicBezTo>
                    <a:pt x="12614" y="22477"/>
                    <a:pt x="12290" y="22038"/>
                    <a:pt x="11780" y="21906"/>
                  </a:cubicBezTo>
                  <a:lnTo>
                    <a:pt x="8348" y="20984"/>
                  </a:lnTo>
                  <a:lnTo>
                    <a:pt x="7745" y="19052"/>
                  </a:lnTo>
                  <a:lnTo>
                    <a:pt x="11826" y="17999"/>
                  </a:lnTo>
                  <a:cubicBezTo>
                    <a:pt x="12151" y="17911"/>
                    <a:pt x="12383" y="17736"/>
                    <a:pt x="12522" y="17472"/>
                  </a:cubicBezTo>
                  <a:cubicBezTo>
                    <a:pt x="12661" y="17209"/>
                    <a:pt x="12707" y="16901"/>
                    <a:pt x="12614" y="16594"/>
                  </a:cubicBezTo>
                  <a:lnTo>
                    <a:pt x="10574" y="10843"/>
                  </a:lnTo>
                  <a:cubicBezTo>
                    <a:pt x="10435" y="10404"/>
                    <a:pt x="9971" y="10097"/>
                    <a:pt x="9461" y="10097"/>
                  </a:cubicBezTo>
                  <a:lnTo>
                    <a:pt x="6075" y="10097"/>
                  </a:lnTo>
                  <a:lnTo>
                    <a:pt x="4916" y="4171"/>
                  </a:lnTo>
                  <a:lnTo>
                    <a:pt x="8765" y="790"/>
                  </a:lnTo>
                  <a:lnTo>
                    <a:pt x="8765" y="790"/>
                  </a:lnTo>
                  <a:cubicBezTo>
                    <a:pt x="8765" y="790"/>
                    <a:pt x="8487" y="878"/>
                    <a:pt x="8348" y="92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5" name="Freeform: Shape 2444">
              <a:extLst>
                <a:ext uri="{FF2B5EF4-FFF2-40B4-BE49-F238E27FC236}">
                  <a16:creationId xmlns:a16="http://schemas.microsoft.com/office/drawing/2014/main" id="{48264FC5-1F6F-369E-1A7E-F154FA20C571}"/>
                </a:ext>
              </a:extLst>
            </p:cNvPr>
            <p:cNvSpPr>
              <a:spLocks/>
            </p:cNvSpPr>
            <p:nvPr/>
          </p:nvSpPr>
          <p:spPr>
            <a:xfrm>
              <a:off x="5482979" y="3906696"/>
              <a:ext cx="30276" cy="78894"/>
            </a:xfrm>
            <a:custGeom>
              <a:avLst/>
              <a:gdLst>
                <a:gd name="connsiteX0" fmla="*/ 20238 w 20284"/>
                <a:gd name="connsiteY0" fmla="*/ 32881 h 52855"/>
                <a:gd name="connsiteX1" fmla="*/ 20284 w 20284"/>
                <a:gd name="connsiteY1" fmla="*/ 32530 h 52855"/>
                <a:gd name="connsiteX2" fmla="*/ 20284 w 20284"/>
                <a:gd name="connsiteY2" fmla="*/ 26208 h 52855"/>
                <a:gd name="connsiteX3" fmla="*/ 19125 w 20284"/>
                <a:gd name="connsiteY3" fmla="*/ 25111 h 52855"/>
                <a:gd name="connsiteX4" fmla="*/ 15415 w 20284"/>
                <a:gd name="connsiteY4" fmla="*/ 25111 h 52855"/>
                <a:gd name="connsiteX5" fmla="*/ 11704 w 20284"/>
                <a:gd name="connsiteY5" fmla="*/ 19580 h 52855"/>
                <a:gd name="connsiteX6" fmla="*/ 11240 w 20284"/>
                <a:gd name="connsiteY6" fmla="*/ 19185 h 52855"/>
                <a:gd name="connsiteX7" fmla="*/ 2661 w 20284"/>
                <a:gd name="connsiteY7" fmla="*/ 15014 h 52855"/>
                <a:gd name="connsiteX8" fmla="*/ 5351 w 20284"/>
                <a:gd name="connsiteY8" fmla="*/ 9658 h 52855"/>
                <a:gd name="connsiteX9" fmla="*/ 5443 w 20284"/>
                <a:gd name="connsiteY9" fmla="*/ 9044 h 52855"/>
                <a:gd name="connsiteX10" fmla="*/ 4191 w 20284"/>
                <a:gd name="connsiteY10" fmla="*/ 1229 h 52855"/>
                <a:gd name="connsiteX11" fmla="*/ 4006 w 20284"/>
                <a:gd name="connsiteY11" fmla="*/ 0 h 52855"/>
                <a:gd name="connsiteX12" fmla="*/ 3774 w 20284"/>
                <a:gd name="connsiteY12" fmla="*/ 790 h 52855"/>
                <a:gd name="connsiteX13" fmla="*/ 2151 w 20284"/>
                <a:gd name="connsiteY13" fmla="*/ 966 h 52855"/>
                <a:gd name="connsiteX14" fmla="*/ 1780 w 20284"/>
                <a:gd name="connsiteY14" fmla="*/ 703 h 52855"/>
                <a:gd name="connsiteX15" fmla="*/ 3124 w 20284"/>
                <a:gd name="connsiteY15" fmla="*/ 9000 h 52855"/>
                <a:gd name="connsiteX16" fmla="*/ 110 w 20284"/>
                <a:gd name="connsiteY16" fmla="*/ 15014 h 52855"/>
                <a:gd name="connsiteX17" fmla="*/ 620 w 20284"/>
                <a:gd name="connsiteY17" fmla="*/ 16463 h 52855"/>
                <a:gd name="connsiteX18" fmla="*/ 9896 w 20284"/>
                <a:gd name="connsiteY18" fmla="*/ 20984 h 52855"/>
                <a:gd name="connsiteX19" fmla="*/ 13791 w 20284"/>
                <a:gd name="connsiteY19" fmla="*/ 26779 h 52855"/>
                <a:gd name="connsiteX20" fmla="*/ 14765 w 20284"/>
                <a:gd name="connsiteY20" fmla="*/ 27306 h 52855"/>
                <a:gd name="connsiteX21" fmla="*/ 17965 w 20284"/>
                <a:gd name="connsiteY21" fmla="*/ 27306 h 52855"/>
                <a:gd name="connsiteX22" fmla="*/ 17965 w 20284"/>
                <a:gd name="connsiteY22" fmla="*/ 32311 h 52855"/>
                <a:gd name="connsiteX23" fmla="*/ 14858 w 20284"/>
                <a:gd name="connsiteY23" fmla="*/ 40652 h 52855"/>
                <a:gd name="connsiteX24" fmla="*/ 14812 w 20284"/>
                <a:gd name="connsiteY24" fmla="*/ 41178 h 52855"/>
                <a:gd name="connsiteX25" fmla="*/ 15878 w 20284"/>
                <a:gd name="connsiteY25" fmla="*/ 49124 h 52855"/>
                <a:gd name="connsiteX26" fmla="*/ 16249 w 20284"/>
                <a:gd name="connsiteY26" fmla="*/ 51890 h 52855"/>
                <a:gd name="connsiteX27" fmla="*/ 17409 w 20284"/>
                <a:gd name="connsiteY27" fmla="*/ 52856 h 52855"/>
                <a:gd name="connsiteX28" fmla="*/ 17548 w 20284"/>
                <a:gd name="connsiteY28" fmla="*/ 52856 h 52855"/>
                <a:gd name="connsiteX29" fmla="*/ 18568 w 20284"/>
                <a:gd name="connsiteY29" fmla="*/ 51627 h 52855"/>
                <a:gd name="connsiteX30" fmla="*/ 18197 w 20284"/>
                <a:gd name="connsiteY30" fmla="*/ 48949 h 52855"/>
                <a:gd name="connsiteX31" fmla="*/ 17130 w 20284"/>
                <a:gd name="connsiteY31" fmla="*/ 41178 h 52855"/>
                <a:gd name="connsiteX32" fmla="*/ 20238 w 20284"/>
                <a:gd name="connsiteY32" fmla="*/ 32925 h 52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284" h="52855">
                  <a:moveTo>
                    <a:pt x="20238" y="32881"/>
                  </a:moveTo>
                  <a:cubicBezTo>
                    <a:pt x="20238" y="32881"/>
                    <a:pt x="20284" y="32618"/>
                    <a:pt x="20284" y="32530"/>
                  </a:cubicBezTo>
                  <a:lnTo>
                    <a:pt x="20284" y="26208"/>
                  </a:lnTo>
                  <a:cubicBezTo>
                    <a:pt x="20284" y="25594"/>
                    <a:pt x="19774" y="25111"/>
                    <a:pt x="19125" y="25111"/>
                  </a:cubicBezTo>
                  <a:lnTo>
                    <a:pt x="15415" y="25111"/>
                  </a:lnTo>
                  <a:lnTo>
                    <a:pt x="11704" y="19580"/>
                  </a:lnTo>
                  <a:cubicBezTo>
                    <a:pt x="11704" y="19580"/>
                    <a:pt x="11426" y="19272"/>
                    <a:pt x="11240" y="19185"/>
                  </a:cubicBezTo>
                  <a:lnTo>
                    <a:pt x="2661" y="15014"/>
                  </a:lnTo>
                  <a:lnTo>
                    <a:pt x="5351" y="9658"/>
                  </a:lnTo>
                  <a:cubicBezTo>
                    <a:pt x="5351" y="9658"/>
                    <a:pt x="5490" y="9219"/>
                    <a:pt x="5443" y="9044"/>
                  </a:cubicBezTo>
                  <a:lnTo>
                    <a:pt x="4191" y="1229"/>
                  </a:lnTo>
                  <a:lnTo>
                    <a:pt x="4006" y="0"/>
                  </a:lnTo>
                  <a:cubicBezTo>
                    <a:pt x="4006" y="264"/>
                    <a:pt x="4006" y="571"/>
                    <a:pt x="3774" y="790"/>
                  </a:cubicBezTo>
                  <a:cubicBezTo>
                    <a:pt x="3403" y="1273"/>
                    <a:pt x="2661" y="1361"/>
                    <a:pt x="2151" y="966"/>
                  </a:cubicBezTo>
                  <a:lnTo>
                    <a:pt x="1780" y="703"/>
                  </a:lnTo>
                  <a:lnTo>
                    <a:pt x="3124" y="9000"/>
                  </a:lnTo>
                  <a:lnTo>
                    <a:pt x="110" y="15014"/>
                  </a:lnTo>
                  <a:cubicBezTo>
                    <a:pt x="-168" y="15541"/>
                    <a:pt x="110" y="16199"/>
                    <a:pt x="620" y="16463"/>
                  </a:cubicBezTo>
                  <a:lnTo>
                    <a:pt x="9896" y="20984"/>
                  </a:lnTo>
                  <a:lnTo>
                    <a:pt x="13791" y="26779"/>
                  </a:lnTo>
                  <a:cubicBezTo>
                    <a:pt x="14023" y="27087"/>
                    <a:pt x="14394" y="27306"/>
                    <a:pt x="14765" y="27306"/>
                  </a:cubicBezTo>
                  <a:lnTo>
                    <a:pt x="17965" y="27306"/>
                  </a:lnTo>
                  <a:lnTo>
                    <a:pt x="17965" y="32311"/>
                  </a:lnTo>
                  <a:lnTo>
                    <a:pt x="14858" y="40652"/>
                  </a:lnTo>
                  <a:cubicBezTo>
                    <a:pt x="14858" y="40652"/>
                    <a:pt x="14765" y="41003"/>
                    <a:pt x="14812" y="41178"/>
                  </a:cubicBezTo>
                  <a:lnTo>
                    <a:pt x="15878" y="49124"/>
                  </a:lnTo>
                  <a:lnTo>
                    <a:pt x="16249" y="51890"/>
                  </a:lnTo>
                  <a:cubicBezTo>
                    <a:pt x="16342" y="52461"/>
                    <a:pt x="16806" y="52856"/>
                    <a:pt x="17409" y="52856"/>
                  </a:cubicBezTo>
                  <a:cubicBezTo>
                    <a:pt x="17455" y="52856"/>
                    <a:pt x="17502" y="52856"/>
                    <a:pt x="17548" y="52856"/>
                  </a:cubicBezTo>
                  <a:cubicBezTo>
                    <a:pt x="18197" y="52768"/>
                    <a:pt x="18615" y="52241"/>
                    <a:pt x="18568" y="51627"/>
                  </a:cubicBezTo>
                  <a:lnTo>
                    <a:pt x="18197" y="48949"/>
                  </a:lnTo>
                  <a:lnTo>
                    <a:pt x="17130" y="41178"/>
                  </a:lnTo>
                  <a:lnTo>
                    <a:pt x="20238" y="3292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6" name="Freeform: Shape 2445">
              <a:extLst>
                <a:ext uri="{FF2B5EF4-FFF2-40B4-BE49-F238E27FC236}">
                  <a16:creationId xmlns:a16="http://schemas.microsoft.com/office/drawing/2014/main" id="{46B69775-E231-561A-CC53-84962DA79148}"/>
                </a:ext>
              </a:extLst>
            </p:cNvPr>
            <p:cNvSpPr>
              <a:spLocks/>
            </p:cNvSpPr>
            <p:nvPr/>
          </p:nvSpPr>
          <p:spPr>
            <a:xfrm>
              <a:off x="5488751" y="3906173"/>
              <a:ext cx="277" cy="524"/>
            </a:xfrm>
            <a:custGeom>
              <a:avLst/>
              <a:gdLst>
                <a:gd name="connsiteX0" fmla="*/ 185 w 185"/>
                <a:gd name="connsiteY0" fmla="*/ 307 h 351"/>
                <a:gd name="connsiteX1" fmla="*/ 0 w 185"/>
                <a:gd name="connsiteY1" fmla="*/ 0 h 351"/>
                <a:gd name="connsiteX2" fmla="*/ 185 w 185"/>
                <a:gd name="connsiteY2" fmla="*/ 351 h 351"/>
                <a:gd name="connsiteX3" fmla="*/ 185 w 185"/>
                <a:gd name="connsiteY3" fmla="*/ 351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" h="351">
                  <a:moveTo>
                    <a:pt x="185" y="307"/>
                  </a:moveTo>
                  <a:cubicBezTo>
                    <a:pt x="185" y="307"/>
                    <a:pt x="46" y="88"/>
                    <a:pt x="0" y="0"/>
                  </a:cubicBezTo>
                  <a:cubicBezTo>
                    <a:pt x="46" y="132"/>
                    <a:pt x="185" y="219"/>
                    <a:pt x="185" y="351"/>
                  </a:cubicBezTo>
                  <a:lnTo>
                    <a:pt x="185" y="3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7" name="Freeform: Shape 2446">
              <a:extLst>
                <a:ext uri="{FF2B5EF4-FFF2-40B4-BE49-F238E27FC236}">
                  <a16:creationId xmlns:a16="http://schemas.microsoft.com/office/drawing/2014/main" id="{C65AD07D-4732-B596-9617-45DF19AACFA9}"/>
                </a:ext>
              </a:extLst>
            </p:cNvPr>
            <p:cNvSpPr>
              <a:spLocks/>
            </p:cNvSpPr>
            <p:nvPr/>
          </p:nvSpPr>
          <p:spPr>
            <a:xfrm>
              <a:off x="5414681" y="3793008"/>
              <a:ext cx="85215" cy="55959"/>
            </a:xfrm>
            <a:custGeom>
              <a:avLst/>
              <a:gdLst>
                <a:gd name="connsiteX0" fmla="*/ 56626 w 57090"/>
                <a:gd name="connsiteY0" fmla="*/ 37447 h 37490"/>
                <a:gd name="connsiteX1" fmla="*/ 56116 w 57090"/>
                <a:gd name="connsiteY1" fmla="*/ 37184 h 37490"/>
                <a:gd name="connsiteX2" fmla="*/ 56302 w 57090"/>
                <a:gd name="connsiteY2" fmla="*/ 35647 h 37490"/>
                <a:gd name="connsiteX3" fmla="*/ 57090 w 57090"/>
                <a:gd name="connsiteY3" fmla="*/ 35076 h 37490"/>
                <a:gd name="connsiteX4" fmla="*/ 52963 w 57090"/>
                <a:gd name="connsiteY4" fmla="*/ 31389 h 37490"/>
                <a:gd name="connsiteX5" fmla="*/ 52963 w 57090"/>
                <a:gd name="connsiteY5" fmla="*/ 23355 h 37490"/>
                <a:gd name="connsiteX6" fmla="*/ 51803 w 57090"/>
                <a:gd name="connsiteY6" fmla="*/ 22257 h 37490"/>
                <a:gd name="connsiteX7" fmla="*/ 47537 w 57090"/>
                <a:gd name="connsiteY7" fmla="*/ 22257 h 37490"/>
                <a:gd name="connsiteX8" fmla="*/ 51061 w 57090"/>
                <a:gd name="connsiteY8" fmla="*/ 19536 h 37490"/>
                <a:gd name="connsiteX9" fmla="*/ 51479 w 57090"/>
                <a:gd name="connsiteY9" fmla="*/ 18614 h 37490"/>
                <a:gd name="connsiteX10" fmla="*/ 50969 w 57090"/>
                <a:gd name="connsiteY10" fmla="*/ 17736 h 37490"/>
                <a:gd name="connsiteX11" fmla="*/ 43734 w 57090"/>
                <a:gd name="connsiteY11" fmla="*/ 13302 h 37490"/>
                <a:gd name="connsiteX12" fmla="*/ 46145 w 57090"/>
                <a:gd name="connsiteY12" fmla="*/ 10887 h 37490"/>
                <a:gd name="connsiteX13" fmla="*/ 46284 w 57090"/>
                <a:gd name="connsiteY13" fmla="*/ 9526 h 37490"/>
                <a:gd name="connsiteX14" fmla="*/ 41740 w 57090"/>
                <a:gd name="connsiteY14" fmla="*/ 3205 h 37490"/>
                <a:gd name="connsiteX15" fmla="*/ 41368 w 57090"/>
                <a:gd name="connsiteY15" fmla="*/ 2854 h 37490"/>
                <a:gd name="connsiteX16" fmla="*/ 36174 w 57090"/>
                <a:gd name="connsiteY16" fmla="*/ 132 h 37490"/>
                <a:gd name="connsiteX17" fmla="*/ 35015 w 57090"/>
                <a:gd name="connsiteY17" fmla="*/ 132 h 37490"/>
                <a:gd name="connsiteX18" fmla="*/ 34458 w 57090"/>
                <a:gd name="connsiteY18" fmla="*/ 1098 h 37490"/>
                <a:gd name="connsiteX19" fmla="*/ 34458 w 57090"/>
                <a:gd name="connsiteY19" fmla="*/ 3293 h 37490"/>
                <a:gd name="connsiteX20" fmla="*/ 31536 w 57090"/>
                <a:gd name="connsiteY20" fmla="*/ 5400 h 37490"/>
                <a:gd name="connsiteX21" fmla="*/ 28939 w 57090"/>
                <a:gd name="connsiteY21" fmla="*/ 6980 h 37490"/>
                <a:gd name="connsiteX22" fmla="*/ 25693 w 57090"/>
                <a:gd name="connsiteY22" fmla="*/ 5312 h 37490"/>
                <a:gd name="connsiteX23" fmla="*/ 19617 w 57090"/>
                <a:gd name="connsiteY23" fmla="*/ 2854 h 37490"/>
                <a:gd name="connsiteX24" fmla="*/ 18226 w 57090"/>
                <a:gd name="connsiteY24" fmla="*/ 3205 h 37490"/>
                <a:gd name="connsiteX25" fmla="*/ 13960 w 57090"/>
                <a:gd name="connsiteY25" fmla="*/ 8692 h 37490"/>
                <a:gd name="connsiteX26" fmla="*/ 8812 w 57090"/>
                <a:gd name="connsiteY26" fmla="*/ 5444 h 37490"/>
                <a:gd name="connsiteX27" fmla="*/ 7328 w 57090"/>
                <a:gd name="connsiteY27" fmla="*/ 5575 h 37490"/>
                <a:gd name="connsiteX28" fmla="*/ 4081 w 57090"/>
                <a:gd name="connsiteY28" fmla="*/ 8648 h 37490"/>
                <a:gd name="connsiteX29" fmla="*/ 2319 w 57090"/>
                <a:gd name="connsiteY29" fmla="*/ 6980 h 37490"/>
                <a:gd name="connsiteX30" fmla="*/ 2319 w 57090"/>
                <a:gd name="connsiteY30" fmla="*/ 2502 h 37490"/>
                <a:gd name="connsiteX31" fmla="*/ 1159 w 57090"/>
                <a:gd name="connsiteY31" fmla="*/ 1405 h 37490"/>
                <a:gd name="connsiteX32" fmla="*/ 0 w 57090"/>
                <a:gd name="connsiteY32" fmla="*/ 2502 h 37490"/>
                <a:gd name="connsiteX33" fmla="*/ 0 w 57090"/>
                <a:gd name="connsiteY33" fmla="*/ 7419 h 37490"/>
                <a:gd name="connsiteX34" fmla="*/ 325 w 57090"/>
                <a:gd name="connsiteY34" fmla="*/ 8209 h 37490"/>
                <a:gd name="connsiteX35" fmla="*/ 3200 w 57090"/>
                <a:gd name="connsiteY35" fmla="*/ 10931 h 37490"/>
                <a:gd name="connsiteX36" fmla="*/ 4823 w 57090"/>
                <a:gd name="connsiteY36" fmla="*/ 10931 h 37490"/>
                <a:gd name="connsiteX37" fmla="*/ 8209 w 57090"/>
                <a:gd name="connsiteY37" fmla="*/ 7726 h 37490"/>
                <a:gd name="connsiteX38" fmla="*/ 13496 w 57090"/>
                <a:gd name="connsiteY38" fmla="*/ 11063 h 37490"/>
                <a:gd name="connsiteX39" fmla="*/ 15073 w 57090"/>
                <a:gd name="connsiteY39" fmla="*/ 10800 h 37490"/>
                <a:gd name="connsiteX40" fmla="*/ 19432 w 57090"/>
                <a:gd name="connsiteY40" fmla="*/ 5180 h 37490"/>
                <a:gd name="connsiteX41" fmla="*/ 24580 w 57090"/>
                <a:gd name="connsiteY41" fmla="*/ 7244 h 37490"/>
                <a:gd name="connsiteX42" fmla="*/ 28336 w 57090"/>
                <a:gd name="connsiteY42" fmla="*/ 9175 h 37490"/>
                <a:gd name="connsiteX43" fmla="*/ 29496 w 57090"/>
                <a:gd name="connsiteY43" fmla="*/ 9175 h 37490"/>
                <a:gd name="connsiteX44" fmla="*/ 32742 w 57090"/>
                <a:gd name="connsiteY44" fmla="*/ 7200 h 37490"/>
                <a:gd name="connsiteX45" fmla="*/ 36221 w 57090"/>
                <a:gd name="connsiteY45" fmla="*/ 4741 h 37490"/>
                <a:gd name="connsiteX46" fmla="*/ 36684 w 57090"/>
                <a:gd name="connsiteY46" fmla="*/ 3863 h 37490"/>
                <a:gd name="connsiteX47" fmla="*/ 36684 w 57090"/>
                <a:gd name="connsiteY47" fmla="*/ 2985 h 37490"/>
                <a:gd name="connsiteX48" fmla="*/ 39931 w 57090"/>
                <a:gd name="connsiteY48" fmla="*/ 4697 h 37490"/>
                <a:gd name="connsiteX49" fmla="*/ 43780 w 57090"/>
                <a:gd name="connsiteY49" fmla="*/ 10053 h 37490"/>
                <a:gd name="connsiteX50" fmla="*/ 41044 w 57090"/>
                <a:gd name="connsiteY50" fmla="*/ 12775 h 37490"/>
                <a:gd name="connsiteX51" fmla="*/ 40719 w 57090"/>
                <a:gd name="connsiteY51" fmla="*/ 13653 h 37490"/>
                <a:gd name="connsiteX52" fmla="*/ 41229 w 57090"/>
                <a:gd name="connsiteY52" fmla="*/ 14443 h 37490"/>
                <a:gd name="connsiteX53" fmla="*/ 48279 w 57090"/>
                <a:gd name="connsiteY53" fmla="*/ 18789 h 37490"/>
                <a:gd name="connsiteX54" fmla="*/ 43455 w 57090"/>
                <a:gd name="connsiteY54" fmla="*/ 22521 h 37490"/>
                <a:gd name="connsiteX55" fmla="*/ 43084 w 57090"/>
                <a:gd name="connsiteY55" fmla="*/ 23750 h 37490"/>
                <a:gd name="connsiteX56" fmla="*/ 44197 w 57090"/>
                <a:gd name="connsiteY56" fmla="*/ 24496 h 37490"/>
                <a:gd name="connsiteX57" fmla="*/ 50551 w 57090"/>
                <a:gd name="connsiteY57" fmla="*/ 24496 h 37490"/>
                <a:gd name="connsiteX58" fmla="*/ 50551 w 57090"/>
                <a:gd name="connsiteY58" fmla="*/ 31915 h 37490"/>
                <a:gd name="connsiteX59" fmla="*/ 50922 w 57090"/>
                <a:gd name="connsiteY59" fmla="*/ 32706 h 37490"/>
                <a:gd name="connsiteX60" fmla="*/ 55235 w 57090"/>
                <a:gd name="connsiteY60" fmla="*/ 36569 h 37490"/>
                <a:gd name="connsiteX61" fmla="*/ 56116 w 57090"/>
                <a:gd name="connsiteY61" fmla="*/ 37359 h 37490"/>
                <a:gd name="connsiteX62" fmla="*/ 56487 w 57090"/>
                <a:gd name="connsiteY62" fmla="*/ 37491 h 37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7090" h="37490">
                  <a:moveTo>
                    <a:pt x="56626" y="37447"/>
                  </a:moveTo>
                  <a:cubicBezTo>
                    <a:pt x="56626" y="37447"/>
                    <a:pt x="56256" y="37359"/>
                    <a:pt x="56116" y="37184"/>
                  </a:cubicBezTo>
                  <a:cubicBezTo>
                    <a:pt x="55699" y="36700"/>
                    <a:pt x="55792" y="35998"/>
                    <a:pt x="56302" y="35647"/>
                  </a:cubicBezTo>
                  <a:lnTo>
                    <a:pt x="57090" y="35076"/>
                  </a:lnTo>
                  <a:lnTo>
                    <a:pt x="52963" y="31389"/>
                  </a:lnTo>
                  <a:lnTo>
                    <a:pt x="52963" y="23355"/>
                  </a:lnTo>
                  <a:cubicBezTo>
                    <a:pt x="52963" y="22740"/>
                    <a:pt x="52453" y="22257"/>
                    <a:pt x="51803" y="22257"/>
                  </a:cubicBezTo>
                  <a:lnTo>
                    <a:pt x="47537" y="22257"/>
                  </a:lnTo>
                  <a:lnTo>
                    <a:pt x="51061" y="19536"/>
                  </a:lnTo>
                  <a:cubicBezTo>
                    <a:pt x="51340" y="19316"/>
                    <a:pt x="51525" y="18965"/>
                    <a:pt x="51479" y="18614"/>
                  </a:cubicBezTo>
                  <a:cubicBezTo>
                    <a:pt x="51479" y="18263"/>
                    <a:pt x="51247" y="17955"/>
                    <a:pt x="50969" y="17736"/>
                  </a:cubicBezTo>
                  <a:lnTo>
                    <a:pt x="43734" y="13302"/>
                  </a:lnTo>
                  <a:lnTo>
                    <a:pt x="46145" y="10887"/>
                  </a:lnTo>
                  <a:cubicBezTo>
                    <a:pt x="46516" y="10492"/>
                    <a:pt x="46563" y="9921"/>
                    <a:pt x="46284" y="9526"/>
                  </a:cubicBezTo>
                  <a:lnTo>
                    <a:pt x="41740" y="3205"/>
                  </a:lnTo>
                  <a:cubicBezTo>
                    <a:pt x="41740" y="3205"/>
                    <a:pt x="41508" y="2941"/>
                    <a:pt x="41368" y="2854"/>
                  </a:cubicBezTo>
                  <a:lnTo>
                    <a:pt x="36174" y="132"/>
                  </a:lnTo>
                  <a:cubicBezTo>
                    <a:pt x="35803" y="-44"/>
                    <a:pt x="35386" y="-44"/>
                    <a:pt x="35015" y="132"/>
                  </a:cubicBezTo>
                  <a:cubicBezTo>
                    <a:pt x="34644" y="307"/>
                    <a:pt x="34458" y="703"/>
                    <a:pt x="34458" y="1098"/>
                  </a:cubicBezTo>
                  <a:lnTo>
                    <a:pt x="34458" y="3293"/>
                  </a:lnTo>
                  <a:lnTo>
                    <a:pt x="31536" y="5400"/>
                  </a:lnTo>
                  <a:lnTo>
                    <a:pt x="28939" y="6980"/>
                  </a:lnTo>
                  <a:lnTo>
                    <a:pt x="25693" y="5312"/>
                  </a:lnTo>
                  <a:lnTo>
                    <a:pt x="19617" y="2854"/>
                  </a:lnTo>
                  <a:cubicBezTo>
                    <a:pt x="19107" y="2634"/>
                    <a:pt x="18551" y="2810"/>
                    <a:pt x="18226" y="3205"/>
                  </a:cubicBezTo>
                  <a:lnTo>
                    <a:pt x="13960" y="8692"/>
                  </a:lnTo>
                  <a:lnTo>
                    <a:pt x="8812" y="5444"/>
                  </a:lnTo>
                  <a:cubicBezTo>
                    <a:pt x="8348" y="5136"/>
                    <a:pt x="7745" y="5224"/>
                    <a:pt x="7328" y="5575"/>
                  </a:cubicBezTo>
                  <a:lnTo>
                    <a:pt x="4081" y="8648"/>
                  </a:lnTo>
                  <a:lnTo>
                    <a:pt x="2319" y="6980"/>
                  </a:lnTo>
                  <a:lnTo>
                    <a:pt x="2319" y="2502"/>
                  </a:lnTo>
                  <a:cubicBezTo>
                    <a:pt x="2319" y="1888"/>
                    <a:pt x="1809" y="1405"/>
                    <a:pt x="1159" y="1405"/>
                  </a:cubicBezTo>
                  <a:cubicBezTo>
                    <a:pt x="510" y="1405"/>
                    <a:pt x="0" y="1888"/>
                    <a:pt x="0" y="2502"/>
                  </a:cubicBezTo>
                  <a:lnTo>
                    <a:pt x="0" y="7419"/>
                  </a:lnTo>
                  <a:cubicBezTo>
                    <a:pt x="0" y="7726"/>
                    <a:pt x="139" y="7990"/>
                    <a:pt x="325" y="8209"/>
                  </a:cubicBezTo>
                  <a:lnTo>
                    <a:pt x="3200" y="10931"/>
                  </a:lnTo>
                  <a:cubicBezTo>
                    <a:pt x="3664" y="11370"/>
                    <a:pt x="4406" y="11370"/>
                    <a:pt x="4823" y="10931"/>
                  </a:cubicBezTo>
                  <a:lnTo>
                    <a:pt x="8209" y="7726"/>
                  </a:lnTo>
                  <a:lnTo>
                    <a:pt x="13496" y="11063"/>
                  </a:lnTo>
                  <a:cubicBezTo>
                    <a:pt x="14006" y="11370"/>
                    <a:pt x="14702" y="11282"/>
                    <a:pt x="15073" y="10800"/>
                  </a:cubicBezTo>
                  <a:lnTo>
                    <a:pt x="19432" y="5180"/>
                  </a:lnTo>
                  <a:lnTo>
                    <a:pt x="24580" y="7244"/>
                  </a:lnTo>
                  <a:lnTo>
                    <a:pt x="28336" y="9175"/>
                  </a:lnTo>
                  <a:cubicBezTo>
                    <a:pt x="28708" y="9351"/>
                    <a:pt x="29171" y="9351"/>
                    <a:pt x="29496" y="9175"/>
                  </a:cubicBezTo>
                  <a:lnTo>
                    <a:pt x="32742" y="7200"/>
                  </a:lnTo>
                  <a:lnTo>
                    <a:pt x="36221" y="4741"/>
                  </a:lnTo>
                  <a:cubicBezTo>
                    <a:pt x="36499" y="4522"/>
                    <a:pt x="36684" y="4215"/>
                    <a:pt x="36684" y="3863"/>
                  </a:cubicBezTo>
                  <a:lnTo>
                    <a:pt x="36684" y="2985"/>
                  </a:lnTo>
                  <a:lnTo>
                    <a:pt x="39931" y="4697"/>
                  </a:lnTo>
                  <a:lnTo>
                    <a:pt x="43780" y="10053"/>
                  </a:lnTo>
                  <a:lnTo>
                    <a:pt x="41044" y="12775"/>
                  </a:lnTo>
                  <a:cubicBezTo>
                    <a:pt x="40812" y="12995"/>
                    <a:pt x="40673" y="13346"/>
                    <a:pt x="40719" y="13653"/>
                  </a:cubicBezTo>
                  <a:cubicBezTo>
                    <a:pt x="40719" y="13960"/>
                    <a:pt x="40951" y="14268"/>
                    <a:pt x="41229" y="14443"/>
                  </a:cubicBezTo>
                  <a:lnTo>
                    <a:pt x="48279" y="18789"/>
                  </a:lnTo>
                  <a:lnTo>
                    <a:pt x="43455" y="22521"/>
                  </a:lnTo>
                  <a:cubicBezTo>
                    <a:pt x="43084" y="22828"/>
                    <a:pt x="42945" y="23311"/>
                    <a:pt x="43084" y="23750"/>
                  </a:cubicBezTo>
                  <a:cubicBezTo>
                    <a:pt x="43270" y="24189"/>
                    <a:pt x="43687" y="24496"/>
                    <a:pt x="44197" y="24496"/>
                  </a:cubicBezTo>
                  <a:lnTo>
                    <a:pt x="50551" y="24496"/>
                  </a:lnTo>
                  <a:lnTo>
                    <a:pt x="50551" y="31915"/>
                  </a:lnTo>
                  <a:cubicBezTo>
                    <a:pt x="50551" y="32223"/>
                    <a:pt x="50690" y="32486"/>
                    <a:pt x="50922" y="32706"/>
                  </a:cubicBezTo>
                  <a:lnTo>
                    <a:pt x="55235" y="36569"/>
                  </a:lnTo>
                  <a:lnTo>
                    <a:pt x="56116" y="37359"/>
                  </a:lnTo>
                  <a:cubicBezTo>
                    <a:pt x="56116" y="37359"/>
                    <a:pt x="56348" y="37447"/>
                    <a:pt x="56487" y="3749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8" name="Freeform: Shape 2447">
              <a:extLst>
                <a:ext uri="{FF2B5EF4-FFF2-40B4-BE49-F238E27FC236}">
                  <a16:creationId xmlns:a16="http://schemas.microsoft.com/office/drawing/2014/main" id="{EA8A6651-0C4B-3EA1-9705-EFFA282C90FF}"/>
                </a:ext>
              </a:extLst>
            </p:cNvPr>
            <p:cNvSpPr>
              <a:spLocks/>
            </p:cNvSpPr>
            <p:nvPr/>
          </p:nvSpPr>
          <p:spPr>
            <a:xfrm>
              <a:off x="5499757" y="3848902"/>
              <a:ext cx="623" cy="208"/>
            </a:xfrm>
            <a:custGeom>
              <a:avLst/>
              <a:gdLst>
                <a:gd name="connsiteX0" fmla="*/ 371 w 417"/>
                <a:gd name="connsiteY0" fmla="*/ 44 h 140"/>
                <a:gd name="connsiteX1" fmla="*/ 0 w 417"/>
                <a:gd name="connsiteY1" fmla="*/ 132 h 140"/>
                <a:gd name="connsiteX2" fmla="*/ 93 w 417"/>
                <a:gd name="connsiteY2" fmla="*/ 132 h 140"/>
                <a:gd name="connsiteX3" fmla="*/ 418 w 417"/>
                <a:gd name="connsiteY3" fmla="*/ 0 h 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7" h="140">
                  <a:moveTo>
                    <a:pt x="371" y="44"/>
                  </a:moveTo>
                  <a:cubicBezTo>
                    <a:pt x="371" y="44"/>
                    <a:pt x="139" y="176"/>
                    <a:pt x="0" y="132"/>
                  </a:cubicBezTo>
                  <a:cubicBezTo>
                    <a:pt x="0" y="132"/>
                    <a:pt x="0" y="132"/>
                    <a:pt x="93" y="132"/>
                  </a:cubicBezTo>
                  <a:cubicBezTo>
                    <a:pt x="232" y="132"/>
                    <a:pt x="278" y="44"/>
                    <a:pt x="418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9" name="Freeform: Shape 2448">
              <a:extLst>
                <a:ext uri="{FF2B5EF4-FFF2-40B4-BE49-F238E27FC236}">
                  <a16:creationId xmlns:a16="http://schemas.microsoft.com/office/drawing/2014/main" id="{2489741C-4D7F-0987-DDD6-449B0C0E9E30}"/>
                </a:ext>
              </a:extLst>
            </p:cNvPr>
            <p:cNvSpPr>
              <a:spLocks/>
            </p:cNvSpPr>
            <p:nvPr/>
          </p:nvSpPr>
          <p:spPr>
            <a:xfrm>
              <a:off x="5412296" y="3886318"/>
              <a:ext cx="33674" cy="39972"/>
            </a:xfrm>
            <a:custGeom>
              <a:avLst/>
              <a:gdLst>
                <a:gd name="connsiteX0" fmla="*/ 14815 w 22560"/>
                <a:gd name="connsiteY0" fmla="*/ 11809 h 26779"/>
                <a:gd name="connsiteX1" fmla="*/ 15047 w 22560"/>
                <a:gd name="connsiteY1" fmla="*/ 11458 h 26779"/>
                <a:gd name="connsiteX2" fmla="*/ 17551 w 22560"/>
                <a:gd name="connsiteY2" fmla="*/ 6146 h 26779"/>
                <a:gd name="connsiteX3" fmla="*/ 22560 w 22560"/>
                <a:gd name="connsiteY3" fmla="*/ 1141 h 26779"/>
                <a:gd name="connsiteX4" fmla="*/ 22050 w 22560"/>
                <a:gd name="connsiteY4" fmla="*/ 1141 h 26779"/>
                <a:gd name="connsiteX5" fmla="*/ 21215 w 22560"/>
                <a:gd name="connsiteY5" fmla="*/ 746 h 26779"/>
                <a:gd name="connsiteX6" fmla="*/ 21122 w 22560"/>
                <a:gd name="connsiteY6" fmla="*/ 746 h 26779"/>
                <a:gd name="connsiteX7" fmla="*/ 20519 w 22560"/>
                <a:gd name="connsiteY7" fmla="*/ 0 h 26779"/>
                <a:gd name="connsiteX8" fmla="*/ 15696 w 22560"/>
                <a:gd name="connsiteY8" fmla="*/ 4829 h 26779"/>
                <a:gd name="connsiteX9" fmla="*/ 15464 w 22560"/>
                <a:gd name="connsiteY9" fmla="*/ 5137 h 26779"/>
                <a:gd name="connsiteX10" fmla="*/ 12960 w 22560"/>
                <a:gd name="connsiteY10" fmla="*/ 10448 h 26779"/>
                <a:gd name="connsiteX11" fmla="*/ 4705 w 22560"/>
                <a:gd name="connsiteY11" fmla="*/ 17999 h 26779"/>
                <a:gd name="connsiteX12" fmla="*/ 4519 w 22560"/>
                <a:gd name="connsiteY12" fmla="*/ 18219 h 26779"/>
                <a:gd name="connsiteX13" fmla="*/ 1087 w 22560"/>
                <a:gd name="connsiteY13" fmla="*/ 23618 h 26779"/>
                <a:gd name="connsiteX14" fmla="*/ 160 w 22560"/>
                <a:gd name="connsiteY14" fmla="*/ 25111 h 26779"/>
                <a:gd name="connsiteX15" fmla="*/ 577 w 22560"/>
                <a:gd name="connsiteY15" fmla="*/ 26603 h 26779"/>
                <a:gd name="connsiteX16" fmla="*/ 1180 w 22560"/>
                <a:gd name="connsiteY16" fmla="*/ 26779 h 26779"/>
                <a:gd name="connsiteX17" fmla="*/ 2154 w 22560"/>
                <a:gd name="connsiteY17" fmla="*/ 26252 h 26779"/>
                <a:gd name="connsiteX18" fmla="*/ 2989 w 22560"/>
                <a:gd name="connsiteY18" fmla="*/ 24892 h 26779"/>
                <a:gd name="connsiteX19" fmla="*/ 6421 w 22560"/>
                <a:gd name="connsiteY19" fmla="*/ 19492 h 26779"/>
                <a:gd name="connsiteX20" fmla="*/ 14722 w 22560"/>
                <a:gd name="connsiteY20" fmla="*/ 11897 h 26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60" h="26779">
                  <a:moveTo>
                    <a:pt x="14815" y="11809"/>
                  </a:moveTo>
                  <a:cubicBezTo>
                    <a:pt x="14815" y="11809"/>
                    <a:pt x="15001" y="11590"/>
                    <a:pt x="15047" y="11458"/>
                  </a:cubicBezTo>
                  <a:lnTo>
                    <a:pt x="17551" y="6146"/>
                  </a:lnTo>
                  <a:lnTo>
                    <a:pt x="22560" y="1141"/>
                  </a:lnTo>
                  <a:lnTo>
                    <a:pt x="22050" y="1141"/>
                  </a:lnTo>
                  <a:cubicBezTo>
                    <a:pt x="21679" y="1141"/>
                    <a:pt x="21401" y="966"/>
                    <a:pt x="21215" y="746"/>
                  </a:cubicBezTo>
                  <a:cubicBezTo>
                    <a:pt x="21215" y="746"/>
                    <a:pt x="21169" y="746"/>
                    <a:pt x="21122" y="746"/>
                  </a:cubicBezTo>
                  <a:lnTo>
                    <a:pt x="20519" y="0"/>
                  </a:lnTo>
                  <a:lnTo>
                    <a:pt x="15696" y="4829"/>
                  </a:lnTo>
                  <a:cubicBezTo>
                    <a:pt x="15696" y="4829"/>
                    <a:pt x="15511" y="5005"/>
                    <a:pt x="15464" y="5137"/>
                  </a:cubicBezTo>
                  <a:lnTo>
                    <a:pt x="12960" y="10448"/>
                  </a:lnTo>
                  <a:lnTo>
                    <a:pt x="4705" y="17999"/>
                  </a:lnTo>
                  <a:cubicBezTo>
                    <a:pt x="4705" y="17999"/>
                    <a:pt x="4566" y="18131"/>
                    <a:pt x="4519" y="18219"/>
                  </a:cubicBezTo>
                  <a:lnTo>
                    <a:pt x="1087" y="23618"/>
                  </a:lnTo>
                  <a:lnTo>
                    <a:pt x="160" y="25111"/>
                  </a:lnTo>
                  <a:cubicBezTo>
                    <a:pt x="-165" y="25638"/>
                    <a:pt x="21" y="26296"/>
                    <a:pt x="577" y="26603"/>
                  </a:cubicBezTo>
                  <a:cubicBezTo>
                    <a:pt x="763" y="26691"/>
                    <a:pt x="948" y="26779"/>
                    <a:pt x="1180" y="26779"/>
                  </a:cubicBezTo>
                  <a:cubicBezTo>
                    <a:pt x="1551" y="26779"/>
                    <a:pt x="1969" y="26603"/>
                    <a:pt x="2154" y="26252"/>
                  </a:cubicBezTo>
                  <a:lnTo>
                    <a:pt x="2989" y="24892"/>
                  </a:lnTo>
                  <a:lnTo>
                    <a:pt x="6421" y="19492"/>
                  </a:lnTo>
                  <a:lnTo>
                    <a:pt x="14722" y="1189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0" name="Freeform: Shape 2449">
              <a:extLst>
                <a:ext uri="{FF2B5EF4-FFF2-40B4-BE49-F238E27FC236}">
                  <a16:creationId xmlns:a16="http://schemas.microsoft.com/office/drawing/2014/main" id="{13E9E7DD-92F2-653D-3629-A7F725917916}"/>
                </a:ext>
              </a:extLst>
            </p:cNvPr>
            <p:cNvSpPr>
              <a:spLocks/>
            </p:cNvSpPr>
            <p:nvPr/>
          </p:nvSpPr>
          <p:spPr>
            <a:xfrm>
              <a:off x="5445276" y="3884744"/>
              <a:ext cx="43749" cy="31191"/>
            </a:xfrm>
            <a:custGeom>
              <a:avLst/>
              <a:gdLst>
                <a:gd name="connsiteX0" fmla="*/ 29310 w 29310"/>
                <a:gd name="connsiteY0" fmla="*/ 14706 h 20896"/>
                <a:gd name="connsiteX1" fmla="*/ 29125 w 29310"/>
                <a:gd name="connsiteY1" fmla="*/ 14355 h 20896"/>
                <a:gd name="connsiteX2" fmla="*/ 28893 w 29310"/>
                <a:gd name="connsiteY2" fmla="*/ 13960 h 20896"/>
                <a:gd name="connsiteX3" fmla="*/ 28569 w 29310"/>
                <a:gd name="connsiteY3" fmla="*/ 13741 h 20896"/>
                <a:gd name="connsiteX4" fmla="*/ 24812 w 29310"/>
                <a:gd name="connsiteY4" fmla="*/ 10975 h 20896"/>
                <a:gd name="connsiteX5" fmla="*/ 23745 w 29310"/>
                <a:gd name="connsiteY5" fmla="*/ 10800 h 20896"/>
                <a:gd name="connsiteX6" fmla="*/ 23003 w 29310"/>
                <a:gd name="connsiteY6" fmla="*/ 11502 h 20896"/>
                <a:gd name="connsiteX7" fmla="*/ 20638 w 29310"/>
                <a:gd name="connsiteY7" fmla="*/ 18701 h 20896"/>
                <a:gd name="connsiteX8" fmla="*/ 17994 w 29310"/>
                <a:gd name="connsiteY8" fmla="*/ 18701 h 20896"/>
                <a:gd name="connsiteX9" fmla="*/ 17994 w 29310"/>
                <a:gd name="connsiteY9" fmla="*/ 15804 h 20896"/>
                <a:gd name="connsiteX10" fmla="*/ 17484 w 29310"/>
                <a:gd name="connsiteY10" fmla="*/ 14882 h 20896"/>
                <a:gd name="connsiteX11" fmla="*/ 16371 w 29310"/>
                <a:gd name="connsiteY11" fmla="*/ 14794 h 20896"/>
                <a:gd name="connsiteX12" fmla="*/ 13635 w 29310"/>
                <a:gd name="connsiteY12" fmla="*/ 15892 h 20896"/>
                <a:gd name="connsiteX13" fmla="*/ 13635 w 29310"/>
                <a:gd name="connsiteY13" fmla="*/ 7419 h 20896"/>
                <a:gd name="connsiteX14" fmla="*/ 13450 w 29310"/>
                <a:gd name="connsiteY14" fmla="*/ 6848 h 20896"/>
                <a:gd name="connsiteX15" fmla="*/ 9415 w 29310"/>
                <a:gd name="connsiteY15" fmla="*/ 527 h 20896"/>
                <a:gd name="connsiteX16" fmla="*/ 8441 w 29310"/>
                <a:gd name="connsiteY16" fmla="*/ 0 h 20896"/>
                <a:gd name="connsiteX17" fmla="*/ 603 w 29310"/>
                <a:gd name="connsiteY17" fmla="*/ 0 h 20896"/>
                <a:gd name="connsiteX18" fmla="*/ 928 w 29310"/>
                <a:gd name="connsiteY18" fmla="*/ 439 h 20896"/>
                <a:gd name="connsiteX19" fmla="*/ 696 w 29310"/>
                <a:gd name="connsiteY19" fmla="*/ 1976 h 20896"/>
                <a:gd name="connsiteX20" fmla="*/ 0 w 29310"/>
                <a:gd name="connsiteY20" fmla="*/ 2195 h 20896"/>
                <a:gd name="connsiteX21" fmla="*/ 7745 w 29310"/>
                <a:gd name="connsiteY21" fmla="*/ 2195 h 20896"/>
                <a:gd name="connsiteX22" fmla="*/ 11316 w 29310"/>
                <a:gd name="connsiteY22" fmla="*/ 7726 h 20896"/>
                <a:gd name="connsiteX23" fmla="*/ 11316 w 29310"/>
                <a:gd name="connsiteY23" fmla="*/ 17560 h 20896"/>
                <a:gd name="connsiteX24" fmla="*/ 11826 w 29310"/>
                <a:gd name="connsiteY24" fmla="*/ 18482 h 20896"/>
                <a:gd name="connsiteX25" fmla="*/ 12939 w 29310"/>
                <a:gd name="connsiteY25" fmla="*/ 18570 h 20896"/>
                <a:gd name="connsiteX26" fmla="*/ 15676 w 29310"/>
                <a:gd name="connsiteY26" fmla="*/ 17472 h 20896"/>
                <a:gd name="connsiteX27" fmla="*/ 15676 w 29310"/>
                <a:gd name="connsiteY27" fmla="*/ 19799 h 20896"/>
                <a:gd name="connsiteX28" fmla="*/ 16835 w 29310"/>
                <a:gd name="connsiteY28" fmla="*/ 20896 h 20896"/>
                <a:gd name="connsiteX29" fmla="*/ 21473 w 29310"/>
                <a:gd name="connsiteY29" fmla="*/ 20896 h 20896"/>
                <a:gd name="connsiteX30" fmla="*/ 22586 w 29310"/>
                <a:gd name="connsiteY30" fmla="*/ 20106 h 20896"/>
                <a:gd name="connsiteX31" fmla="*/ 24673 w 29310"/>
                <a:gd name="connsiteY31" fmla="*/ 13653 h 20896"/>
                <a:gd name="connsiteX32" fmla="*/ 27038 w 29310"/>
                <a:gd name="connsiteY32" fmla="*/ 15409 h 20896"/>
                <a:gd name="connsiteX33" fmla="*/ 27409 w 29310"/>
                <a:gd name="connsiteY33" fmla="*/ 15672 h 20896"/>
                <a:gd name="connsiteX34" fmla="*/ 29032 w 29310"/>
                <a:gd name="connsiteY34" fmla="*/ 15497 h 20896"/>
                <a:gd name="connsiteX35" fmla="*/ 29264 w 29310"/>
                <a:gd name="connsiteY35" fmla="*/ 14706 h 20896"/>
                <a:gd name="connsiteX36" fmla="*/ 29264 w 29310"/>
                <a:gd name="connsiteY36" fmla="*/ 14706 h 20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310" h="20896">
                  <a:moveTo>
                    <a:pt x="29310" y="14706"/>
                  </a:moveTo>
                  <a:cubicBezTo>
                    <a:pt x="29310" y="14706"/>
                    <a:pt x="29171" y="14487"/>
                    <a:pt x="29125" y="14355"/>
                  </a:cubicBezTo>
                  <a:cubicBezTo>
                    <a:pt x="29032" y="14224"/>
                    <a:pt x="29032" y="14048"/>
                    <a:pt x="28893" y="13960"/>
                  </a:cubicBezTo>
                  <a:lnTo>
                    <a:pt x="28569" y="13741"/>
                  </a:lnTo>
                  <a:lnTo>
                    <a:pt x="24812" y="10975"/>
                  </a:lnTo>
                  <a:cubicBezTo>
                    <a:pt x="24533" y="10756"/>
                    <a:pt x="24116" y="10668"/>
                    <a:pt x="23745" y="10800"/>
                  </a:cubicBezTo>
                  <a:cubicBezTo>
                    <a:pt x="23374" y="10931"/>
                    <a:pt x="23096" y="11194"/>
                    <a:pt x="23003" y="11502"/>
                  </a:cubicBezTo>
                  <a:lnTo>
                    <a:pt x="20638" y="18701"/>
                  </a:lnTo>
                  <a:lnTo>
                    <a:pt x="17994" y="18701"/>
                  </a:lnTo>
                  <a:lnTo>
                    <a:pt x="17994" y="15804"/>
                  </a:lnTo>
                  <a:cubicBezTo>
                    <a:pt x="17994" y="15453"/>
                    <a:pt x="17809" y="15102"/>
                    <a:pt x="17484" y="14882"/>
                  </a:cubicBezTo>
                  <a:cubicBezTo>
                    <a:pt x="17160" y="14663"/>
                    <a:pt x="16742" y="14663"/>
                    <a:pt x="16371" y="14794"/>
                  </a:cubicBezTo>
                  <a:lnTo>
                    <a:pt x="13635" y="15892"/>
                  </a:lnTo>
                  <a:lnTo>
                    <a:pt x="13635" y="7419"/>
                  </a:lnTo>
                  <a:cubicBezTo>
                    <a:pt x="13635" y="7419"/>
                    <a:pt x="13589" y="7024"/>
                    <a:pt x="13450" y="6848"/>
                  </a:cubicBezTo>
                  <a:lnTo>
                    <a:pt x="9415" y="527"/>
                  </a:lnTo>
                  <a:cubicBezTo>
                    <a:pt x="9183" y="219"/>
                    <a:pt x="8812" y="0"/>
                    <a:pt x="8441" y="0"/>
                  </a:cubicBezTo>
                  <a:lnTo>
                    <a:pt x="603" y="0"/>
                  </a:lnTo>
                  <a:lnTo>
                    <a:pt x="928" y="439"/>
                  </a:lnTo>
                  <a:cubicBezTo>
                    <a:pt x="1299" y="922"/>
                    <a:pt x="1206" y="1624"/>
                    <a:pt x="696" y="1976"/>
                  </a:cubicBezTo>
                  <a:cubicBezTo>
                    <a:pt x="510" y="2107"/>
                    <a:pt x="232" y="2195"/>
                    <a:pt x="0" y="2195"/>
                  </a:cubicBezTo>
                  <a:lnTo>
                    <a:pt x="7745" y="2195"/>
                  </a:lnTo>
                  <a:lnTo>
                    <a:pt x="11316" y="7726"/>
                  </a:lnTo>
                  <a:lnTo>
                    <a:pt x="11316" y="17560"/>
                  </a:lnTo>
                  <a:cubicBezTo>
                    <a:pt x="11316" y="17911"/>
                    <a:pt x="11501" y="18263"/>
                    <a:pt x="11826" y="18482"/>
                  </a:cubicBezTo>
                  <a:cubicBezTo>
                    <a:pt x="12151" y="18701"/>
                    <a:pt x="12568" y="18701"/>
                    <a:pt x="12939" y="18570"/>
                  </a:cubicBezTo>
                  <a:lnTo>
                    <a:pt x="15676" y="17472"/>
                  </a:lnTo>
                  <a:lnTo>
                    <a:pt x="15676" y="19799"/>
                  </a:lnTo>
                  <a:cubicBezTo>
                    <a:pt x="15676" y="20414"/>
                    <a:pt x="16186" y="20896"/>
                    <a:pt x="16835" y="20896"/>
                  </a:cubicBezTo>
                  <a:lnTo>
                    <a:pt x="21473" y="20896"/>
                  </a:lnTo>
                  <a:cubicBezTo>
                    <a:pt x="21983" y="20896"/>
                    <a:pt x="22447" y="20589"/>
                    <a:pt x="22586" y="20106"/>
                  </a:cubicBezTo>
                  <a:lnTo>
                    <a:pt x="24673" y="13653"/>
                  </a:lnTo>
                  <a:lnTo>
                    <a:pt x="27038" y="15409"/>
                  </a:lnTo>
                  <a:lnTo>
                    <a:pt x="27409" y="15672"/>
                  </a:lnTo>
                  <a:cubicBezTo>
                    <a:pt x="27919" y="16068"/>
                    <a:pt x="28661" y="15980"/>
                    <a:pt x="29032" y="15497"/>
                  </a:cubicBezTo>
                  <a:cubicBezTo>
                    <a:pt x="29218" y="15277"/>
                    <a:pt x="29310" y="14970"/>
                    <a:pt x="29264" y="14706"/>
                  </a:cubicBezTo>
                  <a:lnTo>
                    <a:pt x="29264" y="1470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1" name="Freeform: Shape 2450">
              <a:extLst>
                <a:ext uri="{FF2B5EF4-FFF2-40B4-BE49-F238E27FC236}">
                  <a16:creationId xmlns:a16="http://schemas.microsoft.com/office/drawing/2014/main" id="{F4B3669F-34CB-E712-DA6C-A83486495055}"/>
                </a:ext>
              </a:extLst>
            </p:cNvPr>
            <p:cNvSpPr>
              <a:spLocks/>
            </p:cNvSpPr>
            <p:nvPr/>
          </p:nvSpPr>
          <p:spPr>
            <a:xfrm>
              <a:off x="5444100" y="3887431"/>
              <a:ext cx="1244" cy="589"/>
            </a:xfrm>
            <a:custGeom>
              <a:avLst/>
              <a:gdLst>
                <a:gd name="connsiteX0" fmla="*/ 835 w 834"/>
                <a:gd name="connsiteY0" fmla="*/ 395 h 394"/>
                <a:gd name="connsiteX1" fmla="*/ 0 w 834"/>
                <a:gd name="connsiteY1" fmla="*/ 0 h 394"/>
                <a:gd name="connsiteX2" fmla="*/ 835 w 834"/>
                <a:gd name="connsiteY2" fmla="*/ 395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4" h="394">
                  <a:moveTo>
                    <a:pt x="835" y="395"/>
                  </a:moveTo>
                  <a:cubicBezTo>
                    <a:pt x="510" y="395"/>
                    <a:pt x="185" y="219"/>
                    <a:pt x="0" y="0"/>
                  </a:cubicBezTo>
                  <a:cubicBezTo>
                    <a:pt x="232" y="219"/>
                    <a:pt x="510" y="395"/>
                    <a:pt x="835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2" name="Freeform: Shape 2451">
              <a:extLst>
                <a:ext uri="{FF2B5EF4-FFF2-40B4-BE49-F238E27FC236}">
                  <a16:creationId xmlns:a16="http://schemas.microsoft.com/office/drawing/2014/main" id="{B98ECB2E-A60F-06B9-1D3F-7F7CB55EB777}"/>
                </a:ext>
              </a:extLst>
            </p:cNvPr>
            <p:cNvSpPr>
              <a:spLocks/>
            </p:cNvSpPr>
            <p:nvPr/>
          </p:nvSpPr>
          <p:spPr>
            <a:xfrm>
              <a:off x="5365808" y="3848221"/>
              <a:ext cx="81190" cy="39799"/>
            </a:xfrm>
            <a:custGeom>
              <a:avLst/>
              <a:gdLst>
                <a:gd name="connsiteX0" fmla="*/ 8580 w 54394"/>
                <a:gd name="connsiteY0" fmla="*/ 17840 h 26663"/>
                <a:gd name="connsiteX1" fmla="*/ 17252 w 54394"/>
                <a:gd name="connsiteY1" fmla="*/ 9587 h 26663"/>
                <a:gd name="connsiteX2" fmla="*/ 17530 w 54394"/>
                <a:gd name="connsiteY2" fmla="*/ 9192 h 26663"/>
                <a:gd name="connsiteX3" fmla="*/ 20081 w 54394"/>
                <a:gd name="connsiteY3" fmla="*/ 2387 h 26663"/>
                <a:gd name="connsiteX4" fmla="*/ 32139 w 54394"/>
                <a:gd name="connsiteY4" fmla="*/ 4670 h 26663"/>
                <a:gd name="connsiteX5" fmla="*/ 32742 w 54394"/>
                <a:gd name="connsiteY5" fmla="*/ 4670 h 26663"/>
                <a:gd name="connsiteX6" fmla="*/ 39513 w 54394"/>
                <a:gd name="connsiteY6" fmla="*/ 2475 h 26663"/>
                <a:gd name="connsiteX7" fmla="*/ 42203 w 54394"/>
                <a:gd name="connsiteY7" fmla="*/ 5680 h 26663"/>
                <a:gd name="connsiteX8" fmla="*/ 42203 w 54394"/>
                <a:gd name="connsiteY8" fmla="*/ 10772 h 26663"/>
                <a:gd name="connsiteX9" fmla="*/ 42667 w 54394"/>
                <a:gd name="connsiteY9" fmla="*/ 11650 h 26663"/>
                <a:gd name="connsiteX10" fmla="*/ 46795 w 54394"/>
                <a:gd name="connsiteY10" fmla="*/ 14635 h 26663"/>
                <a:gd name="connsiteX11" fmla="*/ 45589 w 54394"/>
                <a:gd name="connsiteY11" fmla="*/ 16523 h 26663"/>
                <a:gd name="connsiteX12" fmla="*/ 45635 w 54394"/>
                <a:gd name="connsiteY12" fmla="*/ 17752 h 26663"/>
                <a:gd name="connsiteX13" fmla="*/ 51710 w 54394"/>
                <a:gd name="connsiteY13" fmla="*/ 25523 h 26663"/>
                <a:gd name="connsiteX14" fmla="*/ 52313 w 54394"/>
                <a:gd name="connsiteY14" fmla="*/ 26269 h 26663"/>
                <a:gd name="connsiteX15" fmla="*/ 52406 w 54394"/>
                <a:gd name="connsiteY15" fmla="*/ 26269 h 26663"/>
                <a:gd name="connsiteX16" fmla="*/ 53241 w 54394"/>
                <a:gd name="connsiteY16" fmla="*/ 26664 h 26663"/>
                <a:gd name="connsiteX17" fmla="*/ 53937 w 54394"/>
                <a:gd name="connsiteY17" fmla="*/ 26445 h 26663"/>
                <a:gd name="connsiteX18" fmla="*/ 54169 w 54394"/>
                <a:gd name="connsiteY18" fmla="*/ 24908 h 26663"/>
                <a:gd name="connsiteX19" fmla="*/ 53844 w 54394"/>
                <a:gd name="connsiteY19" fmla="*/ 24469 h 26663"/>
                <a:gd name="connsiteX20" fmla="*/ 48000 w 54394"/>
                <a:gd name="connsiteY20" fmla="*/ 17006 h 26663"/>
                <a:gd name="connsiteX21" fmla="*/ 49345 w 54394"/>
                <a:gd name="connsiteY21" fmla="*/ 14899 h 26663"/>
                <a:gd name="connsiteX22" fmla="*/ 49067 w 54394"/>
                <a:gd name="connsiteY22" fmla="*/ 13450 h 26663"/>
                <a:gd name="connsiteX23" fmla="*/ 44615 w 54394"/>
                <a:gd name="connsiteY23" fmla="*/ 10201 h 26663"/>
                <a:gd name="connsiteX24" fmla="*/ 44615 w 54394"/>
                <a:gd name="connsiteY24" fmla="*/ 5241 h 26663"/>
                <a:gd name="connsiteX25" fmla="*/ 44383 w 54394"/>
                <a:gd name="connsiteY25" fmla="*/ 4538 h 26663"/>
                <a:gd name="connsiteX26" fmla="*/ 40905 w 54394"/>
                <a:gd name="connsiteY26" fmla="*/ 412 h 26663"/>
                <a:gd name="connsiteX27" fmla="*/ 39606 w 54394"/>
                <a:gd name="connsiteY27" fmla="*/ 61 h 26663"/>
                <a:gd name="connsiteX28" fmla="*/ 32371 w 54394"/>
                <a:gd name="connsiteY28" fmla="*/ 2431 h 26663"/>
                <a:gd name="connsiteX29" fmla="*/ 19617 w 54394"/>
                <a:gd name="connsiteY29" fmla="*/ 17 h 26663"/>
                <a:gd name="connsiteX30" fmla="*/ 18319 w 54394"/>
                <a:gd name="connsiteY30" fmla="*/ 719 h 26663"/>
                <a:gd name="connsiteX31" fmla="*/ 15490 w 54394"/>
                <a:gd name="connsiteY31" fmla="*/ 8182 h 26663"/>
                <a:gd name="connsiteX32" fmla="*/ 7328 w 54394"/>
                <a:gd name="connsiteY32" fmla="*/ 15908 h 26663"/>
                <a:gd name="connsiteX33" fmla="*/ 1159 w 54394"/>
                <a:gd name="connsiteY33" fmla="*/ 15908 h 26663"/>
                <a:gd name="connsiteX34" fmla="*/ 0 w 54394"/>
                <a:gd name="connsiteY34" fmla="*/ 17006 h 26663"/>
                <a:gd name="connsiteX35" fmla="*/ 1159 w 54394"/>
                <a:gd name="connsiteY35" fmla="*/ 18103 h 26663"/>
                <a:gd name="connsiteX36" fmla="*/ 7838 w 54394"/>
                <a:gd name="connsiteY36" fmla="*/ 18103 h 26663"/>
                <a:gd name="connsiteX37" fmla="*/ 8673 w 54394"/>
                <a:gd name="connsiteY37" fmla="*/ 17796 h 26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4394" h="26663">
                  <a:moveTo>
                    <a:pt x="8580" y="17840"/>
                  </a:moveTo>
                  <a:lnTo>
                    <a:pt x="17252" y="9587"/>
                  </a:lnTo>
                  <a:cubicBezTo>
                    <a:pt x="17252" y="9587"/>
                    <a:pt x="17484" y="9323"/>
                    <a:pt x="17530" y="9192"/>
                  </a:cubicBezTo>
                  <a:lnTo>
                    <a:pt x="20081" y="2387"/>
                  </a:lnTo>
                  <a:lnTo>
                    <a:pt x="32139" y="4670"/>
                  </a:lnTo>
                  <a:cubicBezTo>
                    <a:pt x="32139" y="4670"/>
                    <a:pt x="32557" y="4670"/>
                    <a:pt x="32742" y="4670"/>
                  </a:cubicBezTo>
                  <a:lnTo>
                    <a:pt x="39513" y="2475"/>
                  </a:lnTo>
                  <a:lnTo>
                    <a:pt x="42203" y="5680"/>
                  </a:lnTo>
                  <a:lnTo>
                    <a:pt x="42203" y="10772"/>
                  </a:lnTo>
                  <a:cubicBezTo>
                    <a:pt x="42203" y="11123"/>
                    <a:pt x="42389" y="11431"/>
                    <a:pt x="42667" y="11650"/>
                  </a:cubicBezTo>
                  <a:lnTo>
                    <a:pt x="46795" y="14635"/>
                  </a:lnTo>
                  <a:lnTo>
                    <a:pt x="45589" y="16523"/>
                  </a:lnTo>
                  <a:cubicBezTo>
                    <a:pt x="45357" y="16918"/>
                    <a:pt x="45357" y="17401"/>
                    <a:pt x="45635" y="17752"/>
                  </a:cubicBezTo>
                  <a:lnTo>
                    <a:pt x="51710" y="25523"/>
                  </a:lnTo>
                  <a:lnTo>
                    <a:pt x="52313" y="26269"/>
                  </a:lnTo>
                  <a:cubicBezTo>
                    <a:pt x="52313" y="26269"/>
                    <a:pt x="52360" y="26269"/>
                    <a:pt x="52406" y="26269"/>
                  </a:cubicBezTo>
                  <a:cubicBezTo>
                    <a:pt x="52638" y="26532"/>
                    <a:pt x="52916" y="26664"/>
                    <a:pt x="53241" y="26664"/>
                  </a:cubicBezTo>
                  <a:cubicBezTo>
                    <a:pt x="53473" y="26664"/>
                    <a:pt x="53705" y="26576"/>
                    <a:pt x="53937" y="26445"/>
                  </a:cubicBezTo>
                  <a:cubicBezTo>
                    <a:pt x="54447" y="26093"/>
                    <a:pt x="54540" y="25391"/>
                    <a:pt x="54169" y="24908"/>
                  </a:cubicBezTo>
                  <a:lnTo>
                    <a:pt x="53844" y="24469"/>
                  </a:lnTo>
                  <a:lnTo>
                    <a:pt x="48000" y="17006"/>
                  </a:lnTo>
                  <a:lnTo>
                    <a:pt x="49345" y="14899"/>
                  </a:lnTo>
                  <a:cubicBezTo>
                    <a:pt x="49670" y="14416"/>
                    <a:pt x="49531" y="13801"/>
                    <a:pt x="49067" y="13450"/>
                  </a:cubicBezTo>
                  <a:lnTo>
                    <a:pt x="44615" y="10201"/>
                  </a:lnTo>
                  <a:lnTo>
                    <a:pt x="44615" y="5241"/>
                  </a:lnTo>
                  <a:cubicBezTo>
                    <a:pt x="44615" y="4977"/>
                    <a:pt x="44522" y="4758"/>
                    <a:pt x="44383" y="4538"/>
                  </a:cubicBezTo>
                  <a:lnTo>
                    <a:pt x="40905" y="412"/>
                  </a:lnTo>
                  <a:cubicBezTo>
                    <a:pt x="40580" y="61"/>
                    <a:pt x="40070" y="-71"/>
                    <a:pt x="39606" y="61"/>
                  </a:cubicBezTo>
                  <a:lnTo>
                    <a:pt x="32371" y="2431"/>
                  </a:lnTo>
                  <a:lnTo>
                    <a:pt x="19617" y="17"/>
                  </a:lnTo>
                  <a:cubicBezTo>
                    <a:pt x="19061" y="-71"/>
                    <a:pt x="18504" y="192"/>
                    <a:pt x="18319" y="719"/>
                  </a:cubicBezTo>
                  <a:lnTo>
                    <a:pt x="15490" y="8182"/>
                  </a:lnTo>
                  <a:lnTo>
                    <a:pt x="7328" y="15908"/>
                  </a:lnTo>
                  <a:lnTo>
                    <a:pt x="1159" y="15908"/>
                  </a:lnTo>
                  <a:cubicBezTo>
                    <a:pt x="510" y="15908"/>
                    <a:pt x="0" y="16391"/>
                    <a:pt x="0" y="17006"/>
                  </a:cubicBezTo>
                  <a:cubicBezTo>
                    <a:pt x="0" y="17621"/>
                    <a:pt x="510" y="18103"/>
                    <a:pt x="1159" y="18103"/>
                  </a:cubicBezTo>
                  <a:lnTo>
                    <a:pt x="7838" y="18103"/>
                  </a:lnTo>
                  <a:cubicBezTo>
                    <a:pt x="8162" y="18103"/>
                    <a:pt x="8441" y="17972"/>
                    <a:pt x="8673" y="1779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3" name="Freeform: Shape 2452">
              <a:extLst>
                <a:ext uri="{FF2B5EF4-FFF2-40B4-BE49-F238E27FC236}">
                  <a16:creationId xmlns:a16="http://schemas.microsoft.com/office/drawing/2014/main" id="{470F6503-CEB6-9275-4CD9-4AFB5F71404B}"/>
                </a:ext>
              </a:extLst>
            </p:cNvPr>
            <p:cNvSpPr>
              <a:spLocks/>
            </p:cNvSpPr>
            <p:nvPr/>
          </p:nvSpPr>
          <p:spPr>
            <a:xfrm>
              <a:off x="5498049" y="3833505"/>
              <a:ext cx="58956" cy="18081"/>
            </a:xfrm>
            <a:custGeom>
              <a:avLst/>
              <a:gdLst>
                <a:gd name="connsiteX0" fmla="*/ 38849 w 39498"/>
                <a:gd name="connsiteY0" fmla="*/ 6671 h 12114"/>
                <a:gd name="connsiteX1" fmla="*/ 38663 w 39498"/>
                <a:gd name="connsiteY1" fmla="*/ 6276 h 12114"/>
                <a:gd name="connsiteX2" fmla="*/ 38570 w 39498"/>
                <a:gd name="connsiteY2" fmla="*/ 6057 h 12114"/>
                <a:gd name="connsiteX3" fmla="*/ 38570 w 39498"/>
                <a:gd name="connsiteY3" fmla="*/ 4959 h 12114"/>
                <a:gd name="connsiteX4" fmla="*/ 34489 w 39498"/>
                <a:gd name="connsiteY4" fmla="*/ 4959 h 12114"/>
                <a:gd name="connsiteX5" fmla="*/ 33376 w 39498"/>
                <a:gd name="connsiteY5" fmla="*/ 5705 h 12114"/>
                <a:gd name="connsiteX6" fmla="*/ 31892 w 39498"/>
                <a:gd name="connsiteY6" fmla="*/ 9876 h 12114"/>
                <a:gd name="connsiteX7" fmla="*/ 28970 w 39498"/>
                <a:gd name="connsiteY7" fmla="*/ 9876 h 12114"/>
                <a:gd name="connsiteX8" fmla="*/ 28970 w 39498"/>
                <a:gd name="connsiteY8" fmla="*/ 1096 h 12114"/>
                <a:gd name="connsiteX9" fmla="*/ 28507 w 39498"/>
                <a:gd name="connsiteY9" fmla="*/ 218 h 12114"/>
                <a:gd name="connsiteX10" fmla="*/ 27486 w 39498"/>
                <a:gd name="connsiteY10" fmla="*/ 42 h 12114"/>
                <a:gd name="connsiteX11" fmla="*/ 20530 w 39498"/>
                <a:gd name="connsiteY11" fmla="*/ 1974 h 12114"/>
                <a:gd name="connsiteX12" fmla="*/ 19695 w 39498"/>
                <a:gd name="connsiteY12" fmla="*/ 3028 h 12114"/>
                <a:gd name="connsiteX13" fmla="*/ 19695 w 39498"/>
                <a:gd name="connsiteY13" fmla="*/ 7023 h 12114"/>
                <a:gd name="connsiteX14" fmla="*/ 15938 w 39498"/>
                <a:gd name="connsiteY14" fmla="*/ 7023 h 12114"/>
                <a:gd name="connsiteX15" fmla="*/ 14779 w 39498"/>
                <a:gd name="connsiteY15" fmla="*/ 8120 h 12114"/>
                <a:gd name="connsiteX16" fmla="*/ 14779 w 39498"/>
                <a:gd name="connsiteY16" fmla="*/ 9920 h 12114"/>
                <a:gd name="connsiteX17" fmla="*/ 13527 w 39498"/>
                <a:gd name="connsiteY17" fmla="*/ 9920 h 12114"/>
                <a:gd name="connsiteX18" fmla="*/ 7498 w 39498"/>
                <a:gd name="connsiteY18" fmla="*/ 4476 h 12114"/>
                <a:gd name="connsiteX19" fmla="*/ 5967 w 39498"/>
                <a:gd name="connsiteY19" fmla="*/ 4389 h 12114"/>
                <a:gd name="connsiteX20" fmla="*/ 1237 w 39498"/>
                <a:gd name="connsiteY20" fmla="*/ 7900 h 12114"/>
                <a:gd name="connsiteX21" fmla="*/ 448 w 39498"/>
                <a:gd name="connsiteY21" fmla="*/ 8471 h 12114"/>
                <a:gd name="connsiteX22" fmla="*/ 263 w 39498"/>
                <a:gd name="connsiteY22" fmla="*/ 10008 h 12114"/>
                <a:gd name="connsiteX23" fmla="*/ 773 w 39498"/>
                <a:gd name="connsiteY23" fmla="*/ 10271 h 12114"/>
                <a:gd name="connsiteX24" fmla="*/ 1144 w 39498"/>
                <a:gd name="connsiteY24" fmla="*/ 10403 h 12114"/>
                <a:gd name="connsiteX25" fmla="*/ 1515 w 39498"/>
                <a:gd name="connsiteY25" fmla="*/ 10315 h 12114"/>
                <a:gd name="connsiteX26" fmla="*/ 1932 w 39498"/>
                <a:gd name="connsiteY26" fmla="*/ 10227 h 12114"/>
                <a:gd name="connsiteX27" fmla="*/ 1932 w 39498"/>
                <a:gd name="connsiteY27" fmla="*/ 10227 h 12114"/>
                <a:gd name="connsiteX28" fmla="*/ 6616 w 39498"/>
                <a:gd name="connsiteY28" fmla="*/ 6715 h 12114"/>
                <a:gd name="connsiteX29" fmla="*/ 12275 w 39498"/>
                <a:gd name="connsiteY29" fmla="*/ 11808 h 12114"/>
                <a:gd name="connsiteX30" fmla="*/ 13063 w 39498"/>
                <a:gd name="connsiteY30" fmla="*/ 12115 h 12114"/>
                <a:gd name="connsiteX31" fmla="*/ 15938 w 39498"/>
                <a:gd name="connsiteY31" fmla="*/ 12115 h 12114"/>
                <a:gd name="connsiteX32" fmla="*/ 17098 w 39498"/>
                <a:gd name="connsiteY32" fmla="*/ 11017 h 12114"/>
                <a:gd name="connsiteX33" fmla="*/ 17098 w 39498"/>
                <a:gd name="connsiteY33" fmla="*/ 9218 h 12114"/>
                <a:gd name="connsiteX34" fmla="*/ 20854 w 39498"/>
                <a:gd name="connsiteY34" fmla="*/ 9218 h 12114"/>
                <a:gd name="connsiteX35" fmla="*/ 22014 w 39498"/>
                <a:gd name="connsiteY35" fmla="*/ 8120 h 12114"/>
                <a:gd name="connsiteX36" fmla="*/ 22014 w 39498"/>
                <a:gd name="connsiteY36" fmla="*/ 3862 h 12114"/>
                <a:gd name="connsiteX37" fmla="*/ 26651 w 39498"/>
                <a:gd name="connsiteY37" fmla="*/ 2589 h 12114"/>
                <a:gd name="connsiteX38" fmla="*/ 26651 w 39498"/>
                <a:gd name="connsiteY38" fmla="*/ 11017 h 12114"/>
                <a:gd name="connsiteX39" fmla="*/ 27811 w 39498"/>
                <a:gd name="connsiteY39" fmla="*/ 12115 h 12114"/>
                <a:gd name="connsiteX40" fmla="*/ 32727 w 39498"/>
                <a:gd name="connsiteY40" fmla="*/ 12115 h 12114"/>
                <a:gd name="connsiteX41" fmla="*/ 33840 w 39498"/>
                <a:gd name="connsiteY41" fmla="*/ 11369 h 12114"/>
                <a:gd name="connsiteX42" fmla="*/ 35324 w 39498"/>
                <a:gd name="connsiteY42" fmla="*/ 7198 h 12114"/>
                <a:gd name="connsiteX43" fmla="*/ 39498 w 39498"/>
                <a:gd name="connsiteY43" fmla="*/ 7198 h 12114"/>
                <a:gd name="connsiteX44" fmla="*/ 39313 w 39498"/>
                <a:gd name="connsiteY44" fmla="*/ 7198 h 12114"/>
                <a:gd name="connsiteX45" fmla="*/ 39127 w 39498"/>
                <a:gd name="connsiteY45" fmla="*/ 6979 h 12114"/>
                <a:gd name="connsiteX46" fmla="*/ 38802 w 39498"/>
                <a:gd name="connsiteY46" fmla="*/ 6715 h 1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9498" h="12114">
                  <a:moveTo>
                    <a:pt x="38849" y="6671"/>
                  </a:moveTo>
                  <a:cubicBezTo>
                    <a:pt x="38849" y="6671"/>
                    <a:pt x="38710" y="6452"/>
                    <a:pt x="38663" y="6276"/>
                  </a:cubicBezTo>
                  <a:cubicBezTo>
                    <a:pt x="38663" y="6189"/>
                    <a:pt x="38570" y="6145"/>
                    <a:pt x="38570" y="6057"/>
                  </a:cubicBezTo>
                  <a:lnTo>
                    <a:pt x="38570" y="4959"/>
                  </a:lnTo>
                  <a:lnTo>
                    <a:pt x="34489" y="4959"/>
                  </a:lnTo>
                  <a:cubicBezTo>
                    <a:pt x="33979" y="4959"/>
                    <a:pt x="33562" y="5267"/>
                    <a:pt x="33376" y="5705"/>
                  </a:cubicBezTo>
                  <a:lnTo>
                    <a:pt x="31892" y="9876"/>
                  </a:lnTo>
                  <a:lnTo>
                    <a:pt x="28970" y="9876"/>
                  </a:lnTo>
                  <a:lnTo>
                    <a:pt x="28970" y="1096"/>
                  </a:lnTo>
                  <a:cubicBezTo>
                    <a:pt x="28970" y="745"/>
                    <a:pt x="28785" y="438"/>
                    <a:pt x="28507" y="218"/>
                  </a:cubicBezTo>
                  <a:cubicBezTo>
                    <a:pt x="28228" y="-1"/>
                    <a:pt x="27857" y="-45"/>
                    <a:pt x="27486" y="42"/>
                  </a:cubicBezTo>
                  <a:lnTo>
                    <a:pt x="20530" y="1974"/>
                  </a:lnTo>
                  <a:cubicBezTo>
                    <a:pt x="20020" y="2106"/>
                    <a:pt x="19695" y="2545"/>
                    <a:pt x="19695" y="3028"/>
                  </a:cubicBezTo>
                  <a:lnTo>
                    <a:pt x="19695" y="7023"/>
                  </a:lnTo>
                  <a:lnTo>
                    <a:pt x="15938" y="7023"/>
                  </a:lnTo>
                  <a:cubicBezTo>
                    <a:pt x="15289" y="7023"/>
                    <a:pt x="14779" y="7506"/>
                    <a:pt x="14779" y="8120"/>
                  </a:cubicBezTo>
                  <a:lnTo>
                    <a:pt x="14779" y="9920"/>
                  </a:lnTo>
                  <a:lnTo>
                    <a:pt x="13527" y="9920"/>
                  </a:lnTo>
                  <a:lnTo>
                    <a:pt x="7498" y="4476"/>
                  </a:lnTo>
                  <a:cubicBezTo>
                    <a:pt x="7080" y="4081"/>
                    <a:pt x="6431" y="4081"/>
                    <a:pt x="5967" y="4389"/>
                  </a:cubicBezTo>
                  <a:lnTo>
                    <a:pt x="1237" y="7900"/>
                  </a:lnTo>
                  <a:lnTo>
                    <a:pt x="448" y="8471"/>
                  </a:lnTo>
                  <a:cubicBezTo>
                    <a:pt x="-62" y="8866"/>
                    <a:pt x="-154" y="9525"/>
                    <a:pt x="263" y="10008"/>
                  </a:cubicBezTo>
                  <a:cubicBezTo>
                    <a:pt x="402" y="10139"/>
                    <a:pt x="587" y="10183"/>
                    <a:pt x="773" y="10271"/>
                  </a:cubicBezTo>
                  <a:cubicBezTo>
                    <a:pt x="912" y="10315"/>
                    <a:pt x="1005" y="10403"/>
                    <a:pt x="1144" y="10403"/>
                  </a:cubicBezTo>
                  <a:cubicBezTo>
                    <a:pt x="1283" y="10403"/>
                    <a:pt x="1422" y="10359"/>
                    <a:pt x="1515" y="10315"/>
                  </a:cubicBezTo>
                  <a:cubicBezTo>
                    <a:pt x="1654" y="10315"/>
                    <a:pt x="1793" y="10315"/>
                    <a:pt x="1932" y="10227"/>
                  </a:cubicBezTo>
                  <a:lnTo>
                    <a:pt x="1932" y="10227"/>
                  </a:lnTo>
                  <a:cubicBezTo>
                    <a:pt x="1932" y="10227"/>
                    <a:pt x="6616" y="6715"/>
                    <a:pt x="6616" y="6715"/>
                  </a:cubicBezTo>
                  <a:lnTo>
                    <a:pt x="12275" y="11808"/>
                  </a:lnTo>
                  <a:cubicBezTo>
                    <a:pt x="12275" y="11808"/>
                    <a:pt x="12785" y="12115"/>
                    <a:pt x="13063" y="12115"/>
                  </a:cubicBezTo>
                  <a:lnTo>
                    <a:pt x="15938" y="12115"/>
                  </a:lnTo>
                  <a:cubicBezTo>
                    <a:pt x="16588" y="12115"/>
                    <a:pt x="17098" y="11632"/>
                    <a:pt x="17098" y="11017"/>
                  </a:cubicBezTo>
                  <a:lnTo>
                    <a:pt x="17098" y="9218"/>
                  </a:lnTo>
                  <a:lnTo>
                    <a:pt x="20854" y="9218"/>
                  </a:lnTo>
                  <a:cubicBezTo>
                    <a:pt x="21504" y="9218"/>
                    <a:pt x="22014" y="8735"/>
                    <a:pt x="22014" y="8120"/>
                  </a:cubicBezTo>
                  <a:lnTo>
                    <a:pt x="22014" y="3862"/>
                  </a:lnTo>
                  <a:lnTo>
                    <a:pt x="26651" y="2589"/>
                  </a:lnTo>
                  <a:lnTo>
                    <a:pt x="26651" y="11017"/>
                  </a:lnTo>
                  <a:cubicBezTo>
                    <a:pt x="26651" y="11632"/>
                    <a:pt x="27162" y="12115"/>
                    <a:pt x="27811" y="12115"/>
                  </a:cubicBezTo>
                  <a:lnTo>
                    <a:pt x="32727" y="12115"/>
                  </a:lnTo>
                  <a:cubicBezTo>
                    <a:pt x="33237" y="12115"/>
                    <a:pt x="33654" y="11808"/>
                    <a:pt x="33840" y="11369"/>
                  </a:cubicBezTo>
                  <a:lnTo>
                    <a:pt x="35324" y="7198"/>
                  </a:lnTo>
                  <a:lnTo>
                    <a:pt x="39498" y="7198"/>
                  </a:lnTo>
                  <a:lnTo>
                    <a:pt x="39313" y="7198"/>
                  </a:lnTo>
                  <a:cubicBezTo>
                    <a:pt x="39313" y="7198"/>
                    <a:pt x="39173" y="7023"/>
                    <a:pt x="39127" y="6979"/>
                  </a:cubicBezTo>
                  <a:cubicBezTo>
                    <a:pt x="38988" y="6891"/>
                    <a:pt x="38895" y="6847"/>
                    <a:pt x="38802" y="671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4" name="Freeform: Shape 2453">
              <a:extLst>
                <a:ext uri="{FF2B5EF4-FFF2-40B4-BE49-F238E27FC236}">
                  <a16:creationId xmlns:a16="http://schemas.microsoft.com/office/drawing/2014/main" id="{A0E7D07C-2817-F1AE-1C30-EF17892D9D91}"/>
                </a:ext>
              </a:extLst>
            </p:cNvPr>
            <p:cNvSpPr>
              <a:spLocks/>
            </p:cNvSpPr>
            <p:nvPr/>
          </p:nvSpPr>
          <p:spPr>
            <a:xfrm>
              <a:off x="5556590" y="3841562"/>
              <a:ext cx="73463" cy="126072"/>
            </a:xfrm>
            <a:custGeom>
              <a:avLst/>
              <a:gdLst>
                <a:gd name="connsiteX0" fmla="*/ 44893 w 49217"/>
                <a:gd name="connsiteY0" fmla="*/ 73533 h 84463"/>
                <a:gd name="connsiteX1" fmla="*/ 44244 w 49217"/>
                <a:gd name="connsiteY1" fmla="*/ 72435 h 84463"/>
                <a:gd name="connsiteX2" fmla="*/ 39514 w 49217"/>
                <a:gd name="connsiteY2" fmla="*/ 70196 h 84463"/>
                <a:gd name="connsiteX3" fmla="*/ 36824 w 49217"/>
                <a:gd name="connsiteY3" fmla="*/ 58211 h 84463"/>
                <a:gd name="connsiteX4" fmla="*/ 42713 w 49217"/>
                <a:gd name="connsiteY4" fmla="*/ 47324 h 84463"/>
                <a:gd name="connsiteX5" fmla="*/ 42853 w 49217"/>
                <a:gd name="connsiteY5" fmla="*/ 46885 h 84463"/>
                <a:gd name="connsiteX6" fmla="*/ 43131 w 49217"/>
                <a:gd name="connsiteY6" fmla="*/ 40959 h 84463"/>
                <a:gd name="connsiteX7" fmla="*/ 48928 w 49217"/>
                <a:gd name="connsiteY7" fmla="*/ 34681 h 84463"/>
                <a:gd name="connsiteX8" fmla="*/ 49206 w 49217"/>
                <a:gd name="connsiteY8" fmla="*/ 33715 h 84463"/>
                <a:gd name="connsiteX9" fmla="*/ 46609 w 49217"/>
                <a:gd name="connsiteY9" fmla="*/ 22960 h 84463"/>
                <a:gd name="connsiteX10" fmla="*/ 46609 w 49217"/>
                <a:gd name="connsiteY10" fmla="*/ 17867 h 84463"/>
                <a:gd name="connsiteX11" fmla="*/ 46424 w 49217"/>
                <a:gd name="connsiteY11" fmla="*/ 17253 h 84463"/>
                <a:gd name="connsiteX12" fmla="*/ 43594 w 49217"/>
                <a:gd name="connsiteY12" fmla="*/ 13302 h 84463"/>
                <a:gd name="connsiteX13" fmla="*/ 43594 w 49217"/>
                <a:gd name="connsiteY13" fmla="*/ 13653 h 84463"/>
                <a:gd name="connsiteX14" fmla="*/ 42435 w 49217"/>
                <a:gd name="connsiteY14" fmla="*/ 14750 h 84463"/>
                <a:gd name="connsiteX15" fmla="*/ 41276 w 49217"/>
                <a:gd name="connsiteY15" fmla="*/ 13653 h 84463"/>
                <a:gd name="connsiteX16" fmla="*/ 41276 w 49217"/>
                <a:gd name="connsiteY16" fmla="*/ 10053 h 84463"/>
                <a:gd name="connsiteX17" fmla="*/ 40070 w 49217"/>
                <a:gd name="connsiteY17" fmla="*/ 8341 h 84463"/>
                <a:gd name="connsiteX18" fmla="*/ 39328 w 49217"/>
                <a:gd name="connsiteY18" fmla="*/ 7902 h 84463"/>
                <a:gd name="connsiteX19" fmla="*/ 33531 w 49217"/>
                <a:gd name="connsiteY19" fmla="*/ 6804 h 84463"/>
                <a:gd name="connsiteX20" fmla="*/ 33021 w 49217"/>
                <a:gd name="connsiteY20" fmla="*/ 6804 h 84463"/>
                <a:gd name="connsiteX21" fmla="*/ 23189 w 49217"/>
                <a:gd name="connsiteY21" fmla="*/ 8999 h 84463"/>
                <a:gd name="connsiteX22" fmla="*/ 22679 w 49217"/>
                <a:gd name="connsiteY22" fmla="*/ 9263 h 84463"/>
                <a:gd name="connsiteX23" fmla="*/ 19617 w 49217"/>
                <a:gd name="connsiteY23" fmla="*/ 11941 h 84463"/>
                <a:gd name="connsiteX24" fmla="*/ 18087 w 49217"/>
                <a:gd name="connsiteY24" fmla="*/ 10843 h 84463"/>
                <a:gd name="connsiteX25" fmla="*/ 17391 w 49217"/>
                <a:gd name="connsiteY25" fmla="*/ 10624 h 84463"/>
                <a:gd name="connsiteX26" fmla="*/ 12244 w 49217"/>
                <a:gd name="connsiteY26" fmla="*/ 10624 h 84463"/>
                <a:gd name="connsiteX27" fmla="*/ 9368 w 49217"/>
                <a:gd name="connsiteY27" fmla="*/ 8868 h 84463"/>
                <a:gd name="connsiteX28" fmla="*/ 8116 w 49217"/>
                <a:gd name="connsiteY28" fmla="*/ 2765 h 84463"/>
                <a:gd name="connsiteX29" fmla="*/ 7374 w 49217"/>
                <a:gd name="connsiteY29" fmla="*/ 1931 h 84463"/>
                <a:gd name="connsiteX30" fmla="*/ 1762 w 49217"/>
                <a:gd name="connsiteY30" fmla="*/ 0 h 84463"/>
                <a:gd name="connsiteX31" fmla="*/ 1762 w 49217"/>
                <a:gd name="connsiteY31" fmla="*/ 790 h 84463"/>
                <a:gd name="connsiteX32" fmla="*/ 603 w 49217"/>
                <a:gd name="connsiteY32" fmla="*/ 1888 h 84463"/>
                <a:gd name="connsiteX33" fmla="*/ 0 w 49217"/>
                <a:gd name="connsiteY33" fmla="*/ 1668 h 84463"/>
                <a:gd name="connsiteX34" fmla="*/ 185 w 49217"/>
                <a:gd name="connsiteY34" fmla="*/ 1844 h 84463"/>
                <a:gd name="connsiteX35" fmla="*/ 371 w 49217"/>
                <a:gd name="connsiteY35" fmla="*/ 1844 h 84463"/>
                <a:gd name="connsiteX36" fmla="*/ 5936 w 49217"/>
                <a:gd name="connsiteY36" fmla="*/ 3819 h 84463"/>
                <a:gd name="connsiteX37" fmla="*/ 7142 w 49217"/>
                <a:gd name="connsiteY37" fmla="*/ 9790 h 84463"/>
                <a:gd name="connsiteX38" fmla="*/ 7652 w 49217"/>
                <a:gd name="connsiteY38" fmla="*/ 10492 h 84463"/>
                <a:gd name="connsiteX39" fmla="*/ 11270 w 49217"/>
                <a:gd name="connsiteY39" fmla="*/ 12687 h 84463"/>
                <a:gd name="connsiteX40" fmla="*/ 11919 w 49217"/>
                <a:gd name="connsiteY40" fmla="*/ 12863 h 84463"/>
                <a:gd name="connsiteX41" fmla="*/ 17020 w 49217"/>
                <a:gd name="connsiteY41" fmla="*/ 12863 h 84463"/>
                <a:gd name="connsiteX42" fmla="*/ 19015 w 49217"/>
                <a:gd name="connsiteY42" fmla="*/ 14311 h 84463"/>
                <a:gd name="connsiteX43" fmla="*/ 20499 w 49217"/>
                <a:gd name="connsiteY43" fmla="*/ 14224 h 84463"/>
                <a:gd name="connsiteX44" fmla="*/ 24023 w 49217"/>
                <a:gd name="connsiteY44" fmla="*/ 11107 h 84463"/>
                <a:gd name="connsiteX45" fmla="*/ 33345 w 49217"/>
                <a:gd name="connsiteY45" fmla="*/ 9043 h 84463"/>
                <a:gd name="connsiteX46" fmla="*/ 38447 w 49217"/>
                <a:gd name="connsiteY46" fmla="*/ 10009 h 84463"/>
                <a:gd name="connsiteX47" fmla="*/ 44337 w 49217"/>
                <a:gd name="connsiteY47" fmla="*/ 18262 h 84463"/>
                <a:gd name="connsiteX48" fmla="*/ 44337 w 49217"/>
                <a:gd name="connsiteY48" fmla="*/ 23223 h 84463"/>
                <a:gd name="connsiteX49" fmla="*/ 46841 w 49217"/>
                <a:gd name="connsiteY49" fmla="*/ 33671 h 84463"/>
                <a:gd name="connsiteX50" fmla="*/ 41137 w 49217"/>
                <a:gd name="connsiteY50" fmla="*/ 39817 h 84463"/>
                <a:gd name="connsiteX51" fmla="*/ 40858 w 49217"/>
                <a:gd name="connsiteY51" fmla="*/ 40476 h 84463"/>
                <a:gd name="connsiteX52" fmla="*/ 40580 w 49217"/>
                <a:gd name="connsiteY52" fmla="*/ 46534 h 84463"/>
                <a:gd name="connsiteX53" fmla="*/ 34597 w 49217"/>
                <a:gd name="connsiteY53" fmla="*/ 57553 h 84463"/>
                <a:gd name="connsiteX54" fmla="*/ 34505 w 49217"/>
                <a:gd name="connsiteY54" fmla="*/ 58299 h 84463"/>
                <a:gd name="connsiteX55" fmla="*/ 37380 w 49217"/>
                <a:gd name="connsiteY55" fmla="*/ 71206 h 84463"/>
                <a:gd name="connsiteX56" fmla="*/ 37983 w 49217"/>
                <a:gd name="connsiteY56" fmla="*/ 71952 h 84463"/>
                <a:gd name="connsiteX57" fmla="*/ 42481 w 49217"/>
                <a:gd name="connsiteY57" fmla="*/ 74103 h 84463"/>
                <a:gd name="connsiteX58" fmla="*/ 41786 w 49217"/>
                <a:gd name="connsiteY58" fmla="*/ 80688 h 84463"/>
                <a:gd name="connsiteX59" fmla="*/ 41229 w 49217"/>
                <a:gd name="connsiteY59" fmla="*/ 80864 h 84463"/>
                <a:gd name="connsiteX60" fmla="*/ 36174 w 49217"/>
                <a:gd name="connsiteY60" fmla="*/ 82313 h 84463"/>
                <a:gd name="connsiteX61" fmla="*/ 35386 w 49217"/>
                <a:gd name="connsiteY61" fmla="*/ 83674 h 84463"/>
                <a:gd name="connsiteX62" fmla="*/ 36499 w 49217"/>
                <a:gd name="connsiteY62" fmla="*/ 84464 h 84463"/>
                <a:gd name="connsiteX63" fmla="*/ 36824 w 49217"/>
                <a:gd name="connsiteY63" fmla="*/ 84420 h 84463"/>
                <a:gd name="connsiteX64" fmla="*/ 43177 w 49217"/>
                <a:gd name="connsiteY64" fmla="*/ 82620 h 84463"/>
                <a:gd name="connsiteX65" fmla="*/ 43873 w 49217"/>
                <a:gd name="connsiteY65" fmla="*/ 82005 h 84463"/>
                <a:gd name="connsiteX66" fmla="*/ 44012 w 49217"/>
                <a:gd name="connsiteY66" fmla="*/ 81698 h 84463"/>
                <a:gd name="connsiteX67" fmla="*/ 44893 w 49217"/>
                <a:gd name="connsiteY67" fmla="*/ 73620 h 8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9217" h="84463">
                  <a:moveTo>
                    <a:pt x="44893" y="73533"/>
                  </a:moveTo>
                  <a:cubicBezTo>
                    <a:pt x="44940" y="73093"/>
                    <a:pt x="44708" y="72655"/>
                    <a:pt x="44244" y="72435"/>
                  </a:cubicBezTo>
                  <a:lnTo>
                    <a:pt x="39514" y="70196"/>
                  </a:lnTo>
                  <a:lnTo>
                    <a:pt x="36824" y="58211"/>
                  </a:lnTo>
                  <a:lnTo>
                    <a:pt x="42713" y="47324"/>
                  </a:lnTo>
                  <a:cubicBezTo>
                    <a:pt x="42713" y="47324"/>
                    <a:pt x="42853" y="47017"/>
                    <a:pt x="42853" y="46885"/>
                  </a:cubicBezTo>
                  <a:lnTo>
                    <a:pt x="43131" y="40959"/>
                  </a:lnTo>
                  <a:lnTo>
                    <a:pt x="48928" y="34681"/>
                  </a:lnTo>
                  <a:cubicBezTo>
                    <a:pt x="49160" y="34418"/>
                    <a:pt x="49253" y="34066"/>
                    <a:pt x="49206" y="33715"/>
                  </a:cubicBezTo>
                  <a:lnTo>
                    <a:pt x="46609" y="22960"/>
                  </a:lnTo>
                  <a:lnTo>
                    <a:pt x="46609" y="17867"/>
                  </a:lnTo>
                  <a:cubicBezTo>
                    <a:pt x="46609" y="17867"/>
                    <a:pt x="46516" y="17428"/>
                    <a:pt x="46424" y="17253"/>
                  </a:cubicBezTo>
                  <a:lnTo>
                    <a:pt x="43594" y="13302"/>
                  </a:lnTo>
                  <a:lnTo>
                    <a:pt x="43594" y="13653"/>
                  </a:lnTo>
                  <a:cubicBezTo>
                    <a:pt x="43594" y="14268"/>
                    <a:pt x="43084" y="14750"/>
                    <a:pt x="42435" y="14750"/>
                  </a:cubicBezTo>
                  <a:cubicBezTo>
                    <a:pt x="41786" y="14750"/>
                    <a:pt x="41276" y="14268"/>
                    <a:pt x="41276" y="13653"/>
                  </a:cubicBezTo>
                  <a:lnTo>
                    <a:pt x="41276" y="10053"/>
                  </a:lnTo>
                  <a:lnTo>
                    <a:pt x="40070" y="8341"/>
                  </a:lnTo>
                  <a:cubicBezTo>
                    <a:pt x="39884" y="8121"/>
                    <a:pt x="39653" y="7946"/>
                    <a:pt x="39328" y="7902"/>
                  </a:cubicBezTo>
                  <a:lnTo>
                    <a:pt x="33531" y="6804"/>
                  </a:lnTo>
                  <a:cubicBezTo>
                    <a:pt x="33531" y="6804"/>
                    <a:pt x="33206" y="6804"/>
                    <a:pt x="33021" y="6804"/>
                  </a:cubicBezTo>
                  <a:lnTo>
                    <a:pt x="23189" y="8999"/>
                  </a:lnTo>
                  <a:cubicBezTo>
                    <a:pt x="23189" y="8999"/>
                    <a:pt x="22818" y="9131"/>
                    <a:pt x="22679" y="9263"/>
                  </a:cubicBezTo>
                  <a:lnTo>
                    <a:pt x="19617" y="11941"/>
                  </a:lnTo>
                  <a:lnTo>
                    <a:pt x="18087" y="10843"/>
                  </a:lnTo>
                  <a:cubicBezTo>
                    <a:pt x="18087" y="10843"/>
                    <a:pt x="17623" y="10624"/>
                    <a:pt x="17391" y="10624"/>
                  </a:cubicBezTo>
                  <a:lnTo>
                    <a:pt x="12244" y="10624"/>
                  </a:lnTo>
                  <a:lnTo>
                    <a:pt x="9368" y="8868"/>
                  </a:lnTo>
                  <a:lnTo>
                    <a:pt x="8116" y="2765"/>
                  </a:lnTo>
                  <a:cubicBezTo>
                    <a:pt x="8023" y="2371"/>
                    <a:pt x="7745" y="2063"/>
                    <a:pt x="7374" y="1931"/>
                  </a:cubicBezTo>
                  <a:lnTo>
                    <a:pt x="1762" y="0"/>
                  </a:lnTo>
                  <a:lnTo>
                    <a:pt x="1762" y="790"/>
                  </a:lnTo>
                  <a:cubicBezTo>
                    <a:pt x="1762" y="1405"/>
                    <a:pt x="1252" y="1888"/>
                    <a:pt x="603" y="1888"/>
                  </a:cubicBezTo>
                  <a:cubicBezTo>
                    <a:pt x="371" y="1888"/>
                    <a:pt x="185" y="1756"/>
                    <a:pt x="0" y="1668"/>
                  </a:cubicBezTo>
                  <a:cubicBezTo>
                    <a:pt x="93" y="1712"/>
                    <a:pt x="93" y="1800"/>
                    <a:pt x="185" y="1844"/>
                  </a:cubicBezTo>
                  <a:lnTo>
                    <a:pt x="371" y="1844"/>
                  </a:lnTo>
                  <a:cubicBezTo>
                    <a:pt x="371" y="1844"/>
                    <a:pt x="5936" y="3819"/>
                    <a:pt x="5936" y="3819"/>
                  </a:cubicBezTo>
                  <a:lnTo>
                    <a:pt x="7142" y="9790"/>
                  </a:lnTo>
                  <a:cubicBezTo>
                    <a:pt x="7188" y="10097"/>
                    <a:pt x="7374" y="10360"/>
                    <a:pt x="7652" y="10492"/>
                  </a:cubicBezTo>
                  <a:lnTo>
                    <a:pt x="11270" y="12687"/>
                  </a:lnTo>
                  <a:cubicBezTo>
                    <a:pt x="11270" y="12687"/>
                    <a:pt x="11687" y="12863"/>
                    <a:pt x="11919" y="12863"/>
                  </a:cubicBezTo>
                  <a:lnTo>
                    <a:pt x="17020" y="12863"/>
                  </a:lnTo>
                  <a:lnTo>
                    <a:pt x="19015" y="14311"/>
                  </a:lnTo>
                  <a:cubicBezTo>
                    <a:pt x="19479" y="14619"/>
                    <a:pt x="20081" y="14619"/>
                    <a:pt x="20499" y="14224"/>
                  </a:cubicBezTo>
                  <a:lnTo>
                    <a:pt x="24023" y="11107"/>
                  </a:lnTo>
                  <a:lnTo>
                    <a:pt x="33345" y="9043"/>
                  </a:lnTo>
                  <a:lnTo>
                    <a:pt x="38447" y="10009"/>
                  </a:lnTo>
                  <a:lnTo>
                    <a:pt x="44337" y="18262"/>
                  </a:lnTo>
                  <a:lnTo>
                    <a:pt x="44337" y="23223"/>
                  </a:lnTo>
                  <a:cubicBezTo>
                    <a:pt x="44337" y="23223"/>
                    <a:pt x="46841" y="33671"/>
                    <a:pt x="46841" y="33671"/>
                  </a:cubicBezTo>
                  <a:lnTo>
                    <a:pt x="41137" y="39817"/>
                  </a:lnTo>
                  <a:cubicBezTo>
                    <a:pt x="41137" y="39817"/>
                    <a:pt x="40858" y="40256"/>
                    <a:pt x="40858" y="40476"/>
                  </a:cubicBezTo>
                  <a:lnTo>
                    <a:pt x="40580" y="46534"/>
                  </a:lnTo>
                  <a:lnTo>
                    <a:pt x="34597" y="57553"/>
                  </a:lnTo>
                  <a:cubicBezTo>
                    <a:pt x="34458" y="57772"/>
                    <a:pt x="34458" y="58036"/>
                    <a:pt x="34505" y="58299"/>
                  </a:cubicBezTo>
                  <a:lnTo>
                    <a:pt x="37380" y="71206"/>
                  </a:lnTo>
                  <a:cubicBezTo>
                    <a:pt x="37473" y="71513"/>
                    <a:pt x="37658" y="71820"/>
                    <a:pt x="37983" y="71952"/>
                  </a:cubicBezTo>
                  <a:lnTo>
                    <a:pt x="42481" y="74103"/>
                  </a:lnTo>
                  <a:lnTo>
                    <a:pt x="41786" y="80688"/>
                  </a:lnTo>
                  <a:lnTo>
                    <a:pt x="41229" y="80864"/>
                  </a:lnTo>
                  <a:lnTo>
                    <a:pt x="36174" y="82313"/>
                  </a:lnTo>
                  <a:cubicBezTo>
                    <a:pt x="35571" y="82488"/>
                    <a:pt x="35200" y="83103"/>
                    <a:pt x="35386" y="83674"/>
                  </a:cubicBezTo>
                  <a:cubicBezTo>
                    <a:pt x="35525" y="84156"/>
                    <a:pt x="35989" y="84464"/>
                    <a:pt x="36499" y="84464"/>
                  </a:cubicBezTo>
                  <a:cubicBezTo>
                    <a:pt x="36592" y="84464"/>
                    <a:pt x="36731" y="84464"/>
                    <a:pt x="36824" y="84420"/>
                  </a:cubicBezTo>
                  <a:lnTo>
                    <a:pt x="43177" y="82620"/>
                  </a:lnTo>
                  <a:cubicBezTo>
                    <a:pt x="43502" y="82532"/>
                    <a:pt x="43734" y="82269"/>
                    <a:pt x="43873" y="82005"/>
                  </a:cubicBezTo>
                  <a:cubicBezTo>
                    <a:pt x="43919" y="81917"/>
                    <a:pt x="44012" y="81830"/>
                    <a:pt x="44012" y="81698"/>
                  </a:cubicBezTo>
                  <a:lnTo>
                    <a:pt x="44893" y="7362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5" name="Freeform: Shape 2454">
              <a:extLst>
                <a:ext uri="{FF2B5EF4-FFF2-40B4-BE49-F238E27FC236}">
                  <a16:creationId xmlns:a16="http://schemas.microsoft.com/office/drawing/2014/main" id="{AC182DD9-85B4-2CC1-2E61-433BA1D37D1D}"/>
                </a:ext>
              </a:extLst>
            </p:cNvPr>
            <p:cNvSpPr>
              <a:spLocks/>
            </p:cNvSpPr>
            <p:nvPr/>
          </p:nvSpPr>
          <p:spPr>
            <a:xfrm>
              <a:off x="5555760" y="3842873"/>
              <a:ext cx="277" cy="590"/>
            </a:xfrm>
            <a:custGeom>
              <a:avLst/>
              <a:gdLst>
                <a:gd name="connsiteX0" fmla="*/ 185 w 185"/>
                <a:gd name="connsiteY0" fmla="*/ 395 h 395"/>
                <a:gd name="connsiteX1" fmla="*/ 0 w 185"/>
                <a:gd name="connsiteY1" fmla="*/ 0 h 395"/>
                <a:gd name="connsiteX2" fmla="*/ 185 w 185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185" y="395"/>
                  </a:moveTo>
                  <a:cubicBezTo>
                    <a:pt x="185" y="395"/>
                    <a:pt x="46" y="176"/>
                    <a:pt x="0" y="0"/>
                  </a:cubicBezTo>
                  <a:cubicBezTo>
                    <a:pt x="0" y="132"/>
                    <a:pt x="93" y="263"/>
                    <a:pt x="185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6" name="Freeform: Shape 2455">
              <a:extLst>
                <a:ext uri="{FF2B5EF4-FFF2-40B4-BE49-F238E27FC236}">
                  <a16:creationId xmlns:a16="http://schemas.microsoft.com/office/drawing/2014/main" id="{1EC2309F-E503-1787-C268-493FEC0AA69C}"/>
                </a:ext>
              </a:extLst>
            </p:cNvPr>
            <p:cNvSpPr>
              <a:spLocks/>
            </p:cNvSpPr>
            <p:nvPr/>
          </p:nvSpPr>
          <p:spPr>
            <a:xfrm>
              <a:off x="5784684" y="3641509"/>
              <a:ext cx="484" cy="1179"/>
            </a:xfrm>
            <a:custGeom>
              <a:avLst/>
              <a:gdLst>
                <a:gd name="connsiteX0" fmla="*/ 278 w 324"/>
                <a:gd name="connsiteY0" fmla="*/ 0 h 790"/>
                <a:gd name="connsiteX1" fmla="*/ 278 w 324"/>
                <a:gd name="connsiteY1" fmla="*/ 0 h 790"/>
                <a:gd name="connsiteX2" fmla="*/ 278 w 324"/>
                <a:gd name="connsiteY2" fmla="*/ 88 h 790"/>
                <a:gd name="connsiteX3" fmla="*/ 139 w 324"/>
                <a:gd name="connsiteY3" fmla="*/ 439 h 790"/>
                <a:gd name="connsiteX4" fmla="*/ 0 w 324"/>
                <a:gd name="connsiteY4" fmla="*/ 790 h 790"/>
                <a:gd name="connsiteX5" fmla="*/ 0 w 324"/>
                <a:gd name="connsiteY5" fmla="*/ 790 h 790"/>
                <a:gd name="connsiteX6" fmla="*/ 0 w 324"/>
                <a:gd name="connsiteY6" fmla="*/ 790 h 790"/>
                <a:gd name="connsiteX7" fmla="*/ 325 w 324"/>
                <a:gd name="connsiteY7" fmla="*/ 0 h 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4" h="790">
                  <a:moveTo>
                    <a:pt x="278" y="0"/>
                  </a:moveTo>
                  <a:cubicBezTo>
                    <a:pt x="278" y="0"/>
                    <a:pt x="278" y="0"/>
                    <a:pt x="278" y="0"/>
                  </a:cubicBezTo>
                  <a:cubicBezTo>
                    <a:pt x="278" y="0"/>
                    <a:pt x="278" y="44"/>
                    <a:pt x="278" y="88"/>
                  </a:cubicBezTo>
                  <a:cubicBezTo>
                    <a:pt x="185" y="176"/>
                    <a:pt x="185" y="307"/>
                    <a:pt x="139" y="439"/>
                  </a:cubicBezTo>
                  <a:cubicBezTo>
                    <a:pt x="93" y="571"/>
                    <a:pt x="0" y="658"/>
                    <a:pt x="0" y="790"/>
                  </a:cubicBezTo>
                  <a:cubicBezTo>
                    <a:pt x="0" y="790"/>
                    <a:pt x="0" y="790"/>
                    <a:pt x="0" y="790"/>
                  </a:cubicBezTo>
                  <a:lnTo>
                    <a:pt x="0" y="790"/>
                  </a:lnTo>
                  <a:cubicBezTo>
                    <a:pt x="0" y="483"/>
                    <a:pt x="139" y="219"/>
                    <a:pt x="32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7" name="Freeform: Shape 2456">
              <a:extLst>
                <a:ext uri="{FF2B5EF4-FFF2-40B4-BE49-F238E27FC236}">
                  <a16:creationId xmlns:a16="http://schemas.microsoft.com/office/drawing/2014/main" id="{CA398168-AF69-2674-E69F-D7489CE0A684}"/>
                </a:ext>
              </a:extLst>
            </p:cNvPr>
            <p:cNvSpPr>
              <a:spLocks/>
            </p:cNvSpPr>
            <p:nvPr/>
          </p:nvSpPr>
          <p:spPr>
            <a:xfrm>
              <a:off x="5786416" y="3640985"/>
              <a:ext cx="1383" cy="982"/>
            </a:xfrm>
            <a:custGeom>
              <a:avLst/>
              <a:gdLst>
                <a:gd name="connsiteX0" fmla="*/ 927 w 927"/>
                <a:gd name="connsiteY0" fmla="*/ 658 h 658"/>
                <a:gd name="connsiteX1" fmla="*/ 788 w 927"/>
                <a:gd name="connsiteY1" fmla="*/ 307 h 658"/>
                <a:gd name="connsiteX2" fmla="*/ 0 w 927"/>
                <a:gd name="connsiteY2" fmla="*/ 0 h 658"/>
                <a:gd name="connsiteX3" fmla="*/ 927 w 927"/>
                <a:gd name="connsiteY3" fmla="*/ 658 h 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7" h="658">
                  <a:moveTo>
                    <a:pt x="927" y="658"/>
                  </a:moveTo>
                  <a:cubicBezTo>
                    <a:pt x="927" y="658"/>
                    <a:pt x="927" y="395"/>
                    <a:pt x="788" y="307"/>
                  </a:cubicBezTo>
                  <a:cubicBezTo>
                    <a:pt x="557" y="88"/>
                    <a:pt x="278" y="0"/>
                    <a:pt x="0" y="0"/>
                  </a:cubicBezTo>
                  <a:cubicBezTo>
                    <a:pt x="464" y="0"/>
                    <a:pt x="742" y="307"/>
                    <a:pt x="927" y="65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8" name="Freeform: Shape 2457">
              <a:extLst>
                <a:ext uri="{FF2B5EF4-FFF2-40B4-BE49-F238E27FC236}">
                  <a16:creationId xmlns:a16="http://schemas.microsoft.com/office/drawing/2014/main" id="{6C75C738-4E01-2698-9786-0E947C1236B9}"/>
                </a:ext>
              </a:extLst>
            </p:cNvPr>
            <p:cNvSpPr>
              <a:spLocks/>
            </p:cNvSpPr>
            <p:nvPr/>
          </p:nvSpPr>
          <p:spPr>
            <a:xfrm>
              <a:off x="5554012" y="3732895"/>
              <a:ext cx="136595" cy="111484"/>
            </a:xfrm>
            <a:custGeom>
              <a:avLst/>
              <a:gdLst>
                <a:gd name="connsiteX0" fmla="*/ 5020 w 91513"/>
                <a:gd name="connsiteY0" fmla="*/ 66260 h 74689"/>
                <a:gd name="connsiteX1" fmla="*/ 4742 w 91513"/>
                <a:gd name="connsiteY1" fmla="*/ 64856 h 74689"/>
                <a:gd name="connsiteX2" fmla="*/ 2841 w 91513"/>
                <a:gd name="connsiteY2" fmla="*/ 63451 h 74689"/>
                <a:gd name="connsiteX3" fmla="*/ 7664 w 91513"/>
                <a:gd name="connsiteY3" fmla="*/ 58314 h 74689"/>
                <a:gd name="connsiteX4" fmla="*/ 7942 w 91513"/>
                <a:gd name="connsiteY4" fmla="*/ 57568 h 74689"/>
                <a:gd name="connsiteX5" fmla="*/ 7942 w 91513"/>
                <a:gd name="connsiteY5" fmla="*/ 53793 h 74689"/>
                <a:gd name="connsiteX6" fmla="*/ 7571 w 91513"/>
                <a:gd name="connsiteY6" fmla="*/ 53003 h 74689"/>
                <a:gd name="connsiteX7" fmla="*/ 6319 w 91513"/>
                <a:gd name="connsiteY7" fmla="*/ 51861 h 74689"/>
                <a:gd name="connsiteX8" fmla="*/ 15316 w 91513"/>
                <a:gd name="connsiteY8" fmla="*/ 49842 h 74689"/>
                <a:gd name="connsiteX9" fmla="*/ 15965 w 91513"/>
                <a:gd name="connsiteY9" fmla="*/ 49447 h 74689"/>
                <a:gd name="connsiteX10" fmla="*/ 19722 w 91513"/>
                <a:gd name="connsiteY10" fmla="*/ 44793 h 74689"/>
                <a:gd name="connsiteX11" fmla="*/ 19954 w 91513"/>
                <a:gd name="connsiteY11" fmla="*/ 43915 h 74689"/>
                <a:gd name="connsiteX12" fmla="*/ 19026 w 91513"/>
                <a:gd name="connsiteY12" fmla="*/ 39833 h 74689"/>
                <a:gd name="connsiteX13" fmla="*/ 22365 w 91513"/>
                <a:gd name="connsiteY13" fmla="*/ 38911 h 74689"/>
                <a:gd name="connsiteX14" fmla="*/ 23061 w 91513"/>
                <a:gd name="connsiteY14" fmla="*/ 38340 h 74689"/>
                <a:gd name="connsiteX15" fmla="*/ 23061 w 91513"/>
                <a:gd name="connsiteY15" fmla="*/ 37462 h 74689"/>
                <a:gd name="connsiteX16" fmla="*/ 20742 w 91513"/>
                <a:gd name="connsiteY16" fmla="*/ 32106 h 74689"/>
                <a:gd name="connsiteX17" fmla="*/ 24499 w 91513"/>
                <a:gd name="connsiteY17" fmla="*/ 28726 h 74689"/>
                <a:gd name="connsiteX18" fmla="*/ 31919 w 91513"/>
                <a:gd name="connsiteY18" fmla="*/ 31974 h 74689"/>
                <a:gd name="connsiteX19" fmla="*/ 32476 w 91513"/>
                <a:gd name="connsiteY19" fmla="*/ 32062 h 74689"/>
                <a:gd name="connsiteX20" fmla="*/ 37995 w 91513"/>
                <a:gd name="connsiteY20" fmla="*/ 31799 h 74689"/>
                <a:gd name="connsiteX21" fmla="*/ 39108 w 91513"/>
                <a:gd name="connsiteY21" fmla="*/ 30701 h 74689"/>
                <a:gd name="connsiteX22" fmla="*/ 39108 w 91513"/>
                <a:gd name="connsiteY22" fmla="*/ 24380 h 74689"/>
                <a:gd name="connsiteX23" fmla="*/ 43745 w 91513"/>
                <a:gd name="connsiteY23" fmla="*/ 24380 h 74689"/>
                <a:gd name="connsiteX24" fmla="*/ 44905 w 91513"/>
                <a:gd name="connsiteY24" fmla="*/ 23282 h 74689"/>
                <a:gd name="connsiteX25" fmla="*/ 44905 w 91513"/>
                <a:gd name="connsiteY25" fmla="*/ 17663 h 74689"/>
                <a:gd name="connsiteX26" fmla="*/ 50006 w 91513"/>
                <a:gd name="connsiteY26" fmla="*/ 15380 h 74689"/>
                <a:gd name="connsiteX27" fmla="*/ 58030 w 91513"/>
                <a:gd name="connsiteY27" fmla="*/ 16697 h 74689"/>
                <a:gd name="connsiteX28" fmla="*/ 58957 w 91513"/>
                <a:gd name="connsiteY28" fmla="*/ 16478 h 74689"/>
                <a:gd name="connsiteX29" fmla="*/ 59374 w 91513"/>
                <a:gd name="connsiteY29" fmla="*/ 15644 h 74689"/>
                <a:gd name="connsiteX30" fmla="*/ 59374 w 91513"/>
                <a:gd name="connsiteY30" fmla="*/ 11517 h 74689"/>
                <a:gd name="connsiteX31" fmla="*/ 68975 w 91513"/>
                <a:gd name="connsiteY31" fmla="*/ 8751 h 74689"/>
                <a:gd name="connsiteX32" fmla="*/ 69392 w 91513"/>
                <a:gd name="connsiteY32" fmla="*/ 8532 h 74689"/>
                <a:gd name="connsiteX33" fmla="*/ 77091 w 91513"/>
                <a:gd name="connsiteY33" fmla="*/ 2298 h 74689"/>
                <a:gd name="connsiteX34" fmla="*/ 86969 w 91513"/>
                <a:gd name="connsiteY34" fmla="*/ 4361 h 74689"/>
                <a:gd name="connsiteX35" fmla="*/ 87247 w 91513"/>
                <a:gd name="connsiteY35" fmla="*/ 4361 h 74689"/>
                <a:gd name="connsiteX36" fmla="*/ 90401 w 91513"/>
                <a:gd name="connsiteY36" fmla="*/ 4273 h 74689"/>
                <a:gd name="connsiteX37" fmla="*/ 90401 w 91513"/>
                <a:gd name="connsiteY37" fmla="*/ 3132 h 74689"/>
                <a:gd name="connsiteX38" fmla="*/ 90540 w 91513"/>
                <a:gd name="connsiteY38" fmla="*/ 2781 h 74689"/>
                <a:gd name="connsiteX39" fmla="*/ 90726 w 91513"/>
                <a:gd name="connsiteY39" fmla="*/ 2386 h 74689"/>
                <a:gd name="connsiteX40" fmla="*/ 91097 w 91513"/>
                <a:gd name="connsiteY40" fmla="*/ 2210 h 74689"/>
                <a:gd name="connsiteX41" fmla="*/ 91514 w 91513"/>
                <a:gd name="connsiteY41" fmla="*/ 2035 h 74689"/>
                <a:gd name="connsiteX42" fmla="*/ 91514 w 91513"/>
                <a:gd name="connsiteY42" fmla="*/ 2035 h 74689"/>
                <a:gd name="connsiteX43" fmla="*/ 87294 w 91513"/>
                <a:gd name="connsiteY43" fmla="*/ 2166 h 74689"/>
                <a:gd name="connsiteX44" fmla="*/ 76998 w 91513"/>
                <a:gd name="connsiteY44" fmla="*/ 15 h 74689"/>
                <a:gd name="connsiteX45" fmla="*/ 75978 w 91513"/>
                <a:gd name="connsiteY45" fmla="*/ 235 h 74689"/>
                <a:gd name="connsiteX46" fmla="*/ 68047 w 91513"/>
                <a:gd name="connsiteY46" fmla="*/ 6688 h 74689"/>
                <a:gd name="connsiteX47" fmla="*/ 57844 w 91513"/>
                <a:gd name="connsiteY47" fmla="*/ 9629 h 74689"/>
                <a:gd name="connsiteX48" fmla="*/ 57009 w 91513"/>
                <a:gd name="connsiteY48" fmla="*/ 10683 h 74689"/>
                <a:gd name="connsiteX49" fmla="*/ 57009 w 91513"/>
                <a:gd name="connsiteY49" fmla="*/ 14327 h 74689"/>
                <a:gd name="connsiteX50" fmla="*/ 49960 w 91513"/>
                <a:gd name="connsiteY50" fmla="*/ 13185 h 74689"/>
                <a:gd name="connsiteX51" fmla="*/ 49264 w 91513"/>
                <a:gd name="connsiteY51" fmla="*/ 13273 h 74689"/>
                <a:gd name="connsiteX52" fmla="*/ 43189 w 91513"/>
                <a:gd name="connsiteY52" fmla="*/ 15995 h 74689"/>
                <a:gd name="connsiteX53" fmla="*/ 42539 w 91513"/>
                <a:gd name="connsiteY53" fmla="*/ 17005 h 74689"/>
                <a:gd name="connsiteX54" fmla="*/ 42539 w 91513"/>
                <a:gd name="connsiteY54" fmla="*/ 22229 h 74689"/>
                <a:gd name="connsiteX55" fmla="*/ 37902 w 91513"/>
                <a:gd name="connsiteY55" fmla="*/ 22229 h 74689"/>
                <a:gd name="connsiteX56" fmla="*/ 36742 w 91513"/>
                <a:gd name="connsiteY56" fmla="*/ 23326 h 74689"/>
                <a:gd name="connsiteX57" fmla="*/ 36742 w 91513"/>
                <a:gd name="connsiteY57" fmla="*/ 29692 h 74689"/>
                <a:gd name="connsiteX58" fmla="*/ 32615 w 91513"/>
                <a:gd name="connsiteY58" fmla="*/ 29911 h 74689"/>
                <a:gd name="connsiteX59" fmla="*/ 24777 w 91513"/>
                <a:gd name="connsiteY59" fmla="*/ 26443 h 74689"/>
                <a:gd name="connsiteX60" fmla="*/ 23478 w 91513"/>
                <a:gd name="connsiteY60" fmla="*/ 26663 h 74689"/>
                <a:gd name="connsiteX61" fmla="*/ 18563 w 91513"/>
                <a:gd name="connsiteY61" fmla="*/ 31053 h 74689"/>
                <a:gd name="connsiteX62" fmla="*/ 18284 w 91513"/>
                <a:gd name="connsiteY62" fmla="*/ 32282 h 74689"/>
                <a:gd name="connsiteX63" fmla="*/ 20417 w 91513"/>
                <a:gd name="connsiteY63" fmla="*/ 37199 h 74689"/>
                <a:gd name="connsiteX64" fmla="*/ 17310 w 91513"/>
                <a:gd name="connsiteY64" fmla="*/ 38077 h 74689"/>
                <a:gd name="connsiteX65" fmla="*/ 16522 w 91513"/>
                <a:gd name="connsiteY65" fmla="*/ 39350 h 74689"/>
                <a:gd name="connsiteX66" fmla="*/ 17588 w 91513"/>
                <a:gd name="connsiteY66" fmla="*/ 43959 h 74689"/>
                <a:gd name="connsiteX67" fmla="*/ 14388 w 91513"/>
                <a:gd name="connsiteY67" fmla="*/ 47910 h 74689"/>
                <a:gd name="connsiteX68" fmla="*/ 3722 w 91513"/>
                <a:gd name="connsiteY68" fmla="*/ 50281 h 74689"/>
                <a:gd name="connsiteX69" fmla="*/ 2887 w 91513"/>
                <a:gd name="connsiteY69" fmla="*/ 51071 h 74689"/>
                <a:gd name="connsiteX70" fmla="*/ 3212 w 91513"/>
                <a:gd name="connsiteY70" fmla="*/ 52169 h 74689"/>
                <a:gd name="connsiteX71" fmla="*/ 5669 w 91513"/>
                <a:gd name="connsiteY71" fmla="*/ 54364 h 74689"/>
                <a:gd name="connsiteX72" fmla="*/ 5669 w 91513"/>
                <a:gd name="connsiteY72" fmla="*/ 57261 h 74689"/>
                <a:gd name="connsiteX73" fmla="*/ 290 w 91513"/>
                <a:gd name="connsiteY73" fmla="*/ 62968 h 74689"/>
                <a:gd name="connsiteX74" fmla="*/ 12 w 91513"/>
                <a:gd name="connsiteY74" fmla="*/ 63802 h 74689"/>
                <a:gd name="connsiteX75" fmla="*/ 475 w 91513"/>
                <a:gd name="connsiteY75" fmla="*/ 64548 h 74689"/>
                <a:gd name="connsiteX76" fmla="*/ 2562 w 91513"/>
                <a:gd name="connsiteY76" fmla="*/ 66085 h 74689"/>
                <a:gd name="connsiteX77" fmla="*/ 1356 w 91513"/>
                <a:gd name="connsiteY77" fmla="*/ 68104 h 74689"/>
                <a:gd name="connsiteX78" fmla="*/ 1217 w 91513"/>
                <a:gd name="connsiteY78" fmla="*/ 68675 h 74689"/>
                <a:gd name="connsiteX79" fmla="*/ 1217 w 91513"/>
                <a:gd name="connsiteY79" fmla="*/ 73592 h 74689"/>
                <a:gd name="connsiteX80" fmla="*/ 1310 w 91513"/>
                <a:gd name="connsiteY80" fmla="*/ 73811 h 74689"/>
                <a:gd name="connsiteX81" fmla="*/ 1496 w 91513"/>
                <a:gd name="connsiteY81" fmla="*/ 74206 h 74689"/>
                <a:gd name="connsiteX82" fmla="*/ 1820 w 91513"/>
                <a:gd name="connsiteY82" fmla="*/ 74470 h 74689"/>
                <a:gd name="connsiteX83" fmla="*/ 2423 w 91513"/>
                <a:gd name="connsiteY83" fmla="*/ 74689 h 74689"/>
                <a:gd name="connsiteX84" fmla="*/ 3582 w 91513"/>
                <a:gd name="connsiteY84" fmla="*/ 73592 h 74689"/>
                <a:gd name="connsiteX85" fmla="*/ 3582 w 91513"/>
                <a:gd name="connsiteY85" fmla="*/ 68938 h 74689"/>
                <a:gd name="connsiteX86" fmla="*/ 5159 w 91513"/>
                <a:gd name="connsiteY86" fmla="*/ 66348 h 7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91513" h="74689">
                  <a:moveTo>
                    <a:pt x="5020" y="66260"/>
                  </a:moveTo>
                  <a:cubicBezTo>
                    <a:pt x="5299" y="65778"/>
                    <a:pt x="5206" y="65163"/>
                    <a:pt x="4742" y="64856"/>
                  </a:cubicBezTo>
                  <a:lnTo>
                    <a:pt x="2841" y="63451"/>
                  </a:lnTo>
                  <a:lnTo>
                    <a:pt x="7664" y="58314"/>
                  </a:lnTo>
                  <a:cubicBezTo>
                    <a:pt x="7664" y="58314"/>
                    <a:pt x="7942" y="57876"/>
                    <a:pt x="7942" y="57568"/>
                  </a:cubicBezTo>
                  <a:lnTo>
                    <a:pt x="7942" y="53793"/>
                  </a:lnTo>
                  <a:cubicBezTo>
                    <a:pt x="7942" y="53486"/>
                    <a:pt x="7803" y="53222"/>
                    <a:pt x="7571" y="53003"/>
                  </a:cubicBezTo>
                  <a:lnTo>
                    <a:pt x="6319" y="51861"/>
                  </a:lnTo>
                  <a:lnTo>
                    <a:pt x="15316" y="49842"/>
                  </a:lnTo>
                  <a:cubicBezTo>
                    <a:pt x="15594" y="49798"/>
                    <a:pt x="15826" y="49622"/>
                    <a:pt x="15965" y="49447"/>
                  </a:cubicBezTo>
                  <a:lnTo>
                    <a:pt x="19722" y="44793"/>
                  </a:lnTo>
                  <a:cubicBezTo>
                    <a:pt x="19907" y="44530"/>
                    <a:pt x="20000" y="44223"/>
                    <a:pt x="19954" y="43915"/>
                  </a:cubicBezTo>
                  <a:lnTo>
                    <a:pt x="19026" y="39833"/>
                  </a:lnTo>
                  <a:lnTo>
                    <a:pt x="22365" y="38911"/>
                  </a:lnTo>
                  <a:cubicBezTo>
                    <a:pt x="22690" y="38823"/>
                    <a:pt x="22922" y="38603"/>
                    <a:pt x="23061" y="38340"/>
                  </a:cubicBezTo>
                  <a:cubicBezTo>
                    <a:pt x="23200" y="38077"/>
                    <a:pt x="23200" y="37725"/>
                    <a:pt x="23061" y="37462"/>
                  </a:cubicBezTo>
                  <a:lnTo>
                    <a:pt x="20742" y="32106"/>
                  </a:lnTo>
                  <a:lnTo>
                    <a:pt x="24499" y="28726"/>
                  </a:lnTo>
                  <a:lnTo>
                    <a:pt x="31919" y="31974"/>
                  </a:lnTo>
                  <a:cubicBezTo>
                    <a:pt x="31919" y="31974"/>
                    <a:pt x="32290" y="32062"/>
                    <a:pt x="32476" y="32062"/>
                  </a:cubicBezTo>
                  <a:lnTo>
                    <a:pt x="37995" y="31799"/>
                  </a:lnTo>
                  <a:cubicBezTo>
                    <a:pt x="38598" y="31799"/>
                    <a:pt x="39108" y="31272"/>
                    <a:pt x="39108" y="30701"/>
                  </a:cubicBezTo>
                  <a:lnTo>
                    <a:pt x="39108" y="24380"/>
                  </a:lnTo>
                  <a:lnTo>
                    <a:pt x="43745" y="24380"/>
                  </a:lnTo>
                  <a:cubicBezTo>
                    <a:pt x="44395" y="24380"/>
                    <a:pt x="44905" y="23897"/>
                    <a:pt x="44905" y="23282"/>
                  </a:cubicBezTo>
                  <a:lnTo>
                    <a:pt x="44905" y="17663"/>
                  </a:lnTo>
                  <a:lnTo>
                    <a:pt x="50006" y="15380"/>
                  </a:lnTo>
                  <a:lnTo>
                    <a:pt x="58030" y="16697"/>
                  </a:lnTo>
                  <a:cubicBezTo>
                    <a:pt x="58354" y="16741"/>
                    <a:pt x="58725" y="16697"/>
                    <a:pt x="58957" y="16478"/>
                  </a:cubicBezTo>
                  <a:cubicBezTo>
                    <a:pt x="59235" y="16258"/>
                    <a:pt x="59374" y="15951"/>
                    <a:pt x="59374" y="15644"/>
                  </a:cubicBezTo>
                  <a:lnTo>
                    <a:pt x="59374" y="11517"/>
                  </a:lnTo>
                  <a:lnTo>
                    <a:pt x="68975" y="8751"/>
                  </a:lnTo>
                  <a:cubicBezTo>
                    <a:pt x="68975" y="8751"/>
                    <a:pt x="69253" y="8620"/>
                    <a:pt x="69392" y="8532"/>
                  </a:cubicBezTo>
                  <a:lnTo>
                    <a:pt x="77091" y="2298"/>
                  </a:lnTo>
                  <a:lnTo>
                    <a:pt x="86969" y="4361"/>
                  </a:lnTo>
                  <a:cubicBezTo>
                    <a:pt x="86969" y="4361"/>
                    <a:pt x="87154" y="4361"/>
                    <a:pt x="87247" y="4361"/>
                  </a:cubicBezTo>
                  <a:lnTo>
                    <a:pt x="90401" y="4273"/>
                  </a:lnTo>
                  <a:lnTo>
                    <a:pt x="90401" y="3132"/>
                  </a:lnTo>
                  <a:cubicBezTo>
                    <a:pt x="90401" y="3132"/>
                    <a:pt x="90494" y="2869"/>
                    <a:pt x="90540" y="2781"/>
                  </a:cubicBezTo>
                  <a:cubicBezTo>
                    <a:pt x="90586" y="2649"/>
                    <a:pt x="90586" y="2518"/>
                    <a:pt x="90726" y="2386"/>
                  </a:cubicBezTo>
                  <a:cubicBezTo>
                    <a:pt x="90818" y="2298"/>
                    <a:pt x="90957" y="2298"/>
                    <a:pt x="91097" y="2210"/>
                  </a:cubicBezTo>
                  <a:cubicBezTo>
                    <a:pt x="91236" y="2166"/>
                    <a:pt x="91328" y="2035"/>
                    <a:pt x="91514" y="2035"/>
                  </a:cubicBezTo>
                  <a:lnTo>
                    <a:pt x="91514" y="2035"/>
                  </a:lnTo>
                  <a:cubicBezTo>
                    <a:pt x="91514" y="2035"/>
                    <a:pt x="87294" y="2166"/>
                    <a:pt x="87294" y="2166"/>
                  </a:cubicBezTo>
                  <a:lnTo>
                    <a:pt x="76998" y="15"/>
                  </a:lnTo>
                  <a:cubicBezTo>
                    <a:pt x="76627" y="-29"/>
                    <a:pt x="76256" y="15"/>
                    <a:pt x="75978" y="235"/>
                  </a:cubicBezTo>
                  <a:lnTo>
                    <a:pt x="68047" y="6688"/>
                  </a:lnTo>
                  <a:lnTo>
                    <a:pt x="57844" y="9629"/>
                  </a:lnTo>
                  <a:cubicBezTo>
                    <a:pt x="57380" y="9761"/>
                    <a:pt x="57009" y="10200"/>
                    <a:pt x="57009" y="10683"/>
                  </a:cubicBezTo>
                  <a:lnTo>
                    <a:pt x="57009" y="14327"/>
                  </a:lnTo>
                  <a:lnTo>
                    <a:pt x="49960" y="13185"/>
                  </a:lnTo>
                  <a:cubicBezTo>
                    <a:pt x="49728" y="13141"/>
                    <a:pt x="49496" y="13185"/>
                    <a:pt x="49264" y="13273"/>
                  </a:cubicBezTo>
                  <a:lnTo>
                    <a:pt x="43189" y="15995"/>
                  </a:lnTo>
                  <a:cubicBezTo>
                    <a:pt x="42771" y="16171"/>
                    <a:pt x="42539" y="16565"/>
                    <a:pt x="42539" y="17005"/>
                  </a:cubicBezTo>
                  <a:lnTo>
                    <a:pt x="42539" y="22229"/>
                  </a:lnTo>
                  <a:lnTo>
                    <a:pt x="37902" y="22229"/>
                  </a:lnTo>
                  <a:cubicBezTo>
                    <a:pt x="37252" y="22229"/>
                    <a:pt x="36742" y="22712"/>
                    <a:pt x="36742" y="23326"/>
                  </a:cubicBezTo>
                  <a:lnTo>
                    <a:pt x="36742" y="29692"/>
                  </a:lnTo>
                  <a:lnTo>
                    <a:pt x="32615" y="29911"/>
                  </a:lnTo>
                  <a:lnTo>
                    <a:pt x="24777" y="26443"/>
                  </a:lnTo>
                  <a:cubicBezTo>
                    <a:pt x="24360" y="26267"/>
                    <a:pt x="23850" y="26311"/>
                    <a:pt x="23478" y="26663"/>
                  </a:cubicBezTo>
                  <a:lnTo>
                    <a:pt x="18563" y="31053"/>
                  </a:lnTo>
                  <a:cubicBezTo>
                    <a:pt x="18191" y="31360"/>
                    <a:pt x="18099" y="31843"/>
                    <a:pt x="18284" y="32282"/>
                  </a:cubicBezTo>
                  <a:lnTo>
                    <a:pt x="20417" y="37199"/>
                  </a:lnTo>
                  <a:lnTo>
                    <a:pt x="17310" y="38077"/>
                  </a:lnTo>
                  <a:cubicBezTo>
                    <a:pt x="16707" y="38252"/>
                    <a:pt x="16383" y="38779"/>
                    <a:pt x="16522" y="39350"/>
                  </a:cubicBezTo>
                  <a:lnTo>
                    <a:pt x="17588" y="43959"/>
                  </a:lnTo>
                  <a:lnTo>
                    <a:pt x="14388" y="47910"/>
                  </a:lnTo>
                  <a:lnTo>
                    <a:pt x="3722" y="50281"/>
                  </a:lnTo>
                  <a:cubicBezTo>
                    <a:pt x="3304" y="50369"/>
                    <a:pt x="2980" y="50676"/>
                    <a:pt x="2887" y="51071"/>
                  </a:cubicBezTo>
                  <a:cubicBezTo>
                    <a:pt x="2794" y="51466"/>
                    <a:pt x="2887" y="51861"/>
                    <a:pt x="3212" y="52169"/>
                  </a:cubicBezTo>
                  <a:lnTo>
                    <a:pt x="5669" y="54364"/>
                  </a:lnTo>
                  <a:lnTo>
                    <a:pt x="5669" y="57261"/>
                  </a:lnTo>
                  <a:lnTo>
                    <a:pt x="290" y="62968"/>
                  </a:lnTo>
                  <a:cubicBezTo>
                    <a:pt x="58" y="63188"/>
                    <a:pt x="-35" y="63495"/>
                    <a:pt x="12" y="63802"/>
                  </a:cubicBezTo>
                  <a:cubicBezTo>
                    <a:pt x="12" y="64109"/>
                    <a:pt x="197" y="64373"/>
                    <a:pt x="475" y="64548"/>
                  </a:cubicBezTo>
                  <a:lnTo>
                    <a:pt x="2562" y="66085"/>
                  </a:lnTo>
                  <a:lnTo>
                    <a:pt x="1356" y="68104"/>
                  </a:lnTo>
                  <a:cubicBezTo>
                    <a:pt x="1356" y="68104"/>
                    <a:pt x="1217" y="68455"/>
                    <a:pt x="1217" y="68675"/>
                  </a:cubicBezTo>
                  <a:lnTo>
                    <a:pt x="1217" y="73592"/>
                  </a:lnTo>
                  <a:cubicBezTo>
                    <a:pt x="1217" y="73592"/>
                    <a:pt x="1310" y="73723"/>
                    <a:pt x="1310" y="73811"/>
                  </a:cubicBezTo>
                  <a:cubicBezTo>
                    <a:pt x="1310" y="73943"/>
                    <a:pt x="1403" y="74075"/>
                    <a:pt x="1496" y="74206"/>
                  </a:cubicBezTo>
                  <a:cubicBezTo>
                    <a:pt x="1588" y="74338"/>
                    <a:pt x="1681" y="74382"/>
                    <a:pt x="1820" y="74470"/>
                  </a:cubicBezTo>
                  <a:cubicBezTo>
                    <a:pt x="2006" y="74558"/>
                    <a:pt x="2191" y="74689"/>
                    <a:pt x="2423" y="74689"/>
                  </a:cubicBezTo>
                  <a:cubicBezTo>
                    <a:pt x="3072" y="74689"/>
                    <a:pt x="3582" y="74206"/>
                    <a:pt x="3582" y="73592"/>
                  </a:cubicBezTo>
                  <a:lnTo>
                    <a:pt x="3582" y="68938"/>
                  </a:lnTo>
                  <a:lnTo>
                    <a:pt x="5159" y="66348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9" name="Freeform: Shape 2458">
              <a:extLst>
                <a:ext uri="{FF2B5EF4-FFF2-40B4-BE49-F238E27FC236}">
                  <a16:creationId xmlns:a16="http://schemas.microsoft.com/office/drawing/2014/main" id="{3254FC63-EEE3-5F00-537A-8BA4356D8BA1}"/>
                </a:ext>
              </a:extLst>
            </p:cNvPr>
            <p:cNvSpPr>
              <a:spLocks/>
            </p:cNvSpPr>
            <p:nvPr/>
          </p:nvSpPr>
          <p:spPr>
            <a:xfrm>
              <a:off x="5689917" y="3640985"/>
              <a:ext cx="99781" cy="98159"/>
            </a:xfrm>
            <a:custGeom>
              <a:avLst/>
              <a:gdLst>
                <a:gd name="connsiteX0" fmla="*/ 464 w 66849"/>
                <a:gd name="connsiteY0" fmla="*/ 63611 h 65762"/>
                <a:gd name="connsiteX1" fmla="*/ 1623 w 66849"/>
                <a:gd name="connsiteY1" fmla="*/ 64709 h 65762"/>
                <a:gd name="connsiteX2" fmla="*/ 1623 w 66849"/>
                <a:gd name="connsiteY2" fmla="*/ 65762 h 65762"/>
                <a:gd name="connsiteX3" fmla="*/ 13264 w 66849"/>
                <a:gd name="connsiteY3" fmla="*/ 65411 h 65762"/>
                <a:gd name="connsiteX4" fmla="*/ 14052 w 66849"/>
                <a:gd name="connsiteY4" fmla="*/ 65060 h 65762"/>
                <a:gd name="connsiteX5" fmla="*/ 18365 w 66849"/>
                <a:gd name="connsiteY5" fmla="*/ 60758 h 65762"/>
                <a:gd name="connsiteX6" fmla="*/ 52916 w 66849"/>
                <a:gd name="connsiteY6" fmla="*/ 60758 h 65762"/>
                <a:gd name="connsiteX7" fmla="*/ 53751 w 66849"/>
                <a:gd name="connsiteY7" fmla="*/ 60406 h 65762"/>
                <a:gd name="connsiteX8" fmla="*/ 66830 w 66849"/>
                <a:gd name="connsiteY8" fmla="*/ 37886 h 65762"/>
                <a:gd name="connsiteX9" fmla="*/ 65717 w 66849"/>
                <a:gd name="connsiteY9" fmla="*/ 1975 h 65762"/>
                <a:gd name="connsiteX10" fmla="*/ 65717 w 66849"/>
                <a:gd name="connsiteY10" fmla="*/ 1054 h 65762"/>
                <a:gd name="connsiteX11" fmla="*/ 65531 w 66849"/>
                <a:gd name="connsiteY11" fmla="*/ 658 h 65762"/>
                <a:gd name="connsiteX12" fmla="*/ 64603 w 66849"/>
                <a:gd name="connsiteY12" fmla="*/ 0 h 65762"/>
                <a:gd name="connsiteX13" fmla="*/ 64603 w 66849"/>
                <a:gd name="connsiteY13" fmla="*/ 0 h 65762"/>
                <a:gd name="connsiteX14" fmla="*/ 64603 w 66849"/>
                <a:gd name="connsiteY14" fmla="*/ 0 h 65762"/>
                <a:gd name="connsiteX15" fmla="*/ 64093 w 66849"/>
                <a:gd name="connsiteY15" fmla="*/ 219 h 65762"/>
                <a:gd name="connsiteX16" fmla="*/ 63769 w 66849"/>
                <a:gd name="connsiteY16" fmla="*/ 351 h 65762"/>
                <a:gd name="connsiteX17" fmla="*/ 63444 w 66849"/>
                <a:gd name="connsiteY17" fmla="*/ 1098 h 65762"/>
                <a:gd name="connsiteX18" fmla="*/ 63444 w 66849"/>
                <a:gd name="connsiteY18" fmla="*/ 1098 h 65762"/>
                <a:gd name="connsiteX19" fmla="*/ 63444 w 66849"/>
                <a:gd name="connsiteY19" fmla="*/ 2458 h 65762"/>
                <a:gd name="connsiteX20" fmla="*/ 64557 w 66849"/>
                <a:gd name="connsiteY20" fmla="*/ 38017 h 65762"/>
                <a:gd name="connsiteX21" fmla="*/ 52453 w 66849"/>
                <a:gd name="connsiteY21" fmla="*/ 58519 h 65762"/>
                <a:gd name="connsiteX22" fmla="*/ 17855 w 66849"/>
                <a:gd name="connsiteY22" fmla="*/ 58519 h 65762"/>
                <a:gd name="connsiteX23" fmla="*/ 17020 w 66849"/>
                <a:gd name="connsiteY23" fmla="*/ 58870 h 65762"/>
                <a:gd name="connsiteX24" fmla="*/ 12707 w 66849"/>
                <a:gd name="connsiteY24" fmla="*/ 63216 h 65762"/>
                <a:gd name="connsiteX25" fmla="*/ 417 w 66849"/>
                <a:gd name="connsiteY25" fmla="*/ 63611 h 65762"/>
                <a:gd name="connsiteX26" fmla="*/ 417 w 66849"/>
                <a:gd name="connsiteY26" fmla="*/ 63611 h 65762"/>
                <a:gd name="connsiteX27" fmla="*/ 0 w 66849"/>
                <a:gd name="connsiteY27" fmla="*/ 63787 h 65762"/>
                <a:gd name="connsiteX28" fmla="*/ 464 w 66849"/>
                <a:gd name="connsiteY28" fmla="*/ 63611 h 6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849" h="65762">
                  <a:moveTo>
                    <a:pt x="464" y="63611"/>
                  </a:moveTo>
                  <a:cubicBezTo>
                    <a:pt x="1113" y="63611"/>
                    <a:pt x="1623" y="64094"/>
                    <a:pt x="1623" y="64709"/>
                  </a:cubicBezTo>
                  <a:lnTo>
                    <a:pt x="1623" y="65762"/>
                  </a:lnTo>
                  <a:lnTo>
                    <a:pt x="13264" y="65411"/>
                  </a:lnTo>
                  <a:cubicBezTo>
                    <a:pt x="13589" y="65411"/>
                    <a:pt x="13867" y="65279"/>
                    <a:pt x="14052" y="65060"/>
                  </a:cubicBezTo>
                  <a:lnTo>
                    <a:pt x="18365" y="60758"/>
                  </a:lnTo>
                  <a:lnTo>
                    <a:pt x="52916" y="60758"/>
                  </a:lnTo>
                  <a:cubicBezTo>
                    <a:pt x="53241" y="60758"/>
                    <a:pt x="53519" y="60626"/>
                    <a:pt x="53751" y="60406"/>
                  </a:cubicBezTo>
                  <a:cubicBezTo>
                    <a:pt x="54308" y="59880"/>
                    <a:pt x="67432" y="47061"/>
                    <a:pt x="66830" y="37886"/>
                  </a:cubicBezTo>
                  <a:cubicBezTo>
                    <a:pt x="66319" y="29984"/>
                    <a:pt x="65809" y="6717"/>
                    <a:pt x="65717" y="1975"/>
                  </a:cubicBezTo>
                  <a:cubicBezTo>
                    <a:pt x="65717" y="1449"/>
                    <a:pt x="65717" y="1098"/>
                    <a:pt x="65717" y="1054"/>
                  </a:cubicBezTo>
                  <a:cubicBezTo>
                    <a:pt x="65717" y="878"/>
                    <a:pt x="65577" y="790"/>
                    <a:pt x="65531" y="658"/>
                  </a:cubicBezTo>
                  <a:cubicBezTo>
                    <a:pt x="65345" y="307"/>
                    <a:pt x="65021" y="0"/>
                    <a:pt x="64603" y="0"/>
                  </a:cubicBezTo>
                  <a:cubicBezTo>
                    <a:pt x="64603" y="0"/>
                    <a:pt x="64603" y="0"/>
                    <a:pt x="64603" y="0"/>
                  </a:cubicBezTo>
                  <a:lnTo>
                    <a:pt x="64603" y="0"/>
                  </a:lnTo>
                  <a:cubicBezTo>
                    <a:pt x="64603" y="0"/>
                    <a:pt x="64279" y="132"/>
                    <a:pt x="64093" y="219"/>
                  </a:cubicBezTo>
                  <a:cubicBezTo>
                    <a:pt x="64001" y="263"/>
                    <a:pt x="63861" y="307"/>
                    <a:pt x="63769" y="351"/>
                  </a:cubicBezTo>
                  <a:cubicBezTo>
                    <a:pt x="63583" y="527"/>
                    <a:pt x="63444" y="790"/>
                    <a:pt x="63444" y="1098"/>
                  </a:cubicBezTo>
                  <a:lnTo>
                    <a:pt x="63444" y="1098"/>
                  </a:lnTo>
                  <a:cubicBezTo>
                    <a:pt x="63444" y="1098"/>
                    <a:pt x="63444" y="1624"/>
                    <a:pt x="63444" y="2458"/>
                  </a:cubicBezTo>
                  <a:cubicBezTo>
                    <a:pt x="63537" y="8165"/>
                    <a:pt x="64047" y="30423"/>
                    <a:pt x="64557" y="38017"/>
                  </a:cubicBezTo>
                  <a:cubicBezTo>
                    <a:pt x="65067" y="45480"/>
                    <a:pt x="54493" y="56499"/>
                    <a:pt x="52453" y="58519"/>
                  </a:cubicBezTo>
                  <a:lnTo>
                    <a:pt x="17855" y="58519"/>
                  </a:lnTo>
                  <a:cubicBezTo>
                    <a:pt x="17530" y="58519"/>
                    <a:pt x="17252" y="58650"/>
                    <a:pt x="17020" y="58870"/>
                  </a:cubicBezTo>
                  <a:lnTo>
                    <a:pt x="12707" y="63216"/>
                  </a:lnTo>
                  <a:lnTo>
                    <a:pt x="417" y="63611"/>
                  </a:lnTo>
                  <a:lnTo>
                    <a:pt x="417" y="63611"/>
                  </a:lnTo>
                  <a:cubicBezTo>
                    <a:pt x="417" y="63611"/>
                    <a:pt x="139" y="63743"/>
                    <a:pt x="0" y="63787"/>
                  </a:cubicBezTo>
                  <a:cubicBezTo>
                    <a:pt x="139" y="63743"/>
                    <a:pt x="278" y="63611"/>
                    <a:pt x="464" y="6361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0" name="Freeform: Shape 2459">
              <a:extLst>
                <a:ext uri="{FF2B5EF4-FFF2-40B4-BE49-F238E27FC236}">
                  <a16:creationId xmlns:a16="http://schemas.microsoft.com/office/drawing/2014/main" id="{64B2DE86-099E-E8DB-EF98-4B9A65FB9A3F}"/>
                </a:ext>
              </a:extLst>
            </p:cNvPr>
            <p:cNvSpPr>
              <a:spLocks/>
            </p:cNvSpPr>
            <p:nvPr/>
          </p:nvSpPr>
          <p:spPr>
            <a:xfrm>
              <a:off x="5689154" y="3736391"/>
              <a:ext cx="277" cy="590"/>
            </a:xfrm>
            <a:custGeom>
              <a:avLst/>
              <a:gdLst>
                <a:gd name="connsiteX0" fmla="*/ 0 w 185"/>
                <a:gd name="connsiteY0" fmla="*/ 395 h 395"/>
                <a:gd name="connsiteX1" fmla="*/ 186 w 185"/>
                <a:gd name="connsiteY1" fmla="*/ 0 h 395"/>
                <a:gd name="connsiteX2" fmla="*/ 0 w 185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0" y="395"/>
                  </a:moveTo>
                  <a:cubicBezTo>
                    <a:pt x="0" y="395"/>
                    <a:pt x="46" y="88"/>
                    <a:pt x="186" y="0"/>
                  </a:cubicBezTo>
                  <a:cubicBezTo>
                    <a:pt x="93" y="88"/>
                    <a:pt x="93" y="263"/>
                    <a:pt x="0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1" name="Freeform: Shape 2460">
              <a:extLst>
                <a:ext uri="{FF2B5EF4-FFF2-40B4-BE49-F238E27FC236}">
                  <a16:creationId xmlns:a16="http://schemas.microsoft.com/office/drawing/2014/main" id="{5395AA0D-298D-7287-5C2C-A75F5C69C3A7}"/>
                </a:ext>
              </a:extLst>
            </p:cNvPr>
            <p:cNvSpPr>
              <a:spLocks/>
            </p:cNvSpPr>
            <p:nvPr/>
          </p:nvSpPr>
          <p:spPr>
            <a:xfrm>
              <a:off x="5613608" y="3822600"/>
              <a:ext cx="72845" cy="41044"/>
            </a:xfrm>
            <a:custGeom>
              <a:avLst/>
              <a:gdLst>
                <a:gd name="connsiteX0" fmla="*/ 47505 w 48803"/>
                <a:gd name="connsiteY0" fmla="*/ 2387 h 27498"/>
                <a:gd name="connsiteX1" fmla="*/ 47830 w 48803"/>
                <a:gd name="connsiteY1" fmla="*/ 2124 h 27498"/>
                <a:gd name="connsiteX2" fmla="*/ 48201 w 48803"/>
                <a:gd name="connsiteY2" fmla="*/ 1992 h 27498"/>
                <a:gd name="connsiteX3" fmla="*/ 48386 w 48803"/>
                <a:gd name="connsiteY3" fmla="*/ 1904 h 27498"/>
                <a:gd name="connsiteX4" fmla="*/ 48618 w 48803"/>
                <a:gd name="connsiteY4" fmla="*/ 1992 h 27498"/>
                <a:gd name="connsiteX5" fmla="*/ 48804 w 48803"/>
                <a:gd name="connsiteY5" fmla="*/ 1992 h 27498"/>
                <a:gd name="connsiteX6" fmla="*/ 48804 w 48803"/>
                <a:gd name="connsiteY6" fmla="*/ 1992 h 27498"/>
                <a:gd name="connsiteX7" fmla="*/ 43285 w 48803"/>
                <a:gd name="connsiteY7" fmla="*/ 61 h 27498"/>
                <a:gd name="connsiteX8" fmla="*/ 42125 w 48803"/>
                <a:gd name="connsiteY8" fmla="*/ 280 h 27498"/>
                <a:gd name="connsiteX9" fmla="*/ 38554 w 48803"/>
                <a:gd name="connsiteY9" fmla="*/ 3309 h 27498"/>
                <a:gd name="connsiteX10" fmla="*/ 2705 w 48803"/>
                <a:gd name="connsiteY10" fmla="*/ 3309 h 27498"/>
                <a:gd name="connsiteX11" fmla="*/ 1592 w 48803"/>
                <a:gd name="connsiteY11" fmla="*/ 4055 h 27498"/>
                <a:gd name="connsiteX12" fmla="*/ 61 w 48803"/>
                <a:gd name="connsiteY12" fmla="*/ 8182 h 27498"/>
                <a:gd name="connsiteX13" fmla="*/ 154 w 48803"/>
                <a:gd name="connsiteY13" fmla="*/ 9104 h 27498"/>
                <a:gd name="connsiteX14" fmla="*/ 3029 w 48803"/>
                <a:gd name="connsiteY14" fmla="*/ 13801 h 27498"/>
                <a:gd name="connsiteX15" fmla="*/ 3029 w 48803"/>
                <a:gd name="connsiteY15" fmla="*/ 26401 h 27498"/>
                <a:gd name="connsiteX16" fmla="*/ 4189 w 48803"/>
                <a:gd name="connsiteY16" fmla="*/ 27498 h 27498"/>
                <a:gd name="connsiteX17" fmla="*/ 5348 w 48803"/>
                <a:gd name="connsiteY17" fmla="*/ 26401 h 27498"/>
                <a:gd name="connsiteX18" fmla="*/ 5348 w 48803"/>
                <a:gd name="connsiteY18" fmla="*/ 13494 h 27498"/>
                <a:gd name="connsiteX19" fmla="*/ 5209 w 48803"/>
                <a:gd name="connsiteY19" fmla="*/ 12923 h 27498"/>
                <a:gd name="connsiteX20" fmla="*/ 2426 w 48803"/>
                <a:gd name="connsiteY20" fmla="*/ 8401 h 27498"/>
                <a:gd name="connsiteX21" fmla="*/ 3493 w 48803"/>
                <a:gd name="connsiteY21" fmla="*/ 5504 h 27498"/>
                <a:gd name="connsiteX22" fmla="*/ 38972 w 48803"/>
                <a:gd name="connsiteY22" fmla="*/ 5504 h 27498"/>
                <a:gd name="connsiteX23" fmla="*/ 39760 w 48803"/>
                <a:gd name="connsiteY23" fmla="*/ 5241 h 27498"/>
                <a:gd name="connsiteX24" fmla="*/ 43145 w 48803"/>
                <a:gd name="connsiteY24" fmla="*/ 2387 h 27498"/>
                <a:gd name="connsiteX25" fmla="*/ 47227 w 48803"/>
                <a:gd name="connsiteY25" fmla="*/ 3836 h 27498"/>
                <a:gd name="connsiteX26" fmla="*/ 47227 w 48803"/>
                <a:gd name="connsiteY26" fmla="*/ 3090 h 27498"/>
                <a:gd name="connsiteX27" fmla="*/ 47319 w 48803"/>
                <a:gd name="connsiteY27" fmla="*/ 2870 h 27498"/>
                <a:gd name="connsiteX28" fmla="*/ 47319 w 48803"/>
                <a:gd name="connsiteY28" fmla="*/ 2607 h 27498"/>
                <a:gd name="connsiteX29" fmla="*/ 47458 w 48803"/>
                <a:gd name="connsiteY29" fmla="*/ 2475 h 2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8803" h="27498">
                  <a:moveTo>
                    <a:pt x="47505" y="2387"/>
                  </a:moveTo>
                  <a:cubicBezTo>
                    <a:pt x="47505" y="2387"/>
                    <a:pt x="47691" y="2212"/>
                    <a:pt x="47830" y="2124"/>
                  </a:cubicBezTo>
                  <a:cubicBezTo>
                    <a:pt x="47969" y="2036"/>
                    <a:pt x="48061" y="1992"/>
                    <a:pt x="48201" y="1992"/>
                  </a:cubicBezTo>
                  <a:cubicBezTo>
                    <a:pt x="48247" y="1992"/>
                    <a:pt x="48293" y="1904"/>
                    <a:pt x="48386" y="1904"/>
                  </a:cubicBezTo>
                  <a:cubicBezTo>
                    <a:pt x="48479" y="1904"/>
                    <a:pt x="48525" y="1992"/>
                    <a:pt x="48618" y="1992"/>
                  </a:cubicBezTo>
                  <a:cubicBezTo>
                    <a:pt x="48664" y="1992"/>
                    <a:pt x="48757" y="1992"/>
                    <a:pt x="48804" y="1992"/>
                  </a:cubicBezTo>
                  <a:cubicBezTo>
                    <a:pt x="48804" y="1992"/>
                    <a:pt x="48804" y="1992"/>
                    <a:pt x="48804" y="1992"/>
                  </a:cubicBezTo>
                  <a:lnTo>
                    <a:pt x="43285" y="61"/>
                  </a:lnTo>
                  <a:cubicBezTo>
                    <a:pt x="42867" y="-71"/>
                    <a:pt x="42450" y="17"/>
                    <a:pt x="42125" y="280"/>
                  </a:cubicBezTo>
                  <a:lnTo>
                    <a:pt x="38554" y="3309"/>
                  </a:lnTo>
                  <a:lnTo>
                    <a:pt x="2705" y="3309"/>
                  </a:lnTo>
                  <a:cubicBezTo>
                    <a:pt x="2194" y="3309"/>
                    <a:pt x="1777" y="3616"/>
                    <a:pt x="1592" y="4055"/>
                  </a:cubicBezTo>
                  <a:lnTo>
                    <a:pt x="61" y="8182"/>
                  </a:lnTo>
                  <a:cubicBezTo>
                    <a:pt x="-32" y="8489"/>
                    <a:pt x="-32" y="8841"/>
                    <a:pt x="154" y="9104"/>
                  </a:cubicBezTo>
                  <a:lnTo>
                    <a:pt x="3029" y="13801"/>
                  </a:lnTo>
                  <a:lnTo>
                    <a:pt x="3029" y="26401"/>
                  </a:lnTo>
                  <a:cubicBezTo>
                    <a:pt x="3029" y="27015"/>
                    <a:pt x="3539" y="27498"/>
                    <a:pt x="4189" y="27498"/>
                  </a:cubicBezTo>
                  <a:cubicBezTo>
                    <a:pt x="4838" y="27498"/>
                    <a:pt x="5348" y="27015"/>
                    <a:pt x="5348" y="26401"/>
                  </a:cubicBezTo>
                  <a:lnTo>
                    <a:pt x="5348" y="13494"/>
                  </a:lnTo>
                  <a:cubicBezTo>
                    <a:pt x="5348" y="13494"/>
                    <a:pt x="5302" y="13099"/>
                    <a:pt x="5209" y="12923"/>
                  </a:cubicBezTo>
                  <a:lnTo>
                    <a:pt x="2426" y="8401"/>
                  </a:lnTo>
                  <a:lnTo>
                    <a:pt x="3493" y="5504"/>
                  </a:lnTo>
                  <a:lnTo>
                    <a:pt x="38972" y="5504"/>
                  </a:lnTo>
                  <a:cubicBezTo>
                    <a:pt x="39250" y="5504"/>
                    <a:pt x="39528" y="5416"/>
                    <a:pt x="39760" y="5241"/>
                  </a:cubicBezTo>
                  <a:lnTo>
                    <a:pt x="43145" y="2387"/>
                  </a:lnTo>
                  <a:lnTo>
                    <a:pt x="47227" y="3836"/>
                  </a:lnTo>
                  <a:lnTo>
                    <a:pt x="47227" y="3090"/>
                  </a:lnTo>
                  <a:cubicBezTo>
                    <a:pt x="47227" y="3090"/>
                    <a:pt x="47319" y="2958"/>
                    <a:pt x="47319" y="2870"/>
                  </a:cubicBezTo>
                  <a:cubicBezTo>
                    <a:pt x="47319" y="2782"/>
                    <a:pt x="47319" y="2694"/>
                    <a:pt x="47319" y="2607"/>
                  </a:cubicBezTo>
                  <a:cubicBezTo>
                    <a:pt x="47319" y="2563"/>
                    <a:pt x="47412" y="2519"/>
                    <a:pt x="47458" y="24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2" name="Freeform: Shape 2461">
              <a:extLst>
                <a:ext uri="{FF2B5EF4-FFF2-40B4-BE49-F238E27FC236}">
                  <a16:creationId xmlns:a16="http://schemas.microsoft.com/office/drawing/2014/main" id="{D8CE71C7-2186-F147-332D-0BCCBC3B0AA4}"/>
                </a:ext>
              </a:extLst>
            </p:cNvPr>
            <p:cNvSpPr>
              <a:spLocks/>
            </p:cNvSpPr>
            <p:nvPr/>
          </p:nvSpPr>
          <p:spPr>
            <a:xfrm>
              <a:off x="5684170" y="3826688"/>
              <a:ext cx="31975" cy="115130"/>
            </a:xfrm>
            <a:custGeom>
              <a:avLst/>
              <a:gdLst>
                <a:gd name="connsiteX0" fmla="*/ 11455 w 21422"/>
                <a:gd name="connsiteY0" fmla="*/ 65235 h 77132"/>
                <a:gd name="connsiteX1" fmla="*/ 13867 w 21422"/>
                <a:gd name="connsiteY1" fmla="*/ 57597 h 77132"/>
                <a:gd name="connsiteX2" fmla="*/ 13589 w 21422"/>
                <a:gd name="connsiteY2" fmla="*/ 56499 h 77132"/>
                <a:gd name="connsiteX3" fmla="*/ 12475 w 21422"/>
                <a:gd name="connsiteY3" fmla="*/ 55446 h 77132"/>
                <a:gd name="connsiteX4" fmla="*/ 12475 w 21422"/>
                <a:gd name="connsiteY4" fmla="*/ 27789 h 77132"/>
                <a:gd name="connsiteX5" fmla="*/ 11687 w 21422"/>
                <a:gd name="connsiteY5" fmla="*/ 26735 h 77132"/>
                <a:gd name="connsiteX6" fmla="*/ 5751 w 21422"/>
                <a:gd name="connsiteY6" fmla="*/ 24760 h 77132"/>
                <a:gd name="connsiteX7" fmla="*/ 8580 w 21422"/>
                <a:gd name="connsiteY7" fmla="*/ 22433 h 77132"/>
                <a:gd name="connsiteX8" fmla="*/ 8997 w 21422"/>
                <a:gd name="connsiteY8" fmla="*/ 21599 h 77132"/>
                <a:gd name="connsiteX9" fmla="*/ 8997 w 21422"/>
                <a:gd name="connsiteY9" fmla="*/ 12555 h 77132"/>
                <a:gd name="connsiteX10" fmla="*/ 8626 w 21422"/>
                <a:gd name="connsiteY10" fmla="*/ 11765 h 77132"/>
                <a:gd name="connsiteX11" fmla="*/ 2319 w 21422"/>
                <a:gd name="connsiteY11" fmla="*/ 6322 h 77132"/>
                <a:gd name="connsiteX12" fmla="*/ 2319 w 21422"/>
                <a:gd name="connsiteY12" fmla="*/ 1976 h 77132"/>
                <a:gd name="connsiteX13" fmla="*/ 649 w 21422"/>
                <a:gd name="connsiteY13" fmla="*/ 1229 h 77132"/>
                <a:gd name="connsiteX14" fmla="*/ 93 w 21422"/>
                <a:gd name="connsiteY14" fmla="*/ 0 h 77132"/>
                <a:gd name="connsiteX15" fmla="*/ 0 w 21422"/>
                <a:gd name="connsiteY15" fmla="*/ 219 h 77132"/>
                <a:gd name="connsiteX16" fmla="*/ 0 w 21422"/>
                <a:gd name="connsiteY16" fmla="*/ 6804 h 77132"/>
                <a:gd name="connsiteX17" fmla="*/ 371 w 21422"/>
                <a:gd name="connsiteY17" fmla="*/ 7595 h 77132"/>
                <a:gd name="connsiteX18" fmla="*/ 6678 w 21422"/>
                <a:gd name="connsiteY18" fmla="*/ 13038 h 77132"/>
                <a:gd name="connsiteX19" fmla="*/ 6678 w 21422"/>
                <a:gd name="connsiteY19" fmla="*/ 21116 h 77132"/>
                <a:gd name="connsiteX20" fmla="*/ 2736 w 21422"/>
                <a:gd name="connsiteY20" fmla="*/ 24364 h 77132"/>
                <a:gd name="connsiteX21" fmla="*/ 2365 w 21422"/>
                <a:gd name="connsiteY21" fmla="*/ 25418 h 77132"/>
                <a:gd name="connsiteX22" fmla="*/ 3107 w 21422"/>
                <a:gd name="connsiteY22" fmla="*/ 26252 h 77132"/>
                <a:gd name="connsiteX23" fmla="*/ 10157 w 21422"/>
                <a:gd name="connsiteY23" fmla="*/ 28623 h 77132"/>
                <a:gd name="connsiteX24" fmla="*/ 10157 w 21422"/>
                <a:gd name="connsiteY24" fmla="*/ 55973 h 77132"/>
                <a:gd name="connsiteX25" fmla="*/ 10481 w 21422"/>
                <a:gd name="connsiteY25" fmla="*/ 56763 h 77132"/>
                <a:gd name="connsiteX26" fmla="*/ 11455 w 21422"/>
                <a:gd name="connsiteY26" fmla="*/ 57685 h 77132"/>
                <a:gd name="connsiteX27" fmla="*/ 9044 w 21422"/>
                <a:gd name="connsiteY27" fmla="*/ 65279 h 77132"/>
                <a:gd name="connsiteX28" fmla="*/ 9322 w 21422"/>
                <a:gd name="connsiteY28" fmla="*/ 66333 h 77132"/>
                <a:gd name="connsiteX29" fmla="*/ 19061 w 21422"/>
                <a:gd name="connsiteY29" fmla="*/ 76342 h 77132"/>
                <a:gd name="connsiteX30" fmla="*/ 19479 w 21422"/>
                <a:gd name="connsiteY30" fmla="*/ 76781 h 77132"/>
                <a:gd name="connsiteX31" fmla="*/ 20313 w 21422"/>
                <a:gd name="connsiteY31" fmla="*/ 77132 h 77132"/>
                <a:gd name="connsiteX32" fmla="*/ 21102 w 21422"/>
                <a:gd name="connsiteY32" fmla="*/ 76825 h 77132"/>
                <a:gd name="connsiteX33" fmla="*/ 21380 w 21422"/>
                <a:gd name="connsiteY33" fmla="*/ 75772 h 77132"/>
                <a:gd name="connsiteX34" fmla="*/ 21194 w 21422"/>
                <a:gd name="connsiteY34" fmla="*/ 75288 h 77132"/>
                <a:gd name="connsiteX35" fmla="*/ 11455 w 21422"/>
                <a:gd name="connsiteY35" fmla="*/ 65323 h 7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422" h="77132">
                  <a:moveTo>
                    <a:pt x="11455" y="65235"/>
                  </a:moveTo>
                  <a:lnTo>
                    <a:pt x="13867" y="57597"/>
                  </a:lnTo>
                  <a:cubicBezTo>
                    <a:pt x="14006" y="57202"/>
                    <a:pt x="13867" y="56807"/>
                    <a:pt x="13589" y="56499"/>
                  </a:cubicBezTo>
                  <a:lnTo>
                    <a:pt x="12475" y="55446"/>
                  </a:lnTo>
                  <a:lnTo>
                    <a:pt x="12475" y="27789"/>
                  </a:lnTo>
                  <a:cubicBezTo>
                    <a:pt x="12475" y="27306"/>
                    <a:pt x="12151" y="26911"/>
                    <a:pt x="11687" y="26735"/>
                  </a:cubicBezTo>
                  <a:lnTo>
                    <a:pt x="5751" y="24760"/>
                  </a:lnTo>
                  <a:lnTo>
                    <a:pt x="8580" y="22433"/>
                  </a:lnTo>
                  <a:cubicBezTo>
                    <a:pt x="8858" y="22213"/>
                    <a:pt x="8997" y="21906"/>
                    <a:pt x="8997" y="21599"/>
                  </a:cubicBezTo>
                  <a:lnTo>
                    <a:pt x="8997" y="12555"/>
                  </a:lnTo>
                  <a:cubicBezTo>
                    <a:pt x="8997" y="12248"/>
                    <a:pt x="8858" y="11941"/>
                    <a:pt x="8626" y="11765"/>
                  </a:cubicBezTo>
                  <a:lnTo>
                    <a:pt x="2319" y="6322"/>
                  </a:lnTo>
                  <a:lnTo>
                    <a:pt x="2319" y="1976"/>
                  </a:lnTo>
                  <a:lnTo>
                    <a:pt x="649" y="1229"/>
                  </a:lnTo>
                  <a:cubicBezTo>
                    <a:pt x="139" y="1010"/>
                    <a:pt x="0" y="483"/>
                    <a:pt x="93" y="0"/>
                  </a:cubicBezTo>
                  <a:cubicBezTo>
                    <a:pt x="93" y="88"/>
                    <a:pt x="0" y="132"/>
                    <a:pt x="0" y="219"/>
                  </a:cubicBezTo>
                  <a:lnTo>
                    <a:pt x="0" y="6804"/>
                  </a:lnTo>
                  <a:cubicBezTo>
                    <a:pt x="0" y="7112"/>
                    <a:pt x="139" y="7419"/>
                    <a:pt x="371" y="7595"/>
                  </a:cubicBezTo>
                  <a:lnTo>
                    <a:pt x="6678" y="13038"/>
                  </a:lnTo>
                  <a:lnTo>
                    <a:pt x="6678" y="21116"/>
                  </a:lnTo>
                  <a:lnTo>
                    <a:pt x="2736" y="24364"/>
                  </a:lnTo>
                  <a:cubicBezTo>
                    <a:pt x="2412" y="24628"/>
                    <a:pt x="2272" y="25023"/>
                    <a:pt x="2365" y="25418"/>
                  </a:cubicBezTo>
                  <a:cubicBezTo>
                    <a:pt x="2458" y="25813"/>
                    <a:pt x="2736" y="26121"/>
                    <a:pt x="3107" y="26252"/>
                  </a:cubicBezTo>
                  <a:lnTo>
                    <a:pt x="10157" y="28623"/>
                  </a:lnTo>
                  <a:lnTo>
                    <a:pt x="10157" y="55973"/>
                  </a:lnTo>
                  <a:cubicBezTo>
                    <a:pt x="10157" y="56280"/>
                    <a:pt x="10296" y="56543"/>
                    <a:pt x="10481" y="56763"/>
                  </a:cubicBezTo>
                  <a:lnTo>
                    <a:pt x="11455" y="57685"/>
                  </a:lnTo>
                  <a:lnTo>
                    <a:pt x="9044" y="65279"/>
                  </a:lnTo>
                  <a:cubicBezTo>
                    <a:pt x="8904" y="65631"/>
                    <a:pt x="9044" y="66070"/>
                    <a:pt x="9322" y="66333"/>
                  </a:cubicBezTo>
                  <a:lnTo>
                    <a:pt x="19061" y="76342"/>
                  </a:lnTo>
                  <a:lnTo>
                    <a:pt x="19479" y="76781"/>
                  </a:lnTo>
                  <a:cubicBezTo>
                    <a:pt x="19710" y="77001"/>
                    <a:pt x="20035" y="77132"/>
                    <a:pt x="20313" y="77132"/>
                  </a:cubicBezTo>
                  <a:cubicBezTo>
                    <a:pt x="20592" y="77132"/>
                    <a:pt x="20870" y="77045"/>
                    <a:pt x="21102" y="76825"/>
                  </a:cubicBezTo>
                  <a:cubicBezTo>
                    <a:pt x="21426" y="76562"/>
                    <a:pt x="21473" y="76167"/>
                    <a:pt x="21380" y="75772"/>
                  </a:cubicBezTo>
                  <a:cubicBezTo>
                    <a:pt x="21380" y="75596"/>
                    <a:pt x="21333" y="75420"/>
                    <a:pt x="21194" y="75288"/>
                  </a:cubicBezTo>
                  <a:lnTo>
                    <a:pt x="11455" y="6532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3" name="Freeform: Shape 2462">
              <a:extLst>
                <a:ext uri="{FF2B5EF4-FFF2-40B4-BE49-F238E27FC236}">
                  <a16:creationId xmlns:a16="http://schemas.microsoft.com/office/drawing/2014/main" id="{FF18E6EE-0091-AE6F-7DC9-237F73B3EDE3}"/>
                </a:ext>
              </a:extLst>
            </p:cNvPr>
            <p:cNvSpPr>
              <a:spLocks/>
            </p:cNvSpPr>
            <p:nvPr/>
          </p:nvSpPr>
          <p:spPr>
            <a:xfrm>
              <a:off x="5685623" y="3825378"/>
              <a:ext cx="623" cy="130"/>
            </a:xfrm>
            <a:custGeom>
              <a:avLst/>
              <a:gdLst>
                <a:gd name="connsiteX0" fmla="*/ 0 w 417"/>
                <a:gd name="connsiteY0" fmla="*/ 88 h 87"/>
                <a:gd name="connsiteX1" fmla="*/ 417 w 417"/>
                <a:gd name="connsiteY1" fmla="*/ 88 h 87"/>
                <a:gd name="connsiteX2" fmla="*/ 185 w 417"/>
                <a:gd name="connsiteY2" fmla="*/ 0 h 87"/>
                <a:gd name="connsiteX3" fmla="*/ 0 w 417"/>
                <a:gd name="connsiteY3" fmla="*/ 88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7" h="87">
                  <a:moveTo>
                    <a:pt x="0" y="88"/>
                  </a:moveTo>
                  <a:cubicBezTo>
                    <a:pt x="0" y="88"/>
                    <a:pt x="278" y="88"/>
                    <a:pt x="417" y="88"/>
                  </a:cubicBezTo>
                  <a:cubicBezTo>
                    <a:pt x="324" y="88"/>
                    <a:pt x="278" y="0"/>
                    <a:pt x="185" y="0"/>
                  </a:cubicBezTo>
                  <a:cubicBezTo>
                    <a:pt x="93" y="0"/>
                    <a:pt x="46" y="44"/>
                    <a:pt x="0" y="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4" name="Freeform: Shape 2463">
              <a:extLst>
                <a:ext uri="{FF2B5EF4-FFF2-40B4-BE49-F238E27FC236}">
                  <a16:creationId xmlns:a16="http://schemas.microsoft.com/office/drawing/2014/main" id="{5B0B386F-893A-1B1D-DF33-B377BE2935C3}"/>
                </a:ext>
              </a:extLst>
            </p:cNvPr>
            <p:cNvSpPr>
              <a:spLocks/>
            </p:cNvSpPr>
            <p:nvPr/>
          </p:nvSpPr>
          <p:spPr>
            <a:xfrm>
              <a:off x="5684516" y="3825770"/>
              <a:ext cx="484" cy="393"/>
            </a:xfrm>
            <a:custGeom>
              <a:avLst/>
              <a:gdLst>
                <a:gd name="connsiteX0" fmla="*/ 0 w 324"/>
                <a:gd name="connsiteY0" fmla="*/ 263 h 263"/>
                <a:gd name="connsiteX1" fmla="*/ 325 w 324"/>
                <a:gd name="connsiteY1" fmla="*/ 0 h 263"/>
                <a:gd name="connsiteX2" fmla="*/ 0 w 324"/>
                <a:gd name="connsiteY2" fmla="*/ 263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263">
                  <a:moveTo>
                    <a:pt x="0" y="263"/>
                  </a:moveTo>
                  <a:cubicBezTo>
                    <a:pt x="0" y="263"/>
                    <a:pt x="186" y="44"/>
                    <a:pt x="325" y="0"/>
                  </a:cubicBezTo>
                  <a:cubicBezTo>
                    <a:pt x="186" y="88"/>
                    <a:pt x="93" y="132"/>
                    <a:pt x="0" y="2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5" name="Freeform: Shape 2464">
              <a:extLst>
                <a:ext uri="{FF2B5EF4-FFF2-40B4-BE49-F238E27FC236}">
                  <a16:creationId xmlns:a16="http://schemas.microsoft.com/office/drawing/2014/main" id="{45563F2F-0F8E-129D-523D-BAA57F5DC6BF}"/>
                </a:ext>
              </a:extLst>
            </p:cNvPr>
            <p:cNvSpPr>
              <a:spLocks/>
            </p:cNvSpPr>
            <p:nvPr/>
          </p:nvSpPr>
          <p:spPr>
            <a:xfrm>
              <a:off x="5684338" y="3825545"/>
              <a:ext cx="24059" cy="7236"/>
            </a:xfrm>
            <a:custGeom>
              <a:avLst/>
              <a:gdLst>
                <a:gd name="connsiteX0" fmla="*/ 15610 w 16119"/>
                <a:gd name="connsiteY0" fmla="*/ 1687 h 4848"/>
                <a:gd name="connsiteX1" fmla="*/ 15934 w 16119"/>
                <a:gd name="connsiteY1" fmla="*/ 1424 h 4848"/>
                <a:gd name="connsiteX2" fmla="*/ 16027 w 16119"/>
                <a:gd name="connsiteY2" fmla="*/ 1336 h 4848"/>
                <a:gd name="connsiteX3" fmla="*/ 16120 w 16119"/>
                <a:gd name="connsiteY3" fmla="*/ 1336 h 4848"/>
                <a:gd name="connsiteX4" fmla="*/ 7262 w 16119"/>
                <a:gd name="connsiteY4" fmla="*/ 2609 h 4848"/>
                <a:gd name="connsiteX5" fmla="*/ 1511 w 16119"/>
                <a:gd name="connsiteY5" fmla="*/ 20 h 4848"/>
                <a:gd name="connsiteX6" fmla="*/ 1465 w 16119"/>
                <a:gd name="connsiteY6" fmla="*/ 20 h 4848"/>
                <a:gd name="connsiteX7" fmla="*/ 1279 w 16119"/>
                <a:gd name="connsiteY7" fmla="*/ 20 h 4848"/>
                <a:gd name="connsiteX8" fmla="*/ 862 w 16119"/>
                <a:gd name="connsiteY8" fmla="*/ 20 h 4848"/>
                <a:gd name="connsiteX9" fmla="*/ 491 w 16119"/>
                <a:gd name="connsiteY9" fmla="*/ 151 h 4848"/>
                <a:gd name="connsiteX10" fmla="*/ 166 w 16119"/>
                <a:gd name="connsiteY10" fmla="*/ 414 h 4848"/>
                <a:gd name="connsiteX11" fmla="*/ 27 w 16119"/>
                <a:gd name="connsiteY11" fmla="*/ 546 h 4848"/>
                <a:gd name="connsiteX12" fmla="*/ 27 w 16119"/>
                <a:gd name="connsiteY12" fmla="*/ 810 h 4848"/>
                <a:gd name="connsiteX13" fmla="*/ 584 w 16119"/>
                <a:gd name="connsiteY13" fmla="*/ 2039 h 4848"/>
                <a:gd name="connsiteX14" fmla="*/ 2253 w 16119"/>
                <a:gd name="connsiteY14" fmla="*/ 2785 h 4848"/>
                <a:gd name="connsiteX15" fmla="*/ 6705 w 16119"/>
                <a:gd name="connsiteY15" fmla="*/ 4761 h 4848"/>
                <a:gd name="connsiteX16" fmla="*/ 7215 w 16119"/>
                <a:gd name="connsiteY16" fmla="*/ 4848 h 4848"/>
                <a:gd name="connsiteX17" fmla="*/ 7401 w 16119"/>
                <a:gd name="connsiteY17" fmla="*/ 4848 h 4848"/>
                <a:gd name="connsiteX18" fmla="*/ 14960 w 16119"/>
                <a:gd name="connsiteY18" fmla="*/ 3707 h 4848"/>
                <a:gd name="connsiteX19" fmla="*/ 15378 w 16119"/>
                <a:gd name="connsiteY19" fmla="*/ 2127 h 4848"/>
                <a:gd name="connsiteX20" fmla="*/ 15470 w 16119"/>
                <a:gd name="connsiteY20" fmla="*/ 1995 h 4848"/>
                <a:gd name="connsiteX21" fmla="*/ 15702 w 16119"/>
                <a:gd name="connsiteY21" fmla="*/ 1687 h 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19" h="4848">
                  <a:moveTo>
                    <a:pt x="15610" y="1687"/>
                  </a:moveTo>
                  <a:cubicBezTo>
                    <a:pt x="15610" y="1687"/>
                    <a:pt x="15795" y="1468"/>
                    <a:pt x="15934" y="1424"/>
                  </a:cubicBezTo>
                  <a:cubicBezTo>
                    <a:pt x="15981" y="1424"/>
                    <a:pt x="15981" y="1336"/>
                    <a:pt x="16027" y="1336"/>
                  </a:cubicBezTo>
                  <a:lnTo>
                    <a:pt x="16120" y="1336"/>
                  </a:lnTo>
                  <a:cubicBezTo>
                    <a:pt x="16120" y="1336"/>
                    <a:pt x="7262" y="2609"/>
                    <a:pt x="7262" y="2609"/>
                  </a:cubicBezTo>
                  <a:lnTo>
                    <a:pt x="1511" y="20"/>
                  </a:lnTo>
                  <a:cubicBezTo>
                    <a:pt x="1511" y="20"/>
                    <a:pt x="1511" y="20"/>
                    <a:pt x="1465" y="20"/>
                  </a:cubicBezTo>
                  <a:cubicBezTo>
                    <a:pt x="1418" y="20"/>
                    <a:pt x="1325" y="20"/>
                    <a:pt x="1279" y="20"/>
                  </a:cubicBezTo>
                  <a:cubicBezTo>
                    <a:pt x="1140" y="20"/>
                    <a:pt x="1001" y="-24"/>
                    <a:pt x="862" y="20"/>
                  </a:cubicBezTo>
                  <a:cubicBezTo>
                    <a:pt x="722" y="20"/>
                    <a:pt x="584" y="107"/>
                    <a:pt x="491" y="151"/>
                  </a:cubicBezTo>
                  <a:cubicBezTo>
                    <a:pt x="351" y="239"/>
                    <a:pt x="259" y="327"/>
                    <a:pt x="166" y="414"/>
                  </a:cubicBezTo>
                  <a:cubicBezTo>
                    <a:pt x="166" y="458"/>
                    <a:pt x="27" y="458"/>
                    <a:pt x="27" y="546"/>
                  </a:cubicBezTo>
                  <a:cubicBezTo>
                    <a:pt x="27" y="634"/>
                    <a:pt x="27" y="722"/>
                    <a:pt x="27" y="810"/>
                  </a:cubicBezTo>
                  <a:cubicBezTo>
                    <a:pt x="-66" y="1293"/>
                    <a:pt x="73" y="1819"/>
                    <a:pt x="584" y="2039"/>
                  </a:cubicBezTo>
                  <a:lnTo>
                    <a:pt x="2253" y="2785"/>
                  </a:lnTo>
                  <a:lnTo>
                    <a:pt x="6705" y="4761"/>
                  </a:lnTo>
                  <a:cubicBezTo>
                    <a:pt x="6705" y="4761"/>
                    <a:pt x="7030" y="4848"/>
                    <a:pt x="7215" y="4848"/>
                  </a:cubicBezTo>
                  <a:cubicBezTo>
                    <a:pt x="7262" y="4848"/>
                    <a:pt x="7354" y="4848"/>
                    <a:pt x="7401" y="4848"/>
                  </a:cubicBezTo>
                  <a:lnTo>
                    <a:pt x="14960" y="3707"/>
                  </a:lnTo>
                  <a:lnTo>
                    <a:pt x="15378" y="2127"/>
                  </a:lnTo>
                  <a:cubicBezTo>
                    <a:pt x="15378" y="2127"/>
                    <a:pt x="15470" y="2039"/>
                    <a:pt x="15470" y="1995"/>
                  </a:cubicBezTo>
                  <a:cubicBezTo>
                    <a:pt x="15517" y="1863"/>
                    <a:pt x="15610" y="1775"/>
                    <a:pt x="15702" y="168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6" name="Freeform: Shape 2465">
              <a:extLst>
                <a:ext uri="{FF2B5EF4-FFF2-40B4-BE49-F238E27FC236}">
                  <a16:creationId xmlns:a16="http://schemas.microsoft.com/office/drawing/2014/main" id="{30BFF372-FE9F-0656-7430-0BBF465ABA9C}"/>
                </a:ext>
              </a:extLst>
            </p:cNvPr>
            <p:cNvSpPr>
              <a:spLocks/>
            </p:cNvSpPr>
            <p:nvPr/>
          </p:nvSpPr>
          <p:spPr>
            <a:xfrm>
              <a:off x="5703215" y="3828457"/>
              <a:ext cx="29048" cy="113164"/>
            </a:xfrm>
            <a:custGeom>
              <a:avLst/>
              <a:gdLst>
                <a:gd name="connsiteX0" fmla="*/ 19287 w 19461"/>
                <a:gd name="connsiteY0" fmla="*/ 70723 h 75815"/>
                <a:gd name="connsiteX1" fmla="*/ 15066 w 19461"/>
                <a:gd name="connsiteY1" fmla="*/ 62733 h 75815"/>
                <a:gd name="connsiteX2" fmla="*/ 15066 w 19461"/>
                <a:gd name="connsiteY2" fmla="*/ 32266 h 75815"/>
                <a:gd name="connsiteX3" fmla="*/ 15020 w 19461"/>
                <a:gd name="connsiteY3" fmla="*/ 31959 h 75815"/>
                <a:gd name="connsiteX4" fmla="*/ 12701 w 19461"/>
                <a:gd name="connsiteY4" fmla="*/ 24759 h 75815"/>
                <a:gd name="connsiteX5" fmla="*/ 8666 w 19461"/>
                <a:gd name="connsiteY5" fmla="*/ 14048 h 75815"/>
                <a:gd name="connsiteX6" fmla="*/ 8156 w 19461"/>
                <a:gd name="connsiteY6" fmla="*/ 13477 h 75815"/>
                <a:gd name="connsiteX7" fmla="*/ 2498 w 19461"/>
                <a:gd name="connsiteY7" fmla="*/ 10316 h 75815"/>
                <a:gd name="connsiteX8" fmla="*/ 4770 w 19461"/>
                <a:gd name="connsiteY8" fmla="*/ 1273 h 75815"/>
                <a:gd name="connsiteX9" fmla="*/ 4121 w 19461"/>
                <a:gd name="connsiteY9" fmla="*/ 1449 h 75815"/>
                <a:gd name="connsiteX10" fmla="*/ 3797 w 19461"/>
                <a:gd name="connsiteY10" fmla="*/ 1492 h 75815"/>
                <a:gd name="connsiteX11" fmla="*/ 2684 w 19461"/>
                <a:gd name="connsiteY11" fmla="*/ 702 h 75815"/>
                <a:gd name="connsiteX12" fmla="*/ 2776 w 19461"/>
                <a:gd name="connsiteY12" fmla="*/ 0 h 75815"/>
                <a:gd name="connsiteX13" fmla="*/ 2684 w 19461"/>
                <a:gd name="connsiteY13" fmla="*/ 132 h 75815"/>
                <a:gd name="connsiteX14" fmla="*/ 2266 w 19461"/>
                <a:gd name="connsiteY14" fmla="*/ 1712 h 75815"/>
                <a:gd name="connsiteX15" fmla="*/ 40 w 19461"/>
                <a:gd name="connsiteY15" fmla="*/ 10536 h 75815"/>
                <a:gd name="connsiteX16" fmla="*/ 597 w 19461"/>
                <a:gd name="connsiteY16" fmla="*/ 11721 h 75815"/>
                <a:gd name="connsiteX17" fmla="*/ 6672 w 19461"/>
                <a:gd name="connsiteY17" fmla="*/ 15101 h 75815"/>
                <a:gd name="connsiteX18" fmla="*/ 10521 w 19461"/>
                <a:gd name="connsiteY18" fmla="*/ 25374 h 75815"/>
                <a:gd name="connsiteX19" fmla="*/ 12794 w 19461"/>
                <a:gd name="connsiteY19" fmla="*/ 32354 h 75815"/>
                <a:gd name="connsiteX20" fmla="*/ 12794 w 19461"/>
                <a:gd name="connsiteY20" fmla="*/ 62909 h 75815"/>
                <a:gd name="connsiteX21" fmla="*/ 12933 w 19461"/>
                <a:gd name="connsiteY21" fmla="*/ 63391 h 75815"/>
                <a:gd name="connsiteX22" fmla="*/ 16922 w 19461"/>
                <a:gd name="connsiteY22" fmla="*/ 70942 h 75815"/>
                <a:gd name="connsiteX23" fmla="*/ 14742 w 19461"/>
                <a:gd name="connsiteY23" fmla="*/ 73181 h 75815"/>
                <a:gd name="connsiteX24" fmla="*/ 14000 w 19461"/>
                <a:gd name="connsiteY24" fmla="*/ 73972 h 75815"/>
                <a:gd name="connsiteX25" fmla="*/ 14046 w 19461"/>
                <a:gd name="connsiteY25" fmla="*/ 75508 h 75815"/>
                <a:gd name="connsiteX26" fmla="*/ 14835 w 19461"/>
                <a:gd name="connsiteY26" fmla="*/ 75815 h 75815"/>
                <a:gd name="connsiteX27" fmla="*/ 15669 w 19461"/>
                <a:gd name="connsiteY27" fmla="*/ 75464 h 75815"/>
                <a:gd name="connsiteX28" fmla="*/ 18591 w 19461"/>
                <a:gd name="connsiteY28" fmla="*/ 72479 h 75815"/>
                <a:gd name="connsiteX29" fmla="*/ 19148 w 19461"/>
                <a:gd name="connsiteY29" fmla="*/ 71908 h 75815"/>
                <a:gd name="connsiteX30" fmla="*/ 19333 w 19461"/>
                <a:gd name="connsiteY30" fmla="*/ 70679 h 7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461" h="75815">
                  <a:moveTo>
                    <a:pt x="19287" y="70723"/>
                  </a:moveTo>
                  <a:lnTo>
                    <a:pt x="15066" y="62733"/>
                  </a:lnTo>
                  <a:lnTo>
                    <a:pt x="15066" y="32266"/>
                  </a:lnTo>
                  <a:cubicBezTo>
                    <a:pt x="15066" y="32266"/>
                    <a:pt x="15066" y="32047"/>
                    <a:pt x="15020" y="31959"/>
                  </a:cubicBezTo>
                  <a:lnTo>
                    <a:pt x="12701" y="24759"/>
                  </a:lnTo>
                  <a:lnTo>
                    <a:pt x="8666" y="14048"/>
                  </a:lnTo>
                  <a:cubicBezTo>
                    <a:pt x="8573" y="13828"/>
                    <a:pt x="8388" y="13609"/>
                    <a:pt x="8156" y="13477"/>
                  </a:cubicBezTo>
                  <a:lnTo>
                    <a:pt x="2498" y="10316"/>
                  </a:lnTo>
                  <a:lnTo>
                    <a:pt x="4770" y="1273"/>
                  </a:lnTo>
                  <a:lnTo>
                    <a:pt x="4121" y="1449"/>
                  </a:lnTo>
                  <a:cubicBezTo>
                    <a:pt x="4121" y="1449"/>
                    <a:pt x="3890" y="1492"/>
                    <a:pt x="3797" y="1492"/>
                  </a:cubicBezTo>
                  <a:cubicBezTo>
                    <a:pt x="3287" y="1492"/>
                    <a:pt x="2823" y="1185"/>
                    <a:pt x="2684" y="702"/>
                  </a:cubicBezTo>
                  <a:cubicBezTo>
                    <a:pt x="2591" y="483"/>
                    <a:pt x="2684" y="219"/>
                    <a:pt x="2776" y="0"/>
                  </a:cubicBezTo>
                  <a:cubicBezTo>
                    <a:pt x="2776" y="44"/>
                    <a:pt x="2684" y="88"/>
                    <a:pt x="2684" y="132"/>
                  </a:cubicBezTo>
                  <a:lnTo>
                    <a:pt x="2266" y="1712"/>
                  </a:lnTo>
                  <a:lnTo>
                    <a:pt x="40" y="10536"/>
                  </a:lnTo>
                  <a:cubicBezTo>
                    <a:pt x="-99" y="11019"/>
                    <a:pt x="133" y="11502"/>
                    <a:pt x="597" y="11721"/>
                  </a:cubicBezTo>
                  <a:lnTo>
                    <a:pt x="6672" y="15101"/>
                  </a:lnTo>
                  <a:lnTo>
                    <a:pt x="10521" y="25374"/>
                  </a:lnTo>
                  <a:lnTo>
                    <a:pt x="12794" y="32354"/>
                  </a:lnTo>
                  <a:lnTo>
                    <a:pt x="12794" y="62909"/>
                  </a:lnTo>
                  <a:cubicBezTo>
                    <a:pt x="12794" y="62909"/>
                    <a:pt x="12794" y="63260"/>
                    <a:pt x="12933" y="63391"/>
                  </a:cubicBezTo>
                  <a:lnTo>
                    <a:pt x="16922" y="70942"/>
                  </a:lnTo>
                  <a:lnTo>
                    <a:pt x="14742" y="73181"/>
                  </a:lnTo>
                  <a:lnTo>
                    <a:pt x="14000" y="73972"/>
                  </a:lnTo>
                  <a:cubicBezTo>
                    <a:pt x="13582" y="74410"/>
                    <a:pt x="13582" y="75113"/>
                    <a:pt x="14046" y="75508"/>
                  </a:cubicBezTo>
                  <a:cubicBezTo>
                    <a:pt x="14278" y="75684"/>
                    <a:pt x="14556" y="75815"/>
                    <a:pt x="14835" y="75815"/>
                  </a:cubicBezTo>
                  <a:cubicBezTo>
                    <a:pt x="15159" y="75815"/>
                    <a:pt x="15437" y="75684"/>
                    <a:pt x="15669" y="75464"/>
                  </a:cubicBezTo>
                  <a:lnTo>
                    <a:pt x="18591" y="72479"/>
                  </a:lnTo>
                  <a:lnTo>
                    <a:pt x="19148" y="71908"/>
                  </a:lnTo>
                  <a:cubicBezTo>
                    <a:pt x="19472" y="71557"/>
                    <a:pt x="19565" y="71074"/>
                    <a:pt x="19333" y="7067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7" name="Freeform: Shape 2466">
              <a:extLst>
                <a:ext uri="{FF2B5EF4-FFF2-40B4-BE49-F238E27FC236}">
                  <a16:creationId xmlns:a16="http://schemas.microsoft.com/office/drawing/2014/main" id="{A3843401-6DAC-CF30-BD26-CEC6F4D56742}"/>
                </a:ext>
              </a:extLst>
            </p:cNvPr>
            <p:cNvSpPr>
              <a:spLocks/>
            </p:cNvSpPr>
            <p:nvPr/>
          </p:nvSpPr>
          <p:spPr>
            <a:xfrm>
              <a:off x="5707637" y="3827671"/>
              <a:ext cx="484" cy="393"/>
            </a:xfrm>
            <a:custGeom>
              <a:avLst/>
              <a:gdLst>
                <a:gd name="connsiteX0" fmla="*/ 0 w 324"/>
                <a:gd name="connsiteY0" fmla="*/ 263 h 263"/>
                <a:gd name="connsiteX1" fmla="*/ 325 w 324"/>
                <a:gd name="connsiteY1" fmla="*/ 0 h 263"/>
                <a:gd name="connsiteX2" fmla="*/ 0 w 324"/>
                <a:gd name="connsiteY2" fmla="*/ 263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263">
                  <a:moveTo>
                    <a:pt x="0" y="263"/>
                  </a:moveTo>
                  <a:cubicBezTo>
                    <a:pt x="0" y="263"/>
                    <a:pt x="185" y="44"/>
                    <a:pt x="325" y="0"/>
                  </a:cubicBezTo>
                  <a:cubicBezTo>
                    <a:pt x="185" y="44"/>
                    <a:pt x="93" y="132"/>
                    <a:pt x="0" y="2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8" name="Freeform: Shape 2467">
              <a:extLst>
                <a:ext uri="{FF2B5EF4-FFF2-40B4-BE49-F238E27FC236}">
                  <a16:creationId xmlns:a16="http://schemas.microsoft.com/office/drawing/2014/main" id="{66E0AB5A-95D2-8C97-40B5-941CAE71778E}"/>
                </a:ext>
              </a:extLst>
            </p:cNvPr>
            <p:cNvSpPr>
              <a:spLocks/>
            </p:cNvSpPr>
            <p:nvPr/>
          </p:nvSpPr>
          <p:spPr>
            <a:xfrm>
              <a:off x="5707402" y="3808144"/>
              <a:ext cx="36023" cy="22541"/>
            </a:xfrm>
            <a:custGeom>
              <a:avLst/>
              <a:gdLst>
                <a:gd name="connsiteX0" fmla="*/ 23624 w 24134"/>
                <a:gd name="connsiteY0" fmla="*/ 966 h 15101"/>
                <a:gd name="connsiteX1" fmla="*/ 23532 w 24134"/>
                <a:gd name="connsiteY1" fmla="*/ 966 h 15101"/>
                <a:gd name="connsiteX2" fmla="*/ 23346 w 24134"/>
                <a:gd name="connsiteY2" fmla="*/ 1010 h 15101"/>
                <a:gd name="connsiteX3" fmla="*/ 23021 w 24134"/>
                <a:gd name="connsiteY3" fmla="*/ 1098 h 15101"/>
                <a:gd name="connsiteX4" fmla="*/ 22743 w 24134"/>
                <a:gd name="connsiteY4" fmla="*/ 1010 h 15101"/>
                <a:gd name="connsiteX5" fmla="*/ 22650 w 24134"/>
                <a:gd name="connsiteY5" fmla="*/ 1010 h 15101"/>
                <a:gd name="connsiteX6" fmla="*/ 22650 w 24134"/>
                <a:gd name="connsiteY6" fmla="*/ 1010 h 15101"/>
                <a:gd name="connsiteX7" fmla="*/ 22140 w 24134"/>
                <a:gd name="connsiteY7" fmla="*/ 615 h 15101"/>
                <a:gd name="connsiteX8" fmla="*/ 21723 w 24134"/>
                <a:gd name="connsiteY8" fmla="*/ 0 h 15101"/>
                <a:gd name="connsiteX9" fmla="*/ 17874 w 24134"/>
                <a:gd name="connsiteY9" fmla="*/ 5224 h 15101"/>
                <a:gd name="connsiteX10" fmla="*/ 12633 w 24134"/>
                <a:gd name="connsiteY10" fmla="*/ 5224 h 15101"/>
                <a:gd name="connsiteX11" fmla="*/ 11474 w 24134"/>
                <a:gd name="connsiteY11" fmla="*/ 6322 h 15101"/>
                <a:gd name="connsiteX12" fmla="*/ 11474 w 24134"/>
                <a:gd name="connsiteY12" fmla="*/ 9878 h 15101"/>
                <a:gd name="connsiteX13" fmla="*/ 853 w 24134"/>
                <a:gd name="connsiteY13" fmla="*/ 12907 h 15101"/>
                <a:gd name="connsiteX14" fmla="*/ 760 w 24134"/>
                <a:gd name="connsiteY14" fmla="*/ 12907 h 15101"/>
                <a:gd name="connsiteX15" fmla="*/ 668 w 24134"/>
                <a:gd name="connsiteY15" fmla="*/ 13038 h 15101"/>
                <a:gd name="connsiteX16" fmla="*/ 343 w 24134"/>
                <a:gd name="connsiteY16" fmla="*/ 13302 h 15101"/>
                <a:gd name="connsiteX17" fmla="*/ 111 w 24134"/>
                <a:gd name="connsiteY17" fmla="*/ 13609 h 15101"/>
                <a:gd name="connsiteX18" fmla="*/ 18 w 24134"/>
                <a:gd name="connsiteY18" fmla="*/ 14311 h 15101"/>
                <a:gd name="connsiteX19" fmla="*/ 1131 w 24134"/>
                <a:gd name="connsiteY19" fmla="*/ 15102 h 15101"/>
                <a:gd name="connsiteX20" fmla="*/ 1456 w 24134"/>
                <a:gd name="connsiteY20" fmla="*/ 15058 h 15101"/>
                <a:gd name="connsiteX21" fmla="*/ 2105 w 24134"/>
                <a:gd name="connsiteY21" fmla="*/ 14882 h 15101"/>
                <a:gd name="connsiteX22" fmla="*/ 13004 w 24134"/>
                <a:gd name="connsiteY22" fmla="*/ 11765 h 15101"/>
                <a:gd name="connsiteX23" fmla="*/ 13839 w 24134"/>
                <a:gd name="connsiteY23" fmla="*/ 10712 h 15101"/>
                <a:gd name="connsiteX24" fmla="*/ 13839 w 24134"/>
                <a:gd name="connsiteY24" fmla="*/ 7419 h 15101"/>
                <a:gd name="connsiteX25" fmla="*/ 18523 w 24134"/>
                <a:gd name="connsiteY25" fmla="*/ 7419 h 15101"/>
                <a:gd name="connsiteX26" fmla="*/ 19497 w 24134"/>
                <a:gd name="connsiteY26" fmla="*/ 6936 h 15101"/>
                <a:gd name="connsiteX27" fmla="*/ 24134 w 24134"/>
                <a:gd name="connsiteY27" fmla="*/ 615 h 15101"/>
                <a:gd name="connsiteX28" fmla="*/ 24134 w 24134"/>
                <a:gd name="connsiteY28" fmla="*/ 483 h 15101"/>
                <a:gd name="connsiteX29" fmla="*/ 23995 w 24134"/>
                <a:gd name="connsiteY29" fmla="*/ 615 h 15101"/>
                <a:gd name="connsiteX30" fmla="*/ 23810 w 24134"/>
                <a:gd name="connsiteY30" fmla="*/ 878 h 1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4134" h="15101">
                  <a:moveTo>
                    <a:pt x="23624" y="966"/>
                  </a:moveTo>
                  <a:cubicBezTo>
                    <a:pt x="23624" y="966"/>
                    <a:pt x="23578" y="966"/>
                    <a:pt x="23532" y="966"/>
                  </a:cubicBezTo>
                  <a:cubicBezTo>
                    <a:pt x="23485" y="966"/>
                    <a:pt x="23393" y="966"/>
                    <a:pt x="23346" y="1010"/>
                  </a:cubicBezTo>
                  <a:cubicBezTo>
                    <a:pt x="23253" y="1010"/>
                    <a:pt x="23114" y="1098"/>
                    <a:pt x="23021" y="1098"/>
                  </a:cubicBezTo>
                  <a:cubicBezTo>
                    <a:pt x="22929" y="1098"/>
                    <a:pt x="22836" y="1054"/>
                    <a:pt x="22743" y="1010"/>
                  </a:cubicBezTo>
                  <a:cubicBezTo>
                    <a:pt x="22743" y="1010"/>
                    <a:pt x="22697" y="1010"/>
                    <a:pt x="22650" y="1010"/>
                  </a:cubicBezTo>
                  <a:cubicBezTo>
                    <a:pt x="22650" y="1010"/>
                    <a:pt x="22650" y="1010"/>
                    <a:pt x="22650" y="1010"/>
                  </a:cubicBezTo>
                  <a:cubicBezTo>
                    <a:pt x="22465" y="922"/>
                    <a:pt x="22233" y="790"/>
                    <a:pt x="22140" y="615"/>
                  </a:cubicBezTo>
                  <a:lnTo>
                    <a:pt x="21723" y="0"/>
                  </a:lnTo>
                  <a:lnTo>
                    <a:pt x="17874" y="5224"/>
                  </a:lnTo>
                  <a:lnTo>
                    <a:pt x="12633" y="5224"/>
                  </a:lnTo>
                  <a:cubicBezTo>
                    <a:pt x="11984" y="5224"/>
                    <a:pt x="11474" y="5707"/>
                    <a:pt x="11474" y="6322"/>
                  </a:cubicBezTo>
                  <a:lnTo>
                    <a:pt x="11474" y="9878"/>
                  </a:lnTo>
                  <a:lnTo>
                    <a:pt x="853" y="12907"/>
                  </a:lnTo>
                  <a:lnTo>
                    <a:pt x="760" y="12907"/>
                  </a:lnTo>
                  <a:cubicBezTo>
                    <a:pt x="760" y="12907"/>
                    <a:pt x="714" y="12995"/>
                    <a:pt x="668" y="13038"/>
                  </a:cubicBezTo>
                  <a:cubicBezTo>
                    <a:pt x="528" y="13082"/>
                    <a:pt x="436" y="13214"/>
                    <a:pt x="343" y="13302"/>
                  </a:cubicBezTo>
                  <a:cubicBezTo>
                    <a:pt x="250" y="13389"/>
                    <a:pt x="157" y="13477"/>
                    <a:pt x="111" y="13609"/>
                  </a:cubicBezTo>
                  <a:cubicBezTo>
                    <a:pt x="18" y="13829"/>
                    <a:pt x="-28" y="14048"/>
                    <a:pt x="18" y="14311"/>
                  </a:cubicBezTo>
                  <a:cubicBezTo>
                    <a:pt x="157" y="14794"/>
                    <a:pt x="621" y="15102"/>
                    <a:pt x="1131" y="15102"/>
                  </a:cubicBezTo>
                  <a:cubicBezTo>
                    <a:pt x="1224" y="15102"/>
                    <a:pt x="1363" y="15102"/>
                    <a:pt x="1456" y="15058"/>
                  </a:cubicBezTo>
                  <a:lnTo>
                    <a:pt x="2105" y="14882"/>
                  </a:lnTo>
                  <a:lnTo>
                    <a:pt x="13004" y="11765"/>
                  </a:lnTo>
                  <a:cubicBezTo>
                    <a:pt x="13514" y="11634"/>
                    <a:pt x="13839" y="11194"/>
                    <a:pt x="13839" y="10712"/>
                  </a:cubicBezTo>
                  <a:lnTo>
                    <a:pt x="13839" y="7419"/>
                  </a:lnTo>
                  <a:lnTo>
                    <a:pt x="18523" y="7419"/>
                  </a:lnTo>
                  <a:cubicBezTo>
                    <a:pt x="18894" y="7419"/>
                    <a:pt x="19265" y="7244"/>
                    <a:pt x="19497" y="6936"/>
                  </a:cubicBezTo>
                  <a:lnTo>
                    <a:pt x="24134" y="615"/>
                  </a:lnTo>
                  <a:cubicBezTo>
                    <a:pt x="24134" y="615"/>
                    <a:pt x="24134" y="527"/>
                    <a:pt x="24134" y="483"/>
                  </a:cubicBezTo>
                  <a:cubicBezTo>
                    <a:pt x="24134" y="527"/>
                    <a:pt x="24042" y="571"/>
                    <a:pt x="23995" y="615"/>
                  </a:cubicBezTo>
                  <a:cubicBezTo>
                    <a:pt x="23903" y="703"/>
                    <a:pt x="23903" y="834"/>
                    <a:pt x="23810" y="87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9" name="Freeform: Shape 2468">
              <a:extLst>
                <a:ext uri="{FF2B5EF4-FFF2-40B4-BE49-F238E27FC236}">
                  <a16:creationId xmlns:a16="http://schemas.microsoft.com/office/drawing/2014/main" id="{F3EE0CCC-64AF-02C7-4729-3DDEF89CDBC9}"/>
                </a:ext>
              </a:extLst>
            </p:cNvPr>
            <p:cNvSpPr>
              <a:spLocks/>
            </p:cNvSpPr>
            <p:nvPr/>
          </p:nvSpPr>
          <p:spPr>
            <a:xfrm>
              <a:off x="5688948" y="3735934"/>
              <a:ext cx="54464" cy="73782"/>
            </a:xfrm>
            <a:custGeom>
              <a:avLst/>
              <a:gdLst>
                <a:gd name="connsiteX0" fmla="*/ 35757 w 36489"/>
                <a:gd name="connsiteY0" fmla="*/ 41485 h 49431"/>
                <a:gd name="connsiteX1" fmla="*/ 36452 w 36489"/>
                <a:gd name="connsiteY1" fmla="*/ 40783 h 49431"/>
                <a:gd name="connsiteX2" fmla="*/ 36313 w 36489"/>
                <a:gd name="connsiteY2" fmla="*/ 39861 h 49431"/>
                <a:gd name="connsiteX3" fmla="*/ 33113 w 36489"/>
                <a:gd name="connsiteY3" fmla="*/ 35471 h 49431"/>
                <a:gd name="connsiteX4" fmla="*/ 32325 w 36489"/>
                <a:gd name="connsiteY4" fmla="*/ 34988 h 49431"/>
                <a:gd name="connsiteX5" fmla="*/ 31444 w 36489"/>
                <a:gd name="connsiteY5" fmla="*/ 35208 h 49431"/>
                <a:gd name="connsiteX6" fmla="*/ 27734 w 36489"/>
                <a:gd name="connsiteY6" fmla="*/ 38017 h 49431"/>
                <a:gd name="connsiteX7" fmla="*/ 14470 w 36489"/>
                <a:gd name="connsiteY7" fmla="*/ 29984 h 49431"/>
                <a:gd name="connsiteX8" fmla="*/ 14470 w 36489"/>
                <a:gd name="connsiteY8" fmla="*/ 27569 h 49431"/>
                <a:gd name="connsiteX9" fmla="*/ 19107 w 36489"/>
                <a:gd name="connsiteY9" fmla="*/ 27569 h 49431"/>
                <a:gd name="connsiteX10" fmla="*/ 20220 w 36489"/>
                <a:gd name="connsiteY10" fmla="*/ 26823 h 49431"/>
                <a:gd name="connsiteX11" fmla="*/ 19803 w 36489"/>
                <a:gd name="connsiteY11" fmla="*/ 25594 h 49431"/>
                <a:gd name="connsiteX12" fmla="*/ 9832 w 36489"/>
                <a:gd name="connsiteY12" fmla="*/ 18833 h 49431"/>
                <a:gd name="connsiteX13" fmla="*/ 2319 w 36489"/>
                <a:gd name="connsiteY13" fmla="*/ 8297 h 49431"/>
                <a:gd name="connsiteX14" fmla="*/ 2319 w 36489"/>
                <a:gd name="connsiteY14" fmla="*/ 1097 h 49431"/>
                <a:gd name="connsiteX15" fmla="*/ 1159 w 36489"/>
                <a:gd name="connsiteY15" fmla="*/ 0 h 49431"/>
                <a:gd name="connsiteX16" fmla="*/ 696 w 36489"/>
                <a:gd name="connsiteY16" fmla="*/ 176 h 49431"/>
                <a:gd name="connsiteX17" fmla="*/ 325 w 36489"/>
                <a:gd name="connsiteY17" fmla="*/ 351 h 49431"/>
                <a:gd name="connsiteX18" fmla="*/ 139 w 36489"/>
                <a:gd name="connsiteY18" fmla="*/ 746 h 49431"/>
                <a:gd name="connsiteX19" fmla="*/ 0 w 36489"/>
                <a:gd name="connsiteY19" fmla="*/ 1097 h 49431"/>
                <a:gd name="connsiteX20" fmla="*/ 0 w 36489"/>
                <a:gd name="connsiteY20" fmla="*/ 8648 h 49431"/>
                <a:gd name="connsiteX21" fmla="*/ 185 w 36489"/>
                <a:gd name="connsiteY21" fmla="*/ 9263 h 49431"/>
                <a:gd name="connsiteX22" fmla="*/ 8023 w 36489"/>
                <a:gd name="connsiteY22" fmla="*/ 20238 h 49431"/>
                <a:gd name="connsiteX23" fmla="*/ 8301 w 36489"/>
                <a:gd name="connsiteY23" fmla="*/ 20501 h 49431"/>
                <a:gd name="connsiteX24" fmla="*/ 15490 w 36489"/>
                <a:gd name="connsiteY24" fmla="*/ 25374 h 49431"/>
                <a:gd name="connsiteX25" fmla="*/ 13310 w 36489"/>
                <a:gd name="connsiteY25" fmla="*/ 25374 h 49431"/>
                <a:gd name="connsiteX26" fmla="*/ 12151 w 36489"/>
                <a:gd name="connsiteY26" fmla="*/ 26472 h 49431"/>
                <a:gd name="connsiteX27" fmla="*/ 12151 w 36489"/>
                <a:gd name="connsiteY27" fmla="*/ 30598 h 49431"/>
                <a:gd name="connsiteX28" fmla="*/ 12707 w 36489"/>
                <a:gd name="connsiteY28" fmla="*/ 31520 h 49431"/>
                <a:gd name="connsiteX29" fmla="*/ 27177 w 36489"/>
                <a:gd name="connsiteY29" fmla="*/ 40300 h 49431"/>
                <a:gd name="connsiteX30" fmla="*/ 28522 w 36489"/>
                <a:gd name="connsiteY30" fmla="*/ 40212 h 49431"/>
                <a:gd name="connsiteX31" fmla="*/ 31908 w 36489"/>
                <a:gd name="connsiteY31" fmla="*/ 37666 h 49431"/>
                <a:gd name="connsiteX32" fmla="*/ 33577 w 36489"/>
                <a:gd name="connsiteY32" fmla="*/ 39949 h 49431"/>
                <a:gd name="connsiteX33" fmla="*/ 30562 w 36489"/>
                <a:gd name="connsiteY33" fmla="*/ 41091 h 49431"/>
                <a:gd name="connsiteX34" fmla="*/ 29867 w 36489"/>
                <a:gd name="connsiteY34" fmla="*/ 41793 h 49431"/>
                <a:gd name="connsiteX35" fmla="*/ 30006 w 36489"/>
                <a:gd name="connsiteY35" fmla="*/ 42715 h 49431"/>
                <a:gd name="connsiteX36" fmla="*/ 33948 w 36489"/>
                <a:gd name="connsiteY36" fmla="*/ 48422 h 49431"/>
                <a:gd name="connsiteX37" fmla="*/ 34365 w 36489"/>
                <a:gd name="connsiteY37" fmla="*/ 49036 h 49431"/>
                <a:gd name="connsiteX38" fmla="*/ 34876 w 36489"/>
                <a:gd name="connsiteY38" fmla="*/ 49431 h 49431"/>
                <a:gd name="connsiteX39" fmla="*/ 34226 w 36489"/>
                <a:gd name="connsiteY39" fmla="*/ 48071 h 49431"/>
                <a:gd name="connsiteX40" fmla="*/ 35015 w 36489"/>
                <a:gd name="connsiteY40" fmla="*/ 46007 h 49431"/>
                <a:gd name="connsiteX41" fmla="*/ 32696 w 36489"/>
                <a:gd name="connsiteY41" fmla="*/ 42671 h 49431"/>
                <a:gd name="connsiteX42" fmla="*/ 35711 w 36489"/>
                <a:gd name="connsiteY42" fmla="*/ 41529 h 49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6489" h="49431">
                  <a:moveTo>
                    <a:pt x="35757" y="41485"/>
                  </a:moveTo>
                  <a:cubicBezTo>
                    <a:pt x="36081" y="41354"/>
                    <a:pt x="36313" y="41091"/>
                    <a:pt x="36452" y="40783"/>
                  </a:cubicBezTo>
                  <a:cubicBezTo>
                    <a:pt x="36545" y="40476"/>
                    <a:pt x="36452" y="40125"/>
                    <a:pt x="36313" y="39861"/>
                  </a:cubicBezTo>
                  <a:lnTo>
                    <a:pt x="33113" y="35471"/>
                  </a:lnTo>
                  <a:cubicBezTo>
                    <a:pt x="32928" y="35208"/>
                    <a:pt x="32649" y="35032"/>
                    <a:pt x="32325" y="34988"/>
                  </a:cubicBezTo>
                  <a:cubicBezTo>
                    <a:pt x="32000" y="34988"/>
                    <a:pt x="31676" y="34988"/>
                    <a:pt x="31444" y="35208"/>
                  </a:cubicBezTo>
                  <a:lnTo>
                    <a:pt x="27734" y="38017"/>
                  </a:lnTo>
                  <a:lnTo>
                    <a:pt x="14470" y="29984"/>
                  </a:lnTo>
                  <a:lnTo>
                    <a:pt x="14470" y="27569"/>
                  </a:lnTo>
                  <a:lnTo>
                    <a:pt x="19107" y="27569"/>
                  </a:lnTo>
                  <a:cubicBezTo>
                    <a:pt x="19617" y="27569"/>
                    <a:pt x="20081" y="27262"/>
                    <a:pt x="20220" y="26823"/>
                  </a:cubicBezTo>
                  <a:cubicBezTo>
                    <a:pt x="20360" y="26384"/>
                    <a:pt x="20220" y="25857"/>
                    <a:pt x="19803" y="25594"/>
                  </a:cubicBezTo>
                  <a:lnTo>
                    <a:pt x="9832" y="18833"/>
                  </a:lnTo>
                  <a:lnTo>
                    <a:pt x="2319" y="8297"/>
                  </a:lnTo>
                  <a:lnTo>
                    <a:pt x="2319" y="1097"/>
                  </a:lnTo>
                  <a:cubicBezTo>
                    <a:pt x="2319" y="483"/>
                    <a:pt x="1809" y="0"/>
                    <a:pt x="1159" y="0"/>
                  </a:cubicBezTo>
                  <a:cubicBezTo>
                    <a:pt x="974" y="0"/>
                    <a:pt x="881" y="88"/>
                    <a:pt x="696" y="176"/>
                  </a:cubicBezTo>
                  <a:cubicBezTo>
                    <a:pt x="557" y="219"/>
                    <a:pt x="417" y="263"/>
                    <a:pt x="325" y="351"/>
                  </a:cubicBezTo>
                  <a:cubicBezTo>
                    <a:pt x="232" y="439"/>
                    <a:pt x="232" y="615"/>
                    <a:pt x="139" y="746"/>
                  </a:cubicBezTo>
                  <a:cubicBezTo>
                    <a:pt x="93" y="878"/>
                    <a:pt x="0" y="966"/>
                    <a:pt x="0" y="1097"/>
                  </a:cubicBezTo>
                  <a:lnTo>
                    <a:pt x="0" y="8648"/>
                  </a:lnTo>
                  <a:cubicBezTo>
                    <a:pt x="0" y="8648"/>
                    <a:pt x="93" y="9087"/>
                    <a:pt x="185" y="9263"/>
                  </a:cubicBezTo>
                  <a:lnTo>
                    <a:pt x="8023" y="20238"/>
                  </a:lnTo>
                  <a:cubicBezTo>
                    <a:pt x="8023" y="20238"/>
                    <a:pt x="8209" y="20457"/>
                    <a:pt x="8301" y="20501"/>
                  </a:cubicBezTo>
                  <a:lnTo>
                    <a:pt x="15490" y="25374"/>
                  </a:lnTo>
                  <a:lnTo>
                    <a:pt x="13310" y="25374"/>
                  </a:lnTo>
                  <a:cubicBezTo>
                    <a:pt x="12661" y="25374"/>
                    <a:pt x="12151" y="25857"/>
                    <a:pt x="12151" y="26472"/>
                  </a:cubicBezTo>
                  <a:lnTo>
                    <a:pt x="12151" y="30598"/>
                  </a:lnTo>
                  <a:cubicBezTo>
                    <a:pt x="12151" y="30950"/>
                    <a:pt x="12336" y="31345"/>
                    <a:pt x="12707" y="31520"/>
                  </a:cubicBezTo>
                  <a:lnTo>
                    <a:pt x="27177" y="40300"/>
                  </a:lnTo>
                  <a:cubicBezTo>
                    <a:pt x="27595" y="40564"/>
                    <a:pt x="28151" y="40520"/>
                    <a:pt x="28522" y="40212"/>
                  </a:cubicBezTo>
                  <a:lnTo>
                    <a:pt x="31908" y="37666"/>
                  </a:lnTo>
                  <a:lnTo>
                    <a:pt x="33577" y="39949"/>
                  </a:lnTo>
                  <a:lnTo>
                    <a:pt x="30562" y="41091"/>
                  </a:lnTo>
                  <a:cubicBezTo>
                    <a:pt x="30238" y="41222"/>
                    <a:pt x="30006" y="41485"/>
                    <a:pt x="29867" y="41793"/>
                  </a:cubicBezTo>
                  <a:cubicBezTo>
                    <a:pt x="29774" y="42100"/>
                    <a:pt x="29821" y="42451"/>
                    <a:pt x="30006" y="42715"/>
                  </a:cubicBezTo>
                  <a:lnTo>
                    <a:pt x="33948" y="48422"/>
                  </a:lnTo>
                  <a:lnTo>
                    <a:pt x="34365" y="49036"/>
                  </a:lnTo>
                  <a:cubicBezTo>
                    <a:pt x="34365" y="49036"/>
                    <a:pt x="34690" y="49344"/>
                    <a:pt x="34876" y="49431"/>
                  </a:cubicBezTo>
                  <a:cubicBezTo>
                    <a:pt x="34319" y="49212"/>
                    <a:pt x="33995" y="48597"/>
                    <a:pt x="34226" y="48071"/>
                  </a:cubicBezTo>
                  <a:lnTo>
                    <a:pt x="35015" y="46007"/>
                  </a:lnTo>
                  <a:lnTo>
                    <a:pt x="32696" y="42671"/>
                  </a:lnTo>
                  <a:lnTo>
                    <a:pt x="35711" y="4152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0" name="Freeform: Shape 2469">
              <a:extLst>
                <a:ext uri="{FF2B5EF4-FFF2-40B4-BE49-F238E27FC236}">
                  <a16:creationId xmlns:a16="http://schemas.microsoft.com/office/drawing/2014/main" id="{917F3E20-9B79-7478-B174-1079017F8B30}"/>
                </a:ext>
              </a:extLst>
            </p:cNvPr>
            <p:cNvSpPr>
              <a:spLocks/>
            </p:cNvSpPr>
            <p:nvPr/>
          </p:nvSpPr>
          <p:spPr>
            <a:xfrm>
              <a:off x="5741210" y="3809717"/>
              <a:ext cx="969" cy="130"/>
            </a:xfrm>
            <a:custGeom>
              <a:avLst/>
              <a:gdLst>
                <a:gd name="connsiteX0" fmla="*/ 649 w 649"/>
                <a:gd name="connsiteY0" fmla="*/ 0 h 87"/>
                <a:gd name="connsiteX1" fmla="*/ 0 w 649"/>
                <a:gd name="connsiteY1" fmla="*/ 0 h 87"/>
                <a:gd name="connsiteX2" fmla="*/ 278 w 649"/>
                <a:gd name="connsiteY2" fmla="*/ 88 h 87"/>
                <a:gd name="connsiteX3" fmla="*/ 603 w 649"/>
                <a:gd name="connsiteY3" fmla="*/ 0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" h="87">
                  <a:moveTo>
                    <a:pt x="649" y="0"/>
                  </a:moveTo>
                  <a:cubicBezTo>
                    <a:pt x="649" y="0"/>
                    <a:pt x="232" y="88"/>
                    <a:pt x="0" y="0"/>
                  </a:cubicBezTo>
                  <a:cubicBezTo>
                    <a:pt x="93" y="0"/>
                    <a:pt x="185" y="88"/>
                    <a:pt x="278" y="88"/>
                  </a:cubicBezTo>
                  <a:cubicBezTo>
                    <a:pt x="418" y="88"/>
                    <a:pt x="510" y="44"/>
                    <a:pt x="60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1" name="Freeform: Shape 2470">
              <a:extLst>
                <a:ext uri="{FF2B5EF4-FFF2-40B4-BE49-F238E27FC236}">
                  <a16:creationId xmlns:a16="http://schemas.microsoft.com/office/drawing/2014/main" id="{550C0EC0-0AE2-F0EB-F9A6-B40026EAB18C}"/>
                </a:ext>
              </a:extLst>
            </p:cNvPr>
            <p:cNvSpPr>
              <a:spLocks/>
            </p:cNvSpPr>
            <p:nvPr/>
          </p:nvSpPr>
          <p:spPr>
            <a:xfrm>
              <a:off x="5742525" y="3809127"/>
              <a:ext cx="414" cy="459"/>
            </a:xfrm>
            <a:custGeom>
              <a:avLst/>
              <a:gdLst>
                <a:gd name="connsiteX0" fmla="*/ 278 w 278"/>
                <a:gd name="connsiteY0" fmla="*/ 0 h 307"/>
                <a:gd name="connsiteX1" fmla="*/ 0 w 278"/>
                <a:gd name="connsiteY1" fmla="*/ 307 h 307"/>
                <a:gd name="connsiteX2" fmla="*/ 93 w 278"/>
                <a:gd name="connsiteY2" fmla="*/ 307 h 307"/>
                <a:gd name="connsiteX3" fmla="*/ 278 w 278"/>
                <a:gd name="connsiteY3" fmla="*/ 44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" h="307">
                  <a:moveTo>
                    <a:pt x="278" y="0"/>
                  </a:moveTo>
                  <a:cubicBezTo>
                    <a:pt x="278" y="0"/>
                    <a:pt x="93" y="263"/>
                    <a:pt x="0" y="307"/>
                  </a:cubicBezTo>
                  <a:cubicBezTo>
                    <a:pt x="0" y="307"/>
                    <a:pt x="46" y="307"/>
                    <a:pt x="93" y="307"/>
                  </a:cubicBezTo>
                  <a:cubicBezTo>
                    <a:pt x="185" y="219"/>
                    <a:pt x="232" y="132"/>
                    <a:pt x="278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2" name="Freeform: Shape 2471">
              <a:extLst>
                <a:ext uri="{FF2B5EF4-FFF2-40B4-BE49-F238E27FC236}">
                  <a16:creationId xmlns:a16="http://schemas.microsoft.com/office/drawing/2014/main" id="{57DAF2CE-6EAB-C62D-B25A-1264DC2B1D73}"/>
                </a:ext>
              </a:extLst>
            </p:cNvPr>
            <p:cNvSpPr>
              <a:spLocks/>
            </p:cNvSpPr>
            <p:nvPr/>
          </p:nvSpPr>
          <p:spPr>
            <a:xfrm>
              <a:off x="5739991" y="3795551"/>
              <a:ext cx="29464" cy="16984"/>
            </a:xfrm>
            <a:custGeom>
              <a:avLst/>
              <a:gdLst>
                <a:gd name="connsiteX0" fmla="*/ 19740 w 19739"/>
                <a:gd name="connsiteY0" fmla="*/ 8393 h 11378"/>
                <a:gd name="connsiteX1" fmla="*/ 12180 w 19739"/>
                <a:gd name="connsiteY1" fmla="*/ 360 h 11378"/>
                <a:gd name="connsiteX2" fmla="*/ 11114 w 19739"/>
                <a:gd name="connsiteY2" fmla="*/ 8 h 11378"/>
                <a:gd name="connsiteX3" fmla="*/ 3276 w 19739"/>
                <a:gd name="connsiteY3" fmla="*/ 1369 h 11378"/>
                <a:gd name="connsiteX4" fmla="*/ 2395 w 19739"/>
                <a:gd name="connsiteY4" fmla="*/ 2072 h 11378"/>
                <a:gd name="connsiteX5" fmla="*/ 864 w 19739"/>
                <a:gd name="connsiteY5" fmla="*/ 6023 h 11378"/>
                <a:gd name="connsiteX6" fmla="*/ 76 w 19739"/>
                <a:gd name="connsiteY6" fmla="*/ 8086 h 11378"/>
                <a:gd name="connsiteX7" fmla="*/ 725 w 19739"/>
                <a:gd name="connsiteY7" fmla="*/ 9447 h 11378"/>
                <a:gd name="connsiteX8" fmla="*/ 725 w 19739"/>
                <a:gd name="connsiteY8" fmla="*/ 9447 h 11378"/>
                <a:gd name="connsiteX9" fmla="*/ 818 w 19739"/>
                <a:gd name="connsiteY9" fmla="*/ 9447 h 11378"/>
                <a:gd name="connsiteX10" fmla="*/ 1467 w 19739"/>
                <a:gd name="connsiteY10" fmla="*/ 9447 h 11378"/>
                <a:gd name="connsiteX11" fmla="*/ 1652 w 19739"/>
                <a:gd name="connsiteY11" fmla="*/ 9403 h 11378"/>
                <a:gd name="connsiteX12" fmla="*/ 1931 w 19739"/>
                <a:gd name="connsiteY12" fmla="*/ 9096 h 11378"/>
                <a:gd name="connsiteX13" fmla="*/ 2070 w 19739"/>
                <a:gd name="connsiteY13" fmla="*/ 8964 h 11378"/>
                <a:gd name="connsiteX14" fmla="*/ 2163 w 19739"/>
                <a:gd name="connsiteY14" fmla="*/ 8876 h 11378"/>
                <a:gd name="connsiteX15" fmla="*/ 4250 w 19739"/>
                <a:gd name="connsiteY15" fmla="*/ 3432 h 11378"/>
                <a:gd name="connsiteX16" fmla="*/ 10789 w 19739"/>
                <a:gd name="connsiteY16" fmla="*/ 2291 h 11378"/>
                <a:gd name="connsiteX17" fmla="*/ 19322 w 19739"/>
                <a:gd name="connsiteY17" fmla="*/ 11378 h 11378"/>
                <a:gd name="connsiteX18" fmla="*/ 19322 w 19739"/>
                <a:gd name="connsiteY18" fmla="*/ 10939 h 11378"/>
                <a:gd name="connsiteX19" fmla="*/ 19322 w 19739"/>
                <a:gd name="connsiteY19" fmla="*/ 10895 h 11378"/>
                <a:gd name="connsiteX20" fmla="*/ 19322 w 19739"/>
                <a:gd name="connsiteY20" fmla="*/ 10852 h 11378"/>
                <a:gd name="connsiteX21" fmla="*/ 19647 w 19739"/>
                <a:gd name="connsiteY21" fmla="*/ 8437 h 1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739" h="11378">
                  <a:moveTo>
                    <a:pt x="19740" y="8393"/>
                  </a:moveTo>
                  <a:lnTo>
                    <a:pt x="12180" y="360"/>
                  </a:lnTo>
                  <a:cubicBezTo>
                    <a:pt x="11902" y="96"/>
                    <a:pt x="11484" y="-36"/>
                    <a:pt x="11114" y="8"/>
                  </a:cubicBezTo>
                  <a:lnTo>
                    <a:pt x="3276" y="1369"/>
                  </a:lnTo>
                  <a:cubicBezTo>
                    <a:pt x="2858" y="1457"/>
                    <a:pt x="2534" y="1720"/>
                    <a:pt x="2395" y="2072"/>
                  </a:cubicBezTo>
                  <a:lnTo>
                    <a:pt x="864" y="6023"/>
                  </a:lnTo>
                  <a:lnTo>
                    <a:pt x="76" y="8086"/>
                  </a:lnTo>
                  <a:cubicBezTo>
                    <a:pt x="-156" y="8613"/>
                    <a:pt x="168" y="9227"/>
                    <a:pt x="725" y="9447"/>
                  </a:cubicBezTo>
                  <a:cubicBezTo>
                    <a:pt x="725" y="9447"/>
                    <a:pt x="725" y="9447"/>
                    <a:pt x="725" y="9447"/>
                  </a:cubicBezTo>
                  <a:cubicBezTo>
                    <a:pt x="725" y="9447"/>
                    <a:pt x="771" y="9447"/>
                    <a:pt x="818" y="9447"/>
                  </a:cubicBezTo>
                  <a:cubicBezTo>
                    <a:pt x="1050" y="9491"/>
                    <a:pt x="1235" y="9447"/>
                    <a:pt x="1467" y="9447"/>
                  </a:cubicBezTo>
                  <a:cubicBezTo>
                    <a:pt x="1560" y="9447"/>
                    <a:pt x="1606" y="9447"/>
                    <a:pt x="1652" y="9403"/>
                  </a:cubicBezTo>
                  <a:cubicBezTo>
                    <a:pt x="1792" y="9315"/>
                    <a:pt x="1838" y="9183"/>
                    <a:pt x="1931" y="9096"/>
                  </a:cubicBezTo>
                  <a:cubicBezTo>
                    <a:pt x="1931" y="9052"/>
                    <a:pt x="2024" y="9008"/>
                    <a:pt x="2070" y="8964"/>
                  </a:cubicBezTo>
                  <a:cubicBezTo>
                    <a:pt x="2070" y="8920"/>
                    <a:pt x="2163" y="8920"/>
                    <a:pt x="2163" y="8876"/>
                  </a:cubicBezTo>
                  <a:lnTo>
                    <a:pt x="4250" y="3432"/>
                  </a:lnTo>
                  <a:lnTo>
                    <a:pt x="10789" y="2291"/>
                  </a:lnTo>
                  <a:lnTo>
                    <a:pt x="19322" y="11378"/>
                  </a:lnTo>
                  <a:lnTo>
                    <a:pt x="19322" y="10939"/>
                  </a:lnTo>
                  <a:cubicBezTo>
                    <a:pt x="19322" y="10939"/>
                    <a:pt x="19322" y="10939"/>
                    <a:pt x="19322" y="10895"/>
                  </a:cubicBezTo>
                  <a:cubicBezTo>
                    <a:pt x="19322" y="10895"/>
                    <a:pt x="19322" y="10895"/>
                    <a:pt x="19322" y="10852"/>
                  </a:cubicBezTo>
                  <a:lnTo>
                    <a:pt x="19647" y="843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3" name="Freeform: Shape 2472">
              <a:extLst>
                <a:ext uri="{FF2B5EF4-FFF2-40B4-BE49-F238E27FC236}">
                  <a16:creationId xmlns:a16="http://schemas.microsoft.com/office/drawing/2014/main" id="{5FD9162E-213A-7741-8EDF-C838EFEF3826}"/>
                </a:ext>
              </a:extLst>
            </p:cNvPr>
            <p:cNvSpPr>
              <a:spLocks/>
            </p:cNvSpPr>
            <p:nvPr/>
          </p:nvSpPr>
          <p:spPr>
            <a:xfrm>
              <a:off x="5750072" y="3811813"/>
              <a:ext cx="29280" cy="126138"/>
            </a:xfrm>
            <a:custGeom>
              <a:avLst/>
              <a:gdLst>
                <a:gd name="connsiteX0" fmla="*/ 4081 w 19617"/>
                <a:gd name="connsiteY0" fmla="*/ 41749 h 84507"/>
                <a:gd name="connsiteX1" fmla="*/ 5101 w 19617"/>
                <a:gd name="connsiteY1" fmla="*/ 41178 h 84507"/>
                <a:gd name="connsiteX2" fmla="*/ 7884 w 19617"/>
                <a:gd name="connsiteY2" fmla="*/ 36481 h 84507"/>
                <a:gd name="connsiteX3" fmla="*/ 11316 w 19617"/>
                <a:gd name="connsiteY3" fmla="*/ 29940 h 84507"/>
                <a:gd name="connsiteX4" fmla="*/ 15258 w 19617"/>
                <a:gd name="connsiteY4" fmla="*/ 29940 h 84507"/>
                <a:gd name="connsiteX5" fmla="*/ 16139 w 19617"/>
                <a:gd name="connsiteY5" fmla="*/ 29545 h 84507"/>
                <a:gd name="connsiteX6" fmla="*/ 16417 w 19617"/>
                <a:gd name="connsiteY6" fmla="*/ 28667 h 84507"/>
                <a:gd name="connsiteX7" fmla="*/ 15119 w 19617"/>
                <a:gd name="connsiteY7" fmla="*/ 21379 h 84507"/>
                <a:gd name="connsiteX8" fmla="*/ 18783 w 19617"/>
                <a:gd name="connsiteY8" fmla="*/ 20282 h 84507"/>
                <a:gd name="connsiteX9" fmla="*/ 19617 w 19617"/>
                <a:gd name="connsiteY9" fmla="*/ 19228 h 84507"/>
                <a:gd name="connsiteX10" fmla="*/ 19617 w 19617"/>
                <a:gd name="connsiteY10" fmla="*/ 14311 h 84507"/>
                <a:gd name="connsiteX11" fmla="*/ 19386 w 19617"/>
                <a:gd name="connsiteY11" fmla="*/ 13609 h 84507"/>
                <a:gd name="connsiteX12" fmla="*/ 16046 w 19617"/>
                <a:gd name="connsiteY12" fmla="*/ 9658 h 84507"/>
                <a:gd name="connsiteX13" fmla="*/ 15026 w 19617"/>
                <a:gd name="connsiteY13" fmla="*/ 6717 h 84507"/>
                <a:gd name="connsiteX14" fmla="*/ 15026 w 19617"/>
                <a:gd name="connsiteY14" fmla="*/ 88 h 84507"/>
                <a:gd name="connsiteX15" fmla="*/ 15026 w 19617"/>
                <a:gd name="connsiteY15" fmla="*/ 176 h 84507"/>
                <a:gd name="connsiteX16" fmla="*/ 13867 w 19617"/>
                <a:gd name="connsiteY16" fmla="*/ 1141 h 84507"/>
                <a:gd name="connsiteX17" fmla="*/ 13727 w 19617"/>
                <a:gd name="connsiteY17" fmla="*/ 1141 h 84507"/>
                <a:gd name="connsiteX18" fmla="*/ 12754 w 19617"/>
                <a:gd name="connsiteY18" fmla="*/ 0 h 84507"/>
                <a:gd name="connsiteX19" fmla="*/ 12754 w 19617"/>
                <a:gd name="connsiteY19" fmla="*/ 44 h 84507"/>
                <a:gd name="connsiteX20" fmla="*/ 12754 w 19617"/>
                <a:gd name="connsiteY20" fmla="*/ 6892 h 84507"/>
                <a:gd name="connsiteX21" fmla="*/ 12800 w 19617"/>
                <a:gd name="connsiteY21" fmla="*/ 7244 h 84507"/>
                <a:gd name="connsiteX22" fmla="*/ 13959 w 19617"/>
                <a:gd name="connsiteY22" fmla="*/ 10536 h 84507"/>
                <a:gd name="connsiteX23" fmla="*/ 14145 w 19617"/>
                <a:gd name="connsiteY23" fmla="*/ 10887 h 84507"/>
                <a:gd name="connsiteX24" fmla="*/ 17391 w 19617"/>
                <a:gd name="connsiteY24" fmla="*/ 14707 h 84507"/>
                <a:gd name="connsiteX25" fmla="*/ 17391 w 19617"/>
                <a:gd name="connsiteY25" fmla="*/ 18438 h 84507"/>
                <a:gd name="connsiteX26" fmla="*/ 13589 w 19617"/>
                <a:gd name="connsiteY26" fmla="*/ 19580 h 84507"/>
                <a:gd name="connsiteX27" fmla="*/ 12800 w 19617"/>
                <a:gd name="connsiteY27" fmla="*/ 20809 h 84507"/>
                <a:gd name="connsiteX28" fmla="*/ 14006 w 19617"/>
                <a:gd name="connsiteY28" fmla="*/ 27745 h 84507"/>
                <a:gd name="connsiteX29" fmla="*/ 10713 w 19617"/>
                <a:gd name="connsiteY29" fmla="*/ 27745 h 84507"/>
                <a:gd name="connsiteX30" fmla="*/ 9693 w 19617"/>
                <a:gd name="connsiteY30" fmla="*/ 28360 h 84507"/>
                <a:gd name="connsiteX31" fmla="*/ 5936 w 19617"/>
                <a:gd name="connsiteY31" fmla="*/ 35427 h 84507"/>
                <a:gd name="connsiteX32" fmla="*/ 3524 w 19617"/>
                <a:gd name="connsiteY32" fmla="*/ 39510 h 84507"/>
                <a:gd name="connsiteX33" fmla="*/ 1159 w 19617"/>
                <a:gd name="connsiteY33" fmla="*/ 39510 h 84507"/>
                <a:gd name="connsiteX34" fmla="*/ 0 w 19617"/>
                <a:gd name="connsiteY34" fmla="*/ 40608 h 84507"/>
                <a:gd name="connsiteX35" fmla="*/ 0 w 19617"/>
                <a:gd name="connsiteY35" fmla="*/ 83410 h 84507"/>
                <a:gd name="connsiteX36" fmla="*/ 1159 w 19617"/>
                <a:gd name="connsiteY36" fmla="*/ 84508 h 84507"/>
                <a:gd name="connsiteX37" fmla="*/ 2319 w 19617"/>
                <a:gd name="connsiteY37" fmla="*/ 83410 h 84507"/>
                <a:gd name="connsiteX38" fmla="*/ 2319 w 19617"/>
                <a:gd name="connsiteY38" fmla="*/ 41705 h 84507"/>
                <a:gd name="connsiteX39" fmla="*/ 4220 w 19617"/>
                <a:gd name="connsiteY39" fmla="*/ 41705 h 8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17" h="84507">
                  <a:moveTo>
                    <a:pt x="4081" y="41749"/>
                  </a:moveTo>
                  <a:cubicBezTo>
                    <a:pt x="4498" y="41749"/>
                    <a:pt x="4870" y="41530"/>
                    <a:pt x="5101" y="41178"/>
                  </a:cubicBezTo>
                  <a:lnTo>
                    <a:pt x="7884" y="36481"/>
                  </a:lnTo>
                  <a:lnTo>
                    <a:pt x="11316" y="29940"/>
                  </a:lnTo>
                  <a:lnTo>
                    <a:pt x="15258" y="29940"/>
                  </a:lnTo>
                  <a:cubicBezTo>
                    <a:pt x="15583" y="29940"/>
                    <a:pt x="15907" y="29808"/>
                    <a:pt x="16139" y="29545"/>
                  </a:cubicBezTo>
                  <a:cubicBezTo>
                    <a:pt x="16371" y="29281"/>
                    <a:pt x="16464" y="28974"/>
                    <a:pt x="16417" y="28667"/>
                  </a:cubicBezTo>
                  <a:lnTo>
                    <a:pt x="15119" y="21379"/>
                  </a:lnTo>
                  <a:lnTo>
                    <a:pt x="18783" y="20282"/>
                  </a:lnTo>
                  <a:cubicBezTo>
                    <a:pt x="19246" y="20150"/>
                    <a:pt x="19617" y="19711"/>
                    <a:pt x="19617" y="19228"/>
                  </a:cubicBezTo>
                  <a:lnTo>
                    <a:pt x="19617" y="14311"/>
                  </a:lnTo>
                  <a:cubicBezTo>
                    <a:pt x="19617" y="14048"/>
                    <a:pt x="19525" y="13829"/>
                    <a:pt x="19386" y="13609"/>
                  </a:cubicBezTo>
                  <a:lnTo>
                    <a:pt x="16046" y="9658"/>
                  </a:lnTo>
                  <a:lnTo>
                    <a:pt x="15026" y="6717"/>
                  </a:lnTo>
                  <a:lnTo>
                    <a:pt x="15026" y="88"/>
                  </a:lnTo>
                  <a:lnTo>
                    <a:pt x="15026" y="176"/>
                  </a:lnTo>
                  <a:cubicBezTo>
                    <a:pt x="14933" y="746"/>
                    <a:pt x="14470" y="1141"/>
                    <a:pt x="13867" y="1141"/>
                  </a:cubicBezTo>
                  <a:cubicBezTo>
                    <a:pt x="13820" y="1141"/>
                    <a:pt x="13774" y="1141"/>
                    <a:pt x="13727" y="1141"/>
                  </a:cubicBezTo>
                  <a:cubicBezTo>
                    <a:pt x="13125" y="1054"/>
                    <a:pt x="12707" y="571"/>
                    <a:pt x="12754" y="0"/>
                  </a:cubicBezTo>
                  <a:cubicBezTo>
                    <a:pt x="12754" y="0"/>
                    <a:pt x="12754" y="0"/>
                    <a:pt x="12754" y="44"/>
                  </a:cubicBezTo>
                  <a:lnTo>
                    <a:pt x="12754" y="6892"/>
                  </a:lnTo>
                  <a:cubicBezTo>
                    <a:pt x="12754" y="6892"/>
                    <a:pt x="12754" y="7112"/>
                    <a:pt x="12800" y="7244"/>
                  </a:cubicBezTo>
                  <a:lnTo>
                    <a:pt x="13959" y="10536"/>
                  </a:lnTo>
                  <a:cubicBezTo>
                    <a:pt x="13959" y="10536"/>
                    <a:pt x="14052" y="10756"/>
                    <a:pt x="14145" y="10887"/>
                  </a:cubicBezTo>
                  <a:lnTo>
                    <a:pt x="17391" y="14707"/>
                  </a:lnTo>
                  <a:lnTo>
                    <a:pt x="17391" y="18438"/>
                  </a:lnTo>
                  <a:lnTo>
                    <a:pt x="13589" y="19580"/>
                  </a:lnTo>
                  <a:cubicBezTo>
                    <a:pt x="13032" y="19755"/>
                    <a:pt x="12707" y="20282"/>
                    <a:pt x="12800" y="20809"/>
                  </a:cubicBezTo>
                  <a:lnTo>
                    <a:pt x="14006" y="27745"/>
                  </a:lnTo>
                  <a:lnTo>
                    <a:pt x="10713" y="27745"/>
                  </a:lnTo>
                  <a:cubicBezTo>
                    <a:pt x="10296" y="27745"/>
                    <a:pt x="9878" y="27964"/>
                    <a:pt x="9693" y="28360"/>
                  </a:cubicBezTo>
                  <a:lnTo>
                    <a:pt x="5936" y="35427"/>
                  </a:lnTo>
                  <a:lnTo>
                    <a:pt x="3524" y="39510"/>
                  </a:lnTo>
                  <a:lnTo>
                    <a:pt x="1159" y="39510"/>
                  </a:lnTo>
                  <a:cubicBezTo>
                    <a:pt x="510" y="39510"/>
                    <a:pt x="0" y="39993"/>
                    <a:pt x="0" y="40608"/>
                  </a:cubicBezTo>
                  <a:lnTo>
                    <a:pt x="0" y="83410"/>
                  </a:lnTo>
                  <a:cubicBezTo>
                    <a:pt x="0" y="84025"/>
                    <a:pt x="510" y="84508"/>
                    <a:pt x="1159" y="84508"/>
                  </a:cubicBezTo>
                  <a:cubicBezTo>
                    <a:pt x="1808" y="84508"/>
                    <a:pt x="2319" y="84025"/>
                    <a:pt x="2319" y="83410"/>
                  </a:cubicBezTo>
                  <a:lnTo>
                    <a:pt x="2319" y="41705"/>
                  </a:lnTo>
                  <a:lnTo>
                    <a:pt x="4220" y="4170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4" name="Freeform: Shape 2473">
              <a:extLst>
                <a:ext uri="{FF2B5EF4-FFF2-40B4-BE49-F238E27FC236}">
                  <a16:creationId xmlns:a16="http://schemas.microsoft.com/office/drawing/2014/main" id="{4D335F2A-B1E3-D0EF-9E11-FAA481B0F4D5}"/>
                </a:ext>
              </a:extLst>
            </p:cNvPr>
            <p:cNvSpPr>
              <a:spLocks/>
            </p:cNvSpPr>
            <p:nvPr/>
          </p:nvSpPr>
          <p:spPr>
            <a:xfrm>
              <a:off x="6007793" y="3767386"/>
              <a:ext cx="12459" cy="14480"/>
            </a:xfrm>
            <a:custGeom>
              <a:avLst/>
              <a:gdLst>
                <a:gd name="connsiteX0" fmla="*/ 6771 w 8347"/>
                <a:gd name="connsiteY0" fmla="*/ 8956 h 9701"/>
                <a:gd name="connsiteX1" fmla="*/ 6957 w 8347"/>
                <a:gd name="connsiteY1" fmla="*/ 8560 h 9701"/>
                <a:gd name="connsiteX2" fmla="*/ 7281 w 8347"/>
                <a:gd name="connsiteY2" fmla="*/ 8341 h 9701"/>
                <a:gd name="connsiteX3" fmla="*/ 7560 w 8347"/>
                <a:gd name="connsiteY3" fmla="*/ 8165 h 9701"/>
                <a:gd name="connsiteX4" fmla="*/ 7699 w 8347"/>
                <a:gd name="connsiteY4" fmla="*/ 8165 h 9701"/>
                <a:gd name="connsiteX5" fmla="*/ 7791 w 8347"/>
                <a:gd name="connsiteY5" fmla="*/ 8121 h 9701"/>
                <a:gd name="connsiteX6" fmla="*/ 8348 w 8347"/>
                <a:gd name="connsiteY6" fmla="*/ 8121 h 9701"/>
                <a:gd name="connsiteX7" fmla="*/ 1623 w 8347"/>
                <a:gd name="connsiteY7" fmla="*/ 0 h 9701"/>
                <a:gd name="connsiteX8" fmla="*/ 1623 w 8347"/>
                <a:gd name="connsiteY8" fmla="*/ 307 h 9701"/>
                <a:gd name="connsiteX9" fmla="*/ 1531 w 8347"/>
                <a:gd name="connsiteY9" fmla="*/ 702 h 9701"/>
                <a:gd name="connsiteX10" fmla="*/ 1391 w 8347"/>
                <a:gd name="connsiteY10" fmla="*/ 1098 h 9701"/>
                <a:gd name="connsiteX11" fmla="*/ 1020 w 8347"/>
                <a:gd name="connsiteY11" fmla="*/ 1317 h 9701"/>
                <a:gd name="connsiteX12" fmla="*/ 696 w 8347"/>
                <a:gd name="connsiteY12" fmla="*/ 1536 h 9701"/>
                <a:gd name="connsiteX13" fmla="*/ 0 w 8347"/>
                <a:gd name="connsiteY13" fmla="*/ 1668 h 9701"/>
                <a:gd name="connsiteX14" fmla="*/ 6632 w 8347"/>
                <a:gd name="connsiteY14" fmla="*/ 9702 h 9701"/>
                <a:gd name="connsiteX15" fmla="*/ 6585 w 8347"/>
                <a:gd name="connsiteY15" fmla="*/ 9438 h 9701"/>
                <a:gd name="connsiteX16" fmla="*/ 6585 w 8347"/>
                <a:gd name="connsiteY16" fmla="*/ 9307 h 9701"/>
                <a:gd name="connsiteX17" fmla="*/ 6539 w 8347"/>
                <a:gd name="connsiteY17" fmla="*/ 9219 h 9701"/>
                <a:gd name="connsiteX18" fmla="*/ 6678 w 8347"/>
                <a:gd name="connsiteY18" fmla="*/ 8912 h 9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347" h="9701">
                  <a:moveTo>
                    <a:pt x="6771" y="8956"/>
                  </a:moveTo>
                  <a:cubicBezTo>
                    <a:pt x="6771" y="8956"/>
                    <a:pt x="6817" y="8692"/>
                    <a:pt x="6957" y="8560"/>
                  </a:cubicBezTo>
                  <a:cubicBezTo>
                    <a:pt x="7049" y="8429"/>
                    <a:pt x="7188" y="8385"/>
                    <a:pt x="7281" y="8341"/>
                  </a:cubicBezTo>
                  <a:cubicBezTo>
                    <a:pt x="7374" y="8297"/>
                    <a:pt x="7420" y="8165"/>
                    <a:pt x="7560" y="8165"/>
                  </a:cubicBezTo>
                  <a:cubicBezTo>
                    <a:pt x="7560" y="8165"/>
                    <a:pt x="7652" y="8165"/>
                    <a:pt x="7699" y="8165"/>
                  </a:cubicBezTo>
                  <a:cubicBezTo>
                    <a:pt x="7699" y="8165"/>
                    <a:pt x="7745" y="8121"/>
                    <a:pt x="7791" y="8121"/>
                  </a:cubicBezTo>
                  <a:lnTo>
                    <a:pt x="8348" y="8121"/>
                  </a:lnTo>
                  <a:lnTo>
                    <a:pt x="1623" y="0"/>
                  </a:lnTo>
                  <a:lnTo>
                    <a:pt x="1623" y="307"/>
                  </a:lnTo>
                  <a:cubicBezTo>
                    <a:pt x="1623" y="307"/>
                    <a:pt x="1623" y="571"/>
                    <a:pt x="1531" y="702"/>
                  </a:cubicBezTo>
                  <a:cubicBezTo>
                    <a:pt x="1531" y="834"/>
                    <a:pt x="1531" y="966"/>
                    <a:pt x="1391" y="1098"/>
                  </a:cubicBezTo>
                  <a:cubicBezTo>
                    <a:pt x="1298" y="1229"/>
                    <a:pt x="1159" y="1273"/>
                    <a:pt x="1020" y="1317"/>
                  </a:cubicBezTo>
                  <a:cubicBezTo>
                    <a:pt x="928" y="1361"/>
                    <a:pt x="835" y="1492"/>
                    <a:pt x="696" y="1536"/>
                  </a:cubicBezTo>
                  <a:lnTo>
                    <a:pt x="0" y="1668"/>
                  </a:lnTo>
                  <a:lnTo>
                    <a:pt x="6632" y="9702"/>
                  </a:lnTo>
                  <a:cubicBezTo>
                    <a:pt x="6632" y="9702"/>
                    <a:pt x="6632" y="9526"/>
                    <a:pt x="6585" y="9438"/>
                  </a:cubicBezTo>
                  <a:cubicBezTo>
                    <a:pt x="6585" y="9438"/>
                    <a:pt x="6585" y="9351"/>
                    <a:pt x="6585" y="9307"/>
                  </a:cubicBezTo>
                  <a:cubicBezTo>
                    <a:pt x="6585" y="9307"/>
                    <a:pt x="6539" y="9263"/>
                    <a:pt x="6539" y="9219"/>
                  </a:cubicBezTo>
                  <a:cubicBezTo>
                    <a:pt x="6539" y="9087"/>
                    <a:pt x="6632" y="9043"/>
                    <a:pt x="6678" y="891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5" name="Freeform: Shape 2474">
              <a:extLst>
                <a:ext uri="{FF2B5EF4-FFF2-40B4-BE49-F238E27FC236}">
                  <a16:creationId xmlns:a16="http://schemas.microsoft.com/office/drawing/2014/main" id="{0E6EA875-ACF7-03B6-7A18-CA3225BCBF6A}"/>
                </a:ext>
              </a:extLst>
            </p:cNvPr>
            <p:cNvSpPr>
              <a:spLocks/>
            </p:cNvSpPr>
            <p:nvPr/>
          </p:nvSpPr>
          <p:spPr>
            <a:xfrm>
              <a:off x="5884544" y="3781278"/>
              <a:ext cx="150108" cy="195203"/>
            </a:xfrm>
            <a:custGeom>
              <a:avLst/>
              <a:gdLst>
                <a:gd name="connsiteX0" fmla="*/ 7209 w 100566"/>
                <a:gd name="connsiteY0" fmla="*/ 121471 h 130778"/>
                <a:gd name="connsiteX1" fmla="*/ 7209 w 100566"/>
                <a:gd name="connsiteY1" fmla="*/ 111506 h 130778"/>
                <a:gd name="connsiteX2" fmla="*/ 25992 w 100566"/>
                <a:gd name="connsiteY2" fmla="*/ 93200 h 130778"/>
                <a:gd name="connsiteX3" fmla="*/ 31604 w 100566"/>
                <a:gd name="connsiteY3" fmla="*/ 95878 h 130778"/>
                <a:gd name="connsiteX4" fmla="*/ 32577 w 100566"/>
                <a:gd name="connsiteY4" fmla="*/ 95878 h 130778"/>
                <a:gd name="connsiteX5" fmla="*/ 33227 w 100566"/>
                <a:gd name="connsiteY5" fmla="*/ 95175 h 130778"/>
                <a:gd name="connsiteX6" fmla="*/ 34294 w 100566"/>
                <a:gd name="connsiteY6" fmla="*/ 91707 h 130778"/>
                <a:gd name="connsiteX7" fmla="*/ 40137 w 100566"/>
                <a:gd name="connsiteY7" fmla="*/ 100136 h 130778"/>
                <a:gd name="connsiteX8" fmla="*/ 41111 w 100566"/>
                <a:gd name="connsiteY8" fmla="*/ 100619 h 130778"/>
                <a:gd name="connsiteX9" fmla="*/ 49227 w 100566"/>
                <a:gd name="connsiteY9" fmla="*/ 100619 h 130778"/>
                <a:gd name="connsiteX10" fmla="*/ 50294 w 100566"/>
                <a:gd name="connsiteY10" fmla="*/ 99960 h 130778"/>
                <a:gd name="connsiteX11" fmla="*/ 53030 w 100566"/>
                <a:gd name="connsiteY11" fmla="*/ 93727 h 130778"/>
                <a:gd name="connsiteX12" fmla="*/ 56184 w 100566"/>
                <a:gd name="connsiteY12" fmla="*/ 91971 h 130778"/>
                <a:gd name="connsiteX13" fmla="*/ 56740 w 100566"/>
                <a:gd name="connsiteY13" fmla="*/ 91005 h 130778"/>
                <a:gd name="connsiteX14" fmla="*/ 56740 w 100566"/>
                <a:gd name="connsiteY14" fmla="*/ 85605 h 130778"/>
                <a:gd name="connsiteX15" fmla="*/ 62027 w 100566"/>
                <a:gd name="connsiteY15" fmla="*/ 78757 h 130778"/>
                <a:gd name="connsiteX16" fmla="*/ 62259 w 100566"/>
                <a:gd name="connsiteY16" fmla="*/ 78142 h 130778"/>
                <a:gd name="connsiteX17" fmla="*/ 62537 w 100566"/>
                <a:gd name="connsiteY17" fmla="*/ 71382 h 130778"/>
                <a:gd name="connsiteX18" fmla="*/ 71210 w 100566"/>
                <a:gd name="connsiteY18" fmla="*/ 66992 h 130778"/>
                <a:gd name="connsiteX19" fmla="*/ 71813 w 100566"/>
                <a:gd name="connsiteY19" fmla="*/ 65894 h 130778"/>
                <a:gd name="connsiteX20" fmla="*/ 70746 w 100566"/>
                <a:gd name="connsiteY20" fmla="*/ 57948 h 130778"/>
                <a:gd name="connsiteX21" fmla="*/ 77146 w 100566"/>
                <a:gd name="connsiteY21" fmla="*/ 55533 h 130778"/>
                <a:gd name="connsiteX22" fmla="*/ 77888 w 100566"/>
                <a:gd name="connsiteY22" fmla="*/ 54568 h 130778"/>
                <a:gd name="connsiteX23" fmla="*/ 78166 w 100566"/>
                <a:gd name="connsiteY23" fmla="*/ 47193 h 130778"/>
                <a:gd name="connsiteX24" fmla="*/ 81969 w 100566"/>
                <a:gd name="connsiteY24" fmla="*/ 45042 h 130778"/>
                <a:gd name="connsiteX25" fmla="*/ 82526 w 100566"/>
                <a:gd name="connsiteY25" fmla="*/ 44295 h 130778"/>
                <a:gd name="connsiteX26" fmla="*/ 83963 w 100566"/>
                <a:gd name="connsiteY26" fmla="*/ 36525 h 130778"/>
                <a:gd name="connsiteX27" fmla="*/ 87627 w 100566"/>
                <a:gd name="connsiteY27" fmla="*/ 29852 h 130778"/>
                <a:gd name="connsiteX28" fmla="*/ 93610 w 100566"/>
                <a:gd name="connsiteY28" fmla="*/ 29852 h 130778"/>
                <a:gd name="connsiteX29" fmla="*/ 94352 w 100566"/>
                <a:gd name="connsiteY29" fmla="*/ 29589 h 130778"/>
                <a:gd name="connsiteX30" fmla="*/ 100149 w 100566"/>
                <a:gd name="connsiteY30" fmla="*/ 24935 h 130778"/>
                <a:gd name="connsiteX31" fmla="*/ 100567 w 100566"/>
                <a:gd name="connsiteY31" fmla="*/ 24101 h 130778"/>
                <a:gd name="connsiteX32" fmla="*/ 100567 w 100566"/>
                <a:gd name="connsiteY32" fmla="*/ 15848 h 130778"/>
                <a:gd name="connsiteX33" fmla="*/ 100149 w 100566"/>
                <a:gd name="connsiteY33" fmla="*/ 15014 h 130778"/>
                <a:gd name="connsiteX34" fmla="*/ 93332 w 100566"/>
                <a:gd name="connsiteY34" fmla="*/ 8999 h 130778"/>
                <a:gd name="connsiteX35" fmla="*/ 92590 w 100566"/>
                <a:gd name="connsiteY35" fmla="*/ 4522 h 130778"/>
                <a:gd name="connsiteX36" fmla="*/ 91848 w 100566"/>
                <a:gd name="connsiteY36" fmla="*/ 1010 h 130778"/>
                <a:gd name="connsiteX37" fmla="*/ 90410 w 100566"/>
                <a:gd name="connsiteY37" fmla="*/ 1010 h 130778"/>
                <a:gd name="connsiteX38" fmla="*/ 89297 w 100566"/>
                <a:gd name="connsiteY38" fmla="*/ 0 h 130778"/>
                <a:gd name="connsiteX39" fmla="*/ 89297 w 100566"/>
                <a:gd name="connsiteY39" fmla="*/ 132 h 130778"/>
                <a:gd name="connsiteX40" fmla="*/ 89343 w 100566"/>
                <a:gd name="connsiteY40" fmla="*/ 395 h 130778"/>
                <a:gd name="connsiteX41" fmla="*/ 90225 w 100566"/>
                <a:gd name="connsiteY41" fmla="*/ 4566 h 130778"/>
                <a:gd name="connsiteX42" fmla="*/ 91013 w 100566"/>
                <a:gd name="connsiteY42" fmla="*/ 8956 h 130778"/>
                <a:gd name="connsiteX43" fmla="*/ 98248 w 100566"/>
                <a:gd name="connsiteY43" fmla="*/ 16331 h 130778"/>
                <a:gd name="connsiteX44" fmla="*/ 98248 w 100566"/>
                <a:gd name="connsiteY44" fmla="*/ 23530 h 130778"/>
                <a:gd name="connsiteX45" fmla="*/ 93193 w 100566"/>
                <a:gd name="connsiteY45" fmla="*/ 27613 h 130778"/>
                <a:gd name="connsiteX46" fmla="*/ 86932 w 100566"/>
                <a:gd name="connsiteY46" fmla="*/ 27613 h 130778"/>
                <a:gd name="connsiteX47" fmla="*/ 85911 w 100566"/>
                <a:gd name="connsiteY47" fmla="*/ 28184 h 130778"/>
                <a:gd name="connsiteX48" fmla="*/ 81876 w 100566"/>
                <a:gd name="connsiteY48" fmla="*/ 35603 h 130778"/>
                <a:gd name="connsiteX49" fmla="*/ 81784 w 100566"/>
                <a:gd name="connsiteY49" fmla="*/ 35910 h 130778"/>
                <a:gd name="connsiteX50" fmla="*/ 80439 w 100566"/>
                <a:gd name="connsiteY50" fmla="*/ 43373 h 130778"/>
                <a:gd name="connsiteX51" fmla="*/ 76543 w 100566"/>
                <a:gd name="connsiteY51" fmla="*/ 45568 h 130778"/>
                <a:gd name="connsiteX52" fmla="*/ 75987 w 100566"/>
                <a:gd name="connsiteY52" fmla="*/ 46490 h 130778"/>
                <a:gd name="connsiteX53" fmla="*/ 75708 w 100566"/>
                <a:gd name="connsiteY53" fmla="*/ 53734 h 130778"/>
                <a:gd name="connsiteX54" fmla="*/ 69169 w 100566"/>
                <a:gd name="connsiteY54" fmla="*/ 56192 h 130778"/>
                <a:gd name="connsiteX55" fmla="*/ 68427 w 100566"/>
                <a:gd name="connsiteY55" fmla="*/ 57333 h 130778"/>
                <a:gd name="connsiteX56" fmla="*/ 69494 w 100566"/>
                <a:gd name="connsiteY56" fmla="*/ 65367 h 130778"/>
                <a:gd name="connsiteX57" fmla="*/ 60914 w 100566"/>
                <a:gd name="connsiteY57" fmla="*/ 69669 h 130778"/>
                <a:gd name="connsiteX58" fmla="*/ 60311 w 100566"/>
                <a:gd name="connsiteY58" fmla="*/ 70591 h 130778"/>
                <a:gd name="connsiteX59" fmla="*/ 60033 w 100566"/>
                <a:gd name="connsiteY59" fmla="*/ 77659 h 130778"/>
                <a:gd name="connsiteX60" fmla="*/ 54746 w 100566"/>
                <a:gd name="connsiteY60" fmla="*/ 84508 h 130778"/>
                <a:gd name="connsiteX61" fmla="*/ 54514 w 100566"/>
                <a:gd name="connsiteY61" fmla="*/ 85166 h 130778"/>
                <a:gd name="connsiteX62" fmla="*/ 54514 w 100566"/>
                <a:gd name="connsiteY62" fmla="*/ 90302 h 130778"/>
                <a:gd name="connsiteX63" fmla="*/ 51592 w 100566"/>
                <a:gd name="connsiteY63" fmla="*/ 91927 h 130778"/>
                <a:gd name="connsiteX64" fmla="*/ 51128 w 100566"/>
                <a:gd name="connsiteY64" fmla="*/ 92454 h 130778"/>
                <a:gd name="connsiteX65" fmla="*/ 48531 w 100566"/>
                <a:gd name="connsiteY65" fmla="*/ 98380 h 130778"/>
                <a:gd name="connsiteX66" fmla="*/ 41807 w 100566"/>
                <a:gd name="connsiteY66" fmla="*/ 98380 h 130778"/>
                <a:gd name="connsiteX67" fmla="*/ 34896 w 100566"/>
                <a:gd name="connsiteY67" fmla="*/ 88458 h 130778"/>
                <a:gd name="connsiteX68" fmla="*/ 33737 w 100566"/>
                <a:gd name="connsiteY68" fmla="*/ 87976 h 130778"/>
                <a:gd name="connsiteX69" fmla="*/ 32809 w 100566"/>
                <a:gd name="connsiteY69" fmla="*/ 88766 h 130778"/>
                <a:gd name="connsiteX70" fmla="*/ 31464 w 100566"/>
                <a:gd name="connsiteY70" fmla="*/ 93244 h 130778"/>
                <a:gd name="connsiteX71" fmla="*/ 26317 w 100566"/>
                <a:gd name="connsiteY71" fmla="*/ 90829 h 130778"/>
                <a:gd name="connsiteX72" fmla="*/ 24972 w 100566"/>
                <a:gd name="connsiteY72" fmla="*/ 91049 h 130778"/>
                <a:gd name="connsiteX73" fmla="*/ 5261 w 100566"/>
                <a:gd name="connsiteY73" fmla="*/ 110277 h 130778"/>
                <a:gd name="connsiteX74" fmla="*/ 4937 w 100566"/>
                <a:gd name="connsiteY74" fmla="*/ 111023 h 130778"/>
                <a:gd name="connsiteX75" fmla="*/ 4937 w 100566"/>
                <a:gd name="connsiteY75" fmla="*/ 121164 h 130778"/>
                <a:gd name="connsiteX76" fmla="*/ 1319 w 100566"/>
                <a:gd name="connsiteY76" fmla="*/ 127222 h 130778"/>
                <a:gd name="connsiteX77" fmla="*/ 160 w 100566"/>
                <a:gd name="connsiteY77" fmla="*/ 129154 h 130778"/>
                <a:gd name="connsiteX78" fmla="*/ 577 w 100566"/>
                <a:gd name="connsiteY78" fmla="*/ 130647 h 130778"/>
                <a:gd name="connsiteX79" fmla="*/ 1134 w 100566"/>
                <a:gd name="connsiteY79" fmla="*/ 130778 h 130778"/>
                <a:gd name="connsiteX80" fmla="*/ 2154 w 100566"/>
                <a:gd name="connsiteY80" fmla="*/ 130208 h 130778"/>
                <a:gd name="connsiteX81" fmla="*/ 2525 w 100566"/>
                <a:gd name="connsiteY81" fmla="*/ 129549 h 130778"/>
                <a:gd name="connsiteX82" fmla="*/ 7070 w 100566"/>
                <a:gd name="connsiteY82" fmla="*/ 121954 h 130778"/>
                <a:gd name="connsiteX83" fmla="*/ 7209 w 100566"/>
                <a:gd name="connsiteY83" fmla="*/ 121427 h 13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00566" h="130778">
                  <a:moveTo>
                    <a:pt x="7209" y="121471"/>
                  </a:moveTo>
                  <a:lnTo>
                    <a:pt x="7209" y="111506"/>
                  </a:lnTo>
                  <a:lnTo>
                    <a:pt x="25992" y="93200"/>
                  </a:lnTo>
                  <a:lnTo>
                    <a:pt x="31604" y="95878"/>
                  </a:lnTo>
                  <a:cubicBezTo>
                    <a:pt x="31882" y="96009"/>
                    <a:pt x="32253" y="96053"/>
                    <a:pt x="32577" y="95878"/>
                  </a:cubicBezTo>
                  <a:cubicBezTo>
                    <a:pt x="32902" y="95746"/>
                    <a:pt x="33134" y="95483"/>
                    <a:pt x="33227" y="95175"/>
                  </a:cubicBezTo>
                  <a:lnTo>
                    <a:pt x="34294" y="91707"/>
                  </a:lnTo>
                  <a:lnTo>
                    <a:pt x="40137" y="100136"/>
                  </a:lnTo>
                  <a:cubicBezTo>
                    <a:pt x="40369" y="100443"/>
                    <a:pt x="40693" y="100619"/>
                    <a:pt x="41111" y="100619"/>
                  </a:cubicBezTo>
                  <a:lnTo>
                    <a:pt x="49227" y="100619"/>
                  </a:lnTo>
                  <a:cubicBezTo>
                    <a:pt x="49691" y="100619"/>
                    <a:pt x="50108" y="100356"/>
                    <a:pt x="50294" y="99960"/>
                  </a:cubicBezTo>
                  <a:lnTo>
                    <a:pt x="53030" y="93727"/>
                  </a:lnTo>
                  <a:lnTo>
                    <a:pt x="56184" y="91971"/>
                  </a:lnTo>
                  <a:cubicBezTo>
                    <a:pt x="56555" y="91795"/>
                    <a:pt x="56740" y="91400"/>
                    <a:pt x="56740" y="91005"/>
                  </a:cubicBezTo>
                  <a:lnTo>
                    <a:pt x="56740" y="85605"/>
                  </a:lnTo>
                  <a:lnTo>
                    <a:pt x="62027" y="78757"/>
                  </a:lnTo>
                  <a:cubicBezTo>
                    <a:pt x="62027" y="78757"/>
                    <a:pt x="62259" y="78362"/>
                    <a:pt x="62259" y="78142"/>
                  </a:cubicBezTo>
                  <a:lnTo>
                    <a:pt x="62537" y="71382"/>
                  </a:lnTo>
                  <a:lnTo>
                    <a:pt x="71210" y="66992"/>
                  </a:lnTo>
                  <a:cubicBezTo>
                    <a:pt x="71627" y="66772"/>
                    <a:pt x="71859" y="66333"/>
                    <a:pt x="71813" y="65894"/>
                  </a:cubicBezTo>
                  <a:lnTo>
                    <a:pt x="70746" y="57948"/>
                  </a:lnTo>
                  <a:lnTo>
                    <a:pt x="77146" y="55533"/>
                  </a:lnTo>
                  <a:cubicBezTo>
                    <a:pt x="77563" y="55358"/>
                    <a:pt x="77842" y="55007"/>
                    <a:pt x="77888" y="54568"/>
                  </a:cubicBezTo>
                  <a:lnTo>
                    <a:pt x="78166" y="47193"/>
                  </a:lnTo>
                  <a:lnTo>
                    <a:pt x="81969" y="45042"/>
                  </a:lnTo>
                  <a:cubicBezTo>
                    <a:pt x="82248" y="44866"/>
                    <a:pt x="82479" y="44602"/>
                    <a:pt x="82526" y="44295"/>
                  </a:cubicBezTo>
                  <a:lnTo>
                    <a:pt x="83963" y="36525"/>
                  </a:lnTo>
                  <a:lnTo>
                    <a:pt x="87627" y="29852"/>
                  </a:lnTo>
                  <a:lnTo>
                    <a:pt x="93610" y="29852"/>
                  </a:lnTo>
                  <a:cubicBezTo>
                    <a:pt x="93888" y="29852"/>
                    <a:pt x="94167" y="29764"/>
                    <a:pt x="94352" y="29589"/>
                  </a:cubicBezTo>
                  <a:lnTo>
                    <a:pt x="100149" y="24935"/>
                  </a:lnTo>
                  <a:cubicBezTo>
                    <a:pt x="100427" y="24716"/>
                    <a:pt x="100567" y="24408"/>
                    <a:pt x="100567" y="24101"/>
                  </a:cubicBezTo>
                  <a:lnTo>
                    <a:pt x="100567" y="15848"/>
                  </a:lnTo>
                  <a:cubicBezTo>
                    <a:pt x="100567" y="15541"/>
                    <a:pt x="100427" y="15233"/>
                    <a:pt x="100149" y="15014"/>
                  </a:cubicBezTo>
                  <a:cubicBezTo>
                    <a:pt x="97135" y="12599"/>
                    <a:pt x="93610" y="9526"/>
                    <a:pt x="93332" y="8999"/>
                  </a:cubicBezTo>
                  <a:cubicBezTo>
                    <a:pt x="93332" y="8429"/>
                    <a:pt x="92961" y="6497"/>
                    <a:pt x="92590" y="4522"/>
                  </a:cubicBezTo>
                  <a:cubicBezTo>
                    <a:pt x="92311" y="3249"/>
                    <a:pt x="92079" y="1976"/>
                    <a:pt x="91848" y="1010"/>
                  </a:cubicBezTo>
                  <a:lnTo>
                    <a:pt x="90410" y="1010"/>
                  </a:lnTo>
                  <a:cubicBezTo>
                    <a:pt x="89807" y="1010"/>
                    <a:pt x="89343" y="571"/>
                    <a:pt x="89297" y="0"/>
                  </a:cubicBezTo>
                  <a:cubicBezTo>
                    <a:pt x="89297" y="0"/>
                    <a:pt x="89297" y="88"/>
                    <a:pt x="89297" y="132"/>
                  </a:cubicBezTo>
                  <a:cubicBezTo>
                    <a:pt x="89297" y="219"/>
                    <a:pt x="89297" y="307"/>
                    <a:pt x="89343" y="395"/>
                  </a:cubicBezTo>
                  <a:cubicBezTo>
                    <a:pt x="89668" y="1800"/>
                    <a:pt x="89946" y="3249"/>
                    <a:pt x="90225" y="4566"/>
                  </a:cubicBezTo>
                  <a:cubicBezTo>
                    <a:pt x="90688" y="6804"/>
                    <a:pt x="91013" y="8561"/>
                    <a:pt x="91013" y="8956"/>
                  </a:cubicBezTo>
                  <a:cubicBezTo>
                    <a:pt x="91013" y="9438"/>
                    <a:pt x="91013" y="10536"/>
                    <a:pt x="98248" y="16331"/>
                  </a:cubicBezTo>
                  <a:lnTo>
                    <a:pt x="98248" y="23530"/>
                  </a:lnTo>
                  <a:lnTo>
                    <a:pt x="93193" y="27613"/>
                  </a:lnTo>
                  <a:lnTo>
                    <a:pt x="86932" y="27613"/>
                  </a:lnTo>
                  <a:cubicBezTo>
                    <a:pt x="86514" y="27613"/>
                    <a:pt x="86097" y="27832"/>
                    <a:pt x="85911" y="28184"/>
                  </a:cubicBezTo>
                  <a:lnTo>
                    <a:pt x="81876" y="35603"/>
                  </a:lnTo>
                  <a:cubicBezTo>
                    <a:pt x="81876" y="35603"/>
                    <a:pt x="81784" y="35822"/>
                    <a:pt x="81784" y="35910"/>
                  </a:cubicBezTo>
                  <a:lnTo>
                    <a:pt x="80439" y="43373"/>
                  </a:lnTo>
                  <a:lnTo>
                    <a:pt x="76543" y="45568"/>
                  </a:lnTo>
                  <a:cubicBezTo>
                    <a:pt x="76219" y="45744"/>
                    <a:pt x="75987" y="46095"/>
                    <a:pt x="75987" y="46490"/>
                  </a:cubicBezTo>
                  <a:lnTo>
                    <a:pt x="75708" y="53734"/>
                  </a:lnTo>
                  <a:lnTo>
                    <a:pt x="69169" y="56192"/>
                  </a:lnTo>
                  <a:cubicBezTo>
                    <a:pt x="68659" y="56368"/>
                    <a:pt x="68381" y="56851"/>
                    <a:pt x="68427" y="57333"/>
                  </a:cubicBezTo>
                  <a:lnTo>
                    <a:pt x="69494" y="65367"/>
                  </a:lnTo>
                  <a:lnTo>
                    <a:pt x="60914" y="69669"/>
                  </a:lnTo>
                  <a:cubicBezTo>
                    <a:pt x="60543" y="69845"/>
                    <a:pt x="60311" y="70196"/>
                    <a:pt x="60311" y="70591"/>
                  </a:cubicBezTo>
                  <a:lnTo>
                    <a:pt x="60033" y="77659"/>
                  </a:lnTo>
                  <a:lnTo>
                    <a:pt x="54746" y="84508"/>
                  </a:lnTo>
                  <a:cubicBezTo>
                    <a:pt x="54746" y="84508"/>
                    <a:pt x="54514" y="84903"/>
                    <a:pt x="54514" y="85166"/>
                  </a:cubicBezTo>
                  <a:lnTo>
                    <a:pt x="54514" y="90302"/>
                  </a:lnTo>
                  <a:lnTo>
                    <a:pt x="51592" y="91927"/>
                  </a:lnTo>
                  <a:cubicBezTo>
                    <a:pt x="51592" y="91927"/>
                    <a:pt x="51221" y="92234"/>
                    <a:pt x="51128" y="92454"/>
                  </a:cubicBezTo>
                  <a:lnTo>
                    <a:pt x="48531" y="98380"/>
                  </a:lnTo>
                  <a:lnTo>
                    <a:pt x="41807" y="98380"/>
                  </a:lnTo>
                  <a:lnTo>
                    <a:pt x="34896" y="88458"/>
                  </a:lnTo>
                  <a:cubicBezTo>
                    <a:pt x="34664" y="88107"/>
                    <a:pt x="34201" y="87932"/>
                    <a:pt x="33737" y="87976"/>
                  </a:cubicBezTo>
                  <a:cubicBezTo>
                    <a:pt x="33273" y="88020"/>
                    <a:pt x="32902" y="88327"/>
                    <a:pt x="32809" y="88766"/>
                  </a:cubicBezTo>
                  <a:lnTo>
                    <a:pt x="31464" y="93244"/>
                  </a:lnTo>
                  <a:lnTo>
                    <a:pt x="26317" y="90829"/>
                  </a:lnTo>
                  <a:cubicBezTo>
                    <a:pt x="25853" y="90610"/>
                    <a:pt x="25343" y="90697"/>
                    <a:pt x="24972" y="91049"/>
                  </a:cubicBezTo>
                  <a:lnTo>
                    <a:pt x="5261" y="110277"/>
                  </a:lnTo>
                  <a:cubicBezTo>
                    <a:pt x="5261" y="110277"/>
                    <a:pt x="4937" y="110760"/>
                    <a:pt x="4937" y="111023"/>
                  </a:cubicBezTo>
                  <a:lnTo>
                    <a:pt x="4937" y="121164"/>
                  </a:lnTo>
                  <a:lnTo>
                    <a:pt x="1319" y="127222"/>
                  </a:lnTo>
                  <a:lnTo>
                    <a:pt x="160" y="129154"/>
                  </a:lnTo>
                  <a:cubicBezTo>
                    <a:pt x="-165" y="129681"/>
                    <a:pt x="21" y="130339"/>
                    <a:pt x="577" y="130647"/>
                  </a:cubicBezTo>
                  <a:cubicBezTo>
                    <a:pt x="763" y="130734"/>
                    <a:pt x="948" y="130778"/>
                    <a:pt x="1134" y="130778"/>
                  </a:cubicBezTo>
                  <a:cubicBezTo>
                    <a:pt x="1551" y="130778"/>
                    <a:pt x="1922" y="130559"/>
                    <a:pt x="2154" y="130208"/>
                  </a:cubicBezTo>
                  <a:lnTo>
                    <a:pt x="2525" y="129549"/>
                  </a:lnTo>
                  <a:lnTo>
                    <a:pt x="7070" y="121954"/>
                  </a:lnTo>
                  <a:cubicBezTo>
                    <a:pt x="7070" y="121954"/>
                    <a:pt x="7209" y="121603"/>
                    <a:pt x="7209" y="1214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6" name="Freeform: Shape 2475">
              <a:extLst>
                <a:ext uri="{FF2B5EF4-FFF2-40B4-BE49-F238E27FC236}">
                  <a16:creationId xmlns:a16="http://schemas.microsoft.com/office/drawing/2014/main" id="{306FDEA6-4C39-84FC-3158-FDFA6860DD5A}"/>
                </a:ext>
              </a:extLst>
            </p:cNvPr>
            <p:cNvSpPr>
              <a:spLocks/>
            </p:cNvSpPr>
            <p:nvPr/>
          </p:nvSpPr>
          <p:spPr>
            <a:xfrm>
              <a:off x="6018661" y="3779575"/>
              <a:ext cx="623" cy="262"/>
            </a:xfrm>
            <a:custGeom>
              <a:avLst/>
              <a:gdLst>
                <a:gd name="connsiteX0" fmla="*/ 0 w 417"/>
                <a:gd name="connsiteY0" fmla="*/ 176 h 175"/>
                <a:gd name="connsiteX1" fmla="*/ 417 w 417"/>
                <a:gd name="connsiteY1" fmla="*/ 0 h 175"/>
                <a:gd name="connsiteX2" fmla="*/ 278 w 417"/>
                <a:gd name="connsiteY2" fmla="*/ 0 h 175"/>
                <a:gd name="connsiteX3" fmla="*/ 0 w 417"/>
                <a:gd name="connsiteY3" fmla="*/ 176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7" h="175">
                  <a:moveTo>
                    <a:pt x="0" y="176"/>
                  </a:moveTo>
                  <a:cubicBezTo>
                    <a:pt x="0" y="176"/>
                    <a:pt x="232" y="44"/>
                    <a:pt x="417" y="0"/>
                  </a:cubicBezTo>
                  <a:cubicBezTo>
                    <a:pt x="417" y="0"/>
                    <a:pt x="325" y="0"/>
                    <a:pt x="278" y="0"/>
                  </a:cubicBezTo>
                  <a:cubicBezTo>
                    <a:pt x="139" y="0"/>
                    <a:pt x="93" y="132"/>
                    <a:pt x="0" y="1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7" name="Freeform: Shape 2476">
              <a:extLst>
                <a:ext uri="{FF2B5EF4-FFF2-40B4-BE49-F238E27FC236}">
                  <a16:creationId xmlns:a16="http://schemas.microsoft.com/office/drawing/2014/main" id="{705D7D0E-B358-1ADA-C1C0-23B15355AC69}"/>
                </a:ext>
              </a:extLst>
            </p:cNvPr>
            <p:cNvSpPr>
              <a:spLocks/>
            </p:cNvSpPr>
            <p:nvPr/>
          </p:nvSpPr>
          <p:spPr>
            <a:xfrm>
              <a:off x="6017900" y="3780164"/>
              <a:ext cx="277" cy="590"/>
            </a:xfrm>
            <a:custGeom>
              <a:avLst/>
              <a:gdLst>
                <a:gd name="connsiteX0" fmla="*/ 0 w 185"/>
                <a:gd name="connsiteY0" fmla="*/ 395 h 395"/>
                <a:gd name="connsiteX1" fmla="*/ 185 w 185"/>
                <a:gd name="connsiteY1" fmla="*/ 0 h 395"/>
                <a:gd name="connsiteX2" fmla="*/ 0 w 185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5">
                  <a:moveTo>
                    <a:pt x="0" y="395"/>
                  </a:moveTo>
                  <a:cubicBezTo>
                    <a:pt x="0" y="395"/>
                    <a:pt x="93" y="132"/>
                    <a:pt x="185" y="0"/>
                  </a:cubicBezTo>
                  <a:cubicBezTo>
                    <a:pt x="93" y="132"/>
                    <a:pt x="46" y="220"/>
                    <a:pt x="0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8" name="Freeform: Shape 2477">
              <a:extLst>
                <a:ext uri="{FF2B5EF4-FFF2-40B4-BE49-F238E27FC236}">
                  <a16:creationId xmlns:a16="http://schemas.microsoft.com/office/drawing/2014/main" id="{5171CE6D-2D3C-D3C6-8832-0073694E4DC1}"/>
                </a:ext>
              </a:extLst>
            </p:cNvPr>
            <p:cNvSpPr>
              <a:spLocks/>
            </p:cNvSpPr>
            <p:nvPr/>
          </p:nvSpPr>
          <p:spPr>
            <a:xfrm>
              <a:off x="6010008" y="3768435"/>
              <a:ext cx="206" cy="590"/>
            </a:xfrm>
            <a:custGeom>
              <a:avLst/>
              <a:gdLst>
                <a:gd name="connsiteX0" fmla="*/ 139 w 138"/>
                <a:gd name="connsiteY0" fmla="*/ 0 h 395"/>
                <a:gd name="connsiteX1" fmla="*/ 0 w 138"/>
                <a:gd name="connsiteY1" fmla="*/ 395 h 395"/>
                <a:gd name="connsiteX2" fmla="*/ 139 w 138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" h="395">
                  <a:moveTo>
                    <a:pt x="139" y="0"/>
                  </a:moveTo>
                  <a:cubicBezTo>
                    <a:pt x="139" y="0"/>
                    <a:pt x="139" y="263"/>
                    <a:pt x="0" y="395"/>
                  </a:cubicBezTo>
                  <a:cubicBezTo>
                    <a:pt x="93" y="263"/>
                    <a:pt x="93" y="132"/>
                    <a:pt x="139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9" name="Freeform: Shape 2478">
              <a:extLst>
                <a:ext uri="{FF2B5EF4-FFF2-40B4-BE49-F238E27FC236}">
                  <a16:creationId xmlns:a16="http://schemas.microsoft.com/office/drawing/2014/main" id="{F976DFF2-9BA7-16BE-B6C1-7E4B2CD6BED3}"/>
                </a:ext>
              </a:extLst>
            </p:cNvPr>
            <p:cNvSpPr>
              <a:spLocks/>
            </p:cNvSpPr>
            <p:nvPr/>
          </p:nvSpPr>
          <p:spPr>
            <a:xfrm>
              <a:off x="5768832" y="3762799"/>
              <a:ext cx="240623" cy="50586"/>
            </a:xfrm>
            <a:custGeom>
              <a:avLst/>
              <a:gdLst>
                <a:gd name="connsiteX0" fmla="*/ 160883 w 161207"/>
                <a:gd name="connsiteY0" fmla="*/ 4609 h 33890"/>
                <a:gd name="connsiteX1" fmla="*/ 161207 w 161207"/>
                <a:gd name="connsiteY1" fmla="*/ 4390 h 33890"/>
                <a:gd name="connsiteX2" fmla="*/ 160790 w 161207"/>
                <a:gd name="connsiteY2" fmla="*/ 4609 h 33890"/>
                <a:gd name="connsiteX3" fmla="*/ 160651 w 161207"/>
                <a:gd name="connsiteY3" fmla="*/ 4609 h 33890"/>
                <a:gd name="connsiteX4" fmla="*/ 159491 w 161207"/>
                <a:gd name="connsiteY4" fmla="*/ 3644 h 33890"/>
                <a:gd name="connsiteX5" fmla="*/ 159353 w 161207"/>
                <a:gd name="connsiteY5" fmla="*/ 2634 h 33890"/>
                <a:gd name="connsiteX6" fmla="*/ 155271 w 161207"/>
                <a:gd name="connsiteY6" fmla="*/ 3380 h 33890"/>
                <a:gd name="connsiteX7" fmla="*/ 148222 w 161207"/>
                <a:gd name="connsiteY7" fmla="*/ 4653 h 33890"/>
                <a:gd name="connsiteX8" fmla="*/ 147480 w 161207"/>
                <a:gd name="connsiteY8" fmla="*/ 5092 h 33890"/>
                <a:gd name="connsiteX9" fmla="*/ 142285 w 161207"/>
                <a:gd name="connsiteY9" fmla="*/ 11985 h 33890"/>
                <a:gd name="connsiteX10" fmla="*/ 122483 w 161207"/>
                <a:gd name="connsiteY10" fmla="*/ 6585 h 33890"/>
                <a:gd name="connsiteX11" fmla="*/ 97717 w 161207"/>
                <a:gd name="connsiteY11" fmla="*/ 15848 h 33890"/>
                <a:gd name="connsiteX12" fmla="*/ 86354 w 161207"/>
                <a:gd name="connsiteY12" fmla="*/ 14619 h 33890"/>
                <a:gd name="connsiteX13" fmla="*/ 67989 w 161207"/>
                <a:gd name="connsiteY13" fmla="*/ 8297 h 33890"/>
                <a:gd name="connsiteX14" fmla="*/ 67201 w 161207"/>
                <a:gd name="connsiteY14" fmla="*/ 8297 h 33890"/>
                <a:gd name="connsiteX15" fmla="*/ 54818 w 161207"/>
                <a:gd name="connsiteY15" fmla="*/ 12511 h 33890"/>
                <a:gd name="connsiteX16" fmla="*/ 43734 w 161207"/>
                <a:gd name="connsiteY16" fmla="*/ 2239 h 33890"/>
                <a:gd name="connsiteX17" fmla="*/ 43131 w 161207"/>
                <a:gd name="connsiteY17" fmla="*/ 1932 h 33890"/>
                <a:gd name="connsiteX18" fmla="*/ 32696 w 161207"/>
                <a:gd name="connsiteY18" fmla="*/ 0 h 33890"/>
                <a:gd name="connsiteX19" fmla="*/ 32139 w 161207"/>
                <a:gd name="connsiteY19" fmla="*/ 0 h 33890"/>
                <a:gd name="connsiteX20" fmla="*/ 9554 w 161207"/>
                <a:gd name="connsiteY20" fmla="*/ 6848 h 33890"/>
                <a:gd name="connsiteX21" fmla="*/ 8765 w 161207"/>
                <a:gd name="connsiteY21" fmla="*/ 7639 h 33890"/>
                <a:gd name="connsiteX22" fmla="*/ 7096 w 161207"/>
                <a:gd name="connsiteY22" fmla="*/ 14531 h 33890"/>
                <a:gd name="connsiteX23" fmla="*/ 1762 w 161207"/>
                <a:gd name="connsiteY23" fmla="*/ 20633 h 33890"/>
                <a:gd name="connsiteX24" fmla="*/ 1484 w 161207"/>
                <a:gd name="connsiteY24" fmla="*/ 21204 h 33890"/>
                <a:gd name="connsiteX25" fmla="*/ 325 w 161207"/>
                <a:gd name="connsiteY25" fmla="*/ 30291 h 33890"/>
                <a:gd name="connsiteX26" fmla="*/ 0 w 161207"/>
                <a:gd name="connsiteY26" fmla="*/ 32706 h 33890"/>
                <a:gd name="connsiteX27" fmla="*/ 0 w 161207"/>
                <a:gd name="connsiteY27" fmla="*/ 32749 h 33890"/>
                <a:gd name="connsiteX28" fmla="*/ 974 w 161207"/>
                <a:gd name="connsiteY28" fmla="*/ 33891 h 33890"/>
                <a:gd name="connsiteX29" fmla="*/ 1113 w 161207"/>
                <a:gd name="connsiteY29" fmla="*/ 33891 h 33890"/>
                <a:gd name="connsiteX30" fmla="*/ 2272 w 161207"/>
                <a:gd name="connsiteY30" fmla="*/ 32925 h 33890"/>
                <a:gd name="connsiteX31" fmla="*/ 2272 w 161207"/>
                <a:gd name="connsiteY31" fmla="*/ 32837 h 33890"/>
                <a:gd name="connsiteX32" fmla="*/ 3664 w 161207"/>
                <a:gd name="connsiteY32" fmla="*/ 21687 h 33890"/>
                <a:gd name="connsiteX33" fmla="*/ 8951 w 161207"/>
                <a:gd name="connsiteY33" fmla="*/ 15628 h 33890"/>
                <a:gd name="connsiteX34" fmla="*/ 9183 w 161207"/>
                <a:gd name="connsiteY34" fmla="*/ 15189 h 33890"/>
                <a:gd name="connsiteX35" fmla="*/ 10760 w 161207"/>
                <a:gd name="connsiteY35" fmla="*/ 8648 h 33890"/>
                <a:gd name="connsiteX36" fmla="*/ 32464 w 161207"/>
                <a:gd name="connsiteY36" fmla="*/ 2063 h 33890"/>
                <a:gd name="connsiteX37" fmla="*/ 42250 w 161207"/>
                <a:gd name="connsiteY37" fmla="*/ 3863 h 33890"/>
                <a:gd name="connsiteX38" fmla="*/ 53612 w 161207"/>
                <a:gd name="connsiteY38" fmla="*/ 14399 h 33890"/>
                <a:gd name="connsiteX39" fmla="*/ 54818 w 161207"/>
                <a:gd name="connsiteY39" fmla="*/ 14662 h 33890"/>
                <a:gd name="connsiteX40" fmla="*/ 67479 w 161207"/>
                <a:gd name="connsiteY40" fmla="*/ 10316 h 33890"/>
                <a:gd name="connsiteX41" fmla="*/ 85705 w 161207"/>
                <a:gd name="connsiteY41" fmla="*/ 16550 h 33890"/>
                <a:gd name="connsiteX42" fmla="*/ 98088 w 161207"/>
                <a:gd name="connsiteY42" fmla="*/ 17911 h 33890"/>
                <a:gd name="connsiteX43" fmla="*/ 99247 w 161207"/>
                <a:gd name="connsiteY43" fmla="*/ 17297 h 33890"/>
                <a:gd name="connsiteX44" fmla="*/ 122158 w 161207"/>
                <a:gd name="connsiteY44" fmla="*/ 8561 h 33890"/>
                <a:gd name="connsiteX45" fmla="*/ 141172 w 161207"/>
                <a:gd name="connsiteY45" fmla="*/ 13960 h 33890"/>
                <a:gd name="connsiteX46" fmla="*/ 142100 w 161207"/>
                <a:gd name="connsiteY46" fmla="*/ 14662 h 33890"/>
                <a:gd name="connsiteX47" fmla="*/ 143213 w 161207"/>
                <a:gd name="connsiteY47" fmla="*/ 14224 h 33890"/>
                <a:gd name="connsiteX48" fmla="*/ 149010 w 161207"/>
                <a:gd name="connsiteY48" fmla="*/ 6541 h 33890"/>
                <a:gd name="connsiteX49" fmla="*/ 157173 w 161207"/>
                <a:gd name="connsiteY49" fmla="*/ 5092 h 33890"/>
                <a:gd name="connsiteX50" fmla="*/ 160048 w 161207"/>
                <a:gd name="connsiteY50" fmla="*/ 4566 h 33890"/>
                <a:gd name="connsiteX51" fmla="*/ 160744 w 161207"/>
                <a:gd name="connsiteY51" fmla="*/ 4434 h 3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61207" h="33890">
                  <a:moveTo>
                    <a:pt x="160883" y="4609"/>
                  </a:moveTo>
                  <a:cubicBezTo>
                    <a:pt x="160883" y="4609"/>
                    <a:pt x="161115" y="4478"/>
                    <a:pt x="161207" y="4390"/>
                  </a:cubicBezTo>
                  <a:cubicBezTo>
                    <a:pt x="161068" y="4478"/>
                    <a:pt x="160976" y="4566"/>
                    <a:pt x="160790" y="4609"/>
                  </a:cubicBezTo>
                  <a:cubicBezTo>
                    <a:pt x="160744" y="4609"/>
                    <a:pt x="160697" y="4609"/>
                    <a:pt x="160651" y="4609"/>
                  </a:cubicBezTo>
                  <a:cubicBezTo>
                    <a:pt x="160094" y="4609"/>
                    <a:pt x="159584" y="4214"/>
                    <a:pt x="159491" y="3644"/>
                  </a:cubicBezTo>
                  <a:lnTo>
                    <a:pt x="159353" y="2634"/>
                  </a:lnTo>
                  <a:lnTo>
                    <a:pt x="155271" y="3380"/>
                  </a:lnTo>
                  <a:lnTo>
                    <a:pt x="148222" y="4653"/>
                  </a:lnTo>
                  <a:cubicBezTo>
                    <a:pt x="147944" y="4697"/>
                    <a:pt x="147665" y="4873"/>
                    <a:pt x="147480" y="5092"/>
                  </a:cubicBezTo>
                  <a:lnTo>
                    <a:pt x="142285" y="11985"/>
                  </a:lnTo>
                  <a:cubicBezTo>
                    <a:pt x="140338" y="10316"/>
                    <a:pt x="135329" y="7726"/>
                    <a:pt x="122483" y="6585"/>
                  </a:cubicBezTo>
                  <a:cubicBezTo>
                    <a:pt x="106158" y="5136"/>
                    <a:pt x="99340" y="13346"/>
                    <a:pt x="97717" y="15848"/>
                  </a:cubicBezTo>
                  <a:lnTo>
                    <a:pt x="86354" y="14619"/>
                  </a:lnTo>
                  <a:lnTo>
                    <a:pt x="67989" y="8297"/>
                  </a:lnTo>
                  <a:cubicBezTo>
                    <a:pt x="67757" y="8209"/>
                    <a:pt x="67479" y="8209"/>
                    <a:pt x="67201" y="8297"/>
                  </a:cubicBezTo>
                  <a:lnTo>
                    <a:pt x="54818" y="12511"/>
                  </a:lnTo>
                  <a:lnTo>
                    <a:pt x="43734" y="2239"/>
                  </a:lnTo>
                  <a:cubicBezTo>
                    <a:pt x="43734" y="2239"/>
                    <a:pt x="43363" y="1976"/>
                    <a:pt x="43131" y="1932"/>
                  </a:cubicBezTo>
                  <a:lnTo>
                    <a:pt x="32696" y="0"/>
                  </a:lnTo>
                  <a:cubicBezTo>
                    <a:pt x="32696" y="0"/>
                    <a:pt x="32325" y="0"/>
                    <a:pt x="32139" y="0"/>
                  </a:cubicBezTo>
                  <a:lnTo>
                    <a:pt x="9554" y="6848"/>
                  </a:lnTo>
                  <a:cubicBezTo>
                    <a:pt x="9183" y="6980"/>
                    <a:pt x="8858" y="7287"/>
                    <a:pt x="8765" y="7639"/>
                  </a:cubicBezTo>
                  <a:lnTo>
                    <a:pt x="7096" y="14531"/>
                  </a:lnTo>
                  <a:lnTo>
                    <a:pt x="1762" y="20633"/>
                  </a:lnTo>
                  <a:cubicBezTo>
                    <a:pt x="1762" y="20633"/>
                    <a:pt x="1531" y="20984"/>
                    <a:pt x="1484" y="21204"/>
                  </a:cubicBezTo>
                  <a:lnTo>
                    <a:pt x="325" y="30291"/>
                  </a:lnTo>
                  <a:lnTo>
                    <a:pt x="0" y="32706"/>
                  </a:lnTo>
                  <a:cubicBezTo>
                    <a:pt x="0" y="32706"/>
                    <a:pt x="0" y="32706"/>
                    <a:pt x="0" y="32749"/>
                  </a:cubicBezTo>
                  <a:cubicBezTo>
                    <a:pt x="0" y="33320"/>
                    <a:pt x="371" y="33847"/>
                    <a:pt x="974" y="33891"/>
                  </a:cubicBezTo>
                  <a:cubicBezTo>
                    <a:pt x="1020" y="33891"/>
                    <a:pt x="1067" y="33891"/>
                    <a:pt x="1113" y="33891"/>
                  </a:cubicBezTo>
                  <a:cubicBezTo>
                    <a:pt x="1670" y="33891"/>
                    <a:pt x="2180" y="33496"/>
                    <a:pt x="2272" y="32925"/>
                  </a:cubicBezTo>
                  <a:lnTo>
                    <a:pt x="2272" y="32837"/>
                  </a:lnTo>
                  <a:cubicBezTo>
                    <a:pt x="2272" y="32837"/>
                    <a:pt x="3664" y="21687"/>
                    <a:pt x="3664" y="21687"/>
                  </a:cubicBezTo>
                  <a:lnTo>
                    <a:pt x="8951" y="15628"/>
                  </a:lnTo>
                  <a:cubicBezTo>
                    <a:pt x="8951" y="15628"/>
                    <a:pt x="9136" y="15321"/>
                    <a:pt x="9183" y="15189"/>
                  </a:cubicBezTo>
                  <a:lnTo>
                    <a:pt x="10760" y="8648"/>
                  </a:lnTo>
                  <a:lnTo>
                    <a:pt x="32464" y="2063"/>
                  </a:lnTo>
                  <a:lnTo>
                    <a:pt x="42250" y="3863"/>
                  </a:lnTo>
                  <a:lnTo>
                    <a:pt x="53612" y="14399"/>
                  </a:lnTo>
                  <a:cubicBezTo>
                    <a:pt x="53937" y="14706"/>
                    <a:pt x="54401" y="14794"/>
                    <a:pt x="54818" y="14662"/>
                  </a:cubicBezTo>
                  <a:lnTo>
                    <a:pt x="67479" y="10316"/>
                  </a:lnTo>
                  <a:lnTo>
                    <a:pt x="85705" y="16550"/>
                  </a:lnTo>
                  <a:lnTo>
                    <a:pt x="98088" y="17911"/>
                  </a:lnTo>
                  <a:cubicBezTo>
                    <a:pt x="98552" y="17911"/>
                    <a:pt x="99062" y="17736"/>
                    <a:pt x="99247" y="17297"/>
                  </a:cubicBezTo>
                  <a:cubicBezTo>
                    <a:pt x="99294" y="17209"/>
                    <a:pt x="104859" y="7024"/>
                    <a:pt x="122158" y="8561"/>
                  </a:cubicBezTo>
                  <a:cubicBezTo>
                    <a:pt x="138900" y="10053"/>
                    <a:pt x="141172" y="13960"/>
                    <a:pt x="141172" y="13960"/>
                  </a:cubicBezTo>
                  <a:cubicBezTo>
                    <a:pt x="141312" y="14355"/>
                    <a:pt x="141682" y="14619"/>
                    <a:pt x="142100" y="14662"/>
                  </a:cubicBezTo>
                  <a:cubicBezTo>
                    <a:pt x="142518" y="14662"/>
                    <a:pt x="142935" y="14531"/>
                    <a:pt x="143213" y="14224"/>
                  </a:cubicBezTo>
                  <a:lnTo>
                    <a:pt x="149010" y="6541"/>
                  </a:lnTo>
                  <a:lnTo>
                    <a:pt x="157173" y="5092"/>
                  </a:lnTo>
                  <a:lnTo>
                    <a:pt x="160048" y="4566"/>
                  </a:lnTo>
                  <a:lnTo>
                    <a:pt x="160744" y="443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0" name="Freeform: Shape 2479">
              <a:extLst>
                <a:ext uri="{FF2B5EF4-FFF2-40B4-BE49-F238E27FC236}">
                  <a16:creationId xmlns:a16="http://schemas.microsoft.com/office/drawing/2014/main" id="{3738A3D1-BB20-672B-257E-1C529F5AA332}"/>
                </a:ext>
              </a:extLst>
            </p:cNvPr>
            <p:cNvSpPr>
              <a:spLocks/>
            </p:cNvSpPr>
            <p:nvPr/>
          </p:nvSpPr>
          <p:spPr>
            <a:xfrm>
              <a:off x="6004679" y="3547938"/>
              <a:ext cx="62304" cy="221741"/>
            </a:xfrm>
            <a:custGeom>
              <a:avLst/>
              <a:gdLst>
                <a:gd name="connsiteX0" fmla="*/ 2644 w 41741"/>
                <a:gd name="connsiteY0" fmla="*/ 136354 h 148557"/>
                <a:gd name="connsiteX1" fmla="*/ 5658 w 41741"/>
                <a:gd name="connsiteY1" fmla="*/ 132183 h 148557"/>
                <a:gd name="connsiteX2" fmla="*/ 5797 w 41741"/>
                <a:gd name="connsiteY2" fmla="*/ 131876 h 148557"/>
                <a:gd name="connsiteX3" fmla="*/ 8023 w 41741"/>
                <a:gd name="connsiteY3" fmla="*/ 124720 h 148557"/>
                <a:gd name="connsiteX4" fmla="*/ 33902 w 41741"/>
                <a:gd name="connsiteY4" fmla="*/ 99390 h 148557"/>
                <a:gd name="connsiteX5" fmla="*/ 34226 w 41741"/>
                <a:gd name="connsiteY5" fmla="*/ 98643 h 148557"/>
                <a:gd name="connsiteX6" fmla="*/ 34226 w 41741"/>
                <a:gd name="connsiteY6" fmla="*/ 58212 h 148557"/>
                <a:gd name="connsiteX7" fmla="*/ 37566 w 41741"/>
                <a:gd name="connsiteY7" fmla="*/ 49651 h 148557"/>
                <a:gd name="connsiteX8" fmla="*/ 41601 w 41741"/>
                <a:gd name="connsiteY8" fmla="*/ 42627 h 148557"/>
                <a:gd name="connsiteX9" fmla="*/ 41693 w 41741"/>
                <a:gd name="connsiteY9" fmla="*/ 41793 h 148557"/>
                <a:gd name="connsiteX10" fmla="*/ 41090 w 41741"/>
                <a:gd name="connsiteY10" fmla="*/ 41134 h 148557"/>
                <a:gd name="connsiteX11" fmla="*/ 31397 w 41741"/>
                <a:gd name="connsiteY11" fmla="*/ 36481 h 148557"/>
                <a:gd name="connsiteX12" fmla="*/ 32418 w 41741"/>
                <a:gd name="connsiteY12" fmla="*/ 30511 h 148557"/>
                <a:gd name="connsiteX13" fmla="*/ 32279 w 41741"/>
                <a:gd name="connsiteY13" fmla="*/ 29764 h 148557"/>
                <a:gd name="connsiteX14" fmla="*/ 27780 w 41741"/>
                <a:gd name="connsiteY14" fmla="*/ 22872 h 148557"/>
                <a:gd name="connsiteX15" fmla="*/ 26389 w 41741"/>
                <a:gd name="connsiteY15" fmla="*/ 0 h 148557"/>
                <a:gd name="connsiteX16" fmla="*/ 25693 w 41741"/>
                <a:gd name="connsiteY16" fmla="*/ 307 h 148557"/>
                <a:gd name="connsiteX17" fmla="*/ 25693 w 41741"/>
                <a:gd name="connsiteY17" fmla="*/ 307 h 148557"/>
                <a:gd name="connsiteX18" fmla="*/ 25693 w 41741"/>
                <a:gd name="connsiteY18" fmla="*/ 307 h 148557"/>
                <a:gd name="connsiteX19" fmla="*/ 24163 w 41741"/>
                <a:gd name="connsiteY19" fmla="*/ 922 h 148557"/>
                <a:gd name="connsiteX20" fmla="*/ 25507 w 41741"/>
                <a:gd name="connsiteY20" fmla="*/ 23223 h 148557"/>
                <a:gd name="connsiteX21" fmla="*/ 25693 w 41741"/>
                <a:gd name="connsiteY21" fmla="*/ 23750 h 148557"/>
                <a:gd name="connsiteX22" fmla="*/ 30099 w 41741"/>
                <a:gd name="connsiteY22" fmla="*/ 30554 h 148557"/>
                <a:gd name="connsiteX23" fmla="*/ 28986 w 41741"/>
                <a:gd name="connsiteY23" fmla="*/ 36920 h 148557"/>
                <a:gd name="connsiteX24" fmla="*/ 29589 w 41741"/>
                <a:gd name="connsiteY24" fmla="*/ 38061 h 148557"/>
                <a:gd name="connsiteX25" fmla="*/ 38957 w 41741"/>
                <a:gd name="connsiteY25" fmla="*/ 42583 h 148557"/>
                <a:gd name="connsiteX26" fmla="*/ 35386 w 41741"/>
                <a:gd name="connsiteY26" fmla="*/ 48729 h 148557"/>
                <a:gd name="connsiteX27" fmla="*/ 31908 w 41741"/>
                <a:gd name="connsiteY27" fmla="*/ 57641 h 148557"/>
                <a:gd name="connsiteX28" fmla="*/ 31815 w 41741"/>
                <a:gd name="connsiteY28" fmla="*/ 58036 h 148557"/>
                <a:gd name="connsiteX29" fmla="*/ 31815 w 41741"/>
                <a:gd name="connsiteY29" fmla="*/ 98204 h 148557"/>
                <a:gd name="connsiteX30" fmla="*/ 6075 w 41741"/>
                <a:gd name="connsiteY30" fmla="*/ 123403 h 148557"/>
                <a:gd name="connsiteX31" fmla="*/ 5797 w 41741"/>
                <a:gd name="connsiteY31" fmla="*/ 123842 h 148557"/>
                <a:gd name="connsiteX32" fmla="*/ 3525 w 41741"/>
                <a:gd name="connsiteY32" fmla="*/ 131086 h 148557"/>
                <a:gd name="connsiteX33" fmla="*/ 186 w 41741"/>
                <a:gd name="connsiteY33" fmla="*/ 135739 h 148557"/>
                <a:gd name="connsiteX34" fmla="*/ 0 w 41741"/>
                <a:gd name="connsiteY34" fmla="*/ 136441 h 148557"/>
                <a:gd name="connsiteX35" fmla="*/ 0 w 41741"/>
                <a:gd name="connsiteY35" fmla="*/ 136485 h 148557"/>
                <a:gd name="connsiteX36" fmla="*/ 1299 w 41741"/>
                <a:gd name="connsiteY36" fmla="*/ 146582 h 148557"/>
                <a:gd name="connsiteX37" fmla="*/ 1438 w 41741"/>
                <a:gd name="connsiteY37" fmla="*/ 147592 h 148557"/>
                <a:gd name="connsiteX38" fmla="*/ 2597 w 41741"/>
                <a:gd name="connsiteY38" fmla="*/ 148558 h 148557"/>
                <a:gd name="connsiteX39" fmla="*/ 2736 w 41741"/>
                <a:gd name="connsiteY39" fmla="*/ 148558 h 148557"/>
                <a:gd name="connsiteX40" fmla="*/ 3154 w 41741"/>
                <a:gd name="connsiteY40" fmla="*/ 148338 h 148557"/>
                <a:gd name="connsiteX41" fmla="*/ 3525 w 41741"/>
                <a:gd name="connsiteY41" fmla="*/ 148119 h 148557"/>
                <a:gd name="connsiteX42" fmla="*/ 3664 w 41741"/>
                <a:gd name="connsiteY42" fmla="*/ 147724 h 148557"/>
                <a:gd name="connsiteX43" fmla="*/ 3757 w 41741"/>
                <a:gd name="connsiteY43" fmla="*/ 147329 h 148557"/>
                <a:gd name="connsiteX44" fmla="*/ 3757 w 41741"/>
                <a:gd name="connsiteY44" fmla="*/ 147021 h 148557"/>
                <a:gd name="connsiteX45" fmla="*/ 2412 w 41741"/>
                <a:gd name="connsiteY45" fmla="*/ 136617 h 148557"/>
                <a:gd name="connsiteX46" fmla="*/ 2597 w 41741"/>
                <a:gd name="connsiteY46" fmla="*/ 136354 h 14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1741" h="148557">
                  <a:moveTo>
                    <a:pt x="2644" y="136354"/>
                  </a:moveTo>
                  <a:lnTo>
                    <a:pt x="5658" y="132183"/>
                  </a:lnTo>
                  <a:cubicBezTo>
                    <a:pt x="5658" y="132183"/>
                    <a:pt x="5797" y="132007"/>
                    <a:pt x="5797" y="131876"/>
                  </a:cubicBezTo>
                  <a:lnTo>
                    <a:pt x="8023" y="124720"/>
                  </a:lnTo>
                  <a:lnTo>
                    <a:pt x="33902" y="99390"/>
                  </a:lnTo>
                  <a:cubicBezTo>
                    <a:pt x="33902" y="99390"/>
                    <a:pt x="34226" y="98907"/>
                    <a:pt x="34226" y="98643"/>
                  </a:cubicBezTo>
                  <a:lnTo>
                    <a:pt x="34226" y="58212"/>
                  </a:lnTo>
                  <a:lnTo>
                    <a:pt x="37566" y="49651"/>
                  </a:lnTo>
                  <a:lnTo>
                    <a:pt x="41601" y="42627"/>
                  </a:lnTo>
                  <a:cubicBezTo>
                    <a:pt x="41740" y="42364"/>
                    <a:pt x="41786" y="42056"/>
                    <a:pt x="41693" y="41793"/>
                  </a:cubicBezTo>
                  <a:cubicBezTo>
                    <a:pt x="41601" y="41486"/>
                    <a:pt x="41368" y="41266"/>
                    <a:pt x="41090" y="41134"/>
                  </a:cubicBezTo>
                  <a:lnTo>
                    <a:pt x="31397" y="36481"/>
                  </a:lnTo>
                  <a:lnTo>
                    <a:pt x="32418" y="30511"/>
                  </a:lnTo>
                  <a:cubicBezTo>
                    <a:pt x="32418" y="30247"/>
                    <a:pt x="32418" y="29984"/>
                    <a:pt x="32279" y="29764"/>
                  </a:cubicBezTo>
                  <a:lnTo>
                    <a:pt x="27780" y="22872"/>
                  </a:lnTo>
                  <a:lnTo>
                    <a:pt x="26389" y="0"/>
                  </a:lnTo>
                  <a:lnTo>
                    <a:pt x="25693" y="307"/>
                  </a:lnTo>
                  <a:cubicBezTo>
                    <a:pt x="25693" y="307"/>
                    <a:pt x="25693" y="307"/>
                    <a:pt x="25693" y="307"/>
                  </a:cubicBezTo>
                  <a:cubicBezTo>
                    <a:pt x="25693" y="307"/>
                    <a:pt x="25693" y="307"/>
                    <a:pt x="25693" y="307"/>
                  </a:cubicBezTo>
                  <a:lnTo>
                    <a:pt x="24163" y="922"/>
                  </a:lnTo>
                  <a:lnTo>
                    <a:pt x="25507" y="23223"/>
                  </a:lnTo>
                  <a:cubicBezTo>
                    <a:pt x="25507" y="23223"/>
                    <a:pt x="25600" y="23574"/>
                    <a:pt x="25693" y="23750"/>
                  </a:cubicBezTo>
                  <a:lnTo>
                    <a:pt x="30099" y="30554"/>
                  </a:lnTo>
                  <a:lnTo>
                    <a:pt x="28986" y="36920"/>
                  </a:lnTo>
                  <a:cubicBezTo>
                    <a:pt x="28893" y="37403"/>
                    <a:pt x="29171" y="37842"/>
                    <a:pt x="29589" y="38061"/>
                  </a:cubicBezTo>
                  <a:lnTo>
                    <a:pt x="38957" y="42583"/>
                  </a:lnTo>
                  <a:lnTo>
                    <a:pt x="35386" y="48729"/>
                  </a:lnTo>
                  <a:lnTo>
                    <a:pt x="31908" y="57641"/>
                  </a:lnTo>
                  <a:cubicBezTo>
                    <a:pt x="31908" y="57641"/>
                    <a:pt x="31815" y="57904"/>
                    <a:pt x="31815" y="58036"/>
                  </a:cubicBezTo>
                  <a:lnTo>
                    <a:pt x="31815" y="98204"/>
                  </a:lnTo>
                  <a:lnTo>
                    <a:pt x="6075" y="123403"/>
                  </a:lnTo>
                  <a:cubicBezTo>
                    <a:pt x="6075" y="123403"/>
                    <a:pt x="5844" y="123667"/>
                    <a:pt x="5797" y="123842"/>
                  </a:cubicBezTo>
                  <a:lnTo>
                    <a:pt x="3525" y="131086"/>
                  </a:lnTo>
                  <a:lnTo>
                    <a:pt x="186" y="135739"/>
                  </a:lnTo>
                  <a:cubicBezTo>
                    <a:pt x="186" y="135739"/>
                    <a:pt x="0" y="136178"/>
                    <a:pt x="0" y="136441"/>
                  </a:cubicBezTo>
                  <a:cubicBezTo>
                    <a:pt x="0" y="136441"/>
                    <a:pt x="0" y="136441"/>
                    <a:pt x="0" y="136485"/>
                  </a:cubicBezTo>
                  <a:lnTo>
                    <a:pt x="1299" y="146582"/>
                  </a:lnTo>
                  <a:lnTo>
                    <a:pt x="1438" y="147592"/>
                  </a:lnTo>
                  <a:cubicBezTo>
                    <a:pt x="1531" y="148163"/>
                    <a:pt x="1994" y="148558"/>
                    <a:pt x="2597" y="148558"/>
                  </a:cubicBezTo>
                  <a:cubicBezTo>
                    <a:pt x="2597" y="148558"/>
                    <a:pt x="2690" y="148558"/>
                    <a:pt x="2736" y="148558"/>
                  </a:cubicBezTo>
                  <a:cubicBezTo>
                    <a:pt x="2922" y="148558"/>
                    <a:pt x="3015" y="148426"/>
                    <a:pt x="3154" y="148338"/>
                  </a:cubicBezTo>
                  <a:cubicBezTo>
                    <a:pt x="3293" y="148251"/>
                    <a:pt x="3432" y="148207"/>
                    <a:pt x="3525" y="148119"/>
                  </a:cubicBezTo>
                  <a:cubicBezTo>
                    <a:pt x="3618" y="147987"/>
                    <a:pt x="3618" y="147856"/>
                    <a:pt x="3664" y="147724"/>
                  </a:cubicBezTo>
                  <a:cubicBezTo>
                    <a:pt x="3664" y="147592"/>
                    <a:pt x="3803" y="147504"/>
                    <a:pt x="3757" y="147329"/>
                  </a:cubicBezTo>
                  <a:lnTo>
                    <a:pt x="3757" y="147021"/>
                  </a:lnTo>
                  <a:cubicBezTo>
                    <a:pt x="3757" y="147021"/>
                    <a:pt x="2412" y="136617"/>
                    <a:pt x="2412" y="136617"/>
                  </a:cubicBezTo>
                  <a:lnTo>
                    <a:pt x="2597" y="13635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1" name="Freeform: Shape 2480">
              <a:extLst>
                <a:ext uri="{FF2B5EF4-FFF2-40B4-BE49-F238E27FC236}">
                  <a16:creationId xmlns:a16="http://schemas.microsoft.com/office/drawing/2014/main" id="{C34FECF4-B58E-38E9-B053-71732AD082DA}"/>
                </a:ext>
              </a:extLst>
            </p:cNvPr>
            <p:cNvSpPr>
              <a:spLocks/>
            </p:cNvSpPr>
            <p:nvPr/>
          </p:nvSpPr>
          <p:spPr>
            <a:xfrm>
              <a:off x="5968088" y="3533301"/>
              <a:ext cx="75009" cy="22958"/>
            </a:xfrm>
            <a:custGeom>
              <a:avLst/>
              <a:gdLst>
                <a:gd name="connsiteX0" fmla="*/ 862 w 50253"/>
                <a:gd name="connsiteY0" fmla="*/ 2211 h 15381"/>
                <a:gd name="connsiteX1" fmla="*/ 1325 w 50253"/>
                <a:gd name="connsiteY1" fmla="*/ 2299 h 15381"/>
                <a:gd name="connsiteX2" fmla="*/ 25256 w 50253"/>
                <a:gd name="connsiteY2" fmla="*/ 7084 h 15381"/>
                <a:gd name="connsiteX3" fmla="*/ 36340 w 50253"/>
                <a:gd name="connsiteY3" fmla="*/ 15162 h 15381"/>
                <a:gd name="connsiteX4" fmla="*/ 37036 w 50253"/>
                <a:gd name="connsiteY4" fmla="*/ 15381 h 15381"/>
                <a:gd name="connsiteX5" fmla="*/ 37500 w 50253"/>
                <a:gd name="connsiteY5" fmla="*/ 15294 h 15381"/>
                <a:gd name="connsiteX6" fmla="*/ 48723 w 50253"/>
                <a:gd name="connsiteY6" fmla="*/ 10684 h 15381"/>
                <a:gd name="connsiteX7" fmla="*/ 50253 w 50253"/>
                <a:gd name="connsiteY7" fmla="*/ 10070 h 15381"/>
                <a:gd name="connsiteX8" fmla="*/ 50253 w 50253"/>
                <a:gd name="connsiteY8" fmla="*/ 10070 h 15381"/>
                <a:gd name="connsiteX9" fmla="*/ 48723 w 50253"/>
                <a:gd name="connsiteY9" fmla="*/ 9587 h 15381"/>
                <a:gd name="connsiteX10" fmla="*/ 49233 w 50253"/>
                <a:gd name="connsiteY10" fmla="*/ 8138 h 15381"/>
                <a:gd name="connsiteX11" fmla="*/ 37175 w 50253"/>
                <a:gd name="connsiteY11" fmla="*/ 13055 h 15381"/>
                <a:gd name="connsiteX12" fmla="*/ 26462 w 50253"/>
                <a:gd name="connsiteY12" fmla="*/ 5197 h 15381"/>
                <a:gd name="connsiteX13" fmla="*/ 25998 w 50253"/>
                <a:gd name="connsiteY13" fmla="*/ 4977 h 15381"/>
                <a:gd name="connsiteX14" fmla="*/ 1882 w 50253"/>
                <a:gd name="connsiteY14" fmla="*/ 148 h 15381"/>
                <a:gd name="connsiteX15" fmla="*/ 1325 w 50253"/>
                <a:gd name="connsiteY15" fmla="*/ 16 h 15381"/>
                <a:gd name="connsiteX16" fmla="*/ 1325 w 50253"/>
                <a:gd name="connsiteY16" fmla="*/ 16 h 15381"/>
                <a:gd name="connsiteX17" fmla="*/ 1325 w 50253"/>
                <a:gd name="connsiteY17" fmla="*/ 16 h 15381"/>
                <a:gd name="connsiteX18" fmla="*/ 491 w 50253"/>
                <a:gd name="connsiteY18" fmla="*/ 148 h 15381"/>
                <a:gd name="connsiteX19" fmla="*/ 491 w 50253"/>
                <a:gd name="connsiteY19" fmla="*/ 148 h 15381"/>
                <a:gd name="connsiteX20" fmla="*/ 27 w 50253"/>
                <a:gd name="connsiteY20" fmla="*/ 851 h 15381"/>
                <a:gd name="connsiteX21" fmla="*/ 908 w 50253"/>
                <a:gd name="connsiteY21" fmla="*/ 2168 h 1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253" h="15381">
                  <a:moveTo>
                    <a:pt x="862" y="2211"/>
                  </a:moveTo>
                  <a:lnTo>
                    <a:pt x="1325" y="2299"/>
                  </a:lnTo>
                  <a:lnTo>
                    <a:pt x="25256" y="7084"/>
                  </a:lnTo>
                  <a:lnTo>
                    <a:pt x="36340" y="15162"/>
                  </a:lnTo>
                  <a:cubicBezTo>
                    <a:pt x="36340" y="15162"/>
                    <a:pt x="36804" y="15381"/>
                    <a:pt x="37036" y="15381"/>
                  </a:cubicBezTo>
                  <a:cubicBezTo>
                    <a:pt x="37175" y="15381"/>
                    <a:pt x="37361" y="15381"/>
                    <a:pt x="37500" y="15294"/>
                  </a:cubicBezTo>
                  <a:lnTo>
                    <a:pt x="48723" y="10684"/>
                  </a:lnTo>
                  <a:lnTo>
                    <a:pt x="50253" y="10070"/>
                  </a:lnTo>
                  <a:cubicBezTo>
                    <a:pt x="50253" y="10070"/>
                    <a:pt x="50253" y="10070"/>
                    <a:pt x="50253" y="10070"/>
                  </a:cubicBezTo>
                  <a:cubicBezTo>
                    <a:pt x="49697" y="10333"/>
                    <a:pt x="49001" y="10070"/>
                    <a:pt x="48723" y="9587"/>
                  </a:cubicBezTo>
                  <a:cubicBezTo>
                    <a:pt x="48445" y="9060"/>
                    <a:pt x="48723" y="8401"/>
                    <a:pt x="49233" y="8138"/>
                  </a:cubicBezTo>
                  <a:lnTo>
                    <a:pt x="37175" y="13055"/>
                  </a:lnTo>
                  <a:lnTo>
                    <a:pt x="26462" y="5197"/>
                  </a:lnTo>
                  <a:cubicBezTo>
                    <a:pt x="26462" y="5197"/>
                    <a:pt x="26183" y="5021"/>
                    <a:pt x="25998" y="4977"/>
                  </a:cubicBezTo>
                  <a:lnTo>
                    <a:pt x="1882" y="148"/>
                  </a:lnTo>
                  <a:lnTo>
                    <a:pt x="1325" y="16"/>
                  </a:lnTo>
                  <a:lnTo>
                    <a:pt x="1325" y="16"/>
                  </a:lnTo>
                  <a:cubicBezTo>
                    <a:pt x="1325" y="16"/>
                    <a:pt x="1325" y="16"/>
                    <a:pt x="1325" y="16"/>
                  </a:cubicBezTo>
                  <a:cubicBezTo>
                    <a:pt x="1001" y="-27"/>
                    <a:pt x="722" y="16"/>
                    <a:pt x="491" y="148"/>
                  </a:cubicBezTo>
                  <a:cubicBezTo>
                    <a:pt x="491" y="148"/>
                    <a:pt x="491" y="148"/>
                    <a:pt x="491" y="148"/>
                  </a:cubicBezTo>
                  <a:cubicBezTo>
                    <a:pt x="259" y="280"/>
                    <a:pt x="73" y="543"/>
                    <a:pt x="27" y="851"/>
                  </a:cubicBezTo>
                  <a:cubicBezTo>
                    <a:pt x="-112" y="1421"/>
                    <a:pt x="305" y="2036"/>
                    <a:pt x="908" y="21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2" name="Freeform: Shape 2481">
              <a:extLst>
                <a:ext uri="{FF2B5EF4-FFF2-40B4-BE49-F238E27FC236}">
                  <a16:creationId xmlns:a16="http://schemas.microsoft.com/office/drawing/2014/main" id="{EF77C115-0705-C85B-52AA-62F12781A743}"/>
                </a:ext>
              </a:extLst>
            </p:cNvPr>
            <p:cNvSpPr>
              <a:spLocks/>
            </p:cNvSpPr>
            <p:nvPr/>
          </p:nvSpPr>
          <p:spPr>
            <a:xfrm>
              <a:off x="6015717" y="3779509"/>
              <a:ext cx="43510" cy="127251"/>
            </a:xfrm>
            <a:custGeom>
              <a:avLst/>
              <a:gdLst>
                <a:gd name="connsiteX0" fmla="*/ 23584 w 29150"/>
                <a:gd name="connsiteY0" fmla="*/ 84990 h 85253"/>
                <a:gd name="connsiteX1" fmla="*/ 24001 w 29150"/>
                <a:gd name="connsiteY1" fmla="*/ 84903 h 85253"/>
                <a:gd name="connsiteX2" fmla="*/ 24465 w 29150"/>
                <a:gd name="connsiteY2" fmla="*/ 84815 h 85253"/>
                <a:gd name="connsiteX3" fmla="*/ 24465 w 29150"/>
                <a:gd name="connsiteY3" fmla="*/ 84815 h 85253"/>
                <a:gd name="connsiteX4" fmla="*/ 25671 w 29150"/>
                <a:gd name="connsiteY4" fmla="*/ 85034 h 85253"/>
                <a:gd name="connsiteX5" fmla="*/ 26830 w 29150"/>
                <a:gd name="connsiteY5" fmla="*/ 80644 h 85253"/>
                <a:gd name="connsiteX6" fmla="*/ 26691 w 29150"/>
                <a:gd name="connsiteY6" fmla="*/ 79810 h 85253"/>
                <a:gd name="connsiteX7" fmla="*/ 18854 w 29150"/>
                <a:gd name="connsiteY7" fmla="*/ 68133 h 85253"/>
                <a:gd name="connsiteX8" fmla="*/ 18575 w 29150"/>
                <a:gd name="connsiteY8" fmla="*/ 67870 h 85253"/>
                <a:gd name="connsiteX9" fmla="*/ 9439 w 29150"/>
                <a:gd name="connsiteY9" fmla="*/ 61285 h 85253"/>
                <a:gd name="connsiteX10" fmla="*/ 2714 w 29150"/>
                <a:gd name="connsiteY10" fmla="*/ 54304 h 85253"/>
                <a:gd name="connsiteX11" fmla="*/ 6795 w 29150"/>
                <a:gd name="connsiteY11" fmla="*/ 49432 h 85253"/>
                <a:gd name="connsiteX12" fmla="*/ 27943 w 29150"/>
                <a:gd name="connsiteY12" fmla="*/ 49958 h 85253"/>
                <a:gd name="connsiteX13" fmla="*/ 29056 w 29150"/>
                <a:gd name="connsiteY13" fmla="*/ 49300 h 85253"/>
                <a:gd name="connsiteX14" fmla="*/ 28824 w 29150"/>
                <a:gd name="connsiteY14" fmla="*/ 48071 h 85253"/>
                <a:gd name="connsiteX15" fmla="*/ 20477 w 29150"/>
                <a:gd name="connsiteY15" fmla="*/ 40169 h 85253"/>
                <a:gd name="connsiteX16" fmla="*/ 21033 w 29150"/>
                <a:gd name="connsiteY16" fmla="*/ 17604 h 85253"/>
                <a:gd name="connsiteX17" fmla="*/ 20477 w 29150"/>
                <a:gd name="connsiteY17" fmla="*/ 16638 h 85253"/>
                <a:gd name="connsiteX18" fmla="*/ 15839 w 29150"/>
                <a:gd name="connsiteY18" fmla="*/ 13916 h 85253"/>
                <a:gd name="connsiteX19" fmla="*/ 15839 w 29150"/>
                <a:gd name="connsiteY19" fmla="*/ 7946 h 85253"/>
                <a:gd name="connsiteX20" fmla="*/ 15329 w 29150"/>
                <a:gd name="connsiteY20" fmla="*/ 7024 h 85253"/>
                <a:gd name="connsiteX21" fmla="*/ 11108 w 29150"/>
                <a:gd name="connsiteY21" fmla="*/ 4302 h 85253"/>
                <a:gd name="connsiteX22" fmla="*/ 10645 w 29150"/>
                <a:gd name="connsiteY22" fmla="*/ 3995 h 85253"/>
                <a:gd name="connsiteX23" fmla="*/ 10042 w 29150"/>
                <a:gd name="connsiteY23" fmla="*/ 878 h 85253"/>
                <a:gd name="connsiteX24" fmla="*/ 8882 w 29150"/>
                <a:gd name="connsiteY24" fmla="*/ 0 h 85253"/>
                <a:gd name="connsiteX25" fmla="*/ 2482 w 29150"/>
                <a:gd name="connsiteY25" fmla="*/ 0 h 85253"/>
                <a:gd name="connsiteX26" fmla="*/ 2389 w 29150"/>
                <a:gd name="connsiteY26" fmla="*/ 44 h 85253"/>
                <a:gd name="connsiteX27" fmla="*/ 1972 w 29150"/>
                <a:gd name="connsiteY27" fmla="*/ 219 h 85253"/>
                <a:gd name="connsiteX28" fmla="*/ 1647 w 29150"/>
                <a:gd name="connsiteY28" fmla="*/ 439 h 85253"/>
                <a:gd name="connsiteX29" fmla="*/ 1462 w 29150"/>
                <a:gd name="connsiteY29" fmla="*/ 834 h 85253"/>
                <a:gd name="connsiteX30" fmla="*/ 1323 w 29150"/>
                <a:gd name="connsiteY30" fmla="*/ 1141 h 85253"/>
                <a:gd name="connsiteX31" fmla="*/ 1369 w 29150"/>
                <a:gd name="connsiteY31" fmla="*/ 1229 h 85253"/>
                <a:gd name="connsiteX32" fmla="*/ 2482 w 29150"/>
                <a:gd name="connsiteY32" fmla="*/ 2239 h 85253"/>
                <a:gd name="connsiteX33" fmla="*/ 7908 w 29150"/>
                <a:gd name="connsiteY33" fmla="*/ 2239 h 85253"/>
                <a:gd name="connsiteX34" fmla="*/ 8419 w 29150"/>
                <a:gd name="connsiteY34" fmla="*/ 4917 h 85253"/>
                <a:gd name="connsiteX35" fmla="*/ 8419 w 29150"/>
                <a:gd name="connsiteY35" fmla="*/ 4917 h 85253"/>
                <a:gd name="connsiteX36" fmla="*/ 8882 w 29150"/>
                <a:gd name="connsiteY36" fmla="*/ 5575 h 85253"/>
                <a:gd name="connsiteX37" fmla="*/ 13474 w 29150"/>
                <a:gd name="connsiteY37" fmla="*/ 8561 h 85253"/>
                <a:gd name="connsiteX38" fmla="*/ 13474 w 29150"/>
                <a:gd name="connsiteY38" fmla="*/ 14575 h 85253"/>
                <a:gd name="connsiteX39" fmla="*/ 14030 w 29150"/>
                <a:gd name="connsiteY39" fmla="*/ 15497 h 85253"/>
                <a:gd name="connsiteX40" fmla="*/ 18668 w 29150"/>
                <a:gd name="connsiteY40" fmla="*/ 18175 h 85253"/>
                <a:gd name="connsiteX41" fmla="*/ 18111 w 29150"/>
                <a:gd name="connsiteY41" fmla="*/ 40608 h 85253"/>
                <a:gd name="connsiteX42" fmla="*/ 18436 w 29150"/>
                <a:gd name="connsiteY42" fmla="*/ 41398 h 85253"/>
                <a:gd name="connsiteX43" fmla="*/ 25068 w 29150"/>
                <a:gd name="connsiteY43" fmla="*/ 47675 h 85253"/>
                <a:gd name="connsiteX44" fmla="*/ 6239 w 29150"/>
                <a:gd name="connsiteY44" fmla="*/ 47193 h 85253"/>
                <a:gd name="connsiteX45" fmla="*/ 5311 w 29150"/>
                <a:gd name="connsiteY45" fmla="*/ 47588 h 85253"/>
                <a:gd name="connsiteX46" fmla="*/ 256 w 29150"/>
                <a:gd name="connsiteY46" fmla="*/ 53646 h 85253"/>
                <a:gd name="connsiteX47" fmla="*/ 303 w 29150"/>
                <a:gd name="connsiteY47" fmla="*/ 55051 h 85253"/>
                <a:gd name="connsiteX48" fmla="*/ 7862 w 29150"/>
                <a:gd name="connsiteY48" fmla="*/ 62865 h 85253"/>
                <a:gd name="connsiteX49" fmla="*/ 16952 w 29150"/>
                <a:gd name="connsiteY49" fmla="*/ 69450 h 85253"/>
                <a:gd name="connsiteX50" fmla="*/ 24419 w 29150"/>
                <a:gd name="connsiteY50" fmla="*/ 80557 h 85253"/>
                <a:gd name="connsiteX51" fmla="*/ 23167 w 29150"/>
                <a:gd name="connsiteY51" fmla="*/ 85254 h 85253"/>
                <a:gd name="connsiteX52" fmla="*/ 23537 w 29150"/>
                <a:gd name="connsiteY52" fmla="*/ 84947 h 85253"/>
                <a:gd name="connsiteX53" fmla="*/ 23537 w 29150"/>
                <a:gd name="connsiteY53" fmla="*/ 84947 h 8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9150" h="85253">
                  <a:moveTo>
                    <a:pt x="23584" y="84990"/>
                  </a:moveTo>
                  <a:cubicBezTo>
                    <a:pt x="23584" y="84990"/>
                    <a:pt x="23862" y="84903"/>
                    <a:pt x="24001" y="84903"/>
                  </a:cubicBezTo>
                  <a:cubicBezTo>
                    <a:pt x="24140" y="84903"/>
                    <a:pt x="24280" y="84815"/>
                    <a:pt x="24465" y="84815"/>
                  </a:cubicBezTo>
                  <a:cubicBezTo>
                    <a:pt x="24465" y="84815"/>
                    <a:pt x="24465" y="84815"/>
                    <a:pt x="24465" y="84815"/>
                  </a:cubicBezTo>
                  <a:lnTo>
                    <a:pt x="25671" y="85034"/>
                  </a:lnTo>
                  <a:lnTo>
                    <a:pt x="26830" y="80644"/>
                  </a:lnTo>
                  <a:cubicBezTo>
                    <a:pt x="26923" y="80337"/>
                    <a:pt x="26830" y="80030"/>
                    <a:pt x="26691" y="79810"/>
                  </a:cubicBezTo>
                  <a:lnTo>
                    <a:pt x="18854" y="68133"/>
                  </a:lnTo>
                  <a:cubicBezTo>
                    <a:pt x="18854" y="68133"/>
                    <a:pt x="18668" y="67914"/>
                    <a:pt x="18575" y="67870"/>
                  </a:cubicBezTo>
                  <a:lnTo>
                    <a:pt x="9439" y="61285"/>
                  </a:lnTo>
                  <a:lnTo>
                    <a:pt x="2714" y="54304"/>
                  </a:lnTo>
                  <a:lnTo>
                    <a:pt x="6795" y="49432"/>
                  </a:lnTo>
                  <a:lnTo>
                    <a:pt x="27943" y="49958"/>
                  </a:lnTo>
                  <a:cubicBezTo>
                    <a:pt x="28500" y="50046"/>
                    <a:pt x="28871" y="49695"/>
                    <a:pt x="29056" y="49300"/>
                  </a:cubicBezTo>
                  <a:cubicBezTo>
                    <a:pt x="29242" y="48905"/>
                    <a:pt x="29149" y="48422"/>
                    <a:pt x="28824" y="48071"/>
                  </a:cubicBezTo>
                  <a:lnTo>
                    <a:pt x="20477" y="40169"/>
                  </a:lnTo>
                  <a:lnTo>
                    <a:pt x="21033" y="17604"/>
                  </a:lnTo>
                  <a:cubicBezTo>
                    <a:pt x="21033" y="17209"/>
                    <a:pt x="20848" y="16858"/>
                    <a:pt x="20477" y="16638"/>
                  </a:cubicBezTo>
                  <a:lnTo>
                    <a:pt x="15839" y="13916"/>
                  </a:lnTo>
                  <a:lnTo>
                    <a:pt x="15839" y="7946"/>
                  </a:lnTo>
                  <a:cubicBezTo>
                    <a:pt x="15839" y="7595"/>
                    <a:pt x="15653" y="7244"/>
                    <a:pt x="15329" y="7024"/>
                  </a:cubicBezTo>
                  <a:lnTo>
                    <a:pt x="11108" y="4302"/>
                  </a:lnTo>
                  <a:lnTo>
                    <a:pt x="10645" y="3995"/>
                  </a:lnTo>
                  <a:lnTo>
                    <a:pt x="10042" y="878"/>
                  </a:lnTo>
                  <a:cubicBezTo>
                    <a:pt x="9949" y="351"/>
                    <a:pt x="9439" y="0"/>
                    <a:pt x="8882" y="0"/>
                  </a:cubicBezTo>
                  <a:lnTo>
                    <a:pt x="2482" y="0"/>
                  </a:lnTo>
                  <a:cubicBezTo>
                    <a:pt x="2482" y="0"/>
                    <a:pt x="2389" y="0"/>
                    <a:pt x="2389" y="44"/>
                  </a:cubicBezTo>
                  <a:cubicBezTo>
                    <a:pt x="2250" y="44"/>
                    <a:pt x="2111" y="132"/>
                    <a:pt x="1972" y="219"/>
                  </a:cubicBezTo>
                  <a:cubicBezTo>
                    <a:pt x="1833" y="307"/>
                    <a:pt x="1740" y="351"/>
                    <a:pt x="1647" y="439"/>
                  </a:cubicBezTo>
                  <a:cubicBezTo>
                    <a:pt x="1555" y="527"/>
                    <a:pt x="1508" y="702"/>
                    <a:pt x="1462" y="834"/>
                  </a:cubicBezTo>
                  <a:cubicBezTo>
                    <a:pt x="1462" y="922"/>
                    <a:pt x="1323" y="1010"/>
                    <a:pt x="1323" y="1141"/>
                  </a:cubicBezTo>
                  <a:cubicBezTo>
                    <a:pt x="1323" y="1141"/>
                    <a:pt x="1323" y="1185"/>
                    <a:pt x="1369" y="1229"/>
                  </a:cubicBezTo>
                  <a:cubicBezTo>
                    <a:pt x="1416" y="1756"/>
                    <a:pt x="1879" y="2239"/>
                    <a:pt x="2482" y="2239"/>
                  </a:cubicBezTo>
                  <a:lnTo>
                    <a:pt x="7908" y="2239"/>
                  </a:lnTo>
                  <a:lnTo>
                    <a:pt x="8419" y="4917"/>
                  </a:lnTo>
                  <a:cubicBezTo>
                    <a:pt x="8419" y="4917"/>
                    <a:pt x="8419" y="4917"/>
                    <a:pt x="8419" y="4917"/>
                  </a:cubicBezTo>
                  <a:cubicBezTo>
                    <a:pt x="8465" y="5180"/>
                    <a:pt x="8650" y="5444"/>
                    <a:pt x="8882" y="5575"/>
                  </a:cubicBezTo>
                  <a:lnTo>
                    <a:pt x="13474" y="8561"/>
                  </a:lnTo>
                  <a:lnTo>
                    <a:pt x="13474" y="14575"/>
                  </a:lnTo>
                  <a:cubicBezTo>
                    <a:pt x="13474" y="14970"/>
                    <a:pt x="13659" y="15321"/>
                    <a:pt x="14030" y="15497"/>
                  </a:cubicBezTo>
                  <a:lnTo>
                    <a:pt x="18668" y="18175"/>
                  </a:lnTo>
                  <a:lnTo>
                    <a:pt x="18111" y="40608"/>
                  </a:lnTo>
                  <a:cubicBezTo>
                    <a:pt x="18111" y="40915"/>
                    <a:pt x="18204" y="41178"/>
                    <a:pt x="18436" y="41398"/>
                  </a:cubicBezTo>
                  <a:lnTo>
                    <a:pt x="25068" y="47675"/>
                  </a:lnTo>
                  <a:lnTo>
                    <a:pt x="6239" y="47193"/>
                  </a:lnTo>
                  <a:cubicBezTo>
                    <a:pt x="5868" y="47193"/>
                    <a:pt x="5543" y="47324"/>
                    <a:pt x="5311" y="47588"/>
                  </a:cubicBezTo>
                  <a:lnTo>
                    <a:pt x="256" y="53646"/>
                  </a:lnTo>
                  <a:cubicBezTo>
                    <a:pt x="-115" y="54085"/>
                    <a:pt x="-68" y="54656"/>
                    <a:pt x="303" y="55051"/>
                  </a:cubicBezTo>
                  <a:lnTo>
                    <a:pt x="7862" y="62865"/>
                  </a:lnTo>
                  <a:lnTo>
                    <a:pt x="16952" y="69450"/>
                  </a:lnTo>
                  <a:lnTo>
                    <a:pt x="24419" y="80557"/>
                  </a:lnTo>
                  <a:lnTo>
                    <a:pt x="23167" y="85254"/>
                  </a:lnTo>
                  <a:cubicBezTo>
                    <a:pt x="23167" y="85254"/>
                    <a:pt x="23491" y="84990"/>
                    <a:pt x="23537" y="84947"/>
                  </a:cubicBezTo>
                  <a:lnTo>
                    <a:pt x="23537" y="8494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3" name="Freeform: Shape 2482">
              <a:extLst>
                <a:ext uri="{FF2B5EF4-FFF2-40B4-BE49-F238E27FC236}">
                  <a16:creationId xmlns:a16="http://schemas.microsoft.com/office/drawing/2014/main" id="{85A234D7-DB5A-1D23-3B88-94A65E8B0235}"/>
                </a:ext>
              </a:extLst>
            </p:cNvPr>
            <p:cNvSpPr>
              <a:spLocks/>
            </p:cNvSpPr>
            <p:nvPr/>
          </p:nvSpPr>
          <p:spPr>
            <a:xfrm>
              <a:off x="6040708" y="3534504"/>
              <a:ext cx="211516" cy="98880"/>
            </a:xfrm>
            <a:custGeom>
              <a:avLst/>
              <a:gdLst>
                <a:gd name="connsiteX0" fmla="*/ 72 w 141707"/>
                <a:gd name="connsiteY0" fmla="*/ 8780 h 66245"/>
                <a:gd name="connsiteX1" fmla="*/ 1602 w 141707"/>
                <a:gd name="connsiteY1" fmla="*/ 9263 h 66245"/>
                <a:gd name="connsiteX2" fmla="*/ 1602 w 141707"/>
                <a:gd name="connsiteY2" fmla="*/ 9263 h 66245"/>
                <a:gd name="connsiteX3" fmla="*/ 2298 w 141707"/>
                <a:gd name="connsiteY3" fmla="*/ 8956 h 66245"/>
                <a:gd name="connsiteX4" fmla="*/ 16443 w 141707"/>
                <a:gd name="connsiteY4" fmla="*/ 2371 h 66245"/>
                <a:gd name="connsiteX5" fmla="*/ 141708 w 141707"/>
                <a:gd name="connsiteY5" fmla="*/ 66245 h 66245"/>
                <a:gd name="connsiteX6" fmla="*/ 141708 w 141707"/>
                <a:gd name="connsiteY6" fmla="*/ 63743 h 66245"/>
                <a:gd name="connsiteX7" fmla="*/ 17046 w 141707"/>
                <a:gd name="connsiteY7" fmla="*/ 132 h 66245"/>
                <a:gd name="connsiteX8" fmla="*/ 15979 w 141707"/>
                <a:gd name="connsiteY8" fmla="*/ 132 h 66245"/>
                <a:gd name="connsiteX9" fmla="*/ 628 w 141707"/>
                <a:gd name="connsiteY9" fmla="*/ 7244 h 66245"/>
                <a:gd name="connsiteX10" fmla="*/ 628 w 141707"/>
                <a:gd name="connsiteY10" fmla="*/ 7244 h 66245"/>
                <a:gd name="connsiteX11" fmla="*/ 118 w 141707"/>
                <a:gd name="connsiteY11" fmla="*/ 8692 h 66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707" h="66245">
                  <a:moveTo>
                    <a:pt x="72" y="8780"/>
                  </a:moveTo>
                  <a:cubicBezTo>
                    <a:pt x="350" y="9307"/>
                    <a:pt x="999" y="9526"/>
                    <a:pt x="1602" y="9263"/>
                  </a:cubicBezTo>
                  <a:cubicBezTo>
                    <a:pt x="1602" y="9263"/>
                    <a:pt x="1602" y="9263"/>
                    <a:pt x="1602" y="9263"/>
                  </a:cubicBezTo>
                  <a:lnTo>
                    <a:pt x="2298" y="8956"/>
                  </a:lnTo>
                  <a:lnTo>
                    <a:pt x="16443" y="2371"/>
                  </a:lnTo>
                  <a:lnTo>
                    <a:pt x="141708" y="66245"/>
                  </a:lnTo>
                  <a:lnTo>
                    <a:pt x="141708" y="63743"/>
                  </a:lnTo>
                  <a:lnTo>
                    <a:pt x="17046" y="132"/>
                  </a:lnTo>
                  <a:cubicBezTo>
                    <a:pt x="16721" y="-44"/>
                    <a:pt x="16304" y="-44"/>
                    <a:pt x="15979" y="132"/>
                  </a:cubicBezTo>
                  <a:lnTo>
                    <a:pt x="628" y="7244"/>
                  </a:lnTo>
                  <a:lnTo>
                    <a:pt x="628" y="7244"/>
                  </a:lnTo>
                  <a:cubicBezTo>
                    <a:pt x="72" y="7507"/>
                    <a:pt x="-160" y="8165"/>
                    <a:pt x="118" y="869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4" name="Freeform: Shape 2483">
              <a:extLst>
                <a:ext uri="{FF2B5EF4-FFF2-40B4-BE49-F238E27FC236}">
                  <a16:creationId xmlns:a16="http://schemas.microsoft.com/office/drawing/2014/main" id="{05F1BB6C-3303-D451-8F5F-A5D5F439EEEC}"/>
                </a:ext>
              </a:extLst>
            </p:cNvPr>
            <p:cNvSpPr>
              <a:spLocks/>
            </p:cNvSpPr>
            <p:nvPr/>
          </p:nvSpPr>
          <p:spPr>
            <a:xfrm>
              <a:off x="6052374" y="3827311"/>
              <a:ext cx="173476" cy="84102"/>
            </a:xfrm>
            <a:custGeom>
              <a:avLst/>
              <a:gdLst>
                <a:gd name="connsiteX0" fmla="*/ 108847 w 116221"/>
                <a:gd name="connsiteY0" fmla="*/ 154 h 56345"/>
                <a:gd name="connsiteX1" fmla="*/ 99015 w 116221"/>
                <a:gd name="connsiteY1" fmla="*/ 3710 h 56345"/>
                <a:gd name="connsiteX2" fmla="*/ 98273 w 116221"/>
                <a:gd name="connsiteY2" fmla="*/ 4588 h 56345"/>
                <a:gd name="connsiteX3" fmla="*/ 97207 w 116221"/>
                <a:gd name="connsiteY3" fmla="*/ 12534 h 56345"/>
                <a:gd name="connsiteX4" fmla="*/ 87328 w 116221"/>
                <a:gd name="connsiteY4" fmla="*/ 17231 h 56345"/>
                <a:gd name="connsiteX5" fmla="*/ 86772 w 116221"/>
                <a:gd name="connsiteY5" fmla="*/ 17801 h 56345"/>
                <a:gd name="connsiteX6" fmla="*/ 83479 w 116221"/>
                <a:gd name="connsiteY6" fmla="*/ 25660 h 56345"/>
                <a:gd name="connsiteX7" fmla="*/ 76012 w 116221"/>
                <a:gd name="connsiteY7" fmla="*/ 29216 h 56345"/>
                <a:gd name="connsiteX8" fmla="*/ 64232 w 116221"/>
                <a:gd name="connsiteY8" fmla="*/ 29216 h 56345"/>
                <a:gd name="connsiteX9" fmla="*/ 63444 w 116221"/>
                <a:gd name="connsiteY9" fmla="*/ 29523 h 56345"/>
                <a:gd name="connsiteX10" fmla="*/ 55421 w 116221"/>
                <a:gd name="connsiteY10" fmla="*/ 36986 h 56345"/>
                <a:gd name="connsiteX11" fmla="*/ 47630 w 116221"/>
                <a:gd name="connsiteY11" fmla="*/ 45634 h 56345"/>
                <a:gd name="connsiteX12" fmla="*/ 25554 w 116221"/>
                <a:gd name="connsiteY12" fmla="*/ 45634 h 56345"/>
                <a:gd name="connsiteX13" fmla="*/ 25136 w 116221"/>
                <a:gd name="connsiteY13" fmla="*/ 45722 h 56345"/>
                <a:gd name="connsiteX14" fmla="*/ 14841 w 116221"/>
                <a:gd name="connsiteY14" fmla="*/ 49629 h 56345"/>
                <a:gd name="connsiteX15" fmla="*/ 6817 w 116221"/>
                <a:gd name="connsiteY15" fmla="*/ 54063 h 56345"/>
                <a:gd name="connsiteX16" fmla="*/ 1206 w 116221"/>
                <a:gd name="connsiteY16" fmla="*/ 53009 h 56345"/>
                <a:gd name="connsiteX17" fmla="*/ 0 w 116221"/>
                <a:gd name="connsiteY17" fmla="*/ 52790 h 56345"/>
                <a:gd name="connsiteX18" fmla="*/ 0 w 116221"/>
                <a:gd name="connsiteY18" fmla="*/ 52790 h 56345"/>
                <a:gd name="connsiteX19" fmla="*/ 742 w 116221"/>
                <a:gd name="connsiteY19" fmla="*/ 53229 h 56345"/>
                <a:gd name="connsiteX20" fmla="*/ 464 w 116221"/>
                <a:gd name="connsiteY20" fmla="*/ 54766 h 56345"/>
                <a:gd name="connsiteX21" fmla="*/ 139 w 116221"/>
                <a:gd name="connsiteY21" fmla="*/ 55073 h 56345"/>
                <a:gd name="connsiteX22" fmla="*/ 6817 w 116221"/>
                <a:gd name="connsiteY22" fmla="*/ 56346 h 56345"/>
                <a:gd name="connsiteX23" fmla="*/ 7049 w 116221"/>
                <a:gd name="connsiteY23" fmla="*/ 56346 h 56345"/>
                <a:gd name="connsiteX24" fmla="*/ 7652 w 116221"/>
                <a:gd name="connsiteY24" fmla="*/ 56214 h 56345"/>
                <a:gd name="connsiteX25" fmla="*/ 15907 w 116221"/>
                <a:gd name="connsiteY25" fmla="*/ 51605 h 56345"/>
                <a:gd name="connsiteX26" fmla="*/ 25832 w 116221"/>
                <a:gd name="connsiteY26" fmla="*/ 47829 h 56345"/>
                <a:gd name="connsiteX27" fmla="*/ 48232 w 116221"/>
                <a:gd name="connsiteY27" fmla="*/ 47829 h 56345"/>
                <a:gd name="connsiteX28" fmla="*/ 49113 w 116221"/>
                <a:gd name="connsiteY28" fmla="*/ 47434 h 56345"/>
                <a:gd name="connsiteX29" fmla="*/ 57137 w 116221"/>
                <a:gd name="connsiteY29" fmla="*/ 38435 h 56345"/>
                <a:gd name="connsiteX30" fmla="*/ 64789 w 116221"/>
                <a:gd name="connsiteY30" fmla="*/ 31323 h 56345"/>
                <a:gd name="connsiteX31" fmla="*/ 76337 w 116221"/>
                <a:gd name="connsiteY31" fmla="*/ 31323 h 56345"/>
                <a:gd name="connsiteX32" fmla="*/ 76847 w 116221"/>
                <a:gd name="connsiteY32" fmla="*/ 31191 h 56345"/>
                <a:gd name="connsiteX33" fmla="*/ 84963 w 116221"/>
                <a:gd name="connsiteY33" fmla="*/ 27328 h 56345"/>
                <a:gd name="connsiteX34" fmla="*/ 85520 w 116221"/>
                <a:gd name="connsiteY34" fmla="*/ 26757 h 56345"/>
                <a:gd name="connsiteX35" fmla="*/ 88813 w 116221"/>
                <a:gd name="connsiteY35" fmla="*/ 18899 h 56345"/>
                <a:gd name="connsiteX36" fmla="*/ 98830 w 116221"/>
                <a:gd name="connsiteY36" fmla="*/ 14158 h 56345"/>
                <a:gd name="connsiteX37" fmla="*/ 99479 w 116221"/>
                <a:gd name="connsiteY37" fmla="*/ 13324 h 56345"/>
                <a:gd name="connsiteX38" fmla="*/ 100546 w 116221"/>
                <a:gd name="connsiteY38" fmla="*/ 5466 h 56345"/>
                <a:gd name="connsiteX39" fmla="*/ 109358 w 116221"/>
                <a:gd name="connsiteY39" fmla="*/ 2261 h 56345"/>
                <a:gd name="connsiteX40" fmla="*/ 116221 w 116221"/>
                <a:gd name="connsiteY40" fmla="*/ 4324 h 56345"/>
                <a:gd name="connsiteX41" fmla="*/ 116221 w 116221"/>
                <a:gd name="connsiteY41" fmla="*/ 4324 h 56345"/>
                <a:gd name="connsiteX42" fmla="*/ 116036 w 116221"/>
                <a:gd name="connsiteY42" fmla="*/ 4193 h 56345"/>
                <a:gd name="connsiteX43" fmla="*/ 115711 w 116221"/>
                <a:gd name="connsiteY43" fmla="*/ 3929 h 56345"/>
                <a:gd name="connsiteX44" fmla="*/ 115526 w 116221"/>
                <a:gd name="connsiteY44" fmla="*/ 3578 h 56345"/>
                <a:gd name="connsiteX45" fmla="*/ 115387 w 116221"/>
                <a:gd name="connsiteY45" fmla="*/ 3358 h 56345"/>
                <a:gd name="connsiteX46" fmla="*/ 115433 w 116221"/>
                <a:gd name="connsiteY46" fmla="*/ 3183 h 56345"/>
                <a:gd name="connsiteX47" fmla="*/ 115433 w 116221"/>
                <a:gd name="connsiteY47" fmla="*/ 3007 h 56345"/>
                <a:gd name="connsiteX48" fmla="*/ 115758 w 116221"/>
                <a:gd name="connsiteY48" fmla="*/ 1910 h 56345"/>
                <a:gd name="connsiteX49" fmla="*/ 109636 w 116221"/>
                <a:gd name="connsiteY49" fmla="*/ 66 h 56345"/>
                <a:gd name="connsiteX50" fmla="*/ 108847 w 116221"/>
                <a:gd name="connsiteY50" fmla="*/ 66 h 5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16221" h="56345">
                  <a:moveTo>
                    <a:pt x="108847" y="154"/>
                  </a:moveTo>
                  <a:lnTo>
                    <a:pt x="99015" y="3710"/>
                  </a:lnTo>
                  <a:cubicBezTo>
                    <a:pt x="98598" y="3841"/>
                    <a:pt x="98320" y="4193"/>
                    <a:pt x="98273" y="4588"/>
                  </a:cubicBezTo>
                  <a:lnTo>
                    <a:pt x="97207" y="12534"/>
                  </a:lnTo>
                  <a:lnTo>
                    <a:pt x="87328" y="17231"/>
                  </a:lnTo>
                  <a:cubicBezTo>
                    <a:pt x="87050" y="17363"/>
                    <a:pt x="86865" y="17538"/>
                    <a:pt x="86772" y="17801"/>
                  </a:cubicBezTo>
                  <a:lnTo>
                    <a:pt x="83479" y="25660"/>
                  </a:lnTo>
                  <a:lnTo>
                    <a:pt x="76012" y="29216"/>
                  </a:lnTo>
                  <a:lnTo>
                    <a:pt x="64232" y="29216"/>
                  </a:lnTo>
                  <a:cubicBezTo>
                    <a:pt x="63908" y="29216"/>
                    <a:pt x="63629" y="29347"/>
                    <a:pt x="63444" y="29523"/>
                  </a:cubicBezTo>
                  <a:lnTo>
                    <a:pt x="55421" y="36986"/>
                  </a:lnTo>
                  <a:lnTo>
                    <a:pt x="47630" y="45634"/>
                  </a:lnTo>
                  <a:lnTo>
                    <a:pt x="25554" y="45634"/>
                  </a:lnTo>
                  <a:cubicBezTo>
                    <a:pt x="25554" y="45634"/>
                    <a:pt x="25276" y="45634"/>
                    <a:pt x="25136" y="45722"/>
                  </a:cubicBezTo>
                  <a:lnTo>
                    <a:pt x="14841" y="49629"/>
                  </a:lnTo>
                  <a:lnTo>
                    <a:pt x="6817" y="54063"/>
                  </a:lnTo>
                  <a:lnTo>
                    <a:pt x="1206" y="53009"/>
                  </a:lnTo>
                  <a:lnTo>
                    <a:pt x="0" y="52790"/>
                  </a:lnTo>
                  <a:cubicBezTo>
                    <a:pt x="0" y="52790"/>
                    <a:pt x="0" y="52790"/>
                    <a:pt x="0" y="52790"/>
                  </a:cubicBezTo>
                  <a:cubicBezTo>
                    <a:pt x="278" y="52834"/>
                    <a:pt x="557" y="52965"/>
                    <a:pt x="742" y="53229"/>
                  </a:cubicBezTo>
                  <a:cubicBezTo>
                    <a:pt x="1113" y="53712"/>
                    <a:pt x="974" y="54414"/>
                    <a:pt x="464" y="54766"/>
                  </a:cubicBezTo>
                  <a:cubicBezTo>
                    <a:pt x="464" y="54766"/>
                    <a:pt x="325" y="54897"/>
                    <a:pt x="139" y="55073"/>
                  </a:cubicBezTo>
                  <a:lnTo>
                    <a:pt x="6817" y="56346"/>
                  </a:lnTo>
                  <a:cubicBezTo>
                    <a:pt x="6817" y="56346"/>
                    <a:pt x="6957" y="56346"/>
                    <a:pt x="7049" y="56346"/>
                  </a:cubicBezTo>
                  <a:cubicBezTo>
                    <a:pt x="7235" y="56346"/>
                    <a:pt x="7467" y="56302"/>
                    <a:pt x="7652" y="56214"/>
                  </a:cubicBezTo>
                  <a:lnTo>
                    <a:pt x="15907" y="51605"/>
                  </a:lnTo>
                  <a:lnTo>
                    <a:pt x="25832" y="47829"/>
                  </a:lnTo>
                  <a:lnTo>
                    <a:pt x="48232" y="47829"/>
                  </a:lnTo>
                  <a:cubicBezTo>
                    <a:pt x="48557" y="47829"/>
                    <a:pt x="48882" y="47697"/>
                    <a:pt x="49113" y="47434"/>
                  </a:cubicBezTo>
                  <a:lnTo>
                    <a:pt x="57137" y="38435"/>
                  </a:lnTo>
                  <a:lnTo>
                    <a:pt x="64789" y="31323"/>
                  </a:lnTo>
                  <a:lnTo>
                    <a:pt x="76337" y="31323"/>
                  </a:lnTo>
                  <a:cubicBezTo>
                    <a:pt x="76337" y="31323"/>
                    <a:pt x="76708" y="31323"/>
                    <a:pt x="76847" y="31191"/>
                  </a:cubicBezTo>
                  <a:lnTo>
                    <a:pt x="84963" y="27328"/>
                  </a:lnTo>
                  <a:cubicBezTo>
                    <a:pt x="85241" y="27196"/>
                    <a:pt x="85427" y="27021"/>
                    <a:pt x="85520" y="26757"/>
                  </a:cubicBezTo>
                  <a:lnTo>
                    <a:pt x="88813" y="18899"/>
                  </a:lnTo>
                  <a:lnTo>
                    <a:pt x="98830" y="14158"/>
                  </a:lnTo>
                  <a:cubicBezTo>
                    <a:pt x="99201" y="13982"/>
                    <a:pt x="99433" y="13675"/>
                    <a:pt x="99479" y="13324"/>
                  </a:cubicBezTo>
                  <a:lnTo>
                    <a:pt x="100546" y="5466"/>
                  </a:lnTo>
                  <a:lnTo>
                    <a:pt x="109358" y="2261"/>
                  </a:lnTo>
                  <a:lnTo>
                    <a:pt x="116221" y="4324"/>
                  </a:lnTo>
                  <a:cubicBezTo>
                    <a:pt x="116221" y="4324"/>
                    <a:pt x="116221" y="4324"/>
                    <a:pt x="116221" y="4324"/>
                  </a:cubicBezTo>
                  <a:cubicBezTo>
                    <a:pt x="116129" y="4324"/>
                    <a:pt x="116082" y="4236"/>
                    <a:pt x="116036" y="4193"/>
                  </a:cubicBezTo>
                  <a:cubicBezTo>
                    <a:pt x="115897" y="4105"/>
                    <a:pt x="115804" y="4061"/>
                    <a:pt x="115711" y="3929"/>
                  </a:cubicBezTo>
                  <a:cubicBezTo>
                    <a:pt x="115618" y="3841"/>
                    <a:pt x="115572" y="3710"/>
                    <a:pt x="115526" y="3578"/>
                  </a:cubicBezTo>
                  <a:cubicBezTo>
                    <a:pt x="115526" y="3490"/>
                    <a:pt x="115433" y="3446"/>
                    <a:pt x="115387" y="3358"/>
                  </a:cubicBezTo>
                  <a:cubicBezTo>
                    <a:pt x="115387" y="3271"/>
                    <a:pt x="115433" y="3227"/>
                    <a:pt x="115433" y="3183"/>
                  </a:cubicBezTo>
                  <a:cubicBezTo>
                    <a:pt x="115433" y="3139"/>
                    <a:pt x="115433" y="3051"/>
                    <a:pt x="115433" y="3007"/>
                  </a:cubicBezTo>
                  <a:lnTo>
                    <a:pt x="115758" y="1910"/>
                  </a:lnTo>
                  <a:lnTo>
                    <a:pt x="109636" y="66"/>
                  </a:lnTo>
                  <a:cubicBezTo>
                    <a:pt x="109404" y="-22"/>
                    <a:pt x="109126" y="-22"/>
                    <a:pt x="108847" y="6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5" name="Freeform: Shape 2484">
              <a:extLst>
                <a:ext uri="{FF2B5EF4-FFF2-40B4-BE49-F238E27FC236}">
                  <a16:creationId xmlns:a16="http://schemas.microsoft.com/office/drawing/2014/main" id="{6F224E13-BC40-B2A8-2931-8190D6054823}"/>
                </a:ext>
              </a:extLst>
            </p:cNvPr>
            <p:cNvSpPr>
              <a:spLocks/>
            </p:cNvSpPr>
            <p:nvPr/>
          </p:nvSpPr>
          <p:spPr>
            <a:xfrm>
              <a:off x="6050920" y="3906239"/>
              <a:ext cx="623" cy="130"/>
            </a:xfrm>
            <a:custGeom>
              <a:avLst/>
              <a:gdLst>
                <a:gd name="connsiteX0" fmla="*/ 0 w 417"/>
                <a:gd name="connsiteY0" fmla="*/ 88 h 87"/>
                <a:gd name="connsiteX1" fmla="*/ 418 w 417"/>
                <a:gd name="connsiteY1" fmla="*/ 0 h 87"/>
                <a:gd name="connsiteX2" fmla="*/ 0 w 417"/>
                <a:gd name="connsiteY2" fmla="*/ 88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87">
                  <a:moveTo>
                    <a:pt x="0" y="88"/>
                  </a:moveTo>
                  <a:cubicBezTo>
                    <a:pt x="0" y="88"/>
                    <a:pt x="278" y="0"/>
                    <a:pt x="418" y="0"/>
                  </a:cubicBezTo>
                  <a:cubicBezTo>
                    <a:pt x="278" y="0"/>
                    <a:pt x="93" y="0"/>
                    <a:pt x="0" y="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6" name="Freeform: Shape 2485">
              <a:extLst>
                <a:ext uri="{FF2B5EF4-FFF2-40B4-BE49-F238E27FC236}">
                  <a16:creationId xmlns:a16="http://schemas.microsoft.com/office/drawing/2014/main" id="{9F171771-9160-39CE-89DC-0EC6FEF54E8A}"/>
                </a:ext>
              </a:extLst>
            </p:cNvPr>
            <p:cNvSpPr>
              <a:spLocks/>
            </p:cNvSpPr>
            <p:nvPr/>
          </p:nvSpPr>
          <p:spPr>
            <a:xfrm>
              <a:off x="6225504" y="3833634"/>
              <a:ext cx="762" cy="327"/>
            </a:xfrm>
            <a:custGeom>
              <a:avLst/>
              <a:gdLst>
                <a:gd name="connsiteX0" fmla="*/ 185 w 510"/>
                <a:gd name="connsiteY0" fmla="*/ 219 h 219"/>
                <a:gd name="connsiteX1" fmla="*/ 510 w 510"/>
                <a:gd name="connsiteY1" fmla="*/ 219 h 219"/>
                <a:gd name="connsiteX2" fmla="*/ 0 w 510"/>
                <a:gd name="connsiteY2" fmla="*/ 0 h 219"/>
                <a:gd name="connsiteX3" fmla="*/ 185 w 510"/>
                <a:gd name="connsiteY3" fmla="*/ 132 h 219"/>
                <a:gd name="connsiteX4" fmla="*/ 185 w 510"/>
                <a:gd name="connsiteY4" fmla="*/ 132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" h="219">
                  <a:moveTo>
                    <a:pt x="185" y="219"/>
                  </a:moveTo>
                  <a:cubicBezTo>
                    <a:pt x="185" y="219"/>
                    <a:pt x="417" y="219"/>
                    <a:pt x="510" y="219"/>
                  </a:cubicBezTo>
                  <a:cubicBezTo>
                    <a:pt x="325" y="219"/>
                    <a:pt x="139" y="88"/>
                    <a:pt x="0" y="0"/>
                  </a:cubicBezTo>
                  <a:cubicBezTo>
                    <a:pt x="93" y="0"/>
                    <a:pt x="93" y="132"/>
                    <a:pt x="185" y="132"/>
                  </a:cubicBezTo>
                  <a:cubicBezTo>
                    <a:pt x="185" y="132"/>
                    <a:pt x="185" y="132"/>
                    <a:pt x="185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7" name="Freeform: Shape 2486">
              <a:extLst>
                <a:ext uri="{FF2B5EF4-FFF2-40B4-BE49-F238E27FC236}">
                  <a16:creationId xmlns:a16="http://schemas.microsoft.com/office/drawing/2014/main" id="{7EA94951-251A-202F-16E6-562F45D32D53}"/>
                </a:ext>
              </a:extLst>
            </p:cNvPr>
            <p:cNvSpPr>
              <a:spLocks/>
            </p:cNvSpPr>
            <p:nvPr/>
          </p:nvSpPr>
          <p:spPr>
            <a:xfrm>
              <a:off x="6199424" y="3632532"/>
              <a:ext cx="56260" cy="199921"/>
            </a:xfrm>
            <a:custGeom>
              <a:avLst/>
              <a:gdLst>
                <a:gd name="connsiteX0" fmla="*/ 36533 w 37692"/>
                <a:gd name="connsiteY0" fmla="*/ 1098 h 133939"/>
                <a:gd name="connsiteX1" fmla="*/ 35373 w 37692"/>
                <a:gd name="connsiteY1" fmla="*/ 0 h 133939"/>
                <a:gd name="connsiteX2" fmla="*/ 35373 w 37692"/>
                <a:gd name="connsiteY2" fmla="*/ 57904 h 133939"/>
                <a:gd name="connsiteX3" fmla="*/ 22619 w 37692"/>
                <a:gd name="connsiteY3" fmla="*/ 57904 h 133939"/>
                <a:gd name="connsiteX4" fmla="*/ 21831 w 37692"/>
                <a:gd name="connsiteY4" fmla="*/ 58212 h 133939"/>
                <a:gd name="connsiteX5" fmla="*/ 18353 w 37692"/>
                <a:gd name="connsiteY5" fmla="*/ 61241 h 133939"/>
                <a:gd name="connsiteX6" fmla="*/ 17982 w 37692"/>
                <a:gd name="connsiteY6" fmla="*/ 62250 h 133939"/>
                <a:gd name="connsiteX7" fmla="*/ 19002 w 37692"/>
                <a:gd name="connsiteY7" fmla="*/ 67869 h 133939"/>
                <a:gd name="connsiteX8" fmla="*/ 16451 w 37692"/>
                <a:gd name="connsiteY8" fmla="*/ 69538 h 133939"/>
                <a:gd name="connsiteX9" fmla="*/ 15941 w 37692"/>
                <a:gd name="connsiteY9" fmla="*/ 70284 h 133939"/>
                <a:gd name="connsiteX10" fmla="*/ 15199 w 37692"/>
                <a:gd name="connsiteY10" fmla="*/ 74981 h 133939"/>
                <a:gd name="connsiteX11" fmla="*/ 11860 w 37692"/>
                <a:gd name="connsiteY11" fmla="*/ 74981 h 133939"/>
                <a:gd name="connsiteX12" fmla="*/ 10747 w 37692"/>
                <a:gd name="connsiteY12" fmla="*/ 75816 h 133939"/>
                <a:gd name="connsiteX13" fmla="*/ 9866 w 37692"/>
                <a:gd name="connsiteY13" fmla="*/ 79371 h 133939"/>
                <a:gd name="connsiteX14" fmla="*/ 10144 w 37692"/>
                <a:gd name="connsiteY14" fmla="*/ 80381 h 133939"/>
                <a:gd name="connsiteX15" fmla="*/ 12834 w 37692"/>
                <a:gd name="connsiteY15" fmla="*/ 83147 h 133939"/>
                <a:gd name="connsiteX16" fmla="*/ 4718 w 37692"/>
                <a:gd name="connsiteY16" fmla="*/ 90083 h 133939"/>
                <a:gd name="connsiteX17" fmla="*/ 4486 w 37692"/>
                <a:gd name="connsiteY17" fmla="*/ 91444 h 133939"/>
                <a:gd name="connsiteX18" fmla="*/ 7547 w 37692"/>
                <a:gd name="connsiteY18" fmla="*/ 96756 h 133939"/>
                <a:gd name="connsiteX19" fmla="*/ 358 w 37692"/>
                <a:gd name="connsiteY19" fmla="*/ 103297 h 133939"/>
                <a:gd name="connsiteX20" fmla="*/ 127 w 37692"/>
                <a:gd name="connsiteY20" fmla="*/ 104570 h 133939"/>
                <a:gd name="connsiteX21" fmla="*/ 2167 w 37692"/>
                <a:gd name="connsiteY21" fmla="*/ 108433 h 133939"/>
                <a:gd name="connsiteX22" fmla="*/ 2863 w 37692"/>
                <a:gd name="connsiteY22" fmla="*/ 109004 h 133939"/>
                <a:gd name="connsiteX23" fmla="*/ 3744 w 37692"/>
                <a:gd name="connsiteY23" fmla="*/ 108916 h 133939"/>
                <a:gd name="connsiteX24" fmla="*/ 8057 w 37692"/>
                <a:gd name="connsiteY24" fmla="*/ 106765 h 133939"/>
                <a:gd name="connsiteX25" fmla="*/ 10654 w 37692"/>
                <a:gd name="connsiteY25" fmla="*/ 108477 h 133939"/>
                <a:gd name="connsiteX26" fmla="*/ 10144 w 37692"/>
                <a:gd name="connsiteY26" fmla="*/ 111813 h 133939"/>
                <a:gd name="connsiteX27" fmla="*/ 10144 w 37692"/>
                <a:gd name="connsiteY27" fmla="*/ 114272 h 133939"/>
                <a:gd name="connsiteX28" fmla="*/ 10515 w 37692"/>
                <a:gd name="connsiteY28" fmla="*/ 115106 h 133939"/>
                <a:gd name="connsiteX29" fmla="*/ 12926 w 37692"/>
                <a:gd name="connsiteY29" fmla="*/ 117169 h 133939"/>
                <a:gd name="connsiteX30" fmla="*/ 11906 w 37692"/>
                <a:gd name="connsiteY30" fmla="*/ 122042 h 133939"/>
                <a:gd name="connsiteX31" fmla="*/ 12324 w 37692"/>
                <a:gd name="connsiteY31" fmla="*/ 123140 h 133939"/>
                <a:gd name="connsiteX32" fmla="*/ 18677 w 37692"/>
                <a:gd name="connsiteY32" fmla="*/ 127881 h 133939"/>
                <a:gd name="connsiteX33" fmla="*/ 17193 w 37692"/>
                <a:gd name="connsiteY33" fmla="*/ 132666 h 133939"/>
                <a:gd name="connsiteX34" fmla="*/ 16869 w 37692"/>
                <a:gd name="connsiteY34" fmla="*/ 133763 h 133939"/>
                <a:gd name="connsiteX35" fmla="*/ 16869 w 37692"/>
                <a:gd name="connsiteY35" fmla="*/ 133939 h 133939"/>
                <a:gd name="connsiteX36" fmla="*/ 17889 w 37692"/>
                <a:gd name="connsiteY36" fmla="*/ 132973 h 133939"/>
                <a:gd name="connsiteX37" fmla="*/ 18075 w 37692"/>
                <a:gd name="connsiteY37" fmla="*/ 132973 h 133939"/>
                <a:gd name="connsiteX38" fmla="*/ 19419 w 37692"/>
                <a:gd name="connsiteY38" fmla="*/ 133193 h 133939"/>
                <a:gd name="connsiteX39" fmla="*/ 21089 w 37692"/>
                <a:gd name="connsiteY39" fmla="*/ 127793 h 133939"/>
                <a:gd name="connsiteX40" fmla="*/ 20718 w 37692"/>
                <a:gd name="connsiteY40" fmla="*/ 126608 h 133939"/>
                <a:gd name="connsiteX41" fmla="*/ 14318 w 37692"/>
                <a:gd name="connsiteY41" fmla="*/ 121823 h 133939"/>
                <a:gd name="connsiteX42" fmla="*/ 15338 w 37692"/>
                <a:gd name="connsiteY42" fmla="*/ 116994 h 133939"/>
                <a:gd name="connsiteX43" fmla="*/ 14967 w 37692"/>
                <a:gd name="connsiteY43" fmla="*/ 115984 h 133939"/>
                <a:gd name="connsiteX44" fmla="*/ 12463 w 37692"/>
                <a:gd name="connsiteY44" fmla="*/ 113833 h 133939"/>
                <a:gd name="connsiteX45" fmla="*/ 12463 w 37692"/>
                <a:gd name="connsiteY45" fmla="*/ 111989 h 133939"/>
                <a:gd name="connsiteX46" fmla="*/ 13019 w 37692"/>
                <a:gd name="connsiteY46" fmla="*/ 108126 h 133939"/>
                <a:gd name="connsiteX47" fmla="*/ 12556 w 37692"/>
                <a:gd name="connsiteY47" fmla="*/ 107072 h 133939"/>
                <a:gd name="connsiteX48" fmla="*/ 8799 w 37692"/>
                <a:gd name="connsiteY48" fmla="*/ 104614 h 133939"/>
                <a:gd name="connsiteX49" fmla="*/ 7593 w 37692"/>
                <a:gd name="connsiteY49" fmla="*/ 104526 h 133939"/>
                <a:gd name="connsiteX50" fmla="*/ 3697 w 37692"/>
                <a:gd name="connsiteY50" fmla="*/ 106458 h 133939"/>
                <a:gd name="connsiteX51" fmla="*/ 2584 w 37692"/>
                <a:gd name="connsiteY51" fmla="*/ 104351 h 133939"/>
                <a:gd name="connsiteX52" fmla="*/ 9819 w 37692"/>
                <a:gd name="connsiteY52" fmla="*/ 97766 h 133939"/>
                <a:gd name="connsiteX53" fmla="*/ 10051 w 37692"/>
                <a:gd name="connsiteY53" fmla="*/ 96448 h 133939"/>
                <a:gd name="connsiteX54" fmla="*/ 6990 w 37692"/>
                <a:gd name="connsiteY54" fmla="*/ 91181 h 133939"/>
                <a:gd name="connsiteX55" fmla="*/ 15292 w 37692"/>
                <a:gd name="connsiteY55" fmla="*/ 84069 h 133939"/>
                <a:gd name="connsiteX56" fmla="*/ 15663 w 37692"/>
                <a:gd name="connsiteY56" fmla="*/ 83322 h 133939"/>
                <a:gd name="connsiteX57" fmla="*/ 15338 w 37692"/>
                <a:gd name="connsiteY57" fmla="*/ 82532 h 133939"/>
                <a:gd name="connsiteX58" fmla="*/ 12277 w 37692"/>
                <a:gd name="connsiteY58" fmla="*/ 79415 h 133939"/>
                <a:gd name="connsiteX59" fmla="*/ 12787 w 37692"/>
                <a:gd name="connsiteY59" fmla="*/ 77264 h 133939"/>
                <a:gd name="connsiteX60" fmla="*/ 16219 w 37692"/>
                <a:gd name="connsiteY60" fmla="*/ 77264 h 133939"/>
                <a:gd name="connsiteX61" fmla="*/ 17379 w 37692"/>
                <a:gd name="connsiteY61" fmla="*/ 76342 h 133939"/>
                <a:gd name="connsiteX62" fmla="*/ 18167 w 37692"/>
                <a:gd name="connsiteY62" fmla="*/ 71206 h 133939"/>
                <a:gd name="connsiteX63" fmla="*/ 20950 w 37692"/>
                <a:gd name="connsiteY63" fmla="*/ 69406 h 133939"/>
                <a:gd name="connsiteX64" fmla="*/ 21460 w 37692"/>
                <a:gd name="connsiteY64" fmla="*/ 68309 h 133939"/>
                <a:gd name="connsiteX65" fmla="*/ 20393 w 37692"/>
                <a:gd name="connsiteY65" fmla="*/ 62602 h 133939"/>
                <a:gd name="connsiteX66" fmla="*/ 23083 w 37692"/>
                <a:gd name="connsiteY66" fmla="*/ 60275 h 133939"/>
                <a:gd name="connsiteX67" fmla="*/ 36533 w 37692"/>
                <a:gd name="connsiteY67" fmla="*/ 60275 h 133939"/>
                <a:gd name="connsiteX68" fmla="*/ 37692 w 37692"/>
                <a:gd name="connsiteY68" fmla="*/ 59177 h 133939"/>
                <a:gd name="connsiteX69" fmla="*/ 37692 w 37692"/>
                <a:gd name="connsiteY69" fmla="*/ 176 h 133939"/>
                <a:gd name="connsiteX70" fmla="*/ 36533 w 37692"/>
                <a:gd name="connsiteY70" fmla="*/ 1273 h 1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7692" h="133939">
                  <a:moveTo>
                    <a:pt x="36533" y="1098"/>
                  </a:moveTo>
                  <a:cubicBezTo>
                    <a:pt x="35883" y="1098"/>
                    <a:pt x="35373" y="615"/>
                    <a:pt x="35373" y="0"/>
                  </a:cubicBezTo>
                  <a:lnTo>
                    <a:pt x="35373" y="57904"/>
                  </a:lnTo>
                  <a:lnTo>
                    <a:pt x="22619" y="57904"/>
                  </a:lnTo>
                  <a:cubicBezTo>
                    <a:pt x="22341" y="57904"/>
                    <a:pt x="22063" y="57992"/>
                    <a:pt x="21831" y="58212"/>
                  </a:cubicBezTo>
                  <a:lnTo>
                    <a:pt x="18353" y="61241"/>
                  </a:lnTo>
                  <a:cubicBezTo>
                    <a:pt x="18075" y="61504"/>
                    <a:pt x="17935" y="61855"/>
                    <a:pt x="17982" y="62250"/>
                  </a:cubicBezTo>
                  <a:lnTo>
                    <a:pt x="19002" y="67869"/>
                  </a:lnTo>
                  <a:lnTo>
                    <a:pt x="16451" y="69538"/>
                  </a:lnTo>
                  <a:cubicBezTo>
                    <a:pt x="16173" y="69713"/>
                    <a:pt x="15988" y="69977"/>
                    <a:pt x="15941" y="70284"/>
                  </a:cubicBezTo>
                  <a:lnTo>
                    <a:pt x="15199" y="74981"/>
                  </a:lnTo>
                  <a:lnTo>
                    <a:pt x="11860" y="74981"/>
                  </a:lnTo>
                  <a:cubicBezTo>
                    <a:pt x="11303" y="74981"/>
                    <a:pt x="10840" y="75332"/>
                    <a:pt x="10747" y="75816"/>
                  </a:cubicBezTo>
                  <a:lnTo>
                    <a:pt x="9866" y="79371"/>
                  </a:lnTo>
                  <a:cubicBezTo>
                    <a:pt x="9773" y="79722"/>
                    <a:pt x="9866" y="80074"/>
                    <a:pt x="10144" y="80381"/>
                  </a:cubicBezTo>
                  <a:lnTo>
                    <a:pt x="12834" y="83147"/>
                  </a:lnTo>
                  <a:lnTo>
                    <a:pt x="4718" y="90083"/>
                  </a:lnTo>
                  <a:cubicBezTo>
                    <a:pt x="4347" y="90434"/>
                    <a:pt x="4208" y="90961"/>
                    <a:pt x="4486" y="91444"/>
                  </a:cubicBezTo>
                  <a:lnTo>
                    <a:pt x="7547" y="96756"/>
                  </a:lnTo>
                  <a:lnTo>
                    <a:pt x="358" y="103297"/>
                  </a:lnTo>
                  <a:cubicBezTo>
                    <a:pt x="-13" y="103648"/>
                    <a:pt x="-106" y="104131"/>
                    <a:pt x="127" y="104570"/>
                  </a:cubicBezTo>
                  <a:lnTo>
                    <a:pt x="2167" y="108433"/>
                  </a:lnTo>
                  <a:cubicBezTo>
                    <a:pt x="2306" y="108697"/>
                    <a:pt x="2538" y="108916"/>
                    <a:pt x="2863" y="109004"/>
                  </a:cubicBezTo>
                  <a:cubicBezTo>
                    <a:pt x="3141" y="109092"/>
                    <a:pt x="3466" y="109048"/>
                    <a:pt x="3744" y="108916"/>
                  </a:cubicBezTo>
                  <a:lnTo>
                    <a:pt x="8057" y="106765"/>
                  </a:lnTo>
                  <a:lnTo>
                    <a:pt x="10654" y="108477"/>
                  </a:lnTo>
                  <a:lnTo>
                    <a:pt x="10144" y="111813"/>
                  </a:lnTo>
                  <a:lnTo>
                    <a:pt x="10144" y="114272"/>
                  </a:lnTo>
                  <a:cubicBezTo>
                    <a:pt x="10144" y="114579"/>
                    <a:pt x="10283" y="114886"/>
                    <a:pt x="10515" y="115106"/>
                  </a:cubicBezTo>
                  <a:lnTo>
                    <a:pt x="12926" y="117169"/>
                  </a:lnTo>
                  <a:lnTo>
                    <a:pt x="11906" y="122042"/>
                  </a:lnTo>
                  <a:cubicBezTo>
                    <a:pt x="11813" y="122437"/>
                    <a:pt x="11999" y="122876"/>
                    <a:pt x="12324" y="123140"/>
                  </a:cubicBezTo>
                  <a:lnTo>
                    <a:pt x="18677" y="127881"/>
                  </a:lnTo>
                  <a:lnTo>
                    <a:pt x="17193" y="132666"/>
                  </a:lnTo>
                  <a:lnTo>
                    <a:pt x="16869" y="133763"/>
                  </a:lnTo>
                  <a:cubicBezTo>
                    <a:pt x="16869" y="133763"/>
                    <a:pt x="16869" y="133895"/>
                    <a:pt x="16869" y="133939"/>
                  </a:cubicBezTo>
                  <a:cubicBezTo>
                    <a:pt x="16962" y="133412"/>
                    <a:pt x="17332" y="132973"/>
                    <a:pt x="17889" y="132973"/>
                  </a:cubicBezTo>
                  <a:cubicBezTo>
                    <a:pt x="17935" y="132973"/>
                    <a:pt x="18028" y="132973"/>
                    <a:pt x="18075" y="132973"/>
                  </a:cubicBezTo>
                  <a:cubicBezTo>
                    <a:pt x="18538" y="132973"/>
                    <a:pt x="18956" y="133061"/>
                    <a:pt x="19419" y="133193"/>
                  </a:cubicBezTo>
                  <a:lnTo>
                    <a:pt x="21089" y="127793"/>
                  </a:lnTo>
                  <a:cubicBezTo>
                    <a:pt x="21228" y="127354"/>
                    <a:pt x="21089" y="126915"/>
                    <a:pt x="20718" y="126608"/>
                  </a:cubicBezTo>
                  <a:lnTo>
                    <a:pt x="14318" y="121823"/>
                  </a:lnTo>
                  <a:lnTo>
                    <a:pt x="15338" y="116994"/>
                  </a:lnTo>
                  <a:cubicBezTo>
                    <a:pt x="15431" y="116599"/>
                    <a:pt x="15292" y="116203"/>
                    <a:pt x="14967" y="115984"/>
                  </a:cubicBezTo>
                  <a:lnTo>
                    <a:pt x="12463" y="113833"/>
                  </a:lnTo>
                  <a:lnTo>
                    <a:pt x="12463" y="111989"/>
                  </a:lnTo>
                  <a:cubicBezTo>
                    <a:pt x="12463" y="111989"/>
                    <a:pt x="13019" y="108126"/>
                    <a:pt x="13019" y="108126"/>
                  </a:cubicBezTo>
                  <a:cubicBezTo>
                    <a:pt x="13066" y="107731"/>
                    <a:pt x="12880" y="107292"/>
                    <a:pt x="12556" y="107072"/>
                  </a:cubicBezTo>
                  <a:lnTo>
                    <a:pt x="8799" y="104614"/>
                  </a:lnTo>
                  <a:cubicBezTo>
                    <a:pt x="8428" y="104394"/>
                    <a:pt x="7964" y="104351"/>
                    <a:pt x="7593" y="104526"/>
                  </a:cubicBezTo>
                  <a:lnTo>
                    <a:pt x="3697" y="106458"/>
                  </a:lnTo>
                  <a:lnTo>
                    <a:pt x="2584" y="104351"/>
                  </a:lnTo>
                  <a:lnTo>
                    <a:pt x="9819" y="97766"/>
                  </a:lnTo>
                  <a:cubicBezTo>
                    <a:pt x="10190" y="97414"/>
                    <a:pt x="10283" y="96887"/>
                    <a:pt x="10051" y="96448"/>
                  </a:cubicBezTo>
                  <a:lnTo>
                    <a:pt x="6990" y="91181"/>
                  </a:lnTo>
                  <a:lnTo>
                    <a:pt x="15292" y="84069"/>
                  </a:lnTo>
                  <a:cubicBezTo>
                    <a:pt x="15292" y="84069"/>
                    <a:pt x="15663" y="83586"/>
                    <a:pt x="15663" y="83322"/>
                  </a:cubicBezTo>
                  <a:cubicBezTo>
                    <a:pt x="15663" y="83015"/>
                    <a:pt x="15570" y="82752"/>
                    <a:pt x="15338" y="82532"/>
                  </a:cubicBezTo>
                  <a:lnTo>
                    <a:pt x="12277" y="79415"/>
                  </a:lnTo>
                  <a:lnTo>
                    <a:pt x="12787" y="77264"/>
                  </a:lnTo>
                  <a:lnTo>
                    <a:pt x="16219" y="77264"/>
                  </a:lnTo>
                  <a:cubicBezTo>
                    <a:pt x="16776" y="77264"/>
                    <a:pt x="17286" y="76869"/>
                    <a:pt x="17379" y="76342"/>
                  </a:cubicBezTo>
                  <a:lnTo>
                    <a:pt x="18167" y="71206"/>
                  </a:lnTo>
                  <a:lnTo>
                    <a:pt x="20950" y="69406"/>
                  </a:lnTo>
                  <a:cubicBezTo>
                    <a:pt x="21321" y="69143"/>
                    <a:pt x="21506" y="68748"/>
                    <a:pt x="21460" y="68309"/>
                  </a:cubicBezTo>
                  <a:lnTo>
                    <a:pt x="20393" y="62602"/>
                  </a:lnTo>
                  <a:lnTo>
                    <a:pt x="23083" y="60275"/>
                  </a:lnTo>
                  <a:lnTo>
                    <a:pt x="36533" y="60275"/>
                  </a:lnTo>
                  <a:cubicBezTo>
                    <a:pt x="37182" y="60275"/>
                    <a:pt x="37692" y="59792"/>
                    <a:pt x="37692" y="59177"/>
                  </a:cubicBezTo>
                  <a:lnTo>
                    <a:pt x="37692" y="176"/>
                  </a:lnTo>
                  <a:cubicBezTo>
                    <a:pt x="37692" y="790"/>
                    <a:pt x="37182" y="1273"/>
                    <a:pt x="36533" y="127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8" name="Freeform: Shape 2487">
              <a:extLst>
                <a:ext uri="{FF2B5EF4-FFF2-40B4-BE49-F238E27FC236}">
                  <a16:creationId xmlns:a16="http://schemas.microsoft.com/office/drawing/2014/main" id="{9F5AA02F-125E-C44B-59DC-3E68F069F59E}"/>
                </a:ext>
              </a:extLst>
            </p:cNvPr>
            <p:cNvSpPr>
              <a:spLocks/>
            </p:cNvSpPr>
            <p:nvPr/>
          </p:nvSpPr>
          <p:spPr>
            <a:xfrm>
              <a:off x="6224672" y="3832781"/>
              <a:ext cx="277" cy="524"/>
            </a:xfrm>
            <a:custGeom>
              <a:avLst/>
              <a:gdLst>
                <a:gd name="connsiteX0" fmla="*/ 185 w 185"/>
                <a:gd name="connsiteY0" fmla="*/ 351 h 351"/>
                <a:gd name="connsiteX1" fmla="*/ 0 w 185"/>
                <a:gd name="connsiteY1" fmla="*/ 0 h 351"/>
                <a:gd name="connsiteX2" fmla="*/ 185 w 185"/>
                <a:gd name="connsiteY2" fmla="*/ 351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185" y="351"/>
                  </a:moveTo>
                  <a:cubicBezTo>
                    <a:pt x="185" y="351"/>
                    <a:pt x="46" y="132"/>
                    <a:pt x="0" y="0"/>
                  </a:cubicBezTo>
                  <a:cubicBezTo>
                    <a:pt x="0" y="132"/>
                    <a:pt x="93" y="219"/>
                    <a:pt x="185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9" name="Freeform: Shape 2488">
              <a:extLst>
                <a:ext uri="{FF2B5EF4-FFF2-40B4-BE49-F238E27FC236}">
                  <a16:creationId xmlns:a16="http://schemas.microsoft.com/office/drawing/2014/main" id="{B12616A7-AECD-8D98-44A7-DDFAADD48F81}"/>
                </a:ext>
              </a:extLst>
            </p:cNvPr>
            <p:cNvSpPr>
              <a:spLocks/>
            </p:cNvSpPr>
            <p:nvPr/>
          </p:nvSpPr>
          <p:spPr>
            <a:xfrm>
              <a:off x="6029061" y="3906042"/>
              <a:ext cx="40687" cy="120372"/>
            </a:xfrm>
            <a:custGeom>
              <a:avLst/>
              <a:gdLst>
                <a:gd name="connsiteX0" fmla="*/ 27212 w 27258"/>
                <a:gd name="connsiteY0" fmla="*/ 77396 h 80644"/>
                <a:gd name="connsiteX1" fmla="*/ 27212 w 27258"/>
                <a:gd name="connsiteY1" fmla="*/ 71074 h 80644"/>
                <a:gd name="connsiteX2" fmla="*/ 26887 w 27258"/>
                <a:gd name="connsiteY2" fmla="*/ 70328 h 80644"/>
                <a:gd name="connsiteX3" fmla="*/ 14273 w 27258"/>
                <a:gd name="connsiteY3" fmla="*/ 57377 h 80644"/>
                <a:gd name="connsiteX4" fmla="*/ 11444 w 27258"/>
                <a:gd name="connsiteY4" fmla="*/ 51144 h 80644"/>
                <a:gd name="connsiteX5" fmla="*/ 11026 w 27258"/>
                <a:gd name="connsiteY5" fmla="*/ 50661 h 80644"/>
                <a:gd name="connsiteX6" fmla="*/ 7687 w 27258"/>
                <a:gd name="connsiteY6" fmla="*/ 48553 h 80644"/>
                <a:gd name="connsiteX7" fmla="*/ 6435 w 27258"/>
                <a:gd name="connsiteY7" fmla="*/ 19711 h 80644"/>
                <a:gd name="connsiteX8" fmla="*/ 8012 w 27258"/>
                <a:gd name="connsiteY8" fmla="*/ 15716 h 80644"/>
                <a:gd name="connsiteX9" fmla="*/ 15664 w 27258"/>
                <a:gd name="connsiteY9" fmla="*/ 2283 h 80644"/>
                <a:gd name="connsiteX10" fmla="*/ 15989 w 27258"/>
                <a:gd name="connsiteY10" fmla="*/ 1976 h 80644"/>
                <a:gd name="connsiteX11" fmla="*/ 16267 w 27258"/>
                <a:gd name="connsiteY11" fmla="*/ 439 h 80644"/>
                <a:gd name="connsiteX12" fmla="*/ 15525 w 27258"/>
                <a:gd name="connsiteY12" fmla="*/ 0 h 80644"/>
                <a:gd name="connsiteX13" fmla="*/ 15061 w 27258"/>
                <a:gd name="connsiteY13" fmla="*/ 88 h 80644"/>
                <a:gd name="connsiteX14" fmla="*/ 14644 w 27258"/>
                <a:gd name="connsiteY14" fmla="*/ 176 h 80644"/>
                <a:gd name="connsiteX15" fmla="*/ 14644 w 27258"/>
                <a:gd name="connsiteY15" fmla="*/ 176 h 80644"/>
                <a:gd name="connsiteX16" fmla="*/ 14273 w 27258"/>
                <a:gd name="connsiteY16" fmla="*/ 483 h 80644"/>
                <a:gd name="connsiteX17" fmla="*/ 5832 w 27258"/>
                <a:gd name="connsiteY17" fmla="*/ 14970 h 80644"/>
                <a:gd name="connsiteX18" fmla="*/ 4302 w 27258"/>
                <a:gd name="connsiteY18" fmla="*/ 18921 h 80644"/>
                <a:gd name="connsiteX19" fmla="*/ 6018 w 27258"/>
                <a:gd name="connsiteY19" fmla="*/ 50046 h 80644"/>
                <a:gd name="connsiteX20" fmla="*/ 6296 w 27258"/>
                <a:gd name="connsiteY20" fmla="*/ 50266 h 80644"/>
                <a:gd name="connsiteX21" fmla="*/ 9496 w 27258"/>
                <a:gd name="connsiteY21" fmla="*/ 52285 h 80644"/>
                <a:gd name="connsiteX22" fmla="*/ 12278 w 27258"/>
                <a:gd name="connsiteY22" fmla="*/ 58387 h 80644"/>
                <a:gd name="connsiteX23" fmla="*/ 12511 w 27258"/>
                <a:gd name="connsiteY23" fmla="*/ 58694 h 80644"/>
                <a:gd name="connsiteX24" fmla="*/ 24940 w 27258"/>
                <a:gd name="connsiteY24" fmla="*/ 71469 h 80644"/>
                <a:gd name="connsiteX25" fmla="*/ 24940 w 27258"/>
                <a:gd name="connsiteY25" fmla="*/ 80644 h 80644"/>
                <a:gd name="connsiteX26" fmla="*/ 25079 w 27258"/>
                <a:gd name="connsiteY26" fmla="*/ 80337 h 80644"/>
                <a:gd name="connsiteX27" fmla="*/ 25171 w 27258"/>
                <a:gd name="connsiteY27" fmla="*/ 79986 h 80644"/>
                <a:gd name="connsiteX28" fmla="*/ 27258 w 27258"/>
                <a:gd name="connsiteY28" fmla="*/ 77352 h 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258" h="80644">
                  <a:moveTo>
                    <a:pt x="27212" y="77396"/>
                  </a:moveTo>
                  <a:lnTo>
                    <a:pt x="27212" y="71074"/>
                  </a:lnTo>
                  <a:cubicBezTo>
                    <a:pt x="27212" y="70811"/>
                    <a:pt x="27119" y="70547"/>
                    <a:pt x="26887" y="70328"/>
                  </a:cubicBezTo>
                  <a:lnTo>
                    <a:pt x="14273" y="57377"/>
                  </a:lnTo>
                  <a:lnTo>
                    <a:pt x="11444" y="51144"/>
                  </a:lnTo>
                  <a:cubicBezTo>
                    <a:pt x="11444" y="51144"/>
                    <a:pt x="11212" y="50792"/>
                    <a:pt x="11026" y="50661"/>
                  </a:cubicBezTo>
                  <a:lnTo>
                    <a:pt x="7687" y="48553"/>
                  </a:lnTo>
                  <a:cubicBezTo>
                    <a:pt x="-985" y="38193"/>
                    <a:pt x="2446" y="29633"/>
                    <a:pt x="6435" y="19711"/>
                  </a:cubicBezTo>
                  <a:cubicBezTo>
                    <a:pt x="6945" y="18394"/>
                    <a:pt x="7502" y="17077"/>
                    <a:pt x="8012" y="15716"/>
                  </a:cubicBezTo>
                  <a:cubicBezTo>
                    <a:pt x="11444" y="6585"/>
                    <a:pt x="14690" y="3161"/>
                    <a:pt x="15664" y="2283"/>
                  </a:cubicBezTo>
                  <a:cubicBezTo>
                    <a:pt x="15850" y="2107"/>
                    <a:pt x="15989" y="1976"/>
                    <a:pt x="15989" y="1976"/>
                  </a:cubicBezTo>
                  <a:cubicBezTo>
                    <a:pt x="16499" y="1624"/>
                    <a:pt x="16638" y="922"/>
                    <a:pt x="16267" y="439"/>
                  </a:cubicBezTo>
                  <a:cubicBezTo>
                    <a:pt x="16081" y="219"/>
                    <a:pt x="15803" y="44"/>
                    <a:pt x="15525" y="0"/>
                  </a:cubicBezTo>
                  <a:cubicBezTo>
                    <a:pt x="15386" y="0"/>
                    <a:pt x="15247" y="44"/>
                    <a:pt x="15061" y="88"/>
                  </a:cubicBezTo>
                  <a:cubicBezTo>
                    <a:pt x="14922" y="88"/>
                    <a:pt x="14737" y="88"/>
                    <a:pt x="14644" y="176"/>
                  </a:cubicBezTo>
                  <a:lnTo>
                    <a:pt x="14644" y="176"/>
                  </a:lnTo>
                  <a:cubicBezTo>
                    <a:pt x="14644" y="176"/>
                    <a:pt x="14458" y="307"/>
                    <a:pt x="14273" y="483"/>
                  </a:cubicBezTo>
                  <a:cubicBezTo>
                    <a:pt x="13160" y="1405"/>
                    <a:pt x="9589" y="5005"/>
                    <a:pt x="5832" y="14970"/>
                  </a:cubicBezTo>
                  <a:cubicBezTo>
                    <a:pt x="5322" y="16287"/>
                    <a:pt x="4812" y="17604"/>
                    <a:pt x="4302" y="18921"/>
                  </a:cubicBezTo>
                  <a:cubicBezTo>
                    <a:pt x="220" y="29062"/>
                    <a:pt x="-3582" y="38632"/>
                    <a:pt x="6018" y="50046"/>
                  </a:cubicBezTo>
                  <a:cubicBezTo>
                    <a:pt x="6110" y="50134"/>
                    <a:pt x="6203" y="50222"/>
                    <a:pt x="6296" y="50266"/>
                  </a:cubicBezTo>
                  <a:lnTo>
                    <a:pt x="9496" y="52285"/>
                  </a:lnTo>
                  <a:lnTo>
                    <a:pt x="12278" y="58387"/>
                  </a:lnTo>
                  <a:cubicBezTo>
                    <a:pt x="12278" y="58387"/>
                    <a:pt x="12418" y="58606"/>
                    <a:pt x="12511" y="58694"/>
                  </a:cubicBezTo>
                  <a:lnTo>
                    <a:pt x="24940" y="71469"/>
                  </a:lnTo>
                  <a:lnTo>
                    <a:pt x="24940" y="80644"/>
                  </a:lnTo>
                  <a:cubicBezTo>
                    <a:pt x="24940" y="80644"/>
                    <a:pt x="25032" y="80425"/>
                    <a:pt x="25079" y="80337"/>
                  </a:cubicBezTo>
                  <a:cubicBezTo>
                    <a:pt x="25079" y="80206"/>
                    <a:pt x="25079" y="80074"/>
                    <a:pt x="25171" y="79986"/>
                  </a:cubicBezTo>
                  <a:lnTo>
                    <a:pt x="27258" y="7735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0" name="Freeform: Shape 2489">
              <a:extLst>
                <a:ext uri="{FF2B5EF4-FFF2-40B4-BE49-F238E27FC236}">
                  <a16:creationId xmlns:a16="http://schemas.microsoft.com/office/drawing/2014/main" id="{51E19EF8-E62A-F374-EAA6-DA5DEE61EEBC}"/>
                </a:ext>
              </a:extLst>
            </p:cNvPr>
            <p:cNvSpPr>
              <a:spLocks/>
            </p:cNvSpPr>
            <p:nvPr/>
          </p:nvSpPr>
          <p:spPr>
            <a:xfrm>
              <a:off x="5945480" y="4025627"/>
              <a:ext cx="124060" cy="142453"/>
            </a:xfrm>
            <a:custGeom>
              <a:avLst/>
              <a:gdLst>
                <a:gd name="connsiteX0" fmla="*/ 11278 w 83115"/>
                <a:gd name="connsiteY0" fmla="*/ 91839 h 95438"/>
                <a:gd name="connsiteX1" fmla="*/ 12112 w 83115"/>
                <a:gd name="connsiteY1" fmla="*/ 92234 h 95438"/>
                <a:gd name="connsiteX2" fmla="*/ 12947 w 83115"/>
                <a:gd name="connsiteY2" fmla="*/ 91927 h 95438"/>
                <a:gd name="connsiteX3" fmla="*/ 16982 w 83115"/>
                <a:gd name="connsiteY3" fmla="*/ 88371 h 95438"/>
                <a:gd name="connsiteX4" fmla="*/ 17353 w 83115"/>
                <a:gd name="connsiteY4" fmla="*/ 87581 h 95438"/>
                <a:gd name="connsiteX5" fmla="*/ 17353 w 83115"/>
                <a:gd name="connsiteY5" fmla="*/ 84552 h 95438"/>
                <a:gd name="connsiteX6" fmla="*/ 16565 w 83115"/>
                <a:gd name="connsiteY6" fmla="*/ 83498 h 95438"/>
                <a:gd name="connsiteX7" fmla="*/ 13133 w 83115"/>
                <a:gd name="connsiteY7" fmla="*/ 82357 h 95438"/>
                <a:gd name="connsiteX8" fmla="*/ 14802 w 83115"/>
                <a:gd name="connsiteY8" fmla="*/ 80249 h 95438"/>
                <a:gd name="connsiteX9" fmla="*/ 14988 w 83115"/>
                <a:gd name="connsiteY9" fmla="*/ 79284 h 95438"/>
                <a:gd name="connsiteX10" fmla="*/ 14246 w 83115"/>
                <a:gd name="connsiteY10" fmla="*/ 78581 h 95438"/>
                <a:gd name="connsiteX11" fmla="*/ 10072 w 83115"/>
                <a:gd name="connsiteY11" fmla="*/ 77176 h 95438"/>
                <a:gd name="connsiteX12" fmla="*/ 10072 w 83115"/>
                <a:gd name="connsiteY12" fmla="*/ 72742 h 95438"/>
                <a:gd name="connsiteX13" fmla="*/ 10536 w 83115"/>
                <a:gd name="connsiteY13" fmla="*/ 73094 h 95438"/>
                <a:gd name="connsiteX14" fmla="*/ 11881 w 83115"/>
                <a:gd name="connsiteY14" fmla="*/ 73094 h 95438"/>
                <a:gd name="connsiteX15" fmla="*/ 15591 w 83115"/>
                <a:gd name="connsiteY15" fmla="*/ 70855 h 95438"/>
                <a:gd name="connsiteX16" fmla="*/ 23892 w 83115"/>
                <a:gd name="connsiteY16" fmla="*/ 71645 h 95438"/>
                <a:gd name="connsiteX17" fmla="*/ 24774 w 83115"/>
                <a:gd name="connsiteY17" fmla="*/ 71382 h 95438"/>
                <a:gd name="connsiteX18" fmla="*/ 25144 w 83115"/>
                <a:gd name="connsiteY18" fmla="*/ 70547 h 95438"/>
                <a:gd name="connsiteX19" fmla="*/ 25144 w 83115"/>
                <a:gd name="connsiteY19" fmla="*/ 63831 h 95438"/>
                <a:gd name="connsiteX20" fmla="*/ 28298 w 83115"/>
                <a:gd name="connsiteY20" fmla="*/ 64182 h 95438"/>
                <a:gd name="connsiteX21" fmla="*/ 30385 w 83115"/>
                <a:gd name="connsiteY21" fmla="*/ 71162 h 95438"/>
                <a:gd name="connsiteX22" fmla="*/ 31544 w 83115"/>
                <a:gd name="connsiteY22" fmla="*/ 71952 h 95438"/>
                <a:gd name="connsiteX23" fmla="*/ 40217 w 83115"/>
                <a:gd name="connsiteY23" fmla="*/ 71689 h 95438"/>
                <a:gd name="connsiteX24" fmla="*/ 41006 w 83115"/>
                <a:gd name="connsiteY24" fmla="*/ 71338 h 95438"/>
                <a:gd name="connsiteX25" fmla="*/ 43742 w 83115"/>
                <a:gd name="connsiteY25" fmla="*/ 68572 h 95438"/>
                <a:gd name="connsiteX26" fmla="*/ 45133 w 83115"/>
                <a:gd name="connsiteY26" fmla="*/ 72567 h 95438"/>
                <a:gd name="connsiteX27" fmla="*/ 46246 w 83115"/>
                <a:gd name="connsiteY27" fmla="*/ 73313 h 95438"/>
                <a:gd name="connsiteX28" fmla="*/ 50281 w 83115"/>
                <a:gd name="connsiteY28" fmla="*/ 73313 h 95438"/>
                <a:gd name="connsiteX29" fmla="*/ 51301 w 83115"/>
                <a:gd name="connsiteY29" fmla="*/ 72786 h 95438"/>
                <a:gd name="connsiteX30" fmla="*/ 53342 w 83115"/>
                <a:gd name="connsiteY30" fmla="*/ 69494 h 95438"/>
                <a:gd name="connsiteX31" fmla="*/ 53110 w 83115"/>
                <a:gd name="connsiteY31" fmla="*/ 68133 h 95438"/>
                <a:gd name="connsiteX32" fmla="*/ 51626 w 83115"/>
                <a:gd name="connsiteY32" fmla="*/ 66904 h 95438"/>
                <a:gd name="connsiteX33" fmla="*/ 55892 w 83115"/>
                <a:gd name="connsiteY33" fmla="*/ 61680 h 95438"/>
                <a:gd name="connsiteX34" fmla="*/ 56124 w 83115"/>
                <a:gd name="connsiteY34" fmla="*/ 61065 h 95438"/>
                <a:gd name="connsiteX35" fmla="*/ 56681 w 83115"/>
                <a:gd name="connsiteY35" fmla="*/ 45700 h 95438"/>
                <a:gd name="connsiteX36" fmla="*/ 56356 w 83115"/>
                <a:gd name="connsiteY36" fmla="*/ 44866 h 95438"/>
                <a:gd name="connsiteX37" fmla="*/ 53110 w 83115"/>
                <a:gd name="connsiteY37" fmla="*/ 41793 h 95438"/>
                <a:gd name="connsiteX38" fmla="*/ 46617 w 83115"/>
                <a:gd name="connsiteY38" fmla="*/ 36656 h 95438"/>
                <a:gd name="connsiteX39" fmla="*/ 47127 w 83115"/>
                <a:gd name="connsiteY39" fmla="*/ 30423 h 95438"/>
                <a:gd name="connsiteX40" fmla="*/ 53527 w 83115"/>
                <a:gd name="connsiteY40" fmla="*/ 27130 h 95438"/>
                <a:gd name="connsiteX41" fmla="*/ 53945 w 83115"/>
                <a:gd name="connsiteY41" fmla="*/ 26779 h 95438"/>
                <a:gd name="connsiteX42" fmla="*/ 58721 w 83115"/>
                <a:gd name="connsiteY42" fmla="*/ 20194 h 95438"/>
                <a:gd name="connsiteX43" fmla="*/ 58443 w 83115"/>
                <a:gd name="connsiteY43" fmla="*/ 18701 h 95438"/>
                <a:gd name="connsiteX44" fmla="*/ 50745 w 83115"/>
                <a:gd name="connsiteY44" fmla="*/ 13477 h 95438"/>
                <a:gd name="connsiteX45" fmla="*/ 49863 w 83115"/>
                <a:gd name="connsiteY45" fmla="*/ 13302 h 95438"/>
                <a:gd name="connsiteX46" fmla="*/ 36507 w 83115"/>
                <a:gd name="connsiteY46" fmla="*/ 15848 h 95438"/>
                <a:gd name="connsiteX47" fmla="*/ 34791 w 83115"/>
                <a:gd name="connsiteY47" fmla="*/ 7946 h 95438"/>
                <a:gd name="connsiteX48" fmla="*/ 37527 w 83115"/>
                <a:gd name="connsiteY48" fmla="*/ 2063 h 95438"/>
                <a:gd name="connsiteX49" fmla="*/ 53898 w 83115"/>
                <a:gd name="connsiteY49" fmla="*/ 2063 h 95438"/>
                <a:gd name="connsiteX50" fmla="*/ 62061 w 83115"/>
                <a:gd name="connsiteY50" fmla="*/ 5531 h 95438"/>
                <a:gd name="connsiteX51" fmla="*/ 62478 w 83115"/>
                <a:gd name="connsiteY51" fmla="*/ 5619 h 95438"/>
                <a:gd name="connsiteX52" fmla="*/ 75000 w 83115"/>
                <a:gd name="connsiteY52" fmla="*/ 6410 h 95438"/>
                <a:gd name="connsiteX53" fmla="*/ 79035 w 83115"/>
                <a:gd name="connsiteY53" fmla="*/ 11238 h 95438"/>
                <a:gd name="connsiteX54" fmla="*/ 80612 w 83115"/>
                <a:gd name="connsiteY54" fmla="*/ 11458 h 95438"/>
                <a:gd name="connsiteX55" fmla="*/ 82652 w 83115"/>
                <a:gd name="connsiteY55" fmla="*/ 10097 h 95438"/>
                <a:gd name="connsiteX56" fmla="*/ 83116 w 83115"/>
                <a:gd name="connsiteY56" fmla="*/ 9219 h 95438"/>
                <a:gd name="connsiteX57" fmla="*/ 83116 w 83115"/>
                <a:gd name="connsiteY57" fmla="*/ 1098 h 95438"/>
                <a:gd name="connsiteX58" fmla="*/ 82884 w 83115"/>
                <a:gd name="connsiteY58" fmla="*/ 1405 h 95438"/>
                <a:gd name="connsiteX59" fmla="*/ 81956 w 83115"/>
                <a:gd name="connsiteY59" fmla="*/ 1844 h 95438"/>
                <a:gd name="connsiteX60" fmla="*/ 81261 w 83115"/>
                <a:gd name="connsiteY60" fmla="*/ 1624 h 95438"/>
                <a:gd name="connsiteX61" fmla="*/ 80936 w 83115"/>
                <a:gd name="connsiteY61" fmla="*/ 439 h 95438"/>
                <a:gd name="connsiteX62" fmla="*/ 80797 w 83115"/>
                <a:gd name="connsiteY62" fmla="*/ 746 h 95438"/>
                <a:gd name="connsiteX63" fmla="*/ 80797 w 83115"/>
                <a:gd name="connsiteY63" fmla="*/ 8692 h 95438"/>
                <a:gd name="connsiteX64" fmla="*/ 80148 w 83115"/>
                <a:gd name="connsiteY64" fmla="*/ 9131 h 95438"/>
                <a:gd name="connsiteX65" fmla="*/ 76484 w 83115"/>
                <a:gd name="connsiteY65" fmla="*/ 4741 h 95438"/>
                <a:gd name="connsiteX66" fmla="*/ 75649 w 83115"/>
                <a:gd name="connsiteY66" fmla="*/ 4346 h 95438"/>
                <a:gd name="connsiteX67" fmla="*/ 62803 w 83115"/>
                <a:gd name="connsiteY67" fmla="*/ 3556 h 95438"/>
                <a:gd name="connsiteX68" fmla="*/ 54594 w 83115"/>
                <a:gd name="connsiteY68" fmla="*/ 88 h 95438"/>
                <a:gd name="connsiteX69" fmla="*/ 54130 w 83115"/>
                <a:gd name="connsiteY69" fmla="*/ 0 h 95438"/>
                <a:gd name="connsiteX70" fmla="*/ 36739 w 83115"/>
                <a:gd name="connsiteY70" fmla="*/ 0 h 95438"/>
                <a:gd name="connsiteX71" fmla="*/ 35672 w 83115"/>
                <a:gd name="connsiteY71" fmla="*/ 659 h 95438"/>
                <a:gd name="connsiteX72" fmla="*/ 32472 w 83115"/>
                <a:gd name="connsiteY72" fmla="*/ 7507 h 95438"/>
                <a:gd name="connsiteX73" fmla="*/ 32379 w 83115"/>
                <a:gd name="connsiteY73" fmla="*/ 8165 h 95438"/>
                <a:gd name="connsiteX74" fmla="*/ 34420 w 83115"/>
                <a:gd name="connsiteY74" fmla="*/ 17472 h 95438"/>
                <a:gd name="connsiteX75" fmla="*/ 35765 w 83115"/>
                <a:gd name="connsiteY75" fmla="*/ 18306 h 95438"/>
                <a:gd name="connsiteX76" fmla="*/ 49771 w 83115"/>
                <a:gd name="connsiteY76" fmla="*/ 15672 h 95438"/>
                <a:gd name="connsiteX77" fmla="*/ 56124 w 83115"/>
                <a:gd name="connsiteY77" fmla="*/ 19974 h 95438"/>
                <a:gd name="connsiteX78" fmla="*/ 52136 w 83115"/>
                <a:gd name="connsiteY78" fmla="*/ 25462 h 95438"/>
                <a:gd name="connsiteX79" fmla="*/ 45411 w 83115"/>
                <a:gd name="connsiteY79" fmla="*/ 28886 h 95438"/>
                <a:gd name="connsiteX80" fmla="*/ 44808 w 83115"/>
                <a:gd name="connsiteY80" fmla="*/ 29764 h 95438"/>
                <a:gd name="connsiteX81" fmla="*/ 44252 w 83115"/>
                <a:gd name="connsiteY81" fmla="*/ 37184 h 95438"/>
                <a:gd name="connsiteX82" fmla="*/ 44669 w 83115"/>
                <a:gd name="connsiteY82" fmla="*/ 38105 h 95438"/>
                <a:gd name="connsiteX83" fmla="*/ 51533 w 83115"/>
                <a:gd name="connsiteY83" fmla="*/ 43505 h 95438"/>
                <a:gd name="connsiteX84" fmla="*/ 54362 w 83115"/>
                <a:gd name="connsiteY84" fmla="*/ 46183 h 95438"/>
                <a:gd name="connsiteX85" fmla="*/ 53805 w 83115"/>
                <a:gd name="connsiteY85" fmla="*/ 60714 h 95438"/>
                <a:gd name="connsiteX86" fmla="*/ 49122 w 83115"/>
                <a:gd name="connsiteY86" fmla="*/ 66465 h 95438"/>
                <a:gd name="connsiteX87" fmla="*/ 49261 w 83115"/>
                <a:gd name="connsiteY87" fmla="*/ 67957 h 95438"/>
                <a:gd name="connsiteX88" fmla="*/ 50838 w 83115"/>
                <a:gd name="connsiteY88" fmla="*/ 69274 h 95438"/>
                <a:gd name="connsiteX89" fmla="*/ 49632 w 83115"/>
                <a:gd name="connsiteY89" fmla="*/ 71250 h 95438"/>
                <a:gd name="connsiteX90" fmla="*/ 47081 w 83115"/>
                <a:gd name="connsiteY90" fmla="*/ 71250 h 95438"/>
                <a:gd name="connsiteX91" fmla="*/ 45319 w 83115"/>
                <a:gd name="connsiteY91" fmla="*/ 66245 h 95438"/>
                <a:gd name="connsiteX92" fmla="*/ 44484 w 83115"/>
                <a:gd name="connsiteY92" fmla="*/ 65543 h 95438"/>
                <a:gd name="connsiteX93" fmla="*/ 43371 w 83115"/>
                <a:gd name="connsiteY93" fmla="*/ 65850 h 95438"/>
                <a:gd name="connsiteX94" fmla="*/ 39660 w 83115"/>
                <a:gd name="connsiteY94" fmla="*/ 69625 h 95438"/>
                <a:gd name="connsiteX95" fmla="*/ 32333 w 83115"/>
                <a:gd name="connsiteY95" fmla="*/ 69845 h 95438"/>
                <a:gd name="connsiteX96" fmla="*/ 30246 w 83115"/>
                <a:gd name="connsiteY96" fmla="*/ 62996 h 95438"/>
                <a:gd name="connsiteX97" fmla="*/ 29272 w 83115"/>
                <a:gd name="connsiteY97" fmla="*/ 62206 h 95438"/>
                <a:gd name="connsiteX98" fmla="*/ 24078 w 83115"/>
                <a:gd name="connsiteY98" fmla="*/ 61680 h 95438"/>
                <a:gd name="connsiteX99" fmla="*/ 23197 w 83115"/>
                <a:gd name="connsiteY99" fmla="*/ 61943 h 95438"/>
                <a:gd name="connsiteX100" fmla="*/ 22825 w 83115"/>
                <a:gd name="connsiteY100" fmla="*/ 62777 h 95438"/>
                <a:gd name="connsiteX101" fmla="*/ 22825 w 83115"/>
                <a:gd name="connsiteY101" fmla="*/ 69538 h 95438"/>
                <a:gd name="connsiteX102" fmla="*/ 15405 w 83115"/>
                <a:gd name="connsiteY102" fmla="*/ 68835 h 95438"/>
                <a:gd name="connsiteX103" fmla="*/ 14663 w 83115"/>
                <a:gd name="connsiteY103" fmla="*/ 69011 h 95438"/>
                <a:gd name="connsiteX104" fmla="*/ 11278 w 83115"/>
                <a:gd name="connsiteY104" fmla="*/ 71074 h 95438"/>
                <a:gd name="connsiteX105" fmla="*/ 9608 w 83115"/>
                <a:gd name="connsiteY105" fmla="*/ 69889 h 95438"/>
                <a:gd name="connsiteX106" fmla="*/ 8402 w 83115"/>
                <a:gd name="connsiteY106" fmla="*/ 69801 h 95438"/>
                <a:gd name="connsiteX107" fmla="*/ 7753 w 83115"/>
                <a:gd name="connsiteY107" fmla="*/ 70767 h 95438"/>
                <a:gd name="connsiteX108" fmla="*/ 7753 w 83115"/>
                <a:gd name="connsiteY108" fmla="*/ 78186 h 95438"/>
                <a:gd name="connsiteX109" fmla="*/ 8541 w 83115"/>
                <a:gd name="connsiteY109" fmla="*/ 79240 h 95438"/>
                <a:gd name="connsiteX110" fmla="*/ 11973 w 83115"/>
                <a:gd name="connsiteY110" fmla="*/ 80381 h 95438"/>
                <a:gd name="connsiteX111" fmla="*/ 10304 w 83115"/>
                <a:gd name="connsiteY111" fmla="*/ 82488 h 95438"/>
                <a:gd name="connsiteX112" fmla="*/ 10118 w 83115"/>
                <a:gd name="connsiteY112" fmla="*/ 83454 h 95438"/>
                <a:gd name="connsiteX113" fmla="*/ 10860 w 83115"/>
                <a:gd name="connsiteY113" fmla="*/ 84156 h 95438"/>
                <a:gd name="connsiteX114" fmla="*/ 15034 w 83115"/>
                <a:gd name="connsiteY114" fmla="*/ 85561 h 95438"/>
                <a:gd name="connsiteX115" fmla="*/ 15034 w 83115"/>
                <a:gd name="connsiteY115" fmla="*/ 87317 h 95438"/>
                <a:gd name="connsiteX116" fmla="*/ 12252 w 83115"/>
                <a:gd name="connsiteY116" fmla="*/ 89776 h 95438"/>
                <a:gd name="connsiteX117" fmla="*/ 9840 w 83115"/>
                <a:gd name="connsiteY117" fmla="*/ 87098 h 95438"/>
                <a:gd name="connsiteX118" fmla="*/ 9052 w 83115"/>
                <a:gd name="connsiteY118" fmla="*/ 86703 h 95438"/>
                <a:gd name="connsiteX119" fmla="*/ 8217 w 83115"/>
                <a:gd name="connsiteY119" fmla="*/ 86966 h 95438"/>
                <a:gd name="connsiteX120" fmla="*/ 1631 w 83115"/>
                <a:gd name="connsiteY120" fmla="*/ 92497 h 95438"/>
                <a:gd name="connsiteX121" fmla="*/ 379 w 83115"/>
                <a:gd name="connsiteY121" fmla="*/ 93551 h 95438"/>
                <a:gd name="connsiteX122" fmla="*/ 286 w 83115"/>
                <a:gd name="connsiteY122" fmla="*/ 95088 h 95438"/>
                <a:gd name="connsiteX123" fmla="*/ 1167 w 83115"/>
                <a:gd name="connsiteY123" fmla="*/ 95439 h 95438"/>
                <a:gd name="connsiteX124" fmla="*/ 1956 w 83115"/>
                <a:gd name="connsiteY124" fmla="*/ 95175 h 95438"/>
                <a:gd name="connsiteX125" fmla="*/ 3301 w 83115"/>
                <a:gd name="connsiteY125" fmla="*/ 94034 h 95438"/>
                <a:gd name="connsiteX126" fmla="*/ 8912 w 83115"/>
                <a:gd name="connsiteY126" fmla="*/ 89337 h 95438"/>
                <a:gd name="connsiteX127" fmla="*/ 11324 w 83115"/>
                <a:gd name="connsiteY127" fmla="*/ 92059 h 9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83115" h="95438">
                  <a:moveTo>
                    <a:pt x="11278" y="91839"/>
                  </a:moveTo>
                  <a:cubicBezTo>
                    <a:pt x="11463" y="92059"/>
                    <a:pt x="11788" y="92190"/>
                    <a:pt x="12112" y="92234"/>
                  </a:cubicBezTo>
                  <a:cubicBezTo>
                    <a:pt x="12437" y="92234"/>
                    <a:pt x="12715" y="92146"/>
                    <a:pt x="12947" y="91927"/>
                  </a:cubicBezTo>
                  <a:lnTo>
                    <a:pt x="16982" y="88371"/>
                  </a:lnTo>
                  <a:cubicBezTo>
                    <a:pt x="17214" y="88151"/>
                    <a:pt x="17353" y="87888"/>
                    <a:pt x="17353" y="87581"/>
                  </a:cubicBezTo>
                  <a:lnTo>
                    <a:pt x="17353" y="84552"/>
                  </a:lnTo>
                  <a:cubicBezTo>
                    <a:pt x="17353" y="84069"/>
                    <a:pt x="17028" y="83674"/>
                    <a:pt x="16565" y="83498"/>
                  </a:cubicBezTo>
                  <a:lnTo>
                    <a:pt x="13133" y="82357"/>
                  </a:lnTo>
                  <a:lnTo>
                    <a:pt x="14802" y="80249"/>
                  </a:lnTo>
                  <a:cubicBezTo>
                    <a:pt x="15034" y="79986"/>
                    <a:pt x="15081" y="79591"/>
                    <a:pt x="14988" y="79284"/>
                  </a:cubicBezTo>
                  <a:cubicBezTo>
                    <a:pt x="14895" y="78932"/>
                    <a:pt x="14617" y="78669"/>
                    <a:pt x="14246" y="78581"/>
                  </a:cubicBezTo>
                  <a:lnTo>
                    <a:pt x="10072" y="77176"/>
                  </a:lnTo>
                  <a:lnTo>
                    <a:pt x="10072" y="72742"/>
                  </a:lnTo>
                  <a:lnTo>
                    <a:pt x="10536" y="73094"/>
                  </a:lnTo>
                  <a:cubicBezTo>
                    <a:pt x="10953" y="73357"/>
                    <a:pt x="11463" y="73401"/>
                    <a:pt x="11881" y="73094"/>
                  </a:cubicBezTo>
                  <a:lnTo>
                    <a:pt x="15591" y="70855"/>
                  </a:lnTo>
                  <a:lnTo>
                    <a:pt x="23892" y="71645"/>
                  </a:lnTo>
                  <a:cubicBezTo>
                    <a:pt x="24217" y="71645"/>
                    <a:pt x="24541" y="71557"/>
                    <a:pt x="24774" y="71382"/>
                  </a:cubicBezTo>
                  <a:cubicBezTo>
                    <a:pt x="25005" y="71162"/>
                    <a:pt x="25144" y="70855"/>
                    <a:pt x="25144" y="70547"/>
                  </a:cubicBezTo>
                  <a:lnTo>
                    <a:pt x="25144" y="63831"/>
                  </a:lnTo>
                  <a:lnTo>
                    <a:pt x="28298" y="64182"/>
                  </a:lnTo>
                  <a:lnTo>
                    <a:pt x="30385" y="71162"/>
                  </a:lnTo>
                  <a:cubicBezTo>
                    <a:pt x="30524" y="71645"/>
                    <a:pt x="30988" y="71952"/>
                    <a:pt x="31544" y="71952"/>
                  </a:cubicBezTo>
                  <a:lnTo>
                    <a:pt x="40217" y="71689"/>
                  </a:lnTo>
                  <a:cubicBezTo>
                    <a:pt x="40542" y="71689"/>
                    <a:pt x="40820" y="71557"/>
                    <a:pt x="41006" y="71338"/>
                  </a:cubicBezTo>
                  <a:lnTo>
                    <a:pt x="43742" y="68572"/>
                  </a:lnTo>
                  <a:lnTo>
                    <a:pt x="45133" y="72567"/>
                  </a:lnTo>
                  <a:cubicBezTo>
                    <a:pt x="45272" y="73006"/>
                    <a:pt x="45736" y="73313"/>
                    <a:pt x="46246" y="73313"/>
                  </a:cubicBezTo>
                  <a:lnTo>
                    <a:pt x="50281" y="73313"/>
                  </a:lnTo>
                  <a:cubicBezTo>
                    <a:pt x="50698" y="73313"/>
                    <a:pt x="51069" y="73094"/>
                    <a:pt x="51301" y="72786"/>
                  </a:cubicBezTo>
                  <a:lnTo>
                    <a:pt x="53342" y="69494"/>
                  </a:lnTo>
                  <a:cubicBezTo>
                    <a:pt x="53620" y="69055"/>
                    <a:pt x="53527" y="68440"/>
                    <a:pt x="53110" y="68133"/>
                  </a:cubicBezTo>
                  <a:lnTo>
                    <a:pt x="51626" y="66904"/>
                  </a:lnTo>
                  <a:lnTo>
                    <a:pt x="55892" y="61680"/>
                  </a:lnTo>
                  <a:cubicBezTo>
                    <a:pt x="55892" y="61680"/>
                    <a:pt x="56124" y="61285"/>
                    <a:pt x="56124" y="61065"/>
                  </a:cubicBezTo>
                  <a:lnTo>
                    <a:pt x="56681" y="45700"/>
                  </a:lnTo>
                  <a:cubicBezTo>
                    <a:pt x="56681" y="45393"/>
                    <a:pt x="56588" y="45085"/>
                    <a:pt x="56356" y="44866"/>
                  </a:cubicBezTo>
                  <a:lnTo>
                    <a:pt x="53110" y="41793"/>
                  </a:lnTo>
                  <a:lnTo>
                    <a:pt x="46617" y="36656"/>
                  </a:lnTo>
                  <a:lnTo>
                    <a:pt x="47127" y="30423"/>
                  </a:lnTo>
                  <a:lnTo>
                    <a:pt x="53527" y="27130"/>
                  </a:lnTo>
                  <a:cubicBezTo>
                    <a:pt x="53527" y="27130"/>
                    <a:pt x="53805" y="26911"/>
                    <a:pt x="53945" y="26779"/>
                  </a:cubicBezTo>
                  <a:lnTo>
                    <a:pt x="58721" y="20194"/>
                  </a:lnTo>
                  <a:cubicBezTo>
                    <a:pt x="59093" y="19711"/>
                    <a:pt x="58954" y="19009"/>
                    <a:pt x="58443" y="18701"/>
                  </a:cubicBezTo>
                  <a:lnTo>
                    <a:pt x="50745" y="13477"/>
                  </a:lnTo>
                  <a:cubicBezTo>
                    <a:pt x="50466" y="13302"/>
                    <a:pt x="50142" y="13258"/>
                    <a:pt x="49863" y="13302"/>
                  </a:cubicBezTo>
                  <a:lnTo>
                    <a:pt x="36507" y="15848"/>
                  </a:lnTo>
                  <a:lnTo>
                    <a:pt x="34791" y="7946"/>
                  </a:lnTo>
                  <a:lnTo>
                    <a:pt x="37527" y="2063"/>
                  </a:lnTo>
                  <a:lnTo>
                    <a:pt x="53898" y="2063"/>
                  </a:lnTo>
                  <a:lnTo>
                    <a:pt x="62061" y="5531"/>
                  </a:lnTo>
                  <a:cubicBezTo>
                    <a:pt x="62061" y="5531"/>
                    <a:pt x="62339" y="5619"/>
                    <a:pt x="62478" y="5619"/>
                  </a:cubicBezTo>
                  <a:lnTo>
                    <a:pt x="75000" y="6410"/>
                  </a:lnTo>
                  <a:lnTo>
                    <a:pt x="79035" y="11238"/>
                  </a:lnTo>
                  <a:cubicBezTo>
                    <a:pt x="79406" y="11678"/>
                    <a:pt x="80102" y="11765"/>
                    <a:pt x="80612" y="11458"/>
                  </a:cubicBezTo>
                  <a:lnTo>
                    <a:pt x="82652" y="10097"/>
                  </a:lnTo>
                  <a:cubicBezTo>
                    <a:pt x="82977" y="9878"/>
                    <a:pt x="83116" y="9570"/>
                    <a:pt x="83116" y="9219"/>
                  </a:cubicBezTo>
                  <a:lnTo>
                    <a:pt x="83116" y="1098"/>
                  </a:lnTo>
                  <a:lnTo>
                    <a:pt x="82884" y="1405"/>
                  </a:lnTo>
                  <a:cubicBezTo>
                    <a:pt x="82652" y="1712"/>
                    <a:pt x="82328" y="1844"/>
                    <a:pt x="81956" y="1844"/>
                  </a:cubicBezTo>
                  <a:cubicBezTo>
                    <a:pt x="81725" y="1844"/>
                    <a:pt x="81446" y="1756"/>
                    <a:pt x="81261" y="1624"/>
                  </a:cubicBezTo>
                  <a:cubicBezTo>
                    <a:pt x="80843" y="1317"/>
                    <a:pt x="80797" y="878"/>
                    <a:pt x="80936" y="439"/>
                  </a:cubicBezTo>
                  <a:cubicBezTo>
                    <a:pt x="80936" y="527"/>
                    <a:pt x="80797" y="615"/>
                    <a:pt x="80797" y="746"/>
                  </a:cubicBezTo>
                  <a:lnTo>
                    <a:pt x="80797" y="8692"/>
                  </a:lnTo>
                  <a:lnTo>
                    <a:pt x="80148" y="9131"/>
                  </a:lnTo>
                  <a:lnTo>
                    <a:pt x="76484" y="4741"/>
                  </a:lnTo>
                  <a:cubicBezTo>
                    <a:pt x="76299" y="4522"/>
                    <a:pt x="75974" y="4346"/>
                    <a:pt x="75649" y="4346"/>
                  </a:cubicBezTo>
                  <a:lnTo>
                    <a:pt x="62803" y="3556"/>
                  </a:lnTo>
                  <a:lnTo>
                    <a:pt x="54594" y="88"/>
                  </a:lnTo>
                  <a:cubicBezTo>
                    <a:pt x="54594" y="88"/>
                    <a:pt x="54269" y="0"/>
                    <a:pt x="54130" y="0"/>
                  </a:cubicBezTo>
                  <a:lnTo>
                    <a:pt x="36739" y="0"/>
                  </a:lnTo>
                  <a:cubicBezTo>
                    <a:pt x="36275" y="0"/>
                    <a:pt x="35857" y="263"/>
                    <a:pt x="35672" y="659"/>
                  </a:cubicBezTo>
                  <a:lnTo>
                    <a:pt x="32472" y="7507"/>
                  </a:lnTo>
                  <a:cubicBezTo>
                    <a:pt x="32472" y="7507"/>
                    <a:pt x="32333" y="7946"/>
                    <a:pt x="32379" y="8165"/>
                  </a:cubicBezTo>
                  <a:lnTo>
                    <a:pt x="34420" y="17472"/>
                  </a:lnTo>
                  <a:cubicBezTo>
                    <a:pt x="34559" y="18043"/>
                    <a:pt x="35116" y="18438"/>
                    <a:pt x="35765" y="18306"/>
                  </a:cubicBezTo>
                  <a:lnTo>
                    <a:pt x="49771" y="15672"/>
                  </a:lnTo>
                  <a:lnTo>
                    <a:pt x="56124" y="19974"/>
                  </a:lnTo>
                  <a:lnTo>
                    <a:pt x="52136" y="25462"/>
                  </a:lnTo>
                  <a:lnTo>
                    <a:pt x="45411" y="28886"/>
                  </a:lnTo>
                  <a:cubicBezTo>
                    <a:pt x="45040" y="29062"/>
                    <a:pt x="44855" y="29413"/>
                    <a:pt x="44808" y="29764"/>
                  </a:cubicBezTo>
                  <a:lnTo>
                    <a:pt x="44252" y="37184"/>
                  </a:lnTo>
                  <a:cubicBezTo>
                    <a:pt x="44252" y="37535"/>
                    <a:pt x="44391" y="37886"/>
                    <a:pt x="44669" y="38105"/>
                  </a:cubicBezTo>
                  <a:lnTo>
                    <a:pt x="51533" y="43505"/>
                  </a:lnTo>
                  <a:lnTo>
                    <a:pt x="54362" y="46183"/>
                  </a:lnTo>
                  <a:lnTo>
                    <a:pt x="53805" y="60714"/>
                  </a:lnTo>
                  <a:lnTo>
                    <a:pt x="49122" y="66465"/>
                  </a:lnTo>
                  <a:cubicBezTo>
                    <a:pt x="48750" y="66948"/>
                    <a:pt x="48797" y="67562"/>
                    <a:pt x="49261" y="67957"/>
                  </a:cubicBezTo>
                  <a:lnTo>
                    <a:pt x="50838" y="69274"/>
                  </a:lnTo>
                  <a:lnTo>
                    <a:pt x="49632" y="71250"/>
                  </a:lnTo>
                  <a:lnTo>
                    <a:pt x="47081" y="71250"/>
                  </a:lnTo>
                  <a:lnTo>
                    <a:pt x="45319" y="66245"/>
                  </a:lnTo>
                  <a:cubicBezTo>
                    <a:pt x="45179" y="65894"/>
                    <a:pt x="44855" y="65587"/>
                    <a:pt x="44484" y="65543"/>
                  </a:cubicBezTo>
                  <a:cubicBezTo>
                    <a:pt x="44066" y="65455"/>
                    <a:pt x="43649" y="65543"/>
                    <a:pt x="43371" y="65850"/>
                  </a:cubicBezTo>
                  <a:lnTo>
                    <a:pt x="39660" y="69625"/>
                  </a:lnTo>
                  <a:lnTo>
                    <a:pt x="32333" y="69845"/>
                  </a:lnTo>
                  <a:lnTo>
                    <a:pt x="30246" y="62996"/>
                  </a:lnTo>
                  <a:cubicBezTo>
                    <a:pt x="30107" y="62558"/>
                    <a:pt x="29736" y="62250"/>
                    <a:pt x="29272" y="62206"/>
                  </a:cubicBezTo>
                  <a:lnTo>
                    <a:pt x="24078" y="61680"/>
                  </a:lnTo>
                  <a:cubicBezTo>
                    <a:pt x="23753" y="61680"/>
                    <a:pt x="23428" y="61723"/>
                    <a:pt x="23197" y="61943"/>
                  </a:cubicBezTo>
                  <a:cubicBezTo>
                    <a:pt x="22965" y="62163"/>
                    <a:pt x="22825" y="62470"/>
                    <a:pt x="22825" y="62777"/>
                  </a:cubicBezTo>
                  <a:lnTo>
                    <a:pt x="22825" y="69538"/>
                  </a:lnTo>
                  <a:lnTo>
                    <a:pt x="15405" y="68835"/>
                  </a:lnTo>
                  <a:cubicBezTo>
                    <a:pt x="15173" y="68835"/>
                    <a:pt x="14895" y="68835"/>
                    <a:pt x="14663" y="69011"/>
                  </a:cubicBezTo>
                  <a:lnTo>
                    <a:pt x="11278" y="71074"/>
                  </a:lnTo>
                  <a:lnTo>
                    <a:pt x="9608" y="69889"/>
                  </a:lnTo>
                  <a:cubicBezTo>
                    <a:pt x="9237" y="69625"/>
                    <a:pt x="8773" y="69582"/>
                    <a:pt x="8402" y="69801"/>
                  </a:cubicBezTo>
                  <a:cubicBezTo>
                    <a:pt x="8031" y="69977"/>
                    <a:pt x="7753" y="70372"/>
                    <a:pt x="7753" y="70767"/>
                  </a:cubicBezTo>
                  <a:lnTo>
                    <a:pt x="7753" y="78186"/>
                  </a:lnTo>
                  <a:cubicBezTo>
                    <a:pt x="7753" y="78669"/>
                    <a:pt x="8078" y="79064"/>
                    <a:pt x="8541" y="79240"/>
                  </a:cubicBezTo>
                  <a:lnTo>
                    <a:pt x="11973" y="80381"/>
                  </a:lnTo>
                  <a:lnTo>
                    <a:pt x="10304" y="82488"/>
                  </a:lnTo>
                  <a:cubicBezTo>
                    <a:pt x="10072" y="82752"/>
                    <a:pt x="10025" y="83147"/>
                    <a:pt x="10118" y="83454"/>
                  </a:cubicBezTo>
                  <a:cubicBezTo>
                    <a:pt x="10211" y="83805"/>
                    <a:pt x="10489" y="84069"/>
                    <a:pt x="10860" y="84156"/>
                  </a:cubicBezTo>
                  <a:lnTo>
                    <a:pt x="15034" y="85561"/>
                  </a:lnTo>
                  <a:lnTo>
                    <a:pt x="15034" y="87317"/>
                  </a:lnTo>
                  <a:lnTo>
                    <a:pt x="12252" y="89776"/>
                  </a:lnTo>
                  <a:lnTo>
                    <a:pt x="9840" y="87098"/>
                  </a:lnTo>
                  <a:cubicBezTo>
                    <a:pt x="9654" y="86878"/>
                    <a:pt x="9330" y="86747"/>
                    <a:pt x="9052" y="86703"/>
                  </a:cubicBezTo>
                  <a:cubicBezTo>
                    <a:pt x="8727" y="86659"/>
                    <a:pt x="8449" y="86791"/>
                    <a:pt x="8217" y="86966"/>
                  </a:cubicBezTo>
                  <a:lnTo>
                    <a:pt x="1631" y="92497"/>
                  </a:lnTo>
                  <a:lnTo>
                    <a:pt x="379" y="93551"/>
                  </a:lnTo>
                  <a:cubicBezTo>
                    <a:pt x="-85" y="93946"/>
                    <a:pt x="-131" y="94649"/>
                    <a:pt x="286" y="95088"/>
                  </a:cubicBezTo>
                  <a:cubicBezTo>
                    <a:pt x="518" y="95351"/>
                    <a:pt x="843" y="95439"/>
                    <a:pt x="1167" y="95439"/>
                  </a:cubicBezTo>
                  <a:cubicBezTo>
                    <a:pt x="1446" y="95439"/>
                    <a:pt x="1724" y="95351"/>
                    <a:pt x="1956" y="95175"/>
                  </a:cubicBezTo>
                  <a:lnTo>
                    <a:pt x="3301" y="94034"/>
                  </a:lnTo>
                  <a:lnTo>
                    <a:pt x="8912" y="89337"/>
                  </a:lnTo>
                  <a:lnTo>
                    <a:pt x="11324" y="9205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1" name="Freeform: Shape 2490">
              <a:extLst>
                <a:ext uri="{FF2B5EF4-FFF2-40B4-BE49-F238E27FC236}">
                  <a16:creationId xmlns:a16="http://schemas.microsoft.com/office/drawing/2014/main" id="{F6D7C8D8-2AA8-E0FB-7C64-9360ADD3DDC5}"/>
                </a:ext>
              </a:extLst>
            </p:cNvPr>
            <p:cNvSpPr>
              <a:spLocks/>
            </p:cNvSpPr>
            <p:nvPr/>
          </p:nvSpPr>
          <p:spPr>
            <a:xfrm>
              <a:off x="5967914" y="3996729"/>
              <a:ext cx="165290" cy="195269"/>
            </a:xfrm>
            <a:custGeom>
              <a:avLst/>
              <a:gdLst>
                <a:gd name="connsiteX0" fmla="*/ 8351 w 110737"/>
                <a:gd name="connsiteY0" fmla="*/ 123447 h 130822"/>
                <a:gd name="connsiteX1" fmla="*/ 12664 w 110737"/>
                <a:gd name="connsiteY1" fmla="*/ 123930 h 130822"/>
                <a:gd name="connsiteX2" fmla="*/ 13592 w 110737"/>
                <a:gd name="connsiteY2" fmla="*/ 123666 h 130822"/>
                <a:gd name="connsiteX3" fmla="*/ 13963 w 110737"/>
                <a:gd name="connsiteY3" fmla="*/ 122832 h 130822"/>
                <a:gd name="connsiteX4" fmla="*/ 13963 w 110737"/>
                <a:gd name="connsiteY4" fmla="*/ 121559 h 130822"/>
                <a:gd name="connsiteX5" fmla="*/ 16607 w 110737"/>
                <a:gd name="connsiteY5" fmla="*/ 123535 h 130822"/>
                <a:gd name="connsiteX6" fmla="*/ 17951 w 110737"/>
                <a:gd name="connsiteY6" fmla="*/ 122700 h 130822"/>
                <a:gd name="connsiteX7" fmla="*/ 19575 w 110737"/>
                <a:gd name="connsiteY7" fmla="*/ 123008 h 130822"/>
                <a:gd name="connsiteX8" fmla="*/ 19250 w 110737"/>
                <a:gd name="connsiteY8" fmla="*/ 124544 h 130822"/>
                <a:gd name="connsiteX9" fmla="*/ 18554 w 110737"/>
                <a:gd name="connsiteY9" fmla="*/ 124983 h 130822"/>
                <a:gd name="connsiteX10" fmla="*/ 23424 w 110737"/>
                <a:gd name="connsiteY10" fmla="*/ 128627 h 130822"/>
                <a:gd name="connsiteX11" fmla="*/ 24630 w 110737"/>
                <a:gd name="connsiteY11" fmla="*/ 128759 h 130822"/>
                <a:gd name="connsiteX12" fmla="*/ 25279 w 110737"/>
                <a:gd name="connsiteY12" fmla="*/ 127749 h 130822"/>
                <a:gd name="connsiteX13" fmla="*/ 25279 w 110737"/>
                <a:gd name="connsiteY13" fmla="*/ 125730 h 130822"/>
                <a:gd name="connsiteX14" fmla="*/ 28618 w 110737"/>
                <a:gd name="connsiteY14" fmla="*/ 124369 h 130822"/>
                <a:gd name="connsiteX15" fmla="*/ 29314 w 110737"/>
                <a:gd name="connsiteY15" fmla="*/ 123359 h 130822"/>
                <a:gd name="connsiteX16" fmla="*/ 29314 w 110737"/>
                <a:gd name="connsiteY16" fmla="*/ 120945 h 130822"/>
                <a:gd name="connsiteX17" fmla="*/ 31308 w 110737"/>
                <a:gd name="connsiteY17" fmla="*/ 122130 h 130822"/>
                <a:gd name="connsiteX18" fmla="*/ 32468 w 110737"/>
                <a:gd name="connsiteY18" fmla="*/ 122130 h 130822"/>
                <a:gd name="connsiteX19" fmla="*/ 38311 w 110737"/>
                <a:gd name="connsiteY19" fmla="*/ 119145 h 130822"/>
                <a:gd name="connsiteX20" fmla="*/ 38311 w 110737"/>
                <a:gd name="connsiteY20" fmla="*/ 127749 h 130822"/>
                <a:gd name="connsiteX21" fmla="*/ 38775 w 110737"/>
                <a:gd name="connsiteY21" fmla="*/ 128627 h 130822"/>
                <a:gd name="connsiteX22" fmla="*/ 39795 w 110737"/>
                <a:gd name="connsiteY22" fmla="*/ 128803 h 130822"/>
                <a:gd name="connsiteX23" fmla="*/ 45871 w 110737"/>
                <a:gd name="connsiteY23" fmla="*/ 127134 h 130822"/>
                <a:gd name="connsiteX24" fmla="*/ 46288 w 110737"/>
                <a:gd name="connsiteY24" fmla="*/ 126915 h 130822"/>
                <a:gd name="connsiteX25" fmla="*/ 65396 w 110737"/>
                <a:gd name="connsiteY25" fmla="*/ 111550 h 130822"/>
                <a:gd name="connsiteX26" fmla="*/ 65766 w 110737"/>
                <a:gd name="connsiteY26" fmla="*/ 111023 h 130822"/>
                <a:gd name="connsiteX27" fmla="*/ 68085 w 110737"/>
                <a:gd name="connsiteY27" fmla="*/ 103604 h 130822"/>
                <a:gd name="connsiteX28" fmla="*/ 68132 w 110737"/>
                <a:gd name="connsiteY28" fmla="*/ 103297 h 130822"/>
                <a:gd name="connsiteX29" fmla="*/ 68132 w 110737"/>
                <a:gd name="connsiteY29" fmla="*/ 88327 h 130822"/>
                <a:gd name="connsiteX30" fmla="*/ 76109 w 110737"/>
                <a:gd name="connsiteY30" fmla="*/ 79415 h 130822"/>
                <a:gd name="connsiteX31" fmla="*/ 80654 w 110737"/>
                <a:gd name="connsiteY31" fmla="*/ 71645 h 130822"/>
                <a:gd name="connsiteX32" fmla="*/ 92109 w 110737"/>
                <a:gd name="connsiteY32" fmla="*/ 63128 h 130822"/>
                <a:gd name="connsiteX33" fmla="*/ 92248 w 110737"/>
                <a:gd name="connsiteY33" fmla="*/ 62909 h 130822"/>
                <a:gd name="connsiteX34" fmla="*/ 92480 w 110737"/>
                <a:gd name="connsiteY34" fmla="*/ 62558 h 130822"/>
                <a:gd name="connsiteX35" fmla="*/ 92573 w 110737"/>
                <a:gd name="connsiteY35" fmla="*/ 62426 h 130822"/>
                <a:gd name="connsiteX36" fmla="*/ 92665 w 110737"/>
                <a:gd name="connsiteY36" fmla="*/ 61460 h 130822"/>
                <a:gd name="connsiteX37" fmla="*/ 92851 w 110737"/>
                <a:gd name="connsiteY37" fmla="*/ 59748 h 130822"/>
                <a:gd name="connsiteX38" fmla="*/ 93593 w 110737"/>
                <a:gd name="connsiteY38" fmla="*/ 53470 h 130822"/>
                <a:gd name="connsiteX39" fmla="*/ 98416 w 110737"/>
                <a:gd name="connsiteY39" fmla="*/ 45173 h 130822"/>
                <a:gd name="connsiteX40" fmla="*/ 98277 w 110737"/>
                <a:gd name="connsiteY40" fmla="*/ 43900 h 130822"/>
                <a:gd name="connsiteX41" fmla="*/ 96004 w 110737"/>
                <a:gd name="connsiteY41" fmla="*/ 41529 h 130822"/>
                <a:gd name="connsiteX42" fmla="*/ 97396 w 110737"/>
                <a:gd name="connsiteY42" fmla="*/ 28886 h 130822"/>
                <a:gd name="connsiteX43" fmla="*/ 98509 w 110737"/>
                <a:gd name="connsiteY43" fmla="*/ 20369 h 130822"/>
                <a:gd name="connsiteX44" fmla="*/ 110521 w 110737"/>
                <a:gd name="connsiteY44" fmla="*/ 4127 h 130822"/>
                <a:gd name="connsiteX45" fmla="*/ 110428 w 110737"/>
                <a:gd name="connsiteY45" fmla="*/ 2766 h 130822"/>
                <a:gd name="connsiteX46" fmla="*/ 107738 w 110737"/>
                <a:gd name="connsiteY46" fmla="*/ 0 h 130822"/>
                <a:gd name="connsiteX47" fmla="*/ 107738 w 110737"/>
                <a:gd name="connsiteY47" fmla="*/ 307 h 130822"/>
                <a:gd name="connsiteX48" fmla="*/ 107784 w 110737"/>
                <a:gd name="connsiteY48" fmla="*/ 307 h 130822"/>
                <a:gd name="connsiteX49" fmla="*/ 107784 w 110737"/>
                <a:gd name="connsiteY49" fmla="*/ 307 h 130822"/>
                <a:gd name="connsiteX50" fmla="*/ 107645 w 110737"/>
                <a:gd name="connsiteY50" fmla="*/ 702 h 130822"/>
                <a:gd name="connsiteX51" fmla="*/ 107552 w 110737"/>
                <a:gd name="connsiteY51" fmla="*/ 1098 h 130822"/>
                <a:gd name="connsiteX52" fmla="*/ 107181 w 110737"/>
                <a:gd name="connsiteY52" fmla="*/ 1317 h 130822"/>
                <a:gd name="connsiteX53" fmla="*/ 106857 w 110737"/>
                <a:gd name="connsiteY53" fmla="*/ 1536 h 130822"/>
                <a:gd name="connsiteX54" fmla="*/ 106810 w 110737"/>
                <a:gd name="connsiteY54" fmla="*/ 1536 h 130822"/>
                <a:gd name="connsiteX55" fmla="*/ 106810 w 110737"/>
                <a:gd name="connsiteY55" fmla="*/ 1536 h 130822"/>
                <a:gd name="connsiteX56" fmla="*/ 106207 w 110737"/>
                <a:gd name="connsiteY56" fmla="*/ 1624 h 130822"/>
                <a:gd name="connsiteX57" fmla="*/ 108062 w 110737"/>
                <a:gd name="connsiteY57" fmla="*/ 3556 h 130822"/>
                <a:gd name="connsiteX58" fmla="*/ 96422 w 110737"/>
                <a:gd name="connsiteY58" fmla="*/ 19316 h 130822"/>
                <a:gd name="connsiteX59" fmla="*/ 96236 w 110737"/>
                <a:gd name="connsiteY59" fmla="*/ 19799 h 130822"/>
                <a:gd name="connsiteX60" fmla="*/ 95077 w 110737"/>
                <a:gd name="connsiteY60" fmla="*/ 28579 h 130822"/>
                <a:gd name="connsiteX61" fmla="*/ 93639 w 110737"/>
                <a:gd name="connsiteY61" fmla="*/ 41749 h 130822"/>
                <a:gd name="connsiteX62" fmla="*/ 93917 w 110737"/>
                <a:gd name="connsiteY62" fmla="*/ 42583 h 130822"/>
                <a:gd name="connsiteX63" fmla="*/ 95958 w 110737"/>
                <a:gd name="connsiteY63" fmla="*/ 44734 h 130822"/>
                <a:gd name="connsiteX64" fmla="*/ 91413 w 110737"/>
                <a:gd name="connsiteY64" fmla="*/ 52548 h 130822"/>
                <a:gd name="connsiteX65" fmla="*/ 91274 w 110737"/>
                <a:gd name="connsiteY65" fmla="*/ 52943 h 130822"/>
                <a:gd name="connsiteX66" fmla="*/ 90207 w 110737"/>
                <a:gd name="connsiteY66" fmla="*/ 61680 h 130822"/>
                <a:gd name="connsiteX67" fmla="*/ 78938 w 110737"/>
                <a:gd name="connsiteY67" fmla="*/ 70020 h 130822"/>
                <a:gd name="connsiteX68" fmla="*/ 78659 w 110737"/>
                <a:gd name="connsiteY68" fmla="*/ 70372 h 130822"/>
                <a:gd name="connsiteX69" fmla="*/ 74161 w 110737"/>
                <a:gd name="connsiteY69" fmla="*/ 78142 h 130822"/>
                <a:gd name="connsiteX70" fmla="*/ 66045 w 110737"/>
                <a:gd name="connsiteY70" fmla="*/ 87185 h 130822"/>
                <a:gd name="connsiteX71" fmla="*/ 65766 w 110737"/>
                <a:gd name="connsiteY71" fmla="*/ 87888 h 130822"/>
                <a:gd name="connsiteX72" fmla="*/ 65766 w 110737"/>
                <a:gd name="connsiteY72" fmla="*/ 103077 h 130822"/>
                <a:gd name="connsiteX73" fmla="*/ 63587 w 110737"/>
                <a:gd name="connsiteY73" fmla="*/ 110014 h 130822"/>
                <a:gd name="connsiteX74" fmla="*/ 44897 w 110737"/>
                <a:gd name="connsiteY74" fmla="*/ 125027 h 130822"/>
                <a:gd name="connsiteX75" fmla="*/ 40537 w 110737"/>
                <a:gd name="connsiteY75" fmla="*/ 126213 h 130822"/>
                <a:gd name="connsiteX76" fmla="*/ 40537 w 110737"/>
                <a:gd name="connsiteY76" fmla="*/ 117257 h 130822"/>
                <a:gd name="connsiteX77" fmla="*/ 39981 w 110737"/>
                <a:gd name="connsiteY77" fmla="*/ 116335 h 130822"/>
                <a:gd name="connsiteX78" fmla="*/ 38821 w 110737"/>
                <a:gd name="connsiteY78" fmla="*/ 116335 h 130822"/>
                <a:gd name="connsiteX79" fmla="*/ 31865 w 110737"/>
                <a:gd name="connsiteY79" fmla="*/ 119891 h 130822"/>
                <a:gd name="connsiteX80" fmla="*/ 28665 w 110737"/>
                <a:gd name="connsiteY80" fmla="*/ 118047 h 130822"/>
                <a:gd name="connsiteX81" fmla="*/ 27505 w 110737"/>
                <a:gd name="connsiteY81" fmla="*/ 118047 h 130822"/>
                <a:gd name="connsiteX82" fmla="*/ 26902 w 110737"/>
                <a:gd name="connsiteY82" fmla="*/ 119013 h 130822"/>
                <a:gd name="connsiteX83" fmla="*/ 26902 w 110737"/>
                <a:gd name="connsiteY83" fmla="*/ 122700 h 130822"/>
                <a:gd name="connsiteX84" fmla="*/ 23563 w 110737"/>
                <a:gd name="connsiteY84" fmla="*/ 124061 h 130822"/>
                <a:gd name="connsiteX85" fmla="*/ 22867 w 110737"/>
                <a:gd name="connsiteY85" fmla="*/ 125071 h 130822"/>
                <a:gd name="connsiteX86" fmla="*/ 22867 w 110737"/>
                <a:gd name="connsiteY86" fmla="*/ 125554 h 130822"/>
                <a:gd name="connsiteX87" fmla="*/ 13453 w 110737"/>
                <a:gd name="connsiteY87" fmla="*/ 118486 h 130822"/>
                <a:gd name="connsiteX88" fmla="*/ 12247 w 110737"/>
                <a:gd name="connsiteY88" fmla="*/ 118354 h 130822"/>
                <a:gd name="connsiteX89" fmla="*/ 11598 w 110737"/>
                <a:gd name="connsiteY89" fmla="*/ 119364 h 130822"/>
                <a:gd name="connsiteX90" fmla="*/ 11598 w 110737"/>
                <a:gd name="connsiteY90" fmla="*/ 121691 h 130822"/>
                <a:gd name="connsiteX91" fmla="*/ 7980 w 110737"/>
                <a:gd name="connsiteY91" fmla="*/ 121296 h 130822"/>
                <a:gd name="connsiteX92" fmla="*/ 6960 w 110737"/>
                <a:gd name="connsiteY92" fmla="*/ 121647 h 130822"/>
                <a:gd name="connsiteX93" fmla="*/ 606 w 110737"/>
                <a:gd name="connsiteY93" fmla="*/ 128671 h 130822"/>
                <a:gd name="connsiteX94" fmla="*/ 282 w 110737"/>
                <a:gd name="connsiteY94" fmla="*/ 129022 h 130822"/>
                <a:gd name="connsiteX95" fmla="*/ 421 w 110737"/>
                <a:gd name="connsiteY95" fmla="*/ 130559 h 130822"/>
                <a:gd name="connsiteX96" fmla="*/ 1163 w 110737"/>
                <a:gd name="connsiteY96" fmla="*/ 130822 h 130822"/>
                <a:gd name="connsiteX97" fmla="*/ 1627 w 110737"/>
                <a:gd name="connsiteY97" fmla="*/ 130603 h 130822"/>
                <a:gd name="connsiteX98" fmla="*/ 1998 w 110737"/>
                <a:gd name="connsiteY98" fmla="*/ 130427 h 130822"/>
                <a:gd name="connsiteX99" fmla="*/ 8259 w 110737"/>
                <a:gd name="connsiteY99" fmla="*/ 123535 h 13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10737" h="130822">
                  <a:moveTo>
                    <a:pt x="8351" y="123447"/>
                  </a:moveTo>
                  <a:lnTo>
                    <a:pt x="12664" y="123930"/>
                  </a:lnTo>
                  <a:cubicBezTo>
                    <a:pt x="12989" y="123930"/>
                    <a:pt x="13314" y="123886"/>
                    <a:pt x="13592" y="123666"/>
                  </a:cubicBezTo>
                  <a:cubicBezTo>
                    <a:pt x="13824" y="123447"/>
                    <a:pt x="13963" y="123140"/>
                    <a:pt x="13963" y="122832"/>
                  </a:cubicBezTo>
                  <a:lnTo>
                    <a:pt x="13963" y="121559"/>
                  </a:lnTo>
                  <a:lnTo>
                    <a:pt x="16607" y="123535"/>
                  </a:lnTo>
                  <a:lnTo>
                    <a:pt x="17951" y="122700"/>
                  </a:lnTo>
                  <a:cubicBezTo>
                    <a:pt x="18508" y="122349"/>
                    <a:pt x="19204" y="122481"/>
                    <a:pt x="19575" y="123008"/>
                  </a:cubicBezTo>
                  <a:cubicBezTo>
                    <a:pt x="19946" y="123535"/>
                    <a:pt x="19807" y="124193"/>
                    <a:pt x="19250" y="124544"/>
                  </a:cubicBezTo>
                  <a:lnTo>
                    <a:pt x="18554" y="124983"/>
                  </a:lnTo>
                  <a:lnTo>
                    <a:pt x="23424" y="128627"/>
                  </a:lnTo>
                  <a:cubicBezTo>
                    <a:pt x="23749" y="128891"/>
                    <a:pt x="24259" y="128934"/>
                    <a:pt x="24630" y="128759"/>
                  </a:cubicBezTo>
                  <a:cubicBezTo>
                    <a:pt x="25047" y="128583"/>
                    <a:pt x="25279" y="128188"/>
                    <a:pt x="25279" y="127749"/>
                  </a:cubicBezTo>
                  <a:lnTo>
                    <a:pt x="25279" y="125730"/>
                  </a:lnTo>
                  <a:lnTo>
                    <a:pt x="28618" y="124369"/>
                  </a:lnTo>
                  <a:cubicBezTo>
                    <a:pt x="29036" y="124193"/>
                    <a:pt x="29314" y="123798"/>
                    <a:pt x="29314" y="123359"/>
                  </a:cubicBezTo>
                  <a:lnTo>
                    <a:pt x="29314" y="120945"/>
                  </a:lnTo>
                  <a:lnTo>
                    <a:pt x="31308" y="122130"/>
                  </a:lnTo>
                  <a:cubicBezTo>
                    <a:pt x="31679" y="122349"/>
                    <a:pt x="32096" y="122349"/>
                    <a:pt x="32468" y="122130"/>
                  </a:cubicBezTo>
                  <a:lnTo>
                    <a:pt x="38311" y="119145"/>
                  </a:lnTo>
                  <a:lnTo>
                    <a:pt x="38311" y="127749"/>
                  </a:lnTo>
                  <a:cubicBezTo>
                    <a:pt x="38311" y="128100"/>
                    <a:pt x="38497" y="128408"/>
                    <a:pt x="38775" y="128627"/>
                  </a:cubicBezTo>
                  <a:cubicBezTo>
                    <a:pt x="39053" y="128847"/>
                    <a:pt x="39424" y="128891"/>
                    <a:pt x="39795" y="128803"/>
                  </a:cubicBezTo>
                  <a:lnTo>
                    <a:pt x="45871" y="127134"/>
                  </a:lnTo>
                  <a:cubicBezTo>
                    <a:pt x="45871" y="127134"/>
                    <a:pt x="46195" y="127003"/>
                    <a:pt x="46288" y="126915"/>
                  </a:cubicBezTo>
                  <a:lnTo>
                    <a:pt x="65396" y="111550"/>
                  </a:lnTo>
                  <a:cubicBezTo>
                    <a:pt x="65396" y="111550"/>
                    <a:pt x="65674" y="111243"/>
                    <a:pt x="65766" y="111023"/>
                  </a:cubicBezTo>
                  <a:lnTo>
                    <a:pt x="68085" y="103604"/>
                  </a:lnTo>
                  <a:cubicBezTo>
                    <a:pt x="68085" y="103604"/>
                    <a:pt x="68132" y="103385"/>
                    <a:pt x="68132" y="103297"/>
                  </a:cubicBezTo>
                  <a:lnTo>
                    <a:pt x="68132" y="88327"/>
                  </a:lnTo>
                  <a:lnTo>
                    <a:pt x="76109" y="79415"/>
                  </a:lnTo>
                  <a:lnTo>
                    <a:pt x="80654" y="71645"/>
                  </a:lnTo>
                  <a:lnTo>
                    <a:pt x="92109" y="63128"/>
                  </a:lnTo>
                  <a:cubicBezTo>
                    <a:pt x="92109" y="63128"/>
                    <a:pt x="92201" y="62953"/>
                    <a:pt x="92248" y="62909"/>
                  </a:cubicBezTo>
                  <a:cubicBezTo>
                    <a:pt x="92341" y="62777"/>
                    <a:pt x="92433" y="62689"/>
                    <a:pt x="92480" y="62558"/>
                  </a:cubicBezTo>
                  <a:cubicBezTo>
                    <a:pt x="92480" y="62514"/>
                    <a:pt x="92573" y="62470"/>
                    <a:pt x="92573" y="62426"/>
                  </a:cubicBezTo>
                  <a:lnTo>
                    <a:pt x="92665" y="61460"/>
                  </a:lnTo>
                  <a:lnTo>
                    <a:pt x="92851" y="59748"/>
                  </a:lnTo>
                  <a:lnTo>
                    <a:pt x="93593" y="53470"/>
                  </a:lnTo>
                  <a:lnTo>
                    <a:pt x="98416" y="45173"/>
                  </a:lnTo>
                  <a:cubicBezTo>
                    <a:pt x="98648" y="44778"/>
                    <a:pt x="98602" y="44251"/>
                    <a:pt x="98277" y="43900"/>
                  </a:cubicBezTo>
                  <a:lnTo>
                    <a:pt x="96004" y="41529"/>
                  </a:lnTo>
                  <a:lnTo>
                    <a:pt x="97396" y="28886"/>
                  </a:lnTo>
                  <a:lnTo>
                    <a:pt x="98509" y="20369"/>
                  </a:lnTo>
                  <a:lnTo>
                    <a:pt x="110521" y="4127"/>
                  </a:lnTo>
                  <a:cubicBezTo>
                    <a:pt x="110845" y="3687"/>
                    <a:pt x="110799" y="3117"/>
                    <a:pt x="110428" y="2766"/>
                  </a:cubicBezTo>
                  <a:lnTo>
                    <a:pt x="107738" y="0"/>
                  </a:lnTo>
                  <a:lnTo>
                    <a:pt x="107738" y="307"/>
                  </a:lnTo>
                  <a:cubicBezTo>
                    <a:pt x="107738" y="307"/>
                    <a:pt x="107784" y="307"/>
                    <a:pt x="107784" y="307"/>
                  </a:cubicBezTo>
                  <a:cubicBezTo>
                    <a:pt x="107784" y="307"/>
                    <a:pt x="107784" y="307"/>
                    <a:pt x="107784" y="307"/>
                  </a:cubicBezTo>
                  <a:cubicBezTo>
                    <a:pt x="107784" y="439"/>
                    <a:pt x="107692" y="571"/>
                    <a:pt x="107645" y="702"/>
                  </a:cubicBezTo>
                  <a:cubicBezTo>
                    <a:pt x="107645" y="834"/>
                    <a:pt x="107645" y="966"/>
                    <a:pt x="107552" y="1098"/>
                  </a:cubicBezTo>
                  <a:cubicBezTo>
                    <a:pt x="107459" y="1229"/>
                    <a:pt x="107320" y="1273"/>
                    <a:pt x="107181" y="1317"/>
                  </a:cubicBezTo>
                  <a:cubicBezTo>
                    <a:pt x="107042" y="1405"/>
                    <a:pt x="106996" y="1492"/>
                    <a:pt x="106857" y="1536"/>
                  </a:cubicBezTo>
                  <a:cubicBezTo>
                    <a:pt x="106857" y="1536"/>
                    <a:pt x="106857" y="1536"/>
                    <a:pt x="106810" y="1536"/>
                  </a:cubicBezTo>
                  <a:cubicBezTo>
                    <a:pt x="106810" y="1536"/>
                    <a:pt x="106810" y="1536"/>
                    <a:pt x="106810" y="1536"/>
                  </a:cubicBezTo>
                  <a:lnTo>
                    <a:pt x="106207" y="1624"/>
                  </a:lnTo>
                  <a:lnTo>
                    <a:pt x="108062" y="3556"/>
                  </a:lnTo>
                  <a:lnTo>
                    <a:pt x="96422" y="19316"/>
                  </a:lnTo>
                  <a:cubicBezTo>
                    <a:pt x="96422" y="19316"/>
                    <a:pt x="96236" y="19623"/>
                    <a:pt x="96236" y="19799"/>
                  </a:cubicBezTo>
                  <a:lnTo>
                    <a:pt x="95077" y="28579"/>
                  </a:lnTo>
                  <a:lnTo>
                    <a:pt x="93639" y="41749"/>
                  </a:lnTo>
                  <a:cubicBezTo>
                    <a:pt x="93639" y="42056"/>
                    <a:pt x="93732" y="42363"/>
                    <a:pt x="93917" y="42583"/>
                  </a:cubicBezTo>
                  <a:lnTo>
                    <a:pt x="95958" y="44734"/>
                  </a:lnTo>
                  <a:lnTo>
                    <a:pt x="91413" y="52548"/>
                  </a:lnTo>
                  <a:cubicBezTo>
                    <a:pt x="91413" y="52548"/>
                    <a:pt x="91274" y="52812"/>
                    <a:pt x="91274" y="52943"/>
                  </a:cubicBezTo>
                  <a:lnTo>
                    <a:pt x="90207" y="61680"/>
                  </a:lnTo>
                  <a:lnTo>
                    <a:pt x="78938" y="70020"/>
                  </a:lnTo>
                  <a:cubicBezTo>
                    <a:pt x="78938" y="70020"/>
                    <a:pt x="78706" y="70240"/>
                    <a:pt x="78659" y="70372"/>
                  </a:cubicBezTo>
                  <a:lnTo>
                    <a:pt x="74161" y="78142"/>
                  </a:lnTo>
                  <a:lnTo>
                    <a:pt x="66045" y="87185"/>
                  </a:lnTo>
                  <a:cubicBezTo>
                    <a:pt x="66045" y="87185"/>
                    <a:pt x="65766" y="87624"/>
                    <a:pt x="65766" y="87888"/>
                  </a:cubicBezTo>
                  <a:lnTo>
                    <a:pt x="65766" y="103077"/>
                  </a:lnTo>
                  <a:lnTo>
                    <a:pt x="63587" y="110014"/>
                  </a:lnTo>
                  <a:lnTo>
                    <a:pt x="44897" y="125027"/>
                  </a:lnTo>
                  <a:lnTo>
                    <a:pt x="40537" y="126213"/>
                  </a:lnTo>
                  <a:lnTo>
                    <a:pt x="40537" y="117257"/>
                  </a:lnTo>
                  <a:cubicBezTo>
                    <a:pt x="40537" y="116862"/>
                    <a:pt x="40305" y="116511"/>
                    <a:pt x="39981" y="116335"/>
                  </a:cubicBezTo>
                  <a:cubicBezTo>
                    <a:pt x="39610" y="116115"/>
                    <a:pt x="39192" y="116115"/>
                    <a:pt x="38821" y="116335"/>
                  </a:cubicBezTo>
                  <a:lnTo>
                    <a:pt x="31865" y="119891"/>
                  </a:lnTo>
                  <a:lnTo>
                    <a:pt x="28665" y="118047"/>
                  </a:lnTo>
                  <a:cubicBezTo>
                    <a:pt x="28294" y="117828"/>
                    <a:pt x="27876" y="117828"/>
                    <a:pt x="27505" y="118047"/>
                  </a:cubicBezTo>
                  <a:cubicBezTo>
                    <a:pt x="27134" y="118223"/>
                    <a:pt x="26902" y="118618"/>
                    <a:pt x="26902" y="119013"/>
                  </a:cubicBezTo>
                  <a:lnTo>
                    <a:pt x="26902" y="122700"/>
                  </a:lnTo>
                  <a:lnTo>
                    <a:pt x="23563" y="124061"/>
                  </a:lnTo>
                  <a:cubicBezTo>
                    <a:pt x="23146" y="124237"/>
                    <a:pt x="22867" y="124632"/>
                    <a:pt x="22867" y="125071"/>
                  </a:cubicBezTo>
                  <a:lnTo>
                    <a:pt x="22867" y="125554"/>
                  </a:lnTo>
                  <a:lnTo>
                    <a:pt x="13453" y="118486"/>
                  </a:lnTo>
                  <a:cubicBezTo>
                    <a:pt x="13082" y="118223"/>
                    <a:pt x="12618" y="118179"/>
                    <a:pt x="12247" y="118354"/>
                  </a:cubicBezTo>
                  <a:cubicBezTo>
                    <a:pt x="11830" y="118530"/>
                    <a:pt x="11598" y="118925"/>
                    <a:pt x="11598" y="119364"/>
                  </a:cubicBezTo>
                  <a:lnTo>
                    <a:pt x="11598" y="121691"/>
                  </a:lnTo>
                  <a:lnTo>
                    <a:pt x="7980" y="121296"/>
                  </a:lnTo>
                  <a:cubicBezTo>
                    <a:pt x="7609" y="121296"/>
                    <a:pt x="7238" y="121384"/>
                    <a:pt x="6960" y="121647"/>
                  </a:cubicBezTo>
                  <a:lnTo>
                    <a:pt x="606" y="128671"/>
                  </a:lnTo>
                  <a:lnTo>
                    <a:pt x="282" y="129022"/>
                  </a:lnTo>
                  <a:cubicBezTo>
                    <a:pt x="-136" y="129461"/>
                    <a:pt x="-89" y="130164"/>
                    <a:pt x="421" y="130559"/>
                  </a:cubicBezTo>
                  <a:cubicBezTo>
                    <a:pt x="653" y="130734"/>
                    <a:pt x="931" y="130822"/>
                    <a:pt x="1163" y="130822"/>
                  </a:cubicBezTo>
                  <a:cubicBezTo>
                    <a:pt x="1348" y="130822"/>
                    <a:pt x="1488" y="130690"/>
                    <a:pt x="1627" y="130603"/>
                  </a:cubicBezTo>
                  <a:cubicBezTo>
                    <a:pt x="1766" y="130559"/>
                    <a:pt x="1905" y="130559"/>
                    <a:pt x="1998" y="130427"/>
                  </a:cubicBezTo>
                  <a:lnTo>
                    <a:pt x="8259" y="12353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2" name="Freeform: Shape 2491">
              <a:extLst>
                <a:ext uri="{FF2B5EF4-FFF2-40B4-BE49-F238E27FC236}">
                  <a16:creationId xmlns:a16="http://schemas.microsoft.com/office/drawing/2014/main" id="{0ABE3A9A-D7A8-920F-A3E7-A136C3EBC463}"/>
                </a:ext>
              </a:extLst>
            </p:cNvPr>
            <p:cNvSpPr>
              <a:spLocks/>
            </p:cNvSpPr>
            <p:nvPr/>
          </p:nvSpPr>
          <p:spPr>
            <a:xfrm>
              <a:off x="6066321" y="3990999"/>
              <a:ext cx="61161" cy="37118"/>
            </a:xfrm>
            <a:custGeom>
              <a:avLst/>
              <a:gdLst>
                <a:gd name="connsiteX0" fmla="*/ 39630 w 40975"/>
                <a:gd name="connsiteY0" fmla="*/ 4498 h 24867"/>
                <a:gd name="connsiteX1" fmla="*/ 39445 w 40975"/>
                <a:gd name="connsiteY1" fmla="*/ 3357 h 24867"/>
                <a:gd name="connsiteX2" fmla="*/ 29984 w 40975"/>
                <a:gd name="connsiteY2" fmla="*/ 4454 h 24867"/>
                <a:gd name="connsiteX3" fmla="*/ 19827 w 40975"/>
                <a:gd name="connsiteY3" fmla="*/ 108 h 24867"/>
                <a:gd name="connsiteX4" fmla="*/ 18714 w 40975"/>
                <a:gd name="connsiteY4" fmla="*/ 196 h 24867"/>
                <a:gd name="connsiteX5" fmla="*/ 13798 w 40975"/>
                <a:gd name="connsiteY5" fmla="*/ 3225 h 24867"/>
                <a:gd name="connsiteX6" fmla="*/ 8650 w 40975"/>
                <a:gd name="connsiteY6" fmla="*/ 3225 h 24867"/>
                <a:gd name="connsiteX7" fmla="*/ 7491 w 40975"/>
                <a:gd name="connsiteY7" fmla="*/ 4323 h 24867"/>
                <a:gd name="connsiteX8" fmla="*/ 7491 w 40975"/>
                <a:gd name="connsiteY8" fmla="*/ 11215 h 24867"/>
                <a:gd name="connsiteX9" fmla="*/ 4523 w 40975"/>
                <a:gd name="connsiteY9" fmla="*/ 17624 h 24867"/>
                <a:gd name="connsiteX10" fmla="*/ 2250 w 40975"/>
                <a:gd name="connsiteY10" fmla="*/ 20478 h 24867"/>
                <a:gd name="connsiteX11" fmla="*/ 163 w 40975"/>
                <a:gd name="connsiteY11" fmla="*/ 23112 h 24867"/>
                <a:gd name="connsiteX12" fmla="*/ 70 w 40975"/>
                <a:gd name="connsiteY12" fmla="*/ 23463 h 24867"/>
                <a:gd name="connsiteX13" fmla="*/ 395 w 40975"/>
                <a:gd name="connsiteY13" fmla="*/ 24649 h 24867"/>
                <a:gd name="connsiteX14" fmla="*/ 1091 w 40975"/>
                <a:gd name="connsiteY14" fmla="*/ 24868 h 24867"/>
                <a:gd name="connsiteX15" fmla="*/ 2018 w 40975"/>
                <a:gd name="connsiteY15" fmla="*/ 24429 h 24867"/>
                <a:gd name="connsiteX16" fmla="*/ 2250 w 40975"/>
                <a:gd name="connsiteY16" fmla="*/ 24122 h 24867"/>
                <a:gd name="connsiteX17" fmla="*/ 6517 w 40975"/>
                <a:gd name="connsiteY17" fmla="*/ 18722 h 24867"/>
                <a:gd name="connsiteX18" fmla="*/ 9717 w 40975"/>
                <a:gd name="connsiteY18" fmla="*/ 11873 h 24867"/>
                <a:gd name="connsiteX19" fmla="*/ 9810 w 40975"/>
                <a:gd name="connsiteY19" fmla="*/ 11435 h 24867"/>
                <a:gd name="connsiteX20" fmla="*/ 9810 w 40975"/>
                <a:gd name="connsiteY20" fmla="*/ 5376 h 24867"/>
                <a:gd name="connsiteX21" fmla="*/ 14169 w 40975"/>
                <a:gd name="connsiteY21" fmla="*/ 5376 h 24867"/>
                <a:gd name="connsiteX22" fmla="*/ 14819 w 40975"/>
                <a:gd name="connsiteY22" fmla="*/ 5201 h 24867"/>
                <a:gd name="connsiteX23" fmla="*/ 19502 w 40975"/>
                <a:gd name="connsiteY23" fmla="*/ 2303 h 24867"/>
                <a:gd name="connsiteX24" fmla="*/ 29334 w 40975"/>
                <a:gd name="connsiteY24" fmla="*/ 6518 h 24867"/>
                <a:gd name="connsiteX25" fmla="*/ 29937 w 40975"/>
                <a:gd name="connsiteY25" fmla="*/ 6606 h 24867"/>
                <a:gd name="connsiteX26" fmla="*/ 40372 w 40975"/>
                <a:gd name="connsiteY26" fmla="*/ 5376 h 24867"/>
                <a:gd name="connsiteX27" fmla="*/ 40975 w 40975"/>
                <a:gd name="connsiteY27" fmla="*/ 5288 h 24867"/>
                <a:gd name="connsiteX28" fmla="*/ 40975 w 40975"/>
                <a:gd name="connsiteY28" fmla="*/ 5288 h 24867"/>
                <a:gd name="connsiteX29" fmla="*/ 40836 w 40975"/>
                <a:gd name="connsiteY29" fmla="*/ 5288 h 24867"/>
                <a:gd name="connsiteX30" fmla="*/ 39677 w 40975"/>
                <a:gd name="connsiteY30" fmla="*/ 4367 h 2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75" h="24867">
                  <a:moveTo>
                    <a:pt x="39630" y="4498"/>
                  </a:moveTo>
                  <a:lnTo>
                    <a:pt x="39445" y="3357"/>
                  </a:lnTo>
                  <a:lnTo>
                    <a:pt x="29984" y="4454"/>
                  </a:lnTo>
                  <a:lnTo>
                    <a:pt x="19827" y="108"/>
                  </a:lnTo>
                  <a:cubicBezTo>
                    <a:pt x="19456" y="-67"/>
                    <a:pt x="19039" y="-23"/>
                    <a:pt x="18714" y="196"/>
                  </a:cubicBezTo>
                  <a:lnTo>
                    <a:pt x="13798" y="3225"/>
                  </a:lnTo>
                  <a:lnTo>
                    <a:pt x="8650" y="3225"/>
                  </a:lnTo>
                  <a:cubicBezTo>
                    <a:pt x="8001" y="3225"/>
                    <a:pt x="7491" y="3708"/>
                    <a:pt x="7491" y="4323"/>
                  </a:cubicBezTo>
                  <a:lnTo>
                    <a:pt x="7491" y="11215"/>
                  </a:lnTo>
                  <a:lnTo>
                    <a:pt x="4523" y="17624"/>
                  </a:lnTo>
                  <a:lnTo>
                    <a:pt x="2250" y="20478"/>
                  </a:lnTo>
                  <a:lnTo>
                    <a:pt x="163" y="23112"/>
                  </a:lnTo>
                  <a:cubicBezTo>
                    <a:pt x="163" y="23112"/>
                    <a:pt x="117" y="23332"/>
                    <a:pt x="70" y="23463"/>
                  </a:cubicBezTo>
                  <a:cubicBezTo>
                    <a:pt x="-69" y="23902"/>
                    <a:pt x="-22" y="24385"/>
                    <a:pt x="395" y="24649"/>
                  </a:cubicBezTo>
                  <a:cubicBezTo>
                    <a:pt x="581" y="24780"/>
                    <a:pt x="859" y="24868"/>
                    <a:pt x="1091" y="24868"/>
                  </a:cubicBezTo>
                  <a:cubicBezTo>
                    <a:pt x="1462" y="24868"/>
                    <a:pt x="1787" y="24736"/>
                    <a:pt x="2018" y="24429"/>
                  </a:cubicBezTo>
                  <a:lnTo>
                    <a:pt x="2250" y="24122"/>
                  </a:lnTo>
                  <a:lnTo>
                    <a:pt x="6517" y="18722"/>
                  </a:lnTo>
                  <a:lnTo>
                    <a:pt x="9717" y="11873"/>
                  </a:lnTo>
                  <a:cubicBezTo>
                    <a:pt x="9717" y="11873"/>
                    <a:pt x="9810" y="11566"/>
                    <a:pt x="9810" y="11435"/>
                  </a:cubicBezTo>
                  <a:lnTo>
                    <a:pt x="9810" y="5376"/>
                  </a:lnTo>
                  <a:lnTo>
                    <a:pt x="14169" y="5376"/>
                  </a:lnTo>
                  <a:cubicBezTo>
                    <a:pt x="14169" y="5376"/>
                    <a:pt x="14633" y="5332"/>
                    <a:pt x="14819" y="5201"/>
                  </a:cubicBezTo>
                  <a:lnTo>
                    <a:pt x="19502" y="2303"/>
                  </a:lnTo>
                  <a:lnTo>
                    <a:pt x="29334" y="6518"/>
                  </a:lnTo>
                  <a:cubicBezTo>
                    <a:pt x="29334" y="6518"/>
                    <a:pt x="29752" y="6606"/>
                    <a:pt x="29937" y="6606"/>
                  </a:cubicBezTo>
                  <a:lnTo>
                    <a:pt x="40372" y="5376"/>
                  </a:lnTo>
                  <a:lnTo>
                    <a:pt x="40975" y="5288"/>
                  </a:lnTo>
                  <a:cubicBezTo>
                    <a:pt x="40975" y="5288"/>
                    <a:pt x="40975" y="5288"/>
                    <a:pt x="40975" y="5288"/>
                  </a:cubicBezTo>
                  <a:cubicBezTo>
                    <a:pt x="40929" y="5288"/>
                    <a:pt x="40883" y="5288"/>
                    <a:pt x="40836" y="5288"/>
                  </a:cubicBezTo>
                  <a:cubicBezTo>
                    <a:pt x="40280" y="5288"/>
                    <a:pt x="39769" y="4893"/>
                    <a:pt x="39677" y="436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3" name="Freeform: Shape 2492">
              <a:extLst>
                <a:ext uri="{FF2B5EF4-FFF2-40B4-BE49-F238E27FC236}">
                  <a16:creationId xmlns:a16="http://schemas.microsoft.com/office/drawing/2014/main" id="{3C0FB46D-5DA7-7955-878B-26AFD25DF0FF}"/>
                </a:ext>
              </a:extLst>
            </p:cNvPr>
            <p:cNvSpPr>
              <a:spLocks/>
            </p:cNvSpPr>
            <p:nvPr/>
          </p:nvSpPr>
          <p:spPr>
            <a:xfrm>
              <a:off x="6128798" y="3997189"/>
              <a:ext cx="207" cy="654"/>
            </a:xfrm>
            <a:custGeom>
              <a:avLst/>
              <a:gdLst>
                <a:gd name="connsiteX0" fmla="*/ 93 w 139"/>
                <a:gd name="connsiteY0" fmla="*/ 0 h 438"/>
                <a:gd name="connsiteX1" fmla="*/ 93 w 139"/>
                <a:gd name="connsiteY1" fmla="*/ 0 h 438"/>
                <a:gd name="connsiteX2" fmla="*/ 0 w 139"/>
                <a:gd name="connsiteY2" fmla="*/ 439 h 438"/>
                <a:gd name="connsiteX3" fmla="*/ 139 w 139"/>
                <a:gd name="connsiteY3" fmla="*/ 44 h 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" h="438">
                  <a:moveTo>
                    <a:pt x="93" y="0"/>
                  </a:moveTo>
                  <a:cubicBezTo>
                    <a:pt x="93" y="0"/>
                    <a:pt x="93" y="0"/>
                    <a:pt x="93" y="0"/>
                  </a:cubicBezTo>
                  <a:cubicBezTo>
                    <a:pt x="93" y="176"/>
                    <a:pt x="46" y="263"/>
                    <a:pt x="0" y="439"/>
                  </a:cubicBezTo>
                  <a:cubicBezTo>
                    <a:pt x="0" y="307"/>
                    <a:pt x="139" y="176"/>
                    <a:pt x="139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4" name="Freeform: Shape 2493">
              <a:extLst>
                <a:ext uri="{FF2B5EF4-FFF2-40B4-BE49-F238E27FC236}">
                  <a16:creationId xmlns:a16="http://schemas.microsoft.com/office/drawing/2014/main" id="{E96B587F-345E-9A0F-D495-70540E94380C}"/>
                </a:ext>
              </a:extLst>
            </p:cNvPr>
            <p:cNvSpPr>
              <a:spLocks/>
            </p:cNvSpPr>
            <p:nvPr/>
          </p:nvSpPr>
          <p:spPr>
            <a:xfrm>
              <a:off x="6128035" y="3998368"/>
              <a:ext cx="553" cy="327"/>
            </a:xfrm>
            <a:custGeom>
              <a:avLst/>
              <a:gdLst>
                <a:gd name="connsiteX0" fmla="*/ 371 w 371"/>
                <a:gd name="connsiteY0" fmla="*/ 0 h 219"/>
                <a:gd name="connsiteX1" fmla="*/ 0 w 371"/>
                <a:gd name="connsiteY1" fmla="*/ 219 h 219"/>
                <a:gd name="connsiteX2" fmla="*/ 371 w 371"/>
                <a:gd name="connsiteY2" fmla="*/ 0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219">
                  <a:moveTo>
                    <a:pt x="371" y="0"/>
                  </a:moveTo>
                  <a:cubicBezTo>
                    <a:pt x="371" y="0"/>
                    <a:pt x="139" y="176"/>
                    <a:pt x="0" y="219"/>
                  </a:cubicBezTo>
                  <a:cubicBezTo>
                    <a:pt x="139" y="132"/>
                    <a:pt x="278" y="88"/>
                    <a:pt x="371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5" name="Freeform: Shape 2494">
              <a:extLst>
                <a:ext uri="{FF2B5EF4-FFF2-40B4-BE49-F238E27FC236}">
                  <a16:creationId xmlns:a16="http://schemas.microsoft.com/office/drawing/2014/main" id="{898C0D56-14D5-7156-8398-414B68877812}"/>
                </a:ext>
              </a:extLst>
            </p:cNvPr>
            <p:cNvSpPr>
              <a:spLocks/>
            </p:cNvSpPr>
            <p:nvPr/>
          </p:nvSpPr>
          <p:spPr>
            <a:xfrm>
              <a:off x="5967989" y="4179518"/>
              <a:ext cx="29451" cy="27944"/>
            </a:xfrm>
            <a:custGeom>
              <a:avLst/>
              <a:gdLst>
                <a:gd name="connsiteX0" fmla="*/ 10157 w 19731"/>
                <a:gd name="connsiteY0" fmla="*/ 17624 h 18721"/>
                <a:gd name="connsiteX1" fmla="*/ 10157 w 19731"/>
                <a:gd name="connsiteY1" fmla="*/ 7747 h 18721"/>
                <a:gd name="connsiteX2" fmla="*/ 18504 w 19731"/>
                <a:gd name="connsiteY2" fmla="*/ 2479 h 18721"/>
                <a:gd name="connsiteX3" fmla="*/ 19200 w 19731"/>
                <a:gd name="connsiteY3" fmla="*/ 2040 h 18721"/>
                <a:gd name="connsiteX4" fmla="*/ 19525 w 19731"/>
                <a:gd name="connsiteY4" fmla="*/ 503 h 18721"/>
                <a:gd name="connsiteX5" fmla="*/ 17902 w 19731"/>
                <a:gd name="connsiteY5" fmla="*/ 196 h 18721"/>
                <a:gd name="connsiteX6" fmla="*/ 16557 w 19731"/>
                <a:gd name="connsiteY6" fmla="*/ 1030 h 18721"/>
                <a:gd name="connsiteX7" fmla="*/ 8348 w 19731"/>
                <a:gd name="connsiteY7" fmla="*/ 6210 h 18721"/>
                <a:gd name="connsiteX8" fmla="*/ 7838 w 19731"/>
                <a:gd name="connsiteY8" fmla="*/ 7132 h 18721"/>
                <a:gd name="connsiteX9" fmla="*/ 7838 w 19731"/>
                <a:gd name="connsiteY9" fmla="*/ 16527 h 18721"/>
                <a:gd name="connsiteX10" fmla="*/ 1159 w 19731"/>
                <a:gd name="connsiteY10" fmla="*/ 16527 h 18721"/>
                <a:gd name="connsiteX11" fmla="*/ 0 w 19731"/>
                <a:gd name="connsiteY11" fmla="*/ 17624 h 18721"/>
                <a:gd name="connsiteX12" fmla="*/ 1159 w 19731"/>
                <a:gd name="connsiteY12" fmla="*/ 18722 h 18721"/>
                <a:gd name="connsiteX13" fmla="*/ 8997 w 19731"/>
                <a:gd name="connsiteY13" fmla="*/ 18722 h 18721"/>
                <a:gd name="connsiteX14" fmla="*/ 10157 w 19731"/>
                <a:gd name="connsiteY14" fmla="*/ 17624 h 18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731" h="18721">
                  <a:moveTo>
                    <a:pt x="10157" y="17624"/>
                  </a:moveTo>
                  <a:lnTo>
                    <a:pt x="10157" y="7747"/>
                  </a:lnTo>
                  <a:lnTo>
                    <a:pt x="18504" y="2479"/>
                  </a:lnTo>
                  <a:lnTo>
                    <a:pt x="19200" y="2040"/>
                  </a:lnTo>
                  <a:cubicBezTo>
                    <a:pt x="19757" y="1689"/>
                    <a:pt x="19896" y="1030"/>
                    <a:pt x="19525" y="503"/>
                  </a:cubicBezTo>
                  <a:cubicBezTo>
                    <a:pt x="19154" y="-24"/>
                    <a:pt x="18458" y="-155"/>
                    <a:pt x="17902" y="196"/>
                  </a:cubicBezTo>
                  <a:lnTo>
                    <a:pt x="16557" y="1030"/>
                  </a:lnTo>
                  <a:lnTo>
                    <a:pt x="8348" y="6210"/>
                  </a:lnTo>
                  <a:cubicBezTo>
                    <a:pt x="8023" y="6430"/>
                    <a:pt x="7838" y="6737"/>
                    <a:pt x="7838" y="7132"/>
                  </a:cubicBezTo>
                  <a:lnTo>
                    <a:pt x="7838" y="16527"/>
                  </a:lnTo>
                  <a:lnTo>
                    <a:pt x="1159" y="16527"/>
                  </a:lnTo>
                  <a:cubicBezTo>
                    <a:pt x="510" y="16527"/>
                    <a:pt x="0" y="17010"/>
                    <a:pt x="0" y="17624"/>
                  </a:cubicBezTo>
                  <a:cubicBezTo>
                    <a:pt x="0" y="18239"/>
                    <a:pt x="510" y="18722"/>
                    <a:pt x="1159" y="18722"/>
                  </a:cubicBezTo>
                  <a:lnTo>
                    <a:pt x="8997" y="18722"/>
                  </a:lnTo>
                  <a:cubicBezTo>
                    <a:pt x="9647" y="18722"/>
                    <a:pt x="10157" y="18239"/>
                    <a:pt x="10157" y="1762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6" name="Freeform: Shape 2495">
              <a:extLst>
                <a:ext uri="{FF2B5EF4-FFF2-40B4-BE49-F238E27FC236}">
                  <a16:creationId xmlns:a16="http://schemas.microsoft.com/office/drawing/2014/main" id="{257F3E4D-54D9-5511-4D89-25D85CC145DB}"/>
                </a:ext>
              </a:extLst>
            </p:cNvPr>
            <p:cNvSpPr>
              <a:spLocks/>
            </p:cNvSpPr>
            <p:nvPr/>
          </p:nvSpPr>
          <p:spPr>
            <a:xfrm>
              <a:off x="5972464" y="4207203"/>
              <a:ext cx="281628" cy="125219"/>
            </a:xfrm>
            <a:custGeom>
              <a:avLst/>
              <a:gdLst>
                <a:gd name="connsiteX0" fmla="*/ 70834 w 188679"/>
                <a:gd name="connsiteY0" fmla="*/ 2107 h 83892"/>
                <a:gd name="connsiteX1" fmla="*/ 75565 w 188679"/>
                <a:gd name="connsiteY1" fmla="*/ 21818 h 83892"/>
                <a:gd name="connsiteX2" fmla="*/ 75704 w 188679"/>
                <a:gd name="connsiteY2" fmla="*/ 22169 h 83892"/>
                <a:gd name="connsiteX3" fmla="*/ 84377 w 188679"/>
                <a:gd name="connsiteY3" fmla="*/ 35076 h 83892"/>
                <a:gd name="connsiteX4" fmla="*/ 85351 w 188679"/>
                <a:gd name="connsiteY4" fmla="*/ 35603 h 83892"/>
                <a:gd name="connsiteX5" fmla="*/ 95183 w 188679"/>
                <a:gd name="connsiteY5" fmla="*/ 35603 h 83892"/>
                <a:gd name="connsiteX6" fmla="*/ 95646 w 188679"/>
                <a:gd name="connsiteY6" fmla="*/ 35515 h 83892"/>
                <a:gd name="connsiteX7" fmla="*/ 103484 w 188679"/>
                <a:gd name="connsiteY7" fmla="*/ 32310 h 83892"/>
                <a:gd name="connsiteX8" fmla="*/ 115357 w 188679"/>
                <a:gd name="connsiteY8" fmla="*/ 33101 h 83892"/>
                <a:gd name="connsiteX9" fmla="*/ 116562 w 188679"/>
                <a:gd name="connsiteY9" fmla="*/ 32179 h 83892"/>
                <a:gd name="connsiteX10" fmla="*/ 119021 w 188679"/>
                <a:gd name="connsiteY10" fmla="*/ 18833 h 83892"/>
                <a:gd name="connsiteX11" fmla="*/ 133119 w 188679"/>
                <a:gd name="connsiteY11" fmla="*/ 18833 h 83892"/>
                <a:gd name="connsiteX12" fmla="*/ 133119 w 188679"/>
                <a:gd name="connsiteY12" fmla="*/ 22126 h 83892"/>
                <a:gd name="connsiteX13" fmla="*/ 133490 w 188679"/>
                <a:gd name="connsiteY13" fmla="*/ 22916 h 83892"/>
                <a:gd name="connsiteX14" fmla="*/ 134371 w 188679"/>
                <a:gd name="connsiteY14" fmla="*/ 23223 h 83892"/>
                <a:gd name="connsiteX15" fmla="*/ 152876 w 188679"/>
                <a:gd name="connsiteY15" fmla="*/ 22213 h 83892"/>
                <a:gd name="connsiteX16" fmla="*/ 152876 w 188679"/>
                <a:gd name="connsiteY16" fmla="*/ 27920 h 83892"/>
                <a:gd name="connsiteX17" fmla="*/ 151253 w 188679"/>
                <a:gd name="connsiteY17" fmla="*/ 30993 h 83892"/>
                <a:gd name="connsiteX18" fmla="*/ 151114 w 188679"/>
                <a:gd name="connsiteY18" fmla="*/ 31476 h 83892"/>
                <a:gd name="connsiteX19" fmla="*/ 151114 w 188679"/>
                <a:gd name="connsiteY19" fmla="*/ 34505 h 83892"/>
                <a:gd name="connsiteX20" fmla="*/ 151345 w 188679"/>
                <a:gd name="connsiteY20" fmla="*/ 35164 h 83892"/>
                <a:gd name="connsiteX21" fmla="*/ 154870 w 188679"/>
                <a:gd name="connsiteY21" fmla="*/ 39554 h 83892"/>
                <a:gd name="connsiteX22" fmla="*/ 154870 w 188679"/>
                <a:gd name="connsiteY22" fmla="*/ 45305 h 83892"/>
                <a:gd name="connsiteX23" fmla="*/ 151716 w 188679"/>
                <a:gd name="connsiteY23" fmla="*/ 54743 h 83892"/>
                <a:gd name="connsiteX24" fmla="*/ 151809 w 188679"/>
                <a:gd name="connsiteY24" fmla="*/ 55621 h 83892"/>
                <a:gd name="connsiteX25" fmla="*/ 160899 w 188679"/>
                <a:gd name="connsiteY25" fmla="*/ 70196 h 83892"/>
                <a:gd name="connsiteX26" fmla="*/ 160899 w 188679"/>
                <a:gd name="connsiteY26" fmla="*/ 73708 h 83892"/>
                <a:gd name="connsiteX27" fmla="*/ 158488 w 188679"/>
                <a:gd name="connsiteY27" fmla="*/ 75288 h 83892"/>
                <a:gd name="connsiteX28" fmla="*/ 158024 w 188679"/>
                <a:gd name="connsiteY28" fmla="*/ 76342 h 83892"/>
                <a:gd name="connsiteX29" fmla="*/ 158905 w 188679"/>
                <a:gd name="connsiteY29" fmla="*/ 82927 h 83892"/>
                <a:gd name="connsiteX30" fmla="*/ 159554 w 188679"/>
                <a:gd name="connsiteY30" fmla="*/ 83761 h 83892"/>
                <a:gd name="connsiteX31" fmla="*/ 160064 w 188679"/>
                <a:gd name="connsiteY31" fmla="*/ 83893 h 83892"/>
                <a:gd name="connsiteX32" fmla="*/ 160621 w 188679"/>
                <a:gd name="connsiteY32" fmla="*/ 83761 h 83892"/>
                <a:gd name="connsiteX33" fmla="*/ 166511 w 188679"/>
                <a:gd name="connsiteY33" fmla="*/ 80600 h 83892"/>
                <a:gd name="connsiteX34" fmla="*/ 187612 w 188679"/>
                <a:gd name="connsiteY34" fmla="*/ 78801 h 83892"/>
                <a:gd name="connsiteX35" fmla="*/ 187612 w 188679"/>
                <a:gd name="connsiteY35" fmla="*/ 77615 h 83892"/>
                <a:gd name="connsiteX36" fmla="*/ 187705 w 188679"/>
                <a:gd name="connsiteY36" fmla="*/ 77396 h 83892"/>
                <a:gd name="connsiteX37" fmla="*/ 187705 w 188679"/>
                <a:gd name="connsiteY37" fmla="*/ 77176 h 83892"/>
                <a:gd name="connsiteX38" fmla="*/ 187845 w 188679"/>
                <a:gd name="connsiteY38" fmla="*/ 77045 h 83892"/>
                <a:gd name="connsiteX39" fmla="*/ 188169 w 188679"/>
                <a:gd name="connsiteY39" fmla="*/ 76781 h 83892"/>
                <a:gd name="connsiteX40" fmla="*/ 188540 w 188679"/>
                <a:gd name="connsiteY40" fmla="*/ 76649 h 83892"/>
                <a:gd name="connsiteX41" fmla="*/ 188679 w 188679"/>
                <a:gd name="connsiteY41" fmla="*/ 76606 h 83892"/>
                <a:gd name="connsiteX42" fmla="*/ 188633 w 188679"/>
                <a:gd name="connsiteY42" fmla="*/ 76606 h 83892"/>
                <a:gd name="connsiteX43" fmla="*/ 166001 w 188679"/>
                <a:gd name="connsiteY43" fmla="*/ 78537 h 83892"/>
                <a:gd name="connsiteX44" fmla="*/ 165537 w 188679"/>
                <a:gd name="connsiteY44" fmla="*/ 78669 h 83892"/>
                <a:gd name="connsiteX45" fmla="*/ 160945 w 188679"/>
                <a:gd name="connsiteY45" fmla="*/ 81127 h 83892"/>
                <a:gd name="connsiteX46" fmla="*/ 160389 w 188679"/>
                <a:gd name="connsiteY46" fmla="*/ 76825 h 83892"/>
                <a:gd name="connsiteX47" fmla="*/ 162708 w 188679"/>
                <a:gd name="connsiteY47" fmla="*/ 75288 h 83892"/>
                <a:gd name="connsiteX48" fmla="*/ 163218 w 188679"/>
                <a:gd name="connsiteY48" fmla="*/ 74367 h 83892"/>
                <a:gd name="connsiteX49" fmla="*/ 163218 w 188679"/>
                <a:gd name="connsiteY49" fmla="*/ 69977 h 83892"/>
                <a:gd name="connsiteX50" fmla="*/ 163033 w 188679"/>
                <a:gd name="connsiteY50" fmla="*/ 69406 h 83892"/>
                <a:gd name="connsiteX51" fmla="*/ 154035 w 188679"/>
                <a:gd name="connsiteY51" fmla="*/ 55007 h 83892"/>
                <a:gd name="connsiteX52" fmla="*/ 157050 w 188679"/>
                <a:gd name="connsiteY52" fmla="*/ 45876 h 83892"/>
                <a:gd name="connsiteX53" fmla="*/ 157096 w 188679"/>
                <a:gd name="connsiteY53" fmla="*/ 45524 h 83892"/>
                <a:gd name="connsiteX54" fmla="*/ 157096 w 188679"/>
                <a:gd name="connsiteY54" fmla="*/ 39203 h 83892"/>
                <a:gd name="connsiteX55" fmla="*/ 156864 w 188679"/>
                <a:gd name="connsiteY55" fmla="*/ 38544 h 83892"/>
                <a:gd name="connsiteX56" fmla="*/ 153340 w 188679"/>
                <a:gd name="connsiteY56" fmla="*/ 34154 h 83892"/>
                <a:gd name="connsiteX57" fmla="*/ 153340 w 188679"/>
                <a:gd name="connsiteY57" fmla="*/ 31784 h 83892"/>
                <a:gd name="connsiteX58" fmla="*/ 154963 w 188679"/>
                <a:gd name="connsiteY58" fmla="*/ 28711 h 83892"/>
                <a:gd name="connsiteX59" fmla="*/ 155102 w 188679"/>
                <a:gd name="connsiteY59" fmla="*/ 28228 h 83892"/>
                <a:gd name="connsiteX60" fmla="*/ 155102 w 188679"/>
                <a:gd name="connsiteY60" fmla="*/ 21116 h 83892"/>
                <a:gd name="connsiteX61" fmla="*/ 154731 w 188679"/>
                <a:gd name="connsiteY61" fmla="*/ 20326 h 83892"/>
                <a:gd name="connsiteX62" fmla="*/ 153850 w 188679"/>
                <a:gd name="connsiteY62" fmla="*/ 20018 h 83892"/>
                <a:gd name="connsiteX63" fmla="*/ 135345 w 188679"/>
                <a:gd name="connsiteY63" fmla="*/ 21028 h 83892"/>
                <a:gd name="connsiteX64" fmla="*/ 135345 w 188679"/>
                <a:gd name="connsiteY64" fmla="*/ 17823 h 83892"/>
                <a:gd name="connsiteX65" fmla="*/ 134186 w 188679"/>
                <a:gd name="connsiteY65" fmla="*/ 16726 h 83892"/>
                <a:gd name="connsiteX66" fmla="*/ 117954 w 188679"/>
                <a:gd name="connsiteY66" fmla="*/ 16726 h 83892"/>
                <a:gd name="connsiteX67" fmla="*/ 116795 w 188679"/>
                <a:gd name="connsiteY67" fmla="*/ 17648 h 83892"/>
                <a:gd name="connsiteX68" fmla="*/ 114383 w 188679"/>
                <a:gd name="connsiteY68" fmla="*/ 30949 h 83892"/>
                <a:gd name="connsiteX69" fmla="*/ 103252 w 188679"/>
                <a:gd name="connsiteY69" fmla="*/ 30203 h 83892"/>
                <a:gd name="connsiteX70" fmla="*/ 102696 w 188679"/>
                <a:gd name="connsiteY70" fmla="*/ 30291 h 83892"/>
                <a:gd name="connsiteX71" fmla="*/ 94812 w 188679"/>
                <a:gd name="connsiteY71" fmla="*/ 33496 h 83892"/>
                <a:gd name="connsiteX72" fmla="*/ 85815 w 188679"/>
                <a:gd name="connsiteY72" fmla="*/ 33496 h 83892"/>
                <a:gd name="connsiteX73" fmla="*/ 77559 w 188679"/>
                <a:gd name="connsiteY73" fmla="*/ 21247 h 83892"/>
                <a:gd name="connsiteX74" fmla="*/ 72690 w 188679"/>
                <a:gd name="connsiteY74" fmla="*/ 834 h 83892"/>
                <a:gd name="connsiteX75" fmla="*/ 71577 w 188679"/>
                <a:gd name="connsiteY75" fmla="*/ 0 h 83892"/>
                <a:gd name="connsiteX76" fmla="*/ 13049 w 188679"/>
                <a:gd name="connsiteY76" fmla="*/ 0 h 83892"/>
                <a:gd name="connsiteX77" fmla="*/ 12538 w 188679"/>
                <a:gd name="connsiteY77" fmla="*/ 132 h 83892"/>
                <a:gd name="connsiteX78" fmla="*/ 2799 w 188679"/>
                <a:gd name="connsiteY78" fmla="*/ 4609 h 83892"/>
                <a:gd name="connsiteX79" fmla="*/ 666 w 188679"/>
                <a:gd name="connsiteY79" fmla="*/ 5619 h 83892"/>
                <a:gd name="connsiteX80" fmla="*/ 109 w 188679"/>
                <a:gd name="connsiteY80" fmla="*/ 7068 h 83892"/>
                <a:gd name="connsiteX81" fmla="*/ 1640 w 188679"/>
                <a:gd name="connsiteY81" fmla="*/ 7595 h 83892"/>
                <a:gd name="connsiteX82" fmla="*/ 3819 w 188679"/>
                <a:gd name="connsiteY82" fmla="*/ 6585 h 83892"/>
                <a:gd name="connsiteX83" fmla="*/ 13280 w 188679"/>
                <a:gd name="connsiteY83" fmla="*/ 2239 h 83892"/>
                <a:gd name="connsiteX84" fmla="*/ 70649 w 188679"/>
                <a:gd name="connsiteY84" fmla="*/ 2239 h 83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88679" h="83892">
                  <a:moveTo>
                    <a:pt x="70834" y="2107"/>
                  </a:moveTo>
                  <a:lnTo>
                    <a:pt x="75565" y="21818"/>
                  </a:lnTo>
                  <a:cubicBezTo>
                    <a:pt x="75565" y="21818"/>
                    <a:pt x="75658" y="22038"/>
                    <a:pt x="75704" y="22169"/>
                  </a:cubicBezTo>
                  <a:lnTo>
                    <a:pt x="84377" y="35076"/>
                  </a:lnTo>
                  <a:cubicBezTo>
                    <a:pt x="84609" y="35383"/>
                    <a:pt x="84980" y="35603"/>
                    <a:pt x="85351" y="35603"/>
                  </a:cubicBezTo>
                  <a:lnTo>
                    <a:pt x="95183" y="35603"/>
                  </a:lnTo>
                  <a:cubicBezTo>
                    <a:pt x="95183" y="35603"/>
                    <a:pt x="95507" y="35603"/>
                    <a:pt x="95646" y="35515"/>
                  </a:cubicBezTo>
                  <a:lnTo>
                    <a:pt x="103484" y="32310"/>
                  </a:lnTo>
                  <a:lnTo>
                    <a:pt x="115357" y="33101"/>
                  </a:lnTo>
                  <a:cubicBezTo>
                    <a:pt x="115913" y="33188"/>
                    <a:pt x="116470" y="32749"/>
                    <a:pt x="116562" y="32179"/>
                  </a:cubicBezTo>
                  <a:lnTo>
                    <a:pt x="119021" y="18833"/>
                  </a:lnTo>
                  <a:lnTo>
                    <a:pt x="133119" y="18833"/>
                  </a:lnTo>
                  <a:lnTo>
                    <a:pt x="133119" y="22126"/>
                  </a:lnTo>
                  <a:cubicBezTo>
                    <a:pt x="133119" y="22433"/>
                    <a:pt x="133258" y="22696"/>
                    <a:pt x="133490" y="22916"/>
                  </a:cubicBezTo>
                  <a:cubicBezTo>
                    <a:pt x="133722" y="23135"/>
                    <a:pt x="134047" y="23267"/>
                    <a:pt x="134371" y="23223"/>
                  </a:cubicBezTo>
                  <a:lnTo>
                    <a:pt x="152876" y="22213"/>
                  </a:lnTo>
                  <a:lnTo>
                    <a:pt x="152876" y="27920"/>
                  </a:lnTo>
                  <a:lnTo>
                    <a:pt x="151253" y="30993"/>
                  </a:lnTo>
                  <a:cubicBezTo>
                    <a:pt x="151253" y="30993"/>
                    <a:pt x="151114" y="31301"/>
                    <a:pt x="151114" y="31476"/>
                  </a:cubicBezTo>
                  <a:lnTo>
                    <a:pt x="151114" y="34505"/>
                  </a:lnTo>
                  <a:cubicBezTo>
                    <a:pt x="151114" y="34725"/>
                    <a:pt x="151206" y="34988"/>
                    <a:pt x="151345" y="35164"/>
                  </a:cubicBezTo>
                  <a:lnTo>
                    <a:pt x="154870" y="39554"/>
                  </a:lnTo>
                  <a:lnTo>
                    <a:pt x="154870" y="45305"/>
                  </a:lnTo>
                  <a:lnTo>
                    <a:pt x="151716" y="54743"/>
                  </a:lnTo>
                  <a:cubicBezTo>
                    <a:pt x="151624" y="55051"/>
                    <a:pt x="151670" y="55358"/>
                    <a:pt x="151809" y="55621"/>
                  </a:cubicBezTo>
                  <a:lnTo>
                    <a:pt x="160899" y="70196"/>
                  </a:lnTo>
                  <a:lnTo>
                    <a:pt x="160899" y="73708"/>
                  </a:lnTo>
                  <a:lnTo>
                    <a:pt x="158488" y="75288"/>
                  </a:lnTo>
                  <a:cubicBezTo>
                    <a:pt x="158117" y="75508"/>
                    <a:pt x="157931" y="75903"/>
                    <a:pt x="158024" y="76342"/>
                  </a:cubicBezTo>
                  <a:lnTo>
                    <a:pt x="158905" y="82927"/>
                  </a:lnTo>
                  <a:cubicBezTo>
                    <a:pt x="158951" y="83278"/>
                    <a:pt x="159183" y="83630"/>
                    <a:pt x="159554" y="83761"/>
                  </a:cubicBezTo>
                  <a:cubicBezTo>
                    <a:pt x="159740" y="83849"/>
                    <a:pt x="159879" y="83893"/>
                    <a:pt x="160064" y="83893"/>
                  </a:cubicBezTo>
                  <a:cubicBezTo>
                    <a:pt x="160250" y="83893"/>
                    <a:pt x="160482" y="83849"/>
                    <a:pt x="160621" y="83761"/>
                  </a:cubicBezTo>
                  <a:lnTo>
                    <a:pt x="166511" y="80600"/>
                  </a:lnTo>
                  <a:lnTo>
                    <a:pt x="187612" y="78801"/>
                  </a:lnTo>
                  <a:lnTo>
                    <a:pt x="187612" y="77615"/>
                  </a:lnTo>
                  <a:cubicBezTo>
                    <a:pt x="187612" y="77615"/>
                    <a:pt x="187705" y="77483"/>
                    <a:pt x="187705" y="77396"/>
                  </a:cubicBezTo>
                  <a:cubicBezTo>
                    <a:pt x="187705" y="77308"/>
                    <a:pt x="187705" y="77264"/>
                    <a:pt x="187705" y="77176"/>
                  </a:cubicBezTo>
                  <a:cubicBezTo>
                    <a:pt x="187705" y="77089"/>
                    <a:pt x="187845" y="77089"/>
                    <a:pt x="187845" y="77045"/>
                  </a:cubicBezTo>
                  <a:cubicBezTo>
                    <a:pt x="187937" y="76913"/>
                    <a:pt x="188030" y="76825"/>
                    <a:pt x="188169" y="76781"/>
                  </a:cubicBezTo>
                  <a:cubicBezTo>
                    <a:pt x="188308" y="76693"/>
                    <a:pt x="188401" y="76649"/>
                    <a:pt x="188540" y="76649"/>
                  </a:cubicBezTo>
                  <a:cubicBezTo>
                    <a:pt x="188586" y="76649"/>
                    <a:pt x="188633" y="76606"/>
                    <a:pt x="188679" y="76606"/>
                  </a:cubicBezTo>
                  <a:cubicBezTo>
                    <a:pt x="188679" y="76606"/>
                    <a:pt x="188679" y="76606"/>
                    <a:pt x="188633" y="76606"/>
                  </a:cubicBezTo>
                  <a:lnTo>
                    <a:pt x="166001" y="78537"/>
                  </a:lnTo>
                  <a:cubicBezTo>
                    <a:pt x="166001" y="78537"/>
                    <a:pt x="165676" y="78581"/>
                    <a:pt x="165537" y="78669"/>
                  </a:cubicBezTo>
                  <a:lnTo>
                    <a:pt x="160945" y="81127"/>
                  </a:lnTo>
                  <a:lnTo>
                    <a:pt x="160389" y="76825"/>
                  </a:lnTo>
                  <a:lnTo>
                    <a:pt x="162708" y="75288"/>
                  </a:lnTo>
                  <a:cubicBezTo>
                    <a:pt x="163033" y="75069"/>
                    <a:pt x="163218" y="74762"/>
                    <a:pt x="163218" y="74367"/>
                  </a:cubicBezTo>
                  <a:lnTo>
                    <a:pt x="163218" y="69977"/>
                  </a:lnTo>
                  <a:cubicBezTo>
                    <a:pt x="163218" y="69977"/>
                    <a:pt x="163172" y="69582"/>
                    <a:pt x="163033" y="69406"/>
                  </a:cubicBezTo>
                  <a:lnTo>
                    <a:pt x="154035" y="55007"/>
                  </a:lnTo>
                  <a:lnTo>
                    <a:pt x="157050" y="45876"/>
                  </a:lnTo>
                  <a:cubicBezTo>
                    <a:pt x="157050" y="45876"/>
                    <a:pt x="157096" y="45656"/>
                    <a:pt x="157096" y="45524"/>
                  </a:cubicBezTo>
                  <a:lnTo>
                    <a:pt x="157096" y="39203"/>
                  </a:lnTo>
                  <a:cubicBezTo>
                    <a:pt x="157096" y="38983"/>
                    <a:pt x="157004" y="38720"/>
                    <a:pt x="156864" y="38544"/>
                  </a:cubicBezTo>
                  <a:lnTo>
                    <a:pt x="153340" y="34154"/>
                  </a:lnTo>
                  <a:lnTo>
                    <a:pt x="153340" y="31784"/>
                  </a:lnTo>
                  <a:lnTo>
                    <a:pt x="154963" y="28711"/>
                  </a:lnTo>
                  <a:cubicBezTo>
                    <a:pt x="154963" y="28711"/>
                    <a:pt x="155102" y="28403"/>
                    <a:pt x="155102" y="28228"/>
                  </a:cubicBezTo>
                  <a:lnTo>
                    <a:pt x="155102" y="21116"/>
                  </a:lnTo>
                  <a:cubicBezTo>
                    <a:pt x="155102" y="20809"/>
                    <a:pt x="154963" y="20545"/>
                    <a:pt x="154731" y="20326"/>
                  </a:cubicBezTo>
                  <a:cubicBezTo>
                    <a:pt x="154499" y="20106"/>
                    <a:pt x="154221" y="20062"/>
                    <a:pt x="153850" y="20018"/>
                  </a:cubicBezTo>
                  <a:lnTo>
                    <a:pt x="135345" y="21028"/>
                  </a:lnTo>
                  <a:lnTo>
                    <a:pt x="135345" y="17823"/>
                  </a:lnTo>
                  <a:cubicBezTo>
                    <a:pt x="135345" y="17209"/>
                    <a:pt x="134835" y="16726"/>
                    <a:pt x="134186" y="16726"/>
                  </a:cubicBezTo>
                  <a:lnTo>
                    <a:pt x="117954" y="16726"/>
                  </a:lnTo>
                  <a:cubicBezTo>
                    <a:pt x="117397" y="16726"/>
                    <a:pt x="116887" y="17121"/>
                    <a:pt x="116795" y="17648"/>
                  </a:cubicBezTo>
                  <a:lnTo>
                    <a:pt x="114383" y="30949"/>
                  </a:lnTo>
                  <a:lnTo>
                    <a:pt x="103252" y="30203"/>
                  </a:lnTo>
                  <a:cubicBezTo>
                    <a:pt x="103252" y="30203"/>
                    <a:pt x="102881" y="30203"/>
                    <a:pt x="102696" y="30291"/>
                  </a:cubicBezTo>
                  <a:lnTo>
                    <a:pt x="94812" y="33496"/>
                  </a:lnTo>
                  <a:lnTo>
                    <a:pt x="85815" y="33496"/>
                  </a:lnTo>
                  <a:lnTo>
                    <a:pt x="77559" y="21247"/>
                  </a:lnTo>
                  <a:lnTo>
                    <a:pt x="72690" y="834"/>
                  </a:lnTo>
                  <a:cubicBezTo>
                    <a:pt x="72550" y="351"/>
                    <a:pt x="72087" y="0"/>
                    <a:pt x="71577" y="0"/>
                  </a:cubicBezTo>
                  <a:lnTo>
                    <a:pt x="13049" y="0"/>
                  </a:lnTo>
                  <a:cubicBezTo>
                    <a:pt x="13049" y="0"/>
                    <a:pt x="12678" y="0"/>
                    <a:pt x="12538" y="132"/>
                  </a:cubicBezTo>
                  <a:lnTo>
                    <a:pt x="2799" y="4609"/>
                  </a:lnTo>
                  <a:lnTo>
                    <a:pt x="666" y="5619"/>
                  </a:lnTo>
                  <a:cubicBezTo>
                    <a:pt x="109" y="5882"/>
                    <a:pt x="-169" y="6541"/>
                    <a:pt x="109" y="7068"/>
                  </a:cubicBezTo>
                  <a:cubicBezTo>
                    <a:pt x="387" y="7595"/>
                    <a:pt x="1083" y="7858"/>
                    <a:pt x="1640" y="7595"/>
                  </a:cubicBezTo>
                  <a:lnTo>
                    <a:pt x="3819" y="6585"/>
                  </a:lnTo>
                  <a:lnTo>
                    <a:pt x="13280" y="2239"/>
                  </a:lnTo>
                  <a:lnTo>
                    <a:pt x="70649" y="223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7" name="Freeform: Shape 2496">
              <a:extLst>
                <a:ext uri="{FF2B5EF4-FFF2-40B4-BE49-F238E27FC236}">
                  <a16:creationId xmlns:a16="http://schemas.microsoft.com/office/drawing/2014/main" id="{7832BA2F-4E12-7698-59B3-05EA43A1690D}"/>
                </a:ext>
              </a:extLst>
            </p:cNvPr>
            <p:cNvSpPr>
              <a:spLocks/>
            </p:cNvSpPr>
            <p:nvPr/>
          </p:nvSpPr>
          <p:spPr>
            <a:xfrm>
              <a:off x="6253470" y="4321480"/>
              <a:ext cx="553" cy="196"/>
            </a:xfrm>
            <a:custGeom>
              <a:avLst/>
              <a:gdLst>
                <a:gd name="connsiteX0" fmla="*/ 0 w 371"/>
                <a:gd name="connsiteY0" fmla="*/ 132 h 131"/>
                <a:gd name="connsiteX1" fmla="*/ 371 w 371"/>
                <a:gd name="connsiteY1" fmla="*/ 0 h 131"/>
                <a:gd name="connsiteX2" fmla="*/ 0 w 371"/>
                <a:gd name="connsiteY2" fmla="*/ 132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131">
                  <a:moveTo>
                    <a:pt x="0" y="132"/>
                  </a:moveTo>
                  <a:cubicBezTo>
                    <a:pt x="0" y="132"/>
                    <a:pt x="232" y="0"/>
                    <a:pt x="371" y="0"/>
                  </a:cubicBezTo>
                  <a:cubicBezTo>
                    <a:pt x="232" y="0"/>
                    <a:pt x="93" y="88"/>
                    <a:pt x="0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8" name="Freeform: Shape 2497">
              <a:extLst>
                <a:ext uri="{FF2B5EF4-FFF2-40B4-BE49-F238E27FC236}">
                  <a16:creationId xmlns:a16="http://schemas.microsoft.com/office/drawing/2014/main" id="{C81096CE-9F92-5E56-EA39-403B03B336E5}"/>
                </a:ext>
              </a:extLst>
            </p:cNvPr>
            <p:cNvSpPr>
              <a:spLocks/>
            </p:cNvSpPr>
            <p:nvPr/>
          </p:nvSpPr>
          <p:spPr>
            <a:xfrm>
              <a:off x="6252778" y="4322070"/>
              <a:ext cx="277" cy="590"/>
            </a:xfrm>
            <a:custGeom>
              <a:avLst/>
              <a:gdLst>
                <a:gd name="connsiteX0" fmla="*/ 0 w 185"/>
                <a:gd name="connsiteY0" fmla="*/ 176 h 395"/>
                <a:gd name="connsiteX1" fmla="*/ 0 w 185"/>
                <a:gd name="connsiteY1" fmla="*/ 395 h 395"/>
                <a:gd name="connsiteX2" fmla="*/ 185 w 185"/>
                <a:gd name="connsiteY2" fmla="*/ 0 h 395"/>
                <a:gd name="connsiteX3" fmla="*/ 46 w 185"/>
                <a:gd name="connsiteY3" fmla="*/ 132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" h="395">
                  <a:moveTo>
                    <a:pt x="0" y="176"/>
                  </a:moveTo>
                  <a:cubicBezTo>
                    <a:pt x="0" y="176"/>
                    <a:pt x="0" y="307"/>
                    <a:pt x="0" y="395"/>
                  </a:cubicBezTo>
                  <a:cubicBezTo>
                    <a:pt x="0" y="263"/>
                    <a:pt x="93" y="132"/>
                    <a:pt x="185" y="0"/>
                  </a:cubicBezTo>
                  <a:cubicBezTo>
                    <a:pt x="185" y="44"/>
                    <a:pt x="46" y="88"/>
                    <a:pt x="46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9" name="Freeform: Shape 2498">
              <a:extLst>
                <a:ext uri="{FF2B5EF4-FFF2-40B4-BE49-F238E27FC236}">
                  <a16:creationId xmlns:a16="http://schemas.microsoft.com/office/drawing/2014/main" id="{E2F91DE2-3FAD-6B72-8868-A4A2C73F8A98}"/>
                </a:ext>
              </a:extLst>
            </p:cNvPr>
            <p:cNvSpPr>
              <a:spLocks/>
            </p:cNvSpPr>
            <p:nvPr/>
          </p:nvSpPr>
          <p:spPr>
            <a:xfrm>
              <a:off x="6254924" y="4258509"/>
              <a:ext cx="158938" cy="129545"/>
            </a:xfrm>
            <a:custGeom>
              <a:avLst/>
              <a:gdLst>
                <a:gd name="connsiteX0" fmla="*/ 788 w 106482"/>
                <a:gd name="connsiteY0" fmla="*/ 43198 h 86790"/>
                <a:gd name="connsiteX1" fmla="*/ 788 w 106482"/>
                <a:gd name="connsiteY1" fmla="*/ 44866 h 86790"/>
                <a:gd name="connsiteX2" fmla="*/ 4359 w 106482"/>
                <a:gd name="connsiteY2" fmla="*/ 46358 h 86790"/>
                <a:gd name="connsiteX3" fmla="*/ 3107 w 106482"/>
                <a:gd name="connsiteY3" fmla="*/ 47676 h 86790"/>
                <a:gd name="connsiteX4" fmla="*/ 2829 w 106482"/>
                <a:gd name="connsiteY4" fmla="*/ 48422 h 86790"/>
                <a:gd name="connsiteX5" fmla="*/ 2829 w 106482"/>
                <a:gd name="connsiteY5" fmla="*/ 51978 h 86790"/>
                <a:gd name="connsiteX6" fmla="*/ 3293 w 106482"/>
                <a:gd name="connsiteY6" fmla="*/ 52856 h 86790"/>
                <a:gd name="connsiteX7" fmla="*/ 4359 w 106482"/>
                <a:gd name="connsiteY7" fmla="*/ 52987 h 86790"/>
                <a:gd name="connsiteX8" fmla="*/ 18783 w 106482"/>
                <a:gd name="connsiteY8" fmla="*/ 48290 h 86790"/>
                <a:gd name="connsiteX9" fmla="*/ 18783 w 106482"/>
                <a:gd name="connsiteY9" fmla="*/ 54436 h 86790"/>
                <a:gd name="connsiteX10" fmla="*/ 19710 w 106482"/>
                <a:gd name="connsiteY10" fmla="*/ 55490 h 86790"/>
                <a:gd name="connsiteX11" fmla="*/ 28568 w 106482"/>
                <a:gd name="connsiteY11" fmla="*/ 57333 h 86790"/>
                <a:gd name="connsiteX12" fmla="*/ 30052 w 106482"/>
                <a:gd name="connsiteY12" fmla="*/ 59221 h 86790"/>
                <a:gd name="connsiteX13" fmla="*/ 30980 w 106482"/>
                <a:gd name="connsiteY13" fmla="*/ 59660 h 86790"/>
                <a:gd name="connsiteX14" fmla="*/ 44893 w 106482"/>
                <a:gd name="connsiteY14" fmla="*/ 59660 h 86790"/>
                <a:gd name="connsiteX15" fmla="*/ 46006 w 106482"/>
                <a:gd name="connsiteY15" fmla="*/ 58914 h 86790"/>
                <a:gd name="connsiteX16" fmla="*/ 47629 w 106482"/>
                <a:gd name="connsiteY16" fmla="*/ 54305 h 86790"/>
                <a:gd name="connsiteX17" fmla="*/ 49253 w 106482"/>
                <a:gd name="connsiteY17" fmla="*/ 53251 h 86790"/>
                <a:gd name="connsiteX18" fmla="*/ 49253 w 106482"/>
                <a:gd name="connsiteY18" fmla="*/ 56104 h 86790"/>
                <a:gd name="connsiteX19" fmla="*/ 49809 w 106482"/>
                <a:gd name="connsiteY19" fmla="*/ 57026 h 86790"/>
                <a:gd name="connsiteX20" fmla="*/ 53612 w 106482"/>
                <a:gd name="connsiteY20" fmla="*/ 59177 h 86790"/>
                <a:gd name="connsiteX21" fmla="*/ 53612 w 106482"/>
                <a:gd name="connsiteY21" fmla="*/ 63480 h 86790"/>
                <a:gd name="connsiteX22" fmla="*/ 54772 w 106482"/>
                <a:gd name="connsiteY22" fmla="*/ 64577 h 86790"/>
                <a:gd name="connsiteX23" fmla="*/ 58992 w 106482"/>
                <a:gd name="connsiteY23" fmla="*/ 64577 h 86790"/>
                <a:gd name="connsiteX24" fmla="*/ 62702 w 106482"/>
                <a:gd name="connsiteY24" fmla="*/ 67606 h 86790"/>
                <a:gd name="connsiteX25" fmla="*/ 63444 w 106482"/>
                <a:gd name="connsiteY25" fmla="*/ 67870 h 86790"/>
                <a:gd name="connsiteX26" fmla="*/ 67293 w 106482"/>
                <a:gd name="connsiteY26" fmla="*/ 67870 h 86790"/>
                <a:gd name="connsiteX27" fmla="*/ 69334 w 106482"/>
                <a:gd name="connsiteY27" fmla="*/ 72655 h 86790"/>
                <a:gd name="connsiteX28" fmla="*/ 70401 w 106482"/>
                <a:gd name="connsiteY28" fmla="*/ 73357 h 86790"/>
                <a:gd name="connsiteX29" fmla="*/ 75780 w 106482"/>
                <a:gd name="connsiteY29" fmla="*/ 73357 h 86790"/>
                <a:gd name="connsiteX30" fmla="*/ 83293 w 106482"/>
                <a:gd name="connsiteY30" fmla="*/ 86220 h 86790"/>
                <a:gd name="connsiteX31" fmla="*/ 84314 w 106482"/>
                <a:gd name="connsiteY31" fmla="*/ 86791 h 86790"/>
                <a:gd name="connsiteX32" fmla="*/ 89833 w 106482"/>
                <a:gd name="connsiteY32" fmla="*/ 86791 h 86790"/>
                <a:gd name="connsiteX33" fmla="*/ 90992 w 106482"/>
                <a:gd name="connsiteY33" fmla="*/ 85781 h 86790"/>
                <a:gd name="connsiteX34" fmla="*/ 93033 w 106482"/>
                <a:gd name="connsiteY34" fmla="*/ 62997 h 86790"/>
                <a:gd name="connsiteX35" fmla="*/ 92755 w 106482"/>
                <a:gd name="connsiteY35" fmla="*/ 62163 h 86790"/>
                <a:gd name="connsiteX36" fmla="*/ 91920 w 106482"/>
                <a:gd name="connsiteY36" fmla="*/ 61767 h 86790"/>
                <a:gd name="connsiteX37" fmla="*/ 86401 w 106482"/>
                <a:gd name="connsiteY37" fmla="*/ 61504 h 86790"/>
                <a:gd name="connsiteX38" fmla="*/ 85195 w 106482"/>
                <a:gd name="connsiteY38" fmla="*/ 62382 h 86790"/>
                <a:gd name="connsiteX39" fmla="*/ 84546 w 106482"/>
                <a:gd name="connsiteY39" fmla="*/ 65192 h 86790"/>
                <a:gd name="connsiteX40" fmla="*/ 81160 w 106482"/>
                <a:gd name="connsiteY40" fmla="*/ 64621 h 86790"/>
                <a:gd name="connsiteX41" fmla="*/ 75641 w 106482"/>
                <a:gd name="connsiteY41" fmla="*/ 57817 h 86790"/>
                <a:gd name="connsiteX42" fmla="*/ 75085 w 106482"/>
                <a:gd name="connsiteY42" fmla="*/ 57421 h 86790"/>
                <a:gd name="connsiteX43" fmla="*/ 71467 w 106482"/>
                <a:gd name="connsiteY43" fmla="*/ 56280 h 86790"/>
                <a:gd name="connsiteX44" fmla="*/ 70679 w 106482"/>
                <a:gd name="connsiteY44" fmla="*/ 43373 h 86790"/>
                <a:gd name="connsiteX45" fmla="*/ 73091 w 106482"/>
                <a:gd name="connsiteY45" fmla="*/ 39817 h 86790"/>
                <a:gd name="connsiteX46" fmla="*/ 73276 w 106482"/>
                <a:gd name="connsiteY46" fmla="*/ 39291 h 86790"/>
                <a:gd name="connsiteX47" fmla="*/ 73833 w 106482"/>
                <a:gd name="connsiteY47" fmla="*/ 29413 h 86790"/>
                <a:gd name="connsiteX48" fmla="*/ 75688 w 106482"/>
                <a:gd name="connsiteY48" fmla="*/ 26647 h 86790"/>
                <a:gd name="connsiteX49" fmla="*/ 75641 w 106482"/>
                <a:gd name="connsiteY49" fmla="*/ 25374 h 86790"/>
                <a:gd name="connsiteX50" fmla="*/ 71514 w 106482"/>
                <a:gd name="connsiteY50" fmla="*/ 20238 h 86790"/>
                <a:gd name="connsiteX51" fmla="*/ 69519 w 106482"/>
                <a:gd name="connsiteY51" fmla="*/ 17736 h 86790"/>
                <a:gd name="connsiteX52" fmla="*/ 77311 w 106482"/>
                <a:gd name="connsiteY52" fmla="*/ 9746 h 86790"/>
                <a:gd name="connsiteX53" fmla="*/ 77635 w 106482"/>
                <a:gd name="connsiteY53" fmla="*/ 9000 h 86790"/>
                <a:gd name="connsiteX54" fmla="*/ 77635 w 106482"/>
                <a:gd name="connsiteY54" fmla="*/ 6892 h 86790"/>
                <a:gd name="connsiteX55" fmla="*/ 79166 w 106482"/>
                <a:gd name="connsiteY55" fmla="*/ 6629 h 86790"/>
                <a:gd name="connsiteX56" fmla="*/ 103978 w 106482"/>
                <a:gd name="connsiteY56" fmla="*/ 2458 h 86790"/>
                <a:gd name="connsiteX57" fmla="*/ 105972 w 106482"/>
                <a:gd name="connsiteY57" fmla="*/ 2107 h 86790"/>
                <a:gd name="connsiteX58" fmla="*/ 106482 w 106482"/>
                <a:gd name="connsiteY58" fmla="*/ 1800 h 86790"/>
                <a:gd name="connsiteX59" fmla="*/ 105230 w 106482"/>
                <a:gd name="connsiteY59" fmla="*/ 0 h 86790"/>
                <a:gd name="connsiteX60" fmla="*/ 104117 w 106482"/>
                <a:gd name="connsiteY60" fmla="*/ 176 h 86790"/>
                <a:gd name="connsiteX61" fmla="*/ 76337 w 106482"/>
                <a:gd name="connsiteY61" fmla="*/ 4873 h 86790"/>
                <a:gd name="connsiteX62" fmla="*/ 75363 w 106482"/>
                <a:gd name="connsiteY62" fmla="*/ 5971 h 86790"/>
                <a:gd name="connsiteX63" fmla="*/ 75363 w 106482"/>
                <a:gd name="connsiteY63" fmla="*/ 8561 h 86790"/>
                <a:gd name="connsiteX64" fmla="*/ 69102 w 106482"/>
                <a:gd name="connsiteY64" fmla="*/ 14970 h 86790"/>
                <a:gd name="connsiteX65" fmla="*/ 67201 w 106482"/>
                <a:gd name="connsiteY65" fmla="*/ 16902 h 86790"/>
                <a:gd name="connsiteX66" fmla="*/ 67108 w 106482"/>
                <a:gd name="connsiteY66" fmla="*/ 18307 h 86790"/>
                <a:gd name="connsiteX67" fmla="*/ 73322 w 106482"/>
                <a:gd name="connsiteY67" fmla="*/ 26033 h 86790"/>
                <a:gd name="connsiteX68" fmla="*/ 71745 w 106482"/>
                <a:gd name="connsiteY68" fmla="*/ 28403 h 86790"/>
                <a:gd name="connsiteX69" fmla="*/ 71560 w 106482"/>
                <a:gd name="connsiteY69" fmla="*/ 28930 h 86790"/>
                <a:gd name="connsiteX70" fmla="*/ 71004 w 106482"/>
                <a:gd name="connsiteY70" fmla="*/ 38808 h 86790"/>
                <a:gd name="connsiteX71" fmla="*/ 68545 w 106482"/>
                <a:gd name="connsiteY71" fmla="*/ 42408 h 86790"/>
                <a:gd name="connsiteX72" fmla="*/ 68360 w 106482"/>
                <a:gd name="connsiteY72" fmla="*/ 43066 h 86790"/>
                <a:gd name="connsiteX73" fmla="*/ 69241 w 106482"/>
                <a:gd name="connsiteY73" fmla="*/ 57070 h 86790"/>
                <a:gd name="connsiteX74" fmla="*/ 70030 w 106482"/>
                <a:gd name="connsiteY74" fmla="*/ 58036 h 86790"/>
                <a:gd name="connsiteX75" fmla="*/ 74064 w 106482"/>
                <a:gd name="connsiteY75" fmla="*/ 59309 h 86790"/>
                <a:gd name="connsiteX76" fmla="*/ 79630 w 106482"/>
                <a:gd name="connsiteY76" fmla="*/ 66157 h 86790"/>
                <a:gd name="connsiteX77" fmla="*/ 80372 w 106482"/>
                <a:gd name="connsiteY77" fmla="*/ 66553 h 86790"/>
                <a:gd name="connsiteX78" fmla="*/ 85288 w 106482"/>
                <a:gd name="connsiteY78" fmla="*/ 67387 h 86790"/>
                <a:gd name="connsiteX79" fmla="*/ 86633 w 106482"/>
                <a:gd name="connsiteY79" fmla="*/ 66553 h 86790"/>
                <a:gd name="connsiteX80" fmla="*/ 87282 w 106482"/>
                <a:gd name="connsiteY80" fmla="*/ 63611 h 86790"/>
                <a:gd name="connsiteX81" fmla="*/ 90621 w 106482"/>
                <a:gd name="connsiteY81" fmla="*/ 63787 h 86790"/>
                <a:gd name="connsiteX82" fmla="*/ 88766 w 106482"/>
                <a:gd name="connsiteY82" fmla="*/ 84420 h 86790"/>
                <a:gd name="connsiteX83" fmla="*/ 85009 w 106482"/>
                <a:gd name="connsiteY83" fmla="*/ 84420 h 86790"/>
                <a:gd name="connsiteX84" fmla="*/ 77496 w 106482"/>
                <a:gd name="connsiteY84" fmla="*/ 71557 h 86790"/>
                <a:gd name="connsiteX85" fmla="*/ 76476 w 106482"/>
                <a:gd name="connsiteY85" fmla="*/ 70987 h 86790"/>
                <a:gd name="connsiteX86" fmla="*/ 71189 w 106482"/>
                <a:gd name="connsiteY86" fmla="*/ 70987 h 86790"/>
                <a:gd name="connsiteX87" fmla="*/ 69148 w 106482"/>
                <a:gd name="connsiteY87" fmla="*/ 66201 h 86790"/>
                <a:gd name="connsiteX88" fmla="*/ 68082 w 106482"/>
                <a:gd name="connsiteY88" fmla="*/ 65499 h 86790"/>
                <a:gd name="connsiteX89" fmla="*/ 63861 w 106482"/>
                <a:gd name="connsiteY89" fmla="*/ 65499 h 86790"/>
                <a:gd name="connsiteX90" fmla="*/ 60151 w 106482"/>
                <a:gd name="connsiteY90" fmla="*/ 62470 h 86790"/>
                <a:gd name="connsiteX91" fmla="*/ 59409 w 106482"/>
                <a:gd name="connsiteY91" fmla="*/ 62207 h 86790"/>
                <a:gd name="connsiteX92" fmla="*/ 55931 w 106482"/>
                <a:gd name="connsiteY92" fmla="*/ 62207 h 86790"/>
                <a:gd name="connsiteX93" fmla="*/ 55931 w 106482"/>
                <a:gd name="connsiteY93" fmla="*/ 58343 h 86790"/>
                <a:gd name="connsiteX94" fmla="*/ 55374 w 106482"/>
                <a:gd name="connsiteY94" fmla="*/ 57421 h 86790"/>
                <a:gd name="connsiteX95" fmla="*/ 51571 w 106482"/>
                <a:gd name="connsiteY95" fmla="*/ 55270 h 86790"/>
                <a:gd name="connsiteX96" fmla="*/ 51571 w 106482"/>
                <a:gd name="connsiteY96" fmla="*/ 50968 h 86790"/>
                <a:gd name="connsiteX97" fmla="*/ 50969 w 106482"/>
                <a:gd name="connsiteY97" fmla="*/ 50002 h 86790"/>
                <a:gd name="connsiteX98" fmla="*/ 49763 w 106482"/>
                <a:gd name="connsiteY98" fmla="*/ 50090 h 86790"/>
                <a:gd name="connsiteX99" fmla="*/ 46006 w 106482"/>
                <a:gd name="connsiteY99" fmla="*/ 52549 h 86790"/>
                <a:gd name="connsiteX100" fmla="*/ 45589 w 106482"/>
                <a:gd name="connsiteY100" fmla="*/ 53119 h 86790"/>
                <a:gd name="connsiteX101" fmla="*/ 44105 w 106482"/>
                <a:gd name="connsiteY101" fmla="*/ 57290 h 86790"/>
                <a:gd name="connsiteX102" fmla="*/ 31629 w 106482"/>
                <a:gd name="connsiteY102" fmla="*/ 57290 h 86790"/>
                <a:gd name="connsiteX103" fmla="*/ 30238 w 106482"/>
                <a:gd name="connsiteY103" fmla="*/ 55534 h 86790"/>
                <a:gd name="connsiteX104" fmla="*/ 29542 w 106482"/>
                <a:gd name="connsiteY104" fmla="*/ 55138 h 86790"/>
                <a:gd name="connsiteX105" fmla="*/ 21194 w 106482"/>
                <a:gd name="connsiteY105" fmla="*/ 53427 h 86790"/>
                <a:gd name="connsiteX106" fmla="*/ 21194 w 106482"/>
                <a:gd name="connsiteY106" fmla="*/ 46622 h 86790"/>
                <a:gd name="connsiteX107" fmla="*/ 20731 w 106482"/>
                <a:gd name="connsiteY107" fmla="*/ 45744 h 86790"/>
                <a:gd name="connsiteX108" fmla="*/ 19664 w 106482"/>
                <a:gd name="connsiteY108" fmla="*/ 45612 h 86790"/>
                <a:gd name="connsiteX109" fmla="*/ 5241 w 106482"/>
                <a:gd name="connsiteY109" fmla="*/ 50310 h 86790"/>
                <a:gd name="connsiteX110" fmla="*/ 5241 w 106482"/>
                <a:gd name="connsiteY110" fmla="*/ 48685 h 86790"/>
                <a:gd name="connsiteX111" fmla="*/ 7281 w 106482"/>
                <a:gd name="connsiteY111" fmla="*/ 46534 h 86790"/>
                <a:gd name="connsiteX112" fmla="*/ 7560 w 106482"/>
                <a:gd name="connsiteY112" fmla="*/ 45568 h 86790"/>
                <a:gd name="connsiteX113" fmla="*/ 6910 w 106482"/>
                <a:gd name="connsiteY113" fmla="*/ 44778 h 86790"/>
                <a:gd name="connsiteX114" fmla="*/ 232 w 106482"/>
                <a:gd name="connsiteY114" fmla="*/ 42056 h 86790"/>
                <a:gd name="connsiteX115" fmla="*/ 0 w 106482"/>
                <a:gd name="connsiteY115" fmla="*/ 42056 h 86790"/>
                <a:gd name="connsiteX116" fmla="*/ 928 w 106482"/>
                <a:gd name="connsiteY116" fmla="*/ 43066 h 86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06482" h="86790">
                  <a:moveTo>
                    <a:pt x="788" y="43198"/>
                  </a:moveTo>
                  <a:lnTo>
                    <a:pt x="788" y="44866"/>
                  </a:lnTo>
                  <a:lnTo>
                    <a:pt x="4359" y="46358"/>
                  </a:lnTo>
                  <a:lnTo>
                    <a:pt x="3107" y="47676"/>
                  </a:lnTo>
                  <a:cubicBezTo>
                    <a:pt x="3107" y="47676"/>
                    <a:pt x="2829" y="48115"/>
                    <a:pt x="2829" y="48422"/>
                  </a:cubicBezTo>
                  <a:lnTo>
                    <a:pt x="2829" y="51978"/>
                  </a:lnTo>
                  <a:cubicBezTo>
                    <a:pt x="2829" y="52329"/>
                    <a:pt x="3014" y="52680"/>
                    <a:pt x="3293" y="52856"/>
                  </a:cubicBezTo>
                  <a:cubicBezTo>
                    <a:pt x="3617" y="53075"/>
                    <a:pt x="3988" y="53119"/>
                    <a:pt x="4359" y="52987"/>
                  </a:cubicBezTo>
                  <a:lnTo>
                    <a:pt x="18783" y="48290"/>
                  </a:lnTo>
                  <a:lnTo>
                    <a:pt x="18783" y="54436"/>
                  </a:lnTo>
                  <a:cubicBezTo>
                    <a:pt x="18783" y="54963"/>
                    <a:pt x="19154" y="55402"/>
                    <a:pt x="19710" y="55490"/>
                  </a:cubicBezTo>
                  <a:lnTo>
                    <a:pt x="28568" y="57333"/>
                  </a:lnTo>
                  <a:lnTo>
                    <a:pt x="30052" y="59221"/>
                  </a:lnTo>
                  <a:cubicBezTo>
                    <a:pt x="30284" y="59485"/>
                    <a:pt x="30609" y="59660"/>
                    <a:pt x="30980" y="59660"/>
                  </a:cubicBezTo>
                  <a:lnTo>
                    <a:pt x="44893" y="59660"/>
                  </a:lnTo>
                  <a:cubicBezTo>
                    <a:pt x="45403" y="59660"/>
                    <a:pt x="45821" y="59353"/>
                    <a:pt x="46006" y="58914"/>
                  </a:cubicBezTo>
                  <a:lnTo>
                    <a:pt x="47629" y="54305"/>
                  </a:lnTo>
                  <a:lnTo>
                    <a:pt x="49253" y="53251"/>
                  </a:lnTo>
                  <a:lnTo>
                    <a:pt x="49253" y="56104"/>
                  </a:lnTo>
                  <a:cubicBezTo>
                    <a:pt x="49253" y="56500"/>
                    <a:pt x="49484" y="56851"/>
                    <a:pt x="49809" y="57026"/>
                  </a:cubicBezTo>
                  <a:lnTo>
                    <a:pt x="53612" y="59177"/>
                  </a:lnTo>
                  <a:lnTo>
                    <a:pt x="53612" y="63480"/>
                  </a:lnTo>
                  <a:cubicBezTo>
                    <a:pt x="53612" y="64094"/>
                    <a:pt x="54122" y="64577"/>
                    <a:pt x="54772" y="64577"/>
                  </a:cubicBezTo>
                  <a:lnTo>
                    <a:pt x="58992" y="64577"/>
                  </a:lnTo>
                  <a:lnTo>
                    <a:pt x="62702" y="67606"/>
                  </a:lnTo>
                  <a:cubicBezTo>
                    <a:pt x="62702" y="67606"/>
                    <a:pt x="63166" y="67870"/>
                    <a:pt x="63444" y="67870"/>
                  </a:cubicBezTo>
                  <a:lnTo>
                    <a:pt x="67293" y="67870"/>
                  </a:lnTo>
                  <a:lnTo>
                    <a:pt x="69334" y="72655"/>
                  </a:lnTo>
                  <a:cubicBezTo>
                    <a:pt x="69519" y="73050"/>
                    <a:pt x="69937" y="73357"/>
                    <a:pt x="70401" y="73357"/>
                  </a:cubicBezTo>
                  <a:lnTo>
                    <a:pt x="75780" y="73357"/>
                  </a:lnTo>
                  <a:lnTo>
                    <a:pt x="83293" y="86220"/>
                  </a:lnTo>
                  <a:cubicBezTo>
                    <a:pt x="83479" y="86571"/>
                    <a:pt x="83896" y="86791"/>
                    <a:pt x="84314" y="86791"/>
                  </a:cubicBezTo>
                  <a:lnTo>
                    <a:pt x="89833" y="86791"/>
                  </a:lnTo>
                  <a:cubicBezTo>
                    <a:pt x="90436" y="86791"/>
                    <a:pt x="90946" y="86352"/>
                    <a:pt x="90992" y="85781"/>
                  </a:cubicBezTo>
                  <a:lnTo>
                    <a:pt x="93033" y="62997"/>
                  </a:lnTo>
                  <a:cubicBezTo>
                    <a:pt x="93033" y="62689"/>
                    <a:pt x="92940" y="62426"/>
                    <a:pt x="92755" y="62163"/>
                  </a:cubicBezTo>
                  <a:cubicBezTo>
                    <a:pt x="92569" y="61943"/>
                    <a:pt x="92244" y="61811"/>
                    <a:pt x="91920" y="61767"/>
                  </a:cubicBezTo>
                  <a:lnTo>
                    <a:pt x="86401" y="61504"/>
                  </a:lnTo>
                  <a:cubicBezTo>
                    <a:pt x="85844" y="61504"/>
                    <a:pt x="85334" y="61855"/>
                    <a:pt x="85195" y="62382"/>
                  </a:cubicBezTo>
                  <a:lnTo>
                    <a:pt x="84546" y="65192"/>
                  </a:lnTo>
                  <a:lnTo>
                    <a:pt x="81160" y="64621"/>
                  </a:lnTo>
                  <a:lnTo>
                    <a:pt x="75641" y="57817"/>
                  </a:lnTo>
                  <a:cubicBezTo>
                    <a:pt x="75641" y="57817"/>
                    <a:pt x="75317" y="57509"/>
                    <a:pt x="75085" y="57421"/>
                  </a:cubicBezTo>
                  <a:lnTo>
                    <a:pt x="71467" y="56280"/>
                  </a:lnTo>
                  <a:lnTo>
                    <a:pt x="70679" y="43373"/>
                  </a:lnTo>
                  <a:lnTo>
                    <a:pt x="73091" y="39817"/>
                  </a:lnTo>
                  <a:cubicBezTo>
                    <a:pt x="73091" y="39817"/>
                    <a:pt x="73276" y="39466"/>
                    <a:pt x="73276" y="39291"/>
                  </a:cubicBezTo>
                  <a:lnTo>
                    <a:pt x="73833" y="29413"/>
                  </a:lnTo>
                  <a:lnTo>
                    <a:pt x="75688" y="26647"/>
                  </a:lnTo>
                  <a:cubicBezTo>
                    <a:pt x="75966" y="26252"/>
                    <a:pt x="75920" y="25770"/>
                    <a:pt x="75641" y="25374"/>
                  </a:cubicBezTo>
                  <a:lnTo>
                    <a:pt x="71514" y="20238"/>
                  </a:lnTo>
                  <a:lnTo>
                    <a:pt x="69519" y="17736"/>
                  </a:lnTo>
                  <a:lnTo>
                    <a:pt x="77311" y="9746"/>
                  </a:lnTo>
                  <a:cubicBezTo>
                    <a:pt x="77311" y="9746"/>
                    <a:pt x="77635" y="9263"/>
                    <a:pt x="77635" y="9000"/>
                  </a:cubicBezTo>
                  <a:lnTo>
                    <a:pt x="77635" y="6892"/>
                  </a:lnTo>
                  <a:lnTo>
                    <a:pt x="79166" y="6629"/>
                  </a:lnTo>
                  <a:lnTo>
                    <a:pt x="103978" y="2458"/>
                  </a:lnTo>
                  <a:lnTo>
                    <a:pt x="105972" y="2107"/>
                  </a:lnTo>
                  <a:cubicBezTo>
                    <a:pt x="105972" y="2107"/>
                    <a:pt x="106297" y="1932"/>
                    <a:pt x="106482" y="1800"/>
                  </a:cubicBezTo>
                  <a:cubicBezTo>
                    <a:pt x="106065" y="1229"/>
                    <a:pt x="105647" y="615"/>
                    <a:pt x="105230" y="0"/>
                  </a:cubicBezTo>
                  <a:lnTo>
                    <a:pt x="104117" y="176"/>
                  </a:lnTo>
                  <a:lnTo>
                    <a:pt x="76337" y="4873"/>
                  </a:lnTo>
                  <a:cubicBezTo>
                    <a:pt x="75780" y="4961"/>
                    <a:pt x="75363" y="5400"/>
                    <a:pt x="75363" y="5971"/>
                  </a:cubicBezTo>
                  <a:lnTo>
                    <a:pt x="75363" y="8561"/>
                  </a:lnTo>
                  <a:lnTo>
                    <a:pt x="69102" y="14970"/>
                  </a:lnTo>
                  <a:lnTo>
                    <a:pt x="67201" y="16902"/>
                  </a:lnTo>
                  <a:cubicBezTo>
                    <a:pt x="66830" y="17297"/>
                    <a:pt x="66783" y="17867"/>
                    <a:pt x="67108" y="18307"/>
                  </a:cubicBezTo>
                  <a:lnTo>
                    <a:pt x="73322" y="26033"/>
                  </a:lnTo>
                  <a:lnTo>
                    <a:pt x="71745" y="28403"/>
                  </a:lnTo>
                  <a:cubicBezTo>
                    <a:pt x="71745" y="28403"/>
                    <a:pt x="71560" y="28755"/>
                    <a:pt x="71560" y="28930"/>
                  </a:cubicBezTo>
                  <a:lnTo>
                    <a:pt x="71004" y="38808"/>
                  </a:lnTo>
                  <a:lnTo>
                    <a:pt x="68545" y="42408"/>
                  </a:lnTo>
                  <a:cubicBezTo>
                    <a:pt x="68545" y="42408"/>
                    <a:pt x="68360" y="42847"/>
                    <a:pt x="68360" y="43066"/>
                  </a:cubicBezTo>
                  <a:lnTo>
                    <a:pt x="69241" y="57070"/>
                  </a:lnTo>
                  <a:cubicBezTo>
                    <a:pt x="69241" y="57509"/>
                    <a:pt x="69566" y="57904"/>
                    <a:pt x="70030" y="58036"/>
                  </a:cubicBezTo>
                  <a:lnTo>
                    <a:pt x="74064" y="59309"/>
                  </a:lnTo>
                  <a:lnTo>
                    <a:pt x="79630" y="66157"/>
                  </a:lnTo>
                  <a:cubicBezTo>
                    <a:pt x="79630" y="66157"/>
                    <a:pt x="80047" y="66509"/>
                    <a:pt x="80372" y="66553"/>
                  </a:cubicBezTo>
                  <a:lnTo>
                    <a:pt x="85288" y="67387"/>
                  </a:lnTo>
                  <a:cubicBezTo>
                    <a:pt x="85891" y="67518"/>
                    <a:pt x="86493" y="67123"/>
                    <a:pt x="86633" y="66553"/>
                  </a:cubicBezTo>
                  <a:lnTo>
                    <a:pt x="87282" y="63611"/>
                  </a:lnTo>
                  <a:lnTo>
                    <a:pt x="90621" y="63787"/>
                  </a:lnTo>
                  <a:lnTo>
                    <a:pt x="88766" y="84420"/>
                  </a:lnTo>
                  <a:lnTo>
                    <a:pt x="85009" y="84420"/>
                  </a:lnTo>
                  <a:lnTo>
                    <a:pt x="77496" y="71557"/>
                  </a:lnTo>
                  <a:cubicBezTo>
                    <a:pt x="77311" y="71206"/>
                    <a:pt x="76893" y="70987"/>
                    <a:pt x="76476" y="70987"/>
                  </a:cubicBezTo>
                  <a:lnTo>
                    <a:pt x="71189" y="70987"/>
                  </a:lnTo>
                  <a:lnTo>
                    <a:pt x="69148" y="66201"/>
                  </a:lnTo>
                  <a:cubicBezTo>
                    <a:pt x="68963" y="65806"/>
                    <a:pt x="68545" y="65499"/>
                    <a:pt x="68082" y="65499"/>
                  </a:cubicBezTo>
                  <a:lnTo>
                    <a:pt x="63861" y="65499"/>
                  </a:lnTo>
                  <a:lnTo>
                    <a:pt x="60151" y="62470"/>
                  </a:lnTo>
                  <a:cubicBezTo>
                    <a:pt x="60151" y="62470"/>
                    <a:pt x="59688" y="62207"/>
                    <a:pt x="59409" y="62207"/>
                  </a:cubicBezTo>
                  <a:lnTo>
                    <a:pt x="55931" y="62207"/>
                  </a:lnTo>
                  <a:lnTo>
                    <a:pt x="55931" y="58343"/>
                  </a:lnTo>
                  <a:cubicBezTo>
                    <a:pt x="55931" y="57948"/>
                    <a:pt x="55699" y="57597"/>
                    <a:pt x="55374" y="57421"/>
                  </a:cubicBezTo>
                  <a:lnTo>
                    <a:pt x="51571" y="55270"/>
                  </a:lnTo>
                  <a:lnTo>
                    <a:pt x="51571" y="50968"/>
                  </a:lnTo>
                  <a:cubicBezTo>
                    <a:pt x="51571" y="50573"/>
                    <a:pt x="51340" y="50178"/>
                    <a:pt x="50969" y="50002"/>
                  </a:cubicBezTo>
                  <a:cubicBezTo>
                    <a:pt x="50597" y="49827"/>
                    <a:pt x="50134" y="49827"/>
                    <a:pt x="49763" y="50090"/>
                  </a:cubicBezTo>
                  <a:lnTo>
                    <a:pt x="46006" y="52549"/>
                  </a:lnTo>
                  <a:cubicBezTo>
                    <a:pt x="46006" y="52549"/>
                    <a:pt x="45635" y="52900"/>
                    <a:pt x="45589" y="53119"/>
                  </a:cubicBezTo>
                  <a:lnTo>
                    <a:pt x="44105" y="57290"/>
                  </a:lnTo>
                  <a:lnTo>
                    <a:pt x="31629" y="57290"/>
                  </a:lnTo>
                  <a:lnTo>
                    <a:pt x="30238" y="55534"/>
                  </a:lnTo>
                  <a:cubicBezTo>
                    <a:pt x="30238" y="55534"/>
                    <a:pt x="29821" y="55182"/>
                    <a:pt x="29542" y="55138"/>
                  </a:cubicBezTo>
                  <a:lnTo>
                    <a:pt x="21194" y="53427"/>
                  </a:lnTo>
                  <a:lnTo>
                    <a:pt x="21194" y="46622"/>
                  </a:lnTo>
                  <a:cubicBezTo>
                    <a:pt x="21194" y="46271"/>
                    <a:pt x="21009" y="45920"/>
                    <a:pt x="20731" y="45744"/>
                  </a:cubicBezTo>
                  <a:cubicBezTo>
                    <a:pt x="20406" y="45525"/>
                    <a:pt x="20035" y="45481"/>
                    <a:pt x="19664" y="45612"/>
                  </a:cubicBezTo>
                  <a:lnTo>
                    <a:pt x="5241" y="50310"/>
                  </a:lnTo>
                  <a:lnTo>
                    <a:pt x="5241" y="48685"/>
                  </a:lnTo>
                  <a:lnTo>
                    <a:pt x="7281" y="46534"/>
                  </a:lnTo>
                  <a:cubicBezTo>
                    <a:pt x="7513" y="46271"/>
                    <a:pt x="7652" y="45920"/>
                    <a:pt x="7560" y="45568"/>
                  </a:cubicBezTo>
                  <a:cubicBezTo>
                    <a:pt x="7467" y="45217"/>
                    <a:pt x="7235" y="44954"/>
                    <a:pt x="6910" y="44778"/>
                  </a:cubicBezTo>
                  <a:lnTo>
                    <a:pt x="232" y="42056"/>
                  </a:lnTo>
                  <a:cubicBezTo>
                    <a:pt x="232" y="42056"/>
                    <a:pt x="93" y="42056"/>
                    <a:pt x="0" y="42056"/>
                  </a:cubicBezTo>
                  <a:cubicBezTo>
                    <a:pt x="510" y="42144"/>
                    <a:pt x="928" y="42539"/>
                    <a:pt x="928" y="4306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0" name="Freeform: Shape 2499">
              <a:extLst>
                <a:ext uri="{FF2B5EF4-FFF2-40B4-BE49-F238E27FC236}">
                  <a16:creationId xmlns:a16="http://schemas.microsoft.com/office/drawing/2014/main" id="{2D992303-ACC4-D2AF-0080-4C5989FF1D62}"/>
                </a:ext>
              </a:extLst>
            </p:cNvPr>
            <p:cNvSpPr>
              <a:spLocks/>
            </p:cNvSpPr>
            <p:nvPr/>
          </p:nvSpPr>
          <p:spPr>
            <a:xfrm>
              <a:off x="6203629" y="4321283"/>
              <a:ext cx="52455" cy="155690"/>
            </a:xfrm>
            <a:custGeom>
              <a:avLst/>
              <a:gdLst>
                <a:gd name="connsiteX0" fmla="*/ 2412 w 35143"/>
                <a:gd name="connsiteY0" fmla="*/ 83279 h 104306"/>
                <a:gd name="connsiteX1" fmla="*/ 2412 w 35143"/>
                <a:gd name="connsiteY1" fmla="*/ 34330 h 104306"/>
                <a:gd name="connsiteX2" fmla="*/ 33995 w 35143"/>
                <a:gd name="connsiteY2" fmla="*/ 34330 h 104306"/>
                <a:gd name="connsiteX3" fmla="*/ 34876 w 35143"/>
                <a:gd name="connsiteY3" fmla="*/ 33935 h 104306"/>
                <a:gd name="connsiteX4" fmla="*/ 35108 w 35143"/>
                <a:gd name="connsiteY4" fmla="*/ 33013 h 104306"/>
                <a:gd name="connsiteX5" fmla="*/ 33995 w 35143"/>
                <a:gd name="connsiteY5" fmla="*/ 27481 h 104306"/>
                <a:gd name="connsiteX6" fmla="*/ 35108 w 35143"/>
                <a:gd name="connsiteY6" fmla="*/ 22213 h 104306"/>
                <a:gd name="connsiteX7" fmla="*/ 35108 w 35143"/>
                <a:gd name="connsiteY7" fmla="*/ 21775 h 104306"/>
                <a:gd name="connsiteX8" fmla="*/ 32882 w 35143"/>
                <a:gd name="connsiteY8" fmla="*/ 12248 h 104306"/>
                <a:gd name="connsiteX9" fmla="*/ 35015 w 35143"/>
                <a:gd name="connsiteY9" fmla="*/ 7902 h 104306"/>
                <a:gd name="connsiteX10" fmla="*/ 35108 w 35143"/>
                <a:gd name="connsiteY10" fmla="*/ 7419 h 104306"/>
                <a:gd name="connsiteX11" fmla="*/ 35108 w 35143"/>
                <a:gd name="connsiteY11" fmla="*/ 1098 h 104306"/>
                <a:gd name="connsiteX12" fmla="*/ 34180 w 35143"/>
                <a:gd name="connsiteY12" fmla="*/ 88 h 104306"/>
                <a:gd name="connsiteX13" fmla="*/ 33948 w 35143"/>
                <a:gd name="connsiteY13" fmla="*/ 0 h 104306"/>
                <a:gd name="connsiteX14" fmla="*/ 33902 w 35143"/>
                <a:gd name="connsiteY14" fmla="*/ 0 h 104306"/>
                <a:gd name="connsiteX15" fmla="*/ 33763 w 35143"/>
                <a:gd name="connsiteY15" fmla="*/ 44 h 104306"/>
                <a:gd name="connsiteX16" fmla="*/ 33392 w 35143"/>
                <a:gd name="connsiteY16" fmla="*/ 176 h 104306"/>
                <a:gd name="connsiteX17" fmla="*/ 33067 w 35143"/>
                <a:gd name="connsiteY17" fmla="*/ 439 h 104306"/>
                <a:gd name="connsiteX18" fmla="*/ 32882 w 35143"/>
                <a:gd name="connsiteY18" fmla="*/ 834 h 104306"/>
                <a:gd name="connsiteX19" fmla="*/ 32789 w 35143"/>
                <a:gd name="connsiteY19" fmla="*/ 1054 h 104306"/>
                <a:gd name="connsiteX20" fmla="*/ 32789 w 35143"/>
                <a:gd name="connsiteY20" fmla="*/ 7112 h 104306"/>
                <a:gd name="connsiteX21" fmla="*/ 30563 w 35143"/>
                <a:gd name="connsiteY21" fmla="*/ 11546 h 104306"/>
                <a:gd name="connsiteX22" fmla="*/ 30470 w 35143"/>
                <a:gd name="connsiteY22" fmla="*/ 12248 h 104306"/>
                <a:gd name="connsiteX23" fmla="*/ 32742 w 35143"/>
                <a:gd name="connsiteY23" fmla="*/ 21906 h 104306"/>
                <a:gd name="connsiteX24" fmla="*/ 31629 w 35143"/>
                <a:gd name="connsiteY24" fmla="*/ 27174 h 104306"/>
                <a:gd name="connsiteX25" fmla="*/ 31629 w 35143"/>
                <a:gd name="connsiteY25" fmla="*/ 27613 h 104306"/>
                <a:gd name="connsiteX26" fmla="*/ 32511 w 35143"/>
                <a:gd name="connsiteY26" fmla="*/ 32091 h 104306"/>
                <a:gd name="connsiteX27" fmla="*/ 1159 w 35143"/>
                <a:gd name="connsiteY27" fmla="*/ 32091 h 104306"/>
                <a:gd name="connsiteX28" fmla="*/ 0 w 35143"/>
                <a:gd name="connsiteY28" fmla="*/ 33188 h 104306"/>
                <a:gd name="connsiteX29" fmla="*/ 0 w 35143"/>
                <a:gd name="connsiteY29" fmla="*/ 83674 h 104306"/>
                <a:gd name="connsiteX30" fmla="*/ 325 w 35143"/>
                <a:gd name="connsiteY30" fmla="*/ 84464 h 104306"/>
                <a:gd name="connsiteX31" fmla="*/ 21287 w 35143"/>
                <a:gd name="connsiteY31" fmla="*/ 104307 h 104306"/>
                <a:gd name="connsiteX32" fmla="*/ 23467 w 35143"/>
                <a:gd name="connsiteY32" fmla="*/ 103999 h 104306"/>
                <a:gd name="connsiteX33" fmla="*/ 24070 w 35143"/>
                <a:gd name="connsiteY33" fmla="*/ 103868 h 104306"/>
                <a:gd name="connsiteX34" fmla="*/ 2272 w 35143"/>
                <a:gd name="connsiteY34" fmla="*/ 83235 h 104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5143" h="104306">
                  <a:moveTo>
                    <a:pt x="2412" y="83279"/>
                  </a:moveTo>
                  <a:lnTo>
                    <a:pt x="2412" y="34330"/>
                  </a:lnTo>
                  <a:lnTo>
                    <a:pt x="33995" y="34330"/>
                  </a:lnTo>
                  <a:cubicBezTo>
                    <a:pt x="34319" y="34330"/>
                    <a:pt x="34690" y="34198"/>
                    <a:pt x="34876" y="33935"/>
                  </a:cubicBezTo>
                  <a:cubicBezTo>
                    <a:pt x="35108" y="33671"/>
                    <a:pt x="35200" y="33364"/>
                    <a:pt x="35108" y="33013"/>
                  </a:cubicBezTo>
                  <a:lnTo>
                    <a:pt x="33995" y="27481"/>
                  </a:lnTo>
                  <a:lnTo>
                    <a:pt x="35108" y="22213"/>
                  </a:lnTo>
                  <a:cubicBezTo>
                    <a:pt x="35108" y="22213"/>
                    <a:pt x="35108" y="21906"/>
                    <a:pt x="35108" y="21775"/>
                  </a:cubicBezTo>
                  <a:lnTo>
                    <a:pt x="32882" y="12248"/>
                  </a:lnTo>
                  <a:lnTo>
                    <a:pt x="35015" y="7902"/>
                  </a:lnTo>
                  <a:cubicBezTo>
                    <a:pt x="35015" y="7902"/>
                    <a:pt x="35108" y="7595"/>
                    <a:pt x="35108" y="7419"/>
                  </a:cubicBezTo>
                  <a:lnTo>
                    <a:pt x="35108" y="1098"/>
                  </a:lnTo>
                  <a:cubicBezTo>
                    <a:pt x="35108" y="571"/>
                    <a:pt x="34690" y="176"/>
                    <a:pt x="34180" y="88"/>
                  </a:cubicBezTo>
                  <a:cubicBezTo>
                    <a:pt x="34087" y="88"/>
                    <a:pt x="34041" y="0"/>
                    <a:pt x="33948" y="0"/>
                  </a:cubicBezTo>
                  <a:cubicBezTo>
                    <a:pt x="33948" y="0"/>
                    <a:pt x="33948" y="0"/>
                    <a:pt x="33902" y="0"/>
                  </a:cubicBezTo>
                  <a:cubicBezTo>
                    <a:pt x="33856" y="0"/>
                    <a:pt x="33809" y="44"/>
                    <a:pt x="33763" y="44"/>
                  </a:cubicBezTo>
                  <a:cubicBezTo>
                    <a:pt x="33624" y="44"/>
                    <a:pt x="33485" y="132"/>
                    <a:pt x="33392" y="176"/>
                  </a:cubicBezTo>
                  <a:cubicBezTo>
                    <a:pt x="33253" y="263"/>
                    <a:pt x="33160" y="351"/>
                    <a:pt x="33067" y="439"/>
                  </a:cubicBezTo>
                  <a:cubicBezTo>
                    <a:pt x="32974" y="571"/>
                    <a:pt x="32928" y="659"/>
                    <a:pt x="32882" y="834"/>
                  </a:cubicBezTo>
                  <a:cubicBezTo>
                    <a:pt x="32882" y="922"/>
                    <a:pt x="32789" y="966"/>
                    <a:pt x="32789" y="1054"/>
                  </a:cubicBezTo>
                  <a:lnTo>
                    <a:pt x="32789" y="7112"/>
                  </a:lnTo>
                  <a:lnTo>
                    <a:pt x="30563" y="11546"/>
                  </a:lnTo>
                  <a:cubicBezTo>
                    <a:pt x="30563" y="11546"/>
                    <a:pt x="30423" y="12029"/>
                    <a:pt x="30470" y="12248"/>
                  </a:cubicBezTo>
                  <a:lnTo>
                    <a:pt x="32742" y="21906"/>
                  </a:lnTo>
                  <a:lnTo>
                    <a:pt x="31629" y="27174"/>
                  </a:lnTo>
                  <a:cubicBezTo>
                    <a:pt x="31629" y="27174"/>
                    <a:pt x="31629" y="27438"/>
                    <a:pt x="31629" y="27613"/>
                  </a:cubicBezTo>
                  <a:lnTo>
                    <a:pt x="32511" y="32091"/>
                  </a:lnTo>
                  <a:lnTo>
                    <a:pt x="1159" y="32091"/>
                  </a:lnTo>
                  <a:cubicBezTo>
                    <a:pt x="510" y="32091"/>
                    <a:pt x="0" y="32574"/>
                    <a:pt x="0" y="33188"/>
                  </a:cubicBezTo>
                  <a:lnTo>
                    <a:pt x="0" y="83674"/>
                  </a:lnTo>
                  <a:cubicBezTo>
                    <a:pt x="0" y="83981"/>
                    <a:pt x="139" y="84244"/>
                    <a:pt x="325" y="84464"/>
                  </a:cubicBezTo>
                  <a:lnTo>
                    <a:pt x="21287" y="104307"/>
                  </a:lnTo>
                  <a:lnTo>
                    <a:pt x="23467" y="103999"/>
                  </a:lnTo>
                  <a:lnTo>
                    <a:pt x="24070" y="103868"/>
                  </a:lnTo>
                  <a:lnTo>
                    <a:pt x="2272" y="8323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1" name="Freeform: Shape 2500">
              <a:extLst>
                <a:ext uri="{FF2B5EF4-FFF2-40B4-BE49-F238E27FC236}">
                  <a16:creationId xmlns:a16="http://schemas.microsoft.com/office/drawing/2014/main" id="{BEB153FA-52E7-51A8-5E2B-88D19ECBC414}"/>
                </a:ext>
              </a:extLst>
            </p:cNvPr>
            <p:cNvSpPr>
              <a:spLocks/>
            </p:cNvSpPr>
            <p:nvPr/>
          </p:nvSpPr>
          <p:spPr>
            <a:xfrm>
              <a:off x="5958663" y="4459860"/>
              <a:ext cx="280891" cy="28581"/>
            </a:xfrm>
            <a:custGeom>
              <a:avLst/>
              <a:gdLst>
                <a:gd name="connsiteX0" fmla="*/ 10376 w 188185"/>
                <a:gd name="connsiteY0" fmla="*/ 4881 h 19148"/>
                <a:gd name="connsiteX1" fmla="*/ 15941 w 188185"/>
                <a:gd name="connsiteY1" fmla="*/ 6988 h 19148"/>
                <a:gd name="connsiteX2" fmla="*/ 17193 w 188185"/>
                <a:gd name="connsiteY2" fmla="*/ 6725 h 19148"/>
                <a:gd name="connsiteX3" fmla="*/ 21738 w 188185"/>
                <a:gd name="connsiteY3" fmla="*/ 2159 h 19148"/>
                <a:gd name="connsiteX4" fmla="*/ 29483 w 188185"/>
                <a:gd name="connsiteY4" fmla="*/ 2642 h 19148"/>
                <a:gd name="connsiteX5" fmla="*/ 37321 w 188185"/>
                <a:gd name="connsiteY5" fmla="*/ 9227 h 19148"/>
                <a:gd name="connsiteX6" fmla="*/ 38109 w 188185"/>
                <a:gd name="connsiteY6" fmla="*/ 9491 h 19148"/>
                <a:gd name="connsiteX7" fmla="*/ 108881 w 188185"/>
                <a:gd name="connsiteY7" fmla="*/ 8964 h 19148"/>
                <a:gd name="connsiteX8" fmla="*/ 114910 w 188185"/>
                <a:gd name="connsiteY8" fmla="*/ 15198 h 19148"/>
                <a:gd name="connsiteX9" fmla="*/ 115791 w 188185"/>
                <a:gd name="connsiteY9" fmla="*/ 15549 h 19148"/>
                <a:gd name="connsiteX10" fmla="*/ 138377 w 188185"/>
                <a:gd name="connsiteY10" fmla="*/ 15285 h 19148"/>
                <a:gd name="connsiteX11" fmla="*/ 145936 w 188185"/>
                <a:gd name="connsiteY11" fmla="*/ 19017 h 19148"/>
                <a:gd name="connsiteX12" fmla="*/ 146493 w 188185"/>
                <a:gd name="connsiteY12" fmla="*/ 19149 h 19148"/>
                <a:gd name="connsiteX13" fmla="*/ 146678 w 188185"/>
                <a:gd name="connsiteY13" fmla="*/ 19149 h 19148"/>
                <a:gd name="connsiteX14" fmla="*/ 188139 w 188185"/>
                <a:gd name="connsiteY14" fmla="*/ 13398 h 19148"/>
                <a:gd name="connsiteX15" fmla="*/ 188186 w 188185"/>
                <a:gd name="connsiteY15" fmla="*/ 13398 h 19148"/>
                <a:gd name="connsiteX16" fmla="*/ 186841 w 188185"/>
                <a:gd name="connsiteY16" fmla="*/ 12608 h 19148"/>
                <a:gd name="connsiteX17" fmla="*/ 187676 w 188185"/>
                <a:gd name="connsiteY17" fmla="*/ 11291 h 19148"/>
                <a:gd name="connsiteX18" fmla="*/ 187676 w 188185"/>
                <a:gd name="connsiteY18" fmla="*/ 11291 h 19148"/>
                <a:gd name="connsiteX19" fmla="*/ 185496 w 188185"/>
                <a:gd name="connsiteY19" fmla="*/ 11598 h 19148"/>
                <a:gd name="connsiteX20" fmla="*/ 146678 w 188185"/>
                <a:gd name="connsiteY20" fmla="*/ 16998 h 19148"/>
                <a:gd name="connsiteX21" fmla="*/ 139165 w 188185"/>
                <a:gd name="connsiteY21" fmla="*/ 13310 h 19148"/>
                <a:gd name="connsiteX22" fmla="*/ 138608 w 188185"/>
                <a:gd name="connsiteY22" fmla="*/ 13178 h 19148"/>
                <a:gd name="connsiteX23" fmla="*/ 116208 w 188185"/>
                <a:gd name="connsiteY23" fmla="*/ 13442 h 19148"/>
                <a:gd name="connsiteX24" fmla="*/ 110179 w 188185"/>
                <a:gd name="connsiteY24" fmla="*/ 7208 h 19148"/>
                <a:gd name="connsiteX25" fmla="*/ 109298 w 188185"/>
                <a:gd name="connsiteY25" fmla="*/ 6857 h 19148"/>
                <a:gd name="connsiteX26" fmla="*/ 38434 w 188185"/>
                <a:gd name="connsiteY26" fmla="*/ 7384 h 19148"/>
                <a:gd name="connsiteX27" fmla="*/ 30642 w 188185"/>
                <a:gd name="connsiteY27" fmla="*/ 799 h 19148"/>
                <a:gd name="connsiteX28" fmla="*/ 29947 w 188185"/>
                <a:gd name="connsiteY28" fmla="*/ 535 h 19148"/>
                <a:gd name="connsiteX29" fmla="*/ 21274 w 188185"/>
                <a:gd name="connsiteY29" fmla="*/ 8 h 19148"/>
                <a:gd name="connsiteX30" fmla="*/ 20346 w 188185"/>
                <a:gd name="connsiteY30" fmla="*/ 359 h 19148"/>
                <a:gd name="connsiteX31" fmla="*/ 15941 w 188185"/>
                <a:gd name="connsiteY31" fmla="*/ 4749 h 19148"/>
                <a:gd name="connsiteX32" fmla="*/ 10886 w 188185"/>
                <a:gd name="connsiteY32" fmla="*/ 2818 h 19148"/>
                <a:gd name="connsiteX33" fmla="*/ 10376 w 188185"/>
                <a:gd name="connsiteY33" fmla="*/ 2730 h 19148"/>
                <a:gd name="connsiteX34" fmla="*/ 5738 w 188185"/>
                <a:gd name="connsiteY34" fmla="*/ 2994 h 19148"/>
                <a:gd name="connsiteX35" fmla="*/ 5181 w 188185"/>
                <a:gd name="connsiteY35" fmla="*/ 3169 h 19148"/>
                <a:gd name="connsiteX36" fmla="*/ 3141 w 188185"/>
                <a:gd name="connsiteY36" fmla="*/ 4398 h 19148"/>
                <a:gd name="connsiteX37" fmla="*/ 544 w 188185"/>
                <a:gd name="connsiteY37" fmla="*/ 5935 h 19148"/>
                <a:gd name="connsiteX38" fmla="*/ 172 w 188185"/>
                <a:gd name="connsiteY38" fmla="*/ 7427 h 19148"/>
                <a:gd name="connsiteX39" fmla="*/ 1749 w 188185"/>
                <a:gd name="connsiteY39" fmla="*/ 7778 h 19148"/>
                <a:gd name="connsiteX40" fmla="*/ 2816 w 188185"/>
                <a:gd name="connsiteY40" fmla="*/ 7120 h 19148"/>
                <a:gd name="connsiteX41" fmla="*/ 6109 w 188185"/>
                <a:gd name="connsiteY41" fmla="*/ 5145 h 19148"/>
                <a:gd name="connsiteX42" fmla="*/ 10190 w 188185"/>
                <a:gd name="connsiteY42" fmla="*/ 4925 h 19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88185" h="19148">
                  <a:moveTo>
                    <a:pt x="10376" y="4881"/>
                  </a:moveTo>
                  <a:lnTo>
                    <a:pt x="15941" y="6988"/>
                  </a:lnTo>
                  <a:cubicBezTo>
                    <a:pt x="16405" y="7164"/>
                    <a:pt x="16915" y="7032"/>
                    <a:pt x="17193" y="6725"/>
                  </a:cubicBezTo>
                  <a:lnTo>
                    <a:pt x="21738" y="2159"/>
                  </a:lnTo>
                  <a:lnTo>
                    <a:pt x="29483" y="2642"/>
                  </a:lnTo>
                  <a:lnTo>
                    <a:pt x="37321" y="9227"/>
                  </a:lnTo>
                  <a:cubicBezTo>
                    <a:pt x="37321" y="9227"/>
                    <a:pt x="37784" y="9491"/>
                    <a:pt x="38109" y="9491"/>
                  </a:cubicBezTo>
                  <a:lnTo>
                    <a:pt x="108881" y="8964"/>
                  </a:lnTo>
                  <a:lnTo>
                    <a:pt x="114910" y="15198"/>
                  </a:lnTo>
                  <a:cubicBezTo>
                    <a:pt x="115142" y="15417"/>
                    <a:pt x="115513" y="15593"/>
                    <a:pt x="115791" y="15549"/>
                  </a:cubicBezTo>
                  <a:lnTo>
                    <a:pt x="138377" y="15285"/>
                  </a:lnTo>
                  <a:lnTo>
                    <a:pt x="145936" y="19017"/>
                  </a:lnTo>
                  <a:cubicBezTo>
                    <a:pt x="145936" y="19017"/>
                    <a:pt x="146307" y="19149"/>
                    <a:pt x="146493" y="19149"/>
                  </a:cubicBezTo>
                  <a:cubicBezTo>
                    <a:pt x="146539" y="19149"/>
                    <a:pt x="146586" y="19149"/>
                    <a:pt x="146678" y="19149"/>
                  </a:cubicBezTo>
                  <a:lnTo>
                    <a:pt x="188139" y="13398"/>
                  </a:lnTo>
                  <a:cubicBezTo>
                    <a:pt x="188139" y="13398"/>
                    <a:pt x="188139" y="13398"/>
                    <a:pt x="188186" y="13398"/>
                  </a:cubicBezTo>
                  <a:cubicBezTo>
                    <a:pt x="187583" y="13486"/>
                    <a:pt x="186980" y="13178"/>
                    <a:pt x="186841" y="12608"/>
                  </a:cubicBezTo>
                  <a:cubicBezTo>
                    <a:pt x="186702" y="12037"/>
                    <a:pt x="187073" y="11422"/>
                    <a:pt x="187676" y="11291"/>
                  </a:cubicBezTo>
                  <a:lnTo>
                    <a:pt x="187676" y="11291"/>
                  </a:lnTo>
                  <a:cubicBezTo>
                    <a:pt x="187676" y="11291"/>
                    <a:pt x="185496" y="11598"/>
                    <a:pt x="185496" y="11598"/>
                  </a:cubicBezTo>
                  <a:lnTo>
                    <a:pt x="146678" y="16998"/>
                  </a:lnTo>
                  <a:lnTo>
                    <a:pt x="139165" y="13310"/>
                  </a:lnTo>
                  <a:cubicBezTo>
                    <a:pt x="139165" y="13310"/>
                    <a:pt x="138794" y="13178"/>
                    <a:pt x="138608" y="13178"/>
                  </a:cubicBezTo>
                  <a:lnTo>
                    <a:pt x="116208" y="13442"/>
                  </a:lnTo>
                  <a:lnTo>
                    <a:pt x="110179" y="7208"/>
                  </a:lnTo>
                  <a:cubicBezTo>
                    <a:pt x="109947" y="6988"/>
                    <a:pt x="109669" y="6901"/>
                    <a:pt x="109298" y="6857"/>
                  </a:cubicBezTo>
                  <a:lnTo>
                    <a:pt x="38434" y="7384"/>
                  </a:lnTo>
                  <a:lnTo>
                    <a:pt x="30642" y="799"/>
                  </a:lnTo>
                  <a:cubicBezTo>
                    <a:pt x="30642" y="799"/>
                    <a:pt x="30225" y="535"/>
                    <a:pt x="29947" y="535"/>
                  </a:cubicBezTo>
                  <a:lnTo>
                    <a:pt x="21274" y="8"/>
                  </a:lnTo>
                  <a:cubicBezTo>
                    <a:pt x="20949" y="-36"/>
                    <a:pt x="20579" y="96"/>
                    <a:pt x="20346" y="359"/>
                  </a:cubicBezTo>
                  <a:lnTo>
                    <a:pt x="15941" y="4749"/>
                  </a:lnTo>
                  <a:lnTo>
                    <a:pt x="10886" y="2818"/>
                  </a:lnTo>
                  <a:cubicBezTo>
                    <a:pt x="10886" y="2818"/>
                    <a:pt x="10561" y="2686"/>
                    <a:pt x="10376" y="2730"/>
                  </a:cubicBezTo>
                  <a:lnTo>
                    <a:pt x="5738" y="2994"/>
                  </a:lnTo>
                  <a:cubicBezTo>
                    <a:pt x="5738" y="2994"/>
                    <a:pt x="5367" y="3037"/>
                    <a:pt x="5181" y="3169"/>
                  </a:cubicBezTo>
                  <a:lnTo>
                    <a:pt x="3141" y="4398"/>
                  </a:lnTo>
                  <a:lnTo>
                    <a:pt x="544" y="5935"/>
                  </a:lnTo>
                  <a:cubicBezTo>
                    <a:pt x="-13" y="6242"/>
                    <a:pt x="-152" y="6944"/>
                    <a:pt x="172" y="7427"/>
                  </a:cubicBezTo>
                  <a:cubicBezTo>
                    <a:pt x="497" y="7954"/>
                    <a:pt x="1239" y="8086"/>
                    <a:pt x="1749" y="7778"/>
                  </a:cubicBezTo>
                  <a:lnTo>
                    <a:pt x="2816" y="7120"/>
                  </a:lnTo>
                  <a:lnTo>
                    <a:pt x="6109" y="5145"/>
                  </a:lnTo>
                  <a:lnTo>
                    <a:pt x="10190" y="492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2" name="Freeform: Shape 2501">
              <a:extLst>
                <a:ext uri="{FF2B5EF4-FFF2-40B4-BE49-F238E27FC236}">
                  <a16:creationId xmlns:a16="http://schemas.microsoft.com/office/drawing/2014/main" id="{82198655-7D42-7BE2-49B2-0C752B2435D8}"/>
                </a:ext>
              </a:extLst>
            </p:cNvPr>
            <p:cNvSpPr>
              <a:spLocks/>
            </p:cNvSpPr>
            <p:nvPr/>
          </p:nvSpPr>
          <p:spPr>
            <a:xfrm>
              <a:off x="6281921" y="4483593"/>
              <a:ext cx="161776" cy="193106"/>
            </a:xfrm>
            <a:custGeom>
              <a:avLst/>
              <a:gdLst>
                <a:gd name="connsiteX0" fmla="*/ 96326 w 108383"/>
                <a:gd name="connsiteY0" fmla="*/ 73752 h 129373"/>
                <a:gd name="connsiteX1" fmla="*/ 95537 w 108383"/>
                <a:gd name="connsiteY1" fmla="*/ 73445 h 129373"/>
                <a:gd name="connsiteX2" fmla="*/ 95444 w 108383"/>
                <a:gd name="connsiteY2" fmla="*/ 71908 h 129373"/>
                <a:gd name="connsiteX3" fmla="*/ 95630 w 108383"/>
                <a:gd name="connsiteY3" fmla="*/ 71689 h 129373"/>
                <a:gd name="connsiteX4" fmla="*/ 93311 w 108383"/>
                <a:gd name="connsiteY4" fmla="*/ 69625 h 129373"/>
                <a:gd name="connsiteX5" fmla="*/ 92523 w 108383"/>
                <a:gd name="connsiteY5" fmla="*/ 69318 h 129373"/>
                <a:gd name="connsiteX6" fmla="*/ 78517 w 108383"/>
                <a:gd name="connsiteY6" fmla="*/ 69318 h 129373"/>
                <a:gd name="connsiteX7" fmla="*/ 72024 w 108383"/>
                <a:gd name="connsiteY7" fmla="*/ 67167 h 129373"/>
                <a:gd name="connsiteX8" fmla="*/ 71421 w 108383"/>
                <a:gd name="connsiteY8" fmla="*/ 67167 h 129373"/>
                <a:gd name="connsiteX9" fmla="*/ 64465 w 108383"/>
                <a:gd name="connsiteY9" fmla="*/ 66333 h 129373"/>
                <a:gd name="connsiteX10" fmla="*/ 61496 w 108383"/>
                <a:gd name="connsiteY10" fmla="*/ 62031 h 129373"/>
                <a:gd name="connsiteX11" fmla="*/ 60430 w 108383"/>
                <a:gd name="connsiteY11" fmla="*/ 61109 h 129373"/>
                <a:gd name="connsiteX12" fmla="*/ 42111 w 108383"/>
                <a:gd name="connsiteY12" fmla="*/ 51231 h 129373"/>
                <a:gd name="connsiteX13" fmla="*/ 42111 w 108383"/>
                <a:gd name="connsiteY13" fmla="*/ 40783 h 129373"/>
                <a:gd name="connsiteX14" fmla="*/ 40951 w 108383"/>
                <a:gd name="connsiteY14" fmla="*/ 39686 h 129373"/>
                <a:gd name="connsiteX15" fmla="*/ 34226 w 108383"/>
                <a:gd name="connsiteY15" fmla="*/ 39686 h 129373"/>
                <a:gd name="connsiteX16" fmla="*/ 32464 w 108383"/>
                <a:gd name="connsiteY16" fmla="*/ 34944 h 129373"/>
                <a:gd name="connsiteX17" fmla="*/ 32047 w 108383"/>
                <a:gd name="connsiteY17" fmla="*/ 34418 h 129373"/>
                <a:gd name="connsiteX18" fmla="*/ 28847 w 108383"/>
                <a:gd name="connsiteY18" fmla="*/ 32223 h 129373"/>
                <a:gd name="connsiteX19" fmla="*/ 28151 w 108383"/>
                <a:gd name="connsiteY19" fmla="*/ 32003 h 129373"/>
                <a:gd name="connsiteX20" fmla="*/ 27687 w 108383"/>
                <a:gd name="connsiteY20" fmla="*/ 32003 h 129373"/>
                <a:gd name="connsiteX21" fmla="*/ 15907 w 108383"/>
                <a:gd name="connsiteY21" fmla="*/ 23794 h 129373"/>
                <a:gd name="connsiteX22" fmla="*/ 14470 w 108383"/>
                <a:gd name="connsiteY22" fmla="*/ 18306 h 129373"/>
                <a:gd name="connsiteX23" fmla="*/ 14238 w 108383"/>
                <a:gd name="connsiteY23" fmla="*/ 17911 h 129373"/>
                <a:gd name="connsiteX24" fmla="*/ 2319 w 108383"/>
                <a:gd name="connsiteY24" fmla="*/ 3687 h 129373"/>
                <a:gd name="connsiteX25" fmla="*/ 2319 w 108383"/>
                <a:gd name="connsiteY25" fmla="*/ 132 h 129373"/>
                <a:gd name="connsiteX26" fmla="*/ 1113 w 108383"/>
                <a:gd name="connsiteY26" fmla="*/ 0 h 129373"/>
                <a:gd name="connsiteX27" fmla="*/ 1113 w 108383"/>
                <a:gd name="connsiteY27" fmla="*/ 0 h 129373"/>
                <a:gd name="connsiteX28" fmla="*/ 789 w 108383"/>
                <a:gd name="connsiteY28" fmla="*/ 0 h 129373"/>
                <a:gd name="connsiteX29" fmla="*/ 0 w 108383"/>
                <a:gd name="connsiteY29" fmla="*/ 44 h 129373"/>
                <a:gd name="connsiteX30" fmla="*/ 0 w 108383"/>
                <a:gd name="connsiteY30" fmla="*/ 4039 h 129373"/>
                <a:gd name="connsiteX31" fmla="*/ 232 w 108383"/>
                <a:gd name="connsiteY31" fmla="*/ 4741 h 129373"/>
                <a:gd name="connsiteX32" fmla="*/ 12244 w 108383"/>
                <a:gd name="connsiteY32" fmla="*/ 19096 h 129373"/>
                <a:gd name="connsiteX33" fmla="*/ 13635 w 108383"/>
                <a:gd name="connsiteY33" fmla="*/ 24408 h 129373"/>
                <a:gd name="connsiteX34" fmla="*/ 27641 w 108383"/>
                <a:gd name="connsiteY34" fmla="*/ 34242 h 129373"/>
                <a:gd name="connsiteX35" fmla="*/ 27734 w 108383"/>
                <a:gd name="connsiteY35" fmla="*/ 34242 h 129373"/>
                <a:gd name="connsiteX36" fmla="*/ 30331 w 108383"/>
                <a:gd name="connsiteY36" fmla="*/ 36042 h 129373"/>
                <a:gd name="connsiteX37" fmla="*/ 32232 w 108383"/>
                <a:gd name="connsiteY37" fmla="*/ 41222 h 129373"/>
                <a:gd name="connsiteX38" fmla="*/ 33345 w 108383"/>
                <a:gd name="connsiteY38" fmla="*/ 41968 h 129373"/>
                <a:gd name="connsiteX39" fmla="*/ 39745 w 108383"/>
                <a:gd name="connsiteY39" fmla="*/ 41968 h 129373"/>
                <a:gd name="connsiteX40" fmla="*/ 39745 w 108383"/>
                <a:gd name="connsiteY40" fmla="*/ 51275 h 129373"/>
                <a:gd name="connsiteX41" fmla="*/ 59409 w 108383"/>
                <a:gd name="connsiteY41" fmla="*/ 63304 h 129373"/>
                <a:gd name="connsiteX42" fmla="*/ 62563 w 108383"/>
                <a:gd name="connsiteY42" fmla="*/ 67738 h 129373"/>
                <a:gd name="connsiteX43" fmla="*/ 64093 w 108383"/>
                <a:gd name="connsiteY43" fmla="*/ 66860 h 129373"/>
                <a:gd name="connsiteX44" fmla="*/ 65670 w 108383"/>
                <a:gd name="connsiteY44" fmla="*/ 67211 h 129373"/>
                <a:gd name="connsiteX45" fmla="*/ 65299 w 108383"/>
                <a:gd name="connsiteY45" fmla="*/ 68703 h 129373"/>
                <a:gd name="connsiteX46" fmla="*/ 64789 w 108383"/>
                <a:gd name="connsiteY46" fmla="*/ 69011 h 129373"/>
                <a:gd name="connsiteX47" fmla="*/ 71514 w 108383"/>
                <a:gd name="connsiteY47" fmla="*/ 69450 h 129373"/>
                <a:gd name="connsiteX48" fmla="*/ 77868 w 108383"/>
                <a:gd name="connsiteY48" fmla="*/ 71557 h 129373"/>
                <a:gd name="connsiteX49" fmla="*/ 78238 w 108383"/>
                <a:gd name="connsiteY49" fmla="*/ 71601 h 129373"/>
                <a:gd name="connsiteX50" fmla="*/ 91966 w 108383"/>
                <a:gd name="connsiteY50" fmla="*/ 71601 h 129373"/>
                <a:gd name="connsiteX51" fmla="*/ 95723 w 108383"/>
                <a:gd name="connsiteY51" fmla="*/ 74894 h 129373"/>
                <a:gd name="connsiteX52" fmla="*/ 98227 w 108383"/>
                <a:gd name="connsiteY52" fmla="*/ 86395 h 129373"/>
                <a:gd name="connsiteX53" fmla="*/ 98227 w 108383"/>
                <a:gd name="connsiteY53" fmla="*/ 90785 h 129373"/>
                <a:gd name="connsiteX54" fmla="*/ 98413 w 108383"/>
                <a:gd name="connsiteY54" fmla="*/ 91356 h 129373"/>
                <a:gd name="connsiteX55" fmla="*/ 106065 w 108383"/>
                <a:gd name="connsiteY55" fmla="*/ 103429 h 129373"/>
                <a:gd name="connsiteX56" fmla="*/ 106065 w 108383"/>
                <a:gd name="connsiteY56" fmla="*/ 128144 h 129373"/>
                <a:gd name="connsiteX57" fmla="*/ 107642 w 108383"/>
                <a:gd name="connsiteY57" fmla="*/ 128715 h 129373"/>
                <a:gd name="connsiteX58" fmla="*/ 107874 w 108383"/>
                <a:gd name="connsiteY58" fmla="*/ 128934 h 129373"/>
                <a:gd name="connsiteX59" fmla="*/ 108152 w 108383"/>
                <a:gd name="connsiteY59" fmla="*/ 129066 h 129373"/>
                <a:gd name="connsiteX60" fmla="*/ 108384 w 108383"/>
                <a:gd name="connsiteY60" fmla="*/ 129373 h 129373"/>
                <a:gd name="connsiteX61" fmla="*/ 108384 w 108383"/>
                <a:gd name="connsiteY61" fmla="*/ 103121 h 129373"/>
                <a:gd name="connsiteX62" fmla="*/ 108198 w 108383"/>
                <a:gd name="connsiteY62" fmla="*/ 102551 h 129373"/>
                <a:gd name="connsiteX63" fmla="*/ 100546 w 108383"/>
                <a:gd name="connsiteY63" fmla="*/ 90478 h 129373"/>
                <a:gd name="connsiteX64" fmla="*/ 100546 w 108383"/>
                <a:gd name="connsiteY64" fmla="*/ 86176 h 129373"/>
                <a:gd name="connsiteX65" fmla="*/ 97903 w 108383"/>
                <a:gd name="connsiteY65" fmla="*/ 74103 h 129373"/>
                <a:gd name="connsiteX66" fmla="*/ 97578 w 108383"/>
                <a:gd name="connsiteY66" fmla="*/ 73533 h 129373"/>
                <a:gd name="connsiteX67" fmla="*/ 97253 w 108383"/>
                <a:gd name="connsiteY67" fmla="*/ 73225 h 129373"/>
                <a:gd name="connsiteX68" fmla="*/ 97068 w 108383"/>
                <a:gd name="connsiteY68" fmla="*/ 73401 h 129373"/>
                <a:gd name="connsiteX69" fmla="*/ 96233 w 108383"/>
                <a:gd name="connsiteY69" fmla="*/ 73752 h 1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8383" h="129373">
                  <a:moveTo>
                    <a:pt x="96326" y="73752"/>
                  </a:moveTo>
                  <a:cubicBezTo>
                    <a:pt x="96047" y="73752"/>
                    <a:pt x="95769" y="73664"/>
                    <a:pt x="95537" y="73445"/>
                  </a:cubicBezTo>
                  <a:cubicBezTo>
                    <a:pt x="95073" y="73050"/>
                    <a:pt x="95027" y="72347"/>
                    <a:pt x="95444" y="71908"/>
                  </a:cubicBezTo>
                  <a:lnTo>
                    <a:pt x="95630" y="71689"/>
                  </a:lnTo>
                  <a:lnTo>
                    <a:pt x="93311" y="69625"/>
                  </a:lnTo>
                  <a:cubicBezTo>
                    <a:pt x="93311" y="69625"/>
                    <a:pt x="92801" y="69318"/>
                    <a:pt x="92523" y="69318"/>
                  </a:cubicBezTo>
                  <a:lnTo>
                    <a:pt x="78517" y="69318"/>
                  </a:lnTo>
                  <a:lnTo>
                    <a:pt x="72024" y="67167"/>
                  </a:lnTo>
                  <a:cubicBezTo>
                    <a:pt x="72024" y="67167"/>
                    <a:pt x="71607" y="67079"/>
                    <a:pt x="71421" y="67167"/>
                  </a:cubicBezTo>
                  <a:cubicBezTo>
                    <a:pt x="68546" y="67738"/>
                    <a:pt x="66227" y="67430"/>
                    <a:pt x="64465" y="66333"/>
                  </a:cubicBezTo>
                  <a:cubicBezTo>
                    <a:pt x="62053" y="64797"/>
                    <a:pt x="61496" y="62075"/>
                    <a:pt x="61496" y="62031"/>
                  </a:cubicBezTo>
                  <a:cubicBezTo>
                    <a:pt x="61404" y="61548"/>
                    <a:pt x="60940" y="61153"/>
                    <a:pt x="60430" y="61109"/>
                  </a:cubicBezTo>
                  <a:cubicBezTo>
                    <a:pt x="42482" y="60099"/>
                    <a:pt x="42111" y="51583"/>
                    <a:pt x="42111" y="51231"/>
                  </a:cubicBezTo>
                  <a:lnTo>
                    <a:pt x="42111" y="40783"/>
                  </a:lnTo>
                  <a:cubicBezTo>
                    <a:pt x="42111" y="40168"/>
                    <a:pt x="41601" y="39686"/>
                    <a:pt x="40951" y="39686"/>
                  </a:cubicBezTo>
                  <a:lnTo>
                    <a:pt x="34226" y="39686"/>
                  </a:lnTo>
                  <a:lnTo>
                    <a:pt x="32464" y="34944"/>
                  </a:lnTo>
                  <a:cubicBezTo>
                    <a:pt x="32464" y="34944"/>
                    <a:pt x="32232" y="34549"/>
                    <a:pt x="32047" y="34418"/>
                  </a:cubicBezTo>
                  <a:lnTo>
                    <a:pt x="28847" y="32223"/>
                  </a:lnTo>
                  <a:cubicBezTo>
                    <a:pt x="28847" y="32223"/>
                    <a:pt x="28429" y="32003"/>
                    <a:pt x="28151" y="32003"/>
                  </a:cubicBezTo>
                  <a:cubicBezTo>
                    <a:pt x="28012" y="32003"/>
                    <a:pt x="27873" y="32003"/>
                    <a:pt x="27687" y="32003"/>
                  </a:cubicBezTo>
                  <a:cubicBezTo>
                    <a:pt x="18644" y="32003"/>
                    <a:pt x="16000" y="24057"/>
                    <a:pt x="15907" y="23794"/>
                  </a:cubicBezTo>
                  <a:lnTo>
                    <a:pt x="14470" y="18306"/>
                  </a:lnTo>
                  <a:cubicBezTo>
                    <a:pt x="14470" y="18306"/>
                    <a:pt x="14377" y="17999"/>
                    <a:pt x="14238" y="17911"/>
                  </a:cubicBezTo>
                  <a:lnTo>
                    <a:pt x="2319" y="3687"/>
                  </a:lnTo>
                  <a:lnTo>
                    <a:pt x="2319" y="132"/>
                  </a:lnTo>
                  <a:cubicBezTo>
                    <a:pt x="1902" y="88"/>
                    <a:pt x="1531" y="0"/>
                    <a:pt x="1113" y="0"/>
                  </a:cubicBezTo>
                  <a:lnTo>
                    <a:pt x="1113" y="0"/>
                  </a:lnTo>
                  <a:cubicBezTo>
                    <a:pt x="1113" y="0"/>
                    <a:pt x="881" y="0"/>
                    <a:pt x="789" y="0"/>
                  </a:cubicBezTo>
                  <a:cubicBezTo>
                    <a:pt x="510" y="0"/>
                    <a:pt x="278" y="44"/>
                    <a:pt x="0" y="44"/>
                  </a:cubicBezTo>
                  <a:lnTo>
                    <a:pt x="0" y="4039"/>
                  </a:lnTo>
                  <a:cubicBezTo>
                    <a:pt x="0" y="4302"/>
                    <a:pt x="93" y="4522"/>
                    <a:pt x="232" y="4741"/>
                  </a:cubicBezTo>
                  <a:lnTo>
                    <a:pt x="12244" y="19096"/>
                  </a:lnTo>
                  <a:lnTo>
                    <a:pt x="13635" y="24408"/>
                  </a:lnTo>
                  <a:cubicBezTo>
                    <a:pt x="13635" y="24408"/>
                    <a:pt x="16835" y="34242"/>
                    <a:pt x="27641" y="34242"/>
                  </a:cubicBezTo>
                  <a:lnTo>
                    <a:pt x="27734" y="34242"/>
                  </a:lnTo>
                  <a:lnTo>
                    <a:pt x="30331" y="36042"/>
                  </a:lnTo>
                  <a:lnTo>
                    <a:pt x="32232" y="41222"/>
                  </a:lnTo>
                  <a:cubicBezTo>
                    <a:pt x="32418" y="41661"/>
                    <a:pt x="32835" y="41968"/>
                    <a:pt x="33345" y="41968"/>
                  </a:cubicBezTo>
                  <a:lnTo>
                    <a:pt x="39745" y="41968"/>
                  </a:lnTo>
                  <a:lnTo>
                    <a:pt x="39745" y="51275"/>
                  </a:lnTo>
                  <a:cubicBezTo>
                    <a:pt x="39745" y="51714"/>
                    <a:pt x="39977" y="61899"/>
                    <a:pt x="59409" y="63304"/>
                  </a:cubicBezTo>
                  <a:cubicBezTo>
                    <a:pt x="59780" y="64401"/>
                    <a:pt x="60708" y="66289"/>
                    <a:pt x="62563" y="67738"/>
                  </a:cubicBezTo>
                  <a:lnTo>
                    <a:pt x="64093" y="66860"/>
                  </a:lnTo>
                  <a:cubicBezTo>
                    <a:pt x="64650" y="66508"/>
                    <a:pt x="65346" y="66684"/>
                    <a:pt x="65670" y="67211"/>
                  </a:cubicBezTo>
                  <a:cubicBezTo>
                    <a:pt x="65995" y="67738"/>
                    <a:pt x="65856" y="68396"/>
                    <a:pt x="65299" y="68703"/>
                  </a:cubicBezTo>
                  <a:lnTo>
                    <a:pt x="64789" y="69011"/>
                  </a:lnTo>
                  <a:cubicBezTo>
                    <a:pt x="66691" y="69757"/>
                    <a:pt x="68963" y="69889"/>
                    <a:pt x="71514" y="69450"/>
                  </a:cubicBezTo>
                  <a:lnTo>
                    <a:pt x="77868" y="71557"/>
                  </a:lnTo>
                  <a:cubicBezTo>
                    <a:pt x="77868" y="71557"/>
                    <a:pt x="78099" y="71601"/>
                    <a:pt x="78238" y="71601"/>
                  </a:cubicBezTo>
                  <a:lnTo>
                    <a:pt x="91966" y="71601"/>
                  </a:lnTo>
                  <a:lnTo>
                    <a:pt x="95723" y="74894"/>
                  </a:lnTo>
                  <a:lnTo>
                    <a:pt x="98227" y="86395"/>
                  </a:lnTo>
                  <a:lnTo>
                    <a:pt x="98227" y="90785"/>
                  </a:lnTo>
                  <a:cubicBezTo>
                    <a:pt x="98227" y="90785"/>
                    <a:pt x="98273" y="91181"/>
                    <a:pt x="98413" y="91356"/>
                  </a:cubicBezTo>
                  <a:lnTo>
                    <a:pt x="106065" y="103429"/>
                  </a:lnTo>
                  <a:lnTo>
                    <a:pt x="106065" y="128144"/>
                  </a:lnTo>
                  <a:lnTo>
                    <a:pt x="107642" y="128715"/>
                  </a:lnTo>
                  <a:cubicBezTo>
                    <a:pt x="107642" y="128715"/>
                    <a:pt x="107781" y="128847"/>
                    <a:pt x="107874" y="128934"/>
                  </a:cubicBezTo>
                  <a:cubicBezTo>
                    <a:pt x="107966" y="128978"/>
                    <a:pt x="108059" y="128978"/>
                    <a:pt x="108152" y="129066"/>
                  </a:cubicBezTo>
                  <a:lnTo>
                    <a:pt x="108384" y="129373"/>
                  </a:lnTo>
                  <a:lnTo>
                    <a:pt x="108384" y="103121"/>
                  </a:lnTo>
                  <a:cubicBezTo>
                    <a:pt x="108384" y="103121"/>
                    <a:pt x="108338" y="102726"/>
                    <a:pt x="108198" y="102551"/>
                  </a:cubicBezTo>
                  <a:lnTo>
                    <a:pt x="100546" y="90478"/>
                  </a:lnTo>
                  <a:lnTo>
                    <a:pt x="100546" y="86176"/>
                  </a:lnTo>
                  <a:cubicBezTo>
                    <a:pt x="100546" y="86176"/>
                    <a:pt x="97903" y="74103"/>
                    <a:pt x="97903" y="74103"/>
                  </a:cubicBezTo>
                  <a:cubicBezTo>
                    <a:pt x="97856" y="73884"/>
                    <a:pt x="97717" y="73664"/>
                    <a:pt x="97578" y="73533"/>
                  </a:cubicBezTo>
                  <a:lnTo>
                    <a:pt x="97253" y="73225"/>
                  </a:lnTo>
                  <a:lnTo>
                    <a:pt x="97068" y="73401"/>
                  </a:lnTo>
                  <a:cubicBezTo>
                    <a:pt x="96836" y="73621"/>
                    <a:pt x="96511" y="73752"/>
                    <a:pt x="96233" y="7375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3" name="Freeform: Shape 2502">
              <a:extLst>
                <a:ext uri="{FF2B5EF4-FFF2-40B4-BE49-F238E27FC236}">
                  <a16:creationId xmlns:a16="http://schemas.microsoft.com/office/drawing/2014/main" id="{1E488FC5-7027-FF6E-42C6-0C9F5A94F035}"/>
                </a:ext>
              </a:extLst>
            </p:cNvPr>
            <p:cNvSpPr>
              <a:spLocks/>
            </p:cNvSpPr>
            <p:nvPr/>
          </p:nvSpPr>
          <p:spPr>
            <a:xfrm>
              <a:off x="6411550" y="4670634"/>
              <a:ext cx="32425" cy="44201"/>
            </a:xfrm>
            <a:custGeom>
              <a:avLst/>
              <a:gdLst>
                <a:gd name="connsiteX0" fmla="*/ 19868 w 21723"/>
                <a:gd name="connsiteY0" fmla="*/ 19253 h 29613"/>
                <a:gd name="connsiteX1" fmla="*/ 19543 w 21723"/>
                <a:gd name="connsiteY1" fmla="*/ 18990 h 29613"/>
                <a:gd name="connsiteX2" fmla="*/ 19451 w 21723"/>
                <a:gd name="connsiteY2" fmla="*/ 18595 h 29613"/>
                <a:gd name="connsiteX3" fmla="*/ 19404 w 21723"/>
                <a:gd name="connsiteY3" fmla="*/ 18375 h 29613"/>
                <a:gd name="connsiteX4" fmla="*/ 19404 w 21723"/>
                <a:gd name="connsiteY4" fmla="*/ 18419 h 29613"/>
                <a:gd name="connsiteX5" fmla="*/ 19404 w 21723"/>
                <a:gd name="connsiteY5" fmla="*/ 27111 h 29613"/>
                <a:gd name="connsiteX6" fmla="*/ 7485 w 21723"/>
                <a:gd name="connsiteY6" fmla="*/ 23819 h 29613"/>
                <a:gd name="connsiteX7" fmla="*/ 2523 w 21723"/>
                <a:gd name="connsiteY7" fmla="*/ 14161 h 29613"/>
                <a:gd name="connsiteX8" fmla="*/ 11984 w 21723"/>
                <a:gd name="connsiteY8" fmla="*/ 2439 h 29613"/>
                <a:gd name="connsiteX9" fmla="*/ 19868 w 21723"/>
                <a:gd name="connsiteY9" fmla="*/ 5337 h 29613"/>
                <a:gd name="connsiteX10" fmla="*/ 19683 w 21723"/>
                <a:gd name="connsiteY10" fmla="*/ 5074 h 29613"/>
                <a:gd name="connsiteX11" fmla="*/ 19914 w 21723"/>
                <a:gd name="connsiteY11" fmla="*/ 3537 h 29613"/>
                <a:gd name="connsiteX12" fmla="*/ 21259 w 21723"/>
                <a:gd name="connsiteY12" fmla="*/ 3581 h 29613"/>
                <a:gd name="connsiteX13" fmla="*/ 21027 w 21723"/>
                <a:gd name="connsiteY13" fmla="*/ 3361 h 29613"/>
                <a:gd name="connsiteX14" fmla="*/ 19451 w 21723"/>
                <a:gd name="connsiteY14" fmla="*/ 2791 h 29613"/>
                <a:gd name="connsiteX15" fmla="*/ 12030 w 21723"/>
                <a:gd name="connsiteY15" fmla="*/ 69 h 29613"/>
                <a:gd name="connsiteX16" fmla="*/ 10685 w 21723"/>
                <a:gd name="connsiteY16" fmla="*/ 420 h 29613"/>
                <a:gd name="connsiteX17" fmla="*/ 250 w 21723"/>
                <a:gd name="connsiteY17" fmla="*/ 13327 h 29613"/>
                <a:gd name="connsiteX18" fmla="*/ 111 w 21723"/>
                <a:gd name="connsiteY18" fmla="*/ 14468 h 29613"/>
                <a:gd name="connsiteX19" fmla="*/ 5630 w 21723"/>
                <a:gd name="connsiteY19" fmla="*/ 25180 h 29613"/>
                <a:gd name="connsiteX20" fmla="*/ 6326 w 21723"/>
                <a:gd name="connsiteY20" fmla="*/ 25750 h 29613"/>
                <a:gd name="connsiteX21" fmla="*/ 20239 w 21723"/>
                <a:gd name="connsiteY21" fmla="*/ 29614 h 29613"/>
                <a:gd name="connsiteX22" fmla="*/ 20564 w 21723"/>
                <a:gd name="connsiteY22" fmla="*/ 29614 h 29613"/>
                <a:gd name="connsiteX23" fmla="*/ 21259 w 21723"/>
                <a:gd name="connsiteY23" fmla="*/ 29394 h 29613"/>
                <a:gd name="connsiteX24" fmla="*/ 21723 w 21723"/>
                <a:gd name="connsiteY24" fmla="*/ 28516 h 29613"/>
                <a:gd name="connsiteX25" fmla="*/ 21723 w 21723"/>
                <a:gd name="connsiteY25" fmla="*/ 19604 h 29613"/>
                <a:gd name="connsiteX26" fmla="*/ 20424 w 21723"/>
                <a:gd name="connsiteY26" fmla="*/ 19473 h 29613"/>
                <a:gd name="connsiteX27" fmla="*/ 20424 w 21723"/>
                <a:gd name="connsiteY27" fmla="*/ 19473 h 29613"/>
                <a:gd name="connsiteX28" fmla="*/ 20193 w 21723"/>
                <a:gd name="connsiteY28" fmla="*/ 19473 h 29613"/>
                <a:gd name="connsiteX29" fmla="*/ 19961 w 21723"/>
                <a:gd name="connsiteY29" fmla="*/ 19253 h 29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723" h="29613">
                  <a:moveTo>
                    <a:pt x="19868" y="19253"/>
                  </a:moveTo>
                  <a:cubicBezTo>
                    <a:pt x="19868" y="19253"/>
                    <a:pt x="19636" y="19121"/>
                    <a:pt x="19543" y="18990"/>
                  </a:cubicBezTo>
                  <a:cubicBezTo>
                    <a:pt x="19451" y="18858"/>
                    <a:pt x="19451" y="18726"/>
                    <a:pt x="19451" y="18595"/>
                  </a:cubicBezTo>
                  <a:cubicBezTo>
                    <a:pt x="19451" y="18507"/>
                    <a:pt x="19404" y="18463"/>
                    <a:pt x="19404" y="18375"/>
                  </a:cubicBezTo>
                  <a:cubicBezTo>
                    <a:pt x="19404" y="18375"/>
                    <a:pt x="19404" y="18375"/>
                    <a:pt x="19404" y="18419"/>
                  </a:cubicBezTo>
                  <a:lnTo>
                    <a:pt x="19404" y="27111"/>
                  </a:lnTo>
                  <a:lnTo>
                    <a:pt x="7485" y="23819"/>
                  </a:lnTo>
                  <a:lnTo>
                    <a:pt x="2523" y="14161"/>
                  </a:lnTo>
                  <a:lnTo>
                    <a:pt x="11984" y="2439"/>
                  </a:lnTo>
                  <a:lnTo>
                    <a:pt x="19868" y="5337"/>
                  </a:lnTo>
                  <a:lnTo>
                    <a:pt x="19683" y="5074"/>
                  </a:lnTo>
                  <a:cubicBezTo>
                    <a:pt x="19311" y="4590"/>
                    <a:pt x="19404" y="3888"/>
                    <a:pt x="19914" y="3537"/>
                  </a:cubicBezTo>
                  <a:cubicBezTo>
                    <a:pt x="20332" y="3230"/>
                    <a:pt x="20842" y="3317"/>
                    <a:pt x="21259" y="3581"/>
                  </a:cubicBezTo>
                  <a:cubicBezTo>
                    <a:pt x="21167" y="3537"/>
                    <a:pt x="21120" y="3405"/>
                    <a:pt x="21027" y="3361"/>
                  </a:cubicBezTo>
                  <a:lnTo>
                    <a:pt x="19451" y="2791"/>
                  </a:lnTo>
                  <a:lnTo>
                    <a:pt x="12030" y="69"/>
                  </a:lnTo>
                  <a:cubicBezTo>
                    <a:pt x="11567" y="-107"/>
                    <a:pt x="11010" y="69"/>
                    <a:pt x="10685" y="420"/>
                  </a:cubicBezTo>
                  <a:lnTo>
                    <a:pt x="250" y="13327"/>
                  </a:lnTo>
                  <a:cubicBezTo>
                    <a:pt x="-28" y="13678"/>
                    <a:pt x="-74" y="14117"/>
                    <a:pt x="111" y="14468"/>
                  </a:cubicBezTo>
                  <a:lnTo>
                    <a:pt x="5630" y="25180"/>
                  </a:lnTo>
                  <a:cubicBezTo>
                    <a:pt x="5769" y="25443"/>
                    <a:pt x="6048" y="25663"/>
                    <a:pt x="6326" y="25750"/>
                  </a:cubicBezTo>
                  <a:lnTo>
                    <a:pt x="20239" y="29614"/>
                  </a:lnTo>
                  <a:cubicBezTo>
                    <a:pt x="20239" y="29614"/>
                    <a:pt x="20471" y="29614"/>
                    <a:pt x="20564" y="29614"/>
                  </a:cubicBezTo>
                  <a:cubicBezTo>
                    <a:pt x="20796" y="29614"/>
                    <a:pt x="21074" y="29526"/>
                    <a:pt x="21259" y="29394"/>
                  </a:cubicBezTo>
                  <a:cubicBezTo>
                    <a:pt x="21537" y="29175"/>
                    <a:pt x="21723" y="28867"/>
                    <a:pt x="21723" y="28516"/>
                  </a:cubicBezTo>
                  <a:lnTo>
                    <a:pt x="21723" y="19604"/>
                  </a:lnTo>
                  <a:lnTo>
                    <a:pt x="20424" y="19473"/>
                  </a:lnTo>
                  <a:cubicBezTo>
                    <a:pt x="20424" y="19473"/>
                    <a:pt x="20424" y="19473"/>
                    <a:pt x="20424" y="19473"/>
                  </a:cubicBezTo>
                  <a:cubicBezTo>
                    <a:pt x="20332" y="19473"/>
                    <a:pt x="20285" y="19473"/>
                    <a:pt x="20193" y="19473"/>
                  </a:cubicBezTo>
                  <a:cubicBezTo>
                    <a:pt x="20100" y="19473"/>
                    <a:pt x="20054" y="19341"/>
                    <a:pt x="19961" y="1925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4" name="Freeform: Shape 2503">
              <a:extLst>
                <a:ext uri="{FF2B5EF4-FFF2-40B4-BE49-F238E27FC236}">
                  <a16:creationId xmlns:a16="http://schemas.microsoft.com/office/drawing/2014/main" id="{1565F802-5F14-EE24-F94E-065F0B8864D7}"/>
                </a:ext>
              </a:extLst>
            </p:cNvPr>
            <p:cNvSpPr>
              <a:spLocks/>
            </p:cNvSpPr>
            <p:nvPr/>
          </p:nvSpPr>
          <p:spPr>
            <a:xfrm>
              <a:off x="6440376" y="4697799"/>
              <a:ext cx="138" cy="589"/>
            </a:xfrm>
            <a:custGeom>
              <a:avLst/>
              <a:gdLst>
                <a:gd name="connsiteX0" fmla="*/ 46 w 92"/>
                <a:gd name="connsiteY0" fmla="*/ 176 h 394"/>
                <a:gd name="connsiteX1" fmla="*/ 93 w 92"/>
                <a:gd name="connsiteY1" fmla="*/ 395 h 394"/>
                <a:gd name="connsiteX2" fmla="*/ 93 w 92"/>
                <a:gd name="connsiteY2" fmla="*/ 0 h 394"/>
                <a:gd name="connsiteX3" fmla="*/ 0 w 92"/>
                <a:gd name="connsiteY3" fmla="*/ 132 h 394"/>
                <a:gd name="connsiteX4" fmla="*/ 0 w 92"/>
                <a:gd name="connsiteY4" fmla="*/ 219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" h="394">
                  <a:moveTo>
                    <a:pt x="46" y="176"/>
                  </a:moveTo>
                  <a:cubicBezTo>
                    <a:pt x="46" y="176"/>
                    <a:pt x="93" y="307"/>
                    <a:pt x="93" y="395"/>
                  </a:cubicBezTo>
                  <a:cubicBezTo>
                    <a:pt x="93" y="263"/>
                    <a:pt x="46" y="132"/>
                    <a:pt x="93" y="0"/>
                  </a:cubicBezTo>
                  <a:cubicBezTo>
                    <a:pt x="93" y="44"/>
                    <a:pt x="46" y="88"/>
                    <a:pt x="0" y="132"/>
                  </a:cubicBezTo>
                  <a:cubicBezTo>
                    <a:pt x="0" y="132"/>
                    <a:pt x="0" y="132"/>
                    <a:pt x="0" y="2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5" name="Freeform: Shape 2504">
              <a:extLst>
                <a:ext uri="{FF2B5EF4-FFF2-40B4-BE49-F238E27FC236}">
                  <a16:creationId xmlns:a16="http://schemas.microsoft.com/office/drawing/2014/main" id="{246F71DF-08A4-961A-58B9-CC0E266D7A72}"/>
                </a:ext>
              </a:extLst>
            </p:cNvPr>
            <p:cNvSpPr>
              <a:spLocks/>
            </p:cNvSpPr>
            <p:nvPr/>
          </p:nvSpPr>
          <p:spPr>
            <a:xfrm>
              <a:off x="6441898" y="4696752"/>
              <a:ext cx="27084" cy="5897"/>
            </a:xfrm>
            <a:custGeom>
              <a:avLst/>
              <a:gdLst>
                <a:gd name="connsiteX0" fmla="*/ 1252 w 18145"/>
                <a:gd name="connsiteY0" fmla="*/ 1317 h 3951"/>
                <a:gd name="connsiteX1" fmla="*/ 185 w 18145"/>
                <a:gd name="connsiteY1" fmla="*/ 2019 h 3951"/>
                <a:gd name="connsiteX2" fmla="*/ 0 w 18145"/>
                <a:gd name="connsiteY2" fmla="*/ 2019 h 3951"/>
                <a:gd name="connsiteX3" fmla="*/ 0 w 18145"/>
                <a:gd name="connsiteY3" fmla="*/ 2019 h 3951"/>
                <a:gd name="connsiteX4" fmla="*/ 1298 w 18145"/>
                <a:gd name="connsiteY4" fmla="*/ 2151 h 3951"/>
                <a:gd name="connsiteX5" fmla="*/ 13867 w 18145"/>
                <a:gd name="connsiteY5" fmla="*/ 3600 h 3951"/>
                <a:gd name="connsiteX6" fmla="*/ 16835 w 18145"/>
                <a:gd name="connsiteY6" fmla="*/ 3951 h 3951"/>
                <a:gd name="connsiteX7" fmla="*/ 16974 w 18145"/>
                <a:gd name="connsiteY7" fmla="*/ 3951 h 3951"/>
                <a:gd name="connsiteX8" fmla="*/ 18133 w 18145"/>
                <a:gd name="connsiteY8" fmla="*/ 2985 h 3951"/>
                <a:gd name="connsiteX9" fmla="*/ 17113 w 18145"/>
                <a:gd name="connsiteY9" fmla="*/ 1756 h 3951"/>
                <a:gd name="connsiteX10" fmla="*/ 14052 w 18145"/>
                <a:gd name="connsiteY10" fmla="*/ 1405 h 3951"/>
                <a:gd name="connsiteX11" fmla="*/ 1762 w 18145"/>
                <a:gd name="connsiteY11" fmla="*/ 0 h 3951"/>
                <a:gd name="connsiteX12" fmla="*/ 1252 w 18145"/>
                <a:gd name="connsiteY12" fmla="*/ 1317 h 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45" h="3951">
                  <a:moveTo>
                    <a:pt x="1252" y="1317"/>
                  </a:moveTo>
                  <a:cubicBezTo>
                    <a:pt x="1067" y="1756"/>
                    <a:pt x="649" y="2019"/>
                    <a:pt x="185" y="2019"/>
                  </a:cubicBezTo>
                  <a:cubicBezTo>
                    <a:pt x="139" y="2019"/>
                    <a:pt x="46" y="2019"/>
                    <a:pt x="0" y="2019"/>
                  </a:cubicBezTo>
                  <a:cubicBezTo>
                    <a:pt x="0" y="2019"/>
                    <a:pt x="0" y="2019"/>
                    <a:pt x="0" y="2019"/>
                  </a:cubicBezTo>
                  <a:lnTo>
                    <a:pt x="1298" y="2151"/>
                  </a:lnTo>
                  <a:lnTo>
                    <a:pt x="13867" y="3600"/>
                  </a:lnTo>
                  <a:lnTo>
                    <a:pt x="16835" y="3951"/>
                  </a:lnTo>
                  <a:cubicBezTo>
                    <a:pt x="16835" y="3951"/>
                    <a:pt x="16928" y="3951"/>
                    <a:pt x="16974" y="3951"/>
                  </a:cubicBezTo>
                  <a:cubicBezTo>
                    <a:pt x="17530" y="3951"/>
                    <a:pt x="18041" y="3556"/>
                    <a:pt x="18133" y="2985"/>
                  </a:cubicBezTo>
                  <a:cubicBezTo>
                    <a:pt x="18226" y="2371"/>
                    <a:pt x="17762" y="1844"/>
                    <a:pt x="17113" y="1756"/>
                  </a:cubicBezTo>
                  <a:lnTo>
                    <a:pt x="14052" y="1405"/>
                  </a:lnTo>
                  <a:lnTo>
                    <a:pt x="1762" y="0"/>
                  </a:lnTo>
                  <a:lnTo>
                    <a:pt x="1252" y="131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6" name="Freeform: Shape 2505">
              <a:extLst>
                <a:ext uri="{FF2B5EF4-FFF2-40B4-BE49-F238E27FC236}">
                  <a16:creationId xmlns:a16="http://schemas.microsoft.com/office/drawing/2014/main" id="{6CBFA0F4-5F53-98B7-BEEF-58A4E69957CA}"/>
                </a:ext>
              </a:extLst>
            </p:cNvPr>
            <p:cNvSpPr>
              <a:spLocks/>
            </p:cNvSpPr>
            <p:nvPr/>
          </p:nvSpPr>
          <p:spPr>
            <a:xfrm>
              <a:off x="6440721" y="4698980"/>
              <a:ext cx="484" cy="393"/>
            </a:xfrm>
            <a:custGeom>
              <a:avLst/>
              <a:gdLst>
                <a:gd name="connsiteX0" fmla="*/ 325 w 324"/>
                <a:gd name="connsiteY0" fmla="*/ 263 h 263"/>
                <a:gd name="connsiteX1" fmla="*/ 0 w 324"/>
                <a:gd name="connsiteY1" fmla="*/ 0 h 263"/>
                <a:gd name="connsiteX2" fmla="*/ 325 w 324"/>
                <a:gd name="connsiteY2" fmla="*/ 263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263">
                  <a:moveTo>
                    <a:pt x="325" y="263"/>
                  </a:moveTo>
                  <a:cubicBezTo>
                    <a:pt x="325" y="263"/>
                    <a:pt x="93" y="88"/>
                    <a:pt x="0" y="0"/>
                  </a:cubicBezTo>
                  <a:cubicBezTo>
                    <a:pt x="93" y="132"/>
                    <a:pt x="186" y="176"/>
                    <a:pt x="325" y="2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7" name="Freeform: Shape 2506">
              <a:extLst>
                <a:ext uri="{FF2B5EF4-FFF2-40B4-BE49-F238E27FC236}">
                  <a16:creationId xmlns:a16="http://schemas.microsoft.com/office/drawing/2014/main" id="{8DD43434-56D0-CACC-A7CE-2322875BC9B1}"/>
                </a:ext>
              </a:extLst>
            </p:cNvPr>
            <p:cNvSpPr>
              <a:spLocks/>
            </p:cNvSpPr>
            <p:nvPr/>
          </p:nvSpPr>
          <p:spPr>
            <a:xfrm>
              <a:off x="6237576" y="4472911"/>
              <a:ext cx="47947" cy="7600"/>
            </a:xfrm>
            <a:custGeom>
              <a:avLst/>
              <a:gdLst>
                <a:gd name="connsiteX0" fmla="*/ 31009 w 32122"/>
                <a:gd name="connsiteY0" fmla="*/ 4961 h 5092"/>
                <a:gd name="connsiteX1" fmla="*/ 31009 w 32122"/>
                <a:gd name="connsiteY1" fmla="*/ 4961 h 5092"/>
                <a:gd name="connsiteX2" fmla="*/ 31009 w 32122"/>
                <a:gd name="connsiteY2" fmla="*/ 4961 h 5092"/>
                <a:gd name="connsiteX3" fmla="*/ 31009 w 32122"/>
                <a:gd name="connsiteY3" fmla="*/ 4961 h 5092"/>
                <a:gd name="connsiteX4" fmla="*/ 31009 w 32122"/>
                <a:gd name="connsiteY4" fmla="*/ 4961 h 5092"/>
                <a:gd name="connsiteX5" fmla="*/ 32122 w 32122"/>
                <a:gd name="connsiteY5" fmla="*/ 5092 h 5092"/>
                <a:gd name="connsiteX6" fmla="*/ 32122 w 32122"/>
                <a:gd name="connsiteY6" fmla="*/ 4917 h 5092"/>
                <a:gd name="connsiteX7" fmla="*/ 31612 w 32122"/>
                <a:gd name="connsiteY7" fmla="*/ 3995 h 5092"/>
                <a:gd name="connsiteX8" fmla="*/ 27577 w 32122"/>
                <a:gd name="connsiteY8" fmla="*/ 1405 h 5092"/>
                <a:gd name="connsiteX9" fmla="*/ 27067 w 32122"/>
                <a:gd name="connsiteY9" fmla="*/ 1229 h 5092"/>
                <a:gd name="connsiteX10" fmla="*/ 17050 w 32122"/>
                <a:gd name="connsiteY10" fmla="*/ 0 h 5092"/>
                <a:gd name="connsiteX11" fmla="*/ 11252 w 32122"/>
                <a:gd name="connsiteY11" fmla="*/ 0 h 5092"/>
                <a:gd name="connsiteX12" fmla="*/ 10974 w 32122"/>
                <a:gd name="connsiteY12" fmla="*/ 0 h 5092"/>
                <a:gd name="connsiteX13" fmla="*/ 1467 w 32122"/>
                <a:gd name="connsiteY13" fmla="*/ 2327 h 5092"/>
                <a:gd name="connsiteX14" fmla="*/ 864 w 32122"/>
                <a:gd name="connsiteY14" fmla="*/ 2458 h 5092"/>
                <a:gd name="connsiteX15" fmla="*/ 864 w 32122"/>
                <a:gd name="connsiteY15" fmla="*/ 2458 h 5092"/>
                <a:gd name="connsiteX16" fmla="*/ 29 w 32122"/>
                <a:gd name="connsiteY16" fmla="*/ 3819 h 5092"/>
                <a:gd name="connsiteX17" fmla="*/ 1374 w 32122"/>
                <a:gd name="connsiteY17" fmla="*/ 4609 h 5092"/>
                <a:gd name="connsiteX18" fmla="*/ 1421 w 32122"/>
                <a:gd name="connsiteY18" fmla="*/ 4609 h 5092"/>
                <a:gd name="connsiteX19" fmla="*/ 11438 w 32122"/>
                <a:gd name="connsiteY19" fmla="*/ 2195 h 5092"/>
                <a:gd name="connsiteX20" fmla="*/ 16911 w 32122"/>
                <a:gd name="connsiteY20" fmla="*/ 2195 h 5092"/>
                <a:gd name="connsiteX21" fmla="*/ 26510 w 32122"/>
                <a:gd name="connsiteY21" fmla="*/ 3380 h 5092"/>
                <a:gd name="connsiteX22" fmla="*/ 29108 w 32122"/>
                <a:gd name="connsiteY22" fmla="*/ 5049 h 5092"/>
                <a:gd name="connsiteX23" fmla="*/ 31056 w 32122"/>
                <a:gd name="connsiteY23" fmla="*/ 5005 h 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122" h="5092">
                  <a:moveTo>
                    <a:pt x="31009" y="4961"/>
                  </a:moveTo>
                  <a:lnTo>
                    <a:pt x="31009" y="4961"/>
                  </a:lnTo>
                  <a:cubicBezTo>
                    <a:pt x="31009" y="4961"/>
                    <a:pt x="31009" y="4961"/>
                    <a:pt x="31009" y="4961"/>
                  </a:cubicBezTo>
                  <a:lnTo>
                    <a:pt x="31009" y="4961"/>
                  </a:lnTo>
                  <a:cubicBezTo>
                    <a:pt x="31009" y="4961"/>
                    <a:pt x="31009" y="4961"/>
                    <a:pt x="31009" y="4961"/>
                  </a:cubicBezTo>
                  <a:cubicBezTo>
                    <a:pt x="31380" y="4961"/>
                    <a:pt x="31751" y="5049"/>
                    <a:pt x="32122" y="5092"/>
                  </a:cubicBezTo>
                  <a:lnTo>
                    <a:pt x="32122" y="4917"/>
                  </a:lnTo>
                  <a:cubicBezTo>
                    <a:pt x="32122" y="4566"/>
                    <a:pt x="31937" y="4215"/>
                    <a:pt x="31612" y="3995"/>
                  </a:cubicBezTo>
                  <a:lnTo>
                    <a:pt x="27577" y="1405"/>
                  </a:lnTo>
                  <a:cubicBezTo>
                    <a:pt x="27577" y="1405"/>
                    <a:pt x="27253" y="1229"/>
                    <a:pt x="27067" y="1229"/>
                  </a:cubicBezTo>
                  <a:lnTo>
                    <a:pt x="17050" y="0"/>
                  </a:lnTo>
                  <a:lnTo>
                    <a:pt x="11252" y="0"/>
                  </a:lnTo>
                  <a:cubicBezTo>
                    <a:pt x="11252" y="0"/>
                    <a:pt x="11067" y="0"/>
                    <a:pt x="10974" y="0"/>
                  </a:cubicBezTo>
                  <a:lnTo>
                    <a:pt x="1467" y="2327"/>
                  </a:lnTo>
                  <a:lnTo>
                    <a:pt x="864" y="2458"/>
                  </a:lnTo>
                  <a:lnTo>
                    <a:pt x="864" y="2458"/>
                  </a:lnTo>
                  <a:cubicBezTo>
                    <a:pt x="261" y="2634"/>
                    <a:pt x="-110" y="3205"/>
                    <a:pt x="29" y="3819"/>
                  </a:cubicBezTo>
                  <a:cubicBezTo>
                    <a:pt x="168" y="4390"/>
                    <a:pt x="771" y="4697"/>
                    <a:pt x="1374" y="4609"/>
                  </a:cubicBezTo>
                  <a:cubicBezTo>
                    <a:pt x="1374" y="4609"/>
                    <a:pt x="1374" y="4609"/>
                    <a:pt x="1421" y="4609"/>
                  </a:cubicBezTo>
                  <a:lnTo>
                    <a:pt x="11438" y="2195"/>
                  </a:lnTo>
                  <a:lnTo>
                    <a:pt x="16911" y="2195"/>
                  </a:lnTo>
                  <a:cubicBezTo>
                    <a:pt x="16911" y="2195"/>
                    <a:pt x="26510" y="3380"/>
                    <a:pt x="26510" y="3380"/>
                  </a:cubicBezTo>
                  <a:lnTo>
                    <a:pt x="29108" y="5049"/>
                  </a:lnTo>
                  <a:cubicBezTo>
                    <a:pt x="29711" y="5005"/>
                    <a:pt x="30360" y="4961"/>
                    <a:pt x="31056" y="500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8" name="Freeform: Shape 2507">
              <a:extLst>
                <a:ext uri="{FF2B5EF4-FFF2-40B4-BE49-F238E27FC236}">
                  <a16:creationId xmlns:a16="http://schemas.microsoft.com/office/drawing/2014/main" id="{4DBA6E12-9B29-C7A8-4EDF-29930CC0F765}"/>
                </a:ext>
              </a:extLst>
            </p:cNvPr>
            <p:cNvSpPr>
              <a:spLocks/>
            </p:cNvSpPr>
            <p:nvPr/>
          </p:nvSpPr>
          <p:spPr>
            <a:xfrm>
              <a:off x="6440453" y="4675689"/>
              <a:ext cx="9034" cy="24076"/>
            </a:xfrm>
            <a:custGeom>
              <a:avLst/>
              <a:gdLst>
                <a:gd name="connsiteX0" fmla="*/ 1803 w 6052"/>
                <a:gd name="connsiteY0" fmla="*/ 239 h 16130"/>
                <a:gd name="connsiteX1" fmla="*/ 458 w 6052"/>
                <a:gd name="connsiteY1" fmla="*/ 195 h 16130"/>
                <a:gd name="connsiteX2" fmla="*/ 226 w 6052"/>
                <a:gd name="connsiteY2" fmla="*/ 1731 h 16130"/>
                <a:gd name="connsiteX3" fmla="*/ 411 w 6052"/>
                <a:gd name="connsiteY3" fmla="*/ 1995 h 16130"/>
                <a:gd name="connsiteX4" fmla="*/ 3611 w 6052"/>
                <a:gd name="connsiteY4" fmla="*/ 5946 h 16130"/>
                <a:gd name="connsiteX5" fmla="*/ 87 w 6052"/>
                <a:gd name="connsiteY5" fmla="*/ 14726 h 16130"/>
                <a:gd name="connsiteX6" fmla="*/ 87 w 6052"/>
                <a:gd name="connsiteY6" fmla="*/ 14858 h 16130"/>
                <a:gd name="connsiteX7" fmla="*/ 87 w 6052"/>
                <a:gd name="connsiteY7" fmla="*/ 15253 h 16130"/>
                <a:gd name="connsiteX8" fmla="*/ 179 w 6052"/>
                <a:gd name="connsiteY8" fmla="*/ 15648 h 16130"/>
                <a:gd name="connsiteX9" fmla="*/ 504 w 6052"/>
                <a:gd name="connsiteY9" fmla="*/ 15911 h 16130"/>
                <a:gd name="connsiteX10" fmla="*/ 736 w 6052"/>
                <a:gd name="connsiteY10" fmla="*/ 16131 h 16130"/>
                <a:gd name="connsiteX11" fmla="*/ 968 w 6052"/>
                <a:gd name="connsiteY11" fmla="*/ 16131 h 16130"/>
                <a:gd name="connsiteX12" fmla="*/ 1153 w 6052"/>
                <a:gd name="connsiteY12" fmla="*/ 16131 h 16130"/>
                <a:gd name="connsiteX13" fmla="*/ 2220 w 6052"/>
                <a:gd name="connsiteY13" fmla="*/ 15428 h 16130"/>
                <a:gd name="connsiteX14" fmla="*/ 2730 w 6052"/>
                <a:gd name="connsiteY14" fmla="*/ 14111 h 16130"/>
                <a:gd name="connsiteX15" fmla="*/ 5976 w 6052"/>
                <a:gd name="connsiteY15" fmla="*/ 6078 h 16130"/>
                <a:gd name="connsiteX16" fmla="*/ 5791 w 6052"/>
                <a:gd name="connsiteY16" fmla="*/ 5024 h 16130"/>
                <a:gd name="connsiteX17" fmla="*/ 2266 w 6052"/>
                <a:gd name="connsiteY17" fmla="*/ 678 h 16130"/>
                <a:gd name="connsiteX18" fmla="*/ 2034 w 6052"/>
                <a:gd name="connsiteY18" fmla="*/ 370 h 16130"/>
                <a:gd name="connsiteX19" fmla="*/ 1756 w 6052"/>
                <a:gd name="connsiteY19" fmla="*/ 239 h 16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52" h="16130">
                  <a:moveTo>
                    <a:pt x="1803" y="239"/>
                  </a:moveTo>
                  <a:cubicBezTo>
                    <a:pt x="1385" y="-25"/>
                    <a:pt x="875" y="-112"/>
                    <a:pt x="458" y="195"/>
                  </a:cubicBezTo>
                  <a:cubicBezTo>
                    <a:pt x="-53" y="546"/>
                    <a:pt x="-145" y="1248"/>
                    <a:pt x="226" y="1731"/>
                  </a:cubicBezTo>
                  <a:lnTo>
                    <a:pt x="411" y="1995"/>
                  </a:lnTo>
                  <a:lnTo>
                    <a:pt x="3611" y="5946"/>
                  </a:lnTo>
                  <a:lnTo>
                    <a:pt x="87" y="14726"/>
                  </a:lnTo>
                  <a:cubicBezTo>
                    <a:pt x="87" y="14726"/>
                    <a:pt x="87" y="14814"/>
                    <a:pt x="87" y="14858"/>
                  </a:cubicBezTo>
                  <a:cubicBezTo>
                    <a:pt x="87" y="14989"/>
                    <a:pt x="87" y="15121"/>
                    <a:pt x="87" y="15253"/>
                  </a:cubicBezTo>
                  <a:cubicBezTo>
                    <a:pt x="87" y="15384"/>
                    <a:pt x="87" y="15516"/>
                    <a:pt x="179" y="15648"/>
                  </a:cubicBezTo>
                  <a:cubicBezTo>
                    <a:pt x="272" y="15779"/>
                    <a:pt x="365" y="15823"/>
                    <a:pt x="504" y="15911"/>
                  </a:cubicBezTo>
                  <a:cubicBezTo>
                    <a:pt x="597" y="15955"/>
                    <a:pt x="643" y="16087"/>
                    <a:pt x="736" y="16131"/>
                  </a:cubicBezTo>
                  <a:cubicBezTo>
                    <a:pt x="829" y="16131"/>
                    <a:pt x="875" y="16131"/>
                    <a:pt x="968" y="16131"/>
                  </a:cubicBezTo>
                  <a:cubicBezTo>
                    <a:pt x="1014" y="16131"/>
                    <a:pt x="1107" y="16131"/>
                    <a:pt x="1153" y="16131"/>
                  </a:cubicBezTo>
                  <a:cubicBezTo>
                    <a:pt x="1617" y="16131"/>
                    <a:pt x="2081" y="15867"/>
                    <a:pt x="2220" y="15428"/>
                  </a:cubicBezTo>
                  <a:lnTo>
                    <a:pt x="2730" y="14111"/>
                  </a:lnTo>
                  <a:lnTo>
                    <a:pt x="5976" y="6078"/>
                  </a:lnTo>
                  <a:cubicBezTo>
                    <a:pt x="6116" y="5726"/>
                    <a:pt x="6069" y="5331"/>
                    <a:pt x="5791" y="5024"/>
                  </a:cubicBezTo>
                  <a:lnTo>
                    <a:pt x="2266" y="678"/>
                  </a:lnTo>
                  <a:lnTo>
                    <a:pt x="2034" y="370"/>
                  </a:lnTo>
                  <a:cubicBezTo>
                    <a:pt x="2034" y="370"/>
                    <a:pt x="1849" y="283"/>
                    <a:pt x="1756" y="2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9" name="Freeform: Shape 2508">
              <a:extLst>
                <a:ext uri="{FF2B5EF4-FFF2-40B4-BE49-F238E27FC236}">
                  <a16:creationId xmlns:a16="http://schemas.microsoft.com/office/drawing/2014/main" id="{86B3EDEE-366E-E38E-9766-02214870D659}"/>
                </a:ext>
              </a:extLst>
            </p:cNvPr>
            <p:cNvSpPr>
              <a:spLocks/>
            </p:cNvSpPr>
            <p:nvPr/>
          </p:nvSpPr>
          <p:spPr>
            <a:xfrm>
              <a:off x="6161402" y="4583052"/>
              <a:ext cx="219005" cy="120317"/>
            </a:xfrm>
            <a:custGeom>
              <a:avLst/>
              <a:gdLst>
                <a:gd name="connsiteX0" fmla="*/ 146506 w 146724"/>
                <a:gd name="connsiteY0" fmla="*/ 534 h 80607"/>
                <a:gd name="connsiteX1" fmla="*/ 144929 w 146724"/>
                <a:gd name="connsiteY1" fmla="*/ 183 h 80607"/>
                <a:gd name="connsiteX2" fmla="*/ 143398 w 146724"/>
                <a:gd name="connsiteY2" fmla="*/ 1061 h 80607"/>
                <a:gd name="connsiteX3" fmla="*/ 139364 w 146724"/>
                <a:gd name="connsiteY3" fmla="*/ 3431 h 80607"/>
                <a:gd name="connsiteX4" fmla="*/ 138807 w 146724"/>
                <a:gd name="connsiteY4" fmla="*/ 4353 h 80607"/>
                <a:gd name="connsiteX5" fmla="*/ 138807 w 146724"/>
                <a:gd name="connsiteY5" fmla="*/ 6153 h 80607"/>
                <a:gd name="connsiteX6" fmla="*/ 133613 w 146724"/>
                <a:gd name="connsiteY6" fmla="*/ 6153 h 80607"/>
                <a:gd name="connsiteX7" fmla="*/ 132778 w 146724"/>
                <a:gd name="connsiteY7" fmla="*/ 6460 h 80607"/>
                <a:gd name="connsiteX8" fmla="*/ 119468 w 146724"/>
                <a:gd name="connsiteY8" fmla="*/ 18928 h 80607"/>
                <a:gd name="connsiteX9" fmla="*/ 105787 w 146724"/>
                <a:gd name="connsiteY9" fmla="*/ 34864 h 80607"/>
                <a:gd name="connsiteX10" fmla="*/ 98088 w 146724"/>
                <a:gd name="connsiteY10" fmla="*/ 41668 h 80607"/>
                <a:gd name="connsiteX11" fmla="*/ 90714 w 146724"/>
                <a:gd name="connsiteY11" fmla="*/ 41668 h 80607"/>
                <a:gd name="connsiteX12" fmla="*/ 89554 w 146724"/>
                <a:gd name="connsiteY12" fmla="*/ 42766 h 80607"/>
                <a:gd name="connsiteX13" fmla="*/ 82227 w 146724"/>
                <a:gd name="connsiteY13" fmla="*/ 59580 h 80607"/>
                <a:gd name="connsiteX14" fmla="*/ 69566 w 146724"/>
                <a:gd name="connsiteY14" fmla="*/ 59667 h 80607"/>
                <a:gd name="connsiteX15" fmla="*/ 65948 w 146724"/>
                <a:gd name="connsiteY15" fmla="*/ 56770 h 80607"/>
                <a:gd name="connsiteX16" fmla="*/ 65114 w 146724"/>
                <a:gd name="connsiteY16" fmla="*/ 56506 h 80607"/>
                <a:gd name="connsiteX17" fmla="*/ 61264 w 146724"/>
                <a:gd name="connsiteY17" fmla="*/ 56726 h 80607"/>
                <a:gd name="connsiteX18" fmla="*/ 55282 w 146724"/>
                <a:gd name="connsiteY18" fmla="*/ 51282 h 80607"/>
                <a:gd name="connsiteX19" fmla="*/ 54447 w 146724"/>
                <a:gd name="connsiteY19" fmla="*/ 50975 h 80607"/>
                <a:gd name="connsiteX20" fmla="*/ 46053 w 146724"/>
                <a:gd name="connsiteY20" fmla="*/ 51238 h 80607"/>
                <a:gd name="connsiteX21" fmla="*/ 45032 w 146724"/>
                <a:gd name="connsiteY21" fmla="*/ 51897 h 80607"/>
                <a:gd name="connsiteX22" fmla="*/ 38029 w 146724"/>
                <a:gd name="connsiteY22" fmla="*/ 67306 h 80607"/>
                <a:gd name="connsiteX23" fmla="*/ 33067 w 146724"/>
                <a:gd name="connsiteY23" fmla="*/ 68535 h 80607"/>
                <a:gd name="connsiteX24" fmla="*/ 32464 w 146724"/>
                <a:gd name="connsiteY24" fmla="*/ 68930 h 80607"/>
                <a:gd name="connsiteX25" fmla="*/ 24394 w 146724"/>
                <a:gd name="connsiteY25" fmla="*/ 78413 h 80607"/>
                <a:gd name="connsiteX26" fmla="*/ 12707 w 146724"/>
                <a:gd name="connsiteY26" fmla="*/ 78413 h 80607"/>
                <a:gd name="connsiteX27" fmla="*/ 8719 w 146724"/>
                <a:gd name="connsiteY27" fmla="*/ 74154 h 80607"/>
                <a:gd name="connsiteX28" fmla="*/ 8719 w 146724"/>
                <a:gd name="connsiteY28" fmla="*/ 72574 h 80607"/>
                <a:gd name="connsiteX29" fmla="*/ 12986 w 146724"/>
                <a:gd name="connsiteY29" fmla="*/ 68798 h 80607"/>
                <a:gd name="connsiteX30" fmla="*/ 13357 w 146724"/>
                <a:gd name="connsiteY30" fmla="*/ 67920 h 80607"/>
                <a:gd name="connsiteX31" fmla="*/ 0 w 146724"/>
                <a:gd name="connsiteY31" fmla="*/ 44171 h 80607"/>
                <a:gd name="connsiteX32" fmla="*/ 0 w 146724"/>
                <a:gd name="connsiteY32" fmla="*/ 46497 h 80607"/>
                <a:gd name="connsiteX33" fmla="*/ 10991 w 146724"/>
                <a:gd name="connsiteY33" fmla="*/ 67569 h 80607"/>
                <a:gd name="connsiteX34" fmla="*/ 6771 w 146724"/>
                <a:gd name="connsiteY34" fmla="*/ 71345 h 80607"/>
                <a:gd name="connsiteX35" fmla="*/ 6400 w 146724"/>
                <a:gd name="connsiteY35" fmla="*/ 72135 h 80607"/>
                <a:gd name="connsiteX36" fmla="*/ 6400 w 146724"/>
                <a:gd name="connsiteY36" fmla="*/ 74593 h 80607"/>
                <a:gd name="connsiteX37" fmla="*/ 6678 w 146724"/>
                <a:gd name="connsiteY37" fmla="*/ 75340 h 80607"/>
                <a:gd name="connsiteX38" fmla="*/ 11316 w 146724"/>
                <a:gd name="connsiteY38" fmla="*/ 80256 h 80607"/>
                <a:gd name="connsiteX39" fmla="*/ 12197 w 146724"/>
                <a:gd name="connsiteY39" fmla="*/ 80608 h 80607"/>
                <a:gd name="connsiteX40" fmla="*/ 24951 w 146724"/>
                <a:gd name="connsiteY40" fmla="*/ 80608 h 80607"/>
                <a:gd name="connsiteX41" fmla="*/ 25832 w 146724"/>
                <a:gd name="connsiteY41" fmla="*/ 80213 h 80607"/>
                <a:gd name="connsiteX42" fmla="*/ 33995 w 146724"/>
                <a:gd name="connsiteY42" fmla="*/ 70598 h 80607"/>
                <a:gd name="connsiteX43" fmla="*/ 39142 w 146724"/>
                <a:gd name="connsiteY43" fmla="*/ 69325 h 80607"/>
                <a:gd name="connsiteX44" fmla="*/ 39931 w 146724"/>
                <a:gd name="connsiteY44" fmla="*/ 68711 h 80607"/>
                <a:gd name="connsiteX45" fmla="*/ 46887 w 146724"/>
                <a:gd name="connsiteY45" fmla="*/ 53433 h 80607"/>
                <a:gd name="connsiteX46" fmla="*/ 54076 w 146724"/>
                <a:gd name="connsiteY46" fmla="*/ 53214 h 80607"/>
                <a:gd name="connsiteX47" fmla="*/ 60105 w 146724"/>
                <a:gd name="connsiteY47" fmla="*/ 58658 h 80607"/>
                <a:gd name="connsiteX48" fmla="*/ 60986 w 146724"/>
                <a:gd name="connsiteY48" fmla="*/ 58965 h 80607"/>
                <a:gd name="connsiteX49" fmla="*/ 64882 w 146724"/>
                <a:gd name="connsiteY49" fmla="*/ 58701 h 80607"/>
                <a:gd name="connsiteX50" fmla="*/ 68314 w 146724"/>
                <a:gd name="connsiteY50" fmla="*/ 61423 h 80607"/>
                <a:gd name="connsiteX51" fmla="*/ 68592 w 146724"/>
                <a:gd name="connsiteY51" fmla="*/ 61599 h 80607"/>
                <a:gd name="connsiteX52" fmla="*/ 83062 w 146724"/>
                <a:gd name="connsiteY52" fmla="*/ 61599 h 80607"/>
                <a:gd name="connsiteX53" fmla="*/ 91920 w 146724"/>
                <a:gd name="connsiteY53" fmla="*/ 43819 h 80607"/>
                <a:gd name="connsiteX54" fmla="*/ 98645 w 146724"/>
                <a:gd name="connsiteY54" fmla="*/ 43819 h 80607"/>
                <a:gd name="connsiteX55" fmla="*/ 99433 w 146724"/>
                <a:gd name="connsiteY55" fmla="*/ 43512 h 80607"/>
                <a:gd name="connsiteX56" fmla="*/ 107827 w 146724"/>
                <a:gd name="connsiteY56" fmla="*/ 36093 h 80607"/>
                <a:gd name="connsiteX57" fmla="*/ 108198 w 146724"/>
                <a:gd name="connsiteY57" fmla="*/ 35303 h 80607"/>
                <a:gd name="connsiteX58" fmla="*/ 120117 w 146724"/>
                <a:gd name="connsiteY58" fmla="*/ 21035 h 80607"/>
                <a:gd name="connsiteX59" fmla="*/ 120859 w 146724"/>
                <a:gd name="connsiteY59" fmla="*/ 20728 h 80607"/>
                <a:gd name="connsiteX60" fmla="*/ 134123 w 146724"/>
                <a:gd name="connsiteY60" fmla="*/ 8304 h 80607"/>
                <a:gd name="connsiteX61" fmla="*/ 140013 w 146724"/>
                <a:gd name="connsiteY61" fmla="*/ 8304 h 80607"/>
                <a:gd name="connsiteX62" fmla="*/ 141172 w 146724"/>
                <a:gd name="connsiteY62" fmla="*/ 7207 h 80607"/>
                <a:gd name="connsiteX63" fmla="*/ 141172 w 146724"/>
                <a:gd name="connsiteY63" fmla="*/ 4924 h 80607"/>
                <a:gd name="connsiteX64" fmla="*/ 145671 w 146724"/>
                <a:gd name="connsiteY64" fmla="*/ 2290 h 80607"/>
                <a:gd name="connsiteX65" fmla="*/ 146181 w 146724"/>
                <a:gd name="connsiteY65" fmla="*/ 1983 h 80607"/>
                <a:gd name="connsiteX66" fmla="*/ 146552 w 146724"/>
                <a:gd name="connsiteY66" fmla="*/ 490 h 80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46724" h="80607">
                  <a:moveTo>
                    <a:pt x="146506" y="534"/>
                  </a:moveTo>
                  <a:cubicBezTo>
                    <a:pt x="146181" y="7"/>
                    <a:pt x="145439" y="-168"/>
                    <a:pt x="144929" y="183"/>
                  </a:cubicBezTo>
                  <a:lnTo>
                    <a:pt x="143398" y="1061"/>
                  </a:lnTo>
                  <a:lnTo>
                    <a:pt x="139364" y="3431"/>
                  </a:lnTo>
                  <a:cubicBezTo>
                    <a:pt x="139039" y="3607"/>
                    <a:pt x="138807" y="4002"/>
                    <a:pt x="138807" y="4353"/>
                  </a:cubicBezTo>
                  <a:lnTo>
                    <a:pt x="138807" y="6153"/>
                  </a:lnTo>
                  <a:lnTo>
                    <a:pt x="133613" y="6153"/>
                  </a:lnTo>
                  <a:cubicBezTo>
                    <a:pt x="133288" y="6153"/>
                    <a:pt x="133010" y="6285"/>
                    <a:pt x="132778" y="6460"/>
                  </a:cubicBezTo>
                  <a:lnTo>
                    <a:pt x="119468" y="18928"/>
                  </a:lnTo>
                  <a:cubicBezTo>
                    <a:pt x="117056" y="19235"/>
                    <a:pt x="106297" y="21299"/>
                    <a:pt x="105787" y="34864"/>
                  </a:cubicBezTo>
                  <a:lnTo>
                    <a:pt x="98088" y="41668"/>
                  </a:lnTo>
                  <a:lnTo>
                    <a:pt x="90714" y="41668"/>
                  </a:lnTo>
                  <a:cubicBezTo>
                    <a:pt x="90065" y="41668"/>
                    <a:pt x="89554" y="42151"/>
                    <a:pt x="89554" y="42766"/>
                  </a:cubicBezTo>
                  <a:cubicBezTo>
                    <a:pt x="89462" y="46804"/>
                    <a:pt x="88024" y="57779"/>
                    <a:pt x="82227" y="59580"/>
                  </a:cubicBezTo>
                  <a:cubicBezTo>
                    <a:pt x="75595" y="61687"/>
                    <a:pt x="70447" y="59974"/>
                    <a:pt x="69566" y="59667"/>
                  </a:cubicBezTo>
                  <a:lnTo>
                    <a:pt x="65948" y="56770"/>
                  </a:lnTo>
                  <a:cubicBezTo>
                    <a:pt x="65948" y="56770"/>
                    <a:pt x="65392" y="56463"/>
                    <a:pt x="65114" y="56506"/>
                  </a:cubicBezTo>
                  <a:lnTo>
                    <a:pt x="61264" y="56726"/>
                  </a:lnTo>
                  <a:lnTo>
                    <a:pt x="55282" y="51282"/>
                  </a:lnTo>
                  <a:cubicBezTo>
                    <a:pt x="55282" y="51282"/>
                    <a:pt x="54725" y="50975"/>
                    <a:pt x="54447" y="50975"/>
                  </a:cubicBezTo>
                  <a:lnTo>
                    <a:pt x="46053" y="51238"/>
                  </a:lnTo>
                  <a:cubicBezTo>
                    <a:pt x="45589" y="51238"/>
                    <a:pt x="45218" y="51502"/>
                    <a:pt x="45032" y="51897"/>
                  </a:cubicBezTo>
                  <a:lnTo>
                    <a:pt x="38029" y="67306"/>
                  </a:lnTo>
                  <a:lnTo>
                    <a:pt x="33067" y="68535"/>
                  </a:lnTo>
                  <a:cubicBezTo>
                    <a:pt x="32835" y="68579"/>
                    <a:pt x="32603" y="68711"/>
                    <a:pt x="32464" y="68930"/>
                  </a:cubicBezTo>
                  <a:lnTo>
                    <a:pt x="24394" y="78413"/>
                  </a:lnTo>
                  <a:lnTo>
                    <a:pt x="12707" y="78413"/>
                  </a:lnTo>
                  <a:lnTo>
                    <a:pt x="8719" y="74154"/>
                  </a:lnTo>
                  <a:lnTo>
                    <a:pt x="8719" y="72574"/>
                  </a:lnTo>
                  <a:lnTo>
                    <a:pt x="12986" y="68798"/>
                  </a:lnTo>
                  <a:cubicBezTo>
                    <a:pt x="13217" y="68579"/>
                    <a:pt x="13357" y="68272"/>
                    <a:pt x="13357" y="67920"/>
                  </a:cubicBezTo>
                  <a:cubicBezTo>
                    <a:pt x="13310" y="67086"/>
                    <a:pt x="12012" y="47770"/>
                    <a:pt x="0" y="44171"/>
                  </a:cubicBezTo>
                  <a:lnTo>
                    <a:pt x="0" y="46497"/>
                  </a:lnTo>
                  <a:cubicBezTo>
                    <a:pt x="8904" y="49921"/>
                    <a:pt x="10713" y="64672"/>
                    <a:pt x="10991" y="67569"/>
                  </a:cubicBezTo>
                  <a:lnTo>
                    <a:pt x="6771" y="71345"/>
                  </a:lnTo>
                  <a:cubicBezTo>
                    <a:pt x="6539" y="71564"/>
                    <a:pt x="6400" y="71828"/>
                    <a:pt x="6400" y="72135"/>
                  </a:cubicBezTo>
                  <a:lnTo>
                    <a:pt x="6400" y="74593"/>
                  </a:lnTo>
                  <a:cubicBezTo>
                    <a:pt x="6400" y="74857"/>
                    <a:pt x="6493" y="75120"/>
                    <a:pt x="6678" y="75340"/>
                  </a:cubicBezTo>
                  <a:lnTo>
                    <a:pt x="11316" y="80256"/>
                  </a:lnTo>
                  <a:cubicBezTo>
                    <a:pt x="11548" y="80476"/>
                    <a:pt x="11873" y="80608"/>
                    <a:pt x="12197" y="80608"/>
                  </a:cubicBezTo>
                  <a:lnTo>
                    <a:pt x="24951" y="80608"/>
                  </a:lnTo>
                  <a:cubicBezTo>
                    <a:pt x="25322" y="80608"/>
                    <a:pt x="25646" y="80476"/>
                    <a:pt x="25832" y="80213"/>
                  </a:cubicBezTo>
                  <a:lnTo>
                    <a:pt x="33995" y="70598"/>
                  </a:lnTo>
                  <a:lnTo>
                    <a:pt x="39142" y="69325"/>
                  </a:lnTo>
                  <a:cubicBezTo>
                    <a:pt x="39467" y="69238"/>
                    <a:pt x="39792" y="69018"/>
                    <a:pt x="39931" y="68711"/>
                  </a:cubicBezTo>
                  <a:lnTo>
                    <a:pt x="46887" y="53433"/>
                  </a:lnTo>
                  <a:lnTo>
                    <a:pt x="54076" y="53214"/>
                  </a:lnTo>
                  <a:lnTo>
                    <a:pt x="60105" y="58658"/>
                  </a:lnTo>
                  <a:cubicBezTo>
                    <a:pt x="60337" y="58877"/>
                    <a:pt x="60615" y="59009"/>
                    <a:pt x="60986" y="58965"/>
                  </a:cubicBezTo>
                  <a:lnTo>
                    <a:pt x="64882" y="58701"/>
                  </a:lnTo>
                  <a:lnTo>
                    <a:pt x="68314" y="61423"/>
                  </a:lnTo>
                  <a:cubicBezTo>
                    <a:pt x="68314" y="61423"/>
                    <a:pt x="68499" y="61555"/>
                    <a:pt x="68592" y="61599"/>
                  </a:cubicBezTo>
                  <a:cubicBezTo>
                    <a:pt x="68824" y="61731"/>
                    <a:pt x="74899" y="64233"/>
                    <a:pt x="83062" y="61599"/>
                  </a:cubicBezTo>
                  <a:cubicBezTo>
                    <a:pt x="90389" y="59272"/>
                    <a:pt x="91688" y="47507"/>
                    <a:pt x="91920" y="43819"/>
                  </a:cubicBezTo>
                  <a:lnTo>
                    <a:pt x="98645" y="43819"/>
                  </a:lnTo>
                  <a:cubicBezTo>
                    <a:pt x="98923" y="43819"/>
                    <a:pt x="99201" y="43732"/>
                    <a:pt x="99433" y="43512"/>
                  </a:cubicBezTo>
                  <a:lnTo>
                    <a:pt x="107827" y="36093"/>
                  </a:lnTo>
                  <a:cubicBezTo>
                    <a:pt x="107827" y="36093"/>
                    <a:pt x="108198" y="35610"/>
                    <a:pt x="108198" y="35303"/>
                  </a:cubicBezTo>
                  <a:cubicBezTo>
                    <a:pt x="108476" y="21738"/>
                    <a:pt x="119653" y="21035"/>
                    <a:pt x="120117" y="21035"/>
                  </a:cubicBezTo>
                  <a:cubicBezTo>
                    <a:pt x="120395" y="21035"/>
                    <a:pt x="120674" y="20904"/>
                    <a:pt x="120859" y="20728"/>
                  </a:cubicBezTo>
                  <a:lnTo>
                    <a:pt x="134123" y="8304"/>
                  </a:lnTo>
                  <a:lnTo>
                    <a:pt x="140013" y="8304"/>
                  </a:lnTo>
                  <a:cubicBezTo>
                    <a:pt x="140662" y="8304"/>
                    <a:pt x="141172" y="7821"/>
                    <a:pt x="141172" y="7207"/>
                  </a:cubicBezTo>
                  <a:lnTo>
                    <a:pt x="141172" y="4924"/>
                  </a:lnTo>
                  <a:lnTo>
                    <a:pt x="145671" y="2290"/>
                  </a:lnTo>
                  <a:lnTo>
                    <a:pt x="146181" y="1983"/>
                  </a:lnTo>
                  <a:cubicBezTo>
                    <a:pt x="146738" y="1675"/>
                    <a:pt x="146877" y="973"/>
                    <a:pt x="146552" y="49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0" name="Freeform: Shape 2509">
              <a:extLst>
                <a:ext uri="{FF2B5EF4-FFF2-40B4-BE49-F238E27FC236}">
                  <a16:creationId xmlns:a16="http://schemas.microsoft.com/office/drawing/2014/main" id="{7940DE2E-11A2-C075-9500-E254DCEA2DF8}"/>
                </a:ext>
              </a:extLst>
            </p:cNvPr>
            <p:cNvSpPr>
              <a:spLocks/>
            </p:cNvSpPr>
            <p:nvPr/>
          </p:nvSpPr>
          <p:spPr>
            <a:xfrm>
              <a:off x="6283860" y="4429272"/>
              <a:ext cx="119480" cy="59104"/>
            </a:xfrm>
            <a:custGeom>
              <a:avLst/>
              <a:gdLst>
                <a:gd name="connsiteX0" fmla="*/ 66922 w 80047"/>
                <a:gd name="connsiteY0" fmla="*/ 264 h 39597"/>
                <a:gd name="connsiteX1" fmla="*/ 57090 w 80047"/>
                <a:gd name="connsiteY1" fmla="*/ 5751 h 39597"/>
                <a:gd name="connsiteX2" fmla="*/ 56534 w 80047"/>
                <a:gd name="connsiteY2" fmla="*/ 6497 h 39597"/>
                <a:gd name="connsiteX3" fmla="*/ 55189 w 80047"/>
                <a:gd name="connsiteY3" fmla="*/ 12863 h 39597"/>
                <a:gd name="connsiteX4" fmla="*/ 49902 w 80047"/>
                <a:gd name="connsiteY4" fmla="*/ 15804 h 39597"/>
                <a:gd name="connsiteX5" fmla="*/ 39977 w 80047"/>
                <a:gd name="connsiteY5" fmla="*/ 21380 h 39597"/>
                <a:gd name="connsiteX6" fmla="*/ 39606 w 80047"/>
                <a:gd name="connsiteY6" fmla="*/ 21687 h 39597"/>
                <a:gd name="connsiteX7" fmla="*/ 32881 w 80047"/>
                <a:gd name="connsiteY7" fmla="*/ 30598 h 39597"/>
                <a:gd name="connsiteX8" fmla="*/ 27780 w 80047"/>
                <a:gd name="connsiteY8" fmla="*/ 37403 h 39597"/>
                <a:gd name="connsiteX9" fmla="*/ 21194 w 80047"/>
                <a:gd name="connsiteY9" fmla="*/ 37403 h 39597"/>
                <a:gd name="connsiteX10" fmla="*/ 12383 w 80047"/>
                <a:gd name="connsiteY10" fmla="*/ 35296 h 39597"/>
                <a:gd name="connsiteX11" fmla="*/ 9275 w 80047"/>
                <a:gd name="connsiteY11" fmla="*/ 37052 h 39597"/>
                <a:gd name="connsiteX12" fmla="*/ 1159 w 80047"/>
                <a:gd name="connsiteY12" fmla="*/ 34286 h 39597"/>
                <a:gd name="connsiteX13" fmla="*/ 46 w 80047"/>
                <a:gd name="connsiteY13" fmla="*/ 34154 h 39597"/>
                <a:gd name="connsiteX14" fmla="*/ 1159 w 80047"/>
                <a:gd name="connsiteY14" fmla="*/ 35296 h 39597"/>
                <a:gd name="connsiteX15" fmla="*/ 0 w 80047"/>
                <a:gd name="connsiteY15" fmla="*/ 36349 h 39597"/>
                <a:gd name="connsiteX16" fmla="*/ 0 w 80047"/>
                <a:gd name="connsiteY16" fmla="*/ 36349 h 39597"/>
                <a:gd name="connsiteX17" fmla="*/ 0 w 80047"/>
                <a:gd name="connsiteY17" fmla="*/ 36349 h 39597"/>
                <a:gd name="connsiteX18" fmla="*/ 1206 w 80047"/>
                <a:gd name="connsiteY18" fmla="*/ 36481 h 39597"/>
                <a:gd name="connsiteX19" fmla="*/ 8951 w 80047"/>
                <a:gd name="connsiteY19" fmla="*/ 39422 h 39597"/>
                <a:gd name="connsiteX20" fmla="*/ 9600 w 80047"/>
                <a:gd name="connsiteY20" fmla="*/ 39598 h 39597"/>
                <a:gd name="connsiteX21" fmla="*/ 9878 w 80047"/>
                <a:gd name="connsiteY21" fmla="*/ 39598 h 39597"/>
                <a:gd name="connsiteX22" fmla="*/ 10620 w 80047"/>
                <a:gd name="connsiteY22" fmla="*/ 39027 h 39597"/>
                <a:gd name="connsiteX23" fmla="*/ 12986 w 80047"/>
                <a:gd name="connsiteY23" fmla="*/ 37447 h 39597"/>
                <a:gd name="connsiteX24" fmla="*/ 20267 w 80047"/>
                <a:gd name="connsiteY24" fmla="*/ 39422 h 39597"/>
                <a:gd name="connsiteX25" fmla="*/ 20916 w 80047"/>
                <a:gd name="connsiteY25" fmla="*/ 39598 h 39597"/>
                <a:gd name="connsiteX26" fmla="*/ 28429 w 80047"/>
                <a:gd name="connsiteY26" fmla="*/ 39598 h 39597"/>
                <a:gd name="connsiteX27" fmla="*/ 29357 w 80047"/>
                <a:gd name="connsiteY27" fmla="*/ 39115 h 39597"/>
                <a:gd name="connsiteX28" fmla="*/ 38957 w 80047"/>
                <a:gd name="connsiteY28" fmla="*/ 26340 h 39597"/>
                <a:gd name="connsiteX29" fmla="*/ 41415 w 80047"/>
                <a:gd name="connsiteY29" fmla="*/ 23091 h 39597"/>
                <a:gd name="connsiteX30" fmla="*/ 54864 w 80047"/>
                <a:gd name="connsiteY30" fmla="*/ 15541 h 39597"/>
                <a:gd name="connsiteX31" fmla="*/ 56859 w 80047"/>
                <a:gd name="connsiteY31" fmla="*/ 14399 h 39597"/>
                <a:gd name="connsiteX32" fmla="*/ 57415 w 80047"/>
                <a:gd name="connsiteY32" fmla="*/ 13653 h 39597"/>
                <a:gd name="connsiteX33" fmla="*/ 58760 w 80047"/>
                <a:gd name="connsiteY33" fmla="*/ 7288 h 39597"/>
                <a:gd name="connsiteX34" fmla="*/ 67896 w 80047"/>
                <a:gd name="connsiteY34" fmla="*/ 2195 h 39597"/>
                <a:gd name="connsiteX35" fmla="*/ 80047 w 80047"/>
                <a:gd name="connsiteY35" fmla="*/ 2195 h 39597"/>
                <a:gd name="connsiteX36" fmla="*/ 80047 w 80047"/>
                <a:gd name="connsiteY36" fmla="*/ 1273 h 39597"/>
                <a:gd name="connsiteX37" fmla="*/ 79676 w 80047"/>
                <a:gd name="connsiteY37" fmla="*/ 0 h 39597"/>
                <a:gd name="connsiteX38" fmla="*/ 67572 w 80047"/>
                <a:gd name="connsiteY38" fmla="*/ 0 h 39597"/>
                <a:gd name="connsiteX39" fmla="*/ 66969 w 80047"/>
                <a:gd name="connsiteY39" fmla="*/ 132 h 3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0047" h="39597">
                  <a:moveTo>
                    <a:pt x="66922" y="264"/>
                  </a:moveTo>
                  <a:lnTo>
                    <a:pt x="57090" y="5751"/>
                  </a:lnTo>
                  <a:cubicBezTo>
                    <a:pt x="56812" y="5927"/>
                    <a:pt x="56627" y="6190"/>
                    <a:pt x="56534" y="6497"/>
                  </a:cubicBezTo>
                  <a:lnTo>
                    <a:pt x="55189" y="12863"/>
                  </a:lnTo>
                  <a:lnTo>
                    <a:pt x="49902" y="15804"/>
                  </a:lnTo>
                  <a:lnTo>
                    <a:pt x="39977" y="21380"/>
                  </a:lnTo>
                  <a:cubicBezTo>
                    <a:pt x="39977" y="21380"/>
                    <a:pt x="39699" y="21555"/>
                    <a:pt x="39606" y="21687"/>
                  </a:cubicBezTo>
                  <a:lnTo>
                    <a:pt x="32881" y="30598"/>
                  </a:lnTo>
                  <a:lnTo>
                    <a:pt x="27780" y="37403"/>
                  </a:lnTo>
                  <a:lnTo>
                    <a:pt x="21194" y="37403"/>
                  </a:lnTo>
                  <a:cubicBezTo>
                    <a:pt x="17855" y="35384"/>
                    <a:pt x="14887" y="34681"/>
                    <a:pt x="12383" y="35296"/>
                  </a:cubicBezTo>
                  <a:cubicBezTo>
                    <a:pt x="10899" y="35647"/>
                    <a:pt x="9878" y="36393"/>
                    <a:pt x="9275" y="37052"/>
                  </a:cubicBezTo>
                  <a:cubicBezTo>
                    <a:pt x="6493" y="35471"/>
                    <a:pt x="3757" y="34550"/>
                    <a:pt x="1159" y="34286"/>
                  </a:cubicBezTo>
                  <a:cubicBezTo>
                    <a:pt x="788" y="34286"/>
                    <a:pt x="417" y="34198"/>
                    <a:pt x="46" y="34154"/>
                  </a:cubicBezTo>
                  <a:cubicBezTo>
                    <a:pt x="695" y="34154"/>
                    <a:pt x="1206" y="34681"/>
                    <a:pt x="1159" y="35296"/>
                  </a:cubicBezTo>
                  <a:cubicBezTo>
                    <a:pt x="1159" y="35867"/>
                    <a:pt x="603" y="36349"/>
                    <a:pt x="0" y="36349"/>
                  </a:cubicBezTo>
                  <a:lnTo>
                    <a:pt x="0" y="36349"/>
                  </a:lnTo>
                  <a:lnTo>
                    <a:pt x="0" y="36349"/>
                  </a:lnTo>
                  <a:cubicBezTo>
                    <a:pt x="371" y="36349"/>
                    <a:pt x="788" y="36437"/>
                    <a:pt x="1206" y="36481"/>
                  </a:cubicBezTo>
                  <a:cubicBezTo>
                    <a:pt x="3664" y="36788"/>
                    <a:pt x="6261" y="37710"/>
                    <a:pt x="8951" y="39422"/>
                  </a:cubicBezTo>
                  <a:cubicBezTo>
                    <a:pt x="9136" y="39554"/>
                    <a:pt x="9368" y="39598"/>
                    <a:pt x="9600" y="39598"/>
                  </a:cubicBezTo>
                  <a:cubicBezTo>
                    <a:pt x="9693" y="39598"/>
                    <a:pt x="9786" y="39598"/>
                    <a:pt x="9878" y="39598"/>
                  </a:cubicBezTo>
                  <a:cubicBezTo>
                    <a:pt x="10203" y="39510"/>
                    <a:pt x="10481" y="39335"/>
                    <a:pt x="10620" y="39027"/>
                  </a:cubicBezTo>
                  <a:cubicBezTo>
                    <a:pt x="10620" y="39027"/>
                    <a:pt x="11316" y="37842"/>
                    <a:pt x="12986" y="37447"/>
                  </a:cubicBezTo>
                  <a:cubicBezTo>
                    <a:pt x="14887" y="36964"/>
                    <a:pt x="17391" y="37666"/>
                    <a:pt x="20267" y="39422"/>
                  </a:cubicBezTo>
                  <a:cubicBezTo>
                    <a:pt x="20452" y="39554"/>
                    <a:pt x="20684" y="39598"/>
                    <a:pt x="20916" y="39598"/>
                  </a:cubicBezTo>
                  <a:lnTo>
                    <a:pt x="28429" y="39598"/>
                  </a:lnTo>
                  <a:cubicBezTo>
                    <a:pt x="28800" y="39598"/>
                    <a:pt x="29171" y="39422"/>
                    <a:pt x="29357" y="39115"/>
                  </a:cubicBezTo>
                  <a:lnTo>
                    <a:pt x="38957" y="26340"/>
                  </a:lnTo>
                  <a:lnTo>
                    <a:pt x="41415" y="23091"/>
                  </a:lnTo>
                  <a:lnTo>
                    <a:pt x="54864" y="15541"/>
                  </a:lnTo>
                  <a:lnTo>
                    <a:pt x="56859" y="14399"/>
                  </a:lnTo>
                  <a:cubicBezTo>
                    <a:pt x="57137" y="14224"/>
                    <a:pt x="57322" y="13960"/>
                    <a:pt x="57415" y="13653"/>
                  </a:cubicBezTo>
                  <a:lnTo>
                    <a:pt x="58760" y="7288"/>
                  </a:lnTo>
                  <a:lnTo>
                    <a:pt x="67896" y="2195"/>
                  </a:lnTo>
                  <a:lnTo>
                    <a:pt x="80047" y="2195"/>
                  </a:lnTo>
                  <a:lnTo>
                    <a:pt x="80047" y="1273"/>
                  </a:lnTo>
                  <a:lnTo>
                    <a:pt x="79676" y="0"/>
                  </a:lnTo>
                  <a:lnTo>
                    <a:pt x="67572" y="0"/>
                  </a:lnTo>
                  <a:cubicBezTo>
                    <a:pt x="67572" y="0"/>
                    <a:pt x="67154" y="44"/>
                    <a:pt x="66969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1" name="Freeform: Shape 2510">
              <a:extLst>
                <a:ext uri="{FF2B5EF4-FFF2-40B4-BE49-F238E27FC236}">
                  <a16:creationId xmlns:a16="http://schemas.microsoft.com/office/drawing/2014/main" id="{74D534C1-E779-40D4-400E-562C8B06D7B2}"/>
                </a:ext>
              </a:extLst>
            </p:cNvPr>
            <p:cNvSpPr>
              <a:spLocks/>
            </p:cNvSpPr>
            <p:nvPr/>
          </p:nvSpPr>
          <p:spPr>
            <a:xfrm>
              <a:off x="6283860" y="4480316"/>
              <a:ext cx="6922" cy="6553"/>
            </a:xfrm>
            <a:custGeom>
              <a:avLst/>
              <a:gdLst>
                <a:gd name="connsiteX0" fmla="*/ 0 w 4637"/>
                <a:gd name="connsiteY0" fmla="*/ 0 h 4390"/>
                <a:gd name="connsiteX1" fmla="*/ 0 w 4637"/>
                <a:gd name="connsiteY1" fmla="*/ 0 h 4390"/>
                <a:gd name="connsiteX2" fmla="*/ 0 w 4637"/>
                <a:gd name="connsiteY2" fmla="*/ 0 h 4390"/>
                <a:gd name="connsiteX3" fmla="*/ 0 w 4637"/>
                <a:gd name="connsiteY3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7" h="439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2" name="Freeform: Shape 2511">
              <a:extLst>
                <a:ext uri="{FF2B5EF4-FFF2-40B4-BE49-F238E27FC236}">
                  <a16:creationId xmlns:a16="http://schemas.microsoft.com/office/drawing/2014/main" id="{72DE55AE-92FF-4766-F3E7-E14B74450349}"/>
                </a:ext>
              </a:extLst>
            </p:cNvPr>
            <p:cNvSpPr>
              <a:spLocks/>
            </p:cNvSpPr>
            <p:nvPr/>
          </p:nvSpPr>
          <p:spPr>
            <a:xfrm>
              <a:off x="6072267" y="4650096"/>
              <a:ext cx="89134" cy="104514"/>
            </a:xfrm>
            <a:custGeom>
              <a:avLst/>
              <a:gdLst>
                <a:gd name="connsiteX0" fmla="*/ 7588 w 59716"/>
                <a:gd name="connsiteY0" fmla="*/ 63699 h 70020"/>
                <a:gd name="connsiteX1" fmla="*/ 8701 w 59716"/>
                <a:gd name="connsiteY1" fmla="*/ 62602 h 70020"/>
                <a:gd name="connsiteX2" fmla="*/ 8701 w 59716"/>
                <a:gd name="connsiteY2" fmla="*/ 57246 h 70020"/>
                <a:gd name="connsiteX3" fmla="*/ 13014 w 59716"/>
                <a:gd name="connsiteY3" fmla="*/ 55007 h 70020"/>
                <a:gd name="connsiteX4" fmla="*/ 16539 w 59716"/>
                <a:gd name="connsiteY4" fmla="*/ 59704 h 70020"/>
                <a:gd name="connsiteX5" fmla="*/ 16539 w 59716"/>
                <a:gd name="connsiteY5" fmla="*/ 65104 h 70020"/>
                <a:gd name="connsiteX6" fmla="*/ 16864 w 59716"/>
                <a:gd name="connsiteY6" fmla="*/ 65850 h 70020"/>
                <a:gd name="connsiteX7" fmla="*/ 30081 w 59716"/>
                <a:gd name="connsiteY7" fmla="*/ 70021 h 70020"/>
                <a:gd name="connsiteX8" fmla="*/ 39774 w 59716"/>
                <a:gd name="connsiteY8" fmla="*/ 68704 h 70020"/>
                <a:gd name="connsiteX9" fmla="*/ 44968 w 59716"/>
                <a:gd name="connsiteY9" fmla="*/ 69977 h 70020"/>
                <a:gd name="connsiteX10" fmla="*/ 46267 w 59716"/>
                <a:gd name="connsiteY10" fmla="*/ 69450 h 70020"/>
                <a:gd name="connsiteX11" fmla="*/ 58232 w 59716"/>
                <a:gd name="connsiteY11" fmla="*/ 62250 h 70020"/>
                <a:gd name="connsiteX12" fmla="*/ 59253 w 59716"/>
                <a:gd name="connsiteY12" fmla="*/ 62075 h 70020"/>
                <a:gd name="connsiteX13" fmla="*/ 59716 w 59716"/>
                <a:gd name="connsiteY13" fmla="*/ 61197 h 70020"/>
                <a:gd name="connsiteX14" fmla="*/ 59716 w 59716"/>
                <a:gd name="connsiteY14" fmla="*/ 0 h 70020"/>
                <a:gd name="connsiteX15" fmla="*/ 58557 w 59716"/>
                <a:gd name="connsiteY15" fmla="*/ 1098 h 70020"/>
                <a:gd name="connsiteX16" fmla="*/ 57398 w 59716"/>
                <a:gd name="connsiteY16" fmla="*/ 0 h 70020"/>
                <a:gd name="connsiteX17" fmla="*/ 57398 w 59716"/>
                <a:gd name="connsiteY17" fmla="*/ 59792 h 70020"/>
                <a:gd name="connsiteX18" fmla="*/ 44690 w 59716"/>
                <a:gd name="connsiteY18" fmla="*/ 67562 h 70020"/>
                <a:gd name="connsiteX19" fmla="*/ 40006 w 59716"/>
                <a:gd name="connsiteY19" fmla="*/ 66421 h 70020"/>
                <a:gd name="connsiteX20" fmla="*/ 39403 w 59716"/>
                <a:gd name="connsiteY20" fmla="*/ 66421 h 70020"/>
                <a:gd name="connsiteX21" fmla="*/ 18858 w 59716"/>
                <a:gd name="connsiteY21" fmla="*/ 64533 h 70020"/>
                <a:gd name="connsiteX22" fmla="*/ 18858 w 59716"/>
                <a:gd name="connsiteY22" fmla="*/ 59221 h 70020"/>
                <a:gd name="connsiteX23" fmla="*/ 18626 w 59716"/>
                <a:gd name="connsiteY23" fmla="*/ 58563 h 70020"/>
                <a:gd name="connsiteX24" fmla="*/ 14267 w 59716"/>
                <a:gd name="connsiteY24" fmla="*/ 52812 h 70020"/>
                <a:gd name="connsiteX25" fmla="*/ 12783 w 59716"/>
                <a:gd name="connsiteY25" fmla="*/ 52505 h 70020"/>
                <a:gd name="connsiteX26" fmla="*/ 6985 w 59716"/>
                <a:gd name="connsiteY26" fmla="*/ 55534 h 70020"/>
                <a:gd name="connsiteX27" fmla="*/ 6383 w 59716"/>
                <a:gd name="connsiteY27" fmla="*/ 56499 h 70020"/>
                <a:gd name="connsiteX28" fmla="*/ 6383 w 59716"/>
                <a:gd name="connsiteY28" fmla="*/ 61460 h 70020"/>
                <a:gd name="connsiteX29" fmla="*/ 1977 w 59716"/>
                <a:gd name="connsiteY29" fmla="*/ 61680 h 70020"/>
                <a:gd name="connsiteX30" fmla="*/ 1095 w 59716"/>
                <a:gd name="connsiteY30" fmla="*/ 62207 h 70020"/>
                <a:gd name="connsiteX31" fmla="*/ 956 w 59716"/>
                <a:gd name="connsiteY31" fmla="*/ 62382 h 70020"/>
                <a:gd name="connsiteX32" fmla="*/ 75 w 59716"/>
                <a:gd name="connsiteY32" fmla="*/ 64577 h 70020"/>
                <a:gd name="connsiteX33" fmla="*/ 771 w 59716"/>
                <a:gd name="connsiteY33" fmla="*/ 65982 h 70020"/>
                <a:gd name="connsiteX34" fmla="*/ 2255 w 59716"/>
                <a:gd name="connsiteY34" fmla="*/ 65323 h 70020"/>
                <a:gd name="connsiteX35" fmla="*/ 2765 w 59716"/>
                <a:gd name="connsiteY35" fmla="*/ 64006 h 70020"/>
                <a:gd name="connsiteX36" fmla="*/ 2858 w 59716"/>
                <a:gd name="connsiteY36" fmla="*/ 63787 h 70020"/>
                <a:gd name="connsiteX37" fmla="*/ 7635 w 59716"/>
                <a:gd name="connsiteY37" fmla="*/ 63524 h 7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9716" h="70020">
                  <a:moveTo>
                    <a:pt x="7588" y="63699"/>
                  </a:moveTo>
                  <a:cubicBezTo>
                    <a:pt x="8191" y="63699"/>
                    <a:pt x="8701" y="63172"/>
                    <a:pt x="8701" y="62602"/>
                  </a:cubicBezTo>
                  <a:lnTo>
                    <a:pt x="8701" y="57246"/>
                  </a:lnTo>
                  <a:lnTo>
                    <a:pt x="13014" y="55007"/>
                  </a:lnTo>
                  <a:lnTo>
                    <a:pt x="16539" y="59704"/>
                  </a:lnTo>
                  <a:lnTo>
                    <a:pt x="16539" y="65104"/>
                  </a:lnTo>
                  <a:cubicBezTo>
                    <a:pt x="16539" y="65367"/>
                    <a:pt x="16632" y="65631"/>
                    <a:pt x="16864" y="65850"/>
                  </a:cubicBezTo>
                  <a:cubicBezTo>
                    <a:pt x="17096" y="66070"/>
                    <a:pt x="21038" y="70021"/>
                    <a:pt x="30081" y="70021"/>
                  </a:cubicBezTo>
                  <a:cubicBezTo>
                    <a:pt x="32818" y="70021"/>
                    <a:pt x="36064" y="69669"/>
                    <a:pt x="39774" y="68704"/>
                  </a:cubicBezTo>
                  <a:lnTo>
                    <a:pt x="44968" y="69977"/>
                  </a:lnTo>
                  <a:cubicBezTo>
                    <a:pt x="45479" y="70109"/>
                    <a:pt x="45989" y="69889"/>
                    <a:pt x="46267" y="69450"/>
                  </a:cubicBezTo>
                  <a:cubicBezTo>
                    <a:pt x="46313" y="69362"/>
                    <a:pt x="51971" y="60363"/>
                    <a:pt x="58232" y="62250"/>
                  </a:cubicBezTo>
                  <a:cubicBezTo>
                    <a:pt x="58557" y="62338"/>
                    <a:pt x="58974" y="62294"/>
                    <a:pt x="59253" y="62075"/>
                  </a:cubicBezTo>
                  <a:cubicBezTo>
                    <a:pt x="59531" y="61855"/>
                    <a:pt x="59716" y="61548"/>
                    <a:pt x="59716" y="61197"/>
                  </a:cubicBezTo>
                  <a:lnTo>
                    <a:pt x="59716" y="0"/>
                  </a:lnTo>
                  <a:cubicBezTo>
                    <a:pt x="59716" y="615"/>
                    <a:pt x="59206" y="1098"/>
                    <a:pt x="58557" y="1098"/>
                  </a:cubicBezTo>
                  <a:cubicBezTo>
                    <a:pt x="57908" y="1098"/>
                    <a:pt x="57398" y="615"/>
                    <a:pt x="57398" y="0"/>
                  </a:cubicBezTo>
                  <a:lnTo>
                    <a:pt x="57398" y="59792"/>
                  </a:lnTo>
                  <a:cubicBezTo>
                    <a:pt x="51183" y="59002"/>
                    <a:pt x="46220" y="65367"/>
                    <a:pt x="44690" y="67562"/>
                  </a:cubicBezTo>
                  <a:lnTo>
                    <a:pt x="40006" y="66421"/>
                  </a:lnTo>
                  <a:cubicBezTo>
                    <a:pt x="40006" y="66421"/>
                    <a:pt x="39589" y="66377"/>
                    <a:pt x="39403" y="66421"/>
                  </a:cubicBezTo>
                  <a:cubicBezTo>
                    <a:pt x="26371" y="69845"/>
                    <a:pt x="20249" y="65675"/>
                    <a:pt x="18858" y="64533"/>
                  </a:cubicBezTo>
                  <a:lnTo>
                    <a:pt x="18858" y="59221"/>
                  </a:lnTo>
                  <a:cubicBezTo>
                    <a:pt x="18858" y="59002"/>
                    <a:pt x="18765" y="58782"/>
                    <a:pt x="18626" y="58563"/>
                  </a:cubicBezTo>
                  <a:lnTo>
                    <a:pt x="14267" y="52812"/>
                  </a:lnTo>
                  <a:cubicBezTo>
                    <a:pt x="13942" y="52373"/>
                    <a:pt x="13293" y="52197"/>
                    <a:pt x="12783" y="52505"/>
                  </a:cubicBezTo>
                  <a:lnTo>
                    <a:pt x="6985" y="55534"/>
                  </a:lnTo>
                  <a:cubicBezTo>
                    <a:pt x="6614" y="55709"/>
                    <a:pt x="6383" y="56104"/>
                    <a:pt x="6383" y="56499"/>
                  </a:cubicBezTo>
                  <a:lnTo>
                    <a:pt x="6383" y="61460"/>
                  </a:lnTo>
                  <a:lnTo>
                    <a:pt x="1977" y="61680"/>
                  </a:lnTo>
                  <a:cubicBezTo>
                    <a:pt x="1606" y="61680"/>
                    <a:pt x="1281" y="61943"/>
                    <a:pt x="1095" y="62207"/>
                  </a:cubicBezTo>
                  <a:cubicBezTo>
                    <a:pt x="1095" y="62250"/>
                    <a:pt x="1003" y="62294"/>
                    <a:pt x="956" y="62382"/>
                  </a:cubicBezTo>
                  <a:lnTo>
                    <a:pt x="75" y="64577"/>
                  </a:lnTo>
                  <a:cubicBezTo>
                    <a:pt x="-157" y="65148"/>
                    <a:pt x="168" y="65762"/>
                    <a:pt x="771" y="65982"/>
                  </a:cubicBezTo>
                  <a:cubicBezTo>
                    <a:pt x="1374" y="66201"/>
                    <a:pt x="2023" y="65894"/>
                    <a:pt x="2255" y="65323"/>
                  </a:cubicBezTo>
                  <a:lnTo>
                    <a:pt x="2765" y="64006"/>
                  </a:lnTo>
                  <a:lnTo>
                    <a:pt x="2858" y="63787"/>
                  </a:lnTo>
                  <a:lnTo>
                    <a:pt x="7635" y="6352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3" name="Freeform: Shape 2512">
              <a:extLst>
                <a:ext uri="{FF2B5EF4-FFF2-40B4-BE49-F238E27FC236}">
                  <a16:creationId xmlns:a16="http://schemas.microsoft.com/office/drawing/2014/main" id="{1209CE8D-8869-ED22-305C-0F2D24FD796B}"/>
                </a:ext>
              </a:extLst>
            </p:cNvPr>
            <p:cNvSpPr>
              <a:spLocks/>
            </p:cNvSpPr>
            <p:nvPr/>
          </p:nvSpPr>
          <p:spPr>
            <a:xfrm>
              <a:off x="6403272" y="4430909"/>
              <a:ext cx="67890" cy="162833"/>
            </a:xfrm>
            <a:custGeom>
              <a:avLst/>
              <a:gdLst>
                <a:gd name="connsiteX0" fmla="*/ 1438 w 45484"/>
                <a:gd name="connsiteY0" fmla="*/ 1185 h 109091"/>
                <a:gd name="connsiteX1" fmla="*/ 1113 w 45484"/>
                <a:gd name="connsiteY1" fmla="*/ 1185 h 109091"/>
                <a:gd name="connsiteX2" fmla="*/ 0 w 45484"/>
                <a:gd name="connsiteY2" fmla="*/ 395 h 109091"/>
                <a:gd name="connsiteX3" fmla="*/ 0 w 45484"/>
                <a:gd name="connsiteY3" fmla="*/ 264 h 109091"/>
                <a:gd name="connsiteX4" fmla="*/ 0 w 45484"/>
                <a:gd name="connsiteY4" fmla="*/ 1185 h 109091"/>
                <a:gd name="connsiteX5" fmla="*/ 0 w 45484"/>
                <a:gd name="connsiteY5" fmla="*/ 6410 h 109091"/>
                <a:gd name="connsiteX6" fmla="*/ 371 w 45484"/>
                <a:gd name="connsiteY6" fmla="*/ 7200 h 109091"/>
                <a:gd name="connsiteX7" fmla="*/ 1159 w 45484"/>
                <a:gd name="connsiteY7" fmla="*/ 7507 h 109091"/>
                <a:gd name="connsiteX8" fmla="*/ 1159 w 45484"/>
                <a:gd name="connsiteY8" fmla="*/ 7507 h 109091"/>
                <a:gd name="connsiteX9" fmla="*/ 14702 w 45484"/>
                <a:gd name="connsiteY9" fmla="*/ 7244 h 109091"/>
                <a:gd name="connsiteX10" fmla="*/ 25136 w 45484"/>
                <a:gd name="connsiteY10" fmla="*/ 14180 h 109091"/>
                <a:gd name="connsiteX11" fmla="*/ 25554 w 45484"/>
                <a:gd name="connsiteY11" fmla="*/ 14355 h 109091"/>
                <a:gd name="connsiteX12" fmla="*/ 40812 w 45484"/>
                <a:gd name="connsiteY12" fmla="*/ 17297 h 109091"/>
                <a:gd name="connsiteX13" fmla="*/ 38539 w 45484"/>
                <a:gd name="connsiteY13" fmla="*/ 20019 h 109091"/>
                <a:gd name="connsiteX14" fmla="*/ 38539 w 45484"/>
                <a:gd name="connsiteY14" fmla="*/ 21380 h 109091"/>
                <a:gd name="connsiteX15" fmla="*/ 43131 w 45484"/>
                <a:gd name="connsiteY15" fmla="*/ 26735 h 109091"/>
                <a:gd name="connsiteX16" fmla="*/ 41832 w 45484"/>
                <a:gd name="connsiteY16" fmla="*/ 33935 h 109091"/>
                <a:gd name="connsiteX17" fmla="*/ 39653 w 45484"/>
                <a:gd name="connsiteY17" fmla="*/ 36745 h 109091"/>
                <a:gd name="connsiteX18" fmla="*/ 39745 w 45484"/>
                <a:gd name="connsiteY18" fmla="*/ 38149 h 109091"/>
                <a:gd name="connsiteX19" fmla="*/ 42760 w 45484"/>
                <a:gd name="connsiteY19" fmla="*/ 41266 h 109091"/>
                <a:gd name="connsiteX20" fmla="*/ 39421 w 45484"/>
                <a:gd name="connsiteY20" fmla="*/ 44647 h 109091"/>
                <a:gd name="connsiteX21" fmla="*/ 39096 w 45484"/>
                <a:gd name="connsiteY21" fmla="*/ 45481 h 109091"/>
                <a:gd name="connsiteX22" fmla="*/ 39328 w 45484"/>
                <a:gd name="connsiteY22" fmla="*/ 47807 h 109091"/>
                <a:gd name="connsiteX23" fmla="*/ 35896 w 45484"/>
                <a:gd name="connsiteY23" fmla="*/ 49651 h 109091"/>
                <a:gd name="connsiteX24" fmla="*/ 35339 w 45484"/>
                <a:gd name="connsiteY24" fmla="*/ 50485 h 109091"/>
                <a:gd name="connsiteX25" fmla="*/ 35061 w 45484"/>
                <a:gd name="connsiteY25" fmla="*/ 52944 h 109091"/>
                <a:gd name="connsiteX26" fmla="*/ 35896 w 45484"/>
                <a:gd name="connsiteY26" fmla="*/ 54129 h 109091"/>
                <a:gd name="connsiteX27" fmla="*/ 39003 w 45484"/>
                <a:gd name="connsiteY27" fmla="*/ 54963 h 109091"/>
                <a:gd name="connsiteX28" fmla="*/ 37937 w 45484"/>
                <a:gd name="connsiteY28" fmla="*/ 63919 h 109091"/>
                <a:gd name="connsiteX29" fmla="*/ 38818 w 45484"/>
                <a:gd name="connsiteY29" fmla="*/ 65104 h 109091"/>
                <a:gd name="connsiteX30" fmla="*/ 41693 w 45484"/>
                <a:gd name="connsiteY30" fmla="*/ 65719 h 109091"/>
                <a:gd name="connsiteX31" fmla="*/ 41693 w 45484"/>
                <a:gd name="connsiteY31" fmla="*/ 68484 h 109091"/>
                <a:gd name="connsiteX32" fmla="*/ 39281 w 45484"/>
                <a:gd name="connsiteY32" fmla="*/ 69318 h 109091"/>
                <a:gd name="connsiteX33" fmla="*/ 38539 w 45484"/>
                <a:gd name="connsiteY33" fmla="*/ 70065 h 109091"/>
                <a:gd name="connsiteX34" fmla="*/ 36684 w 45484"/>
                <a:gd name="connsiteY34" fmla="*/ 76386 h 109091"/>
                <a:gd name="connsiteX35" fmla="*/ 33206 w 45484"/>
                <a:gd name="connsiteY35" fmla="*/ 77572 h 109091"/>
                <a:gd name="connsiteX36" fmla="*/ 32418 w 45484"/>
                <a:gd name="connsiteY36" fmla="*/ 78581 h 109091"/>
                <a:gd name="connsiteX37" fmla="*/ 32139 w 45484"/>
                <a:gd name="connsiteY37" fmla="*/ 88591 h 109091"/>
                <a:gd name="connsiteX38" fmla="*/ 14377 w 45484"/>
                <a:gd name="connsiteY38" fmla="*/ 107028 h 109091"/>
                <a:gd name="connsiteX39" fmla="*/ 14191 w 45484"/>
                <a:gd name="connsiteY39" fmla="*/ 107248 h 109091"/>
                <a:gd name="connsiteX40" fmla="*/ 14284 w 45484"/>
                <a:gd name="connsiteY40" fmla="*/ 108785 h 109091"/>
                <a:gd name="connsiteX41" fmla="*/ 15073 w 45484"/>
                <a:gd name="connsiteY41" fmla="*/ 109092 h 109091"/>
                <a:gd name="connsiteX42" fmla="*/ 15907 w 45484"/>
                <a:gd name="connsiteY42" fmla="*/ 108741 h 109091"/>
                <a:gd name="connsiteX43" fmla="*/ 16093 w 45484"/>
                <a:gd name="connsiteY43" fmla="*/ 108565 h 109091"/>
                <a:gd name="connsiteX44" fmla="*/ 34180 w 45484"/>
                <a:gd name="connsiteY44" fmla="*/ 89820 h 109091"/>
                <a:gd name="connsiteX45" fmla="*/ 34505 w 45484"/>
                <a:gd name="connsiteY45" fmla="*/ 89117 h 109091"/>
                <a:gd name="connsiteX46" fmla="*/ 34783 w 45484"/>
                <a:gd name="connsiteY46" fmla="*/ 79459 h 109091"/>
                <a:gd name="connsiteX47" fmla="*/ 38076 w 45484"/>
                <a:gd name="connsiteY47" fmla="*/ 78362 h 109091"/>
                <a:gd name="connsiteX48" fmla="*/ 38818 w 45484"/>
                <a:gd name="connsiteY48" fmla="*/ 77616 h 109091"/>
                <a:gd name="connsiteX49" fmla="*/ 40673 w 45484"/>
                <a:gd name="connsiteY49" fmla="*/ 71294 h 109091"/>
                <a:gd name="connsiteX50" fmla="*/ 43316 w 45484"/>
                <a:gd name="connsiteY50" fmla="*/ 70372 h 109091"/>
                <a:gd name="connsiteX51" fmla="*/ 44058 w 45484"/>
                <a:gd name="connsiteY51" fmla="*/ 69318 h 109091"/>
                <a:gd name="connsiteX52" fmla="*/ 44058 w 45484"/>
                <a:gd name="connsiteY52" fmla="*/ 64928 h 109091"/>
                <a:gd name="connsiteX53" fmla="*/ 43177 w 45484"/>
                <a:gd name="connsiteY53" fmla="*/ 63875 h 109091"/>
                <a:gd name="connsiteX54" fmla="*/ 40395 w 45484"/>
                <a:gd name="connsiteY54" fmla="*/ 63260 h 109091"/>
                <a:gd name="connsiteX55" fmla="*/ 41415 w 45484"/>
                <a:gd name="connsiteY55" fmla="*/ 54348 h 109091"/>
                <a:gd name="connsiteX56" fmla="*/ 40580 w 45484"/>
                <a:gd name="connsiteY56" fmla="*/ 53163 h 109091"/>
                <a:gd name="connsiteX57" fmla="*/ 37473 w 45484"/>
                <a:gd name="connsiteY57" fmla="*/ 52329 h 109091"/>
                <a:gd name="connsiteX58" fmla="*/ 37612 w 45484"/>
                <a:gd name="connsiteY58" fmla="*/ 51319 h 109091"/>
                <a:gd name="connsiteX59" fmla="*/ 41137 w 45484"/>
                <a:gd name="connsiteY59" fmla="*/ 49388 h 109091"/>
                <a:gd name="connsiteX60" fmla="*/ 41693 w 45484"/>
                <a:gd name="connsiteY60" fmla="*/ 48334 h 109091"/>
                <a:gd name="connsiteX61" fmla="*/ 41461 w 45484"/>
                <a:gd name="connsiteY61" fmla="*/ 45788 h 109091"/>
                <a:gd name="connsiteX62" fmla="*/ 45171 w 45484"/>
                <a:gd name="connsiteY62" fmla="*/ 42012 h 109091"/>
                <a:gd name="connsiteX63" fmla="*/ 45171 w 45484"/>
                <a:gd name="connsiteY63" fmla="*/ 40520 h 109091"/>
                <a:gd name="connsiteX64" fmla="*/ 42064 w 45484"/>
                <a:gd name="connsiteY64" fmla="*/ 37359 h 109091"/>
                <a:gd name="connsiteX65" fmla="*/ 43827 w 45484"/>
                <a:gd name="connsiteY65" fmla="*/ 35076 h 109091"/>
                <a:gd name="connsiteX66" fmla="*/ 44012 w 45484"/>
                <a:gd name="connsiteY66" fmla="*/ 34593 h 109091"/>
                <a:gd name="connsiteX67" fmla="*/ 45450 w 45484"/>
                <a:gd name="connsiteY67" fmla="*/ 26647 h 109091"/>
                <a:gd name="connsiteX68" fmla="*/ 45218 w 45484"/>
                <a:gd name="connsiteY68" fmla="*/ 25770 h 109091"/>
                <a:gd name="connsiteX69" fmla="*/ 40858 w 45484"/>
                <a:gd name="connsiteY69" fmla="*/ 20677 h 109091"/>
                <a:gd name="connsiteX70" fmla="*/ 43734 w 45484"/>
                <a:gd name="connsiteY70" fmla="*/ 17253 h 109091"/>
                <a:gd name="connsiteX71" fmla="*/ 43919 w 45484"/>
                <a:gd name="connsiteY71" fmla="*/ 16199 h 109091"/>
                <a:gd name="connsiteX72" fmla="*/ 43038 w 45484"/>
                <a:gd name="connsiteY72" fmla="*/ 15497 h 109091"/>
                <a:gd name="connsiteX73" fmla="*/ 26157 w 45484"/>
                <a:gd name="connsiteY73" fmla="*/ 12248 h 109091"/>
                <a:gd name="connsiteX74" fmla="*/ 15629 w 45484"/>
                <a:gd name="connsiteY74" fmla="*/ 5268 h 109091"/>
                <a:gd name="connsiteX75" fmla="*/ 14933 w 45484"/>
                <a:gd name="connsiteY75" fmla="*/ 5049 h 109091"/>
                <a:gd name="connsiteX76" fmla="*/ 2180 w 45484"/>
                <a:gd name="connsiteY76" fmla="*/ 5312 h 109091"/>
                <a:gd name="connsiteX77" fmla="*/ 2180 w 45484"/>
                <a:gd name="connsiteY77" fmla="*/ 132 h 109091"/>
                <a:gd name="connsiteX78" fmla="*/ 2133 w 45484"/>
                <a:gd name="connsiteY78" fmla="*/ 0 h 109091"/>
                <a:gd name="connsiteX79" fmla="*/ 1345 w 45484"/>
                <a:gd name="connsiteY79" fmla="*/ 1185 h 10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45484" h="109091">
                  <a:moveTo>
                    <a:pt x="1438" y="1185"/>
                  </a:moveTo>
                  <a:cubicBezTo>
                    <a:pt x="1438" y="1185"/>
                    <a:pt x="1252" y="1185"/>
                    <a:pt x="1113" y="1185"/>
                  </a:cubicBezTo>
                  <a:cubicBezTo>
                    <a:pt x="603" y="1185"/>
                    <a:pt x="139" y="878"/>
                    <a:pt x="0" y="395"/>
                  </a:cubicBezTo>
                  <a:lnTo>
                    <a:pt x="0" y="264"/>
                  </a:lnTo>
                  <a:cubicBezTo>
                    <a:pt x="0" y="264"/>
                    <a:pt x="0" y="1185"/>
                    <a:pt x="0" y="1185"/>
                  </a:cubicBezTo>
                  <a:lnTo>
                    <a:pt x="0" y="6410"/>
                  </a:lnTo>
                  <a:cubicBezTo>
                    <a:pt x="0" y="6717"/>
                    <a:pt x="139" y="6980"/>
                    <a:pt x="371" y="7200"/>
                  </a:cubicBezTo>
                  <a:cubicBezTo>
                    <a:pt x="603" y="7419"/>
                    <a:pt x="881" y="7507"/>
                    <a:pt x="1159" y="7507"/>
                  </a:cubicBezTo>
                  <a:lnTo>
                    <a:pt x="1159" y="7507"/>
                  </a:lnTo>
                  <a:lnTo>
                    <a:pt x="14702" y="7244"/>
                  </a:lnTo>
                  <a:lnTo>
                    <a:pt x="25136" y="14180"/>
                  </a:lnTo>
                  <a:cubicBezTo>
                    <a:pt x="25136" y="14180"/>
                    <a:pt x="25415" y="14311"/>
                    <a:pt x="25554" y="14355"/>
                  </a:cubicBezTo>
                  <a:lnTo>
                    <a:pt x="40812" y="17297"/>
                  </a:lnTo>
                  <a:lnTo>
                    <a:pt x="38539" y="20019"/>
                  </a:lnTo>
                  <a:cubicBezTo>
                    <a:pt x="38215" y="20414"/>
                    <a:pt x="38215" y="20984"/>
                    <a:pt x="38539" y="21380"/>
                  </a:cubicBezTo>
                  <a:lnTo>
                    <a:pt x="43131" y="26735"/>
                  </a:lnTo>
                  <a:lnTo>
                    <a:pt x="41832" y="33935"/>
                  </a:lnTo>
                  <a:lnTo>
                    <a:pt x="39653" y="36745"/>
                  </a:lnTo>
                  <a:cubicBezTo>
                    <a:pt x="39328" y="37184"/>
                    <a:pt x="39374" y="37754"/>
                    <a:pt x="39745" y="38149"/>
                  </a:cubicBezTo>
                  <a:lnTo>
                    <a:pt x="42760" y="41266"/>
                  </a:lnTo>
                  <a:lnTo>
                    <a:pt x="39421" y="44647"/>
                  </a:lnTo>
                  <a:cubicBezTo>
                    <a:pt x="39189" y="44866"/>
                    <a:pt x="39096" y="45173"/>
                    <a:pt x="39096" y="45481"/>
                  </a:cubicBezTo>
                  <a:lnTo>
                    <a:pt x="39328" y="47807"/>
                  </a:lnTo>
                  <a:lnTo>
                    <a:pt x="35896" y="49651"/>
                  </a:lnTo>
                  <a:cubicBezTo>
                    <a:pt x="35571" y="49827"/>
                    <a:pt x="35339" y="50134"/>
                    <a:pt x="35339" y="50485"/>
                  </a:cubicBezTo>
                  <a:lnTo>
                    <a:pt x="35061" y="52944"/>
                  </a:lnTo>
                  <a:cubicBezTo>
                    <a:pt x="35015" y="53471"/>
                    <a:pt x="35339" y="53953"/>
                    <a:pt x="35896" y="54129"/>
                  </a:cubicBezTo>
                  <a:lnTo>
                    <a:pt x="39003" y="54963"/>
                  </a:lnTo>
                  <a:lnTo>
                    <a:pt x="37937" y="63919"/>
                  </a:lnTo>
                  <a:cubicBezTo>
                    <a:pt x="37890" y="64489"/>
                    <a:pt x="38261" y="64972"/>
                    <a:pt x="38818" y="65104"/>
                  </a:cubicBezTo>
                  <a:lnTo>
                    <a:pt x="41693" y="65719"/>
                  </a:lnTo>
                  <a:lnTo>
                    <a:pt x="41693" y="68484"/>
                  </a:lnTo>
                  <a:lnTo>
                    <a:pt x="39281" y="69318"/>
                  </a:lnTo>
                  <a:cubicBezTo>
                    <a:pt x="38911" y="69450"/>
                    <a:pt x="38678" y="69713"/>
                    <a:pt x="38539" y="70065"/>
                  </a:cubicBezTo>
                  <a:lnTo>
                    <a:pt x="36684" y="76386"/>
                  </a:lnTo>
                  <a:lnTo>
                    <a:pt x="33206" y="77572"/>
                  </a:lnTo>
                  <a:cubicBezTo>
                    <a:pt x="32742" y="77703"/>
                    <a:pt x="32464" y="78142"/>
                    <a:pt x="32418" y="78581"/>
                  </a:cubicBezTo>
                  <a:lnTo>
                    <a:pt x="32139" y="88591"/>
                  </a:lnTo>
                  <a:lnTo>
                    <a:pt x="14377" y="107028"/>
                  </a:lnTo>
                  <a:lnTo>
                    <a:pt x="14191" y="107248"/>
                  </a:lnTo>
                  <a:cubicBezTo>
                    <a:pt x="13774" y="107687"/>
                    <a:pt x="13774" y="108389"/>
                    <a:pt x="14284" y="108785"/>
                  </a:cubicBezTo>
                  <a:cubicBezTo>
                    <a:pt x="14516" y="108960"/>
                    <a:pt x="14794" y="109092"/>
                    <a:pt x="15073" y="109092"/>
                  </a:cubicBezTo>
                  <a:cubicBezTo>
                    <a:pt x="15397" y="109092"/>
                    <a:pt x="15722" y="108960"/>
                    <a:pt x="15907" y="108741"/>
                  </a:cubicBezTo>
                  <a:lnTo>
                    <a:pt x="16093" y="108565"/>
                  </a:lnTo>
                  <a:lnTo>
                    <a:pt x="34180" y="89820"/>
                  </a:lnTo>
                  <a:cubicBezTo>
                    <a:pt x="34180" y="89820"/>
                    <a:pt x="34458" y="89381"/>
                    <a:pt x="34505" y="89117"/>
                  </a:cubicBezTo>
                  <a:lnTo>
                    <a:pt x="34783" y="79459"/>
                  </a:lnTo>
                  <a:lnTo>
                    <a:pt x="38076" y="78362"/>
                  </a:lnTo>
                  <a:cubicBezTo>
                    <a:pt x="38447" y="78230"/>
                    <a:pt x="38678" y="77967"/>
                    <a:pt x="38818" y="77616"/>
                  </a:cubicBezTo>
                  <a:lnTo>
                    <a:pt x="40673" y="71294"/>
                  </a:lnTo>
                  <a:lnTo>
                    <a:pt x="43316" y="70372"/>
                  </a:lnTo>
                  <a:cubicBezTo>
                    <a:pt x="43780" y="70196"/>
                    <a:pt x="44058" y="69801"/>
                    <a:pt x="44058" y="69318"/>
                  </a:cubicBezTo>
                  <a:lnTo>
                    <a:pt x="44058" y="64928"/>
                  </a:lnTo>
                  <a:cubicBezTo>
                    <a:pt x="44058" y="64402"/>
                    <a:pt x="43687" y="63962"/>
                    <a:pt x="43177" y="63875"/>
                  </a:cubicBezTo>
                  <a:lnTo>
                    <a:pt x="40395" y="63260"/>
                  </a:lnTo>
                  <a:lnTo>
                    <a:pt x="41415" y="54348"/>
                  </a:lnTo>
                  <a:cubicBezTo>
                    <a:pt x="41461" y="53822"/>
                    <a:pt x="41137" y="53339"/>
                    <a:pt x="40580" y="53163"/>
                  </a:cubicBezTo>
                  <a:lnTo>
                    <a:pt x="37473" y="52329"/>
                  </a:lnTo>
                  <a:lnTo>
                    <a:pt x="37612" y="51319"/>
                  </a:lnTo>
                  <a:lnTo>
                    <a:pt x="41137" y="49388"/>
                  </a:lnTo>
                  <a:cubicBezTo>
                    <a:pt x="41508" y="49168"/>
                    <a:pt x="41740" y="48773"/>
                    <a:pt x="41693" y="48334"/>
                  </a:cubicBezTo>
                  <a:lnTo>
                    <a:pt x="41461" y="45788"/>
                  </a:lnTo>
                  <a:lnTo>
                    <a:pt x="45171" y="42012"/>
                  </a:lnTo>
                  <a:cubicBezTo>
                    <a:pt x="45589" y="41574"/>
                    <a:pt x="45589" y="40915"/>
                    <a:pt x="45171" y="40520"/>
                  </a:cubicBezTo>
                  <a:lnTo>
                    <a:pt x="42064" y="37359"/>
                  </a:lnTo>
                  <a:lnTo>
                    <a:pt x="43827" y="35076"/>
                  </a:lnTo>
                  <a:cubicBezTo>
                    <a:pt x="43827" y="35076"/>
                    <a:pt x="44012" y="34769"/>
                    <a:pt x="44012" y="34593"/>
                  </a:cubicBezTo>
                  <a:lnTo>
                    <a:pt x="45450" y="26647"/>
                  </a:lnTo>
                  <a:cubicBezTo>
                    <a:pt x="45496" y="26340"/>
                    <a:pt x="45450" y="26033"/>
                    <a:pt x="45218" y="25770"/>
                  </a:cubicBezTo>
                  <a:lnTo>
                    <a:pt x="40858" y="20677"/>
                  </a:lnTo>
                  <a:lnTo>
                    <a:pt x="43734" y="17253"/>
                  </a:lnTo>
                  <a:cubicBezTo>
                    <a:pt x="43966" y="16946"/>
                    <a:pt x="44058" y="16550"/>
                    <a:pt x="43919" y="16199"/>
                  </a:cubicBezTo>
                  <a:cubicBezTo>
                    <a:pt x="43780" y="15848"/>
                    <a:pt x="43455" y="15585"/>
                    <a:pt x="43038" y="15497"/>
                  </a:cubicBezTo>
                  <a:lnTo>
                    <a:pt x="26157" y="12248"/>
                  </a:lnTo>
                  <a:lnTo>
                    <a:pt x="15629" y="5268"/>
                  </a:lnTo>
                  <a:cubicBezTo>
                    <a:pt x="15629" y="5268"/>
                    <a:pt x="15073" y="5093"/>
                    <a:pt x="14933" y="5049"/>
                  </a:cubicBezTo>
                  <a:lnTo>
                    <a:pt x="2180" y="5312"/>
                  </a:lnTo>
                  <a:lnTo>
                    <a:pt x="2180" y="132"/>
                  </a:lnTo>
                  <a:cubicBezTo>
                    <a:pt x="2180" y="132"/>
                    <a:pt x="2133" y="44"/>
                    <a:pt x="2133" y="0"/>
                  </a:cubicBezTo>
                  <a:cubicBezTo>
                    <a:pt x="2180" y="527"/>
                    <a:pt x="1901" y="1054"/>
                    <a:pt x="1345" y="118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4" name="Freeform: Shape 2513">
              <a:extLst>
                <a:ext uri="{FF2B5EF4-FFF2-40B4-BE49-F238E27FC236}">
                  <a16:creationId xmlns:a16="http://schemas.microsoft.com/office/drawing/2014/main" id="{220213BC-E301-3AF3-CE1A-95ED0FE508DE}"/>
                </a:ext>
              </a:extLst>
            </p:cNvPr>
            <p:cNvSpPr>
              <a:spLocks/>
            </p:cNvSpPr>
            <p:nvPr/>
          </p:nvSpPr>
          <p:spPr>
            <a:xfrm>
              <a:off x="6157803" y="4480316"/>
              <a:ext cx="127649" cy="171548"/>
            </a:xfrm>
            <a:custGeom>
              <a:avLst/>
              <a:gdLst>
                <a:gd name="connsiteX0" fmla="*/ 2365 w 85519"/>
                <a:gd name="connsiteY0" fmla="*/ 69362 h 114930"/>
                <a:gd name="connsiteX1" fmla="*/ 17438 w 85519"/>
                <a:gd name="connsiteY1" fmla="*/ 69362 h 114930"/>
                <a:gd name="connsiteX2" fmla="*/ 18597 w 85519"/>
                <a:gd name="connsiteY2" fmla="*/ 68265 h 114930"/>
                <a:gd name="connsiteX3" fmla="*/ 18597 w 85519"/>
                <a:gd name="connsiteY3" fmla="*/ 10492 h 114930"/>
                <a:gd name="connsiteX4" fmla="*/ 53890 w 85519"/>
                <a:gd name="connsiteY4" fmla="*/ 5531 h 114930"/>
                <a:gd name="connsiteX5" fmla="*/ 57554 w 85519"/>
                <a:gd name="connsiteY5" fmla="*/ 11985 h 114930"/>
                <a:gd name="connsiteX6" fmla="*/ 58528 w 85519"/>
                <a:gd name="connsiteY6" fmla="*/ 12555 h 114930"/>
                <a:gd name="connsiteX7" fmla="*/ 59549 w 85519"/>
                <a:gd name="connsiteY7" fmla="*/ 12073 h 114930"/>
                <a:gd name="connsiteX8" fmla="*/ 69427 w 85519"/>
                <a:gd name="connsiteY8" fmla="*/ 4873 h 114930"/>
                <a:gd name="connsiteX9" fmla="*/ 73786 w 85519"/>
                <a:gd name="connsiteY9" fmla="*/ 6234 h 114930"/>
                <a:gd name="connsiteX10" fmla="*/ 74668 w 85519"/>
                <a:gd name="connsiteY10" fmla="*/ 6497 h 114930"/>
                <a:gd name="connsiteX11" fmla="*/ 75502 w 85519"/>
                <a:gd name="connsiteY11" fmla="*/ 6058 h 114930"/>
                <a:gd name="connsiteX12" fmla="*/ 83247 w 85519"/>
                <a:gd name="connsiteY12" fmla="*/ 2239 h 114930"/>
                <a:gd name="connsiteX13" fmla="*/ 84036 w 85519"/>
                <a:gd name="connsiteY13" fmla="*/ 2195 h 114930"/>
                <a:gd name="connsiteX14" fmla="*/ 84360 w 85519"/>
                <a:gd name="connsiteY14" fmla="*/ 2195 h 114930"/>
                <a:gd name="connsiteX15" fmla="*/ 84360 w 85519"/>
                <a:gd name="connsiteY15" fmla="*/ 2195 h 114930"/>
                <a:gd name="connsiteX16" fmla="*/ 85520 w 85519"/>
                <a:gd name="connsiteY16" fmla="*/ 1141 h 114930"/>
                <a:gd name="connsiteX17" fmla="*/ 84407 w 85519"/>
                <a:gd name="connsiteY17" fmla="*/ 0 h 114930"/>
                <a:gd name="connsiteX18" fmla="*/ 84407 w 85519"/>
                <a:gd name="connsiteY18" fmla="*/ 0 h 114930"/>
                <a:gd name="connsiteX19" fmla="*/ 84407 w 85519"/>
                <a:gd name="connsiteY19" fmla="*/ 0 h 114930"/>
                <a:gd name="connsiteX20" fmla="*/ 84407 w 85519"/>
                <a:gd name="connsiteY20" fmla="*/ 0 h 114930"/>
                <a:gd name="connsiteX21" fmla="*/ 82459 w 85519"/>
                <a:gd name="connsiteY21" fmla="*/ 44 h 114930"/>
                <a:gd name="connsiteX22" fmla="*/ 74343 w 85519"/>
                <a:gd name="connsiteY22" fmla="*/ 3907 h 114930"/>
                <a:gd name="connsiteX23" fmla="*/ 69102 w 85519"/>
                <a:gd name="connsiteY23" fmla="*/ 2678 h 114930"/>
                <a:gd name="connsiteX24" fmla="*/ 58714 w 85519"/>
                <a:gd name="connsiteY24" fmla="*/ 9438 h 114930"/>
                <a:gd name="connsiteX25" fmla="*/ 55514 w 85519"/>
                <a:gd name="connsiteY25" fmla="*/ 3819 h 114930"/>
                <a:gd name="connsiteX26" fmla="*/ 54308 w 85519"/>
                <a:gd name="connsiteY26" fmla="*/ 3249 h 114930"/>
                <a:gd name="connsiteX27" fmla="*/ 17206 w 85519"/>
                <a:gd name="connsiteY27" fmla="*/ 8473 h 114930"/>
                <a:gd name="connsiteX28" fmla="*/ 16232 w 85519"/>
                <a:gd name="connsiteY28" fmla="*/ 9570 h 114930"/>
                <a:gd name="connsiteX29" fmla="*/ 16232 w 85519"/>
                <a:gd name="connsiteY29" fmla="*/ 67167 h 114930"/>
                <a:gd name="connsiteX30" fmla="*/ 1159 w 85519"/>
                <a:gd name="connsiteY30" fmla="*/ 67167 h 114930"/>
                <a:gd name="connsiteX31" fmla="*/ 0 w 85519"/>
                <a:gd name="connsiteY31" fmla="*/ 68265 h 114930"/>
                <a:gd name="connsiteX32" fmla="*/ 0 w 85519"/>
                <a:gd name="connsiteY32" fmla="*/ 113833 h 114930"/>
                <a:gd name="connsiteX33" fmla="*/ 1159 w 85519"/>
                <a:gd name="connsiteY33" fmla="*/ 114930 h 114930"/>
                <a:gd name="connsiteX34" fmla="*/ 2319 w 85519"/>
                <a:gd name="connsiteY34" fmla="*/ 113833 h 114930"/>
                <a:gd name="connsiteX35" fmla="*/ 2319 w 85519"/>
                <a:gd name="connsiteY35" fmla="*/ 69406 h 11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5519" h="114930">
                  <a:moveTo>
                    <a:pt x="2365" y="69362"/>
                  </a:moveTo>
                  <a:lnTo>
                    <a:pt x="17438" y="69362"/>
                  </a:lnTo>
                  <a:cubicBezTo>
                    <a:pt x="18087" y="69362"/>
                    <a:pt x="18597" y="68879"/>
                    <a:pt x="18597" y="68265"/>
                  </a:cubicBezTo>
                  <a:lnTo>
                    <a:pt x="18597" y="10492"/>
                  </a:lnTo>
                  <a:lnTo>
                    <a:pt x="53890" y="5531"/>
                  </a:lnTo>
                  <a:lnTo>
                    <a:pt x="57554" y="11985"/>
                  </a:lnTo>
                  <a:cubicBezTo>
                    <a:pt x="57740" y="12336"/>
                    <a:pt x="58111" y="12555"/>
                    <a:pt x="58528" y="12555"/>
                  </a:cubicBezTo>
                  <a:cubicBezTo>
                    <a:pt x="58899" y="12555"/>
                    <a:pt x="59317" y="12380"/>
                    <a:pt x="59549" y="12073"/>
                  </a:cubicBezTo>
                  <a:cubicBezTo>
                    <a:pt x="59595" y="11985"/>
                    <a:pt x="64418" y="5444"/>
                    <a:pt x="69427" y="4873"/>
                  </a:cubicBezTo>
                  <a:cubicBezTo>
                    <a:pt x="71050" y="4697"/>
                    <a:pt x="72441" y="5136"/>
                    <a:pt x="73786" y="6234"/>
                  </a:cubicBezTo>
                  <a:cubicBezTo>
                    <a:pt x="74018" y="6453"/>
                    <a:pt x="74389" y="6541"/>
                    <a:pt x="74668" y="6497"/>
                  </a:cubicBezTo>
                  <a:cubicBezTo>
                    <a:pt x="74992" y="6497"/>
                    <a:pt x="75270" y="6278"/>
                    <a:pt x="75502" y="6058"/>
                  </a:cubicBezTo>
                  <a:cubicBezTo>
                    <a:pt x="75595" y="5882"/>
                    <a:pt x="78238" y="2590"/>
                    <a:pt x="83247" y="2239"/>
                  </a:cubicBezTo>
                  <a:cubicBezTo>
                    <a:pt x="83526" y="2239"/>
                    <a:pt x="83757" y="2195"/>
                    <a:pt x="84036" y="2195"/>
                  </a:cubicBezTo>
                  <a:cubicBezTo>
                    <a:pt x="84128" y="2195"/>
                    <a:pt x="84314" y="2195"/>
                    <a:pt x="84360" y="2195"/>
                  </a:cubicBezTo>
                  <a:lnTo>
                    <a:pt x="84360" y="2195"/>
                  </a:lnTo>
                  <a:cubicBezTo>
                    <a:pt x="84963" y="2195"/>
                    <a:pt x="85520" y="1712"/>
                    <a:pt x="85520" y="1141"/>
                  </a:cubicBezTo>
                  <a:cubicBezTo>
                    <a:pt x="85520" y="527"/>
                    <a:pt x="85056" y="44"/>
                    <a:pt x="84407" y="0"/>
                  </a:cubicBezTo>
                  <a:cubicBezTo>
                    <a:pt x="84407" y="0"/>
                    <a:pt x="84407" y="0"/>
                    <a:pt x="84407" y="0"/>
                  </a:cubicBezTo>
                  <a:lnTo>
                    <a:pt x="84407" y="0"/>
                  </a:lnTo>
                  <a:cubicBezTo>
                    <a:pt x="84407" y="0"/>
                    <a:pt x="84407" y="0"/>
                    <a:pt x="84407" y="0"/>
                  </a:cubicBezTo>
                  <a:cubicBezTo>
                    <a:pt x="83711" y="0"/>
                    <a:pt x="83108" y="0"/>
                    <a:pt x="82459" y="44"/>
                  </a:cubicBezTo>
                  <a:cubicBezTo>
                    <a:pt x="78238" y="439"/>
                    <a:pt x="75595" y="2678"/>
                    <a:pt x="74343" y="3907"/>
                  </a:cubicBezTo>
                  <a:cubicBezTo>
                    <a:pt x="72766" y="2897"/>
                    <a:pt x="71004" y="2458"/>
                    <a:pt x="69102" y="2678"/>
                  </a:cubicBezTo>
                  <a:cubicBezTo>
                    <a:pt x="64650" y="3205"/>
                    <a:pt x="60615" y="7243"/>
                    <a:pt x="58714" y="9438"/>
                  </a:cubicBezTo>
                  <a:lnTo>
                    <a:pt x="55514" y="3819"/>
                  </a:lnTo>
                  <a:cubicBezTo>
                    <a:pt x="55282" y="3424"/>
                    <a:pt x="54818" y="3161"/>
                    <a:pt x="54308" y="3249"/>
                  </a:cubicBezTo>
                  <a:lnTo>
                    <a:pt x="17206" y="8473"/>
                  </a:lnTo>
                  <a:cubicBezTo>
                    <a:pt x="16650" y="8561"/>
                    <a:pt x="16232" y="8999"/>
                    <a:pt x="16232" y="9570"/>
                  </a:cubicBezTo>
                  <a:lnTo>
                    <a:pt x="16232" y="67167"/>
                  </a:lnTo>
                  <a:lnTo>
                    <a:pt x="1159" y="67167"/>
                  </a:lnTo>
                  <a:cubicBezTo>
                    <a:pt x="510" y="67167"/>
                    <a:pt x="0" y="67650"/>
                    <a:pt x="0" y="68265"/>
                  </a:cubicBezTo>
                  <a:lnTo>
                    <a:pt x="0" y="113833"/>
                  </a:lnTo>
                  <a:cubicBezTo>
                    <a:pt x="0" y="114448"/>
                    <a:pt x="510" y="114930"/>
                    <a:pt x="1159" y="114930"/>
                  </a:cubicBezTo>
                  <a:cubicBezTo>
                    <a:pt x="1809" y="114930"/>
                    <a:pt x="2319" y="114448"/>
                    <a:pt x="2319" y="113833"/>
                  </a:cubicBezTo>
                  <a:lnTo>
                    <a:pt x="2319" y="6940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5" name="Freeform: Shape 2514">
              <a:extLst>
                <a:ext uri="{FF2B5EF4-FFF2-40B4-BE49-F238E27FC236}">
                  <a16:creationId xmlns:a16="http://schemas.microsoft.com/office/drawing/2014/main" id="{3742A937-C28A-FD5F-9632-D1CAC39A5241}"/>
                </a:ext>
              </a:extLst>
            </p:cNvPr>
            <p:cNvSpPr>
              <a:spLocks/>
            </p:cNvSpPr>
            <p:nvPr/>
          </p:nvSpPr>
          <p:spPr>
            <a:xfrm>
              <a:off x="6398008" y="4393035"/>
              <a:ext cx="70956" cy="39709"/>
            </a:xfrm>
            <a:custGeom>
              <a:avLst/>
              <a:gdLst>
                <a:gd name="connsiteX0" fmla="*/ 45637 w 47538"/>
                <a:gd name="connsiteY0" fmla="*/ 0 h 26603"/>
                <a:gd name="connsiteX1" fmla="*/ 836 w 47538"/>
                <a:gd name="connsiteY1" fmla="*/ 12643 h 26603"/>
                <a:gd name="connsiteX2" fmla="*/ 48 w 47538"/>
                <a:gd name="connsiteY2" fmla="*/ 14004 h 26603"/>
                <a:gd name="connsiteX3" fmla="*/ 3109 w 47538"/>
                <a:gd name="connsiteY3" fmla="*/ 24408 h 26603"/>
                <a:gd name="connsiteX4" fmla="*/ 3480 w 47538"/>
                <a:gd name="connsiteY4" fmla="*/ 25681 h 26603"/>
                <a:gd name="connsiteX5" fmla="*/ 3480 w 47538"/>
                <a:gd name="connsiteY5" fmla="*/ 25813 h 26603"/>
                <a:gd name="connsiteX6" fmla="*/ 4639 w 47538"/>
                <a:gd name="connsiteY6" fmla="*/ 26603 h 26603"/>
                <a:gd name="connsiteX7" fmla="*/ 4964 w 47538"/>
                <a:gd name="connsiteY7" fmla="*/ 26603 h 26603"/>
                <a:gd name="connsiteX8" fmla="*/ 5752 w 47538"/>
                <a:gd name="connsiteY8" fmla="*/ 25418 h 26603"/>
                <a:gd name="connsiteX9" fmla="*/ 5752 w 47538"/>
                <a:gd name="connsiteY9" fmla="*/ 25243 h 26603"/>
                <a:gd name="connsiteX10" fmla="*/ 2599 w 47538"/>
                <a:gd name="connsiteY10" fmla="*/ 14487 h 26603"/>
                <a:gd name="connsiteX11" fmla="*/ 47538 w 47538"/>
                <a:gd name="connsiteY11" fmla="*/ 1800 h 26603"/>
                <a:gd name="connsiteX12" fmla="*/ 47028 w 47538"/>
                <a:gd name="connsiteY12" fmla="*/ 1361 h 26603"/>
                <a:gd name="connsiteX13" fmla="*/ 47028 w 47538"/>
                <a:gd name="connsiteY13" fmla="*/ 1361 h 26603"/>
                <a:gd name="connsiteX14" fmla="*/ 47028 w 47538"/>
                <a:gd name="connsiteY14" fmla="*/ 1361 h 26603"/>
                <a:gd name="connsiteX15" fmla="*/ 45637 w 47538"/>
                <a:gd name="connsiteY15" fmla="*/ 44 h 2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7538" h="26603">
                  <a:moveTo>
                    <a:pt x="45637" y="0"/>
                  </a:moveTo>
                  <a:lnTo>
                    <a:pt x="836" y="12643"/>
                  </a:lnTo>
                  <a:cubicBezTo>
                    <a:pt x="233" y="12819"/>
                    <a:pt x="-137" y="13389"/>
                    <a:pt x="48" y="14004"/>
                  </a:cubicBezTo>
                  <a:lnTo>
                    <a:pt x="3109" y="24408"/>
                  </a:lnTo>
                  <a:lnTo>
                    <a:pt x="3480" y="25681"/>
                  </a:lnTo>
                  <a:lnTo>
                    <a:pt x="3480" y="25813"/>
                  </a:lnTo>
                  <a:cubicBezTo>
                    <a:pt x="3665" y="26296"/>
                    <a:pt x="4129" y="26603"/>
                    <a:pt x="4639" y="26603"/>
                  </a:cubicBezTo>
                  <a:cubicBezTo>
                    <a:pt x="4732" y="26603"/>
                    <a:pt x="4825" y="26603"/>
                    <a:pt x="4964" y="26603"/>
                  </a:cubicBezTo>
                  <a:cubicBezTo>
                    <a:pt x="5520" y="26472"/>
                    <a:pt x="5799" y="25945"/>
                    <a:pt x="5752" y="25418"/>
                  </a:cubicBezTo>
                  <a:cubicBezTo>
                    <a:pt x="5752" y="25374"/>
                    <a:pt x="5752" y="25330"/>
                    <a:pt x="5752" y="25243"/>
                  </a:cubicBezTo>
                  <a:lnTo>
                    <a:pt x="2599" y="14487"/>
                  </a:lnTo>
                  <a:lnTo>
                    <a:pt x="47538" y="1800"/>
                  </a:lnTo>
                  <a:lnTo>
                    <a:pt x="47028" y="1361"/>
                  </a:lnTo>
                  <a:cubicBezTo>
                    <a:pt x="47028" y="1361"/>
                    <a:pt x="47028" y="1361"/>
                    <a:pt x="47028" y="1361"/>
                  </a:cubicBezTo>
                  <a:cubicBezTo>
                    <a:pt x="47028" y="1361"/>
                    <a:pt x="47028" y="1361"/>
                    <a:pt x="47028" y="1361"/>
                  </a:cubicBezTo>
                  <a:lnTo>
                    <a:pt x="45637" y="4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6" name="Freeform: Shape 2515">
              <a:extLst>
                <a:ext uri="{FF2B5EF4-FFF2-40B4-BE49-F238E27FC236}">
                  <a16:creationId xmlns:a16="http://schemas.microsoft.com/office/drawing/2014/main" id="{9234A09E-5E7F-A51C-5141-3238F3A88988}"/>
                </a:ext>
              </a:extLst>
            </p:cNvPr>
            <p:cNvSpPr>
              <a:spLocks/>
            </p:cNvSpPr>
            <p:nvPr/>
          </p:nvSpPr>
          <p:spPr>
            <a:xfrm>
              <a:off x="6468341" y="4310030"/>
              <a:ext cx="176986" cy="157899"/>
            </a:xfrm>
            <a:custGeom>
              <a:avLst/>
              <a:gdLst>
                <a:gd name="connsiteX0" fmla="*/ 90575 w 118573"/>
                <a:gd name="connsiteY0" fmla="*/ 10875 h 105786"/>
                <a:gd name="connsiteX1" fmla="*/ 89833 w 118573"/>
                <a:gd name="connsiteY1" fmla="*/ 11138 h 105786"/>
                <a:gd name="connsiteX2" fmla="*/ 85056 w 118573"/>
                <a:gd name="connsiteY2" fmla="*/ 14914 h 105786"/>
                <a:gd name="connsiteX3" fmla="*/ 77218 w 118573"/>
                <a:gd name="connsiteY3" fmla="*/ 13114 h 105786"/>
                <a:gd name="connsiteX4" fmla="*/ 76198 w 118573"/>
                <a:gd name="connsiteY4" fmla="*/ 13333 h 105786"/>
                <a:gd name="connsiteX5" fmla="*/ 70586 w 118573"/>
                <a:gd name="connsiteY5" fmla="*/ 17855 h 105786"/>
                <a:gd name="connsiteX6" fmla="*/ 66088 w 118573"/>
                <a:gd name="connsiteY6" fmla="*/ 19260 h 105786"/>
                <a:gd name="connsiteX7" fmla="*/ 59595 w 118573"/>
                <a:gd name="connsiteY7" fmla="*/ 15660 h 105786"/>
                <a:gd name="connsiteX8" fmla="*/ 58018 w 118573"/>
                <a:gd name="connsiteY8" fmla="*/ 16011 h 105786"/>
                <a:gd name="connsiteX9" fmla="*/ 55235 w 118573"/>
                <a:gd name="connsiteY9" fmla="*/ 20094 h 105786"/>
                <a:gd name="connsiteX10" fmla="*/ 50412 w 118573"/>
                <a:gd name="connsiteY10" fmla="*/ 19392 h 105786"/>
                <a:gd name="connsiteX11" fmla="*/ 43966 w 118573"/>
                <a:gd name="connsiteY11" fmla="*/ 15660 h 105786"/>
                <a:gd name="connsiteX12" fmla="*/ 42714 w 118573"/>
                <a:gd name="connsiteY12" fmla="*/ 15660 h 105786"/>
                <a:gd name="connsiteX13" fmla="*/ 39514 w 118573"/>
                <a:gd name="connsiteY13" fmla="*/ 17679 h 105786"/>
                <a:gd name="connsiteX14" fmla="*/ 25090 w 118573"/>
                <a:gd name="connsiteY14" fmla="*/ 17679 h 105786"/>
                <a:gd name="connsiteX15" fmla="*/ 24209 w 118573"/>
                <a:gd name="connsiteY15" fmla="*/ 18075 h 105786"/>
                <a:gd name="connsiteX16" fmla="*/ 22493 w 118573"/>
                <a:gd name="connsiteY16" fmla="*/ 20006 h 105786"/>
                <a:gd name="connsiteX17" fmla="*/ 22308 w 118573"/>
                <a:gd name="connsiteY17" fmla="*/ 21104 h 105786"/>
                <a:gd name="connsiteX18" fmla="*/ 24024 w 118573"/>
                <a:gd name="connsiteY18" fmla="*/ 25274 h 105786"/>
                <a:gd name="connsiteX19" fmla="*/ 21380 w 118573"/>
                <a:gd name="connsiteY19" fmla="*/ 25274 h 105786"/>
                <a:gd name="connsiteX20" fmla="*/ 20545 w 118573"/>
                <a:gd name="connsiteY20" fmla="*/ 25625 h 105786"/>
                <a:gd name="connsiteX21" fmla="*/ 20221 w 118573"/>
                <a:gd name="connsiteY21" fmla="*/ 26459 h 105786"/>
                <a:gd name="connsiteX22" fmla="*/ 21937 w 118573"/>
                <a:gd name="connsiteY22" fmla="*/ 46039 h 105786"/>
                <a:gd name="connsiteX23" fmla="*/ 22308 w 118573"/>
                <a:gd name="connsiteY23" fmla="*/ 46741 h 105786"/>
                <a:gd name="connsiteX24" fmla="*/ 33809 w 118573"/>
                <a:gd name="connsiteY24" fmla="*/ 57058 h 105786"/>
                <a:gd name="connsiteX25" fmla="*/ 43873 w 118573"/>
                <a:gd name="connsiteY25" fmla="*/ 66057 h 105786"/>
                <a:gd name="connsiteX26" fmla="*/ 42528 w 118573"/>
                <a:gd name="connsiteY26" fmla="*/ 72554 h 105786"/>
                <a:gd name="connsiteX27" fmla="*/ 42528 w 118573"/>
                <a:gd name="connsiteY27" fmla="*/ 85724 h 105786"/>
                <a:gd name="connsiteX28" fmla="*/ 41461 w 118573"/>
                <a:gd name="connsiteY28" fmla="*/ 85724 h 105786"/>
                <a:gd name="connsiteX29" fmla="*/ 37983 w 118573"/>
                <a:gd name="connsiteY29" fmla="*/ 86295 h 105786"/>
                <a:gd name="connsiteX30" fmla="*/ 37241 w 118573"/>
                <a:gd name="connsiteY30" fmla="*/ 86734 h 105786"/>
                <a:gd name="connsiteX31" fmla="*/ 32325 w 118573"/>
                <a:gd name="connsiteY31" fmla="*/ 93319 h 105786"/>
                <a:gd name="connsiteX32" fmla="*/ 32325 w 118573"/>
                <a:gd name="connsiteY32" fmla="*/ 94592 h 105786"/>
                <a:gd name="connsiteX33" fmla="*/ 34412 w 118573"/>
                <a:gd name="connsiteY33" fmla="*/ 97314 h 105786"/>
                <a:gd name="connsiteX34" fmla="*/ 34412 w 118573"/>
                <a:gd name="connsiteY34" fmla="*/ 103548 h 105786"/>
                <a:gd name="connsiteX35" fmla="*/ 33253 w 118573"/>
                <a:gd name="connsiteY35" fmla="*/ 103548 h 105786"/>
                <a:gd name="connsiteX36" fmla="*/ 33253 w 118573"/>
                <a:gd name="connsiteY36" fmla="*/ 99685 h 105786"/>
                <a:gd name="connsiteX37" fmla="*/ 32882 w 118573"/>
                <a:gd name="connsiteY37" fmla="*/ 98894 h 105786"/>
                <a:gd name="connsiteX38" fmla="*/ 23792 w 118573"/>
                <a:gd name="connsiteY38" fmla="*/ 90554 h 105786"/>
                <a:gd name="connsiteX39" fmla="*/ 22168 w 118573"/>
                <a:gd name="connsiteY39" fmla="*/ 86383 h 105786"/>
                <a:gd name="connsiteX40" fmla="*/ 21844 w 118573"/>
                <a:gd name="connsiteY40" fmla="*/ 85944 h 105786"/>
                <a:gd name="connsiteX41" fmla="*/ 20221 w 118573"/>
                <a:gd name="connsiteY41" fmla="*/ 84583 h 105786"/>
                <a:gd name="connsiteX42" fmla="*/ 22725 w 118573"/>
                <a:gd name="connsiteY42" fmla="*/ 64652 h 105786"/>
                <a:gd name="connsiteX43" fmla="*/ 18968 w 118573"/>
                <a:gd name="connsiteY43" fmla="*/ 61316 h 105786"/>
                <a:gd name="connsiteX44" fmla="*/ 9183 w 118573"/>
                <a:gd name="connsiteY44" fmla="*/ 62194 h 105786"/>
                <a:gd name="connsiteX45" fmla="*/ 1623 w 118573"/>
                <a:gd name="connsiteY45" fmla="*/ 55302 h 105786"/>
                <a:gd name="connsiteX46" fmla="*/ 1623 w 118573"/>
                <a:gd name="connsiteY46" fmla="*/ 55302 h 105786"/>
                <a:gd name="connsiteX47" fmla="*/ 1623 w 118573"/>
                <a:gd name="connsiteY47" fmla="*/ 56882 h 105786"/>
                <a:gd name="connsiteX48" fmla="*/ 789 w 118573"/>
                <a:gd name="connsiteY48" fmla="*/ 57189 h 105786"/>
                <a:gd name="connsiteX49" fmla="*/ 0 w 118573"/>
                <a:gd name="connsiteY49" fmla="*/ 56882 h 105786"/>
                <a:gd name="connsiteX50" fmla="*/ 0 w 118573"/>
                <a:gd name="connsiteY50" fmla="*/ 56882 h 105786"/>
                <a:gd name="connsiteX51" fmla="*/ 510 w 118573"/>
                <a:gd name="connsiteY51" fmla="*/ 57321 h 105786"/>
                <a:gd name="connsiteX52" fmla="*/ 8116 w 118573"/>
                <a:gd name="connsiteY52" fmla="*/ 64301 h 105786"/>
                <a:gd name="connsiteX53" fmla="*/ 9415 w 118573"/>
                <a:gd name="connsiteY53" fmla="*/ 64521 h 105786"/>
                <a:gd name="connsiteX54" fmla="*/ 18180 w 118573"/>
                <a:gd name="connsiteY54" fmla="*/ 63423 h 105786"/>
                <a:gd name="connsiteX55" fmla="*/ 20638 w 118573"/>
                <a:gd name="connsiteY55" fmla="*/ 65618 h 105786"/>
                <a:gd name="connsiteX56" fmla="*/ 17763 w 118573"/>
                <a:gd name="connsiteY56" fmla="*/ 84408 h 105786"/>
                <a:gd name="connsiteX57" fmla="*/ 18041 w 118573"/>
                <a:gd name="connsiteY57" fmla="*/ 85768 h 105786"/>
                <a:gd name="connsiteX58" fmla="*/ 20128 w 118573"/>
                <a:gd name="connsiteY58" fmla="*/ 87525 h 105786"/>
                <a:gd name="connsiteX59" fmla="*/ 21751 w 118573"/>
                <a:gd name="connsiteY59" fmla="*/ 91651 h 105786"/>
                <a:gd name="connsiteX60" fmla="*/ 22029 w 118573"/>
                <a:gd name="connsiteY60" fmla="*/ 92046 h 105786"/>
                <a:gd name="connsiteX61" fmla="*/ 30980 w 118573"/>
                <a:gd name="connsiteY61" fmla="*/ 100211 h 105786"/>
                <a:gd name="connsiteX62" fmla="*/ 30980 w 118573"/>
                <a:gd name="connsiteY62" fmla="*/ 104689 h 105786"/>
                <a:gd name="connsiteX63" fmla="*/ 32140 w 118573"/>
                <a:gd name="connsiteY63" fmla="*/ 105787 h 105786"/>
                <a:gd name="connsiteX64" fmla="*/ 35618 w 118573"/>
                <a:gd name="connsiteY64" fmla="*/ 105787 h 105786"/>
                <a:gd name="connsiteX65" fmla="*/ 36777 w 118573"/>
                <a:gd name="connsiteY65" fmla="*/ 104689 h 105786"/>
                <a:gd name="connsiteX66" fmla="*/ 36777 w 118573"/>
                <a:gd name="connsiteY66" fmla="*/ 97007 h 105786"/>
                <a:gd name="connsiteX67" fmla="*/ 36545 w 118573"/>
                <a:gd name="connsiteY67" fmla="*/ 96348 h 105786"/>
                <a:gd name="connsiteX68" fmla="*/ 34737 w 118573"/>
                <a:gd name="connsiteY68" fmla="*/ 93978 h 105786"/>
                <a:gd name="connsiteX69" fmla="*/ 38911 w 118573"/>
                <a:gd name="connsiteY69" fmla="*/ 88402 h 105786"/>
                <a:gd name="connsiteX70" fmla="*/ 41740 w 118573"/>
                <a:gd name="connsiteY70" fmla="*/ 87963 h 105786"/>
                <a:gd name="connsiteX71" fmla="*/ 43780 w 118573"/>
                <a:gd name="connsiteY71" fmla="*/ 87963 h 105786"/>
                <a:gd name="connsiteX72" fmla="*/ 44940 w 118573"/>
                <a:gd name="connsiteY72" fmla="*/ 86866 h 105786"/>
                <a:gd name="connsiteX73" fmla="*/ 44940 w 118573"/>
                <a:gd name="connsiteY73" fmla="*/ 72818 h 105786"/>
                <a:gd name="connsiteX74" fmla="*/ 46377 w 118573"/>
                <a:gd name="connsiteY74" fmla="*/ 65969 h 105786"/>
                <a:gd name="connsiteX75" fmla="*/ 46053 w 118573"/>
                <a:gd name="connsiteY75" fmla="*/ 64960 h 105786"/>
                <a:gd name="connsiteX76" fmla="*/ 27826 w 118573"/>
                <a:gd name="connsiteY76" fmla="*/ 48585 h 105786"/>
                <a:gd name="connsiteX77" fmla="*/ 24348 w 118573"/>
                <a:gd name="connsiteY77" fmla="*/ 45468 h 105786"/>
                <a:gd name="connsiteX78" fmla="*/ 22771 w 118573"/>
                <a:gd name="connsiteY78" fmla="*/ 27513 h 105786"/>
                <a:gd name="connsiteX79" fmla="*/ 25879 w 118573"/>
                <a:gd name="connsiteY79" fmla="*/ 27513 h 105786"/>
                <a:gd name="connsiteX80" fmla="*/ 26853 w 118573"/>
                <a:gd name="connsiteY80" fmla="*/ 27030 h 105786"/>
                <a:gd name="connsiteX81" fmla="*/ 26992 w 118573"/>
                <a:gd name="connsiteY81" fmla="*/ 26020 h 105786"/>
                <a:gd name="connsiteX82" fmla="*/ 24905 w 118573"/>
                <a:gd name="connsiteY82" fmla="*/ 20972 h 105786"/>
                <a:gd name="connsiteX83" fmla="*/ 25832 w 118573"/>
                <a:gd name="connsiteY83" fmla="*/ 19918 h 105786"/>
                <a:gd name="connsiteX84" fmla="*/ 40070 w 118573"/>
                <a:gd name="connsiteY84" fmla="*/ 19918 h 105786"/>
                <a:gd name="connsiteX85" fmla="*/ 40719 w 118573"/>
                <a:gd name="connsiteY85" fmla="*/ 19743 h 105786"/>
                <a:gd name="connsiteX86" fmla="*/ 43595 w 118573"/>
                <a:gd name="connsiteY86" fmla="*/ 17943 h 105786"/>
                <a:gd name="connsiteX87" fmla="*/ 49624 w 118573"/>
                <a:gd name="connsiteY87" fmla="*/ 21411 h 105786"/>
                <a:gd name="connsiteX88" fmla="*/ 50041 w 118573"/>
                <a:gd name="connsiteY88" fmla="*/ 21543 h 105786"/>
                <a:gd name="connsiteX89" fmla="*/ 55838 w 118573"/>
                <a:gd name="connsiteY89" fmla="*/ 22377 h 105786"/>
                <a:gd name="connsiteX90" fmla="*/ 56998 w 118573"/>
                <a:gd name="connsiteY90" fmla="*/ 21894 h 105786"/>
                <a:gd name="connsiteX91" fmla="*/ 59595 w 118573"/>
                <a:gd name="connsiteY91" fmla="*/ 18119 h 105786"/>
                <a:gd name="connsiteX92" fmla="*/ 65578 w 118573"/>
                <a:gd name="connsiteY92" fmla="*/ 21411 h 105786"/>
                <a:gd name="connsiteX93" fmla="*/ 66552 w 118573"/>
                <a:gd name="connsiteY93" fmla="*/ 21499 h 105786"/>
                <a:gd name="connsiteX94" fmla="*/ 71746 w 118573"/>
                <a:gd name="connsiteY94" fmla="*/ 19830 h 105786"/>
                <a:gd name="connsiteX95" fmla="*/ 72117 w 118573"/>
                <a:gd name="connsiteY95" fmla="*/ 19611 h 105786"/>
                <a:gd name="connsiteX96" fmla="*/ 77450 w 118573"/>
                <a:gd name="connsiteY96" fmla="*/ 15309 h 105786"/>
                <a:gd name="connsiteX97" fmla="*/ 85288 w 118573"/>
                <a:gd name="connsiteY97" fmla="*/ 17109 h 105786"/>
                <a:gd name="connsiteX98" fmla="*/ 86308 w 118573"/>
                <a:gd name="connsiteY98" fmla="*/ 16889 h 105786"/>
                <a:gd name="connsiteX99" fmla="*/ 91224 w 118573"/>
                <a:gd name="connsiteY99" fmla="*/ 13026 h 105786"/>
                <a:gd name="connsiteX100" fmla="*/ 99201 w 118573"/>
                <a:gd name="connsiteY100" fmla="*/ 13026 h 105786"/>
                <a:gd name="connsiteX101" fmla="*/ 99804 w 118573"/>
                <a:gd name="connsiteY101" fmla="*/ 12850 h 105786"/>
                <a:gd name="connsiteX102" fmla="*/ 118030 w 118573"/>
                <a:gd name="connsiteY102" fmla="*/ 2051 h 105786"/>
                <a:gd name="connsiteX103" fmla="*/ 118030 w 118573"/>
                <a:gd name="connsiteY103" fmla="*/ 2051 h 105786"/>
                <a:gd name="connsiteX104" fmla="*/ 118401 w 118573"/>
                <a:gd name="connsiteY104" fmla="*/ 515 h 105786"/>
                <a:gd name="connsiteX105" fmla="*/ 116824 w 118573"/>
                <a:gd name="connsiteY105" fmla="*/ 163 h 105786"/>
                <a:gd name="connsiteX106" fmla="*/ 116732 w 118573"/>
                <a:gd name="connsiteY106" fmla="*/ 163 h 105786"/>
                <a:gd name="connsiteX107" fmla="*/ 98830 w 118573"/>
                <a:gd name="connsiteY107" fmla="*/ 10831 h 105786"/>
                <a:gd name="connsiteX108" fmla="*/ 90760 w 118573"/>
                <a:gd name="connsiteY108" fmla="*/ 10831 h 105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118573" h="105786">
                  <a:moveTo>
                    <a:pt x="90575" y="10875"/>
                  </a:moveTo>
                  <a:cubicBezTo>
                    <a:pt x="90297" y="10875"/>
                    <a:pt x="90018" y="10963"/>
                    <a:pt x="89833" y="11138"/>
                  </a:cubicBezTo>
                  <a:lnTo>
                    <a:pt x="85056" y="14914"/>
                  </a:lnTo>
                  <a:lnTo>
                    <a:pt x="77218" y="13114"/>
                  </a:lnTo>
                  <a:cubicBezTo>
                    <a:pt x="76847" y="13026"/>
                    <a:pt x="76476" y="13114"/>
                    <a:pt x="76198" y="13333"/>
                  </a:cubicBezTo>
                  <a:lnTo>
                    <a:pt x="70586" y="17855"/>
                  </a:lnTo>
                  <a:lnTo>
                    <a:pt x="66088" y="19260"/>
                  </a:lnTo>
                  <a:lnTo>
                    <a:pt x="59595" y="15660"/>
                  </a:lnTo>
                  <a:cubicBezTo>
                    <a:pt x="59038" y="15353"/>
                    <a:pt x="58389" y="15528"/>
                    <a:pt x="58018" y="16011"/>
                  </a:cubicBezTo>
                  <a:lnTo>
                    <a:pt x="55235" y="20094"/>
                  </a:lnTo>
                  <a:lnTo>
                    <a:pt x="50412" y="19392"/>
                  </a:lnTo>
                  <a:lnTo>
                    <a:pt x="43966" y="15660"/>
                  </a:lnTo>
                  <a:cubicBezTo>
                    <a:pt x="43595" y="15440"/>
                    <a:pt x="43085" y="15440"/>
                    <a:pt x="42714" y="15660"/>
                  </a:cubicBezTo>
                  <a:lnTo>
                    <a:pt x="39514" y="17679"/>
                  </a:lnTo>
                  <a:lnTo>
                    <a:pt x="25090" y="17679"/>
                  </a:lnTo>
                  <a:cubicBezTo>
                    <a:pt x="24766" y="17679"/>
                    <a:pt x="24441" y="17811"/>
                    <a:pt x="24209" y="18075"/>
                  </a:cubicBezTo>
                  <a:lnTo>
                    <a:pt x="22493" y="20006"/>
                  </a:lnTo>
                  <a:cubicBezTo>
                    <a:pt x="22215" y="20314"/>
                    <a:pt x="22122" y="20752"/>
                    <a:pt x="22308" y="21104"/>
                  </a:cubicBezTo>
                  <a:lnTo>
                    <a:pt x="24024" y="25274"/>
                  </a:lnTo>
                  <a:lnTo>
                    <a:pt x="21380" y="25274"/>
                  </a:lnTo>
                  <a:cubicBezTo>
                    <a:pt x="21055" y="25274"/>
                    <a:pt x="20731" y="25406"/>
                    <a:pt x="20545" y="25625"/>
                  </a:cubicBezTo>
                  <a:cubicBezTo>
                    <a:pt x="20313" y="25845"/>
                    <a:pt x="20221" y="26152"/>
                    <a:pt x="20221" y="26459"/>
                  </a:cubicBezTo>
                  <a:lnTo>
                    <a:pt x="21937" y="46039"/>
                  </a:lnTo>
                  <a:cubicBezTo>
                    <a:pt x="21937" y="46302"/>
                    <a:pt x="22076" y="46566"/>
                    <a:pt x="22308" y="46741"/>
                  </a:cubicBezTo>
                  <a:lnTo>
                    <a:pt x="33809" y="57058"/>
                  </a:lnTo>
                  <a:lnTo>
                    <a:pt x="43873" y="66057"/>
                  </a:lnTo>
                  <a:lnTo>
                    <a:pt x="42528" y="72554"/>
                  </a:lnTo>
                  <a:lnTo>
                    <a:pt x="42528" y="85724"/>
                  </a:lnTo>
                  <a:lnTo>
                    <a:pt x="41461" y="85724"/>
                  </a:lnTo>
                  <a:cubicBezTo>
                    <a:pt x="41461" y="85724"/>
                    <a:pt x="37983" y="86295"/>
                    <a:pt x="37983" y="86295"/>
                  </a:cubicBezTo>
                  <a:cubicBezTo>
                    <a:pt x="37659" y="86339"/>
                    <a:pt x="37426" y="86515"/>
                    <a:pt x="37241" y="86734"/>
                  </a:cubicBezTo>
                  <a:lnTo>
                    <a:pt x="32325" y="93319"/>
                  </a:lnTo>
                  <a:cubicBezTo>
                    <a:pt x="32047" y="93714"/>
                    <a:pt x="32047" y="94197"/>
                    <a:pt x="32325" y="94592"/>
                  </a:cubicBezTo>
                  <a:lnTo>
                    <a:pt x="34412" y="97314"/>
                  </a:lnTo>
                  <a:lnTo>
                    <a:pt x="34412" y="103548"/>
                  </a:lnTo>
                  <a:lnTo>
                    <a:pt x="33253" y="103548"/>
                  </a:lnTo>
                  <a:lnTo>
                    <a:pt x="33253" y="99685"/>
                  </a:lnTo>
                  <a:cubicBezTo>
                    <a:pt x="33253" y="99377"/>
                    <a:pt x="33113" y="99114"/>
                    <a:pt x="32882" y="98894"/>
                  </a:cubicBezTo>
                  <a:lnTo>
                    <a:pt x="23792" y="90554"/>
                  </a:lnTo>
                  <a:lnTo>
                    <a:pt x="22168" y="86383"/>
                  </a:lnTo>
                  <a:cubicBezTo>
                    <a:pt x="22168" y="86383"/>
                    <a:pt x="21983" y="86076"/>
                    <a:pt x="21844" y="85944"/>
                  </a:cubicBezTo>
                  <a:lnTo>
                    <a:pt x="20221" y="84583"/>
                  </a:lnTo>
                  <a:cubicBezTo>
                    <a:pt x="22725" y="79754"/>
                    <a:pt x="25740" y="70842"/>
                    <a:pt x="22725" y="64652"/>
                  </a:cubicBezTo>
                  <a:cubicBezTo>
                    <a:pt x="21937" y="63028"/>
                    <a:pt x="20684" y="61931"/>
                    <a:pt x="18968" y="61316"/>
                  </a:cubicBezTo>
                  <a:cubicBezTo>
                    <a:pt x="15397" y="60087"/>
                    <a:pt x="10945" y="61492"/>
                    <a:pt x="9183" y="62194"/>
                  </a:cubicBezTo>
                  <a:lnTo>
                    <a:pt x="1623" y="55302"/>
                  </a:lnTo>
                  <a:lnTo>
                    <a:pt x="1623" y="55302"/>
                  </a:lnTo>
                  <a:cubicBezTo>
                    <a:pt x="2087" y="55741"/>
                    <a:pt x="2087" y="56443"/>
                    <a:pt x="1623" y="56882"/>
                  </a:cubicBezTo>
                  <a:cubicBezTo>
                    <a:pt x="1392" y="57102"/>
                    <a:pt x="1113" y="57189"/>
                    <a:pt x="789" y="57189"/>
                  </a:cubicBezTo>
                  <a:cubicBezTo>
                    <a:pt x="464" y="57189"/>
                    <a:pt x="186" y="57102"/>
                    <a:pt x="0" y="56882"/>
                  </a:cubicBezTo>
                  <a:cubicBezTo>
                    <a:pt x="0" y="56882"/>
                    <a:pt x="0" y="56882"/>
                    <a:pt x="0" y="56882"/>
                  </a:cubicBezTo>
                  <a:lnTo>
                    <a:pt x="510" y="57321"/>
                  </a:lnTo>
                  <a:lnTo>
                    <a:pt x="8116" y="64301"/>
                  </a:lnTo>
                  <a:cubicBezTo>
                    <a:pt x="8487" y="64609"/>
                    <a:pt x="8997" y="64696"/>
                    <a:pt x="9415" y="64521"/>
                  </a:cubicBezTo>
                  <a:cubicBezTo>
                    <a:pt x="10852" y="63862"/>
                    <a:pt x="15258" y="62414"/>
                    <a:pt x="18180" y="63423"/>
                  </a:cubicBezTo>
                  <a:cubicBezTo>
                    <a:pt x="19293" y="63818"/>
                    <a:pt x="20128" y="64521"/>
                    <a:pt x="20638" y="65618"/>
                  </a:cubicBezTo>
                  <a:cubicBezTo>
                    <a:pt x="23421" y="71413"/>
                    <a:pt x="19989" y="80456"/>
                    <a:pt x="17763" y="84408"/>
                  </a:cubicBezTo>
                  <a:cubicBezTo>
                    <a:pt x="17531" y="84846"/>
                    <a:pt x="17624" y="85417"/>
                    <a:pt x="18041" y="85768"/>
                  </a:cubicBezTo>
                  <a:lnTo>
                    <a:pt x="20128" y="87525"/>
                  </a:lnTo>
                  <a:lnTo>
                    <a:pt x="21751" y="91651"/>
                  </a:lnTo>
                  <a:cubicBezTo>
                    <a:pt x="21751" y="91651"/>
                    <a:pt x="21890" y="91958"/>
                    <a:pt x="22029" y="92046"/>
                  </a:cubicBezTo>
                  <a:lnTo>
                    <a:pt x="30980" y="100211"/>
                  </a:lnTo>
                  <a:lnTo>
                    <a:pt x="30980" y="104689"/>
                  </a:lnTo>
                  <a:cubicBezTo>
                    <a:pt x="30980" y="105304"/>
                    <a:pt x="31490" y="105787"/>
                    <a:pt x="32140" y="105787"/>
                  </a:cubicBezTo>
                  <a:lnTo>
                    <a:pt x="35618" y="105787"/>
                  </a:lnTo>
                  <a:cubicBezTo>
                    <a:pt x="36267" y="105787"/>
                    <a:pt x="36777" y="105304"/>
                    <a:pt x="36777" y="104689"/>
                  </a:cubicBezTo>
                  <a:lnTo>
                    <a:pt x="36777" y="97007"/>
                  </a:lnTo>
                  <a:cubicBezTo>
                    <a:pt x="36777" y="96787"/>
                    <a:pt x="36685" y="96568"/>
                    <a:pt x="36545" y="96348"/>
                  </a:cubicBezTo>
                  <a:lnTo>
                    <a:pt x="34737" y="93978"/>
                  </a:lnTo>
                  <a:lnTo>
                    <a:pt x="38911" y="88402"/>
                  </a:lnTo>
                  <a:lnTo>
                    <a:pt x="41740" y="87963"/>
                  </a:lnTo>
                  <a:lnTo>
                    <a:pt x="43780" y="87963"/>
                  </a:lnTo>
                  <a:cubicBezTo>
                    <a:pt x="44430" y="87963"/>
                    <a:pt x="44940" y="87481"/>
                    <a:pt x="44940" y="86866"/>
                  </a:cubicBezTo>
                  <a:lnTo>
                    <a:pt x="44940" y="72818"/>
                  </a:lnTo>
                  <a:cubicBezTo>
                    <a:pt x="44940" y="72818"/>
                    <a:pt x="46377" y="65969"/>
                    <a:pt x="46377" y="65969"/>
                  </a:cubicBezTo>
                  <a:cubicBezTo>
                    <a:pt x="46470" y="65618"/>
                    <a:pt x="46331" y="65223"/>
                    <a:pt x="46053" y="64960"/>
                  </a:cubicBezTo>
                  <a:lnTo>
                    <a:pt x="27826" y="48585"/>
                  </a:lnTo>
                  <a:lnTo>
                    <a:pt x="24348" y="45468"/>
                  </a:lnTo>
                  <a:lnTo>
                    <a:pt x="22771" y="27513"/>
                  </a:lnTo>
                  <a:lnTo>
                    <a:pt x="25879" y="27513"/>
                  </a:lnTo>
                  <a:cubicBezTo>
                    <a:pt x="26250" y="27513"/>
                    <a:pt x="26621" y="27337"/>
                    <a:pt x="26853" y="27030"/>
                  </a:cubicBezTo>
                  <a:cubicBezTo>
                    <a:pt x="27084" y="26723"/>
                    <a:pt x="27131" y="26328"/>
                    <a:pt x="26992" y="26020"/>
                  </a:cubicBezTo>
                  <a:lnTo>
                    <a:pt x="24905" y="20972"/>
                  </a:lnTo>
                  <a:lnTo>
                    <a:pt x="25832" y="19918"/>
                  </a:lnTo>
                  <a:lnTo>
                    <a:pt x="40070" y="19918"/>
                  </a:lnTo>
                  <a:cubicBezTo>
                    <a:pt x="40070" y="19918"/>
                    <a:pt x="40534" y="19874"/>
                    <a:pt x="40719" y="19743"/>
                  </a:cubicBezTo>
                  <a:lnTo>
                    <a:pt x="43595" y="17943"/>
                  </a:lnTo>
                  <a:lnTo>
                    <a:pt x="49624" y="21411"/>
                  </a:lnTo>
                  <a:cubicBezTo>
                    <a:pt x="49624" y="21411"/>
                    <a:pt x="49902" y="21543"/>
                    <a:pt x="50041" y="21543"/>
                  </a:cubicBezTo>
                  <a:lnTo>
                    <a:pt x="55838" y="22377"/>
                  </a:lnTo>
                  <a:cubicBezTo>
                    <a:pt x="56302" y="22421"/>
                    <a:pt x="56720" y="22245"/>
                    <a:pt x="56998" y="21894"/>
                  </a:cubicBezTo>
                  <a:lnTo>
                    <a:pt x="59595" y="18119"/>
                  </a:lnTo>
                  <a:lnTo>
                    <a:pt x="65578" y="21411"/>
                  </a:lnTo>
                  <a:cubicBezTo>
                    <a:pt x="65856" y="21587"/>
                    <a:pt x="66227" y="21587"/>
                    <a:pt x="66552" y="21499"/>
                  </a:cubicBezTo>
                  <a:lnTo>
                    <a:pt x="71746" y="19830"/>
                  </a:lnTo>
                  <a:cubicBezTo>
                    <a:pt x="71746" y="19830"/>
                    <a:pt x="72024" y="19699"/>
                    <a:pt x="72117" y="19611"/>
                  </a:cubicBezTo>
                  <a:lnTo>
                    <a:pt x="77450" y="15309"/>
                  </a:lnTo>
                  <a:lnTo>
                    <a:pt x="85288" y="17109"/>
                  </a:lnTo>
                  <a:cubicBezTo>
                    <a:pt x="85659" y="17197"/>
                    <a:pt x="86030" y="17109"/>
                    <a:pt x="86308" y="16889"/>
                  </a:cubicBezTo>
                  <a:lnTo>
                    <a:pt x="91224" y="13026"/>
                  </a:lnTo>
                  <a:lnTo>
                    <a:pt x="99201" y="13026"/>
                  </a:lnTo>
                  <a:cubicBezTo>
                    <a:pt x="99201" y="13026"/>
                    <a:pt x="99619" y="12982"/>
                    <a:pt x="99804" y="12850"/>
                  </a:cubicBezTo>
                  <a:lnTo>
                    <a:pt x="118030" y="2051"/>
                  </a:lnTo>
                  <a:lnTo>
                    <a:pt x="118030" y="2051"/>
                  </a:lnTo>
                  <a:cubicBezTo>
                    <a:pt x="118587" y="1700"/>
                    <a:pt x="118726" y="1041"/>
                    <a:pt x="118401" y="515"/>
                  </a:cubicBezTo>
                  <a:cubicBezTo>
                    <a:pt x="118077" y="-12"/>
                    <a:pt x="117335" y="-144"/>
                    <a:pt x="116824" y="163"/>
                  </a:cubicBezTo>
                  <a:lnTo>
                    <a:pt x="116732" y="163"/>
                  </a:lnTo>
                  <a:cubicBezTo>
                    <a:pt x="116732" y="163"/>
                    <a:pt x="98830" y="10831"/>
                    <a:pt x="98830" y="10831"/>
                  </a:cubicBezTo>
                  <a:lnTo>
                    <a:pt x="90760" y="1083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7" name="Freeform: Shape 2516">
              <a:extLst>
                <a:ext uri="{FF2B5EF4-FFF2-40B4-BE49-F238E27FC236}">
                  <a16:creationId xmlns:a16="http://schemas.microsoft.com/office/drawing/2014/main" id="{08740E53-8158-EE22-58F5-7067280BE33A}"/>
                </a:ext>
              </a:extLst>
            </p:cNvPr>
            <p:cNvSpPr>
              <a:spLocks/>
            </p:cNvSpPr>
            <p:nvPr/>
          </p:nvSpPr>
          <p:spPr>
            <a:xfrm>
              <a:off x="6487101" y="4099279"/>
              <a:ext cx="131858" cy="86298"/>
            </a:xfrm>
            <a:custGeom>
              <a:avLst/>
              <a:gdLst>
                <a:gd name="connsiteX0" fmla="*/ 60893 w 88339"/>
                <a:gd name="connsiteY0" fmla="*/ 30818 h 57816"/>
                <a:gd name="connsiteX1" fmla="*/ 60290 w 88339"/>
                <a:gd name="connsiteY1" fmla="*/ 29852 h 57816"/>
                <a:gd name="connsiteX2" fmla="*/ 37380 w 88339"/>
                <a:gd name="connsiteY2" fmla="*/ 17779 h 57816"/>
                <a:gd name="connsiteX3" fmla="*/ 17345 w 88339"/>
                <a:gd name="connsiteY3" fmla="*/ 7639 h 57816"/>
                <a:gd name="connsiteX4" fmla="*/ 3478 w 88339"/>
                <a:gd name="connsiteY4" fmla="*/ 966 h 57816"/>
                <a:gd name="connsiteX5" fmla="*/ 1484 w 88339"/>
                <a:gd name="connsiteY5" fmla="*/ 0 h 57816"/>
                <a:gd name="connsiteX6" fmla="*/ 1484 w 88339"/>
                <a:gd name="connsiteY6" fmla="*/ 703 h 57816"/>
                <a:gd name="connsiteX7" fmla="*/ 1206 w 88339"/>
                <a:gd name="connsiteY7" fmla="*/ 1317 h 57816"/>
                <a:gd name="connsiteX8" fmla="*/ 1113 w 88339"/>
                <a:gd name="connsiteY8" fmla="*/ 1493 h 57816"/>
                <a:gd name="connsiteX9" fmla="*/ 278 w 88339"/>
                <a:gd name="connsiteY9" fmla="*/ 1800 h 57816"/>
                <a:gd name="connsiteX10" fmla="*/ 0 w 88339"/>
                <a:gd name="connsiteY10" fmla="*/ 1800 h 57816"/>
                <a:gd name="connsiteX11" fmla="*/ 2690 w 88339"/>
                <a:gd name="connsiteY11" fmla="*/ 3117 h 57816"/>
                <a:gd name="connsiteX12" fmla="*/ 16232 w 88339"/>
                <a:gd name="connsiteY12" fmla="*/ 9658 h 57816"/>
                <a:gd name="connsiteX13" fmla="*/ 36221 w 88339"/>
                <a:gd name="connsiteY13" fmla="*/ 19799 h 57816"/>
                <a:gd name="connsiteX14" fmla="*/ 58528 w 88339"/>
                <a:gd name="connsiteY14" fmla="*/ 31564 h 57816"/>
                <a:gd name="connsiteX15" fmla="*/ 58528 w 88339"/>
                <a:gd name="connsiteY15" fmla="*/ 37798 h 57816"/>
                <a:gd name="connsiteX16" fmla="*/ 58992 w 88339"/>
                <a:gd name="connsiteY16" fmla="*/ 38676 h 57816"/>
                <a:gd name="connsiteX17" fmla="*/ 85056 w 88339"/>
                <a:gd name="connsiteY17" fmla="*/ 56587 h 57816"/>
                <a:gd name="connsiteX18" fmla="*/ 86494 w 88339"/>
                <a:gd name="connsiteY18" fmla="*/ 57597 h 57816"/>
                <a:gd name="connsiteX19" fmla="*/ 87189 w 88339"/>
                <a:gd name="connsiteY19" fmla="*/ 57817 h 57816"/>
                <a:gd name="connsiteX20" fmla="*/ 88117 w 88339"/>
                <a:gd name="connsiteY20" fmla="*/ 57377 h 57816"/>
                <a:gd name="connsiteX21" fmla="*/ 87839 w 88339"/>
                <a:gd name="connsiteY21" fmla="*/ 55841 h 57816"/>
                <a:gd name="connsiteX22" fmla="*/ 86308 w 88339"/>
                <a:gd name="connsiteY22" fmla="*/ 54787 h 57816"/>
                <a:gd name="connsiteX23" fmla="*/ 60801 w 88339"/>
                <a:gd name="connsiteY23" fmla="*/ 37271 h 57816"/>
                <a:gd name="connsiteX24" fmla="*/ 60801 w 88339"/>
                <a:gd name="connsiteY24" fmla="*/ 30949 h 57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8339" h="57816">
                  <a:moveTo>
                    <a:pt x="60893" y="30818"/>
                  </a:moveTo>
                  <a:cubicBezTo>
                    <a:pt x="60893" y="30423"/>
                    <a:pt x="60662" y="30072"/>
                    <a:pt x="60290" y="29852"/>
                  </a:cubicBezTo>
                  <a:lnTo>
                    <a:pt x="37380" y="17779"/>
                  </a:lnTo>
                  <a:lnTo>
                    <a:pt x="17345" y="7639"/>
                  </a:lnTo>
                  <a:lnTo>
                    <a:pt x="3478" y="966"/>
                  </a:lnTo>
                  <a:lnTo>
                    <a:pt x="1484" y="0"/>
                  </a:lnTo>
                  <a:lnTo>
                    <a:pt x="1484" y="703"/>
                  </a:lnTo>
                  <a:cubicBezTo>
                    <a:pt x="1484" y="922"/>
                    <a:pt x="1345" y="1141"/>
                    <a:pt x="1206" y="1317"/>
                  </a:cubicBezTo>
                  <a:cubicBezTo>
                    <a:pt x="1206" y="1361"/>
                    <a:pt x="1206" y="1449"/>
                    <a:pt x="1113" y="1493"/>
                  </a:cubicBezTo>
                  <a:cubicBezTo>
                    <a:pt x="881" y="1712"/>
                    <a:pt x="603" y="1800"/>
                    <a:pt x="278" y="1800"/>
                  </a:cubicBezTo>
                  <a:lnTo>
                    <a:pt x="0" y="1800"/>
                  </a:lnTo>
                  <a:lnTo>
                    <a:pt x="2690" y="3117"/>
                  </a:lnTo>
                  <a:lnTo>
                    <a:pt x="16232" y="9658"/>
                  </a:lnTo>
                  <a:lnTo>
                    <a:pt x="36221" y="19799"/>
                  </a:lnTo>
                  <a:lnTo>
                    <a:pt x="58528" y="31564"/>
                  </a:lnTo>
                  <a:lnTo>
                    <a:pt x="58528" y="37798"/>
                  </a:lnTo>
                  <a:cubicBezTo>
                    <a:pt x="58528" y="38149"/>
                    <a:pt x="58714" y="38500"/>
                    <a:pt x="58992" y="38676"/>
                  </a:cubicBezTo>
                  <a:lnTo>
                    <a:pt x="85056" y="56587"/>
                  </a:lnTo>
                  <a:lnTo>
                    <a:pt x="86494" y="57597"/>
                  </a:lnTo>
                  <a:cubicBezTo>
                    <a:pt x="86494" y="57597"/>
                    <a:pt x="86957" y="57817"/>
                    <a:pt x="87189" y="57817"/>
                  </a:cubicBezTo>
                  <a:cubicBezTo>
                    <a:pt x="87560" y="57817"/>
                    <a:pt x="87885" y="57641"/>
                    <a:pt x="88117" y="57377"/>
                  </a:cubicBezTo>
                  <a:cubicBezTo>
                    <a:pt x="88488" y="56895"/>
                    <a:pt x="88395" y="56192"/>
                    <a:pt x="87839" y="55841"/>
                  </a:cubicBezTo>
                  <a:lnTo>
                    <a:pt x="86308" y="54787"/>
                  </a:lnTo>
                  <a:lnTo>
                    <a:pt x="60801" y="37271"/>
                  </a:lnTo>
                  <a:lnTo>
                    <a:pt x="60801" y="3094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8" name="Freeform: Shape 2517">
              <a:extLst>
                <a:ext uri="{FF2B5EF4-FFF2-40B4-BE49-F238E27FC236}">
                  <a16:creationId xmlns:a16="http://schemas.microsoft.com/office/drawing/2014/main" id="{509FCECD-A9E5-E48F-A4C2-5F13995F3DE0}"/>
                </a:ext>
              </a:extLst>
            </p:cNvPr>
            <p:cNvSpPr>
              <a:spLocks/>
            </p:cNvSpPr>
            <p:nvPr/>
          </p:nvSpPr>
          <p:spPr>
            <a:xfrm>
              <a:off x="6406179" y="4098755"/>
              <a:ext cx="484" cy="64"/>
            </a:xfrm>
            <a:custGeom>
              <a:avLst/>
              <a:gdLst>
                <a:gd name="connsiteX0" fmla="*/ 0 w 324"/>
                <a:gd name="connsiteY0" fmla="*/ 44 h 43"/>
                <a:gd name="connsiteX1" fmla="*/ 278 w 324"/>
                <a:gd name="connsiteY1" fmla="*/ 0 h 43"/>
                <a:gd name="connsiteX2" fmla="*/ 325 w 324"/>
                <a:gd name="connsiteY2" fmla="*/ 0 h 43"/>
                <a:gd name="connsiteX3" fmla="*/ 46 w 324"/>
                <a:gd name="connsiteY3" fmla="*/ 0 h 43"/>
                <a:gd name="connsiteX4" fmla="*/ 0 w 324"/>
                <a:gd name="connsiteY4" fmla="*/ 44 h 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" h="43">
                  <a:moveTo>
                    <a:pt x="0" y="44"/>
                  </a:moveTo>
                  <a:cubicBezTo>
                    <a:pt x="0" y="44"/>
                    <a:pt x="186" y="44"/>
                    <a:pt x="278" y="0"/>
                  </a:cubicBezTo>
                  <a:cubicBezTo>
                    <a:pt x="278" y="0"/>
                    <a:pt x="278" y="0"/>
                    <a:pt x="325" y="0"/>
                  </a:cubicBezTo>
                  <a:cubicBezTo>
                    <a:pt x="232" y="0"/>
                    <a:pt x="139" y="0"/>
                    <a:pt x="46" y="0"/>
                  </a:cubicBezTo>
                  <a:cubicBezTo>
                    <a:pt x="46" y="0"/>
                    <a:pt x="46" y="44"/>
                    <a:pt x="0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9" name="Freeform: Shape 2518">
              <a:extLst>
                <a:ext uri="{FF2B5EF4-FFF2-40B4-BE49-F238E27FC236}">
                  <a16:creationId xmlns:a16="http://schemas.microsoft.com/office/drawing/2014/main" id="{5DBBA4AE-1D1B-F4CC-513E-B1C5495958DD}"/>
                </a:ext>
              </a:extLst>
            </p:cNvPr>
            <p:cNvSpPr>
              <a:spLocks/>
            </p:cNvSpPr>
            <p:nvPr/>
          </p:nvSpPr>
          <p:spPr>
            <a:xfrm>
              <a:off x="6406525" y="4101966"/>
              <a:ext cx="13139" cy="30666"/>
            </a:xfrm>
            <a:custGeom>
              <a:avLst/>
              <a:gdLst>
                <a:gd name="connsiteX0" fmla="*/ 0 w 8803"/>
                <a:gd name="connsiteY0" fmla="*/ 439 h 20545"/>
                <a:gd name="connsiteX1" fmla="*/ 6354 w 8803"/>
                <a:gd name="connsiteY1" fmla="*/ 11502 h 20545"/>
                <a:gd name="connsiteX2" fmla="*/ 3386 w 8803"/>
                <a:gd name="connsiteY2" fmla="*/ 18306 h 20545"/>
                <a:gd name="connsiteX3" fmla="*/ 696 w 8803"/>
                <a:gd name="connsiteY3" fmla="*/ 18306 h 20545"/>
                <a:gd name="connsiteX4" fmla="*/ 742 w 8803"/>
                <a:gd name="connsiteY4" fmla="*/ 18306 h 20545"/>
                <a:gd name="connsiteX5" fmla="*/ 835 w 8803"/>
                <a:gd name="connsiteY5" fmla="*/ 18306 h 20545"/>
                <a:gd name="connsiteX6" fmla="*/ 1159 w 8803"/>
                <a:gd name="connsiteY6" fmla="*/ 18482 h 20545"/>
                <a:gd name="connsiteX7" fmla="*/ 1531 w 8803"/>
                <a:gd name="connsiteY7" fmla="*/ 18701 h 20545"/>
                <a:gd name="connsiteX8" fmla="*/ 1716 w 8803"/>
                <a:gd name="connsiteY8" fmla="*/ 19096 h 20545"/>
                <a:gd name="connsiteX9" fmla="*/ 1855 w 8803"/>
                <a:gd name="connsiteY9" fmla="*/ 19448 h 20545"/>
                <a:gd name="connsiteX10" fmla="*/ 1855 w 8803"/>
                <a:gd name="connsiteY10" fmla="*/ 19492 h 20545"/>
                <a:gd name="connsiteX11" fmla="*/ 1855 w 8803"/>
                <a:gd name="connsiteY11" fmla="*/ 19579 h 20545"/>
                <a:gd name="connsiteX12" fmla="*/ 1716 w 8803"/>
                <a:gd name="connsiteY12" fmla="*/ 20545 h 20545"/>
                <a:gd name="connsiteX13" fmla="*/ 4174 w 8803"/>
                <a:gd name="connsiteY13" fmla="*/ 20545 h 20545"/>
                <a:gd name="connsiteX14" fmla="*/ 5241 w 8803"/>
                <a:gd name="connsiteY14" fmla="*/ 19887 h 20545"/>
                <a:gd name="connsiteX15" fmla="*/ 8719 w 8803"/>
                <a:gd name="connsiteY15" fmla="*/ 11941 h 20545"/>
                <a:gd name="connsiteX16" fmla="*/ 8673 w 8803"/>
                <a:gd name="connsiteY16" fmla="*/ 11019 h 20545"/>
                <a:gd name="connsiteX17" fmla="*/ 2365 w 8803"/>
                <a:gd name="connsiteY17" fmla="*/ 0 h 20545"/>
                <a:gd name="connsiteX18" fmla="*/ 789 w 8803"/>
                <a:gd name="connsiteY18" fmla="*/ 0 h 20545"/>
                <a:gd name="connsiteX19" fmla="*/ 46 w 8803"/>
                <a:gd name="connsiteY19" fmla="*/ 527 h 2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803" h="20545">
                  <a:moveTo>
                    <a:pt x="0" y="439"/>
                  </a:moveTo>
                  <a:lnTo>
                    <a:pt x="6354" y="11502"/>
                  </a:lnTo>
                  <a:lnTo>
                    <a:pt x="3386" y="18306"/>
                  </a:lnTo>
                  <a:lnTo>
                    <a:pt x="696" y="18306"/>
                  </a:lnTo>
                  <a:cubicBezTo>
                    <a:pt x="696" y="18306"/>
                    <a:pt x="696" y="18306"/>
                    <a:pt x="742" y="18306"/>
                  </a:cubicBezTo>
                  <a:cubicBezTo>
                    <a:pt x="742" y="18306"/>
                    <a:pt x="742" y="18306"/>
                    <a:pt x="835" y="18306"/>
                  </a:cubicBezTo>
                  <a:cubicBezTo>
                    <a:pt x="974" y="18306"/>
                    <a:pt x="1067" y="18438"/>
                    <a:pt x="1159" y="18482"/>
                  </a:cubicBezTo>
                  <a:cubicBezTo>
                    <a:pt x="1299" y="18526"/>
                    <a:pt x="1438" y="18570"/>
                    <a:pt x="1531" y="18701"/>
                  </a:cubicBezTo>
                  <a:cubicBezTo>
                    <a:pt x="1623" y="18789"/>
                    <a:pt x="1623" y="18965"/>
                    <a:pt x="1716" y="19096"/>
                  </a:cubicBezTo>
                  <a:cubicBezTo>
                    <a:pt x="1716" y="19228"/>
                    <a:pt x="1855" y="19316"/>
                    <a:pt x="1855" y="19448"/>
                  </a:cubicBezTo>
                  <a:cubicBezTo>
                    <a:pt x="1855" y="19448"/>
                    <a:pt x="1855" y="19448"/>
                    <a:pt x="1855" y="19492"/>
                  </a:cubicBezTo>
                  <a:cubicBezTo>
                    <a:pt x="1855" y="19492"/>
                    <a:pt x="1855" y="19492"/>
                    <a:pt x="1855" y="19579"/>
                  </a:cubicBezTo>
                  <a:lnTo>
                    <a:pt x="1716" y="20545"/>
                  </a:lnTo>
                  <a:lnTo>
                    <a:pt x="4174" y="20545"/>
                  </a:lnTo>
                  <a:cubicBezTo>
                    <a:pt x="4638" y="20545"/>
                    <a:pt x="5055" y="20282"/>
                    <a:pt x="5241" y="19887"/>
                  </a:cubicBezTo>
                  <a:lnTo>
                    <a:pt x="8719" y="11941"/>
                  </a:lnTo>
                  <a:cubicBezTo>
                    <a:pt x="8858" y="11633"/>
                    <a:pt x="8812" y="11282"/>
                    <a:pt x="8673" y="11019"/>
                  </a:cubicBezTo>
                  <a:lnTo>
                    <a:pt x="2365" y="0"/>
                  </a:lnTo>
                  <a:lnTo>
                    <a:pt x="789" y="0"/>
                  </a:lnTo>
                  <a:lnTo>
                    <a:pt x="46" y="52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0" name="Freeform: Shape 2519">
              <a:extLst>
                <a:ext uri="{FF2B5EF4-FFF2-40B4-BE49-F238E27FC236}">
                  <a16:creationId xmlns:a16="http://schemas.microsoft.com/office/drawing/2014/main" id="{E953C589-8EF7-2D9F-7527-CA15D8BC927B}"/>
                </a:ext>
              </a:extLst>
            </p:cNvPr>
            <p:cNvSpPr>
              <a:spLocks/>
            </p:cNvSpPr>
            <p:nvPr/>
          </p:nvSpPr>
          <p:spPr>
            <a:xfrm>
              <a:off x="6381604" y="4130994"/>
              <a:ext cx="36778" cy="47047"/>
            </a:xfrm>
            <a:custGeom>
              <a:avLst/>
              <a:gdLst>
                <a:gd name="connsiteX0" fmla="*/ 18504 w 24640"/>
                <a:gd name="connsiteY0" fmla="*/ 0 h 31520"/>
                <a:gd name="connsiteX1" fmla="*/ 17391 w 24640"/>
                <a:gd name="connsiteY1" fmla="*/ 1054 h 31520"/>
                <a:gd name="connsiteX2" fmla="*/ 16093 w 24640"/>
                <a:gd name="connsiteY2" fmla="*/ 1054 h 31520"/>
                <a:gd name="connsiteX3" fmla="*/ 15397 w 24640"/>
                <a:gd name="connsiteY3" fmla="*/ 6673 h 31520"/>
                <a:gd name="connsiteX4" fmla="*/ 16325 w 24640"/>
                <a:gd name="connsiteY4" fmla="*/ 7902 h 31520"/>
                <a:gd name="connsiteX5" fmla="*/ 22168 w 24640"/>
                <a:gd name="connsiteY5" fmla="*/ 9043 h 31520"/>
                <a:gd name="connsiteX6" fmla="*/ 21566 w 24640"/>
                <a:gd name="connsiteY6" fmla="*/ 12336 h 31520"/>
                <a:gd name="connsiteX7" fmla="*/ 16047 w 24640"/>
                <a:gd name="connsiteY7" fmla="*/ 14575 h 31520"/>
                <a:gd name="connsiteX8" fmla="*/ 15444 w 24640"/>
                <a:gd name="connsiteY8" fmla="*/ 15146 h 31520"/>
                <a:gd name="connsiteX9" fmla="*/ 13264 w 24640"/>
                <a:gd name="connsiteY9" fmla="*/ 19887 h 31520"/>
                <a:gd name="connsiteX10" fmla="*/ 6075 w 24640"/>
                <a:gd name="connsiteY10" fmla="*/ 29325 h 31520"/>
                <a:gd name="connsiteX11" fmla="*/ 0 w 24640"/>
                <a:gd name="connsiteY11" fmla="*/ 29325 h 31520"/>
                <a:gd name="connsiteX12" fmla="*/ 232 w 24640"/>
                <a:gd name="connsiteY12" fmla="*/ 30115 h 31520"/>
                <a:gd name="connsiteX13" fmla="*/ 232 w 24640"/>
                <a:gd name="connsiteY13" fmla="*/ 30291 h 31520"/>
                <a:gd name="connsiteX14" fmla="*/ 278 w 24640"/>
                <a:gd name="connsiteY14" fmla="*/ 30423 h 31520"/>
                <a:gd name="connsiteX15" fmla="*/ 278 w 24640"/>
                <a:gd name="connsiteY15" fmla="*/ 31520 h 31520"/>
                <a:gd name="connsiteX16" fmla="*/ 6678 w 24640"/>
                <a:gd name="connsiteY16" fmla="*/ 31520 h 31520"/>
                <a:gd name="connsiteX17" fmla="*/ 7606 w 24640"/>
                <a:gd name="connsiteY17" fmla="*/ 31081 h 31520"/>
                <a:gd name="connsiteX18" fmla="*/ 15258 w 24640"/>
                <a:gd name="connsiteY18" fmla="*/ 21028 h 31520"/>
                <a:gd name="connsiteX19" fmla="*/ 17391 w 24640"/>
                <a:gd name="connsiteY19" fmla="*/ 16463 h 31520"/>
                <a:gd name="connsiteX20" fmla="*/ 23049 w 24640"/>
                <a:gd name="connsiteY20" fmla="*/ 14180 h 31520"/>
                <a:gd name="connsiteX21" fmla="*/ 23745 w 24640"/>
                <a:gd name="connsiteY21" fmla="*/ 13346 h 31520"/>
                <a:gd name="connsiteX22" fmla="*/ 24626 w 24640"/>
                <a:gd name="connsiteY22" fmla="*/ 8429 h 31520"/>
                <a:gd name="connsiteX23" fmla="*/ 23699 w 24640"/>
                <a:gd name="connsiteY23" fmla="*/ 7156 h 31520"/>
                <a:gd name="connsiteX24" fmla="*/ 17763 w 24640"/>
                <a:gd name="connsiteY24" fmla="*/ 5970 h 31520"/>
                <a:gd name="connsiteX25" fmla="*/ 18365 w 24640"/>
                <a:gd name="connsiteY25" fmla="*/ 1098 h 31520"/>
                <a:gd name="connsiteX26" fmla="*/ 18504 w 24640"/>
                <a:gd name="connsiteY26" fmla="*/ 132 h 31520"/>
                <a:gd name="connsiteX27" fmla="*/ 18504 w 24640"/>
                <a:gd name="connsiteY27" fmla="*/ 44 h 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640" h="31520">
                  <a:moveTo>
                    <a:pt x="18504" y="0"/>
                  </a:moveTo>
                  <a:cubicBezTo>
                    <a:pt x="18504" y="571"/>
                    <a:pt x="17994" y="1054"/>
                    <a:pt x="17391" y="1054"/>
                  </a:cubicBezTo>
                  <a:lnTo>
                    <a:pt x="16093" y="1054"/>
                  </a:lnTo>
                  <a:lnTo>
                    <a:pt x="15397" y="6673"/>
                  </a:lnTo>
                  <a:cubicBezTo>
                    <a:pt x="15304" y="7243"/>
                    <a:pt x="15722" y="7770"/>
                    <a:pt x="16325" y="7902"/>
                  </a:cubicBezTo>
                  <a:lnTo>
                    <a:pt x="22168" y="9043"/>
                  </a:lnTo>
                  <a:lnTo>
                    <a:pt x="21566" y="12336"/>
                  </a:lnTo>
                  <a:lnTo>
                    <a:pt x="16047" y="14575"/>
                  </a:lnTo>
                  <a:cubicBezTo>
                    <a:pt x="15768" y="14662"/>
                    <a:pt x="15583" y="14882"/>
                    <a:pt x="15444" y="15146"/>
                  </a:cubicBezTo>
                  <a:lnTo>
                    <a:pt x="13264" y="19887"/>
                  </a:lnTo>
                  <a:lnTo>
                    <a:pt x="6075" y="29325"/>
                  </a:lnTo>
                  <a:lnTo>
                    <a:pt x="0" y="29325"/>
                  </a:lnTo>
                  <a:lnTo>
                    <a:pt x="232" y="30115"/>
                  </a:lnTo>
                  <a:cubicBezTo>
                    <a:pt x="232" y="30115"/>
                    <a:pt x="232" y="30203"/>
                    <a:pt x="232" y="30291"/>
                  </a:cubicBezTo>
                  <a:cubicBezTo>
                    <a:pt x="232" y="30335"/>
                    <a:pt x="278" y="30379"/>
                    <a:pt x="278" y="30423"/>
                  </a:cubicBezTo>
                  <a:lnTo>
                    <a:pt x="278" y="31520"/>
                  </a:lnTo>
                  <a:lnTo>
                    <a:pt x="6678" y="31520"/>
                  </a:lnTo>
                  <a:cubicBezTo>
                    <a:pt x="7049" y="31520"/>
                    <a:pt x="7420" y="31345"/>
                    <a:pt x="7606" y="31081"/>
                  </a:cubicBezTo>
                  <a:lnTo>
                    <a:pt x="15258" y="21028"/>
                  </a:lnTo>
                  <a:lnTo>
                    <a:pt x="17391" y="16463"/>
                  </a:lnTo>
                  <a:lnTo>
                    <a:pt x="23049" y="14180"/>
                  </a:lnTo>
                  <a:cubicBezTo>
                    <a:pt x="23420" y="14048"/>
                    <a:pt x="23652" y="13741"/>
                    <a:pt x="23745" y="13346"/>
                  </a:cubicBezTo>
                  <a:lnTo>
                    <a:pt x="24626" y="8429"/>
                  </a:lnTo>
                  <a:cubicBezTo>
                    <a:pt x="24719" y="7858"/>
                    <a:pt x="24348" y="7287"/>
                    <a:pt x="23699" y="7156"/>
                  </a:cubicBezTo>
                  <a:lnTo>
                    <a:pt x="17763" y="5970"/>
                  </a:lnTo>
                  <a:lnTo>
                    <a:pt x="18365" y="1098"/>
                  </a:lnTo>
                  <a:lnTo>
                    <a:pt x="18504" y="132"/>
                  </a:lnTo>
                  <a:cubicBezTo>
                    <a:pt x="18504" y="132"/>
                    <a:pt x="18504" y="132"/>
                    <a:pt x="18504" y="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1" name="Freeform: Shape 2520">
              <a:extLst>
                <a:ext uri="{FF2B5EF4-FFF2-40B4-BE49-F238E27FC236}">
                  <a16:creationId xmlns:a16="http://schemas.microsoft.com/office/drawing/2014/main" id="{77DFBF18-61B7-BF6F-5C2F-C94A443EE0EC}"/>
                </a:ext>
              </a:extLst>
            </p:cNvPr>
            <p:cNvSpPr>
              <a:spLocks/>
            </p:cNvSpPr>
            <p:nvPr/>
          </p:nvSpPr>
          <p:spPr>
            <a:xfrm>
              <a:off x="6408810" y="4129879"/>
              <a:ext cx="277" cy="589"/>
            </a:xfrm>
            <a:custGeom>
              <a:avLst/>
              <a:gdLst>
                <a:gd name="connsiteX0" fmla="*/ 0 w 185"/>
                <a:gd name="connsiteY0" fmla="*/ 0 h 394"/>
                <a:gd name="connsiteX1" fmla="*/ 185 w 185"/>
                <a:gd name="connsiteY1" fmla="*/ 395 h 394"/>
                <a:gd name="connsiteX2" fmla="*/ 0 w 185"/>
                <a:gd name="connsiteY2" fmla="*/ 0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4">
                  <a:moveTo>
                    <a:pt x="0" y="0"/>
                  </a:moveTo>
                  <a:cubicBezTo>
                    <a:pt x="0" y="0"/>
                    <a:pt x="139" y="263"/>
                    <a:pt x="185" y="395"/>
                  </a:cubicBezTo>
                  <a:cubicBezTo>
                    <a:pt x="139" y="263"/>
                    <a:pt x="139" y="132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2" name="Freeform: Shape 2521">
              <a:extLst>
                <a:ext uri="{FF2B5EF4-FFF2-40B4-BE49-F238E27FC236}">
                  <a16:creationId xmlns:a16="http://schemas.microsoft.com/office/drawing/2014/main" id="{1C11A443-E11A-D71E-711F-0B012F9888CA}"/>
                </a:ext>
              </a:extLst>
            </p:cNvPr>
            <p:cNvSpPr>
              <a:spLocks/>
            </p:cNvSpPr>
            <p:nvPr/>
          </p:nvSpPr>
          <p:spPr>
            <a:xfrm>
              <a:off x="6407632" y="4129290"/>
              <a:ext cx="623" cy="262"/>
            </a:xfrm>
            <a:custGeom>
              <a:avLst/>
              <a:gdLst>
                <a:gd name="connsiteX0" fmla="*/ 93 w 417"/>
                <a:gd name="connsiteY0" fmla="*/ 0 h 175"/>
                <a:gd name="connsiteX1" fmla="*/ 0 w 417"/>
                <a:gd name="connsiteY1" fmla="*/ 0 h 175"/>
                <a:gd name="connsiteX2" fmla="*/ 417 w 417"/>
                <a:gd name="connsiteY2" fmla="*/ 176 h 175"/>
                <a:gd name="connsiteX3" fmla="*/ 93 w 417"/>
                <a:gd name="connsiteY3" fmla="*/ 0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7" h="175">
                  <a:moveTo>
                    <a:pt x="93" y="0"/>
                  </a:moveTo>
                  <a:cubicBezTo>
                    <a:pt x="93" y="0"/>
                    <a:pt x="93" y="0"/>
                    <a:pt x="0" y="0"/>
                  </a:cubicBezTo>
                  <a:cubicBezTo>
                    <a:pt x="139" y="0"/>
                    <a:pt x="278" y="88"/>
                    <a:pt x="417" y="176"/>
                  </a:cubicBezTo>
                  <a:cubicBezTo>
                    <a:pt x="278" y="132"/>
                    <a:pt x="232" y="0"/>
                    <a:pt x="9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3" name="Freeform: Shape 2522">
              <a:extLst>
                <a:ext uri="{FF2B5EF4-FFF2-40B4-BE49-F238E27FC236}">
                  <a16:creationId xmlns:a16="http://schemas.microsoft.com/office/drawing/2014/main" id="{321B4ACC-C258-2ED0-071E-ABC68DCF39EC}"/>
                </a:ext>
              </a:extLst>
            </p:cNvPr>
            <p:cNvSpPr>
              <a:spLocks/>
            </p:cNvSpPr>
            <p:nvPr/>
          </p:nvSpPr>
          <p:spPr>
            <a:xfrm>
              <a:off x="6406595" y="4098558"/>
              <a:ext cx="80924" cy="3211"/>
            </a:xfrm>
            <a:custGeom>
              <a:avLst/>
              <a:gdLst>
                <a:gd name="connsiteX0" fmla="*/ 53102 w 54215"/>
                <a:gd name="connsiteY0" fmla="*/ 1098 h 2151"/>
                <a:gd name="connsiteX1" fmla="*/ 53102 w 54215"/>
                <a:gd name="connsiteY1" fmla="*/ 0 h 2151"/>
                <a:gd name="connsiteX2" fmla="*/ 21194 w 54215"/>
                <a:gd name="connsiteY2" fmla="*/ 0 h 2151"/>
                <a:gd name="connsiteX3" fmla="*/ 325 w 54215"/>
                <a:gd name="connsiteY3" fmla="*/ 0 h 2151"/>
                <a:gd name="connsiteX4" fmla="*/ 46 w 54215"/>
                <a:gd name="connsiteY4" fmla="*/ 88 h 2151"/>
                <a:gd name="connsiteX5" fmla="*/ 0 w 54215"/>
                <a:gd name="connsiteY5" fmla="*/ 88 h 2151"/>
                <a:gd name="connsiteX6" fmla="*/ 1252 w 54215"/>
                <a:gd name="connsiteY6" fmla="*/ 395 h 2151"/>
                <a:gd name="connsiteX7" fmla="*/ 1020 w 54215"/>
                <a:gd name="connsiteY7" fmla="*/ 1932 h 2151"/>
                <a:gd name="connsiteX8" fmla="*/ 696 w 54215"/>
                <a:gd name="connsiteY8" fmla="*/ 2151 h 2151"/>
                <a:gd name="connsiteX9" fmla="*/ 54215 w 54215"/>
                <a:gd name="connsiteY9" fmla="*/ 2151 h 2151"/>
                <a:gd name="connsiteX10" fmla="*/ 53056 w 54215"/>
                <a:gd name="connsiteY10" fmla="*/ 1054 h 2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215" h="2151">
                  <a:moveTo>
                    <a:pt x="53102" y="1098"/>
                  </a:moveTo>
                  <a:lnTo>
                    <a:pt x="53102" y="0"/>
                  </a:lnTo>
                  <a:cubicBezTo>
                    <a:pt x="53102" y="0"/>
                    <a:pt x="21194" y="0"/>
                    <a:pt x="21194" y="0"/>
                  </a:cubicBezTo>
                  <a:lnTo>
                    <a:pt x="325" y="0"/>
                  </a:lnTo>
                  <a:cubicBezTo>
                    <a:pt x="325" y="0"/>
                    <a:pt x="139" y="88"/>
                    <a:pt x="46" y="88"/>
                  </a:cubicBezTo>
                  <a:cubicBezTo>
                    <a:pt x="46" y="88"/>
                    <a:pt x="46" y="88"/>
                    <a:pt x="0" y="88"/>
                  </a:cubicBezTo>
                  <a:cubicBezTo>
                    <a:pt x="464" y="-44"/>
                    <a:pt x="974" y="0"/>
                    <a:pt x="1252" y="395"/>
                  </a:cubicBezTo>
                  <a:cubicBezTo>
                    <a:pt x="1623" y="878"/>
                    <a:pt x="1531" y="1580"/>
                    <a:pt x="1020" y="1932"/>
                  </a:cubicBezTo>
                  <a:lnTo>
                    <a:pt x="696" y="2151"/>
                  </a:lnTo>
                  <a:lnTo>
                    <a:pt x="54215" y="2151"/>
                  </a:lnTo>
                  <a:cubicBezTo>
                    <a:pt x="53566" y="2151"/>
                    <a:pt x="53056" y="1624"/>
                    <a:pt x="53056" y="105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4" name="Freeform: Shape 2523">
              <a:extLst>
                <a:ext uri="{FF2B5EF4-FFF2-40B4-BE49-F238E27FC236}">
                  <a16:creationId xmlns:a16="http://schemas.microsoft.com/office/drawing/2014/main" id="{9C6AD285-1DC6-5575-5802-F5FB985707FD}"/>
                </a:ext>
              </a:extLst>
            </p:cNvPr>
            <p:cNvSpPr>
              <a:spLocks/>
            </p:cNvSpPr>
            <p:nvPr/>
          </p:nvSpPr>
          <p:spPr>
            <a:xfrm>
              <a:off x="6488763" y="4101113"/>
              <a:ext cx="138" cy="262"/>
            </a:xfrm>
            <a:custGeom>
              <a:avLst/>
              <a:gdLst>
                <a:gd name="connsiteX0" fmla="*/ 93 w 92"/>
                <a:gd name="connsiteY0" fmla="*/ 0 h 175"/>
                <a:gd name="connsiteX1" fmla="*/ 0 w 92"/>
                <a:gd name="connsiteY1" fmla="*/ 176 h 175"/>
                <a:gd name="connsiteX2" fmla="*/ 93 w 92"/>
                <a:gd name="connsiteY2" fmla="*/ 0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" h="175">
                  <a:moveTo>
                    <a:pt x="93" y="0"/>
                  </a:moveTo>
                  <a:cubicBezTo>
                    <a:pt x="93" y="0"/>
                    <a:pt x="93" y="132"/>
                    <a:pt x="0" y="176"/>
                  </a:cubicBezTo>
                  <a:cubicBezTo>
                    <a:pt x="0" y="176"/>
                    <a:pt x="0" y="44"/>
                    <a:pt x="9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5" name="Freeform: Shape 2524">
              <a:extLst>
                <a:ext uri="{FF2B5EF4-FFF2-40B4-BE49-F238E27FC236}">
                  <a16:creationId xmlns:a16="http://schemas.microsoft.com/office/drawing/2014/main" id="{1B7775F9-6F69-EE49-AB4E-87C61A78D806}"/>
                </a:ext>
              </a:extLst>
            </p:cNvPr>
            <p:cNvSpPr>
              <a:spLocks/>
            </p:cNvSpPr>
            <p:nvPr/>
          </p:nvSpPr>
          <p:spPr>
            <a:xfrm>
              <a:off x="6378697" y="4176142"/>
              <a:ext cx="105165" cy="219382"/>
            </a:xfrm>
            <a:custGeom>
              <a:avLst/>
              <a:gdLst>
                <a:gd name="connsiteX0" fmla="*/ 13727 w 70456"/>
                <a:gd name="connsiteY0" fmla="*/ 35910 h 146977"/>
                <a:gd name="connsiteX1" fmla="*/ 13496 w 70456"/>
                <a:gd name="connsiteY1" fmla="*/ 35559 h 146977"/>
                <a:gd name="connsiteX2" fmla="*/ 6029 w 70456"/>
                <a:gd name="connsiteY2" fmla="*/ 28754 h 146977"/>
                <a:gd name="connsiteX3" fmla="*/ 6029 w 70456"/>
                <a:gd name="connsiteY3" fmla="*/ 16067 h 146977"/>
                <a:gd name="connsiteX4" fmla="*/ 5983 w 70456"/>
                <a:gd name="connsiteY4" fmla="*/ 15716 h 146977"/>
                <a:gd name="connsiteX5" fmla="*/ 2272 w 70456"/>
                <a:gd name="connsiteY5" fmla="*/ 5180 h 146977"/>
                <a:gd name="connsiteX6" fmla="*/ 2272 w 70456"/>
                <a:gd name="connsiteY6" fmla="*/ 132 h 146977"/>
                <a:gd name="connsiteX7" fmla="*/ 2226 w 70456"/>
                <a:gd name="connsiteY7" fmla="*/ 0 h 146977"/>
                <a:gd name="connsiteX8" fmla="*/ 1438 w 70456"/>
                <a:gd name="connsiteY8" fmla="*/ 1185 h 146977"/>
                <a:gd name="connsiteX9" fmla="*/ 1113 w 70456"/>
                <a:gd name="connsiteY9" fmla="*/ 1185 h 146977"/>
                <a:gd name="connsiteX10" fmla="*/ 0 w 70456"/>
                <a:gd name="connsiteY10" fmla="*/ 395 h 146977"/>
                <a:gd name="connsiteX11" fmla="*/ 0 w 70456"/>
                <a:gd name="connsiteY11" fmla="*/ 263 h 146977"/>
                <a:gd name="connsiteX12" fmla="*/ 0 w 70456"/>
                <a:gd name="connsiteY12" fmla="*/ 5312 h 146977"/>
                <a:gd name="connsiteX13" fmla="*/ 46 w 70456"/>
                <a:gd name="connsiteY13" fmla="*/ 5663 h 146977"/>
                <a:gd name="connsiteX14" fmla="*/ 3757 w 70456"/>
                <a:gd name="connsiteY14" fmla="*/ 16199 h 146977"/>
                <a:gd name="connsiteX15" fmla="*/ 3757 w 70456"/>
                <a:gd name="connsiteY15" fmla="*/ 29193 h 146977"/>
                <a:gd name="connsiteX16" fmla="*/ 4127 w 70456"/>
                <a:gd name="connsiteY16" fmla="*/ 29984 h 146977"/>
                <a:gd name="connsiteX17" fmla="*/ 11780 w 70456"/>
                <a:gd name="connsiteY17" fmla="*/ 36964 h 146977"/>
                <a:gd name="connsiteX18" fmla="*/ 13125 w 70456"/>
                <a:gd name="connsiteY18" fmla="*/ 39817 h 146977"/>
                <a:gd name="connsiteX19" fmla="*/ 22307 w 70456"/>
                <a:gd name="connsiteY19" fmla="*/ 55358 h 146977"/>
                <a:gd name="connsiteX20" fmla="*/ 23559 w 70456"/>
                <a:gd name="connsiteY20" fmla="*/ 57158 h 146977"/>
                <a:gd name="connsiteX21" fmla="*/ 28290 w 70456"/>
                <a:gd name="connsiteY21" fmla="*/ 63392 h 146977"/>
                <a:gd name="connsiteX22" fmla="*/ 29125 w 70456"/>
                <a:gd name="connsiteY22" fmla="*/ 63787 h 146977"/>
                <a:gd name="connsiteX23" fmla="*/ 29218 w 70456"/>
                <a:gd name="connsiteY23" fmla="*/ 63787 h 146977"/>
                <a:gd name="connsiteX24" fmla="*/ 32789 w 70456"/>
                <a:gd name="connsiteY24" fmla="*/ 63787 h 146977"/>
                <a:gd name="connsiteX25" fmla="*/ 36777 w 70456"/>
                <a:gd name="connsiteY25" fmla="*/ 68352 h 146977"/>
                <a:gd name="connsiteX26" fmla="*/ 37194 w 70456"/>
                <a:gd name="connsiteY26" fmla="*/ 68660 h 146977"/>
                <a:gd name="connsiteX27" fmla="*/ 41322 w 70456"/>
                <a:gd name="connsiteY27" fmla="*/ 70328 h 146977"/>
                <a:gd name="connsiteX28" fmla="*/ 53056 w 70456"/>
                <a:gd name="connsiteY28" fmla="*/ 74147 h 146977"/>
                <a:gd name="connsiteX29" fmla="*/ 60429 w 70456"/>
                <a:gd name="connsiteY29" fmla="*/ 78800 h 146977"/>
                <a:gd name="connsiteX30" fmla="*/ 62609 w 70456"/>
                <a:gd name="connsiteY30" fmla="*/ 85298 h 146977"/>
                <a:gd name="connsiteX31" fmla="*/ 62748 w 70456"/>
                <a:gd name="connsiteY31" fmla="*/ 85561 h 146977"/>
                <a:gd name="connsiteX32" fmla="*/ 67664 w 70456"/>
                <a:gd name="connsiteY32" fmla="*/ 92454 h 146977"/>
                <a:gd name="connsiteX33" fmla="*/ 61496 w 70456"/>
                <a:gd name="connsiteY33" fmla="*/ 97590 h 146977"/>
                <a:gd name="connsiteX34" fmla="*/ 61125 w 70456"/>
                <a:gd name="connsiteY34" fmla="*/ 98424 h 146977"/>
                <a:gd name="connsiteX35" fmla="*/ 61542 w 70456"/>
                <a:gd name="connsiteY35" fmla="*/ 99258 h 146977"/>
                <a:gd name="connsiteX36" fmla="*/ 65299 w 70456"/>
                <a:gd name="connsiteY36" fmla="*/ 102155 h 146977"/>
                <a:gd name="connsiteX37" fmla="*/ 62563 w 70456"/>
                <a:gd name="connsiteY37" fmla="*/ 105404 h 146977"/>
                <a:gd name="connsiteX38" fmla="*/ 62331 w 70456"/>
                <a:gd name="connsiteY38" fmla="*/ 106019 h 146977"/>
                <a:gd name="connsiteX39" fmla="*/ 61450 w 70456"/>
                <a:gd name="connsiteY39" fmla="*/ 118267 h 146977"/>
                <a:gd name="connsiteX40" fmla="*/ 61914 w 70456"/>
                <a:gd name="connsiteY40" fmla="*/ 119232 h 146977"/>
                <a:gd name="connsiteX41" fmla="*/ 64835 w 70456"/>
                <a:gd name="connsiteY41" fmla="*/ 121296 h 146977"/>
                <a:gd name="connsiteX42" fmla="*/ 58899 w 70456"/>
                <a:gd name="connsiteY42" fmla="*/ 124325 h 146977"/>
                <a:gd name="connsiteX43" fmla="*/ 58296 w 70456"/>
                <a:gd name="connsiteY43" fmla="*/ 125291 h 146977"/>
                <a:gd name="connsiteX44" fmla="*/ 58296 w 70456"/>
                <a:gd name="connsiteY44" fmla="*/ 133061 h 146977"/>
                <a:gd name="connsiteX45" fmla="*/ 52823 w 70456"/>
                <a:gd name="connsiteY45" fmla="*/ 138241 h 146977"/>
                <a:gd name="connsiteX46" fmla="*/ 52823 w 70456"/>
                <a:gd name="connsiteY46" fmla="*/ 139778 h 146977"/>
                <a:gd name="connsiteX47" fmla="*/ 58713 w 70456"/>
                <a:gd name="connsiteY47" fmla="*/ 145353 h 146977"/>
                <a:gd name="connsiteX48" fmla="*/ 60105 w 70456"/>
                <a:gd name="connsiteY48" fmla="*/ 146670 h 146977"/>
                <a:gd name="connsiteX49" fmla="*/ 60105 w 70456"/>
                <a:gd name="connsiteY49" fmla="*/ 146670 h 146977"/>
                <a:gd name="connsiteX50" fmla="*/ 60940 w 70456"/>
                <a:gd name="connsiteY50" fmla="*/ 146977 h 146977"/>
                <a:gd name="connsiteX51" fmla="*/ 61775 w 70456"/>
                <a:gd name="connsiteY51" fmla="*/ 146670 h 146977"/>
                <a:gd name="connsiteX52" fmla="*/ 61775 w 70456"/>
                <a:gd name="connsiteY52" fmla="*/ 145134 h 146977"/>
                <a:gd name="connsiteX53" fmla="*/ 61775 w 70456"/>
                <a:gd name="connsiteY53" fmla="*/ 145134 h 146977"/>
                <a:gd name="connsiteX54" fmla="*/ 55374 w 70456"/>
                <a:gd name="connsiteY54" fmla="*/ 139031 h 146977"/>
                <a:gd name="connsiteX55" fmla="*/ 60337 w 70456"/>
                <a:gd name="connsiteY55" fmla="*/ 134334 h 146977"/>
                <a:gd name="connsiteX56" fmla="*/ 60661 w 70456"/>
                <a:gd name="connsiteY56" fmla="*/ 133544 h 146977"/>
                <a:gd name="connsiteX57" fmla="*/ 60661 w 70456"/>
                <a:gd name="connsiteY57" fmla="*/ 125949 h 146977"/>
                <a:gd name="connsiteX58" fmla="*/ 67572 w 70456"/>
                <a:gd name="connsiteY58" fmla="*/ 122437 h 146977"/>
                <a:gd name="connsiteX59" fmla="*/ 68174 w 70456"/>
                <a:gd name="connsiteY59" fmla="*/ 121559 h 146977"/>
                <a:gd name="connsiteX60" fmla="*/ 67711 w 70456"/>
                <a:gd name="connsiteY60" fmla="*/ 120593 h 146977"/>
                <a:gd name="connsiteX61" fmla="*/ 63861 w 70456"/>
                <a:gd name="connsiteY61" fmla="*/ 117828 h 146977"/>
                <a:gd name="connsiteX62" fmla="*/ 64650 w 70456"/>
                <a:gd name="connsiteY62" fmla="*/ 106501 h 146977"/>
                <a:gd name="connsiteX63" fmla="*/ 67896 w 70456"/>
                <a:gd name="connsiteY63" fmla="*/ 102638 h 146977"/>
                <a:gd name="connsiteX64" fmla="*/ 67711 w 70456"/>
                <a:gd name="connsiteY64" fmla="*/ 101102 h 146977"/>
                <a:gd name="connsiteX65" fmla="*/ 64140 w 70456"/>
                <a:gd name="connsiteY65" fmla="*/ 98380 h 146977"/>
                <a:gd name="connsiteX66" fmla="*/ 70076 w 70456"/>
                <a:gd name="connsiteY66" fmla="*/ 93463 h 146977"/>
                <a:gd name="connsiteX67" fmla="*/ 70261 w 70456"/>
                <a:gd name="connsiteY67" fmla="*/ 92014 h 146977"/>
                <a:gd name="connsiteX68" fmla="*/ 64835 w 70456"/>
                <a:gd name="connsiteY68" fmla="*/ 84464 h 146977"/>
                <a:gd name="connsiteX69" fmla="*/ 62563 w 70456"/>
                <a:gd name="connsiteY69" fmla="*/ 77747 h 146977"/>
                <a:gd name="connsiteX70" fmla="*/ 62099 w 70456"/>
                <a:gd name="connsiteY70" fmla="*/ 77176 h 146977"/>
                <a:gd name="connsiteX71" fmla="*/ 54261 w 70456"/>
                <a:gd name="connsiteY71" fmla="*/ 72259 h 146977"/>
                <a:gd name="connsiteX72" fmla="*/ 53983 w 70456"/>
                <a:gd name="connsiteY72" fmla="*/ 72128 h 146977"/>
                <a:gd name="connsiteX73" fmla="*/ 42203 w 70456"/>
                <a:gd name="connsiteY73" fmla="*/ 68309 h 146977"/>
                <a:gd name="connsiteX74" fmla="*/ 38400 w 70456"/>
                <a:gd name="connsiteY74" fmla="*/ 66772 h 146977"/>
                <a:gd name="connsiteX75" fmla="*/ 34226 w 70456"/>
                <a:gd name="connsiteY75" fmla="*/ 62031 h 146977"/>
                <a:gd name="connsiteX76" fmla="*/ 33345 w 70456"/>
                <a:gd name="connsiteY76" fmla="*/ 61636 h 146977"/>
                <a:gd name="connsiteX77" fmla="*/ 29821 w 70456"/>
                <a:gd name="connsiteY77" fmla="*/ 61636 h 146977"/>
                <a:gd name="connsiteX78" fmla="*/ 28708 w 70456"/>
                <a:gd name="connsiteY78" fmla="*/ 60231 h 146977"/>
                <a:gd name="connsiteX79" fmla="*/ 15304 w 70456"/>
                <a:gd name="connsiteY79" fmla="*/ 38983 h 146977"/>
                <a:gd name="connsiteX80" fmla="*/ 13867 w 70456"/>
                <a:gd name="connsiteY80" fmla="*/ 35954 h 14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0456" h="146977">
                  <a:moveTo>
                    <a:pt x="13727" y="35910"/>
                  </a:moveTo>
                  <a:cubicBezTo>
                    <a:pt x="13727" y="35910"/>
                    <a:pt x="13589" y="35691"/>
                    <a:pt x="13496" y="35559"/>
                  </a:cubicBezTo>
                  <a:lnTo>
                    <a:pt x="6029" y="28754"/>
                  </a:lnTo>
                  <a:lnTo>
                    <a:pt x="6029" y="16067"/>
                  </a:lnTo>
                  <a:cubicBezTo>
                    <a:pt x="6029" y="16067"/>
                    <a:pt x="6029" y="15848"/>
                    <a:pt x="5983" y="15716"/>
                  </a:cubicBezTo>
                  <a:lnTo>
                    <a:pt x="2272" y="5180"/>
                  </a:lnTo>
                  <a:lnTo>
                    <a:pt x="2272" y="132"/>
                  </a:lnTo>
                  <a:cubicBezTo>
                    <a:pt x="2272" y="132"/>
                    <a:pt x="2226" y="44"/>
                    <a:pt x="2226" y="0"/>
                  </a:cubicBezTo>
                  <a:cubicBezTo>
                    <a:pt x="2272" y="527"/>
                    <a:pt x="1994" y="1054"/>
                    <a:pt x="1438" y="1185"/>
                  </a:cubicBezTo>
                  <a:cubicBezTo>
                    <a:pt x="1345" y="1185"/>
                    <a:pt x="1252" y="1185"/>
                    <a:pt x="1113" y="1185"/>
                  </a:cubicBezTo>
                  <a:cubicBezTo>
                    <a:pt x="603" y="1185"/>
                    <a:pt x="139" y="878"/>
                    <a:pt x="0" y="395"/>
                  </a:cubicBezTo>
                  <a:lnTo>
                    <a:pt x="0" y="263"/>
                  </a:lnTo>
                  <a:cubicBezTo>
                    <a:pt x="0" y="263"/>
                    <a:pt x="0" y="5312"/>
                    <a:pt x="0" y="5312"/>
                  </a:cubicBezTo>
                  <a:cubicBezTo>
                    <a:pt x="0" y="5444"/>
                    <a:pt x="0" y="5531"/>
                    <a:pt x="46" y="5663"/>
                  </a:cubicBezTo>
                  <a:lnTo>
                    <a:pt x="3757" y="16199"/>
                  </a:lnTo>
                  <a:lnTo>
                    <a:pt x="3757" y="29193"/>
                  </a:lnTo>
                  <a:cubicBezTo>
                    <a:pt x="3757" y="29501"/>
                    <a:pt x="3896" y="29764"/>
                    <a:pt x="4127" y="29984"/>
                  </a:cubicBezTo>
                  <a:lnTo>
                    <a:pt x="11780" y="36964"/>
                  </a:lnTo>
                  <a:lnTo>
                    <a:pt x="13125" y="39817"/>
                  </a:lnTo>
                  <a:cubicBezTo>
                    <a:pt x="16000" y="45744"/>
                    <a:pt x="19432" y="51187"/>
                    <a:pt x="22307" y="55358"/>
                  </a:cubicBezTo>
                  <a:cubicBezTo>
                    <a:pt x="22725" y="55973"/>
                    <a:pt x="23142" y="56587"/>
                    <a:pt x="23559" y="57158"/>
                  </a:cubicBezTo>
                  <a:cubicBezTo>
                    <a:pt x="26249" y="60933"/>
                    <a:pt x="28244" y="63304"/>
                    <a:pt x="28290" y="63392"/>
                  </a:cubicBezTo>
                  <a:cubicBezTo>
                    <a:pt x="28475" y="63611"/>
                    <a:pt x="28800" y="63743"/>
                    <a:pt x="29125" y="63787"/>
                  </a:cubicBezTo>
                  <a:cubicBezTo>
                    <a:pt x="29125" y="63787"/>
                    <a:pt x="29125" y="63787"/>
                    <a:pt x="29218" y="63787"/>
                  </a:cubicBezTo>
                  <a:lnTo>
                    <a:pt x="32789" y="63787"/>
                  </a:lnTo>
                  <a:lnTo>
                    <a:pt x="36777" y="68352"/>
                  </a:lnTo>
                  <a:cubicBezTo>
                    <a:pt x="36777" y="68352"/>
                    <a:pt x="37055" y="68572"/>
                    <a:pt x="37194" y="68660"/>
                  </a:cubicBezTo>
                  <a:lnTo>
                    <a:pt x="41322" y="70328"/>
                  </a:lnTo>
                  <a:lnTo>
                    <a:pt x="53056" y="74147"/>
                  </a:lnTo>
                  <a:lnTo>
                    <a:pt x="60429" y="78800"/>
                  </a:lnTo>
                  <a:lnTo>
                    <a:pt x="62609" y="85298"/>
                  </a:lnTo>
                  <a:cubicBezTo>
                    <a:pt x="62609" y="85298"/>
                    <a:pt x="62702" y="85473"/>
                    <a:pt x="62748" y="85561"/>
                  </a:cubicBezTo>
                  <a:lnTo>
                    <a:pt x="67664" y="92454"/>
                  </a:lnTo>
                  <a:lnTo>
                    <a:pt x="61496" y="97590"/>
                  </a:lnTo>
                  <a:cubicBezTo>
                    <a:pt x="61264" y="97809"/>
                    <a:pt x="61079" y="98117"/>
                    <a:pt x="61125" y="98424"/>
                  </a:cubicBezTo>
                  <a:cubicBezTo>
                    <a:pt x="61125" y="98731"/>
                    <a:pt x="61311" y="99039"/>
                    <a:pt x="61542" y="99258"/>
                  </a:cubicBezTo>
                  <a:lnTo>
                    <a:pt x="65299" y="102155"/>
                  </a:lnTo>
                  <a:lnTo>
                    <a:pt x="62563" y="105404"/>
                  </a:lnTo>
                  <a:cubicBezTo>
                    <a:pt x="62563" y="105404"/>
                    <a:pt x="62331" y="105799"/>
                    <a:pt x="62331" y="106019"/>
                  </a:cubicBezTo>
                  <a:lnTo>
                    <a:pt x="61450" y="118267"/>
                  </a:lnTo>
                  <a:cubicBezTo>
                    <a:pt x="61450" y="118618"/>
                    <a:pt x="61589" y="118969"/>
                    <a:pt x="61914" y="119232"/>
                  </a:cubicBezTo>
                  <a:lnTo>
                    <a:pt x="64835" y="121296"/>
                  </a:lnTo>
                  <a:lnTo>
                    <a:pt x="58899" y="124325"/>
                  </a:lnTo>
                  <a:cubicBezTo>
                    <a:pt x="58528" y="124501"/>
                    <a:pt x="58296" y="124895"/>
                    <a:pt x="58296" y="125291"/>
                  </a:cubicBezTo>
                  <a:lnTo>
                    <a:pt x="58296" y="133061"/>
                  </a:lnTo>
                  <a:lnTo>
                    <a:pt x="52823" y="138241"/>
                  </a:lnTo>
                  <a:cubicBezTo>
                    <a:pt x="52360" y="138680"/>
                    <a:pt x="52360" y="139383"/>
                    <a:pt x="52823" y="139778"/>
                  </a:cubicBezTo>
                  <a:lnTo>
                    <a:pt x="58713" y="145353"/>
                  </a:lnTo>
                  <a:lnTo>
                    <a:pt x="60105" y="146670"/>
                  </a:lnTo>
                  <a:cubicBezTo>
                    <a:pt x="60105" y="146670"/>
                    <a:pt x="60105" y="146670"/>
                    <a:pt x="60105" y="146670"/>
                  </a:cubicBezTo>
                  <a:cubicBezTo>
                    <a:pt x="60337" y="146889"/>
                    <a:pt x="60615" y="146977"/>
                    <a:pt x="60940" y="146977"/>
                  </a:cubicBezTo>
                  <a:cubicBezTo>
                    <a:pt x="61264" y="146977"/>
                    <a:pt x="61542" y="146889"/>
                    <a:pt x="61775" y="146670"/>
                  </a:cubicBezTo>
                  <a:cubicBezTo>
                    <a:pt x="62238" y="146231"/>
                    <a:pt x="62238" y="145529"/>
                    <a:pt x="61775" y="145134"/>
                  </a:cubicBezTo>
                  <a:lnTo>
                    <a:pt x="61775" y="145134"/>
                  </a:lnTo>
                  <a:cubicBezTo>
                    <a:pt x="61775" y="145134"/>
                    <a:pt x="55374" y="139031"/>
                    <a:pt x="55374" y="139031"/>
                  </a:cubicBezTo>
                  <a:lnTo>
                    <a:pt x="60337" y="134334"/>
                  </a:lnTo>
                  <a:cubicBezTo>
                    <a:pt x="60337" y="134334"/>
                    <a:pt x="60661" y="133851"/>
                    <a:pt x="60661" y="133544"/>
                  </a:cubicBezTo>
                  <a:lnTo>
                    <a:pt x="60661" y="125949"/>
                  </a:lnTo>
                  <a:lnTo>
                    <a:pt x="67572" y="122437"/>
                  </a:lnTo>
                  <a:cubicBezTo>
                    <a:pt x="67943" y="122262"/>
                    <a:pt x="68128" y="121910"/>
                    <a:pt x="68174" y="121559"/>
                  </a:cubicBezTo>
                  <a:cubicBezTo>
                    <a:pt x="68174" y="121208"/>
                    <a:pt x="68035" y="120813"/>
                    <a:pt x="67711" y="120593"/>
                  </a:cubicBezTo>
                  <a:lnTo>
                    <a:pt x="63861" y="117828"/>
                  </a:lnTo>
                  <a:lnTo>
                    <a:pt x="64650" y="106501"/>
                  </a:lnTo>
                  <a:lnTo>
                    <a:pt x="67896" y="102638"/>
                  </a:lnTo>
                  <a:cubicBezTo>
                    <a:pt x="68314" y="102155"/>
                    <a:pt x="68221" y="101497"/>
                    <a:pt x="67711" y="101102"/>
                  </a:cubicBezTo>
                  <a:lnTo>
                    <a:pt x="64140" y="98380"/>
                  </a:lnTo>
                  <a:lnTo>
                    <a:pt x="70076" y="93463"/>
                  </a:lnTo>
                  <a:cubicBezTo>
                    <a:pt x="70493" y="93112"/>
                    <a:pt x="70586" y="92497"/>
                    <a:pt x="70261" y="92014"/>
                  </a:cubicBezTo>
                  <a:lnTo>
                    <a:pt x="64835" y="84464"/>
                  </a:lnTo>
                  <a:lnTo>
                    <a:pt x="62563" y="77747"/>
                  </a:lnTo>
                  <a:cubicBezTo>
                    <a:pt x="62470" y="77527"/>
                    <a:pt x="62331" y="77308"/>
                    <a:pt x="62099" y="77176"/>
                  </a:cubicBezTo>
                  <a:lnTo>
                    <a:pt x="54261" y="72259"/>
                  </a:lnTo>
                  <a:cubicBezTo>
                    <a:pt x="54261" y="72259"/>
                    <a:pt x="54076" y="72172"/>
                    <a:pt x="53983" y="72128"/>
                  </a:cubicBezTo>
                  <a:lnTo>
                    <a:pt x="42203" y="68309"/>
                  </a:lnTo>
                  <a:lnTo>
                    <a:pt x="38400" y="66772"/>
                  </a:lnTo>
                  <a:lnTo>
                    <a:pt x="34226" y="62031"/>
                  </a:lnTo>
                  <a:cubicBezTo>
                    <a:pt x="33994" y="61767"/>
                    <a:pt x="33670" y="61636"/>
                    <a:pt x="33345" y="61636"/>
                  </a:cubicBezTo>
                  <a:lnTo>
                    <a:pt x="29821" y="61636"/>
                  </a:lnTo>
                  <a:cubicBezTo>
                    <a:pt x="29589" y="61328"/>
                    <a:pt x="29171" y="60845"/>
                    <a:pt x="28708" y="60231"/>
                  </a:cubicBezTo>
                  <a:cubicBezTo>
                    <a:pt x="25971" y="56719"/>
                    <a:pt x="19896" y="48466"/>
                    <a:pt x="15304" y="38983"/>
                  </a:cubicBezTo>
                  <a:lnTo>
                    <a:pt x="13867" y="3595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6" name="Freeform: Shape 2525">
              <a:extLst>
                <a:ext uri="{FF2B5EF4-FFF2-40B4-BE49-F238E27FC236}">
                  <a16:creationId xmlns:a16="http://schemas.microsoft.com/office/drawing/2014/main" id="{AA005912-C7A3-C540-3D37-DFA668F2F197}"/>
                </a:ext>
              </a:extLst>
            </p:cNvPr>
            <p:cNvSpPr>
              <a:spLocks/>
            </p:cNvSpPr>
            <p:nvPr/>
          </p:nvSpPr>
          <p:spPr>
            <a:xfrm>
              <a:off x="6370736" y="4139708"/>
              <a:ext cx="11222" cy="38266"/>
            </a:xfrm>
            <a:custGeom>
              <a:avLst/>
              <a:gdLst>
                <a:gd name="connsiteX0" fmla="*/ 3246 w 7518"/>
                <a:gd name="connsiteY0" fmla="*/ 17999 h 25637"/>
                <a:gd name="connsiteX1" fmla="*/ 5241 w 7518"/>
                <a:gd name="connsiteY1" fmla="*/ 24715 h 25637"/>
                <a:gd name="connsiteX2" fmla="*/ 5241 w 7518"/>
                <a:gd name="connsiteY2" fmla="*/ 24847 h 25637"/>
                <a:gd name="connsiteX3" fmla="*/ 6400 w 7518"/>
                <a:gd name="connsiteY3" fmla="*/ 25637 h 25637"/>
                <a:gd name="connsiteX4" fmla="*/ 6725 w 7518"/>
                <a:gd name="connsiteY4" fmla="*/ 25637 h 25637"/>
                <a:gd name="connsiteX5" fmla="*/ 7513 w 7518"/>
                <a:gd name="connsiteY5" fmla="*/ 24452 h 25637"/>
                <a:gd name="connsiteX6" fmla="*/ 7513 w 7518"/>
                <a:gd name="connsiteY6" fmla="*/ 24277 h 25637"/>
                <a:gd name="connsiteX7" fmla="*/ 7281 w 7518"/>
                <a:gd name="connsiteY7" fmla="*/ 23486 h 25637"/>
                <a:gd name="connsiteX8" fmla="*/ 5519 w 7518"/>
                <a:gd name="connsiteY8" fmla="*/ 17604 h 25637"/>
                <a:gd name="connsiteX9" fmla="*/ 5658 w 7518"/>
                <a:gd name="connsiteY9" fmla="*/ 14487 h 25637"/>
                <a:gd name="connsiteX10" fmla="*/ 6122 w 7518"/>
                <a:gd name="connsiteY10" fmla="*/ 3775 h 25637"/>
                <a:gd name="connsiteX11" fmla="*/ 5751 w 7518"/>
                <a:gd name="connsiteY11" fmla="*/ 2941 h 25637"/>
                <a:gd name="connsiteX12" fmla="*/ 2319 w 7518"/>
                <a:gd name="connsiteY12" fmla="*/ 0 h 25637"/>
                <a:gd name="connsiteX13" fmla="*/ 1623 w 7518"/>
                <a:gd name="connsiteY13" fmla="*/ 790 h 25637"/>
                <a:gd name="connsiteX14" fmla="*/ 742 w 7518"/>
                <a:gd name="connsiteY14" fmla="*/ 1185 h 25637"/>
                <a:gd name="connsiteX15" fmla="*/ 0 w 7518"/>
                <a:gd name="connsiteY15" fmla="*/ 922 h 25637"/>
                <a:gd name="connsiteX16" fmla="*/ 3803 w 7518"/>
                <a:gd name="connsiteY16" fmla="*/ 4170 h 25637"/>
                <a:gd name="connsiteX17" fmla="*/ 3385 w 7518"/>
                <a:gd name="connsiteY17" fmla="*/ 14180 h 25637"/>
                <a:gd name="connsiteX18" fmla="*/ 3246 w 7518"/>
                <a:gd name="connsiteY18" fmla="*/ 17692 h 25637"/>
                <a:gd name="connsiteX19" fmla="*/ 3246 w 7518"/>
                <a:gd name="connsiteY19" fmla="*/ 18043 h 2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" h="25637">
                  <a:moveTo>
                    <a:pt x="3246" y="17999"/>
                  </a:moveTo>
                  <a:lnTo>
                    <a:pt x="5241" y="24715"/>
                  </a:lnTo>
                  <a:lnTo>
                    <a:pt x="5241" y="24847"/>
                  </a:lnTo>
                  <a:cubicBezTo>
                    <a:pt x="5426" y="25330"/>
                    <a:pt x="5890" y="25637"/>
                    <a:pt x="6400" y="25637"/>
                  </a:cubicBezTo>
                  <a:cubicBezTo>
                    <a:pt x="6493" y="25637"/>
                    <a:pt x="6585" y="25637"/>
                    <a:pt x="6725" y="25637"/>
                  </a:cubicBezTo>
                  <a:cubicBezTo>
                    <a:pt x="7281" y="25506"/>
                    <a:pt x="7560" y="24979"/>
                    <a:pt x="7513" y="24452"/>
                  </a:cubicBezTo>
                  <a:cubicBezTo>
                    <a:pt x="7513" y="24408"/>
                    <a:pt x="7513" y="24364"/>
                    <a:pt x="7513" y="24277"/>
                  </a:cubicBezTo>
                  <a:lnTo>
                    <a:pt x="7281" y="23486"/>
                  </a:lnTo>
                  <a:lnTo>
                    <a:pt x="5519" y="17604"/>
                  </a:lnTo>
                  <a:lnTo>
                    <a:pt x="5658" y="14487"/>
                  </a:lnTo>
                  <a:lnTo>
                    <a:pt x="6122" y="3775"/>
                  </a:lnTo>
                  <a:cubicBezTo>
                    <a:pt x="6122" y="3468"/>
                    <a:pt x="5983" y="3117"/>
                    <a:pt x="5751" y="2941"/>
                  </a:cubicBezTo>
                  <a:lnTo>
                    <a:pt x="2319" y="0"/>
                  </a:lnTo>
                  <a:lnTo>
                    <a:pt x="1623" y="790"/>
                  </a:lnTo>
                  <a:cubicBezTo>
                    <a:pt x="1391" y="1054"/>
                    <a:pt x="1067" y="1185"/>
                    <a:pt x="742" y="1185"/>
                  </a:cubicBezTo>
                  <a:cubicBezTo>
                    <a:pt x="464" y="1185"/>
                    <a:pt x="232" y="1098"/>
                    <a:pt x="0" y="922"/>
                  </a:cubicBezTo>
                  <a:lnTo>
                    <a:pt x="3803" y="4170"/>
                  </a:lnTo>
                  <a:lnTo>
                    <a:pt x="3385" y="14180"/>
                  </a:lnTo>
                  <a:lnTo>
                    <a:pt x="3246" y="17692"/>
                  </a:lnTo>
                  <a:cubicBezTo>
                    <a:pt x="3246" y="17692"/>
                    <a:pt x="3246" y="17911"/>
                    <a:pt x="3246" y="1804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7" name="Freeform: Shape 2526">
              <a:extLst>
                <a:ext uri="{FF2B5EF4-FFF2-40B4-BE49-F238E27FC236}">
                  <a16:creationId xmlns:a16="http://schemas.microsoft.com/office/drawing/2014/main" id="{18BE819F-E64E-1563-9B39-D01E7784AA07}"/>
                </a:ext>
              </a:extLst>
            </p:cNvPr>
            <p:cNvSpPr>
              <a:spLocks/>
            </p:cNvSpPr>
            <p:nvPr/>
          </p:nvSpPr>
          <p:spPr>
            <a:xfrm>
              <a:off x="6366929" y="4105373"/>
              <a:ext cx="20282" cy="35646"/>
            </a:xfrm>
            <a:custGeom>
              <a:avLst/>
              <a:gdLst>
                <a:gd name="connsiteX0" fmla="*/ 2365 w 13588"/>
                <a:gd name="connsiteY0" fmla="*/ 22389 h 23881"/>
                <a:gd name="connsiteX1" fmla="*/ 3154 w 13588"/>
                <a:gd name="connsiteY1" fmla="*/ 21467 h 23881"/>
                <a:gd name="connsiteX2" fmla="*/ 2319 w 13588"/>
                <a:gd name="connsiteY2" fmla="*/ 20721 h 23881"/>
                <a:gd name="connsiteX3" fmla="*/ 2319 w 13588"/>
                <a:gd name="connsiteY3" fmla="*/ 13302 h 23881"/>
                <a:gd name="connsiteX4" fmla="*/ 6957 w 13588"/>
                <a:gd name="connsiteY4" fmla="*/ 6102 h 23881"/>
                <a:gd name="connsiteX5" fmla="*/ 13589 w 13588"/>
                <a:gd name="connsiteY5" fmla="*/ 1844 h 23881"/>
                <a:gd name="connsiteX6" fmla="*/ 13078 w 13588"/>
                <a:gd name="connsiteY6" fmla="*/ 1712 h 23881"/>
                <a:gd name="connsiteX7" fmla="*/ 12800 w 13588"/>
                <a:gd name="connsiteY7" fmla="*/ 1537 h 23881"/>
                <a:gd name="connsiteX8" fmla="*/ 12429 w 13588"/>
                <a:gd name="connsiteY8" fmla="*/ 1273 h 23881"/>
                <a:gd name="connsiteX9" fmla="*/ 12290 w 13588"/>
                <a:gd name="connsiteY9" fmla="*/ 878 h 23881"/>
                <a:gd name="connsiteX10" fmla="*/ 12151 w 13588"/>
                <a:gd name="connsiteY10" fmla="*/ 571 h 23881"/>
                <a:gd name="connsiteX11" fmla="*/ 12151 w 13588"/>
                <a:gd name="connsiteY11" fmla="*/ 0 h 23881"/>
                <a:gd name="connsiteX12" fmla="*/ 5426 w 13588"/>
                <a:gd name="connsiteY12" fmla="*/ 4346 h 23881"/>
                <a:gd name="connsiteX13" fmla="*/ 5101 w 13588"/>
                <a:gd name="connsiteY13" fmla="*/ 4697 h 23881"/>
                <a:gd name="connsiteX14" fmla="*/ 185 w 13588"/>
                <a:gd name="connsiteY14" fmla="*/ 12380 h 23881"/>
                <a:gd name="connsiteX15" fmla="*/ 0 w 13588"/>
                <a:gd name="connsiteY15" fmla="*/ 12951 h 23881"/>
                <a:gd name="connsiteX16" fmla="*/ 0 w 13588"/>
                <a:gd name="connsiteY16" fmla="*/ 21204 h 23881"/>
                <a:gd name="connsiteX17" fmla="*/ 371 w 13588"/>
                <a:gd name="connsiteY17" fmla="*/ 21994 h 23881"/>
                <a:gd name="connsiteX18" fmla="*/ 2551 w 13588"/>
                <a:gd name="connsiteY18" fmla="*/ 23882 h 23881"/>
                <a:gd name="connsiteX19" fmla="*/ 2365 w 13588"/>
                <a:gd name="connsiteY19" fmla="*/ 22345 h 23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88" h="23881">
                  <a:moveTo>
                    <a:pt x="2365" y="22389"/>
                  </a:moveTo>
                  <a:lnTo>
                    <a:pt x="3154" y="21467"/>
                  </a:lnTo>
                  <a:lnTo>
                    <a:pt x="2319" y="20721"/>
                  </a:lnTo>
                  <a:lnTo>
                    <a:pt x="2319" y="13302"/>
                  </a:lnTo>
                  <a:lnTo>
                    <a:pt x="6957" y="6102"/>
                  </a:lnTo>
                  <a:lnTo>
                    <a:pt x="13589" y="1844"/>
                  </a:lnTo>
                  <a:lnTo>
                    <a:pt x="13078" y="1712"/>
                  </a:lnTo>
                  <a:cubicBezTo>
                    <a:pt x="13078" y="1712"/>
                    <a:pt x="12893" y="1581"/>
                    <a:pt x="12800" y="1537"/>
                  </a:cubicBezTo>
                  <a:cubicBezTo>
                    <a:pt x="12661" y="1449"/>
                    <a:pt x="12522" y="1405"/>
                    <a:pt x="12429" y="1273"/>
                  </a:cubicBezTo>
                  <a:cubicBezTo>
                    <a:pt x="12336" y="1141"/>
                    <a:pt x="12336" y="1054"/>
                    <a:pt x="12290" y="878"/>
                  </a:cubicBezTo>
                  <a:cubicBezTo>
                    <a:pt x="12290" y="790"/>
                    <a:pt x="12151" y="703"/>
                    <a:pt x="12151" y="571"/>
                  </a:cubicBezTo>
                  <a:lnTo>
                    <a:pt x="12151" y="0"/>
                  </a:lnTo>
                  <a:cubicBezTo>
                    <a:pt x="12151" y="0"/>
                    <a:pt x="5426" y="4346"/>
                    <a:pt x="5426" y="4346"/>
                  </a:cubicBezTo>
                  <a:cubicBezTo>
                    <a:pt x="5287" y="4434"/>
                    <a:pt x="5194" y="4566"/>
                    <a:pt x="5101" y="4697"/>
                  </a:cubicBezTo>
                  <a:lnTo>
                    <a:pt x="185" y="12380"/>
                  </a:lnTo>
                  <a:cubicBezTo>
                    <a:pt x="185" y="12380"/>
                    <a:pt x="0" y="12731"/>
                    <a:pt x="0" y="12951"/>
                  </a:cubicBezTo>
                  <a:lnTo>
                    <a:pt x="0" y="21204"/>
                  </a:lnTo>
                  <a:cubicBezTo>
                    <a:pt x="0" y="21511"/>
                    <a:pt x="139" y="21818"/>
                    <a:pt x="371" y="21994"/>
                  </a:cubicBezTo>
                  <a:lnTo>
                    <a:pt x="2551" y="23882"/>
                  </a:lnTo>
                  <a:cubicBezTo>
                    <a:pt x="2041" y="23487"/>
                    <a:pt x="1994" y="22828"/>
                    <a:pt x="2365" y="2234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8" name="Freeform: Shape 2527">
              <a:extLst>
                <a:ext uri="{FF2B5EF4-FFF2-40B4-BE49-F238E27FC236}">
                  <a16:creationId xmlns:a16="http://schemas.microsoft.com/office/drawing/2014/main" id="{79B8D4FF-157B-0862-0B3C-6722E8871BE9}"/>
                </a:ext>
              </a:extLst>
            </p:cNvPr>
            <p:cNvSpPr>
              <a:spLocks/>
            </p:cNvSpPr>
            <p:nvPr/>
          </p:nvSpPr>
          <p:spPr>
            <a:xfrm>
              <a:off x="6386036" y="4098655"/>
              <a:ext cx="22903" cy="11370"/>
            </a:xfrm>
            <a:custGeom>
              <a:avLst/>
              <a:gdLst>
                <a:gd name="connsiteX0" fmla="*/ 13449 w 15344"/>
                <a:gd name="connsiteY0" fmla="*/ 154 h 7617"/>
                <a:gd name="connsiteX1" fmla="*/ 6075 w 15344"/>
                <a:gd name="connsiteY1" fmla="*/ 5335 h 7617"/>
                <a:gd name="connsiteX2" fmla="*/ 1716 w 15344"/>
                <a:gd name="connsiteY2" fmla="*/ 4325 h 7617"/>
                <a:gd name="connsiteX3" fmla="*/ 1716 w 15344"/>
                <a:gd name="connsiteY3" fmla="*/ 5203 h 7617"/>
                <a:gd name="connsiteX4" fmla="*/ 510 w 15344"/>
                <a:gd name="connsiteY4" fmla="*/ 6257 h 7617"/>
                <a:gd name="connsiteX5" fmla="*/ 510 w 15344"/>
                <a:gd name="connsiteY5" fmla="*/ 6257 h 7617"/>
                <a:gd name="connsiteX6" fmla="*/ 0 w 15344"/>
                <a:gd name="connsiteY6" fmla="*/ 6037 h 7617"/>
                <a:gd name="connsiteX7" fmla="*/ 278 w 15344"/>
                <a:gd name="connsiteY7" fmla="*/ 6213 h 7617"/>
                <a:gd name="connsiteX8" fmla="*/ 788 w 15344"/>
                <a:gd name="connsiteY8" fmla="*/ 6345 h 7617"/>
                <a:gd name="connsiteX9" fmla="*/ 6075 w 15344"/>
                <a:gd name="connsiteY9" fmla="*/ 7618 h 7617"/>
                <a:gd name="connsiteX10" fmla="*/ 6354 w 15344"/>
                <a:gd name="connsiteY10" fmla="*/ 7618 h 7617"/>
                <a:gd name="connsiteX11" fmla="*/ 7049 w 15344"/>
                <a:gd name="connsiteY11" fmla="*/ 7398 h 7617"/>
                <a:gd name="connsiteX12" fmla="*/ 13820 w 15344"/>
                <a:gd name="connsiteY12" fmla="*/ 2657 h 7617"/>
                <a:gd name="connsiteX13" fmla="*/ 14562 w 15344"/>
                <a:gd name="connsiteY13" fmla="*/ 2130 h 7617"/>
                <a:gd name="connsiteX14" fmla="*/ 14887 w 15344"/>
                <a:gd name="connsiteY14" fmla="*/ 1911 h 7617"/>
                <a:gd name="connsiteX15" fmla="*/ 15119 w 15344"/>
                <a:gd name="connsiteY15" fmla="*/ 374 h 7617"/>
                <a:gd name="connsiteX16" fmla="*/ 13867 w 15344"/>
                <a:gd name="connsiteY16" fmla="*/ 67 h 7617"/>
                <a:gd name="connsiteX17" fmla="*/ 13589 w 15344"/>
                <a:gd name="connsiteY17" fmla="*/ 110 h 7617"/>
                <a:gd name="connsiteX18" fmla="*/ 13496 w 15344"/>
                <a:gd name="connsiteY18" fmla="*/ 110 h 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344" h="7617">
                  <a:moveTo>
                    <a:pt x="13449" y="154"/>
                  </a:moveTo>
                  <a:lnTo>
                    <a:pt x="6075" y="5335"/>
                  </a:lnTo>
                  <a:lnTo>
                    <a:pt x="1716" y="4325"/>
                  </a:lnTo>
                  <a:lnTo>
                    <a:pt x="1716" y="5203"/>
                  </a:lnTo>
                  <a:cubicBezTo>
                    <a:pt x="1670" y="5818"/>
                    <a:pt x="1159" y="6257"/>
                    <a:pt x="510" y="6257"/>
                  </a:cubicBezTo>
                  <a:lnTo>
                    <a:pt x="510" y="6257"/>
                  </a:lnTo>
                  <a:cubicBezTo>
                    <a:pt x="510" y="6257"/>
                    <a:pt x="185" y="6125"/>
                    <a:pt x="0" y="6037"/>
                  </a:cubicBezTo>
                  <a:cubicBezTo>
                    <a:pt x="93" y="6081"/>
                    <a:pt x="139" y="6213"/>
                    <a:pt x="278" y="6213"/>
                  </a:cubicBezTo>
                  <a:lnTo>
                    <a:pt x="788" y="6345"/>
                  </a:lnTo>
                  <a:lnTo>
                    <a:pt x="6075" y="7618"/>
                  </a:lnTo>
                  <a:cubicBezTo>
                    <a:pt x="6075" y="7618"/>
                    <a:pt x="6261" y="7618"/>
                    <a:pt x="6354" y="7618"/>
                  </a:cubicBezTo>
                  <a:cubicBezTo>
                    <a:pt x="6585" y="7618"/>
                    <a:pt x="6864" y="7530"/>
                    <a:pt x="7049" y="7398"/>
                  </a:cubicBezTo>
                  <a:lnTo>
                    <a:pt x="13820" y="2657"/>
                  </a:lnTo>
                  <a:lnTo>
                    <a:pt x="14562" y="2130"/>
                  </a:lnTo>
                  <a:lnTo>
                    <a:pt x="14887" y="1911"/>
                  </a:lnTo>
                  <a:cubicBezTo>
                    <a:pt x="15397" y="1559"/>
                    <a:pt x="15490" y="857"/>
                    <a:pt x="15119" y="374"/>
                  </a:cubicBezTo>
                  <a:cubicBezTo>
                    <a:pt x="14794" y="-21"/>
                    <a:pt x="14330" y="-65"/>
                    <a:pt x="13867" y="67"/>
                  </a:cubicBezTo>
                  <a:cubicBezTo>
                    <a:pt x="13774" y="67"/>
                    <a:pt x="13681" y="67"/>
                    <a:pt x="13589" y="110"/>
                  </a:cubicBezTo>
                  <a:cubicBezTo>
                    <a:pt x="13589" y="110"/>
                    <a:pt x="13542" y="110"/>
                    <a:pt x="13496" y="11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9" name="Freeform: Shape 2528">
              <a:extLst>
                <a:ext uri="{FF2B5EF4-FFF2-40B4-BE49-F238E27FC236}">
                  <a16:creationId xmlns:a16="http://schemas.microsoft.com/office/drawing/2014/main" id="{0EFC904B-18FC-C339-4FB8-D86D97EB7210}"/>
                </a:ext>
              </a:extLst>
            </p:cNvPr>
            <p:cNvSpPr>
              <a:spLocks/>
            </p:cNvSpPr>
            <p:nvPr/>
          </p:nvSpPr>
          <p:spPr>
            <a:xfrm>
              <a:off x="6385273" y="4106684"/>
              <a:ext cx="207" cy="590"/>
            </a:xfrm>
            <a:custGeom>
              <a:avLst/>
              <a:gdLst>
                <a:gd name="connsiteX0" fmla="*/ 139 w 139"/>
                <a:gd name="connsiteY0" fmla="*/ 395 h 395"/>
                <a:gd name="connsiteX1" fmla="*/ 0 w 139"/>
                <a:gd name="connsiteY1" fmla="*/ 0 h 395"/>
                <a:gd name="connsiteX2" fmla="*/ 139 w 139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" h="395">
                  <a:moveTo>
                    <a:pt x="139" y="395"/>
                  </a:moveTo>
                  <a:cubicBezTo>
                    <a:pt x="139" y="395"/>
                    <a:pt x="46" y="132"/>
                    <a:pt x="0" y="0"/>
                  </a:cubicBezTo>
                  <a:cubicBezTo>
                    <a:pt x="0" y="132"/>
                    <a:pt x="46" y="263"/>
                    <a:pt x="139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0" name="Freeform: Shape 2529">
              <a:extLst>
                <a:ext uri="{FF2B5EF4-FFF2-40B4-BE49-F238E27FC236}">
                  <a16:creationId xmlns:a16="http://schemas.microsoft.com/office/drawing/2014/main" id="{B6DFB916-7A5A-A965-F268-51989584C96F}"/>
                </a:ext>
              </a:extLst>
            </p:cNvPr>
            <p:cNvSpPr>
              <a:spLocks/>
            </p:cNvSpPr>
            <p:nvPr/>
          </p:nvSpPr>
          <p:spPr>
            <a:xfrm>
              <a:off x="6370067" y="4129224"/>
              <a:ext cx="39158" cy="12253"/>
            </a:xfrm>
            <a:custGeom>
              <a:avLst/>
              <a:gdLst>
                <a:gd name="connsiteX0" fmla="*/ 2071 w 26234"/>
                <a:gd name="connsiteY0" fmla="*/ 7770 h 8209"/>
                <a:gd name="connsiteX1" fmla="*/ 2767 w 26234"/>
                <a:gd name="connsiteY1" fmla="*/ 6980 h 8209"/>
                <a:gd name="connsiteX2" fmla="*/ 4251 w 26234"/>
                <a:gd name="connsiteY2" fmla="*/ 5268 h 8209"/>
                <a:gd name="connsiteX3" fmla="*/ 5735 w 26234"/>
                <a:gd name="connsiteY3" fmla="*/ 5268 h 8209"/>
                <a:gd name="connsiteX4" fmla="*/ 5735 w 26234"/>
                <a:gd name="connsiteY4" fmla="*/ 7112 h 8209"/>
                <a:gd name="connsiteX5" fmla="*/ 6895 w 26234"/>
                <a:gd name="connsiteY5" fmla="*/ 8209 h 8209"/>
                <a:gd name="connsiteX6" fmla="*/ 14408 w 26234"/>
                <a:gd name="connsiteY6" fmla="*/ 8209 h 8209"/>
                <a:gd name="connsiteX7" fmla="*/ 15567 w 26234"/>
                <a:gd name="connsiteY7" fmla="*/ 7112 h 8209"/>
                <a:gd name="connsiteX8" fmla="*/ 15567 w 26234"/>
                <a:gd name="connsiteY8" fmla="*/ 2239 h 8209"/>
                <a:gd name="connsiteX9" fmla="*/ 25121 w 26234"/>
                <a:gd name="connsiteY9" fmla="*/ 2239 h 8209"/>
                <a:gd name="connsiteX10" fmla="*/ 26234 w 26234"/>
                <a:gd name="connsiteY10" fmla="*/ 1185 h 8209"/>
                <a:gd name="connsiteX11" fmla="*/ 26234 w 26234"/>
                <a:gd name="connsiteY11" fmla="*/ 1141 h 8209"/>
                <a:gd name="connsiteX12" fmla="*/ 26095 w 26234"/>
                <a:gd name="connsiteY12" fmla="*/ 790 h 8209"/>
                <a:gd name="connsiteX13" fmla="*/ 25909 w 26234"/>
                <a:gd name="connsiteY13" fmla="*/ 395 h 8209"/>
                <a:gd name="connsiteX14" fmla="*/ 25539 w 26234"/>
                <a:gd name="connsiteY14" fmla="*/ 176 h 8209"/>
                <a:gd name="connsiteX15" fmla="*/ 25121 w 26234"/>
                <a:gd name="connsiteY15" fmla="*/ 0 h 8209"/>
                <a:gd name="connsiteX16" fmla="*/ 25075 w 26234"/>
                <a:gd name="connsiteY16" fmla="*/ 0 h 8209"/>
                <a:gd name="connsiteX17" fmla="*/ 14362 w 26234"/>
                <a:gd name="connsiteY17" fmla="*/ 0 h 8209"/>
                <a:gd name="connsiteX18" fmla="*/ 13202 w 26234"/>
                <a:gd name="connsiteY18" fmla="*/ 1098 h 8209"/>
                <a:gd name="connsiteX19" fmla="*/ 13202 w 26234"/>
                <a:gd name="connsiteY19" fmla="*/ 5970 h 8209"/>
                <a:gd name="connsiteX20" fmla="*/ 8008 w 26234"/>
                <a:gd name="connsiteY20" fmla="*/ 5970 h 8209"/>
                <a:gd name="connsiteX21" fmla="*/ 8008 w 26234"/>
                <a:gd name="connsiteY21" fmla="*/ 4127 h 8209"/>
                <a:gd name="connsiteX22" fmla="*/ 6848 w 26234"/>
                <a:gd name="connsiteY22" fmla="*/ 3029 h 8209"/>
                <a:gd name="connsiteX23" fmla="*/ 3648 w 26234"/>
                <a:gd name="connsiteY23" fmla="*/ 3029 h 8209"/>
                <a:gd name="connsiteX24" fmla="*/ 2767 w 26234"/>
                <a:gd name="connsiteY24" fmla="*/ 3424 h 8209"/>
                <a:gd name="connsiteX25" fmla="*/ 1051 w 26234"/>
                <a:gd name="connsiteY25" fmla="*/ 5444 h 8209"/>
                <a:gd name="connsiteX26" fmla="*/ 263 w 26234"/>
                <a:gd name="connsiteY26" fmla="*/ 6366 h 8209"/>
                <a:gd name="connsiteX27" fmla="*/ 448 w 26234"/>
                <a:gd name="connsiteY27" fmla="*/ 7902 h 8209"/>
                <a:gd name="connsiteX28" fmla="*/ 448 w 26234"/>
                <a:gd name="connsiteY28" fmla="*/ 7902 h 8209"/>
                <a:gd name="connsiteX29" fmla="*/ 448 w 26234"/>
                <a:gd name="connsiteY29" fmla="*/ 7902 h 8209"/>
                <a:gd name="connsiteX30" fmla="*/ 1191 w 26234"/>
                <a:gd name="connsiteY30" fmla="*/ 8165 h 8209"/>
                <a:gd name="connsiteX31" fmla="*/ 2071 w 26234"/>
                <a:gd name="connsiteY31" fmla="*/ 7770 h 8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6234" h="8209">
                  <a:moveTo>
                    <a:pt x="2071" y="7770"/>
                  </a:moveTo>
                  <a:lnTo>
                    <a:pt x="2767" y="6980"/>
                  </a:lnTo>
                  <a:lnTo>
                    <a:pt x="4251" y="5268"/>
                  </a:lnTo>
                  <a:lnTo>
                    <a:pt x="5735" y="5268"/>
                  </a:lnTo>
                  <a:lnTo>
                    <a:pt x="5735" y="7112"/>
                  </a:lnTo>
                  <a:cubicBezTo>
                    <a:pt x="5735" y="7726"/>
                    <a:pt x="6245" y="8209"/>
                    <a:pt x="6895" y="8209"/>
                  </a:cubicBezTo>
                  <a:lnTo>
                    <a:pt x="14408" y="8209"/>
                  </a:lnTo>
                  <a:cubicBezTo>
                    <a:pt x="15057" y="8209"/>
                    <a:pt x="15567" y="7726"/>
                    <a:pt x="15567" y="7112"/>
                  </a:cubicBezTo>
                  <a:lnTo>
                    <a:pt x="15567" y="2239"/>
                  </a:lnTo>
                  <a:lnTo>
                    <a:pt x="25121" y="2239"/>
                  </a:lnTo>
                  <a:cubicBezTo>
                    <a:pt x="25724" y="2239"/>
                    <a:pt x="26188" y="1756"/>
                    <a:pt x="26234" y="1185"/>
                  </a:cubicBezTo>
                  <a:cubicBezTo>
                    <a:pt x="26234" y="1185"/>
                    <a:pt x="26234" y="1185"/>
                    <a:pt x="26234" y="1141"/>
                  </a:cubicBezTo>
                  <a:cubicBezTo>
                    <a:pt x="26234" y="1010"/>
                    <a:pt x="26141" y="922"/>
                    <a:pt x="26095" y="790"/>
                  </a:cubicBezTo>
                  <a:cubicBezTo>
                    <a:pt x="26049" y="659"/>
                    <a:pt x="26002" y="527"/>
                    <a:pt x="25909" y="395"/>
                  </a:cubicBezTo>
                  <a:cubicBezTo>
                    <a:pt x="25817" y="307"/>
                    <a:pt x="25678" y="263"/>
                    <a:pt x="25539" y="176"/>
                  </a:cubicBezTo>
                  <a:cubicBezTo>
                    <a:pt x="25399" y="132"/>
                    <a:pt x="25306" y="44"/>
                    <a:pt x="25121" y="0"/>
                  </a:cubicBezTo>
                  <a:cubicBezTo>
                    <a:pt x="25121" y="0"/>
                    <a:pt x="25121" y="0"/>
                    <a:pt x="25075" y="0"/>
                  </a:cubicBezTo>
                  <a:lnTo>
                    <a:pt x="14362" y="0"/>
                  </a:lnTo>
                  <a:cubicBezTo>
                    <a:pt x="13712" y="0"/>
                    <a:pt x="13202" y="483"/>
                    <a:pt x="13202" y="1098"/>
                  </a:cubicBezTo>
                  <a:lnTo>
                    <a:pt x="13202" y="5970"/>
                  </a:lnTo>
                  <a:lnTo>
                    <a:pt x="8008" y="5970"/>
                  </a:lnTo>
                  <a:lnTo>
                    <a:pt x="8008" y="4127"/>
                  </a:lnTo>
                  <a:cubicBezTo>
                    <a:pt x="8008" y="3512"/>
                    <a:pt x="7498" y="3029"/>
                    <a:pt x="6848" y="3029"/>
                  </a:cubicBezTo>
                  <a:lnTo>
                    <a:pt x="3648" y="3029"/>
                  </a:lnTo>
                  <a:cubicBezTo>
                    <a:pt x="3277" y="3029"/>
                    <a:pt x="2953" y="3161"/>
                    <a:pt x="2767" y="3424"/>
                  </a:cubicBezTo>
                  <a:lnTo>
                    <a:pt x="1051" y="5444"/>
                  </a:lnTo>
                  <a:lnTo>
                    <a:pt x="263" y="6366"/>
                  </a:lnTo>
                  <a:cubicBezTo>
                    <a:pt x="-155" y="6848"/>
                    <a:pt x="-62" y="7507"/>
                    <a:pt x="448" y="7902"/>
                  </a:cubicBezTo>
                  <a:cubicBezTo>
                    <a:pt x="448" y="7902"/>
                    <a:pt x="448" y="7902"/>
                    <a:pt x="448" y="7902"/>
                  </a:cubicBezTo>
                  <a:cubicBezTo>
                    <a:pt x="448" y="7902"/>
                    <a:pt x="448" y="7902"/>
                    <a:pt x="448" y="7902"/>
                  </a:cubicBezTo>
                  <a:cubicBezTo>
                    <a:pt x="680" y="8078"/>
                    <a:pt x="912" y="8165"/>
                    <a:pt x="1191" y="8165"/>
                  </a:cubicBezTo>
                  <a:cubicBezTo>
                    <a:pt x="1515" y="8165"/>
                    <a:pt x="1886" y="8034"/>
                    <a:pt x="2071" y="777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1" name="Freeform: Shape 2530">
              <a:extLst>
                <a:ext uri="{FF2B5EF4-FFF2-40B4-BE49-F238E27FC236}">
                  <a16:creationId xmlns:a16="http://schemas.microsoft.com/office/drawing/2014/main" id="{F0335A3B-EFF3-888B-BEB0-D4DD15406D0D}"/>
                </a:ext>
              </a:extLst>
            </p:cNvPr>
            <p:cNvSpPr>
              <a:spLocks/>
            </p:cNvSpPr>
            <p:nvPr/>
          </p:nvSpPr>
          <p:spPr>
            <a:xfrm>
              <a:off x="6384996" y="3999089"/>
              <a:ext cx="41994" cy="108970"/>
            </a:xfrm>
            <a:custGeom>
              <a:avLst/>
              <a:gdLst>
                <a:gd name="connsiteX0" fmla="*/ 139 w 28134"/>
                <a:gd name="connsiteY0" fmla="*/ 72128 h 73005"/>
                <a:gd name="connsiteX1" fmla="*/ 278 w 28134"/>
                <a:gd name="connsiteY1" fmla="*/ 72523 h 73005"/>
                <a:gd name="connsiteX2" fmla="*/ 649 w 28134"/>
                <a:gd name="connsiteY2" fmla="*/ 72786 h 73005"/>
                <a:gd name="connsiteX3" fmla="*/ 1159 w 28134"/>
                <a:gd name="connsiteY3" fmla="*/ 73006 h 73005"/>
                <a:gd name="connsiteX4" fmla="*/ 1159 w 28134"/>
                <a:gd name="connsiteY4" fmla="*/ 73006 h 73005"/>
                <a:gd name="connsiteX5" fmla="*/ 2319 w 28134"/>
                <a:gd name="connsiteY5" fmla="*/ 71952 h 73005"/>
                <a:gd name="connsiteX6" fmla="*/ 2319 w 28134"/>
                <a:gd name="connsiteY6" fmla="*/ 71074 h 73005"/>
                <a:gd name="connsiteX7" fmla="*/ 2783 w 28134"/>
                <a:gd name="connsiteY7" fmla="*/ 58475 h 73005"/>
                <a:gd name="connsiteX8" fmla="*/ 3015 w 28134"/>
                <a:gd name="connsiteY8" fmla="*/ 51934 h 73005"/>
                <a:gd name="connsiteX9" fmla="*/ 3015 w 28134"/>
                <a:gd name="connsiteY9" fmla="*/ 50748 h 73005"/>
                <a:gd name="connsiteX10" fmla="*/ 8255 w 28134"/>
                <a:gd name="connsiteY10" fmla="*/ 39027 h 73005"/>
                <a:gd name="connsiteX11" fmla="*/ 12893 w 28134"/>
                <a:gd name="connsiteY11" fmla="*/ 34067 h 73005"/>
                <a:gd name="connsiteX12" fmla="*/ 16742 w 28134"/>
                <a:gd name="connsiteY12" fmla="*/ 31213 h 73005"/>
                <a:gd name="connsiteX13" fmla="*/ 27687 w 28134"/>
                <a:gd name="connsiteY13" fmla="*/ 23091 h 73005"/>
                <a:gd name="connsiteX14" fmla="*/ 28012 w 28134"/>
                <a:gd name="connsiteY14" fmla="*/ 21687 h 73005"/>
                <a:gd name="connsiteX15" fmla="*/ 26760 w 28134"/>
                <a:gd name="connsiteY15" fmla="*/ 19536 h 73005"/>
                <a:gd name="connsiteX16" fmla="*/ 24533 w 28134"/>
                <a:gd name="connsiteY16" fmla="*/ 15672 h 73005"/>
                <a:gd name="connsiteX17" fmla="*/ 23513 w 28134"/>
                <a:gd name="connsiteY17" fmla="*/ 15102 h 73005"/>
                <a:gd name="connsiteX18" fmla="*/ 19061 w 28134"/>
                <a:gd name="connsiteY18" fmla="*/ 15102 h 73005"/>
                <a:gd name="connsiteX19" fmla="*/ 22215 w 28134"/>
                <a:gd name="connsiteY19" fmla="*/ 9570 h 73005"/>
                <a:gd name="connsiteX20" fmla="*/ 22122 w 28134"/>
                <a:gd name="connsiteY20" fmla="*/ 8385 h 73005"/>
                <a:gd name="connsiteX21" fmla="*/ 19896 w 28134"/>
                <a:gd name="connsiteY21" fmla="*/ 5575 h 73005"/>
                <a:gd name="connsiteX22" fmla="*/ 22215 w 28134"/>
                <a:gd name="connsiteY22" fmla="*/ 0 h 73005"/>
                <a:gd name="connsiteX23" fmla="*/ 22076 w 28134"/>
                <a:gd name="connsiteY23" fmla="*/ 132 h 73005"/>
                <a:gd name="connsiteX24" fmla="*/ 21983 w 28134"/>
                <a:gd name="connsiteY24" fmla="*/ 132 h 73005"/>
                <a:gd name="connsiteX25" fmla="*/ 21194 w 28134"/>
                <a:gd name="connsiteY25" fmla="*/ 483 h 73005"/>
                <a:gd name="connsiteX26" fmla="*/ 20870 w 28134"/>
                <a:gd name="connsiteY26" fmla="*/ 483 h 73005"/>
                <a:gd name="connsiteX27" fmla="*/ 19617 w 28134"/>
                <a:gd name="connsiteY27" fmla="*/ 176 h 73005"/>
                <a:gd name="connsiteX28" fmla="*/ 17484 w 28134"/>
                <a:gd name="connsiteY28" fmla="*/ 5356 h 73005"/>
                <a:gd name="connsiteX29" fmla="*/ 17623 w 28134"/>
                <a:gd name="connsiteY29" fmla="*/ 6410 h 73005"/>
                <a:gd name="connsiteX30" fmla="*/ 19803 w 28134"/>
                <a:gd name="connsiteY30" fmla="*/ 9131 h 73005"/>
                <a:gd name="connsiteX31" fmla="*/ 16093 w 28134"/>
                <a:gd name="connsiteY31" fmla="*/ 15628 h 73005"/>
                <a:gd name="connsiteX32" fmla="*/ 16093 w 28134"/>
                <a:gd name="connsiteY32" fmla="*/ 16726 h 73005"/>
                <a:gd name="connsiteX33" fmla="*/ 17067 w 28134"/>
                <a:gd name="connsiteY33" fmla="*/ 17253 h 73005"/>
                <a:gd name="connsiteX34" fmla="*/ 22771 w 28134"/>
                <a:gd name="connsiteY34" fmla="*/ 17253 h 73005"/>
                <a:gd name="connsiteX35" fmla="*/ 25090 w 28134"/>
                <a:gd name="connsiteY35" fmla="*/ 21291 h 73005"/>
                <a:gd name="connsiteX36" fmla="*/ 25415 w 28134"/>
                <a:gd name="connsiteY36" fmla="*/ 21862 h 73005"/>
                <a:gd name="connsiteX37" fmla="*/ 13774 w 28134"/>
                <a:gd name="connsiteY37" fmla="*/ 30511 h 73005"/>
                <a:gd name="connsiteX38" fmla="*/ 11270 w 28134"/>
                <a:gd name="connsiteY38" fmla="*/ 32398 h 73005"/>
                <a:gd name="connsiteX39" fmla="*/ 6354 w 28134"/>
                <a:gd name="connsiteY39" fmla="*/ 37622 h 73005"/>
                <a:gd name="connsiteX40" fmla="*/ 6168 w 28134"/>
                <a:gd name="connsiteY40" fmla="*/ 37930 h 73005"/>
                <a:gd name="connsiteX41" fmla="*/ 788 w 28134"/>
                <a:gd name="connsiteY41" fmla="*/ 50002 h 73005"/>
                <a:gd name="connsiteX42" fmla="*/ 696 w 28134"/>
                <a:gd name="connsiteY42" fmla="*/ 50397 h 73005"/>
                <a:gd name="connsiteX43" fmla="*/ 696 w 28134"/>
                <a:gd name="connsiteY43" fmla="*/ 52373 h 73005"/>
                <a:gd name="connsiteX44" fmla="*/ 371 w 28134"/>
                <a:gd name="connsiteY44" fmla="*/ 60450 h 73005"/>
                <a:gd name="connsiteX45" fmla="*/ 0 w 28134"/>
                <a:gd name="connsiteY45" fmla="*/ 71250 h 73005"/>
                <a:gd name="connsiteX46" fmla="*/ 0 w 28134"/>
                <a:gd name="connsiteY46" fmla="*/ 71820 h 73005"/>
                <a:gd name="connsiteX47" fmla="*/ 93 w 28134"/>
                <a:gd name="connsiteY47" fmla="*/ 72128 h 7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8134" h="73005">
                  <a:moveTo>
                    <a:pt x="139" y="72128"/>
                  </a:moveTo>
                  <a:cubicBezTo>
                    <a:pt x="139" y="72128"/>
                    <a:pt x="185" y="72391"/>
                    <a:pt x="278" y="72523"/>
                  </a:cubicBezTo>
                  <a:cubicBezTo>
                    <a:pt x="371" y="72655"/>
                    <a:pt x="510" y="72699"/>
                    <a:pt x="649" y="72786"/>
                  </a:cubicBezTo>
                  <a:cubicBezTo>
                    <a:pt x="788" y="72874"/>
                    <a:pt x="974" y="73006"/>
                    <a:pt x="1159" y="73006"/>
                  </a:cubicBezTo>
                  <a:lnTo>
                    <a:pt x="1159" y="73006"/>
                  </a:lnTo>
                  <a:cubicBezTo>
                    <a:pt x="1762" y="73006"/>
                    <a:pt x="2319" y="72523"/>
                    <a:pt x="2319" y="71952"/>
                  </a:cubicBezTo>
                  <a:lnTo>
                    <a:pt x="2319" y="71074"/>
                  </a:lnTo>
                  <a:cubicBezTo>
                    <a:pt x="2319" y="71074"/>
                    <a:pt x="2783" y="58475"/>
                    <a:pt x="2783" y="58475"/>
                  </a:cubicBezTo>
                  <a:lnTo>
                    <a:pt x="3015" y="51934"/>
                  </a:lnTo>
                  <a:lnTo>
                    <a:pt x="3015" y="50748"/>
                  </a:lnTo>
                  <a:cubicBezTo>
                    <a:pt x="3015" y="50748"/>
                    <a:pt x="8255" y="39027"/>
                    <a:pt x="8255" y="39027"/>
                  </a:cubicBezTo>
                  <a:lnTo>
                    <a:pt x="12893" y="34067"/>
                  </a:lnTo>
                  <a:lnTo>
                    <a:pt x="16742" y="31213"/>
                  </a:lnTo>
                  <a:lnTo>
                    <a:pt x="27687" y="23091"/>
                  </a:lnTo>
                  <a:cubicBezTo>
                    <a:pt x="28151" y="22740"/>
                    <a:pt x="28244" y="22169"/>
                    <a:pt x="28012" y="21687"/>
                  </a:cubicBezTo>
                  <a:lnTo>
                    <a:pt x="26760" y="19536"/>
                  </a:lnTo>
                  <a:lnTo>
                    <a:pt x="24533" y="15672"/>
                  </a:lnTo>
                  <a:cubicBezTo>
                    <a:pt x="24348" y="15321"/>
                    <a:pt x="23931" y="15102"/>
                    <a:pt x="23513" y="15102"/>
                  </a:cubicBezTo>
                  <a:lnTo>
                    <a:pt x="19061" y="15102"/>
                  </a:lnTo>
                  <a:lnTo>
                    <a:pt x="22215" y="9570"/>
                  </a:lnTo>
                  <a:cubicBezTo>
                    <a:pt x="22447" y="9175"/>
                    <a:pt x="22400" y="8736"/>
                    <a:pt x="22122" y="8385"/>
                  </a:cubicBezTo>
                  <a:lnTo>
                    <a:pt x="19896" y="5575"/>
                  </a:lnTo>
                  <a:lnTo>
                    <a:pt x="22215" y="0"/>
                  </a:lnTo>
                  <a:lnTo>
                    <a:pt x="22076" y="132"/>
                  </a:lnTo>
                  <a:cubicBezTo>
                    <a:pt x="22076" y="132"/>
                    <a:pt x="22029" y="132"/>
                    <a:pt x="21983" y="132"/>
                  </a:cubicBezTo>
                  <a:cubicBezTo>
                    <a:pt x="21751" y="307"/>
                    <a:pt x="21519" y="483"/>
                    <a:pt x="21194" y="483"/>
                  </a:cubicBezTo>
                  <a:cubicBezTo>
                    <a:pt x="21102" y="483"/>
                    <a:pt x="21009" y="483"/>
                    <a:pt x="20870" y="483"/>
                  </a:cubicBezTo>
                  <a:lnTo>
                    <a:pt x="19617" y="176"/>
                  </a:lnTo>
                  <a:lnTo>
                    <a:pt x="17484" y="5356"/>
                  </a:lnTo>
                  <a:cubicBezTo>
                    <a:pt x="17345" y="5707"/>
                    <a:pt x="17391" y="6102"/>
                    <a:pt x="17623" y="6410"/>
                  </a:cubicBezTo>
                  <a:lnTo>
                    <a:pt x="19803" y="9131"/>
                  </a:lnTo>
                  <a:lnTo>
                    <a:pt x="16093" y="15628"/>
                  </a:lnTo>
                  <a:cubicBezTo>
                    <a:pt x="15907" y="15980"/>
                    <a:pt x="15907" y="16375"/>
                    <a:pt x="16093" y="16726"/>
                  </a:cubicBezTo>
                  <a:cubicBezTo>
                    <a:pt x="16278" y="17077"/>
                    <a:pt x="16696" y="17253"/>
                    <a:pt x="17067" y="17253"/>
                  </a:cubicBezTo>
                  <a:lnTo>
                    <a:pt x="22771" y="17253"/>
                  </a:lnTo>
                  <a:lnTo>
                    <a:pt x="25090" y="21291"/>
                  </a:lnTo>
                  <a:lnTo>
                    <a:pt x="25415" y="21862"/>
                  </a:lnTo>
                  <a:lnTo>
                    <a:pt x="13774" y="30511"/>
                  </a:lnTo>
                  <a:lnTo>
                    <a:pt x="11270" y="32398"/>
                  </a:lnTo>
                  <a:lnTo>
                    <a:pt x="6354" y="37622"/>
                  </a:lnTo>
                  <a:cubicBezTo>
                    <a:pt x="6354" y="37622"/>
                    <a:pt x="6215" y="37798"/>
                    <a:pt x="6168" y="37930"/>
                  </a:cubicBezTo>
                  <a:lnTo>
                    <a:pt x="788" y="50002"/>
                  </a:lnTo>
                  <a:cubicBezTo>
                    <a:pt x="788" y="50002"/>
                    <a:pt x="696" y="50266"/>
                    <a:pt x="696" y="50397"/>
                  </a:cubicBezTo>
                  <a:lnTo>
                    <a:pt x="696" y="52373"/>
                  </a:lnTo>
                  <a:cubicBezTo>
                    <a:pt x="696" y="52373"/>
                    <a:pt x="371" y="60450"/>
                    <a:pt x="371" y="60450"/>
                  </a:cubicBezTo>
                  <a:lnTo>
                    <a:pt x="0" y="71250"/>
                  </a:lnTo>
                  <a:lnTo>
                    <a:pt x="0" y="71820"/>
                  </a:lnTo>
                  <a:cubicBezTo>
                    <a:pt x="0" y="71820"/>
                    <a:pt x="46" y="71996"/>
                    <a:pt x="93" y="7212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2" name="Freeform: Shape 2531">
              <a:extLst>
                <a:ext uri="{FF2B5EF4-FFF2-40B4-BE49-F238E27FC236}">
                  <a16:creationId xmlns:a16="http://schemas.microsoft.com/office/drawing/2014/main" id="{8BA73ECF-E5BD-6D2E-0336-BFD16A85B580}"/>
                </a:ext>
              </a:extLst>
            </p:cNvPr>
            <p:cNvSpPr>
              <a:spLocks/>
            </p:cNvSpPr>
            <p:nvPr/>
          </p:nvSpPr>
          <p:spPr>
            <a:xfrm>
              <a:off x="6653724" y="3989849"/>
              <a:ext cx="24643" cy="125548"/>
            </a:xfrm>
            <a:custGeom>
              <a:avLst/>
              <a:gdLst>
                <a:gd name="connsiteX0" fmla="*/ 2319 w 16510"/>
                <a:gd name="connsiteY0" fmla="*/ 15628 h 84112"/>
                <a:gd name="connsiteX1" fmla="*/ 16510 w 16510"/>
                <a:gd name="connsiteY1" fmla="*/ 44 h 84112"/>
                <a:gd name="connsiteX2" fmla="*/ 16510 w 16510"/>
                <a:gd name="connsiteY2" fmla="*/ 0 h 84112"/>
                <a:gd name="connsiteX3" fmla="*/ 16510 w 16510"/>
                <a:gd name="connsiteY3" fmla="*/ 0 h 84112"/>
                <a:gd name="connsiteX4" fmla="*/ 15676 w 16510"/>
                <a:gd name="connsiteY4" fmla="*/ 395 h 84112"/>
                <a:gd name="connsiteX5" fmla="*/ 13125 w 16510"/>
                <a:gd name="connsiteY5" fmla="*/ 395 h 84112"/>
                <a:gd name="connsiteX6" fmla="*/ 278 w 16510"/>
                <a:gd name="connsiteY6" fmla="*/ 14487 h 84112"/>
                <a:gd name="connsiteX7" fmla="*/ 0 w 16510"/>
                <a:gd name="connsiteY7" fmla="*/ 15190 h 84112"/>
                <a:gd name="connsiteX8" fmla="*/ 278 w 16510"/>
                <a:gd name="connsiteY8" fmla="*/ 71294 h 84112"/>
                <a:gd name="connsiteX9" fmla="*/ 510 w 16510"/>
                <a:gd name="connsiteY9" fmla="*/ 71908 h 84112"/>
                <a:gd name="connsiteX10" fmla="*/ 9275 w 16510"/>
                <a:gd name="connsiteY10" fmla="*/ 83630 h 84112"/>
                <a:gd name="connsiteX11" fmla="*/ 9461 w 16510"/>
                <a:gd name="connsiteY11" fmla="*/ 83717 h 84112"/>
                <a:gd name="connsiteX12" fmla="*/ 10249 w 16510"/>
                <a:gd name="connsiteY12" fmla="*/ 84113 h 84112"/>
                <a:gd name="connsiteX13" fmla="*/ 10899 w 16510"/>
                <a:gd name="connsiteY13" fmla="*/ 83893 h 84112"/>
                <a:gd name="connsiteX14" fmla="*/ 11177 w 16510"/>
                <a:gd name="connsiteY14" fmla="*/ 82357 h 84112"/>
                <a:gd name="connsiteX15" fmla="*/ 11038 w 16510"/>
                <a:gd name="connsiteY15" fmla="*/ 82137 h 84112"/>
                <a:gd name="connsiteX16" fmla="*/ 2644 w 16510"/>
                <a:gd name="connsiteY16" fmla="*/ 70899 h 84112"/>
                <a:gd name="connsiteX17" fmla="*/ 2365 w 16510"/>
                <a:gd name="connsiteY17" fmla="*/ 15541 h 8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510" h="84112">
                  <a:moveTo>
                    <a:pt x="2319" y="15628"/>
                  </a:moveTo>
                  <a:lnTo>
                    <a:pt x="16510" y="44"/>
                  </a:lnTo>
                  <a:cubicBezTo>
                    <a:pt x="16510" y="44"/>
                    <a:pt x="16510" y="44"/>
                    <a:pt x="16510" y="0"/>
                  </a:cubicBezTo>
                  <a:cubicBezTo>
                    <a:pt x="16510" y="0"/>
                    <a:pt x="16510" y="0"/>
                    <a:pt x="16510" y="0"/>
                  </a:cubicBezTo>
                  <a:cubicBezTo>
                    <a:pt x="16278" y="220"/>
                    <a:pt x="16000" y="395"/>
                    <a:pt x="15676" y="395"/>
                  </a:cubicBezTo>
                  <a:lnTo>
                    <a:pt x="13125" y="395"/>
                  </a:lnTo>
                  <a:lnTo>
                    <a:pt x="278" y="14487"/>
                  </a:lnTo>
                  <a:cubicBezTo>
                    <a:pt x="278" y="14487"/>
                    <a:pt x="0" y="14926"/>
                    <a:pt x="0" y="15190"/>
                  </a:cubicBezTo>
                  <a:lnTo>
                    <a:pt x="278" y="71294"/>
                  </a:lnTo>
                  <a:cubicBezTo>
                    <a:pt x="278" y="71513"/>
                    <a:pt x="371" y="71733"/>
                    <a:pt x="510" y="71908"/>
                  </a:cubicBezTo>
                  <a:lnTo>
                    <a:pt x="9275" y="83630"/>
                  </a:lnTo>
                  <a:cubicBezTo>
                    <a:pt x="9275" y="83630"/>
                    <a:pt x="9415" y="83630"/>
                    <a:pt x="9461" y="83717"/>
                  </a:cubicBezTo>
                  <a:cubicBezTo>
                    <a:pt x="9693" y="83937"/>
                    <a:pt x="9925" y="84113"/>
                    <a:pt x="10249" y="84113"/>
                  </a:cubicBezTo>
                  <a:cubicBezTo>
                    <a:pt x="10481" y="84113"/>
                    <a:pt x="10713" y="84069"/>
                    <a:pt x="10899" y="83893"/>
                  </a:cubicBezTo>
                  <a:cubicBezTo>
                    <a:pt x="11409" y="83542"/>
                    <a:pt x="11548" y="82840"/>
                    <a:pt x="11177" y="82357"/>
                  </a:cubicBezTo>
                  <a:lnTo>
                    <a:pt x="11038" y="82137"/>
                  </a:lnTo>
                  <a:lnTo>
                    <a:pt x="2644" y="70899"/>
                  </a:lnTo>
                  <a:lnTo>
                    <a:pt x="2365" y="1554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3" name="Freeform: Shape 2532">
              <a:extLst>
                <a:ext uri="{FF2B5EF4-FFF2-40B4-BE49-F238E27FC236}">
                  <a16:creationId xmlns:a16="http://schemas.microsoft.com/office/drawing/2014/main" id="{924D94DF-C552-E97D-A534-C426A6593886}"/>
                </a:ext>
              </a:extLst>
            </p:cNvPr>
            <p:cNvSpPr>
              <a:spLocks/>
            </p:cNvSpPr>
            <p:nvPr/>
          </p:nvSpPr>
          <p:spPr>
            <a:xfrm>
              <a:off x="6416009" y="3977400"/>
              <a:ext cx="75246" cy="22156"/>
            </a:xfrm>
            <a:custGeom>
              <a:avLst/>
              <a:gdLst>
                <a:gd name="connsiteX0" fmla="*/ 41229 w 50412"/>
                <a:gd name="connsiteY0" fmla="*/ 8956 h 14843"/>
                <a:gd name="connsiteX1" fmla="*/ 36082 w 50412"/>
                <a:gd name="connsiteY1" fmla="*/ 7683 h 14843"/>
                <a:gd name="connsiteX2" fmla="*/ 35803 w 50412"/>
                <a:gd name="connsiteY2" fmla="*/ 7683 h 14843"/>
                <a:gd name="connsiteX3" fmla="*/ 25647 w 50412"/>
                <a:gd name="connsiteY3" fmla="*/ 7683 h 14843"/>
                <a:gd name="connsiteX4" fmla="*/ 24626 w 50412"/>
                <a:gd name="connsiteY4" fmla="*/ 8253 h 14843"/>
                <a:gd name="connsiteX5" fmla="*/ 22122 w 50412"/>
                <a:gd name="connsiteY5" fmla="*/ 12555 h 14843"/>
                <a:gd name="connsiteX6" fmla="*/ 19015 w 50412"/>
                <a:gd name="connsiteY6" fmla="*/ 12160 h 14843"/>
                <a:gd name="connsiteX7" fmla="*/ 15815 w 50412"/>
                <a:gd name="connsiteY7" fmla="*/ 8121 h 14843"/>
                <a:gd name="connsiteX8" fmla="*/ 14980 w 50412"/>
                <a:gd name="connsiteY8" fmla="*/ 7683 h 14843"/>
                <a:gd name="connsiteX9" fmla="*/ 14099 w 50412"/>
                <a:gd name="connsiteY9" fmla="*/ 7990 h 14843"/>
                <a:gd name="connsiteX10" fmla="*/ 10852 w 50412"/>
                <a:gd name="connsiteY10" fmla="*/ 10843 h 14843"/>
                <a:gd name="connsiteX11" fmla="*/ 9322 w 50412"/>
                <a:gd name="connsiteY11" fmla="*/ 9438 h 14843"/>
                <a:gd name="connsiteX12" fmla="*/ 8534 w 50412"/>
                <a:gd name="connsiteY12" fmla="*/ 9131 h 14843"/>
                <a:gd name="connsiteX13" fmla="*/ 3896 w 50412"/>
                <a:gd name="connsiteY13" fmla="*/ 9131 h 14843"/>
                <a:gd name="connsiteX14" fmla="*/ 3015 w 50412"/>
                <a:gd name="connsiteY14" fmla="*/ 9482 h 14843"/>
                <a:gd name="connsiteX15" fmla="*/ 0 w 50412"/>
                <a:gd name="connsiteY15" fmla="*/ 12731 h 14843"/>
                <a:gd name="connsiteX16" fmla="*/ 696 w 50412"/>
                <a:gd name="connsiteY16" fmla="*/ 12907 h 14843"/>
                <a:gd name="connsiteX17" fmla="*/ 1531 w 50412"/>
                <a:gd name="connsiteY17" fmla="*/ 14268 h 14843"/>
                <a:gd name="connsiteX18" fmla="*/ 1206 w 50412"/>
                <a:gd name="connsiteY18" fmla="*/ 14750 h 14843"/>
                <a:gd name="connsiteX19" fmla="*/ 1299 w 50412"/>
                <a:gd name="connsiteY19" fmla="*/ 14750 h 14843"/>
                <a:gd name="connsiteX20" fmla="*/ 1438 w 50412"/>
                <a:gd name="connsiteY20" fmla="*/ 14619 h 14843"/>
                <a:gd name="connsiteX21" fmla="*/ 4452 w 50412"/>
                <a:gd name="connsiteY21" fmla="*/ 11370 h 14843"/>
                <a:gd name="connsiteX22" fmla="*/ 8116 w 50412"/>
                <a:gd name="connsiteY22" fmla="*/ 11370 h 14843"/>
                <a:gd name="connsiteX23" fmla="*/ 10110 w 50412"/>
                <a:gd name="connsiteY23" fmla="*/ 13170 h 14843"/>
                <a:gd name="connsiteX24" fmla="*/ 11687 w 50412"/>
                <a:gd name="connsiteY24" fmla="*/ 13170 h 14843"/>
                <a:gd name="connsiteX25" fmla="*/ 14794 w 50412"/>
                <a:gd name="connsiteY25" fmla="*/ 10448 h 14843"/>
                <a:gd name="connsiteX26" fmla="*/ 17484 w 50412"/>
                <a:gd name="connsiteY26" fmla="*/ 13872 h 14843"/>
                <a:gd name="connsiteX27" fmla="*/ 18273 w 50412"/>
                <a:gd name="connsiteY27" fmla="*/ 14311 h 14843"/>
                <a:gd name="connsiteX28" fmla="*/ 22632 w 50412"/>
                <a:gd name="connsiteY28" fmla="*/ 14838 h 14843"/>
                <a:gd name="connsiteX29" fmla="*/ 23792 w 50412"/>
                <a:gd name="connsiteY29" fmla="*/ 14268 h 14843"/>
                <a:gd name="connsiteX30" fmla="*/ 26343 w 50412"/>
                <a:gd name="connsiteY30" fmla="*/ 9878 h 14843"/>
                <a:gd name="connsiteX31" fmla="*/ 35664 w 50412"/>
                <a:gd name="connsiteY31" fmla="*/ 9878 h 14843"/>
                <a:gd name="connsiteX32" fmla="*/ 41322 w 50412"/>
                <a:gd name="connsiteY32" fmla="*/ 11282 h 14843"/>
                <a:gd name="connsiteX33" fmla="*/ 42482 w 50412"/>
                <a:gd name="connsiteY33" fmla="*/ 10975 h 14843"/>
                <a:gd name="connsiteX34" fmla="*/ 50041 w 50412"/>
                <a:gd name="connsiteY34" fmla="*/ 3512 h 14843"/>
                <a:gd name="connsiteX35" fmla="*/ 50041 w 50412"/>
                <a:gd name="connsiteY35" fmla="*/ 790 h 14843"/>
                <a:gd name="connsiteX36" fmla="*/ 50088 w 50412"/>
                <a:gd name="connsiteY36" fmla="*/ 658 h 14843"/>
                <a:gd name="connsiteX37" fmla="*/ 50273 w 50412"/>
                <a:gd name="connsiteY37" fmla="*/ 263 h 14843"/>
                <a:gd name="connsiteX38" fmla="*/ 50412 w 50412"/>
                <a:gd name="connsiteY38" fmla="*/ 0 h 14843"/>
                <a:gd name="connsiteX39" fmla="*/ 50412 w 50412"/>
                <a:gd name="connsiteY39" fmla="*/ 0 h 14843"/>
                <a:gd name="connsiteX40" fmla="*/ 41322 w 50412"/>
                <a:gd name="connsiteY40" fmla="*/ 8956 h 14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0412" h="14843">
                  <a:moveTo>
                    <a:pt x="41229" y="8956"/>
                  </a:moveTo>
                  <a:lnTo>
                    <a:pt x="36082" y="7683"/>
                  </a:lnTo>
                  <a:cubicBezTo>
                    <a:pt x="36082" y="7683"/>
                    <a:pt x="35896" y="7683"/>
                    <a:pt x="35803" y="7683"/>
                  </a:cubicBezTo>
                  <a:lnTo>
                    <a:pt x="25647" y="7683"/>
                  </a:lnTo>
                  <a:cubicBezTo>
                    <a:pt x="25229" y="7683"/>
                    <a:pt x="24858" y="7902"/>
                    <a:pt x="24626" y="8253"/>
                  </a:cubicBezTo>
                  <a:lnTo>
                    <a:pt x="22122" y="12555"/>
                  </a:lnTo>
                  <a:lnTo>
                    <a:pt x="19015" y="12160"/>
                  </a:lnTo>
                  <a:lnTo>
                    <a:pt x="15815" y="8121"/>
                  </a:lnTo>
                  <a:cubicBezTo>
                    <a:pt x="15629" y="7858"/>
                    <a:pt x="15305" y="7726"/>
                    <a:pt x="14980" y="7683"/>
                  </a:cubicBezTo>
                  <a:cubicBezTo>
                    <a:pt x="14655" y="7683"/>
                    <a:pt x="14331" y="7770"/>
                    <a:pt x="14099" y="7990"/>
                  </a:cubicBezTo>
                  <a:lnTo>
                    <a:pt x="10852" y="10843"/>
                  </a:lnTo>
                  <a:lnTo>
                    <a:pt x="9322" y="9438"/>
                  </a:lnTo>
                  <a:cubicBezTo>
                    <a:pt x="9322" y="9438"/>
                    <a:pt x="8812" y="9131"/>
                    <a:pt x="8534" y="9131"/>
                  </a:cubicBezTo>
                  <a:lnTo>
                    <a:pt x="3896" y="9131"/>
                  </a:lnTo>
                  <a:cubicBezTo>
                    <a:pt x="3571" y="9131"/>
                    <a:pt x="3246" y="9263"/>
                    <a:pt x="3015" y="9482"/>
                  </a:cubicBezTo>
                  <a:lnTo>
                    <a:pt x="0" y="12731"/>
                  </a:lnTo>
                  <a:lnTo>
                    <a:pt x="696" y="12907"/>
                  </a:lnTo>
                  <a:cubicBezTo>
                    <a:pt x="1299" y="13082"/>
                    <a:pt x="1670" y="13653"/>
                    <a:pt x="1531" y="14268"/>
                  </a:cubicBezTo>
                  <a:cubicBezTo>
                    <a:pt x="1484" y="14487"/>
                    <a:pt x="1345" y="14619"/>
                    <a:pt x="1206" y="14750"/>
                  </a:cubicBezTo>
                  <a:cubicBezTo>
                    <a:pt x="1206" y="14750"/>
                    <a:pt x="1252" y="14750"/>
                    <a:pt x="1299" y="14750"/>
                  </a:cubicBezTo>
                  <a:lnTo>
                    <a:pt x="1438" y="14619"/>
                  </a:lnTo>
                  <a:lnTo>
                    <a:pt x="4452" y="11370"/>
                  </a:lnTo>
                  <a:lnTo>
                    <a:pt x="8116" y="11370"/>
                  </a:lnTo>
                  <a:lnTo>
                    <a:pt x="10110" y="13170"/>
                  </a:lnTo>
                  <a:cubicBezTo>
                    <a:pt x="10528" y="13565"/>
                    <a:pt x="11270" y="13565"/>
                    <a:pt x="11687" y="13170"/>
                  </a:cubicBezTo>
                  <a:lnTo>
                    <a:pt x="14794" y="10448"/>
                  </a:lnTo>
                  <a:lnTo>
                    <a:pt x="17484" y="13872"/>
                  </a:lnTo>
                  <a:cubicBezTo>
                    <a:pt x="17670" y="14092"/>
                    <a:pt x="17948" y="14268"/>
                    <a:pt x="18273" y="14311"/>
                  </a:cubicBezTo>
                  <a:lnTo>
                    <a:pt x="22632" y="14838"/>
                  </a:lnTo>
                  <a:cubicBezTo>
                    <a:pt x="23142" y="14882"/>
                    <a:pt x="23560" y="14662"/>
                    <a:pt x="23792" y="14268"/>
                  </a:cubicBezTo>
                  <a:lnTo>
                    <a:pt x="26343" y="9878"/>
                  </a:lnTo>
                  <a:lnTo>
                    <a:pt x="35664" y="9878"/>
                  </a:lnTo>
                  <a:lnTo>
                    <a:pt x="41322" y="11282"/>
                  </a:lnTo>
                  <a:cubicBezTo>
                    <a:pt x="41740" y="11370"/>
                    <a:pt x="42157" y="11282"/>
                    <a:pt x="42482" y="10975"/>
                  </a:cubicBezTo>
                  <a:lnTo>
                    <a:pt x="50041" y="3512"/>
                  </a:lnTo>
                  <a:lnTo>
                    <a:pt x="50041" y="790"/>
                  </a:lnTo>
                  <a:cubicBezTo>
                    <a:pt x="50041" y="790"/>
                    <a:pt x="50041" y="702"/>
                    <a:pt x="50088" y="658"/>
                  </a:cubicBezTo>
                  <a:cubicBezTo>
                    <a:pt x="50088" y="527"/>
                    <a:pt x="50180" y="395"/>
                    <a:pt x="50273" y="263"/>
                  </a:cubicBezTo>
                  <a:cubicBezTo>
                    <a:pt x="50320" y="176"/>
                    <a:pt x="50273" y="44"/>
                    <a:pt x="50412" y="0"/>
                  </a:cubicBezTo>
                  <a:cubicBezTo>
                    <a:pt x="50412" y="0"/>
                    <a:pt x="50412" y="0"/>
                    <a:pt x="50412" y="0"/>
                  </a:cubicBezTo>
                  <a:lnTo>
                    <a:pt x="41322" y="89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4" name="Freeform: Shape 2533">
              <a:extLst>
                <a:ext uri="{FF2B5EF4-FFF2-40B4-BE49-F238E27FC236}">
                  <a16:creationId xmlns:a16="http://schemas.microsoft.com/office/drawing/2014/main" id="{CC66F44E-9EE1-559A-B843-26D6D58E62B3}"/>
                </a:ext>
              </a:extLst>
            </p:cNvPr>
            <p:cNvSpPr>
              <a:spLocks/>
            </p:cNvSpPr>
            <p:nvPr/>
          </p:nvSpPr>
          <p:spPr>
            <a:xfrm>
              <a:off x="6677122" y="3989849"/>
              <a:ext cx="1244" cy="590"/>
            </a:xfrm>
            <a:custGeom>
              <a:avLst/>
              <a:gdLst>
                <a:gd name="connsiteX0" fmla="*/ 835 w 834"/>
                <a:gd name="connsiteY0" fmla="*/ 0 h 395"/>
                <a:gd name="connsiteX1" fmla="*/ 0 w 834"/>
                <a:gd name="connsiteY1" fmla="*/ 395 h 395"/>
                <a:gd name="connsiteX2" fmla="*/ 835 w 834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4" h="395">
                  <a:moveTo>
                    <a:pt x="835" y="0"/>
                  </a:moveTo>
                  <a:cubicBezTo>
                    <a:pt x="603" y="263"/>
                    <a:pt x="325" y="395"/>
                    <a:pt x="0" y="395"/>
                  </a:cubicBezTo>
                  <a:cubicBezTo>
                    <a:pt x="371" y="395"/>
                    <a:pt x="649" y="220"/>
                    <a:pt x="83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5" name="Freeform: Shape 2534">
              <a:extLst>
                <a:ext uri="{FF2B5EF4-FFF2-40B4-BE49-F238E27FC236}">
                  <a16:creationId xmlns:a16="http://schemas.microsoft.com/office/drawing/2014/main" id="{A0A5F9B1-A3E4-7596-4333-7318626946D9}"/>
                </a:ext>
              </a:extLst>
            </p:cNvPr>
            <p:cNvSpPr>
              <a:spLocks/>
            </p:cNvSpPr>
            <p:nvPr/>
          </p:nvSpPr>
          <p:spPr>
            <a:xfrm>
              <a:off x="6536182" y="3972025"/>
              <a:ext cx="141078" cy="30798"/>
            </a:xfrm>
            <a:custGeom>
              <a:avLst/>
              <a:gdLst>
                <a:gd name="connsiteX0" fmla="*/ 93450 w 94516"/>
                <a:gd name="connsiteY0" fmla="*/ 10580 h 20633"/>
                <a:gd name="connsiteX1" fmla="*/ 93775 w 94516"/>
                <a:gd name="connsiteY1" fmla="*/ 10141 h 20633"/>
                <a:gd name="connsiteX2" fmla="*/ 82644 w 94516"/>
                <a:gd name="connsiteY2" fmla="*/ 10141 h 20633"/>
                <a:gd name="connsiteX3" fmla="*/ 76615 w 94516"/>
                <a:gd name="connsiteY3" fmla="*/ 4961 h 20633"/>
                <a:gd name="connsiteX4" fmla="*/ 75317 w 94516"/>
                <a:gd name="connsiteY4" fmla="*/ 4785 h 20633"/>
                <a:gd name="connsiteX5" fmla="*/ 66969 w 94516"/>
                <a:gd name="connsiteY5" fmla="*/ 8605 h 20633"/>
                <a:gd name="connsiteX6" fmla="*/ 62053 w 94516"/>
                <a:gd name="connsiteY6" fmla="*/ 10536 h 20633"/>
                <a:gd name="connsiteX7" fmla="*/ 61542 w 94516"/>
                <a:gd name="connsiteY7" fmla="*/ 10931 h 20633"/>
                <a:gd name="connsiteX8" fmla="*/ 56256 w 94516"/>
                <a:gd name="connsiteY8" fmla="*/ 18219 h 20633"/>
                <a:gd name="connsiteX9" fmla="*/ 44337 w 94516"/>
                <a:gd name="connsiteY9" fmla="*/ 14355 h 20633"/>
                <a:gd name="connsiteX10" fmla="*/ 43919 w 94516"/>
                <a:gd name="connsiteY10" fmla="*/ 14311 h 20633"/>
                <a:gd name="connsiteX11" fmla="*/ 33902 w 94516"/>
                <a:gd name="connsiteY11" fmla="*/ 14838 h 20633"/>
                <a:gd name="connsiteX12" fmla="*/ 19478 w 94516"/>
                <a:gd name="connsiteY12" fmla="*/ 4127 h 20633"/>
                <a:gd name="connsiteX13" fmla="*/ 18876 w 94516"/>
                <a:gd name="connsiteY13" fmla="*/ 3907 h 20633"/>
                <a:gd name="connsiteX14" fmla="*/ 13171 w 94516"/>
                <a:gd name="connsiteY14" fmla="*/ 3293 h 20633"/>
                <a:gd name="connsiteX15" fmla="*/ 11501 w 94516"/>
                <a:gd name="connsiteY15" fmla="*/ 3117 h 20633"/>
                <a:gd name="connsiteX16" fmla="*/ 4267 w 94516"/>
                <a:gd name="connsiteY16" fmla="*/ 2327 h 20633"/>
                <a:gd name="connsiteX17" fmla="*/ 1298 w 94516"/>
                <a:gd name="connsiteY17" fmla="*/ 0 h 20633"/>
                <a:gd name="connsiteX18" fmla="*/ 1298 w 94516"/>
                <a:gd name="connsiteY18" fmla="*/ 439 h 20633"/>
                <a:gd name="connsiteX19" fmla="*/ 1298 w 94516"/>
                <a:gd name="connsiteY19" fmla="*/ 834 h 20633"/>
                <a:gd name="connsiteX20" fmla="*/ 1206 w 94516"/>
                <a:gd name="connsiteY20" fmla="*/ 1229 h 20633"/>
                <a:gd name="connsiteX21" fmla="*/ 835 w 94516"/>
                <a:gd name="connsiteY21" fmla="*/ 1493 h 20633"/>
                <a:gd name="connsiteX22" fmla="*/ 510 w 94516"/>
                <a:gd name="connsiteY22" fmla="*/ 1712 h 20633"/>
                <a:gd name="connsiteX23" fmla="*/ 464 w 94516"/>
                <a:gd name="connsiteY23" fmla="*/ 1712 h 20633"/>
                <a:gd name="connsiteX24" fmla="*/ 0 w 94516"/>
                <a:gd name="connsiteY24" fmla="*/ 1800 h 20633"/>
                <a:gd name="connsiteX25" fmla="*/ 325 w 94516"/>
                <a:gd name="connsiteY25" fmla="*/ 2063 h 20633"/>
                <a:gd name="connsiteX26" fmla="*/ 3154 w 94516"/>
                <a:gd name="connsiteY26" fmla="*/ 4258 h 20633"/>
                <a:gd name="connsiteX27" fmla="*/ 3757 w 94516"/>
                <a:gd name="connsiteY27" fmla="*/ 4478 h 20633"/>
                <a:gd name="connsiteX28" fmla="*/ 5194 w 94516"/>
                <a:gd name="connsiteY28" fmla="*/ 4653 h 20633"/>
                <a:gd name="connsiteX29" fmla="*/ 18412 w 94516"/>
                <a:gd name="connsiteY29" fmla="*/ 6058 h 20633"/>
                <a:gd name="connsiteX30" fmla="*/ 32928 w 94516"/>
                <a:gd name="connsiteY30" fmla="*/ 16858 h 20633"/>
                <a:gd name="connsiteX31" fmla="*/ 33716 w 94516"/>
                <a:gd name="connsiteY31" fmla="*/ 17077 h 20633"/>
                <a:gd name="connsiteX32" fmla="*/ 43919 w 94516"/>
                <a:gd name="connsiteY32" fmla="*/ 16550 h 20633"/>
                <a:gd name="connsiteX33" fmla="*/ 56441 w 94516"/>
                <a:gd name="connsiteY33" fmla="*/ 20589 h 20633"/>
                <a:gd name="connsiteX34" fmla="*/ 56812 w 94516"/>
                <a:gd name="connsiteY34" fmla="*/ 20633 h 20633"/>
                <a:gd name="connsiteX35" fmla="*/ 57786 w 94516"/>
                <a:gd name="connsiteY35" fmla="*/ 20150 h 20633"/>
                <a:gd name="connsiteX36" fmla="*/ 63398 w 94516"/>
                <a:gd name="connsiteY36" fmla="*/ 12468 h 20633"/>
                <a:gd name="connsiteX37" fmla="*/ 68082 w 94516"/>
                <a:gd name="connsiteY37" fmla="*/ 10624 h 20633"/>
                <a:gd name="connsiteX38" fmla="*/ 75780 w 94516"/>
                <a:gd name="connsiteY38" fmla="*/ 7112 h 20633"/>
                <a:gd name="connsiteX39" fmla="*/ 81577 w 94516"/>
                <a:gd name="connsiteY39" fmla="*/ 12116 h 20633"/>
                <a:gd name="connsiteX40" fmla="*/ 82366 w 94516"/>
                <a:gd name="connsiteY40" fmla="*/ 12424 h 20633"/>
                <a:gd name="connsiteX41" fmla="*/ 94517 w 94516"/>
                <a:gd name="connsiteY41" fmla="*/ 12424 h 20633"/>
                <a:gd name="connsiteX42" fmla="*/ 93821 w 94516"/>
                <a:gd name="connsiteY42" fmla="*/ 12204 h 20633"/>
                <a:gd name="connsiteX43" fmla="*/ 93589 w 94516"/>
                <a:gd name="connsiteY43" fmla="*/ 10668 h 20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94516" h="20633">
                  <a:moveTo>
                    <a:pt x="93450" y="10580"/>
                  </a:moveTo>
                  <a:lnTo>
                    <a:pt x="93775" y="10141"/>
                  </a:lnTo>
                  <a:lnTo>
                    <a:pt x="82644" y="10141"/>
                  </a:lnTo>
                  <a:lnTo>
                    <a:pt x="76615" y="4961"/>
                  </a:lnTo>
                  <a:cubicBezTo>
                    <a:pt x="76244" y="4653"/>
                    <a:pt x="75734" y="4609"/>
                    <a:pt x="75317" y="4785"/>
                  </a:cubicBezTo>
                  <a:lnTo>
                    <a:pt x="66969" y="8605"/>
                  </a:lnTo>
                  <a:lnTo>
                    <a:pt x="62053" y="10536"/>
                  </a:lnTo>
                  <a:cubicBezTo>
                    <a:pt x="62053" y="10536"/>
                    <a:pt x="61682" y="10756"/>
                    <a:pt x="61542" y="10931"/>
                  </a:cubicBezTo>
                  <a:lnTo>
                    <a:pt x="56256" y="18219"/>
                  </a:lnTo>
                  <a:lnTo>
                    <a:pt x="44337" y="14355"/>
                  </a:lnTo>
                  <a:cubicBezTo>
                    <a:pt x="44337" y="14355"/>
                    <a:pt x="44058" y="14268"/>
                    <a:pt x="43919" y="14311"/>
                  </a:cubicBezTo>
                  <a:lnTo>
                    <a:pt x="33902" y="14838"/>
                  </a:lnTo>
                  <a:lnTo>
                    <a:pt x="19478" y="4127"/>
                  </a:lnTo>
                  <a:cubicBezTo>
                    <a:pt x="19478" y="4127"/>
                    <a:pt x="19107" y="3907"/>
                    <a:pt x="18876" y="3907"/>
                  </a:cubicBezTo>
                  <a:lnTo>
                    <a:pt x="13171" y="3293"/>
                  </a:lnTo>
                  <a:lnTo>
                    <a:pt x="11501" y="3117"/>
                  </a:lnTo>
                  <a:lnTo>
                    <a:pt x="4267" y="2327"/>
                  </a:lnTo>
                  <a:lnTo>
                    <a:pt x="1298" y="0"/>
                  </a:lnTo>
                  <a:lnTo>
                    <a:pt x="1298" y="439"/>
                  </a:lnTo>
                  <a:cubicBezTo>
                    <a:pt x="1298" y="439"/>
                    <a:pt x="1298" y="702"/>
                    <a:pt x="1298" y="834"/>
                  </a:cubicBezTo>
                  <a:cubicBezTo>
                    <a:pt x="1298" y="966"/>
                    <a:pt x="1298" y="1098"/>
                    <a:pt x="1206" y="1229"/>
                  </a:cubicBezTo>
                  <a:cubicBezTo>
                    <a:pt x="1113" y="1361"/>
                    <a:pt x="974" y="1405"/>
                    <a:pt x="835" y="1493"/>
                  </a:cubicBezTo>
                  <a:cubicBezTo>
                    <a:pt x="742" y="1536"/>
                    <a:pt x="649" y="1668"/>
                    <a:pt x="510" y="1712"/>
                  </a:cubicBezTo>
                  <a:lnTo>
                    <a:pt x="464" y="1712"/>
                  </a:lnTo>
                  <a:cubicBezTo>
                    <a:pt x="464" y="1712"/>
                    <a:pt x="0" y="1800"/>
                    <a:pt x="0" y="1800"/>
                  </a:cubicBezTo>
                  <a:lnTo>
                    <a:pt x="325" y="2063"/>
                  </a:lnTo>
                  <a:lnTo>
                    <a:pt x="3154" y="4258"/>
                  </a:lnTo>
                  <a:cubicBezTo>
                    <a:pt x="3154" y="4258"/>
                    <a:pt x="3525" y="4478"/>
                    <a:pt x="3757" y="4478"/>
                  </a:cubicBezTo>
                  <a:lnTo>
                    <a:pt x="5194" y="4653"/>
                  </a:lnTo>
                  <a:lnTo>
                    <a:pt x="18412" y="6058"/>
                  </a:lnTo>
                  <a:lnTo>
                    <a:pt x="32928" y="16858"/>
                  </a:lnTo>
                  <a:cubicBezTo>
                    <a:pt x="32928" y="16858"/>
                    <a:pt x="33391" y="17077"/>
                    <a:pt x="33716" y="17077"/>
                  </a:cubicBezTo>
                  <a:lnTo>
                    <a:pt x="43919" y="16550"/>
                  </a:lnTo>
                  <a:lnTo>
                    <a:pt x="56441" y="20589"/>
                  </a:lnTo>
                  <a:cubicBezTo>
                    <a:pt x="56441" y="20589"/>
                    <a:pt x="56673" y="20633"/>
                    <a:pt x="56812" y="20633"/>
                  </a:cubicBezTo>
                  <a:cubicBezTo>
                    <a:pt x="57183" y="20633"/>
                    <a:pt x="57554" y="20457"/>
                    <a:pt x="57786" y="20150"/>
                  </a:cubicBezTo>
                  <a:lnTo>
                    <a:pt x="63398" y="12468"/>
                  </a:lnTo>
                  <a:lnTo>
                    <a:pt x="68082" y="10624"/>
                  </a:lnTo>
                  <a:lnTo>
                    <a:pt x="75780" y="7112"/>
                  </a:lnTo>
                  <a:lnTo>
                    <a:pt x="81577" y="12116"/>
                  </a:lnTo>
                  <a:cubicBezTo>
                    <a:pt x="81577" y="12116"/>
                    <a:pt x="82088" y="12424"/>
                    <a:pt x="82366" y="12424"/>
                  </a:cubicBezTo>
                  <a:lnTo>
                    <a:pt x="94517" y="12424"/>
                  </a:lnTo>
                  <a:cubicBezTo>
                    <a:pt x="94285" y="12424"/>
                    <a:pt x="94053" y="12336"/>
                    <a:pt x="93821" y="12204"/>
                  </a:cubicBezTo>
                  <a:cubicBezTo>
                    <a:pt x="93311" y="11853"/>
                    <a:pt x="93218" y="11151"/>
                    <a:pt x="93589" y="106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6" name="Freeform: Shape 2535">
              <a:extLst>
                <a:ext uri="{FF2B5EF4-FFF2-40B4-BE49-F238E27FC236}">
                  <a16:creationId xmlns:a16="http://schemas.microsoft.com/office/drawing/2014/main" id="{FA4DD3E6-E8E2-461E-5051-593DD34B79EB}"/>
                </a:ext>
              </a:extLst>
            </p:cNvPr>
            <p:cNvSpPr>
              <a:spLocks/>
            </p:cNvSpPr>
            <p:nvPr/>
          </p:nvSpPr>
          <p:spPr>
            <a:xfrm>
              <a:off x="6490702" y="3977792"/>
              <a:ext cx="277" cy="589"/>
            </a:xfrm>
            <a:custGeom>
              <a:avLst/>
              <a:gdLst>
                <a:gd name="connsiteX0" fmla="*/ 0 w 185"/>
                <a:gd name="connsiteY0" fmla="*/ 395 h 394"/>
                <a:gd name="connsiteX1" fmla="*/ 185 w 185"/>
                <a:gd name="connsiteY1" fmla="*/ 0 h 394"/>
                <a:gd name="connsiteX2" fmla="*/ 0 w 185"/>
                <a:gd name="connsiteY2" fmla="*/ 395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94">
                  <a:moveTo>
                    <a:pt x="0" y="395"/>
                  </a:moveTo>
                  <a:cubicBezTo>
                    <a:pt x="0" y="395"/>
                    <a:pt x="93" y="132"/>
                    <a:pt x="185" y="0"/>
                  </a:cubicBezTo>
                  <a:cubicBezTo>
                    <a:pt x="93" y="132"/>
                    <a:pt x="46" y="219"/>
                    <a:pt x="0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7" name="Freeform: Shape 2536">
              <a:extLst>
                <a:ext uri="{FF2B5EF4-FFF2-40B4-BE49-F238E27FC236}">
                  <a16:creationId xmlns:a16="http://schemas.microsoft.com/office/drawing/2014/main" id="{017C6355-7A78-C66A-354D-4998A58BABB4}"/>
                </a:ext>
              </a:extLst>
            </p:cNvPr>
            <p:cNvSpPr>
              <a:spLocks/>
            </p:cNvSpPr>
            <p:nvPr/>
          </p:nvSpPr>
          <p:spPr>
            <a:xfrm>
              <a:off x="6491394" y="3965473"/>
              <a:ext cx="45410" cy="13956"/>
            </a:xfrm>
            <a:custGeom>
              <a:avLst/>
              <a:gdLst>
                <a:gd name="connsiteX0" fmla="*/ 30377 w 30423"/>
                <a:gd name="connsiteY0" fmla="*/ 6014 h 9350"/>
                <a:gd name="connsiteX1" fmla="*/ 30238 w 30423"/>
                <a:gd name="connsiteY1" fmla="*/ 6014 h 9350"/>
                <a:gd name="connsiteX2" fmla="*/ 29079 w 30423"/>
                <a:gd name="connsiteY2" fmla="*/ 5049 h 9350"/>
                <a:gd name="connsiteX3" fmla="*/ 28939 w 30423"/>
                <a:gd name="connsiteY3" fmla="*/ 4039 h 9350"/>
                <a:gd name="connsiteX4" fmla="*/ 24163 w 30423"/>
                <a:gd name="connsiteY4" fmla="*/ 4961 h 9350"/>
                <a:gd name="connsiteX5" fmla="*/ 24163 w 30423"/>
                <a:gd name="connsiteY5" fmla="*/ 1098 h 9350"/>
                <a:gd name="connsiteX6" fmla="*/ 23003 w 30423"/>
                <a:gd name="connsiteY6" fmla="*/ 0 h 9350"/>
                <a:gd name="connsiteX7" fmla="*/ 15768 w 30423"/>
                <a:gd name="connsiteY7" fmla="*/ 0 h 9350"/>
                <a:gd name="connsiteX8" fmla="*/ 15304 w 30423"/>
                <a:gd name="connsiteY8" fmla="*/ 88 h 9350"/>
                <a:gd name="connsiteX9" fmla="*/ 7931 w 30423"/>
                <a:gd name="connsiteY9" fmla="*/ 3161 h 9350"/>
                <a:gd name="connsiteX10" fmla="*/ 93 w 30423"/>
                <a:gd name="connsiteY10" fmla="*/ 7814 h 9350"/>
                <a:gd name="connsiteX11" fmla="*/ 0 w 30423"/>
                <a:gd name="connsiteY11" fmla="*/ 7902 h 9350"/>
                <a:gd name="connsiteX12" fmla="*/ 696 w 30423"/>
                <a:gd name="connsiteY12" fmla="*/ 7639 h 9350"/>
                <a:gd name="connsiteX13" fmla="*/ 1855 w 30423"/>
                <a:gd name="connsiteY13" fmla="*/ 8736 h 9350"/>
                <a:gd name="connsiteX14" fmla="*/ 1855 w 30423"/>
                <a:gd name="connsiteY14" fmla="*/ 9351 h 9350"/>
                <a:gd name="connsiteX15" fmla="*/ 8997 w 30423"/>
                <a:gd name="connsiteY15" fmla="*/ 5092 h 9350"/>
                <a:gd name="connsiteX16" fmla="*/ 16000 w 30423"/>
                <a:gd name="connsiteY16" fmla="*/ 2151 h 9350"/>
                <a:gd name="connsiteX17" fmla="*/ 21844 w 30423"/>
                <a:gd name="connsiteY17" fmla="*/ 2151 h 9350"/>
                <a:gd name="connsiteX18" fmla="*/ 21844 w 30423"/>
                <a:gd name="connsiteY18" fmla="*/ 6278 h 9350"/>
                <a:gd name="connsiteX19" fmla="*/ 22261 w 30423"/>
                <a:gd name="connsiteY19" fmla="*/ 7112 h 9350"/>
                <a:gd name="connsiteX20" fmla="*/ 23235 w 30423"/>
                <a:gd name="connsiteY20" fmla="*/ 7331 h 9350"/>
                <a:gd name="connsiteX21" fmla="*/ 29960 w 30423"/>
                <a:gd name="connsiteY21" fmla="*/ 6058 h 9350"/>
                <a:gd name="connsiteX22" fmla="*/ 30423 w 30423"/>
                <a:gd name="connsiteY22" fmla="*/ 5970 h 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423" h="9350">
                  <a:moveTo>
                    <a:pt x="30377" y="6014"/>
                  </a:moveTo>
                  <a:cubicBezTo>
                    <a:pt x="30377" y="6014"/>
                    <a:pt x="30284" y="6014"/>
                    <a:pt x="30238" y="6014"/>
                  </a:cubicBezTo>
                  <a:cubicBezTo>
                    <a:pt x="29682" y="6014"/>
                    <a:pt x="29171" y="5619"/>
                    <a:pt x="29079" y="5049"/>
                  </a:cubicBezTo>
                  <a:lnTo>
                    <a:pt x="28939" y="4039"/>
                  </a:lnTo>
                  <a:lnTo>
                    <a:pt x="24163" y="4961"/>
                  </a:lnTo>
                  <a:lnTo>
                    <a:pt x="24163" y="1098"/>
                  </a:lnTo>
                  <a:cubicBezTo>
                    <a:pt x="24163" y="483"/>
                    <a:pt x="23653" y="0"/>
                    <a:pt x="23003" y="0"/>
                  </a:cubicBezTo>
                  <a:lnTo>
                    <a:pt x="15768" y="0"/>
                  </a:lnTo>
                  <a:cubicBezTo>
                    <a:pt x="15768" y="0"/>
                    <a:pt x="15444" y="0"/>
                    <a:pt x="15304" y="88"/>
                  </a:cubicBezTo>
                  <a:lnTo>
                    <a:pt x="7931" y="3161"/>
                  </a:lnTo>
                  <a:lnTo>
                    <a:pt x="93" y="7814"/>
                  </a:lnTo>
                  <a:cubicBezTo>
                    <a:pt x="93" y="7814"/>
                    <a:pt x="93" y="7902"/>
                    <a:pt x="0" y="7902"/>
                  </a:cubicBezTo>
                  <a:cubicBezTo>
                    <a:pt x="186" y="7770"/>
                    <a:pt x="418" y="7639"/>
                    <a:pt x="696" y="7639"/>
                  </a:cubicBezTo>
                  <a:cubicBezTo>
                    <a:pt x="1345" y="7639"/>
                    <a:pt x="1855" y="8121"/>
                    <a:pt x="1855" y="8736"/>
                  </a:cubicBezTo>
                  <a:lnTo>
                    <a:pt x="1855" y="9351"/>
                  </a:lnTo>
                  <a:lnTo>
                    <a:pt x="8997" y="5092"/>
                  </a:lnTo>
                  <a:lnTo>
                    <a:pt x="16000" y="2151"/>
                  </a:lnTo>
                  <a:lnTo>
                    <a:pt x="21844" y="2151"/>
                  </a:lnTo>
                  <a:lnTo>
                    <a:pt x="21844" y="6278"/>
                  </a:lnTo>
                  <a:cubicBezTo>
                    <a:pt x="21844" y="6629"/>
                    <a:pt x="21983" y="6936"/>
                    <a:pt x="22261" y="7112"/>
                  </a:cubicBezTo>
                  <a:cubicBezTo>
                    <a:pt x="22539" y="7331"/>
                    <a:pt x="22910" y="7419"/>
                    <a:pt x="23235" y="7331"/>
                  </a:cubicBezTo>
                  <a:lnTo>
                    <a:pt x="29960" y="6058"/>
                  </a:lnTo>
                  <a:lnTo>
                    <a:pt x="30423" y="597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8" name="Freeform: Shape 2537">
              <a:extLst>
                <a:ext uri="{FF2B5EF4-FFF2-40B4-BE49-F238E27FC236}">
                  <a16:creationId xmlns:a16="http://schemas.microsoft.com/office/drawing/2014/main" id="{DA523484-4483-5281-0890-3CAE637B7BB5}"/>
                </a:ext>
              </a:extLst>
            </p:cNvPr>
            <p:cNvSpPr>
              <a:spLocks/>
            </p:cNvSpPr>
            <p:nvPr/>
          </p:nvSpPr>
          <p:spPr>
            <a:xfrm>
              <a:off x="6536736" y="3974123"/>
              <a:ext cx="553" cy="327"/>
            </a:xfrm>
            <a:custGeom>
              <a:avLst/>
              <a:gdLst>
                <a:gd name="connsiteX0" fmla="*/ 46 w 371"/>
                <a:gd name="connsiteY0" fmla="*/ 219 h 219"/>
                <a:gd name="connsiteX1" fmla="*/ 371 w 371"/>
                <a:gd name="connsiteY1" fmla="*/ 0 h 219"/>
                <a:gd name="connsiteX2" fmla="*/ 0 w 371"/>
                <a:gd name="connsiteY2" fmla="*/ 219 h 219"/>
                <a:gd name="connsiteX3" fmla="*/ 46 w 371"/>
                <a:gd name="connsiteY3" fmla="*/ 219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" h="219">
                  <a:moveTo>
                    <a:pt x="46" y="219"/>
                  </a:moveTo>
                  <a:cubicBezTo>
                    <a:pt x="46" y="219"/>
                    <a:pt x="278" y="88"/>
                    <a:pt x="371" y="0"/>
                  </a:cubicBezTo>
                  <a:cubicBezTo>
                    <a:pt x="232" y="88"/>
                    <a:pt x="139" y="176"/>
                    <a:pt x="0" y="219"/>
                  </a:cubicBezTo>
                  <a:lnTo>
                    <a:pt x="46" y="21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9" name="Freeform: Shape 2538">
              <a:extLst>
                <a:ext uri="{FF2B5EF4-FFF2-40B4-BE49-F238E27FC236}">
                  <a16:creationId xmlns:a16="http://schemas.microsoft.com/office/drawing/2014/main" id="{BC6E6BE6-2D0D-73FA-B1F0-3E9A6BDD5CCA}"/>
                </a:ext>
              </a:extLst>
            </p:cNvPr>
            <p:cNvSpPr>
              <a:spLocks/>
            </p:cNvSpPr>
            <p:nvPr/>
          </p:nvSpPr>
          <p:spPr>
            <a:xfrm>
              <a:off x="6537912" y="3973205"/>
              <a:ext cx="138" cy="590"/>
            </a:xfrm>
            <a:custGeom>
              <a:avLst/>
              <a:gdLst>
                <a:gd name="connsiteX0" fmla="*/ 93 w 92"/>
                <a:gd name="connsiteY0" fmla="*/ 0 h 395"/>
                <a:gd name="connsiteX1" fmla="*/ 0 w 92"/>
                <a:gd name="connsiteY1" fmla="*/ 395 h 395"/>
                <a:gd name="connsiteX2" fmla="*/ 93 w 92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" h="395">
                  <a:moveTo>
                    <a:pt x="93" y="0"/>
                  </a:moveTo>
                  <a:cubicBezTo>
                    <a:pt x="93" y="0"/>
                    <a:pt x="93" y="263"/>
                    <a:pt x="0" y="395"/>
                  </a:cubicBezTo>
                  <a:cubicBezTo>
                    <a:pt x="93" y="263"/>
                    <a:pt x="93" y="132"/>
                    <a:pt x="9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0" name="Freeform: Shape 2539">
              <a:extLst>
                <a:ext uri="{FF2B5EF4-FFF2-40B4-BE49-F238E27FC236}">
                  <a16:creationId xmlns:a16="http://schemas.microsoft.com/office/drawing/2014/main" id="{7167C5E8-01F3-C979-80F6-219686E36E19}"/>
                </a:ext>
              </a:extLst>
            </p:cNvPr>
            <p:cNvSpPr>
              <a:spLocks/>
            </p:cNvSpPr>
            <p:nvPr/>
          </p:nvSpPr>
          <p:spPr>
            <a:xfrm>
              <a:off x="6485925" y="3976875"/>
              <a:ext cx="28520" cy="124959"/>
            </a:xfrm>
            <a:custGeom>
              <a:avLst/>
              <a:gdLst>
                <a:gd name="connsiteX0" fmla="*/ 4313 w 19107"/>
                <a:gd name="connsiteY0" fmla="*/ 44 h 83717"/>
                <a:gd name="connsiteX1" fmla="*/ 3617 w 19107"/>
                <a:gd name="connsiteY1" fmla="*/ 307 h 83717"/>
                <a:gd name="connsiteX2" fmla="*/ 3478 w 19107"/>
                <a:gd name="connsiteY2" fmla="*/ 351 h 83717"/>
                <a:gd name="connsiteX3" fmla="*/ 3339 w 19107"/>
                <a:gd name="connsiteY3" fmla="*/ 615 h 83717"/>
                <a:gd name="connsiteX4" fmla="*/ 3154 w 19107"/>
                <a:gd name="connsiteY4" fmla="*/ 1010 h 83717"/>
                <a:gd name="connsiteX5" fmla="*/ 3107 w 19107"/>
                <a:gd name="connsiteY5" fmla="*/ 1141 h 83717"/>
                <a:gd name="connsiteX6" fmla="*/ 3107 w 19107"/>
                <a:gd name="connsiteY6" fmla="*/ 8824 h 83717"/>
                <a:gd name="connsiteX7" fmla="*/ 3942 w 19107"/>
                <a:gd name="connsiteY7" fmla="*/ 9878 h 83717"/>
                <a:gd name="connsiteX8" fmla="*/ 9183 w 19107"/>
                <a:gd name="connsiteY8" fmla="*/ 11370 h 83717"/>
                <a:gd name="connsiteX9" fmla="*/ 9183 w 19107"/>
                <a:gd name="connsiteY9" fmla="*/ 20633 h 83717"/>
                <a:gd name="connsiteX10" fmla="*/ 9414 w 19107"/>
                <a:gd name="connsiteY10" fmla="*/ 21292 h 83717"/>
                <a:gd name="connsiteX11" fmla="*/ 16742 w 19107"/>
                <a:gd name="connsiteY11" fmla="*/ 30598 h 83717"/>
                <a:gd name="connsiteX12" fmla="*/ 16742 w 19107"/>
                <a:gd name="connsiteY12" fmla="*/ 42320 h 83717"/>
                <a:gd name="connsiteX13" fmla="*/ 13496 w 19107"/>
                <a:gd name="connsiteY13" fmla="*/ 47939 h 83717"/>
                <a:gd name="connsiteX14" fmla="*/ 464 w 19107"/>
                <a:gd name="connsiteY14" fmla="*/ 64972 h 83717"/>
                <a:gd name="connsiteX15" fmla="*/ 417 w 19107"/>
                <a:gd name="connsiteY15" fmla="*/ 65148 h 83717"/>
                <a:gd name="connsiteX16" fmla="*/ 278 w 19107"/>
                <a:gd name="connsiteY16" fmla="*/ 65587 h 83717"/>
                <a:gd name="connsiteX17" fmla="*/ 0 w 19107"/>
                <a:gd name="connsiteY17" fmla="*/ 81522 h 83717"/>
                <a:gd name="connsiteX18" fmla="*/ 0 w 19107"/>
                <a:gd name="connsiteY18" fmla="*/ 82620 h 83717"/>
                <a:gd name="connsiteX19" fmla="*/ 1113 w 19107"/>
                <a:gd name="connsiteY19" fmla="*/ 83717 h 83717"/>
                <a:gd name="connsiteX20" fmla="*/ 1113 w 19107"/>
                <a:gd name="connsiteY20" fmla="*/ 83717 h 83717"/>
                <a:gd name="connsiteX21" fmla="*/ 1948 w 19107"/>
                <a:gd name="connsiteY21" fmla="*/ 83410 h 83717"/>
                <a:gd name="connsiteX22" fmla="*/ 2041 w 19107"/>
                <a:gd name="connsiteY22" fmla="*/ 83235 h 83717"/>
                <a:gd name="connsiteX23" fmla="*/ 2319 w 19107"/>
                <a:gd name="connsiteY23" fmla="*/ 82620 h 83717"/>
                <a:gd name="connsiteX24" fmla="*/ 2319 w 19107"/>
                <a:gd name="connsiteY24" fmla="*/ 81918 h 83717"/>
                <a:gd name="connsiteX25" fmla="*/ 2597 w 19107"/>
                <a:gd name="connsiteY25" fmla="*/ 65938 h 83717"/>
                <a:gd name="connsiteX26" fmla="*/ 2597 w 19107"/>
                <a:gd name="connsiteY26" fmla="*/ 65850 h 83717"/>
                <a:gd name="connsiteX27" fmla="*/ 15490 w 19107"/>
                <a:gd name="connsiteY27" fmla="*/ 49080 h 83717"/>
                <a:gd name="connsiteX28" fmla="*/ 18968 w 19107"/>
                <a:gd name="connsiteY28" fmla="*/ 43066 h 83717"/>
                <a:gd name="connsiteX29" fmla="*/ 19107 w 19107"/>
                <a:gd name="connsiteY29" fmla="*/ 42539 h 83717"/>
                <a:gd name="connsiteX30" fmla="*/ 19107 w 19107"/>
                <a:gd name="connsiteY30" fmla="*/ 30159 h 83717"/>
                <a:gd name="connsiteX31" fmla="*/ 18876 w 19107"/>
                <a:gd name="connsiteY31" fmla="*/ 29501 h 83717"/>
                <a:gd name="connsiteX32" fmla="*/ 11548 w 19107"/>
                <a:gd name="connsiteY32" fmla="*/ 20194 h 83717"/>
                <a:gd name="connsiteX33" fmla="*/ 11548 w 19107"/>
                <a:gd name="connsiteY33" fmla="*/ 10492 h 83717"/>
                <a:gd name="connsiteX34" fmla="*/ 10713 w 19107"/>
                <a:gd name="connsiteY34" fmla="*/ 9439 h 83717"/>
                <a:gd name="connsiteX35" fmla="*/ 5472 w 19107"/>
                <a:gd name="connsiteY35" fmla="*/ 7946 h 83717"/>
                <a:gd name="connsiteX36" fmla="*/ 5472 w 19107"/>
                <a:gd name="connsiteY36" fmla="*/ 1098 h 83717"/>
                <a:gd name="connsiteX37" fmla="*/ 4313 w 19107"/>
                <a:gd name="connsiteY37" fmla="*/ 0 h 83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107" h="83717">
                  <a:moveTo>
                    <a:pt x="4313" y="44"/>
                  </a:moveTo>
                  <a:cubicBezTo>
                    <a:pt x="4035" y="44"/>
                    <a:pt x="3803" y="176"/>
                    <a:pt x="3617" y="307"/>
                  </a:cubicBezTo>
                  <a:cubicBezTo>
                    <a:pt x="3617" y="307"/>
                    <a:pt x="3525" y="307"/>
                    <a:pt x="3478" y="351"/>
                  </a:cubicBezTo>
                  <a:cubicBezTo>
                    <a:pt x="3385" y="439"/>
                    <a:pt x="3432" y="527"/>
                    <a:pt x="3339" y="615"/>
                  </a:cubicBezTo>
                  <a:cubicBezTo>
                    <a:pt x="3246" y="746"/>
                    <a:pt x="3200" y="834"/>
                    <a:pt x="3154" y="1010"/>
                  </a:cubicBezTo>
                  <a:cubicBezTo>
                    <a:pt x="3154" y="1054"/>
                    <a:pt x="3107" y="1098"/>
                    <a:pt x="3107" y="1141"/>
                  </a:cubicBezTo>
                  <a:lnTo>
                    <a:pt x="3107" y="8824"/>
                  </a:lnTo>
                  <a:cubicBezTo>
                    <a:pt x="3107" y="9307"/>
                    <a:pt x="3432" y="9746"/>
                    <a:pt x="3942" y="9878"/>
                  </a:cubicBezTo>
                  <a:lnTo>
                    <a:pt x="9183" y="11370"/>
                  </a:lnTo>
                  <a:lnTo>
                    <a:pt x="9183" y="20633"/>
                  </a:lnTo>
                  <a:cubicBezTo>
                    <a:pt x="9183" y="20853"/>
                    <a:pt x="9275" y="21116"/>
                    <a:pt x="9414" y="21292"/>
                  </a:cubicBezTo>
                  <a:lnTo>
                    <a:pt x="16742" y="30598"/>
                  </a:lnTo>
                  <a:lnTo>
                    <a:pt x="16742" y="42320"/>
                  </a:lnTo>
                  <a:lnTo>
                    <a:pt x="13496" y="47939"/>
                  </a:lnTo>
                  <a:lnTo>
                    <a:pt x="464" y="64972"/>
                  </a:lnTo>
                  <a:cubicBezTo>
                    <a:pt x="464" y="64972"/>
                    <a:pt x="464" y="65104"/>
                    <a:pt x="417" y="65148"/>
                  </a:cubicBezTo>
                  <a:cubicBezTo>
                    <a:pt x="371" y="65279"/>
                    <a:pt x="278" y="65411"/>
                    <a:pt x="278" y="65587"/>
                  </a:cubicBezTo>
                  <a:lnTo>
                    <a:pt x="0" y="81522"/>
                  </a:lnTo>
                  <a:lnTo>
                    <a:pt x="0" y="82620"/>
                  </a:lnTo>
                  <a:cubicBezTo>
                    <a:pt x="0" y="83235"/>
                    <a:pt x="464" y="83717"/>
                    <a:pt x="1113" y="83717"/>
                  </a:cubicBezTo>
                  <a:lnTo>
                    <a:pt x="1113" y="83717"/>
                  </a:lnTo>
                  <a:cubicBezTo>
                    <a:pt x="1438" y="83717"/>
                    <a:pt x="1716" y="83586"/>
                    <a:pt x="1948" y="83410"/>
                  </a:cubicBezTo>
                  <a:cubicBezTo>
                    <a:pt x="1948" y="83410"/>
                    <a:pt x="1948" y="83279"/>
                    <a:pt x="2041" y="83235"/>
                  </a:cubicBezTo>
                  <a:cubicBezTo>
                    <a:pt x="2180" y="83059"/>
                    <a:pt x="2319" y="82883"/>
                    <a:pt x="2319" y="82620"/>
                  </a:cubicBezTo>
                  <a:lnTo>
                    <a:pt x="2319" y="81918"/>
                  </a:lnTo>
                  <a:cubicBezTo>
                    <a:pt x="2319" y="81918"/>
                    <a:pt x="2597" y="65938"/>
                    <a:pt x="2597" y="65938"/>
                  </a:cubicBezTo>
                  <a:lnTo>
                    <a:pt x="2597" y="65850"/>
                  </a:lnTo>
                  <a:cubicBezTo>
                    <a:pt x="2597" y="65850"/>
                    <a:pt x="15490" y="49080"/>
                    <a:pt x="15490" y="49080"/>
                  </a:cubicBezTo>
                  <a:lnTo>
                    <a:pt x="18968" y="43066"/>
                  </a:lnTo>
                  <a:cubicBezTo>
                    <a:pt x="18968" y="43066"/>
                    <a:pt x="19107" y="42715"/>
                    <a:pt x="19107" y="42539"/>
                  </a:cubicBezTo>
                  <a:lnTo>
                    <a:pt x="19107" y="30159"/>
                  </a:lnTo>
                  <a:cubicBezTo>
                    <a:pt x="19107" y="29940"/>
                    <a:pt x="19015" y="29676"/>
                    <a:pt x="18876" y="29501"/>
                  </a:cubicBezTo>
                  <a:lnTo>
                    <a:pt x="11548" y="20194"/>
                  </a:lnTo>
                  <a:lnTo>
                    <a:pt x="11548" y="10492"/>
                  </a:lnTo>
                  <a:cubicBezTo>
                    <a:pt x="11548" y="10009"/>
                    <a:pt x="11223" y="9570"/>
                    <a:pt x="10713" y="9439"/>
                  </a:cubicBezTo>
                  <a:lnTo>
                    <a:pt x="5472" y="7946"/>
                  </a:lnTo>
                  <a:lnTo>
                    <a:pt x="5472" y="1098"/>
                  </a:lnTo>
                  <a:cubicBezTo>
                    <a:pt x="5472" y="483"/>
                    <a:pt x="4962" y="0"/>
                    <a:pt x="431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1" name="Freeform: Shape 2540">
              <a:extLst>
                <a:ext uri="{FF2B5EF4-FFF2-40B4-BE49-F238E27FC236}">
                  <a16:creationId xmlns:a16="http://schemas.microsoft.com/office/drawing/2014/main" id="{E7A651DD-71B3-AD7C-5605-355C86F12D8B}"/>
                </a:ext>
              </a:extLst>
            </p:cNvPr>
            <p:cNvSpPr>
              <a:spLocks/>
            </p:cNvSpPr>
            <p:nvPr/>
          </p:nvSpPr>
          <p:spPr>
            <a:xfrm>
              <a:off x="6267392" y="3325376"/>
              <a:ext cx="18301" cy="247789"/>
            </a:xfrm>
            <a:custGeom>
              <a:avLst/>
              <a:gdLst>
                <a:gd name="connsiteX0" fmla="*/ 2453 w 12261"/>
                <a:gd name="connsiteY0" fmla="*/ 8714 h 166008"/>
                <a:gd name="connsiteX1" fmla="*/ 4911 w 12261"/>
                <a:gd name="connsiteY1" fmla="*/ 13148 h 166008"/>
                <a:gd name="connsiteX2" fmla="*/ 4911 w 12261"/>
                <a:gd name="connsiteY2" fmla="*/ 18416 h 166008"/>
                <a:gd name="connsiteX3" fmla="*/ 88 w 12261"/>
                <a:gd name="connsiteY3" fmla="*/ 29479 h 166008"/>
                <a:gd name="connsiteX4" fmla="*/ 88 w 12261"/>
                <a:gd name="connsiteY4" fmla="*/ 30269 h 166008"/>
                <a:gd name="connsiteX5" fmla="*/ 4957 w 12261"/>
                <a:gd name="connsiteY5" fmla="*/ 43527 h 166008"/>
                <a:gd name="connsiteX6" fmla="*/ 4957 w 12261"/>
                <a:gd name="connsiteY6" fmla="*/ 166008 h 166008"/>
                <a:gd name="connsiteX7" fmla="*/ 6117 w 12261"/>
                <a:gd name="connsiteY7" fmla="*/ 164911 h 166008"/>
                <a:gd name="connsiteX8" fmla="*/ 7276 w 12261"/>
                <a:gd name="connsiteY8" fmla="*/ 164911 h 166008"/>
                <a:gd name="connsiteX9" fmla="*/ 7276 w 12261"/>
                <a:gd name="connsiteY9" fmla="*/ 43351 h 166008"/>
                <a:gd name="connsiteX10" fmla="*/ 7230 w 12261"/>
                <a:gd name="connsiteY10" fmla="*/ 43000 h 166008"/>
                <a:gd name="connsiteX11" fmla="*/ 2453 w 12261"/>
                <a:gd name="connsiteY11" fmla="*/ 29962 h 166008"/>
                <a:gd name="connsiteX12" fmla="*/ 7230 w 12261"/>
                <a:gd name="connsiteY12" fmla="*/ 19118 h 166008"/>
                <a:gd name="connsiteX13" fmla="*/ 7323 w 12261"/>
                <a:gd name="connsiteY13" fmla="*/ 18680 h 166008"/>
                <a:gd name="connsiteX14" fmla="*/ 7323 w 12261"/>
                <a:gd name="connsiteY14" fmla="*/ 12929 h 166008"/>
                <a:gd name="connsiteX15" fmla="*/ 7183 w 12261"/>
                <a:gd name="connsiteY15" fmla="*/ 12402 h 166008"/>
                <a:gd name="connsiteX16" fmla="*/ 4957 w 12261"/>
                <a:gd name="connsiteY16" fmla="*/ 8451 h 166008"/>
                <a:gd name="connsiteX17" fmla="*/ 10291 w 12261"/>
                <a:gd name="connsiteY17" fmla="*/ 3402 h 166008"/>
                <a:gd name="connsiteX18" fmla="*/ 11914 w 12261"/>
                <a:gd name="connsiteY18" fmla="*/ 1866 h 166008"/>
                <a:gd name="connsiteX19" fmla="*/ 11914 w 12261"/>
                <a:gd name="connsiteY19" fmla="*/ 329 h 166008"/>
                <a:gd name="connsiteX20" fmla="*/ 10291 w 12261"/>
                <a:gd name="connsiteY20" fmla="*/ 329 h 166008"/>
                <a:gd name="connsiteX21" fmla="*/ 8946 w 12261"/>
                <a:gd name="connsiteY21" fmla="*/ 1602 h 166008"/>
                <a:gd name="connsiteX22" fmla="*/ 2731 w 12261"/>
                <a:gd name="connsiteY22" fmla="*/ 7485 h 166008"/>
                <a:gd name="connsiteX23" fmla="*/ 2546 w 12261"/>
                <a:gd name="connsiteY23" fmla="*/ 8758 h 16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261" h="166008">
                  <a:moveTo>
                    <a:pt x="2453" y="8714"/>
                  </a:moveTo>
                  <a:lnTo>
                    <a:pt x="4911" y="13148"/>
                  </a:lnTo>
                  <a:lnTo>
                    <a:pt x="4911" y="18416"/>
                  </a:lnTo>
                  <a:lnTo>
                    <a:pt x="88" y="29479"/>
                  </a:lnTo>
                  <a:cubicBezTo>
                    <a:pt x="-5" y="29742"/>
                    <a:pt x="-51" y="30006"/>
                    <a:pt x="88" y="30269"/>
                  </a:cubicBezTo>
                  <a:lnTo>
                    <a:pt x="4957" y="43527"/>
                  </a:lnTo>
                  <a:lnTo>
                    <a:pt x="4957" y="166008"/>
                  </a:lnTo>
                  <a:cubicBezTo>
                    <a:pt x="4957" y="165393"/>
                    <a:pt x="5468" y="164911"/>
                    <a:pt x="6117" y="164911"/>
                  </a:cubicBezTo>
                  <a:lnTo>
                    <a:pt x="7276" y="164911"/>
                  </a:lnTo>
                  <a:lnTo>
                    <a:pt x="7276" y="43351"/>
                  </a:lnTo>
                  <a:cubicBezTo>
                    <a:pt x="7276" y="43351"/>
                    <a:pt x="7276" y="43088"/>
                    <a:pt x="7230" y="43000"/>
                  </a:cubicBezTo>
                  <a:lnTo>
                    <a:pt x="2453" y="29962"/>
                  </a:lnTo>
                  <a:lnTo>
                    <a:pt x="7230" y="19118"/>
                  </a:lnTo>
                  <a:cubicBezTo>
                    <a:pt x="7230" y="19118"/>
                    <a:pt x="7323" y="18855"/>
                    <a:pt x="7323" y="18680"/>
                  </a:cubicBezTo>
                  <a:lnTo>
                    <a:pt x="7323" y="12929"/>
                  </a:lnTo>
                  <a:cubicBezTo>
                    <a:pt x="7323" y="12929"/>
                    <a:pt x="7323" y="12577"/>
                    <a:pt x="7183" y="12402"/>
                  </a:cubicBezTo>
                  <a:lnTo>
                    <a:pt x="4957" y="8451"/>
                  </a:lnTo>
                  <a:lnTo>
                    <a:pt x="10291" y="3402"/>
                  </a:lnTo>
                  <a:lnTo>
                    <a:pt x="11914" y="1866"/>
                  </a:lnTo>
                  <a:cubicBezTo>
                    <a:pt x="12378" y="1427"/>
                    <a:pt x="12378" y="724"/>
                    <a:pt x="11914" y="329"/>
                  </a:cubicBezTo>
                  <a:cubicBezTo>
                    <a:pt x="11450" y="-110"/>
                    <a:pt x="10708" y="-110"/>
                    <a:pt x="10291" y="329"/>
                  </a:cubicBezTo>
                  <a:lnTo>
                    <a:pt x="8946" y="1602"/>
                  </a:lnTo>
                  <a:lnTo>
                    <a:pt x="2731" y="7485"/>
                  </a:lnTo>
                  <a:cubicBezTo>
                    <a:pt x="2360" y="7836"/>
                    <a:pt x="2267" y="8363"/>
                    <a:pt x="2546" y="875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2" name="Freeform: Shape 2541">
              <a:extLst>
                <a:ext uri="{FF2B5EF4-FFF2-40B4-BE49-F238E27FC236}">
                  <a16:creationId xmlns:a16="http://schemas.microsoft.com/office/drawing/2014/main" id="{466886C8-E565-FDD9-4E6E-79C0AA689266}"/>
                </a:ext>
              </a:extLst>
            </p:cNvPr>
            <p:cNvSpPr>
              <a:spLocks/>
            </p:cNvSpPr>
            <p:nvPr/>
          </p:nvSpPr>
          <p:spPr>
            <a:xfrm>
              <a:off x="6252223" y="3573099"/>
              <a:ext cx="25958" cy="61004"/>
            </a:xfrm>
            <a:custGeom>
              <a:avLst/>
              <a:gdLst>
                <a:gd name="connsiteX0" fmla="*/ 1159 w 17391"/>
                <a:gd name="connsiteY0" fmla="*/ 30993 h 40870"/>
                <a:gd name="connsiteX1" fmla="*/ 0 w 17391"/>
                <a:gd name="connsiteY1" fmla="*/ 32091 h 40870"/>
                <a:gd name="connsiteX2" fmla="*/ 0 w 17391"/>
                <a:gd name="connsiteY2" fmla="*/ 39773 h 40870"/>
                <a:gd name="connsiteX3" fmla="*/ 1159 w 17391"/>
                <a:gd name="connsiteY3" fmla="*/ 40871 h 40870"/>
                <a:gd name="connsiteX4" fmla="*/ 2319 w 17391"/>
                <a:gd name="connsiteY4" fmla="*/ 39773 h 40870"/>
                <a:gd name="connsiteX5" fmla="*/ 2319 w 17391"/>
                <a:gd name="connsiteY5" fmla="*/ 33188 h 40870"/>
                <a:gd name="connsiteX6" fmla="*/ 16232 w 17391"/>
                <a:gd name="connsiteY6" fmla="*/ 33188 h 40870"/>
                <a:gd name="connsiteX7" fmla="*/ 17391 w 17391"/>
                <a:gd name="connsiteY7" fmla="*/ 32091 h 40870"/>
                <a:gd name="connsiteX8" fmla="*/ 17391 w 17391"/>
                <a:gd name="connsiteY8" fmla="*/ 1098 h 40870"/>
                <a:gd name="connsiteX9" fmla="*/ 16232 w 17391"/>
                <a:gd name="connsiteY9" fmla="*/ 1098 h 40870"/>
                <a:gd name="connsiteX10" fmla="*/ 15073 w 17391"/>
                <a:gd name="connsiteY10" fmla="*/ 0 h 40870"/>
                <a:gd name="connsiteX11" fmla="*/ 15073 w 17391"/>
                <a:gd name="connsiteY11" fmla="*/ 30993 h 40870"/>
                <a:gd name="connsiteX12" fmla="*/ 1159 w 17391"/>
                <a:gd name="connsiteY12" fmla="*/ 30993 h 4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391" h="40870">
                  <a:moveTo>
                    <a:pt x="1159" y="30993"/>
                  </a:moveTo>
                  <a:cubicBezTo>
                    <a:pt x="510" y="30993"/>
                    <a:pt x="0" y="31476"/>
                    <a:pt x="0" y="32091"/>
                  </a:cubicBezTo>
                  <a:lnTo>
                    <a:pt x="0" y="39773"/>
                  </a:lnTo>
                  <a:cubicBezTo>
                    <a:pt x="0" y="40388"/>
                    <a:pt x="510" y="40871"/>
                    <a:pt x="1159" y="40871"/>
                  </a:cubicBezTo>
                  <a:cubicBezTo>
                    <a:pt x="1809" y="40871"/>
                    <a:pt x="2319" y="40388"/>
                    <a:pt x="2319" y="39773"/>
                  </a:cubicBezTo>
                  <a:lnTo>
                    <a:pt x="2319" y="33188"/>
                  </a:lnTo>
                  <a:lnTo>
                    <a:pt x="16232" y="33188"/>
                  </a:lnTo>
                  <a:cubicBezTo>
                    <a:pt x="16881" y="33188"/>
                    <a:pt x="17391" y="32706"/>
                    <a:pt x="17391" y="32091"/>
                  </a:cubicBezTo>
                  <a:lnTo>
                    <a:pt x="17391" y="1098"/>
                  </a:lnTo>
                  <a:lnTo>
                    <a:pt x="16232" y="1098"/>
                  </a:lnTo>
                  <a:cubicBezTo>
                    <a:pt x="15583" y="1098"/>
                    <a:pt x="15073" y="615"/>
                    <a:pt x="15073" y="0"/>
                  </a:cubicBezTo>
                  <a:lnTo>
                    <a:pt x="15073" y="30993"/>
                  </a:lnTo>
                  <a:lnTo>
                    <a:pt x="1159" y="3099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3" name="Freeform: Shape 2542">
              <a:extLst>
                <a:ext uri="{FF2B5EF4-FFF2-40B4-BE49-F238E27FC236}">
                  <a16:creationId xmlns:a16="http://schemas.microsoft.com/office/drawing/2014/main" id="{F98AEA3D-B23C-5D00-3660-0B890EDE9C9D}"/>
                </a:ext>
              </a:extLst>
            </p:cNvPr>
            <p:cNvSpPr>
              <a:spLocks/>
            </p:cNvSpPr>
            <p:nvPr/>
          </p:nvSpPr>
          <p:spPr>
            <a:xfrm>
              <a:off x="6274723" y="3571461"/>
              <a:ext cx="287279" cy="3276"/>
            </a:xfrm>
            <a:custGeom>
              <a:avLst/>
              <a:gdLst>
                <a:gd name="connsiteX0" fmla="*/ 101566 w 192465"/>
                <a:gd name="connsiteY0" fmla="*/ 0 h 2195"/>
                <a:gd name="connsiteX1" fmla="*/ 1159 w 192465"/>
                <a:gd name="connsiteY1" fmla="*/ 0 h 2195"/>
                <a:gd name="connsiteX2" fmla="*/ 0 w 192465"/>
                <a:gd name="connsiteY2" fmla="*/ 1098 h 2195"/>
                <a:gd name="connsiteX3" fmla="*/ 1159 w 192465"/>
                <a:gd name="connsiteY3" fmla="*/ 2195 h 2195"/>
                <a:gd name="connsiteX4" fmla="*/ 191306 w 192465"/>
                <a:gd name="connsiteY4" fmla="*/ 2195 h 2195"/>
                <a:gd name="connsiteX5" fmla="*/ 192466 w 192465"/>
                <a:gd name="connsiteY5" fmla="*/ 1098 h 2195"/>
                <a:gd name="connsiteX6" fmla="*/ 191306 w 192465"/>
                <a:gd name="connsiteY6" fmla="*/ 0 h 2195"/>
                <a:gd name="connsiteX7" fmla="*/ 101566 w 192465"/>
                <a:gd name="connsiteY7" fmla="*/ 0 h 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465" h="2195">
                  <a:moveTo>
                    <a:pt x="101566" y="0"/>
                  </a:moveTo>
                  <a:lnTo>
                    <a:pt x="1159" y="0"/>
                  </a:lnTo>
                  <a:cubicBezTo>
                    <a:pt x="510" y="0"/>
                    <a:pt x="0" y="483"/>
                    <a:pt x="0" y="1098"/>
                  </a:cubicBezTo>
                  <a:cubicBezTo>
                    <a:pt x="0" y="1712"/>
                    <a:pt x="510" y="2195"/>
                    <a:pt x="1159" y="2195"/>
                  </a:cubicBezTo>
                  <a:lnTo>
                    <a:pt x="191306" y="2195"/>
                  </a:lnTo>
                  <a:cubicBezTo>
                    <a:pt x="191956" y="2195"/>
                    <a:pt x="192466" y="1712"/>
                    <a:pt x="192466" y="1098"/>
                  </a:cubicBezTo>
                  <a:cubicBezTo>
                    <a:pt x="192466" y="483"/>
                    <a:pt x="191956" y="0"/>
                    <a:pt x="191306" y="0"/>
                  </a:cubicBezTo>
                  <a:lnTo>
                    <a:pt x="101566" y="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4" name="Freeform: Shape 2543">
              <a:extLst>
                <a:ext uri="{FF2B5EF4-FFF2-40B4-BE49-F238E27FC236}">
                  <a16:creationId xmlns:a16="http://schemas.microsoft.com/office/drawing/2014/main" id="{F33FF624-2DBA-ECEB-B652-AABBC8E39B3D}"/>
                </a:ext>
              </a:extLst>
            </p:cNvPr>
            <p:cNvSpPr>
              <a:spLocks/>
            </p:cNvSpPr>
            <p:nvPr/>
          </p:nvSpPr>
          <p:spPr>
            <a:xfrm>
              <a:off x="6333217" y="3962526"/>
              <a:ext cx="85147" cy="37350"/>
            </a:xfrm>
            <a:custGeom>
              <a:avLst/>
              <a:gdLst>
                <a:gd name="connsiteX0" fmla="*/ 55885 w 57045"/>
                <a:gd name="connsiteY0" fmla="*/ 25023 h 25023"/>
                <a:gd name="connsiteX1" fmla="*/ 56673 w 57045"/>
                <a:gd name="connsiteY1" fmla="*/ 24672 h 25023"/>
                <a:gd name="connsiteX2" fmla="*/ 56998 w 57045"/>
                <a:gd name="connsiteY2" fmla="*/ 24189 h 25023"/>
                <a:gd name="connsiteX3" fmla="*/ 56163 w 57045"/>
                <a:gd name="connsiteY3" fmla="*/ 22828 h 25023"/>
                <a:gd name="connsiteX4" fmla="*/ 55467 w 57045"/>
                <a:gd name="connsiteY4" fmla="*/ 22653 h 25023"/>
                <a:gd name="connsiteX5" fmla="*/ 51015 w 57045"/>
                <a:gd name="connsiteY5" fmla="*/ 21511 h 25023"/>
                <a:gd name="connsiteX6" fmla="*/ 52313 w 57045"/>
                <a:gd name="connsiteY6" fmla="*/ 18263 h 25023"/>
                <a:gd name="connsiteX7" fmla="*/ 52221 w 57045"/>
                <a:gd name="connsiteY7" fmla="*/ 17297 h 25023"/>
                <a:gd name="connsiteX8" fmla="*/ 51340 w 57045"/>
                <a:gd name="connsiteY8" fmla="*/ 16770 h 25023"/>
                <a:gd name="connsiteX9" fmla="*/ 45171 w 57045"/>
                <a:gd name="connsiteY9" fmla="*/ 16287 h 25023"/>
                <a:gd name="connsiteX10" fmla="*/ 45171 w 57045"/>
                <a:gd name="connsiteY10" fmla="*/ 13477 h 25023"/>
                <a:gd name="connsiteX11" fmla="*/ 44615 w 57045"/>
                <a:gd name="connsiteY11" fmla="*/ 12512 h 25023"/>
                <a:gd name="connsiteX12" fmla="*/ 40255 w 57045"/>
                <a:gd name="connsiteY12" fmla="*/ 10097 h 25023"/>
                <a:gd name="connsiteX13" fmla="*/ 40255 w 57045"/>
                <a:gd name="connsiteY13" fmla="*/ 8253 h 25023"/>
                <a:gd name="connsiteX14" fmla="*/ 39560 w 57045"/>
                <a:gd name="connsiteY14" fmla="*/ 7244 h 25023"/>
                <a:gd name="connsiteX15" fmla="*/ 34041 w 57045"/>
                <a:gd name="connsiteY15" fmla="*/ 5049 h 25023"/>
                <a:gd name="connsiteX16" fmla="*/ 32789 w 57045"/>
                <a:gd name="connsiteY16" fmla="*/ 5268 h 25023"/>
                <a:gd name="connsiteX17" fmla="*/ 28197 w 57045"/>
                <a:gd name="connsiteY17" fmla="*/ 9395 h 25023"/>
                <a:gd name="connsiteX18" fmla="*/ 24302 w 57045"/>
                <a:gd name="connsiteY18" fmla="*/ 7331 h 25023"/>
                <a:gd name="connsiteX19" fmla="*/ 23189 w 57045"/>
                <a:gd name="connsiteY19" fmla="*/ 7331 h 25023"/>
                <a:gd name="connsiteX20" fmla="*/ 15907 w 57045"/>
                <a:gd name="connsiteY20" fmla="*/ 11194 h 25023"/>
                <a:gd name="connsiteX21" fmla="*/ 8116 w 57045"/>
                <a:gd name="connsiteY21" fmla="*/ 7639 h 25023"/>
                <a:gd name="connsiteX22" fmla="*/ 8116 w 57045"/>
                <a:gd name="connsiteY22" fmla="*/ 5575 h 25023"/>
                <a:gd name="connsiteX23" fmla="*/ 7699 w 57045"/>
                <a:gd name="connsiteY23" fmla="*/ 4741 h 25023"/>
                <a:gd name="connsiteX24" fmla="*/ 1577 w 57045"/>
                <a:gd name="connsiteY24" fmla="*/ 0 h 25023"/>
                <a:gd name="connsiteX25" fmla="*/ 1670 w 57045"/>
                <a:gd name="connsiteY25" fmla="*/ 307 h 25023"/>
                <a:gd name="connsiteX26" fmla="*/ 1670 w 57045"/>
                <a:gd name="connsiteY26" fmla="*/ 659 h 25023"/>
                <a:gd name="connsiteX27" fmla="*/ 1670 w 57045"/>
                <a:gd name="connsiteY27" fmla="*/ 1010 h 25023"/>
                <a:gd name="connsiteX28" fmla="*/ 1623 w 57045"/>
                <a:gd name="connsiteY28" fmla="*/ 1054 h 25023"/>
                <a:gd name="connsiteX29" fmla="*/ 1345 w 57045"/>
                <a:gd name="connsiteY29" fmla="*/ 1317 h 25023"/>
                <a:gd name="connsiteX30" fmla="*/ 974 w 57045"/>
                <a:gd name="connsiteY30" fmla="*/ 1624 h 25023"/>
                <a:gd name="connsiteX31" fmla="*/ 928 w 57045"/>
                <a:gd name="connsiteY31" fmla="*/ 1668 h 25023"/>
                <a:gd name="connsiteX32" fmla="*/ 557 w 57045"/>
                <a:gd name="connsiteY32" fmla="*/ 1712 h 25023"/>
                <a:gd name="connsiteX33" fmla="*/ 325 w 57045"/>
                <a:gd name="connsiteY33" fmla="*/ 1624 h 25023"/>
                <a:gd name="connsiteX34" fmla="*/ 185 w 57045"/>
                <a:gd name="connsiteY34" fmla="*/ 1624 h 25023"/>
                <a:gd name="connsiteX35" fmla="*/ 0 w 57045"/>
                <a:gd name="connsiteY35" fmla="*/ 1624 h 25023"/>
                <a:gd name="connsiteX36" fmla="*/ 5797 w 57045"/>
                <a:gd name="connsiteY36" fmla="*/ 6058 h 25023"/>
                <a:gd name="connsiteX37" fmla="*/ 5797 w 57045"/>
                <a:gd name="connsiteY37" fmla="*/ 8297 h 25023"/>
                <a:gd name="connsiteX38" fmla="*/ 6447 w 57045"/>
                <a:gd name="connsiteY38" fmla="*/ 9263 h 25023"/>
                <a:gd name="connsiteX39" fmla="*/ 15444 w 57045"/>
                <a:gd name="connsiteY39" fmla="*/ 13389 h 25023"/>
                <a:gd name="connsiteX40" fmla="*/ 16510 w 57045"/>
                <a:gd name="connsiteY40" fmla="*/ 13389 h 25023"/>
                <a:gd name="connsiteX41" fmla="*/ 23792 w 57045"/>
                <a:gd name="connsiteY41" fmla="*/ 9570 h 25023"/>
                <a:gd name="connsiteX42" fmla="*/ 27873 w 57045"/>
                <a:gd name="connsiteY42" fmla="*/ 11721 h 25023"/>
                <a:gd name="connsiteX43" fmla="*/ 29218 w 57045"/>
                <a:gd name="connsiteY43" fmla="*/ 11546 h 25023"/>
                <a:gd name="connsiteX44" fmla="*/ 33902 w 57045"/>
                <a:gd name="connsiteY44" fmla="*/ 7375 h 25023"/>
                <a:gd name="connsiteX45" fmla="*/ 37983 w 57045"/>
                <a:gd name="connsiteY45" fmla="*/ 8999 h 25023"/>
                <a:gd name="connsiteX46" fmla="*/ 37983 w 57045"/>
                <a:gd name="connsiteY46" fmla="*/ 10756 h 25023"/>
                <a:gd name="connsiteX47" fmla="*/ 38539 w 57045"/>
                <a:gd name="connsiteY47" fmla="*/ 11721 h 25023"/>
                <a:gd name="connsiteX48" fmla="*/ 42899 w 57045"/>
                <a:gd name="connsiteY48" fmla="*/ 14136 h 25023"/>
                <a:gd name="connsiteX49" fmla="*/ 42899 w 57045"/>
                <a:gd name="connsiteY49" fmla="*/ 17341 h 25023"/>
                <a:gd name="connsiteX50" fmla="*/ 43966 w 57045"/>
                <a:gd name="connsiteY50" fmla="*/ 18438 h 25023"/>
                <a:gd name="connsiteX51" fmla="*/ 49670 w 57045"/>
                <a:gd name="connsiteY51" fmla="*/ 18877 h 25023"/>
                <a:gd name="connsiteX52" fmla="*/ 48464 w 57045"/>
                <a:gd name="connsiteY52" fmla="*/ 21906 h 25023"/>
                <a:gd name="connsiteX53" fmla="*/ 48510 w 57045"/>
                <a:gd name="connsiteY53" fmla="*/ 22784 h 25023"/>
                <a:gd name="connsiteX54" fmla="*/ 49253 w 57045"/>
                <a:gd name="connsiteY54" fmla="*/ 23355 h 25023"/>
                <a:gd name="connsiteX55" fmla="*/ 54400 w 57045"/>
                <a:gd name="connsiteY55" fmla="*/ 24672 h 25023"/>
                <a:gd name="connsiteX56" fmla="*/ 55653 w 57045"/>
                <a:gd name="connsiteY56" fmla="*/ 24979 h 25023"/>
                <a:gd name="connsiteX57" fmla="*/ 55977 w 57045"/>
                <a:gd name="connsiteY57" fmla="*/ 24979 h 25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7045" h="25023">
                  <a:moveTo>
                    <a:pt x="55885" y="25023"/>
                  </a:moveTo>
                  <a:cubicBezTo>
                    <a:pt x="56209" y="25023"/>
                    <a:pt x="56441" y="24891"/>
                    <a:pt x="56673" y="24672"/>
                  </a:cubicBezTo>
                  <a:cubicBezTo>
                    <a:pt x="56812" y="24540"/>
                    <a:pt x="56951" y="24408"/>
                    <a:pt x="56998" y="24189"/>
                  </a:cubicBezTo>
                  <a:cubicBezTo>
                    <a:pt x="57183" y="23618"/>
                    <a:pt x="56812" y="23004"/>
                    <a:pt x="56163" y="22828"/>
                  </a:cubicBezTo>
                  <a:lnTo>
                    <a:pt x="55467" y="22653"/>
                  </a:lnTo>
                  <a:lnTo>
                    <a:pt x="51015" y="21511"/>
                  </a:lnTo>
                  <a:lnTo>
                    <a:pt x="52313" y="18263"/>
                  </a:lnTo>
                  <a:cubicBezTo>
                    <a:pt x="52453" y="17955"/>
                    <a:pt x="52406" y="17560"/>
                    <a:pt x="52221" y="17297"/>
                  </a:cubicBezTo>
                  <a:cubicBezTo>
                    <a:pt x="52035" y="17033"/>
                    <a:pt x="51710" y="16814"/>
                    <a:pt x="51340" y="16770"/>
                  </a:cubicBezTo>
                  <a:lnTo>
                    <a:pt x="45171" y="16287"/>
                  </a:lnTo>
                  <a:lnTo>
                    <a:pt x="45171" y="13477"/>
                  </a:lnTo>
                  <a:cubicBezTo>
                    <a:pt x="45171" y="13082"/>
                    <a:pt x="44940" y="12731"/>
                    <a:pt x="44615" y="12512"/>
                  </a:cubicBezTo>
                  <a:lnTo>
                    <a:pt x="40255" y="10097"/>
                  </a:lnTo>
                  <a:lnTo>
                    <a:pt x="40255" y="8253"/>
                  </a:lnTo>
                  <a:cubicBezTo>
                    <a:pt x="40255" y="7814"/>
                    <a:pt x="39977" y="7419"/>
                    <a:pt x="39560" y="7244"/>
                  </a:cubicBezTo>
                  <a:lnTo>
                    <a:pt x="34041" y="5049"/>
                  </a:lnTo>
                  <a:cubicBezTo>
                    <a:pt x="33624" y="4873"/>
                    <a:pt x="33160" y="4961"/>
                    <a:pt x="32789" y="5268"/>
                  </a:cubicBezTo>
                  <a:lnTo>
                    <a:pt x="28197" y="9395"/>
                  </a:lnTo>
                  <a:lnTo>
                    <a:pt x="24302" y="7331"/>
                  </a:lnTo>
                  <a:cubicBezTo>
                    <a:pt x="23931" y="7156"/>
                    <a:pt x="23513" y="7156"/>
                    <a:pt x="23189" y="7331"/>
                  </a:cubicBezTo>
                  <a:lnTo>
                    <a:pt x="15907" y="11194"/>
                  </a:lnTo>
                  <a:lnTo>
                    <a:pt x="8116" y="7639"/>
                  </a:lnTo>
                  <a:lnTo>
                    <a:pt x="8116" y="5575"/>
                  </a:lnTo>
                  <a:cubicBezTo>
                    <a:pt x="8116" y="5224"/>
                    <a:pt x="7977" y="4917"/>
                    <a:pt x="7699" y="4741"/>
                  </a:cubicBezTo>
                  <a:lnTo>
                    <a:pt x="1577" y="0"/>
                  </a:lnTo>
                  <a:lnTo>
                    <a:pt x="1670" y="307"/>
                  </a:lnTo>
                  <a:cubicBezTo>
                    <a:pt x="1670" y="307"/>
                    <a:pt x="1670" y="527"/>
                    <a:pt x="1670" y="659"/>
                  </a:cubicBezTo>
                  <a:cubicBezTo>
                    <a:pt x="1670" y="790"/>
                    <a:pt x="1716" y="878"/>
                    <a:pt x="1670" y="1010"/>
                  </a:cubicBezTo>
                  <a:cubicBezTo>
                    <a:pt x="1670" y="1010"/>
                    <a:pt x="1670" y="1010"/>
                    <a:pt x="1623" y="1054"/>
                  </a:cubicBezTo>
                  <a:cubicBezTo>
                    <a:pt x="1577" y="1185"/>
                    <a:pt x="1438" y="1229"/>
                    <a:pt x="1345" y="1317"/>
                  </a:cubicBezTo>
                  <a:cubicBezTo>
                    <a:pt x="1206" y="1449"/>
                    <a:pt x="1159" y="1537"/>
                    <a:pt x="974" y="1624"/>
                  </a:cubicBezTo>
                  <a:cubicBezTo>
                    <a:pt x="974" y="1624"/>
                    <a:pt x="974" y="1624"/>
                    <a:pt x="928" y="1668"/>
                  </a:cubicBezTo>
                  <a:cubicBezTo>
                    <a:pt x="788" y="1668"/>
                    <a:pt x="695" y="1712"/>
                    <a:pt x="557" y="1712"/>
                  </a:cubicBezTo>
                  <a:cubicBezTo>
                    <a:pt x="464" y="1712"/>
                    <a:pt x="417" y="1668"/>
                    <a:pt x="325" y="1624"/>
                  </a:cubicBezTo>
                  <a:cubicBezTo>
                    <a:pt x="278" y="1624"/>
                    <a:pt x="232" y="1624"/>
                    <a:pt x="185" y="1624"/>
                  </a:cubicBezTo>
                  <a:lnTo>
                    <a:pt x="0" y="1624"/>
                  </a:lnTo>
                  <a:cubicBezTo>
                    <a:pt x="0" y="1624"/>
                    <a:pt x="5797" y="6058"/>
                    <a:pt x="5797" y="6058"/>
                  </a:cubicBezTo>
                  <a:lnTo>
                    <a:pt x="5797" y="8297"/>
                  </a:lnTo>
                  <a:cubicBezTo>
                    <a:pt x="5797" y="8736"/>
                    <a:pt x="6029" y="9087"/>
                    <a:pt x="6447" y="9263"/>
                  </a:cubicBezTo>
                  <a:lnTo>
                    <a:pt x="15444" y="13389"/>
                  </a:lnTo>
                  <a:cubicBezTo>
                    <a:pt x="15815" y="13565"/>
                    <a:pt x="16186" y="13521"/>
                    <a:pt x="16510" y="13389"/>
                  </a:cubicBezTo>
                  <a:lnTo>
                    <a:pt x="23792" y="9570"/>
                  </a:lnTo>
                  <a:lnTo>
                    <a:pt x="27873" y="11721"/>
                  </a:lnTo>
                  <a:cubicBezTo>
                    <a:pt x="28336" y="11941"/>
                    <a:pt x="28847" y="11897"/>
                    <a:pt x="29218" y="11546"/>
                  </a:cubicBezTo>
                  <a:lnTo>
                    <a:pt x="33902" y="7375"/>
                  </a:lnTo>
                  <a:lnTo>
                    <a:pt x="37983" y="8999"/>
                  </a:lnTo>
                  <a:lnTo>
                    <a:pt x="37983" y="10756"/>
                  </a:lnTo>
                  <a:cubicBezTo>
                    <a:pt x="37983" y="11151"/>
                    <a:pt x="38215" y="11502"/>
                    <a:pt x="38539" y="11721"/>
                  </a:cubicBezTo>
                  <a:lnTo>
                    <a:pt x="42899" y="14136"/>
                  </a:lnTo>
                  <a:lnTo>
                    <a:pt x="42899" y="17341"/>
                  </a:lnTo>
                  <a:cubicBezTo>
                    <a:pt x="42899" y="17911"/>
                    <a:pt x="43363" y="18394"/>
                    <a:pt x="43966" y="18438"/>
                  </a:cubicBezTo>
                  <a:lnTo>
                    <a:pt x="49670" y="18877"/>
                  </a:lnTo>
                  <a:lnTo>
                    <a:pt x="48464" y="21906"/>
                  </a:lnTo>
                  <a:cubicBezTo>
                    <a:pt x="48371" y="22213"/>
                    <a:pt x="48371" y="22521"/>
                    <a:pt x="48510" y="22784"/>
                  </a:cubicBezTo>
                  <a:cubicBezTo>
                    <a:pt x="48650" y="23048"/>
                    <a:pt x="48928" y="23267"/>
                    <a:pt x="49253" y="23355"/>
                  </a:cubicBezTo>
                  <a:lnTo>
                    <a:pt x="54400" y="24672"/>
                  </a:lnTo>
                  <a:lnTo>
                    <a:pt x="55653" y="24979"/>
                  </a:lnTo>
                  <a:cubicBezTo>
                    <a:pt x="55653" y="24979"/>
                    <a:pt x="55838" y="24979"/>
                    <a:pt x="55977" y="2497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5" name="Freeform: Shape 2544">
              <a:extLst>
                <a:ext uri="{FF2B5EF4-FFF2-40B4-BE49-F238E27FC236}">
                  <a16:creationId xmlns:a16="http://schemas.microsoft.com/office/drawing/2014/main" id="{D217D650-8232-7C21-1851-0D902D076311}"/>
                </a:ext>
              </a:extLst>
            </p:cNvPr>
            <p:cNvSpPr>
              <a:spLocks/>
            </p:cNvSpPr>
            <p:nvPr/>
          </p:nvSpPr>
          <p:spPr>
            <a:xfrm>
              <a:off x="6122192" y="3956405"/>
              <a:ext cx="211440" cy="42681"/>
            </a:xfrm>
            <a:custGeom>
              <a:avLst/>
              <a:gdLst>
                <a:gd name="connsiteX0" fmla="*/ 141656 w 141656"/>
                <a:gd name="connsiteY0" fmla="*/ 5724 h 28595"/>
                <a:gd name="connsiteX1" fmla="*/ 140775 w 141656"/>
                <a:gd name="connsiteY1" fmla="*/ 5021 h 28595"/>
                <a:gd name="connsiteX2" fmla="*/ 140079 w 141656"/>
                <a:gd name="connsiteY2" fmla="*/ 2870 h 28595"/>
                <a:gd name="connsiteX3" fmla="*/ 136787 w 141656"/>
                <a:gd name="connsiteY3" fmla="*/ 1729 h 28595"/>
                <a:gd name="connsiteX4" fmla="*/ 135581 w 141656"/>
                <a:gd name="connsiteY4" fmla="*/ 1992 h 28595"/>
                <a:gd name="connsiteX5" fmla="*/ 132798 w 141656"/>
                <a:gd name="connsiteY5" fmla="*/ 4626 h 28595"/>
                <a:gd name="connsiteX6" fmla="*/ 126445 w 141656"/>
                <a:gd name="connsiteY6" fmla="*/ 3660 h 28595"/>
                <a:gd name="connsiteX7" fmla="*/ 122363 w 141656"/>
                <a:gd name="connsiteY7" fmla="*/ 280 h 28595"/>
                <a:gd name="connsiteX8" fmla="*/ 121250 w 141656"/>
                <a:gd name="connsiteY8" fmla="*/ 61 h 28595"/>
                <a:gd name="connsiteX9" fmla="*/ 117262 w 141656"/>
                <a:gd name="connsiteY9" fmla="*/ 1334 h 28595"/>
                <a:gd name="connsiteX10" fmla="*/ 112995 w 141656"/>
                <a:gd name="connsiteY10" fmla="*/ 61 h 28595"/>
                <a:gd name="connsiteX11" fmla="*/ 112671 w 141656"/>
                <a:gd name="connsiteY11" fmla="*/ 17 h 28595"/>
                <a:gd name="connsiteX12" fmla="*/ 109471 w 141656"/>
                <a:gd name="connsiteY12" fmla="*/ 17 h 28595"/>
                <a:gd name="connsiteX13" fmla="*/ 108311 w 141656"/>
                <a:gd name="connsiteY13" fmla="*/ 1114 h 28595"/>
                <a:gd name="connsiteX14" fmla="*/ 108311 w 141656"/>
                <a:gd name="connsiteY14" fmla="*/ 3836 h 28595"/>
                <a:gd name="connsiteX15" fmla="*/ 99453 w 141656"/>
                <a:gd name="connsiteY15" fmla="*/ 5987 h 28595"/>
                <a:gd name="connsiteX16" fmla="*/ 94630 w 141656"/>
                <a:gd name="connsiteY16" fmla="*/ 3704 h 28595"/>
                <a:gd name="connsiteX17" fmla="*/ 93099 w 141656"/>
                <a:gd name="connsiteY17" fmla="*/ 4143 h 28595"/>
                <a:gd name="connsiteX18" fmla="*/ 91940 w 141656"/>
                <a:gd name="connsiteY18" fmla="*/ 6163 h 28595"/>
                <a:gd name="connsiteX19" fmla="*/ 83221 w 141656"/>
                <a:gd name="connsiteY19" fmla="*/ 7436 h 28595"/>
                <a:gd name="connsiteX20" fmla="*/ 82757 w 141656"/>
                <a:gd name="connsiteY20" fmla="*/ 7611 h 28595"/>
                <a:gd name="connsiteX21" fmla="*/ 77517 w 141656"/>
                <a:gd name="connsiteY21" fmla="*/ 11080 h 28595"/>
                <a:gd name="connsiteX22" fmla="*/ 70606 w 141656"/>
                <a:gd name="connsiteY22" fmla="*/ 7787 h 28595"/>
                <a:gd name="connsiteX23" fmla="*/ 69169 w 141656"/>
                <a:gd name="connsiteY23" fmla="*/ 8094 h 28595"/>
                <a:gd name="connsiteX24" fmla="*/ 61516 w 141656"/>
                <a:gd name="connsiteY24" fmla="*/ 17665 h 28595"/>
                <a:gd name="connsiteX25" fmla="*/ 50479 w 141656"/>
                <a:gd name="connsiteY25" fmla="*/ 14943 h 28595"/>
                <a:gd name="connsiteX26" fmla="*/ 34108 w 141656"/>
                <a:gd name="connsiteY26" fmla="*/ 13757 h 28595"/>
                <a:gd name="connsiteX27" fmla="*/ 24554 w 141656"/>
                <a:gd name="connsiteY27" fmla="*/ 3924 h 28595"/>
                <a:gd name="connsiteX28" fmla="*/ 23719 w 141656"/>
                <a:gd name="connsiteY28" fmla="*/ 3573 h 28595"/>
                <a:gd name="connsiteX29" fmla="*/ 10687 w 141656"/>
                <a:gd name="connsiteY29" fmla="*/ 3573 h 28595"/>
                <a:gd name="connsiteX30" fmla="*/ 9667 w 141656"/>
                <a:gd name="connsiteY30" fmla="*/ 4143 h 28595"/>
                <a:gd name="connsiteX31" fmla="*/ 5493 w 141656"/>
                <a:gd name="connsiteY31" fmla="*/ 11518 h 28595"/>
                <a:gd name="connsiteX32" fmla="*/ 623 w 141656"/>
                <a:gd name="connsiteY32" fmla="*/ 13845 h 28595"/>
                <a:gd name="connsiteX33" fmla="*/ 20 w 141656"/>
                <a:gd name="connsiteY33" fmla="*/ 15030 h 28595"/>
                <a:gd name="connsiteX34" fmla="*/ 2107 w 141656"/>
                <a:gd name="connsiteY34" fmla="*/ 26532 h 28595"/>
                <a:gd name="connsiteX35" fmla="*/ 2293 w 141656"/>
                <a:gd name="connsiteY35" fmla="*/ 27674 h 28595"/>
                <a:gd name="connsiteX36" fmla="*/ 3452 w 141656"/>
                <a:gd name="connsiteY36" fmla="*/ 28596 h 28595"/>
                <a:gd name="connsiteX37" fmla="*/ 3591 w 141656"/>
                <a:gd name="connsiteY37" fmla="*/ 28596 h 28595"/>
                <a:gd name="connsiteX38" fmla="*/ 3638 w 141656"/>
                <a:gd name="connsiteY38" fmla="*/ 28596 h 28595"/>
                <a:gd name="connsiteX39" fmla="*/ 3962 w 141656"/>
                <a:gd name="connsiteY39" fmla="*/ 28376 h 28595"/>
                <a:gd name="connsiteX40" fmla="*/ 4333 w 141656"/>
                <a:gd name="connsiteY40" fmla="*/ 28156 h 28595"/>
                <a:gd name="connsiteX41" fmla="*/ 4426 w 141656"/>
                <a:gd name="connsiteY41" fmla="*/ 27762 h 28595"/>
                <a:gd name="connsiteX42" fmla="*/ 4519 w 141656"/>
                <a:gd name="connsiteY42" fmla="*/ 27323 h 28595"/>
                <a:gd name="connsiteX43" fmla="*/ 4519 w 141656"/>
                <a:gd name="connsiteY43" fmla="*/ 27323 h 28595"/>
                <a:gd name="connsiteX44" fmla="*/ 4519 w 141656"/>
                <a:gd name="connsiteY44" fmla="*/ 27015 h 28595"/>
                <a:gd name="connsiteX45" fmla="*/ 2339 w 141656"/>
                <a:gd name="connsiteY45" fmla="*/ 15513 h 28595"/>
                <a:gd name="connsiteX46" fmla="*/ 6791 w 141656"/>
                <a:gd name="connsiteY46" fmla="*/ 13406 h 28595"/>
                <a:gd name="connsiteX47" fmla="*/ 7301 w 141656"/>
                <a:gd name="connsiteY47" fmla="*/ 12923 h 28595"/>
                <a:gd name="connsiteX48" fmla="*/ 11336 w 141656"/>
                <a:gd name="connsiteY48" fmla="*/ 5811 h 28595"/>
                <a:gd name="connsiteX49" fmla="*/ 23163 w 141656"/>
                <a:gd name="connsiteY49" fmla="*/ 5811 h 28595"/>
                <a:gd name="connsiteX50" fmla="*/ 32670 w 141656"/>
                <a:gd name="connsiteY50" fmla="*/ 15601 h 28595"/>
                <a:gd name="connsiteX51" fmla="*/ 33412 w 141656"/>
                <a:gd name="connsiteY51" fmla="*/ 15952 h 28595"/>
                <a:gd name="connsiteX52" fmla="*/ 50015 w 141656"/>
                <a:gd name="connsiteY52" fmla="*/ 17138 h 28595"/>
                <a:gd name="connsiteX53" fmla="*/ 61609 w 141656"/>
                <a:gd name="connsiteY53" fmla="*/ 20035 h 28595"/>
                <a:gd name="connsiteX54" fmla="*/ 62815 w 141656"/>
                <a:gd name="connsiteY54" fmla="*/ 19640 h 28595"/>
                <a:gd name="connsiteX55" fmla="*/ 70328 w 141656"/>
                <a:gd name="connsiteY55" fmla="*/ 10201 h 28595"/>
                <a:gd name="connsiteX56" fmla="*/ 77007 w 141656"/>
                <a:gd name="connsiteY56" fmla="*/ 13362 h 28595"/>
                <a:gd name="connsiteX57" fmla="*/ 78166 w 141656"/>
                <a:gd name="connsiteY57" fmla="*/ 13275 h 28595"/>
                <a:gd name="connsiteX58" fmla="*/ 83731 w 141656"/>
                <a:gd name="connsiteY58" fmla="*/ 9587 h 28595"/>
                <a:gd name="connsiteX59" fmla="*/ 92728 w 141656"/>
                <a:gd name="connsiteY59" fmla="*/ 8270 h 28595"/>
                <a:gd name="connsiteX60" fmla="*/ 93563 w 141656"/>
                <a:gd name="connsiteY60" fmla="*/ 7699 h 28595"/>
                <a:gd name="connsiteX61" fmla="*/ 94491 w 141656"/>
                <a:gd name="connsiteY61" fmla="*/ 6163 h 28595"/>
                <a:gd name="connsiteX62" fmla="*/ 98711 w 141656"/>
                <a:gd name="connsiteY62" fmla="*/ 8138 h 28595"/>
                <a:gd name="connsiteX63" fmla="*/ 99499 w 141656"/>
                <a:gd name="connsiteY63" fmla="*/ 8226 h 28595"/>
                <a:gd name="connsiteX64" fmla="*/ 109656 w 141656"/>
                <a:gd name="connsiteY64" fmla="*/ 5768 h 28595"/>
                <a:gd name="connsiteX65" fmla="*/ 110537 w 141656"/>
                <a:gd name="connsiteY65" fmla="*/ 4714 h 28595"/>
                <a:gd name="connsiteX66" fmla="*/ 110537 w 141656"/>
                <a:gd name="connsiteY66" fmla="*/ 2256 h 28595"/>
                <a:gd name="connsiteX67" fmla="*/ 112392 w 141656"/>
                <a:gd name="connsiteY67" fmla="*/ 2256 h 28595"/>
                <a:gd name="connsiteX68" fmla="*/ 116844 w 141656"/>
                <a:gd name="connsiteY68" fmla="*/ 3573 h 28595"/>
                <a:gd name="connsiteX69" fmla="*/ 117540 w 141656"/>
                <a:gd name="connsiteY69" fmla="*/ 3573 h 28595"/>
                <a:gd name="connsiteX70" fmla="*/ 121250 w 141656"/>
                <a:gd name="connsiteY70" fmla="*/ 2387 h 28595"/>
                <a:gd name="connsiteX71" fmla="*/ 125100 w 141656"/>
                <a:gd name="connsiteY71" fmla="*/ 5548 h 28595"/>
                <a:gd name="connsiteX72" fmla="*/ 125656 w 141656"/>
                <a:gd name="connsiteY72" fmla="*/ 5811 h 28595"/>
                <a:gd name="connsiteX73" fmla="*/ 132891 w 141656"/>
                <a:gd name="connsiteY73" fmla="*/ 6909 h 28595"/>
                <a:gd name="connsiteX74" fmla="*/ 133912 w 141656"/>
                <a:gd name="connsiteY74" fmla="*/ 6602 h 28595"/>
                <a:gd name="connsiteX75" fmla="*/ 136555 w 141656"/>
                <a:gd name="connsiteY75" fmla="*/ 4099 h 28595"/>
                <a:gd name="connsiteX76" fmla="*/ 141192 w 141656"/>
                <a:gd name="connsiteY76" fmla="*/ 5724 h 28595"/>
                <a:gd name="connsiteX77" fmla="*/ 141378 w 141656"/>
                <a:gd name="connsiteY77" fmla="*/ 5724 h 28595"/>
                <a:gd name="connsiteX78" fmla="*/ 141517 w 141656"/>
                <a:gd name="connsiteY78" fmla="*/ 5768 h 2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41656" h="28595">
                  <a:moveTo>
                    <a:pt x="141656" y="5724"/>
                  </a:moveTo>
                  <a:cubicBezTo>
                    <a:pt x="141285" y="5636"/>
                    <a:pt x="140914" y="5416"/>
                    <a:pt x="140775" y="5021"/>
                  </a:cubicBezTo>
                  <a:lnTo>
                    <a:pt x="140079" y="2870"/>
                  </a:lnTo>
                  <a:lnTo>
                    <a:pt x="136787" y="1729"/>
                  </a:lnTo>
                  <a:cubicBezTo>
                    <a:pt x="136369" y="1597"/>
                    <a:pt x="135906" y="1685"/>
                    <a:pt x="135581" y="1992"/>
                  </a:cubicBezTo>
                  <a:lnTo>
                    <a:pt x="132798" y="4626"/>
                  </a:lnTo>
                  <a:lnTo>
                    <a:pt x="126445" y="3660"/>
                  </a:lnTo>
                  <a:lnTo>
                    <a:pt x="122363" y="280"/>
                  </a:lnTo>
                  <a:cubicBezTo>
                    <a:pt x="122039" y="17"/>
                    <a:pt x="121621" y="-71"/>
                    <a:pt x="121250" y="61"/>
                  </a:cubicBezTo>
                  <a:lnTo>
                    <a:pt x="117262" y="1334"/>
                  </a:lnTo>
                  <a:lnTo>
                    <a:pt x="112995" y="61"/>
                  </a:lnTo>
                  <a:cubicBezTo>
                    <a:pt x="112995" y="61"/>
                    <a:pt x="112763" y="17"/>
                    <a:pt x="112671" y="17"/>
                  </a:cubicBezTo>
                  <a:lnTo>
                    <a:pt x="109471" y="17"/>
                  </a:lnTo>
                  <a:cubicBezTo>
                    <a:pt x="108821" y="17"/>
                    <a:pt x="108311" y="499"/>
                    <a:pt x="108311" y="1114"/>
                  </a:cubicBezTo>
                  <a:lnTo>
                    <a:pt x="108311" y="3836"/>
                  </a:lnTo>
                  <a:lnTo>
                    <a:pt x="99453" y="5987"/>
                  </a:lnTo>
                  <a:lnTo>
                    <a:pt x="94630" y="3704"/>
                  </a:lnTo>
                  <a:cubicBezTo>
                    <a:pt x="94073" y="3441"/>
                    <a:pt x="93424" y="3660"/>
                    <a:pt x="93099" y="4143"/>
                  </a:cubicBezTo>
                  <a:lnTo>
                    <a:pt x="91940" y="6163"/>
                  </a:lnTo>
                  <a:lnTo>
                    <a:pt x="83221" y="7436"/>
                  </a:lnTo>
                  <a:cubicBezTo>
                    <a:pt x="83221" y="7436"/>
                    <a:pt x="82897" y="7524"/>
                    <a:pt x="82757" y="7611"/>
                  </a:cubicBezTo>
                  <a:lnTo>
                    <a:pt x="77517" y="11080"/>
                  </a:lnTo>
                  <a:lnTo>
                    <a:pt x="70606" y="7787"/>
                  </a:lnTo>
                  <a:cubicBezTo>
                    <a:pt x="70096" y="7568"/>
                    <a:pt x="69493" y="7699"/>
                    <a:pt x="69169" y="8094"/>
                  </a:cubicBezTo>
                  <a:lnTo>
                    <a:pt x="61516" y="17665"/>
                  </a:lnTo>
                  <a:lnTo>
                    <a:pt x="50479" y="14943"/>
                  </a:lnTo>
                  <a:lnTo>
                    <a:pt x="34108" y="13757"/>
                  </a:lnTo>
                  <a:lnTo>
                    <a:pt x="24554" y="3924"/>
                  </a:lnTo>
                  <a:cubicBezTo>
                    <a:pt x="24322" y="3704"/>
                    <a:pt x="24044" y="3573"/>
                    <a:pt x="23719" y="3573"/>
                  </a:cubicBezTo>
                  <a:lnTo>
                    <a:pt x="10687" y="3573"/>
                  </a:lnTo>
                  <a:cubicBezTo>
                    <a:pt x="10270" y="3573"/>
                    <a:pt x="9852" y="3792"/>
                    <a:pt x="9667" y="4143"/>
                  </a:cubicBezTo>
                  <a:lnTo>
                    <a:pt x="5493" y="11518"/>
                  </a:lnTo>
                  <a:lnTo>
                    <a:pt x="623" y="13845"/>
                  </a:lnTo>
                  <a:cubicBezTo>
                    <a:pt x="159" y="14065"/>
                    <a:pt x="-72" y="14548"/>
                    <a:pt x="20" y="15030"/>
                  </a:cubicBezTo>
                  <a:lnTo>
                    <a:pt x="2107" y="26532"/>
                  </a:lnTo>
                  <a:lnTo>
                    <a:pt x="2293" y="27674"/>
                  </a:lnTo>
                  <a:cubicBezTo>
                    <a:pt x="2385" y="28200"/>
                    <a:pt x="2896" y="28596"/>
                    <a:pt x="3452" y="28596"/>
                  </a:cubicBezTo>
                  <a:cubicBezTo>
                    <a:pt x="3498" y="28596"/>
                    <a:pt x="3545" y="28596"/>
                    <a:pt x="3591" y="28596"/>
                  </a:cubicBezTo>
                  <a:cubicBezTo>
                    <a:pt x="3591" y="28596"/>
                    <a:pt x="3591" y="28596"/>
                    <a:pt x="3638" y="28596"/>
                  </a:cubicBezTo>
                  <a:cubicBezTo>
                    <a:pt x="3777" y="28596"/>
                    <a:pt x="3869" y="28464"/>
                    <a:pt x="3962" y="28376"/>
                  </a:cubicBezTo>
                  <a:cubicBezTo>
                    <a:pt x="4101" y="28288"/>
                    <a:pt x="4241" y="28244"/>
                    <a:pt x="4333" y="28156"/>
                  </a:cubicBezTo>
                  <a:cubicBezTo>
                    <a:pt x="4426" y="28069"/>
                    <a:pt x="4426" y="27893"/>
                    <a:pt x="4426" y="27762"/>
                  </a:cubicBezTo>
                  <a:cubicBezTo>
                    <a:pt x="4426" y="27630"/>
                    <a:pt x="4565" y="27498"/>
                    <a:pt x="4519" y="27323"/>
                  </a:cubicBezTo>
                  <a:cubicBezTo>
                    <a:pt x="4519" y="27323"/>
                    <a:pt x="4519" y="27323"/>
                    <a:pt x="4519" y="27323"/>
                  </a:cubicBezTo>
                  <a:lnTo>
                    <a:pt x="4519" y="27015"/>
                  </a:lnTo>
                  <a:cubicBezTo>
                    <a:pt x="4519" y="27015"/>
                    <a:pt x="2339" y="15513"/>
                    <a:pt x="2339" y="15513"/>
                  </a:cubicBezTo>
                  <a:lnTo>
                    <a:pt x="6791" y="13406"/>
                  </a:lnTo>
                  <a:cubicBezTo>
                    <a:pt x="6791" y="13406"/>
                    <a:pt x="7162" y="13143"/>
                    <a:pt x="7301" y="12923"/>
                  </a:cubicBezTo>
                  <a:lnTo>
                    <a:pt x="11336" y="5811"/>
                  </a:lnTo>
                  <a:lnTo>
                    <a:pt x="23163" y="5811"/>
                  </a:lnTo>
                  <a:lnTo>
                    <a:pt x="32670" y="15601"/>
                  </a:lnTo>
                  <a:cubicBezTo>
                    <a:pt x="32670" y="15601"/>
                    <a:pt x="33134" y="15952"/>
                    <a:pt x="33412" y="15952"/>
                  </a:cubicBezTo>
                  <a:lnTo>
                    <a:pt x="50015" y="17138"/>
                  </a:lnTo>
                  <a:lnTo>
                    <a:pt x="61609" y="20035"/>
                  </a:lnTo>
                  <a:cubicBezTo>
                    <a:pt x="62073" y="20123"/>
                    <a:pt x="62537" y="19991"/>
                    <a:pt x="62815" y="19640"/>
                  </a:cubicBezTo>
                  <a:lnTo>
                    <a:pt x="70328" y="10201"/>
                  </a:lnTo>
                  <a:lnTo>
                    <a:pt x="77007" y="13362"/>
                  </a:lnTo>
                  <a:cubicBezTo>
                    <a:pt x="77378" y="13538"/>
                    <a:pt x="77841" y="13494"/>
                    <a:pt x="78166" y="13275"/>
                  </a:cubicBezTo>
                  <a:lnTo>
                    <a:pt x="83731" y="9587"/>
                  </a:lnTo>
                  <a:lnTo>
                    <a:pt x="92728" y="8270"/>
                  </a:lnTo>
                  <a:cubicBezTo>
                    <a:pt x="93099" y="8226"/>
                    <a:pt x="93378" y="8006"/>
                    <a:pt x="93563" y="7699"/>
                  </a:cubicBezTo>
                  <a:lnTo>
                    <a:pt x="94491" y="6163"/>
                  </a:lnTo>
                  <a:lnTo>
                    <a:pt x="98711" y="8138"/>
                  </a:lnTo>
                  <a:cubicBezTo>
                    <a:pt x="98943" y="8270"/>
                    <a:pt x="99268" y="8270"/>
                    <a:pt x="99499" y="8226"/>
                  </a:cubicBezTo>
                  <a:lnTo>
                    <a:pt x="109656" y="5768"/>
                  </a:lnTo>
                  <a:cubicBezTo>
                    <a:pt x="110166" y="5636"/>
                    <a:pt x="110537" y="5197"/>
                    <a:pt x="110537" y="4714"/>
                  </a:cubicBezTo>
                  <a:lnTo>
                    <a:pt x="110537" y="2256"/>
                  </a:lnTo>
                  <a:lnTo>
                    <a:pt x="112392" y="2256"/>
                  </a:lnTo>
                  <a:lnTo>
                    <a:pt x="116844" y="3573"/>
                  </a:lnTo>
                  <a:cubicBezTo>
                    <a:pt x="116844" y="3573"/>
                    <a:pt x="117308" y="3660"/>
                    <a:pt x="117540" y="3573"/>
                  </a:cubicBezTo>
                  <a:lnTo>
                    <a:pt x="121250" y="2387"/>
                  </a:lnTo>
                  <a:lnTo>
                    <a:pt x="125100" y="5548"/>
                  </a:lnTo>
                  <a:cubicBezTo>
                    <a:pt x="125100" y="5548"/>
                    <a:pt x="125471" y="5768"/>
                    <a:pt x="125656" y="5811"/>
                  </a:cubicBezTo>
                  <a:lnTo>
                    <a:pt x="132891" y="6909"/>
                  </a:lnTo>
                  <a:cubicBezTo>
                    <a:pt x="133262" y="6953"/>
                    <a:pt x="133633" y="6865"/>
                    <a:pt x="133912" y="6602"/>
                  </a:cubicBezTo>
                  <a:lnTo>
                    <a:pt x="136555" y="4099"/>
                  </a:lnTo>
                  <a:lnTo>
                    <a:pt x="141192" y="5724"/>
                  </a:lnTo>
                  <a:lnTo>
                    <a:pt x="141378" y="5724"/>
                  </a:lnTo>
                  <a:cubicBezTo>
                    <a:pt x="141378" y="5724"/>
                    <a:pt x="141471" y="5768"/>
                    <a:pt x="141517" y="57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6" name="Freeform: Shape 2545">
              <a:extLst>
                <a:ext uri="{FF2B5EF4-FFF2-40B4-BE49-F238E27FC236}">
                  <a16:creationId xmlns:a16="http://schemas.microsoft.com/office/drawing/2014/main" id="{20D482B0-8D46-4FCC-AE17-2572608BB9B1}"/>
                </a:ext>
              </a:extLst>
            </p:cNvPr>
            <p:cNvSpPr>
              <a:spLocks/>
            </p:cNvSpPr>
            <p:nvPr/>
          </p:nvSpPr>
          <p:spPr>
            <a:xfrm>
              <a:off x="6335640" y="3963441"/>
              <a:ext cx="68" cy="589"/>
            </a:xfrm>
            <a:custGeom>
              <a:avLst/>
              <a:gdLst>
                <a:gd name="connsiteX0" fmla="*/ 0 w 46"/>
                <a:gd name="connsiteY0" fmla="*/ 351 h 394"/>
                <a:gd name="connsiteX1" fmla="*/ 0 w 46"/>
                <a:gd name="connsiteY1" fmla="*/ 0 h 394"/>
                <a:gd name="connsiteX2" fmla="*/ 0 w 46"/>
                <a:gd name="connsiteY2" fmla="*/ 395 h 394"/>
                <a:gd name="connsiteX3" fmla="*/ 46 w 46"/>
                <a:gd name="connsiteY3" fmla="*/ 351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" h="394">
                  <a:moveTo>
                    <a:pt x="0" y="351"/>
                  </a:moveTo>
                  <a:cubicBezTo>
                    <a:pt x="0" y="351"/>
                    <a:pt x="0" y="132"/>
                    <a:pt x="0" y="0"/>
                  </a:cubicBezTo>
                  <a:cubicBezTo>
                    <a:pt x="0" y="132"/>
                    <a:pt x="0" y="263"/>
                    <a:pt x="0" y="395"/>
                  </a:cubicBezTo>
                  <a:cubicBezTo>
                    <a:pt x="0" y="395"/>
                    <a:pt x="0" y="395"/>
                    <a:pt x="46" y="3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7" name="Freeform: Shape 2546">
              <a:extLst>
                <a:ext uri="{FF2B5EF4-FFF2-40B4-BE49-F238E27FC236}">
                  <a16:creationId xmlns:a16="http://schemas.microsoft.com/office/drawing/2014/main" id="{56658D4D-4D33-15EB-F96F-79939C1BD564}"/>
                </a:ext>
              </a:extLst>
            </p:cNvPr>
            <p:cNvSpPr>
              <a:spLocks/>
            </p:cNvSpPr>
            <p:nvPr/>
          </p:nvSpPr>
          <p:spPr>
            <a:xfrm>
              <a:off x="6334601" y="3964490"/>
              <a:ext cx="552" cy="459"/>
            </a:xfrm>
            <a:custGeom>
              <a:avLst/>
              <a:gdLst>
                <a:gd name="connsiteX0" fmla="*/ 371 w 370"/>
                <a:gd name="connsiteY0" fmla="*/ 0 h 307"/>
                <a:gd name="connsiteX1" fmla="*/ 0 w 370"/>
                <a:gd name="connsiteY1" fmla="*/ 307 h 307"/>
                <a:gd name="connsiteX2" fmla="*/ 371 w 370"/>
                <a:gd name="connsiteY2" fmla="*/ 0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0" h="307">
                  <a:moveTo>
                    <a:pt x="371" y="0"/>
                  </a:moveTo>
                  <a:cubicBezTo>
                    <a:pt x="371" y="0"/>
                    <a:pt x="185" y="220"/>
                    <a:pt x="0" y="307"/>
                  </a:cubicBezTo>
                  <a:cubicBezTo>
                    <a:pt x="139" y="263"/>
                    <a:pt x="232" y="132"/>
                    <a:pt x="371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8" name="Freeform: Shape 2547">
              <a:extLst>
                <a:ext uri="{FF2B5EF4-FFF2-40B4-BE49-F238E27FC236}">
                  <a16:creationId xmlns:a16="http://schemas.microsoft.com/office/drawing/2014/main" id="{F44CFA52-6EBB-EC68-2B5A-84F6199F8932}"/>
                </a:ext>
              </a:extLst>
            </p:cNvPr>
            <p:cNvSpPr>
              <a:spLocks/>
            </p:cNvSpPr>
            <p:nvPr/>
          </p:nvSpPr>
          <p:spPr>
            <a:xfrm>
              <a:off x="6240849" y="3857552"/>
              <a:ext cx="94714" cy="107530"/>
            </a:xfrm>
            <a:custGeom>
              <a:avLst/>
              <a:gdLst>
                <a:gd name="connsiteX0" fmla="*/ 387 w 63454"/>
                <a:gd name="connsiteY0" fmla="*/ 17033 h 72040"/>
                <a:gd name="connsiteX1" fmla="*/ 1268 w 63454"/>
                <a:gd name="connsiteY1" fmla="*/ 17428 h 72040"/>
                <a:gd name="connsiteX2" fmla="*/ 10822 w 63454"/>
                <a:gd name="connsiteY2" fmla="*/ 17428 h 72040"/>
                <a:gd name="connsiteX3" fmla="*/ 10822 w 63454"/>
                <a:gd name="connsiteY3" fmla="*/ 22653 h 72040"/>
                <a:gd name="connsiteX4" fmla="*/ 11981 w 63454"/>
                <a:gd name="connsiteY4" fmla="*/ 23750 h 72040"/>
                <a:gd name="connsiteX5" fmla="*/ 22741 w 63454"/>
                <a:gd name="connsiteY5" fmla="*/ 23750 h 72040"/>
                <a:gd name="connsiteX6" fmla="*/ 27517 w 63454"/>
                <a:gd name="connsiteY6" fmla="*/ 29457 h 72040"/>
                <a:gd name="connsiteX7" fmla="*/ 25941 w 63454"/>
                <a:gd name="connsiteY7" fmla="*/ 34681 h 72040"/>
                <a:gd name="connsiteX8" fmla="*/ 26404 w 63454"/>
                <a:gd name="connsiteY8" fmla="*/ 35910 h 72040"/>
                <a:gd name="connsiteX9" fmla="*/ 43842 w 63454"/>
                <a:gd name="connsiteY9" fmla="*/ 46842 h 72040"/>
                <a:gd name="connsiteX10" fmla="*/ 43842 w 63454"/>
                <a:gd name="connsiteY10" fmla="*/ 50090 h 72040"/>
                <a:gd name="connsiteX11" fmla="*/ 44074 w 63454"/>
                <a:gd name="connsiteY11" fmla="*/ 50749 h 72040"/>
                <a:gd name="connsiteX12" fmla="*/ 46996 w 63454"/>
                <a:gd name="connsiteY12" fmla="*/ 54305 h 72040"/>
                <a:gd name="connsiteX13" fmla="*/ 46996 w 63454"/>
                <a:gd name="connsiteY13" fmla="*/ 56104 h 72040"/>
                <a:gd name="connsiteX14" fmla="*/ 47645 w 63454"/>
                <a:gd name="connsiteY14" fmla="*/ 57070 h 72040"/>
                <a:gd name="connsiteX15" fmla="*/ 58219 w 63454"/>
                <a:gd name="connsiteY15" fmla="*/ 62075 h 72040"/>
                <a:gd name="connsiteX16" fmla="*/ 60538 w 63454"/>
                <a:gd name="connsiteY16" fmla="*/ 69099 h 72040"/>
                <a:gd name="connsiteX17" fmla="*/ 61234 w 63454"/>
                <a:gd name="connsiteY17" fmla="*/ 71250 h 72040"/>
                <a:gd name="connsiteX18" fmla="*/ 62115 w 63454"/>
                <a:gd name="connsiteY18" fmla="*/ 71952 h 72040"/>
                <a:gd name="connsiteX19" fmla="*/ 62347 w 63454"/>
                <a:gd name="connsiteY19" fmla="*/ 72040 h 72040"/>
                <a:gd name="connsiteX20" fmla="*/ 62718 w 63454"/>
                <a:gd name="connsiteY20" fmla="*/ 71996 h 72040"/>
                <a:gd name="connsiteX21" fmla="*/ 62764 w 63454"/>
                <a:gd name="connsiteY21" fmla="*/ 71952 h 72040"/>
                <a:gd name="connsiteX22" fmla="*/ 63135 w 63454"/>
                <a:gd name="connsiteY22" fmla="*/ 71645 h 72040"/>
                <a:gd name="connsiteX23" fmla="*/ 63414 w 63454"/>
                <a:gd name="connsiteY23" fmla="*/ 71382 h 72040"/>
                <a:gd name="connsiteX24" fmla="*/ 63414 w 63454"/>
                <a:gd name="connsiteY24" fmla="*/ 70987 h 72040"/>
                <a:gd name="connsiteX25" fmla="*/ 63414 w 63454"/>
                <a:gd name="connsiteY25" fmla="*/ 70635 h 72040"/>
                <a:gd name="connsiteX26" fmla="*/ 63321 w 63454"/>
                <a:gd name="connsiteY26" fmla="*/ 70328 h 72040"/>
                <a:gd name="connsiteX27" fmla="*/ 60214 w 63454"/>
                <a:gd name="connsiteY27" fmla="*/ 61021 h 72040"/>
                <a:gd name="connsiteX28" fmla="*/ 59611 w 63454"/>
                <a:gd name="connsiteY28" fmla="*/ 60363 h 72040"/>
                <a:gd name="connsiteX29" fmla="*/ 49222 w 63454"/>
                <a:gd name="connsiteY29" fmla="*/ 55446 h 72040"/>
                <a:gd name="connsiteX30" fmla="*/ 49222 w 63454"/>
                <a:gd name="connsiteY30" fmla="*/ 53909 h 72040"/>
                <a:gd name="connsiteX31" fmla="*/ 48990 w 63454"/>
                <a:gd name="connsiteY31" fmla="*/ 53251 h 72040"/>
                <a:gd name="connsiteX32" fmla="*/ 46068 w 63454"/>
                <a:gd name="connsiteY32" fmla="*/ 49695 h 72040"/>
                <a:gd name="connsiteX33" fmla="*/ 46068 w 63454"/>
                <a:gd name="connsiteY33" fmla="*/ 46227 h 72040"/>
                <a:gd name="connsiteX34" fmla="*/ 45558 w 63454"/>
                <a:gd name="connsiteY34" fmla="*/ 45305 h 72040"/>
                <a:gd name="connsiteX35" fmla="*/ 28306 w 63454"/>
                <a:gd name="connsiteY35" fmla="*/ 34506 h 72040"/>
                <a:gd name="connsiteX36" fmla="*/ 29790 w 63454"/>
                <a:gd name="connsiteY36" fmla="*/ 29501 h 72040"/>
                <a:gd name="connsiteX37" fmla="*/ 29604 w 63454"/>
                <a:gd name="connsiteY37" fmla="*/ 28535 h 72040"/>
                <a:gd name="connsiteX38" fmla="*/ 24085 w 63454"/>
                <a:gd name="connsiteY38" fmla="*/ 21950 h 72040"/>
                <a:gd name="connsiteX39" fmla="*/ 23158 w 63454"/>
                <a:gd name="connsiteY39" fmla="*/ 21555 h 72040"/>
                <a:gd name="connsiteX40" fmla="*/ 13001 w 63454"/>
                <a:gd name="connsiteY40" fmla="*/ 21555 h 72040"/>
                <a:gd name="connsiteX41" fmla="*/ 13001 w 63454"/>
                <a:gd name="connsiteY41" fmla="*/ 16331 h 72040"/>
                <a:gd name="connsiteX42" fmla="*/ 11842 w 63454"/>
                <a:gd name="connsiteY42" fmla="*/ 15233 h 72040"/>
                <a:gd name="connsiteX43" fmla="*/ 2474 w 63454"/>
                <a:gd name="connsiteY43" fmla="*/ 15233 h 72040"/>
                <a:gd name="connsiteX44" fmla="*/ 4700 w 63454"/>
                <a:gd name="connsiteY44" fmla="*/ 1229 h 72040"/>
                <a:gd name="connsiteX45" fmla="*/ 3401 w 63454"/>
                <a:gd name="connsiteY45" fmla="*/ 922 h 72040"/>
                <a:gd name="connsiteX46" fmla="*/ 3309 w 63454"/>
                <a:gd name="connsiteY46" fmla="*/ 834 h 72040"/>
                <a:gd name="connsiteX47" fmla="*/ 2798 w 63454"/>
                <a:gd name="connsiteY47" fmla="*/ 439 h 72040"/>
                <a:gd name="connsiteX48" fmla="*/ 2706 w 63454"/>
                <a:gd name="connsiteY48" fmla="*/ 307 h 72040"/>
                <a:gd name="connsiteX49" fmla="*/ 2706 w 63454"/>
                <a:gd name="connsiteY49" fmla="*/ 264 h 72040"/>
                <a:gd name="connsiteX50" fmla="*/ 2566 w 63454"/>
                <a:gd name="connsiteY50" fmla="*/ 0 h 72040"/>
                <a:gd name="connsiteX51" fmla="*/ 16 w 63454"/>
                <a:gd name="connsiteY51" fmla="*/ 16155 h 72040"/>
                <a:gd name="connsiteX52" fmla="*/ 294 w 63454"/>
                <a:gd name="connsiteY52" fmla="*/ 17033 h 7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63454" h="72040">
                  <a:moveTo>
                    <a:pt x="387" y="17033"/>
                  </a:moveTo>
                  <a:cubicBezTo>
                    <a:pt x="619" y="17297"/>
                    <a:pt x="943" y="17428"/>
                    <a:pt x="1268" y="17428"/>
                  </a:cubicBezTo>
                  <a:lnTo>
                    <a:pt x="10822" y="17428"/>
                  </a:lnTo>
                  <a:lnTo>
                    <a:pt x="10822" y="22653"/>
                  </a:lnTo>
                  <a:cubicBezTo>
                    <a:pt x="10822" y="23267"/>
                    <a:pt x="11332" y="23750"/>
                    <a:pt x="11981" y="23750"/>
                  </a:cubicBezTo>
                  <a:lnTo>
                    <a:pt x="22741" y="23750"/>
                  </a:lnTo>
                  <a:lnTo>
                    <a:pt x="27517" y="29457"/>
                  </a:lnTo>
                  <a:lnTo>
                    <a:pt x="25941" y="34681"/>
                  </a:lnTo>
                  <a:cubicBezTo>
                    <a:pt x="25801" y="35120"/>
                    <a:pt x="25987" y="35647"/>
                    <a:pt x="26404" y="35910"/>
                  </a:cubicBezTo>
                  <a:lnTo>
                    <a:pt x="43842" y="46842"/>
                  </a:lnTo>
                  <a:lnTo>
                    <a:pt x="43842" y="50090"/>
                  </a:lnTo>
                  <a:cubicBezTo>
                    <a:pt x="43842" y="50354"/>
                    <a:pt x="43935" y="50573"/>
                    <a:pt x="44074" y="50749"/>
                  </a:cubicBezTo>
                  <a:lnTo>
                    <a:pt x="46996" y="54305"/>
                  </a:lnTo>
                  <a:lnTo>
                    <a:pt x="46996" y="56104"/>
                  </a:lnTo>
                  <a:cubicBezTo>
                    <a:pt x="46996" y="56500"/>
                    <a:pt x="47228" y="56895"/>
                    <a:pt x="47645" y="57070"/>
                  </a:cubicBezTo>
                  <a:lnTo>
                    <a:pt x="58219" y="62075"/>
                  </a:lnTo>
                  <a:lnTo>
                    <a:pt x="60538" y="69099"/>
                  </a:lnTo>
                  <a:lnTo>
                    <a:pt x="61234" y="71250"/>
                  </a:lnTo>
                  <a:cubicBezTo>
                    <a:pt x="61373" y="71645"/>
                    <a:pt x="61697" y="71865"/>
                    <a:pt x="62115" y="71952"/>
                  </a:cubicBezTo>
                  <a:cubicBezTo>
                    <a:pt x="62208" y="71952"/>
                    <a:pt x="62254" y="72040"/>
                    <a:pt x="62347" y="72040"/>
                  </a:cubicBezTo>
                  <a:cubicBezTo>
                    <a:pt x="62440" y="72040"/>
                    <a:pt x="62579" y="72040"/>
                    <a:pt x="62718" y="71996"/>
                  </a:cubicBezTo>
                  <a:cubicBezTo>
                    <a:pt x="62718" y="71996"/>
                    <a:pt x="62718" y="71996"/>
                    <a:pt x="62764" y="71952"/>
                  </a:cubicBezTo>
                  <a:cubicBezTo>
                    <a:pt x="62903" y="71908"/>
                    <a:pt x="62996" y="71777"/>
                    <a:pt x="63135" y="71645"/>
                  </a:cubicBezTo>
                  <a:cubicBezTo>
                    <a:pt x="63228" y="71557"/>
                    <a:pt x="63367" y="71469"/>
                    <a:pt x="63414" y="71382"/>
                  </a:cubicBezTo>
                  <a:cubicBezTo>
                    <a:pt x="63460" y="71250"/>
                    <a:pt x="63414" y="71118"/>
                    <a:pt x="63414" y="70987"/>
                  </a:cubicBezTo>
                  <a:cubicBezTo>
                    <a:pt x="63414" y="70855"/>
                    <a:pt x="63506" y="70767"/>
                    <a:pt x="63414" y="70635"/>
                  </a:cubicBezTo>
                  <a:lnTo>
                    <a:pt x="63321" y="70328"/>
                  </a:lnTo>
                  <a:lnTo>
                    <a:pt x="60214" y="61021"/>
                  </a:lnTo>
                  <a:cubicBezTo>
                    <a:pt x="60121" y="60758"/>
                    <a:pt x="59889" y="60494"/>
                    <a:pt x="59611" y="60363"/>
                  </a:cubicBezTo>
                  <a:lnTo>
                    <a:pt x="49222" y="55446"/>
                  </a:lnTo>
                  <a:lnTo>
                    <a:pt x="49222" y="53909"/>
                  </a:lnTo>
                  <a:cubicBezTo>
                    <a:pt x="49222" y="53646"/>
                    <a:pt x="49129" y="53427"/>
                    <a:pt x="48990" y="53251"/>
                  </a:cubicBezTo>
                  <a:lnTo>
                    <a:pt x="46068" y="49695"/>
                  </a:lnTo>
                  <a:lnTo>
                    <a:pt x="46068" y="46227"/>
                  </a:lnTo>
                  <a:cubicBezTo>
                    <a:pt x="46068" y="45876"/>
                    <a:pt x="45883" y="45525"/>
                    <a:pt x="45558" y="45305"/>
                  </a:cubicBezTo>
                  <a:lnTo>
                    <a:pt x="28306" y="34506"/>
                  </a:lnTo>
                  <a:lnTo>
                    <a:pt x="29790" y="29501"/>
                  </a:lnTo>
                  <a:cubicBezTo>
                    <a:pt x="29883" y="29150"/>
                    <a:pt x="29790" y="28799"/>
                    <a:pt x="29604" y="28535"/>
                  </a:cubicBezTo>
                  <a:lnTo>
                    <a:pt x="24085" y="21950"/>
                  </a:lnTo>
                  <a:cubicBezTo>
                    <a:pt x="23854" y="21687"/>
                    <a:pt x="23529" y="21555"/>
                    <a:pt x="23158" y="21555"/>
                  </a:cubicBezTo>
                  <a:lnTo>
                    <a:pt x="13001" y="21555"/>
                  </a:lnTo>
                  <a:lnTo>
                    <a:pt x="13001" y="16331"/>
                  </a:lnTo>
                  <a:cubicBezTo>
                    <a:pt x="13001" y="15716"/>
                    <a:pt x="12491" y="15233"/>
                    <a:pt x="11842" y="15233"/>
                  </a:cubicBezTo>
                  <a:lnTo>
                    <a:pt x="2474" y="15233"/>
                  </a:lnTo>
                  <a:lnTo>
                    <a:pt x="4700" y="1229"/>
                  </a:lnTo>
                  <a:cubicBezTo>
                    <a:pt x="4004" y="1098"/>
                    <a:pt x="3494" y="966"/>
                    <a:pt x="3401" y="922"/>
                  </a:cubicBezTo>
                  <a:cubicBezTo>
                    <a:pt x="3401" y="922"/>
                    <a:pt x="3355" y="878"/>
                    <a:pt x="3309" y="834"/>
                  </a:cubicBezTo>
                  <a:cubicBezTo>
                    <a:pt x="3123" y="746"/>
                    <a:pt x="2937" y="615"/>
                    <a:pt x="2798" y="439"/>
                  </a:cubicBezTo>
                  <a:cubicBezTo>
                    <a:pt x="2798" y="395"/>
                    <a:pt x="2706" y="351"/>
                    <a:pt x="2706" y="307"/>
                  </a:cubicBezTo>
                  <a:cubicBezTo>
                    <a:pt x="2706" y="307"/>
                    <a:pt x="2706" y="307"/>
                    <a:pt x="2706" y="264"/>
                  </a:cubicBezTo>
                  <a:cubicBezTo>
                    <a:pt x="2706" y="176"/>
                    <a:pt x="2613" y="88"/>
                    <a:pt x="2566" y="0"/>
                  </a:cubicBezTo>
                  <a:lnTo>
                    <a:pt x="16" y="16155"/>
                  </a:lnTo>
                  <a:cubicBezTo>
                    <a:pt x="-31" y="16463"/>
                    <a:pt x="16" y="16814"/>
                    <a:pt x="294" y="1703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9" name="Freeform: Shape 2548">
              <a:extLst>
                <a:ext uri="{FF2B5EF4-FFF2-40B4-BE49-F238E27FC236}">
                  <a16:creationId xmlns:a16="http://schemas.microsoft.com/office/drawing/2014/main" id="{A9E3FA20-0DE6-5135-1204-A7BB968FA0C7}"/>
                </a:ext>
              </a:extLst>
            </p:cNvPr>
            <p:cNvSpPr>
              <a:spLocks/>
            </p:cNvSpPr>
            <p:nvPr/>
          </p:nvSpPr>
          <p:spPr>
            <a:xfrm>
              <a:off x="6224585" y="3830685"/>
              <a:ext cx="23277" cy="27324"/>
            </a:xfrm>
            <a:custGeom>
              <a:avLst/>
              <a:gdLst>
                <a:gd name="connsiteX0" fmla="*/ 1265 w 15595"/>
                <a:gd name="connsiteY0" fmla="*/ 0 h 18306"/>
                <a:gd name="connsiteX1" fmla="*/ 1080 w 15595"/>
                <a:gd name="connsiteY1" fmla="*/ 0 h 18306"/>
                <a:gd name="connsiteX2" fmla="*/ 59 w 15595"/>
                <a:gd name="connsiteY2" fmla="*/ 966 h 18306"/>
                <a:gd name="connsiteX3" fmla="*/ 13 w 15595"/>
                <a:gd name="connsiteY3" fmla="*/ 1141 h 18306"/>
                <a:gd name="connsiteX4" fmla="*/ 152 w 15595"/>
                <a:gd name="connsiteY4" fmla="*/ 1361 h 18306"/>
                <a:gd name="connsiteX5" fmla="*/ 338 w 15595"/>
                <a:gd name="connsiteY5" fmla="*/ 1712 h 18306"/>
                <a:gd name="connsiteX6" fmla="*/ 662 w 15595"/>
                <a:gd name="connsiteY6" fmla="*/ 1976 h 18306"/>
                <a:gd name="connsiteX7" fmla="*/ 1172 w 15595"/>
                <a:gd name="connsiteY7" fmla="*/ 2195 h 18306"/>
                <a:gd name="connsiteX8" fmla="*/ 1311 w 15595"/>
                <a:gd name="connsiteY8" fmla="*/ 2195 h 18306"/>
                <a:gd name="connsiteX9" fmla="*/ 13602 w 15595"/>
                <a:gd name="connsiteY9" fmla="*/ 17999 h 18306"/>
                <a:gd name="connsiteX10" fmla="*/ 13740 w 15595"/>
                <a:gd name="connsiteY10" fmla="*/ 18263 h 18306"/>
                <a:gd name="connsiteX11" fmla="*/ 13740 w 15595"/>
                <a:gd name="connsiteY11" fmla="*/ 18306 h 18306"/>
                <a:gd name="connsiteX12" fmla="*/ 13648 w 15595"/>
                <a:gd name="connsiteY12" fmla="*/ 17516 h 18306"/>
                <a:gd name="connsiteX13" fmla="*/ 15086 w 15595"/>
                <a:gd name="connsiteY13" fmla="*/ 16770 h 18306"/>
                <a:gd name="connsiteX14" fmla="*/ 15596 w 15595"/>
                <a:gd name="connsiteY14" fmla="*/ 16901 h 18306"/>
                <a:gd name="connsiteX15" fmla="*/ 2610 w 15595"/>
                <a:gd name="connsiteY15" fmla="*/ 219 h 18306"/>
                <a:gd name="connsiteX16" fmla="*/ 1265 w 15595"/>
                <a:gd name="connsiteY16" fmla="*/ 0 h 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595" h="18306">
                  <a:moveTo>
                    <a:pt x="1265" y="0"/>
                  </a:moveTo>
                  <a:cubicBezTo>
                    <a:pt x="1265" y="0"/>
                    <a:pt x="1126" y="0"/>
                    <a:pt x="1080" y="0"/>
                  </a:cubicBezTo>
                  <a:cubicBezTo>
                    <a:pt x="523" y="0"/>
                    <a:pt x="106" y="439"/>
                    <a:pt x="59" y="966"/>
                  </a:cubicBezTo>
                  <a:cubicBezTo>
                    <a:pt x="59" y="1010"/>
                    <a:pt x="-33" y="1098"/>
                    <a:pt x="13" y="1141"/>
                  </a:cubicBezTo>
                  <a:cubicBezTo>
                    <a:pt x="13" y="1229"/>
                    <a:pt x="106" y="1273"/>
                    <a:pt x="152" y="1361"/>
                  </a:cubicBezTo>
                  <a:cubicBezTo>
                    <a:pt x="152" y="1493"/>
                    <a:pt x="245" y="1580"/>
                    <a:pt x="338" y="1712"/>
                  </a:cubicBezTo>
                  <a:cubicBezTo>
                    <a:pt x="430" y="1844"/>
                    <a:pt x="523" y="1888"/>
                    <a:pt x="662" y="1976"/>
                  </a:cubicBezTo>
                  <a:cubicBezTo>
                    <a:pt x="848" y="2063"/>
                    <a:pt x="987" y="2195"/>
                    <a:pt x="1172" y="2195"/>
                  </a:cubicBezTo>
                  <a:cubicBezTo>
                    <a:pt x="1172" y="2195"/>
                    <a:pt x="1265" y="2195"/>
                    <a:pt x="1311" y="2195"/>
                  </a:cubicBezTo>
                  <a:cubicBezTo>
                    <a:pt x="4744" y="2195"/>
                    <a:pt x="10494" y="11326"/>
                    <a:pt x="13602" y="17999"/>
                  </a:cubicBezTo>
                  <a:cubicBezTo>
                    <a:pt x="13602" y="18087"/>
                    <a:pt x="13694" y="18175"/>
                    <a:pt x="13740" y="18263"/>
                  </a:cubicBezTo>
                  <a:cubicBezTo>
                    <a:pt x="13740" y="18263"/>
                    <a:pt x="13740" y="18263"/>
                    <a:pt x="13740" y="18306"/>
                  </a:cubicBezTo>
                  <a:cubicBezTo>
                    <a:pt x="13602" y="18087"/>
                    <a:pt x="13555" y="17779"/>
                    <a:pt x="13648" y="17516"/>
                  </a:cubicBezTo>
                  <a:cubicBezTo>
                    <a:pt x="13833" y="16945"/>
                    <a:pt x="14483" y="16594"/>
                    <a:pt x="15086" y="16770"/>
                  </a:cubicBezTo>
                  <a:cubicBezTo>
                    <a:pt x="15086" y="16770"/>
                    <a:pt x="15271" y="16814"/>
                    <a:pt x="15596" y="16901"/>
                  </a:cubicBezTo>
                  <a:cubicBezTo>
                    <a:pt x="13973" y="13433"/>
                    <a:pt x="8175" y="1932"/>
                    <a:pt x="2610" y="219"/>
                  </a:cubicBezTo>
                  <a:cubicBezTo>
                    <a:pt x="2146" y="88"/>
                    <a:pt x="1729" y="0"/>
                    <a:pt x="126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0" name="Freeform: Shape 2549">
              <a:extLst>
                <a:ext uri="{FF2B5EF4-FFF2-40B4-BE49-F238E27FC236}">
                  <a16:creationId xmlns:a16="http://schemas.microsoft.com/office/drawing/2014/main" id="{B664632B-7572-9CF4-F088-41C912A91224}"/>
                </a:ext>
              </a:extLst>
            </p:cNvPr>
            <p:cNvSpPr>
              <a:spLocks/>
            </p:cNvSpPr>
            <p:nvPr/>
          </p:nvSpPr>
          <p:spPr>
            <a:xfrm>
              <a:off x="6245232" y="3858207"/>
              <a:ext cx="762" cy="589"/>
            </a:xfrm>
            <a:custGeom>
              <a:avLst/>
              <a:gdLst>
                <a:gd name="connsiteX0" fmla="*/ 510 w 510"/>
                <a:gd name="connsiteY0" fmla="*/ 395 h 394"/>
                <a:gd name="connsiteX1" fmla="*/ 0 w 510"/>
                <a:gd name="connsiteY1" fmla="*/ 0 h 394"/>
                <a:gd name="connsiteX2" fmla="*/ 510 w 510"/>
                <a:gd name="connsiteY2" fmla="*/ 395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" h="394">
                  <a:moveTo>
                    <a:pt x="510" y="395"/>
                  </a:moveTo>
                  <a:cubicBezTo>
                    <a:pt x="510" y="395"/>
                    <a:pt x="139" y="176"/>
                    <a:pt x="0" y="0"/>
                  </a:cubicBezTo>
                  <a:cubicBezTo>
                    <a:pt x="139" y="176"/>
                    <a:pt x="278" y="307"/>
                    <a:pt x="510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1" name="Freeform: Shape 2550">
              <a:extLst>
                <a:ext uri="{FF2B5EF4-FFF2-40B4-BE49-F238E27FC236}">
                  <a16:creationId xmlns:a16="http://schemas.microsoft.com/office/drawing/2014/main" id="{745B9479-F9CE-099D-F66D-43EF0A573E45}"/>
                </a:ext>
              </a:extLst>
            </p:cNvPr>
            <p:cNvSpPr>
              <a:spLocks/>
            </p:cNvSpPr>
            <p:nvPr/>
          </p:nvSpPr>
          <p:spPr>
            <a:xfrm>
              <a:off x="6244898" y="3798839"/>
              <a:ext cx="246909" cy="69654"/>
            </a:xfrm>
            <a:custGeom>
              <a:avLst/>
              <a:gdLst>
                <a:gd name="connsiteX0" fmla="*/ 38 w 165419"/>
                <a:gd name="connsiteY0" fmla="*/ 38895 h 46665"/>
                <a:gd name="connsiteX1" fmla="*/ 131 w 165419"/>
                <a:gd name="connsiteY1" fmla="*/ 39686 h 46665"/>
                <a:gd name="connsiteX2" fmla="*/ 224 w 165419"/>
                <a:gd name="connsiteY2" fmla="*/ 39817 h 46665"/>
                <a:gd name="connsiteX3" fmla="*/ 734 w 165419"/>
                <a:gd name="connsiteY3" fmla="*/ 40212 h 46665"/>
                <a:gd name="connsiteX4" fmla="*/ 827 w 165419"/>
                <a:gd name="connsiteY4" fmla="*/ 40300 h 46665"/>
                <a:gd name="connsiteX5" fmla="*/ 2125 w 165419"/>
                <a:gd name="connsiteY5" fmla="*/ 40608 h 46665"/>
                <a:gd name="connsiteX6" fmla="*/ 18775 w 165419"/>
                <a:gd name="connsiteY6" fmla="*/ 39247 h 46665"/>
                <a:gd name="connsiteX7" fmla="*/ 24572 w 165419"/>
                <a:gd name="connsiteY7" fmla="*/ 31564 h 46665"/>
                <a:gd name="connsiteX8" fmla="*/ 34497 w 165419"/>
                <a:gd name="connsiteY8" fmla="*/ 30071 h 46665"/>
                <a:gd name="connsiteX9" fmla="*/ 35703 w 165419"/>
                <a:gd name="connsiteY9" fmla="*/ 34813 h 46665"/>
                <a:gd name="connsiteX10" fmla="*/ 35934 w 165419"/>
                <a:gd name="connsiteY10" fmla="*/ 35252 h 46665"/>
                <a:gd name="connsiteX11" fmla="*/ 42891 w 165419"/>
                <a:gd name="connsiteY11" fmla="*/ 42978 h 46665"/>
                <a:gd name="connsiteX12" fmla="*/ 43772 w 165419"/>
                <a:gd name="connsiteY12" fmla="*/ 43373 h 46665"/>
                <a:gd name="connsiteX13" fmla="*/ 66868 w 165419"/>
                <a:gd name="connsiteY13" fmla="*/ 43373 h 46665"/>
                <a:gd name="connsiteX14" fmla="*/ 71181 w 165419"/>
                <a:gd name="connsiteY14" fmla="*/ 46446 h 46665"/>
                <a:gd name="connsiteX15" fmla="*/ 71877 w 165419"/>
                <a:gd name="connsiteY15" fmla="*/ 46666 h 46665"/>
                <a:gd name="connsiteX16" fmla="*/ 80549 w 165419"/>
                <a:gd name="connsiteY16" fmla="*/ 46666 h 46665"/>
                <a:gd name="connsiteX17" fmla="*/ 81384 w 165419"/>
                <a:gd name="connsiteY17" fmla="*/ 46315 h 46665"/>
                <a:gd name="connsiteX18" fmla="*/ 86254 w 165419"/>
                <a:gd name="connsiteY18" fmla="*/ 41442 h 46665"/>
                <a:gd name="connsiteX19" fmla="*/ 93303 w 165419"/>
                <a:gd name="connsiteY19" fmla="*/ 41178 h 46665"/>
                <a:gd name="connsiteX20" fmla="*/ 94416 w 165419"/>
                <a:gd name="connsiteY20" fmla="*/ 40081 h 46665"/>
                <a:gd name="connsiteX21" fmla="*/ 94416 w 165419"/>
                <a:gd name="connsiteY21" fmla="*/ 35164 h 46665"/>
                <a:gd name="connsiteX22" fmla="*/ 99564 w 165419"/>
                <a:gd name="connsiteY22" fmla="*/ 31959 h 46665"/>
                <a:gd name="connsiteX23" fmla="*/ 111947 w 165419"/>
                <a:gd name="connsiteY23" fmla="*/ 40959 h 46665"/>
                <a:gd name="connsiteX24" fmla="*/ 112782 w 165419"/>
                <a:gd name="connsiteY24" fmla="*/ 41178 h 46665"/>
                <a:gd name="connsiteX25" fmla="*/ 121779 w 165419"/>
                <a:gd name="connsiteY25" fmla="*/ 40344 h 46665"/>
                <a:gd name="connsiteX26" fmla="*/ 122521 w 165419"/>
                <a:gd name="connsiteY26" fmla="*/ 39993 h 46665"/>
                <a:gd name="connsiteX27" fmla="*/ 139634 w 165419"/>
                <a:gd name="connsiteY27" fmla="*/ 21335 h 46665"/>
                <a:gd name="connsiteX28" fmla="*/ 139912 w 165419"/>
                <a:gd name="connsiteY28" fmla="*/ 20633 h 46665"/>
                <a:gd name="connsiteX29" fmla="*/ 139912 w 165419"/>
                <a:gd name="connsiteY29" fmla="*/ 9921 h 46665"/>
                <a:gd name="connsiteX30" fmla="*/ 139495 w 165419"/>
                <a:gd name="connsiteY30" fmla="*/ 9087 h 46665"/>
                <a:gd name="connsiteX31" fmla="*/ 136434 w 165419"/>
                <a:gd name="connsiteY31" fmla="*/ 6629 h 46665"/>
                <a:gd name="connsiteX32" fmla="*/ 143715 w 165419"/>
                <a:gd name="connsiteY32" fmla="*/ 6629 h 46665"/>
                <a:gd name="connsiteX33" fmla="*/ 144875 w 165419"/>
                <a:gd name="connsiteY33" fmla="*/ 5531 h 46665"/>
                <a:gd name="connsiteX34" fmla="*/ 144875 w 165419"/>
                <a:gd name="connsiteY34" fmla="*/ 2239 h 46665"/>
                <a:gd name="connsiteX35" fmla="*/ 151831 w 165419"/>
                <a:gd name="connsiteY35" fmla="*/ 2239 h 46665"/>
                <a:gd name="connsiteX36" fmla="*/ 151831 w 165419"/>
                <a:gd name="connsiteY36" fmla="*/ 5312 h 46665"/>
                <a:gd name="connsiteX37" fmla="*/ 149327 w 165419"/>
                <a:gd name="connsiteY37" fmla="*/ 10887 h 46665"/>
                <a:gd name="connsiteX38" fmla="*/ 149234 w 165419"/>
                <a:gd name="connsiteY38" fmla="*/ 11502 h 46665"/>
                <a:gd name="connsiteX39" fmla="*/ 151831 w 165419"/>
                <a:gd name="connsiteY39" fmla="*/ 24672 h 46665"/>
                <a:gd name="connsiteX40" fmla="*/ 152202 w 165419"/>
                <a:gd name="connsiteY40" fmla="*/ 25286 h 46665"/>
                <a:gd name="connsiteX41" fmla="*/ 161385 w 165419"/>
                <a:gd name="connsiteY41" fmla="*/ 33452 h 46665"/>
                <a:gd name="connsiteX42" fmla="*/ 161385 w 165419"/>
                <a:gd name="connsiteY42" fmla="*/ 44207 h 46665"/>
                <a:gd name="connsiteX43" fmla="*/ 162081 w 165419"/>
                <a:gd name="connsiteY43" fmla="*/ 45217 h 46665"/>
                <a:gd name="connsiteX44" fmla="*/ 164863 w 165419"/>
                <a:gd name="connsiteY44" fmla="*/ 46315 h 46665"/>
                <a:gd name="connsiteX45" fmla="*/ 164863 w 165419"/>
                <a:gd name="connsiteY45" fmla="*/ 45568 h 46665"/>
                <a:gd name="connsiteX46" fmla="*/ 164956 w 165419"/>
                <a:gd name="connsiteY46" fmla="*/ 45349 h 46665"/>
                <a:gd name="connsiteX47" fmla="*/ 164956 w 165419"/>
                <a:gd name="connsiteY47" fmla="*/ 45129 h 46665"/>
                <a:gd name="connsiteX48" fmla="*/ 165420 w 165419"/>
                <a:gd name="connsiteY48" fmla="*/ 44120 h 46665"/>
                <a:gd name="connsiteX49" fmla="*/ 163704 w 165419"/>
                <a:gd name="connsiteY49" fmla="*/ 43461 h 46665"/>
                <a:gd name="connsiteX50" fmla="*/ 163704 w 165419"/>
                <a:gd name="connsiteY50" fmla="*/ 32925 h 46665"/>
                <a:gd name="connsiteX51" fmla="*/ 163333 w 165419"/>
                <a:gd name="connsiteY51" fmla="*/ 32135 h 46665"/>
                <a:gd name="connsiteX52" fmla="*/ 154057 w 165419"/>
                <a:gd name="connsiteY52" fmla="*/ 23882 h 46665"/>
                <a:gd name="connsiteX53" fmla="*/ 151599 w 165419"/>
                <a:gd name="connsiteY53" fmla="*/ 11370 h 46665"/>
                <a:gd name="connsiteX54" fmla="*/ 154057 w 165419"/>
                <a:gd name="connsiteY54" fmla="*/ 5926 h 46665"/>
                <a:gd name="connsiteX55" fmla="*/ 154150 w 165419"/>
                <a:gd name="connsiteY55" fmla="*/ 5488 h 46665"/>
                <a:gd name="connsiteX56" fmla="*/ 154150 w 165419"/>
                <a:gd name="connsiteY56" fmla="*/ 1098 h 46665"/>
                <a:gd name="connsiteX57" fmla="*/ 152991 w 165419"/>
                <a:gd name="connsiteY57" fmla="*/ 0 h 46665"/>
                <a:gd name="connsiteX58" fmla="*/ 143715 w 165419"/>
                <a:gd name="connsiteY58" fmla="*/ 0 h 46665"/>
                <a:gd name="connsiteX59" fmla="*/ 142556 w 165419"/>
                <a:gd name="connsiteY59" fmla="*/ 1098 h 46665"/>
                <a:gd name="connsiteX60" fmla="*/ 142556 w 165419"/>
                <a:gd name="connsiteY60" fmla="*/ 4390 h 46665"/>
                <a:gd name="connsiteX61" fmla="*/ 133280 w 165419"/>
                <a:gd name="connsiteY61" fmla="*/ 4390 h 46665"/>
                <a:gd name="connsiteX62" fmla="*/ 132214 w 165419"/>
                <a:gd name="connsiteY62" fmla="*/ 5092 h 46665"/>
                <a:gd name="connsiteX63" fmla="*/ 132538 w 165419"/>
                <a:gd name="connsiteY63" fmla="*/ 6322 h 46665"/>
                <a:gd name="connsiteX64" fmla="*/ 137640 w 165419"/>
                <a:gd name="connsiteY64" fmla="*/ 10360 h 46665"/>
                <a:gd name="connsiteX65" fmla="*/ 137640 w 165419"/>
                <a:gd name="connsiteY65" fmla="*/ 20150 h 46665"/>
                <a:gd name="connsiteX66" fmla="*/ 121129 w 165419"/>
                <a:gd name="connsiteY66" fmla="*/ 38149 h 46665"/>
                <a:gd name="connsiteX67" fmla="*/ 113060 w 165419"/>
                <a:gd name="connsiteY67" fmla="*/ 38895 h 46665"/>
                <a:gd name="connsiteX68" fmla="*/ 100399 w 165419"/>
                <a:gd name="connsiteY68" fmla="*/ 29676 h 46665"/>
                <a:gd name="connsiteX69" fmla="*/ 99054 w 165419"/>
                <a:gd name="connsiteY69" fmla="*/ 29633 h 46665"/>
                <a:gd name="connsiteX70" fmla="*/ 92700 w 165419"/>
                <a:gd name="connsiteY70" fmla="*/ 33627 h 46665"/>
                <a:gd name="connsiteX71" fmla="*/ 92190 w 165419"/>
                <a:gd name="connsiteY71" fmla="*/ 34549 h 46665"/>
                <a:gd name="connsiteX72" fmla="*/ 92190 w 165419"/>
                <a:gd name="connsiteY72" fmla="*/ 38983 h 46665"/>
                <a:gd name="connsiteX73" fmla="*/ 85790 w 165419"/>
                <a:gd name="connsiteY73" fmla="*/ 39203 h 46665"/>
                <a:gd name="connsiteX74" fmla="*/ 85002 w 165419"/>
                <a:gd name="connsiteY74" fmla="*/ 39554 h 46665"/>
                <a:gd name="connsiteX75" fmla="*/ 80132 w 165419"/>
                <a:gd name="connsiteY75" fmla="*/ 44427 h 46665"/>
                <a:gd name="connsiteX76" fmla="*/ 72340 w 165419"/>
                <a:gd name="connsiteY76" fmla="*/ 44427 h 46665"/>
                <a:gd name="connsiteX77" fmla="*/ 68027 w 165419"/>
                <a:gd name="connsiteY77" fmla="*/ 41354 h 46665"/>
                <a:gd name="connsiteX78" fmla="*/ 67332 w 165419"/>
                <a:gd name="connsiteY78" fmla="*/ 41134 h 46665"/>
                <a:gd name="connsiteX79" fmla="*/ 44375 w 165419"/>
                <a:gd name="connsiteY79" fmla="*/ 41134 h 46665"/>
                <a:gd name="connsiteX80" fmla="*/ 37929 w 165419"/>
                <a:gd name="connsiteY80" fmla="*/ 34023 h 46665"/>
                <a:gd name="connsiteX81" fmla="*/ 36537 w 165419"/>
                <a:gd name="connsiteY81" fmla="*/ 28535 h 46665"/>
                <a:gd name="connsiteX82" fmla="*/ 35239 w 165419"/>
                <a:gd name="connsiteY82" fmla="*/ 27701 h 46665"/>
                <a:gd name="connsiteX83" fmla="*/ 23505 w 165419"/>
                <a:gd name="connsiteY83" fmla="*/ 29501 h 46665"/>
                <a:gd name="connsiteX84" fmla="*/ 22531 w 165419"/>
                <a:gd name="connsiteY84" fmla="*/ 30379 h 46665"/>
                <a:gd name="connsiteX85" fmla="*/ 17662 w 165419"/>
                <a:gd name="connsiteY85" fmla="*/ 37359 h 46665"/>
                <a:gd name="connsiteX86" fmla="*/ 2033 w 165419"/>
                <a:gd name="connsiteY86" fmla="*/ 38325 h 46665"/>
                <a:gd name="connsiteX87" fmla="*/ 1523 w 165419"/>
                <a:gd name="connsiteY87" fmla="*/ 38193 h 46665"/>
                <a:gd name="connsiteX88" fmla="*/ 85 w 165419"/>
                <a:gd name="connsiteY88" fmla="*/ 38939 h 4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65419" h="46665">
                  <a:moveTo>
                    <a:pt x="38" y="38895"/>
                  </a:moveTo>
                  <a:cubicBezTo>
                    <a:pt x="-54" y="39159"/>
                    <a:pt x="38" y="39466"/>
                    <a:pt x="131" y="39686"/>
                  </a:cubicBezTo>
                  <a:cubicBezTo>
                    <a:pt x="131" y="39730"/>
                    <a:pt x="224" y="39773"/>
                    <a:pt x="224" y="39817"/>
                  </a:cubicBezTo>
                  <a:cubicBezTo>
                    <a:pt x="363" y="39993"/>
                    <a:pt x="502" y="40125"/>
                    <a:pt x="734" y="40212"/>
                  </a:cubicBezTo>
                  <a:cubicBezTo>
                    <a:pt x="734" y="40212"/>
                    <a:pt x="780" y="40256"/>
                    <a:pt x="827" y="40300"/>
                  </a:cubicBezTo>
                  <a:cubicBezTo>
                    <a:pt x="920" y="40300"/>
                    <a:pt x="1430" y="40432"/>
                    <a:pt x="2125" y="40608"/>
                  </a:cubicBezTo>
                  <a:cubicBezTo>
                    <a:pt x="5140" y="41266"/>
                    <a:pt x="13024" y="42539"/>
                    <a:pt x="18775" y="39247"/>
                  </a:cubicBezTo>
                  <a:cubicBezTo>
                    <a:pt x="21697" y="37578"/>
                    <a:pt x="23644" y="34988"/>
                    <a:pt x="24572" y="31564"/>
                  </a:cubicBezTo>
                  <a:lnTo>
                    <a:pt x="34497" y="30071"/>
                  </a:lnTo>
                  <a:lnTo>
                    <a:pt x="35703" y="34813"/>
                  </a:lnTo>
                  <a:cubicBezTo>
                    <a:pt x="35703" y="34813"/>
                    <a:pt x="35842" y="35120"/>
                    <a:pt x="35934" y="35252"/>
                  </a:cubicBezTo>
                  <a:lnTo>
                    <a:pt x="42891" y="42978"/>
                  </a:lnTo>
                  <a:cubicBezTo>
                    <a:pt x="43123" y="43241"/>
                    <a:pt x="43448" y="43373"/>
                    <a:pt x="43772" y="43373"/>
                  </a:cubicBezTo>
                  <a:lnTo>
                    <a:pt x="66868" y="43373"/>
                  </a:lnTo>
                  <a:lnTo>
                    <a:pt x="71181" y="46446"/>
                  </a:lnTo>
                  <a:cubicBezTo>
                    <a:pt x="71181" y="46446"/>
                    <a:pt x="71645" y="46666"/>
                    <a:pt x="71877" y="46666"/>
                  </a:cubicBezTo>
                  <a:lnTo>
                    <a:pt x="80549" y="46666"/>
                  </a:lnTo>
                  <a:cubicBezTo>
                    <a:pt x="80874" y="46666"/>
                    <a:pt x="81152" y="46534"/>
                    <a:pt x="81384" y="46315"/>
                  </a:cubicBezTo>
                  <a:lnTo>
                    <a:pt x="86254" y="41442"/>
                  </a:lnTo>
                  <a:lnTo>
                    <a:pt x="93303" y="41178"/>
                  </a:lnTo>
                  <a:cubicBezTo>
                    <a:pt x="93906" y="41178"/>
                    <a:pt x="94416" y="40652"/>
                    <a:pt x="94416" y="40081"/>
                  </a:cubicBezTo>
                  <a:lnTo>
                    <a:pt x="94416" y="35164"/>
                  </a:lnTo>
                  <a:lnTo>
                    <a:pt x="99564" y="31959"/>
                  </a:lnTo>
                  <a:lnTo>
                    <a:pt x="111947" y="40959"/>
                  </a:lnTo>
                  <a:cubicBezTo>
                    <a:pt x="111947" y="40959"/>
                    <a:pt x="112457" y="41222"/>
                    <a:pt x="112782" y="41178"/>
                  </a:cubicBezTo>
                  <a:lnTo>
                    <a:pt x="121779" y="40344"/>
                  </a:lnTo>
                  <a:cubicBezTo>
                    <a:pt x="122057" y="40344"/>
                    <a:pt x="122335" y="40168"/>
                    <a:pt x="122521" y="39993"/>
                  </a:cubicBezTo>
                  <a:lnTo>
                    <a:pt x="139634" y="21335"/>
                  </a:lnTo>
                  <a:cubicBezTo>
                    <a:pt x="139634" y="21335"/>
                    <a:pt x="139912" y="20896"/>
                    <a:pt x="139912" y="20633"/>
                  </a:cubicBezTo>
                  <a:lnTo>
                    <a:pt x="139912" y="9921"/>
                  </a:lnTo>
                  <a:cubicBezTo>
                    <a:pt x="139912" y="9614"/>
                    <a:pt x="139773" y="9307"/>
                    <a:pt x="139495" y="9087"/>
                  </a:cubicBezTo>
                  <a:lnTo>
                    <a:pt x="136434" y="6629"/>
                  </a:lnTo>
                  <a:lnTo>
                    <a:pt x="143715" y="6629"/>
                  </a:lnTo>
                  <a:cubicBezTo>
                    <a:pt x="144364" y="6629"/>
                    <a:pt x="144875" y="6146"/>
                    <a:pt x="144875" y="5531"/>
                  </a:cubicBezTo>
                  <a:lnTo>
                    <a:pt x="144875" y="2239"/>
                  </a:lnTo>
                  <a:lnTo>
                    <a:pt x="151831" y="2239"/>
                  </a:lnTo>
                  <a:lnTo>
                    <a:pt x="151831" y="5312"/>
                  </a:lnTo>
                  <a:lnTo>
                    <a:pt x="149327" y="10887"/>
                  </a:lnTo>
                  <a:cubicBezTo>
                    <a:pt x="149327" y="10887"/>
                    <a:pt x="149188" y="11326"/>
                    <a:pt x="149234" y="11502"/>
                  </a:cubicBezTo>
                  <a:lnTo>
                    <a:pt x="151831" y="24672"/>
                  </a:lnTo>
                  <a:cubicBezTo>
                    <a:pt x="151831" y="24891"/>
                    <a:pt x="152017" y="25111"/>
                    <a:pt x="152202" y="25286"/>
                  </a:cubicBezTo>
                  <a:lnTo>
                    <a:pt x="161385" y="33452"/>
                  </a:lnTo>
                  <a:lnTo>
                    <a:pt x="161385" y="44207"/>
                  </a:lnTo>
                  <a:cubicBezTo>
                    <a:pt x="161385" y="44646"/>
                    <a:pt x="161663" y="45042"/>
                    <a:pt x="162081" y="45217"/>
                  </a:cubicBezTo>
                  <a:lnTo>
                    <a:pt x="164863" y="46315"/>
                  </a:lnTo>
                  <a:lnTo>
                    <a:pt x="164863" y="45568"/>
                  </a:lnTo>
                  <a:cubicBezTo>
                    <a:pt x="164863" y="45568"/>
                    <a:pt x="164956" y="45436"/>
                    <a:pt x="164956" y="45349"/>
                  </a:cubicBezTo>
                  <a:cubicBezTo>
                    <a:pt x="164956" y="45261"/>
                    <a:pt x="164956" y="45217"/>
                    <a:pt x="164956" y="45129"/>
                  </a:cubicBezTo>
                  <a:lnTo>
                    <a:pt x="165420" y="44120"/>
                  </a:lnTo>
                  <a:lnTo>
                    <a:pt x="163704" y="43461"/>
                  </a:lnTo>
                  <a:lnTo>
                    <a:pt x="163704" y="32925"/>
                  </a:lnTo>
                  <a:cubicBezTo>
                    <a:pt x="163704" y="32618"/>
                    <a:pt x="163565" y="32354"/>
                    <a:pt x="163333" y="32135"/>
                  </a:cubicBezTo>
                  <a:lnTo>
                    <a:pt x="154057" y="23882"/>
                  </a:lnTo>
                  <a:lnTo>
                    <a:pt x="151599" y="11370"/>
                  </a:lnTo>
                  <a:lnTo>
                    <a:pt x="154057" y="5926"/>
                  </a:lnTo>
                  <a:cubicBezTo>
                    <a:pt x="154057" y="5926"/>
                    <a:pt x="154150" y="5663"/>
                    <a:pt x="154150" y="5488"/>
                  </a:cubicBezTo>
                  <a:lnTo>
                    <a:pt x="154150" y="1098"/>
                  </a:lnTo>
                  <a:cubicBezTo>
                    <a:pt x="154150" y="483"/>
                    <a:pt x="153640" y="0"/>
                    <a:pt x="152991" y="0"/>
                  </a:cubicBezTo>
                  <a:lnTo>
                    <a:pt x="143715" y="0"/>
                  </a:lnTo>
                  <a:cubicBezTo>
                    <a:pt x="143066" y="0"/>
                    <a:pt x="142556" y="483"/>
                    <a:pt x="142556" y="1098"/>
                  </a:cubicBezTo>
                  <a:lnTo>
                    <a:pt x="142556" y="4390"/>
                  </a:lnTo>
                  <a:lnTo>
                    <a:pt x="133280" y="4390"/>
                  </a:lnTo>
                  <a:cubicBezTo>
                    <a:pt x="132770" y="4390"/>
                    <a:pt x="132353" y="4697"/>
                    <a:pt x="132214" y="5092"/>
                  </a:cubicBezTo>
                  <a:cubicBezTo>
                    <a:pt x="132028" y="5531"/>
                    <a:pt x="132214" y="6014"/>
                    <a:pt x="132538" y="6322"/>
                  </a:cubicBezTo>
                  <a:lnTo>
                    <a:pt x="137640" y="10360"/>
                  </a:lnTo>
                  <a:lnTo>
                    <a:pt x="137640" y="20150"/>
                  </a:lnTo>
                  <a:lnTo>
                    <a:pt x="121129" y="38149"/>
                  </a:lnTo>
                  <a:lnTo>
                    <a:pt x="113060" y="38895"/>
                  </a:lnTo>
                  <a:lnTo>
                    <a:pt x="100399" y="29676"/>
                  </a:lnTo>
                  <a:cubicBezTo>
                    <a:pt x="100028" y="29413"/>
                    <a:pt x="99471" y="29369"/>
                    <a:pt x="99054" y="29633"/>
                  </a:cubicBezTo>
                  <a:lnTo>
                    <a:pt x="92700" y="33627"/>
                  </a:lnTo>
                  <a:cubicBezTo>
                    <a:pt x="92375" y="33847"/>
                    <a:pt x="92190" y="34154"/>
                    <a:pt x="92190" y="34549"/>
                  </a:cubicBezTo>
                  <a:lnTo>
                    <a:pt x="92190" y="38983"/>
                  </a:lnTo>
                  <a:lnTo>
                    <a:pt x="85790" y="39203"/>
                  </a:lnTo>
                  <a:cubicBezTo>
                    <a:pt x="85465" y="39203"/>
                    <a:pt x="85187" y="39334"/>
                    <a:pt x="85002" y="39554"/>
                  </a:cubicBezTo>
                  <a:lnTo>
                    <a:pt x="80132" y="44427"/>
                  </a:lnTo>
                  <a:lnTo>
                    <a:pt x="72340" y="44427"/>
                  </a:lnTo>
                  <a:lnTo>
                    <a:pt x="68027" y="41354"/>
                  </a:lnTo>
                  <a:cubicBezTo>
                    <a:pt x="68027" y="41354"/>
                    <a:pt x="67564" y="41134"/>
                    <a:pt x="67332" y="41134"/>
                  </a:cubicBezTo>
                  <a:lnTo>
                    <a:pt x="44375" y="41134"/>
                  </a:lnTo>
                  <a:lnTo>
                    <a:pt x="37929" y="34023"/>
                  </a:lnTo>
                  <a:lnTo>
                    <a:pt x="36537" y="28535"/>
                  </a:lnTo>
                  <a:cubicBezTo>
                    <a:pt x="36398" y="27964"/>
                    <a:pt x="35888" y="27613"/>
                    <a:pt x="35239" y="27701"/>
                  </a:cubicBezTo>
                  <a:lnTo>
                    <a:pt x="23505" y="29501"/>
                  </a:lnTo>
                  <a:cubicBezTo>
                    <a:pt x="23041" y="29589"/>
                    <a:pt x="22671" y="29896"/>
                    <a:pt x="22531" y="30379"/>
                  </a:cubicBezTo>
                  <a:cubicBezTo>
                    <a:pt x="21836" y="33540"/>
                    <a:pt x="20212" y="35910"/>
                    <a:pt x="17662" y="37359"/>
                  </a:cubicBezTo>
                  <a:cubicBezTo>
                    <a:pt x="12236" y="40432"/>
                    <a:pt x="4120" y="38808"/>
                    <a:pt x="2033" y="38325"/>
                  </a:cubicBezTo>
                  <a:cubicBezTo>
                    <a:pt x="1708" y="38237"/>
                    <a:pt x="1523" y="38193"/>
                    <a:pt x="1523" y="38193"/>
                  </a:cubicBezTo>
                  <a:cubicBezTo>
                    <a:pt x="920" y="38017"/>
                    <a:pt x="270" y="38369"/>
                    <a:pt x="85" y="3893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2" name="Freeform: Shape 2551">
              <a:extLst>
                <a:ext uri="{FF2B5EF4-FFF2-40B4-BE49-F238E27FC236}">
                  <a16:creationId xmlns:a16="http://schemas.microsoft.com/office/drawing/2014/main" id="{7B58B27D-6991-B793-F74B-2565649BF7D3}"/>
                </a:ext>
              </a:extLst>
            </p:cNvPr>
            <p:cNvSpPr>
              <a:spLocks/>
            </p:cNvSpPr>
            <p:nvPr/>
          </p:nvSpPr>
          <p:spPr>
            <a:xfrm>
              <a:off x="6465495" y="3866331"/>
              <a:ext cx="72568" cy="108053"/>
            </a:xfrm>
            <a:custGeom>
              <a:avLst/>
              <a:gdLst>
                <a:gd name="connsiteX0" fmla="*/ 12713 w 48618"/>
                <a:gd name="connsiteY0" fmla="*/ 13741 h 72391"/>
                <a:gd name="connsiteX1" fmla="*/ 4365 w 48618"/>
                <a:gd name="connsiteY1" fmla="*/ 13741 h 72391"/>
                <a:gd name="connsiteX2" fmla="*/ 3252 w 48618"/>
                <a:gd name="connsiteY2" fmla="*/ 14487 h 72391"/>
                <a:gd name="connsiteX3" fmla="*/ 52 w 48618"/>
                <a:gd name="connsiteY3" fmla="*/ 23530 h 72391"/>
                <a:gd name="connsiteX4" fmla="*/ 794 w 48618"/>
                <a:gd name="connsiteY4" fmla="*/ 24935 h 72391"/>
                <a:gd name="connsiteX5" fmla="*/ 12528 w 48618"/>
                <a:gd name="connsiteY5" fmla="*/ 28623 h 72391"/>
                <a:gd name="connsiteX6" fmla="*/ 17212 w 48618"/>
                <a:gd name="connsiteY6" fmla="*/ 36481 h 72391"/>
                <a:gd name="connsiteX7" fmla="*/ 17675 w 48618"/>
                <a:gd name="connsiteY7" fmla="*/ 36920 h 72391"/>
                <a:gd name="connsiteX8" fmla="*/ 30522 w 48618"/>
                <a:gd name="connsiteY8" fmla="*/ 43505 h 72391"/>
                <a:gd name="connsiteX9" fmla="*/ 33026 w 48618"/>
                <a:gd name="connsiteY9" fmla="*/ 57509 h 72391"/>
                <a:gd name="connsiteX10" fmla="*/ 33351 w 48618"/>
                <a:gd name="connsiteY10" fmla="*/ 58080 h 72391"/>
                <a:gd name="connsiteX11" fmla="*/ 37710 w 48618"/>
                <a:gd name="connsiteY11" fmla="*/ 62206 h 72391"/>
                <a:gd name="connsiteX12" fmla="*/ 38545 w 48618"/>
                <a:gd name="connsiteY12" fmla="*/ 62514 h 72391"/>
                <a:gd name="connsiteX13" fmla="*/ 45084 w 48618"/>
                <a:gd name="connsiteY13" fmla="*/ 62514 h 72391"/>
                <a:gd name="connsiteX14" fmla="*/ 46244 w 48618"/>
                <a:gd name="connsiteY14" fmla="*/ 70416 h 72391"/>
                <a:gd name="connsiteX15" fmla="*/ 46383 w 48618"/>
                <a:gd name="connsiteY15" fmla="*/ 71426 h 72391"/>
                <a:gd name="connsiteX16" fmla="*/ 47542 w 48618"/>
                <a:gd name="connsiteY16" fmla="*/ 72391 h 72391"/>
                <a:gd name="connsiteX17" fmla="*/ 47682 w 48618"/>
                <a:gd name="connsiteY17" fmla="*/ 72391 h 72391"/>
                <a:gd name="connsiteX18" fmla="*/ 48052 w 48618"/>
                <a:gd name="connsiteY18" fmla="*/ 72172 h 72391"/>
                <a:gd name="connsiteX19" fmla="*/ 48424 w 48618"/>
                <a:gd name="connsiteY19" fmla="*/ 71908 h 72391"/>
                <a:gd name="connsiteX20" fmla="*/ 48516 w 48618"/>
                <a:gd name="connsiteY20" fmla="*/ 71513 h 72391"/>
                <a:gd name="connsiteX21" fmla="*/ 48609 w 48618"/>
                <a:gd name="connsiteY21" fmla="*/ 71118 h 72391"/>
                <a:gd name="connsiteX22" fmla="*/ 48609 w 48618"/>
                <a:gd name="connsiteY22" fmla="*/ 70679 h 72391"/>
                <a:gd name="connsiteX23" fmla="*/ 47171 w 48618"/>
                <a:gd name="connsiteY23" fmla="*/ 61241 h 72391"/>
                <a:gd name="connsiteX24" fmla="*/ 46012 w 48618"/>
                <a:gd name="connsiteY24" fmla="*/ 60275 h 72391"/>
                <a:gd name="connsiteX25" fmla="*/ 38963 w 48618"/>
                <a:gd name="connsiteY25" fmla="*/ 60275 h 72391"/>
                <a:gd name="connsiteX26" fmla="*/ 35206 w 48618"/>
                <a:gd name="connsiteY26" fmla="*/ 56719 h 72391"/>
                <a:gd name="connsiteX27" fmla="*/ 32655 w 48618"/>
                <a:gd name="connsiteY27" fmla="*/ 42539 h 72391"/>
                <a:gd name="connsiteX28" fmla="*/ 32052 w 48618"/>
                <a:gd name="connsiteY28" fmla="*/ 41749 h 72391"/>
                <a:gd name="connsiteX29" fmla="*/ 19020 w 48618"/>
                <a:gd name="connsiteY29" fmla="*/ 35032 h 72391"/>
                <a:gd name="connsiteX30" fmla="*/ 14243 w 48618"/>
                <a:gd name="connsiteY30" fmla="*/ 27086 h 72391"/>
                <a:gd name="connsiteX31" fmla="*/ 13594 w 48618"/>
                <a:gd name="connsiteY31" fmla="*/ 26603 h 72391"/>
                <a:gd name="connsiteX32" fmla="*/ 2510 w 48618"/>
                <a:gd name="connsiteY32" fmla="*/ 23091 h 72391"/>
                <a:gd name="connsiteX33" fmla="*/ 5061 w 48618"/>
                <a:gd name="connsiteY33" fmla="*/ 15848 h 72391"/>
                <a:gd name="connsiteX34" fmla="*/ 12899 w 48618"/>
                <a:gd name="connsiteY34" fmla="*/ 15848 h 72391"/>
                <a:gd name="connsiteX35" fmla="*/ 13501 w 48618"/>
                <a:gd name="connsiteY35" fmla="*/ 15672 h 72391"/>
                <a:gd name="connsiteX36" fmla="*/ 18696 w 48618"/>
                <a:gd name="connsiteY36" fmla="*/ 12643 h 72391"/>
                <a:gd name="connsiteX37" fmla="*/ 19252 w 48618"/>
                <a:gd name="connsiteY37" fmla="*/ 11721 h 72391"/>
                <a:gd name="connsiteX38" fmla="*/ 19252 w 48618"/>
                <a:gd name="connsiteY38" fmla="*/ 439 h 72391"/>
                <a:gd name="connsiteX39" fmla="*/ 19159 w 48618"/>
                <a:gd name="connsiteY39" fmla="*/ 659 h 72391"/>
                <a:gd name="connsiteX40" fmla="*/ 18093 w 48618"/>
                <a:gd name="connsiteY40" fmla="*/ 1317 h 72391"/>
                <a:gd name="connsiteX41" fmla="*/ 17629 w 48618"/>
                <a:gd name="connsiteY41" fmla="*/ 1229 h 72391"/>
                <a:gd name="connsiteX42" fmla="*/ 17026 w 48618"/>
                <a:gd name="connsiteY42" fmla="*/ 0 h 72391"/>
                <a:gd name="connsiteX43" fmla="*/ 16933 w 48618"/>
                <a:gd name="connsiteY43" fmla="*/ 219 h 72391"/>
                <a:gd name="connsiteX44" fmla="*/ 16933 w 48618"/>
                <a:gd name="connsiteY44" fmla="*/ 11107 h 72391"/>
                <a:gd name="connsiteX45" fmla="*/ 12528 w 48618"/>
                <a:gd name="connsiteY45" fmla="*/ 13653 h 72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618" h="72391">
                  <a:moveTo>
                    <a:pt x="12713" y="13741"/>
                  </a:moveTo>
                  <a:lnTo>
                    <a:pt x="4365" y="13741"/>
                  </a:lnTo>
                  <a:cubicBezTo>
                    <a:pt x="3855" y="13741"/>
                    <a:pt x="3438" y="14048"/>
                    <a:pt x="3252" y="14487"/>
                  </a:cubicBezTo>
                  <a:lnTo>
                    <a:pt x="52" y="23530"/>
                  </a:lnTo>
                  <a:cubicBezTo>
                    <a:pt x="-133" y="24101"/>
                    <a:pt x="191" y="24716"/>
                    <a:pt x="794" y="24935"/>
                  </a:cubicBezTo>
                  <a:lnTo>
                    <a:pt x="12528" y="28623"/>
                  </a:lnTo>
                  <a:lnTo>
                    <a:pt x="17212" y="36481"/>
                  </a:lnTo>
                  <a:cubicBezTo>
                    <a:pt x="17212" y="36481"/>
                    <a:pt x="17490" y="36788"/>
                    <a:pt x="17675" y="36920"/>
                  </a:cubicBezTo>
                  <a:lnTo>
                    <a:pt x="30522" y="43505"/>
                  </a:lnTo>
                  <a:lnTo>
                    <a:pt x="33026" y="57509"/>
                  </a:lnTo>
                  <a:cubicBezTo>
                    <a:pt x="33026" y="57729"/>
                    <a:pt x="33165" y="57948"/>
                    <a:pt x="33351" y="58080"/>
                  </a:cubicBezTo>
                  <a:lnTo>
                    <a:pt x="37710" y="62206"/>
                  </a:lnTo>
                  <a:cubicBezTo>
                    <a:pt x="37710" y="62206"/>
                    <a:pt x="38220" y="62514"/>
                    <a:pt x="38545" y="62514"/>
                  </a:cubicBezTo>
                  <a:lnTo>
                    <a:pt x="45084" y="62514"/>
                  </a:lnTo>
                  <a:lnTo>
                    <a:pt x="46244" y="70416"/>
                  </a:lnTo>
                  <a:lnTo>
                    <a:pt x="46383" y="71426"/>
                  </a:lnTo>
                  <a:cubicBezTo>
                    <a:pt x="46476" y="71952"/>
                    <a:pt x="46939" y="72391"/>
                    <a:pt x="47542" y="72391"/>
                  </a:cubicBezTo>
                  <a:cubicBezTo>
                    <a:pt x="47589" y="72391"/>
                    <a:pt x="47635" y="72391"/>
                    <a:pt x="47682" y="72391"/>
                  </a:cubicBezTo>
                  <a:cubicBezTo>
                    <a:pt x="47821" y="72391"/>
                    <a:pt x="47960" y="72260"/>
                    <a:pt x="48052" y="72172"/>
                  </a:cubicBezTo>
                  <a:cubicBezTo>
                    <a:pt x="48192" y="72084"/>
                    <a:pt x="48331" y="72040"/>
                    <a:pt x="48424" y="71908"/>
                  </a:cubicBezTo>
                  <a:cubicBezTo>
                    <a:pt x="48516" y="71777"/>
                    <a:pt x="48516" y="71645"/>
                    <a:pt x="48516" y="71513"/>
                  </a:cubicBezTo>
                  <a:cubicBezTo>
                    <a:pt x="48516" y="71382"/>
                    <a:pt x="48655" y="71250"/>
                    <a:pt x="48609" y="71118"/>
                  </a:cubicBezTo>
                  <a:lnTo>
                    <a:pt x="48609" y="70679"/>
                  </a:lnTo>
                  <a:cubicBezTo>
                    <a:pt x="48609" y="70679"/>
                    <a:pt x="47171" y="61241"/>
                    <a:pt x="47171" y="61241"/>
                  </a:cubicBezTo>
                  <a:cubicBezTo>
                    <a:pt x="47079" y="60714"/>
                    <a:pt x="46615" y="60275"/>
                    <a:pt x="46012" y="60275"/>
                  </a:cubicBezTo>
                  <a:lnTo>
                    <a:pt x="38963" y="60275"/>
                  </a:lnTo>
                  <a:lnTo>
                    <a:pt x="35206" y="56719"/>
                  </a:lnTo>
                  <a:lnTo>
                    <a:pt x="32655" y="42539"/>
                  </a:lnTo>
                  <a:cubicBezTo>
                    <a:pt x="32609" y="42188"/>
                    <a:pt x="32377" y="41925"/>
                    <a:pt x="32052" y="41749"/>
                  </a:cubicBezTo>
                  <a:lnTo>
                    <a:pt x="19020" y="35032"/>
                  </a:lnTo>
                  <a:lnTo>
                    <a:pt x="14243" y="27086"/>
                  </a:lnTo>
                  <a:cubicBezTo>
                    <a:pt x="14104" y="26867"/>
                    <a:pt x="13872" y="26691"/>
                    <a:pt x="13594" y="26603"/>
                  </a:cubicBezTo>
                  <a:lnTo>
                    <a:pt x="2510" y="23091"/>
                  </a:lnTo>
                  <a:lnTo>
                    <a:pt x="5061" y="15848"/>
                  </a:lnTo>
                  <a:lnTo>
                    <a:pt x="12899" y="15848"/>
                  </a:lnTo>
                  <a:cubicBezTo>
                    <a:pt x="12899" y="15848"/>
                    <a:pt x="13316" y="15804"/>
                    <a:pt x="13501" y="15672"/>
                  </a:cubicBezTo>
                  <a:lnTo>
                    <a:pt x="18696" y="12643"/>
                  </a:lnTo>
                  <a:cubicBezTo>
                    <a:pt x="19067" y="12468"/>
                    <a:pt x="19252" y="12073"/>
                    <a:pt x="19252" y="11721"/>
                  </a:cubicBezTo>
                  <a:lnTo>
                    <a:pt x="19252" y="439"/>
                  </a:lnTo>
                  <a:lnTo>
                    <a:pt x="19159" y="659"/>
                  </a:lnTo>
                  <a:cubicBezTo>
                    <a:pt x="18974" y="1054"/>
                    <a:pt x="18557" y="1317"/>
                    <a:pt x="18093" y="1317"/>
                  </a:cubicBezTo>
                  <a:cubicBezTo>
                    <a:pt x="17954" y="1317"/>
                    <a:pt x="17768" y="1317"/>
                    <a:pt x="17629" y="1229"/>
                  </a:cubicBezTo>
                  <a:cubicBezTo>
                    <a:pt x="17119" y="1010"/>
                    <a:pt x="16933" y="527"/>
                    <a:pt x="17026" y="0"/>
                  </a:cubicBezTo>
                  <a:cubicBezTo>
                    <a:pt x="17026" y="88"/>
                    <a:pt x="16933" y="132"/>
                    <a:pt x="16933" y="219"/>
                  </a:cubicBezTo>
                  <a:lnTo>
                    <a:pt x="16933" y="11107"/>
                  </a:lnTo>
                  <a:lnTo>
                    <a:pt x="12528" y="1365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3" name="Freeform: Shape 2552">
              <a:extLst>
                <a:ext uri="{FF2B5EF4-FFF2-40B4-BE49-F238E27FC236}">
                  <a16:creationId xmlns:a16="http://schemas.microsoft.com/office/drawing/2014/main" id="{D91E941E-C46F-375F-03E0-DE6252627BC7}"/>
                </a:ext>
              </a:extLst>
            </p:cNvPr>
            <p:cNvSpPr>
              <a:spLocks/>
            </p:cNvSpPr>
            <p:nvPr/>
          </p:nvSpPr>
          <p:spPr>
            <a:xfrm>
              <a:off x="6544754" y="3663189"/>
              <a:ext cx="58517" cy="91355"/>
            </a:xfrm>
            <a:custGeom>
              <a:avLst/>
              <a:gdLst>
                <a:gd name="connsiteX0" fmla="*/ 19579 w 39204"/>
                <a:gd name="connsiteY0" fmla="*/ 11904 h 61204"/>
                <a:gd name="connsiteX1" fmla="*/ 18883 w 39204"/>
                <a:gd name="connsiteY1" fmla="*/ 12563 h 61204"/>
                <a:gd name="connsiteX2" fmla="*/ 17399 w 39204"/>
                <a:gd name="connsiteY2" fmla="*/ 16514 h 61204"/>
                <a:gd name="connsiteX3" fmla="*/ 10396 w 39204"/>
                <a:gd name="connsiteY3" fmla="*/ 16514 h 61204"/>
                <a:gd name="connsiteX4" fmla="*/ 9236 w 39204"/>
                <a:gd name="connsiteY4" fmla="*/ 17611 h 61204"/>
                <a:gd name="connsiteX5" fmla="*/ 9236 w 39204"/>
                <a:gd name="connsiteY5" fmla="*/ 22045 h 61204"/>
                <a:gd name="connsiteX6" fmla="*/ 5897 w 39204"/>
                <a:gd name="connsiteY6" fmla="*/ 24723 h 61204"/>
                <a:gd name="connsiteX7" fmla="*/ 5665 w 39204"/>
                <a:gd name="connsiteY7" fmla="*/ 26128 h 61204"/>
                <a:gd name="connsiteX8" fmla="*/ 9097 w 39204"/>
                <a:gd name="connsiteY8" fmla="*/ 31352 h 61204"/>
                <a:gd name="connsiteX9" fmla="*/ 146 w 39204"/>
                <a:gd name="connsiteY9" fmla="*/ 46981 h 61204"/>
                <a:gd name="connsiteX10" fmla="*/ 7 w 39204"/>
                <a:gd name="connsiteY10" fmla="*/ 47683 h 61204"/>
                <a:gd name="connsiteX11" fmla="*/ 2280 w 39204"/>
                <a:gd name="connsiteY11" fmla="*/ 61204 h 61204"/>
                <a:gd name="connsiteX12" fmla="*/ 2280 w 39204"/>
                <a:gd name="connsiteY12" fmla="*/ 60985 h 61204"/>
                <a:gd name="connsiteX13" fmla="*/ 2512 w 39204"/>
                <a:gd name="connsiteY13" fmla="*/ 60721 h 61204"/>
                <a:gd name="connsiteX14" fmla="*/ 2744 w 39204"/>
                <a:gd name="connsiteY14" fmla="*/ 60414 h 61204"/>
                <a:gd name="connsiteX15" fmla="*/ 3161 w 39204"/>
                <a:gd name="connsiteY15" fmla="*/ 60238 h 61204"/>
                <a:gd name="connsiteX16" fmla="*/ 3439 w 39204"/>
                <a:gd name="connsiteY16" fmla="*/ 60107 h 61204"/>
                <a:gd name="connsiteX17" fmla="*/ 4413 w 39204"/>
                <a:gd name="connsiteY17" fmla="*/ 60107 h 61204"/>
                <a:gd name="connsiteX18" fmla="*/ 2326 w 39204"/>
                <a:gd name="connsiteY18" fmla="*/ 47683 h 61204"/>
                <a:gd name="connsiteX19" fmla="*/ 11416 w 39204"/>
                <a:gd name="connsiteY19" fmla="*/ 31835 h 61204"/>
                <a:gd name="connsiteX20" fmla="*/ 11416 w 39204"/>
                <a:gd name="connsiteY20" fmla="*/ 30737 h 61204"/>
                <a:gd name="connsiteX21" fmla="*/ 8170 w 39204"/>
                <a:gd name="connsiteY21" fmla="*/ 25777 h 61204"/>
                <a:gd name="connsiteX22" fmla="*/ 11184 w 39204"/>
                <a:gd name="connsiteY22" fmla="*/ 23362 h 61204"/>
                <a:gd name="connsiteX23" fmla="*/ 11602 w 39204"/>
                <a:gd name="connsiteY23" fmla="*/ 22528 h 61204"/>
                <a:gd name="connsiteX24" fmla="*/ 11602 w 39204"/>
                <a:gd name="connsiteY24" fmla="*/ 18665 h 61204"/>
                <a:gd name="connsiteX25" fmla="*/ 18280 w 39204"/>
                <a:gd name="connsiteY25" fmla="*/ 18665 h 61204"/>
                <a:gd name="connsiteX26" fmla="*/ 19393 w 39204"/>
                <a:gd name="connsiteY26" fmla="*/ 17919 h 61204"/>
                <a:gd name="connsiteX27" fmla="*/ 20970 w 39204"/>
                <a:gd name="connsiteY27" fmla="*/ 13748 h 61204"/>
                <a:gd name="connsiteX28" fmla="*/ 30616 w 39204"/>
                <a:gd name="connsiteY28" fmla="*/ 10368 h 61204"/>
                <a:gd name="connsiteX29" fmla="*/ 31080 w 39204"/>
                <a:gd name="connsiteY29" fmla="*/ 10061 h 61204"/>
                <a:gd name="connsiteX30" fmla="*/ 36228 w 39204"/>
                <a:gd name="connsiteY30" fmla="*/ 4661 h 61204"/>
                <a:gd name="connsiteX31" fmla="*/ 38918 w 39204"/>
                <a:gd name="connsiteY31" fmla="*/ 1807 h 61204"/>
                <a:gd name="connsiteX32" fmla="*/ 38825 w 39204"/>
                <a:gd name="connsiteY32" fmla="*/ 271 h 61204"/>
                <a:gd name="connsiteX33" fmla="*/ 37202 w 39204"/>
                <a:gd name="connsiteY33" fmla="*/ 359 h 61204"/>
                <a:gd name="connsiteX34" fmla="*/ 34929 w 39204"/>
                <a:gd name="connsiteY34" fmla="*/ 2729 h 61204"/>
                <a:gd name="connsiteX35" fmla="*/ 29550 w 39204"/>
                <a:gd name="connsiteY35" fmla="*/ 8392 h 61204"/>
                <a:gd name="connsiteX36" fmla="*/ 19671 w 39204"/>
                <a:gd name="connsiteY36" fmla="*/ 11860 h 6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9204" h="61204">
                  <a:moveTo>
                    <a:pt x="19579" y="11904"/>
                  </a:moveTo>
                  <a:cubicBezTo>
                    <a:pt x="19254" y="12036"/>
                    <a:pt x="19022" y="12256"/>
                    <a:pt x="18883" y="12563"/>
                  </a:cubicBezTo>
                  <a:lnTo>
                    <a:pt x="17399" y="16514"/>
                  </a:lnTo>
                  <a:lnTo>
                    <a:pt x="10396" y="16514"/>
                  </a:lnTo>
                  <a:cubicBezTo>
                    <a:pt x="9747" y="16514"/>
                    <a:pt x="9236" y="16997"/>
                    <a:pt x="9236" y="17611"/>
                  </a:cubicBezTo>
                  <a:lnTo>
                    <a:pt x="9236" y="22045"/>
                  </a:lnTo>
                  <a:lnTo>
                    <a:pt x="5897" y="24723"/>
                  </a:lnTo>
                  <a:cubicBezTo>
                    <a:pt x="5480" y="25074"/>
                    <a:pt x="5341" y="25689"/>
                    <a:pt x="5665" y="26128"/>
                  </a:cubicBezTo>
                  <a:lnTo>
                    <a:pt x="9097" y="31352"/>
                  </a:lnTo>
                  <a:lnTo>
                    <a:pt x="146" y="46981"/>
                  </a:lnTo>
                  <a:cubicBezTo>
                    <a:pt x="146" y="46981"/>
                    <a:pt x="-39" y="47419"/>
                    <a:pt x="7" y="47683"/>
                  </a:cubicBezTo>
                  <a:lnTo>
                    <a:pt x="2280" y="61204"/>
                  </a:lnTo>
                  <a:lnTo>
                    <a:pt x="2280" y="60985"/>
                  </a:lnTo>
                  <a:cubicBezTo>
                    <a:pt x="2280" y="60985"/>
                    <a:pt x="2465" y="60809"/>
                    <a:pt x="2512" y="60721"/>
                  </a:cubicBezTo>
                  <a:cubicBezTo>
                    <a:pt x="2605" y="60589"/>
                    <a:pt x="2651" y="60502"/>
                    <a:pt x="2744" y="60414"/>
                  </a:cubicBezTo>
                  <a:cubicBezTo>
                    <a:pt x="2883" y="60326"/>
                    <a:pt x="3022" y="60282"/>
                    <a:pt x="3161" y="60238"/>
                  </a:cubicBezTo>
                  <a:cubicBezTo>
                    <a:pt x="3254" y="60238"/>
                    <a:pt x="3346" y="60107"/>
                    <a:pt x="3439" y="60107"/>
                  </a:cubicBezTo>
                  <a:lnTo>
                    <a:pt x="4413" y="60107"/>
                  </a:lnTo>
                  <a:lnTo>
                    <a:pt x="2326" y="47683"/>
                  </a:lnTo>
                  <a:lnTo>
                    <a:pt x="11416" y="31835"/>
                  </a:lnTo>
                  <a:cubicBezTo>
                    <a:pt x="11602" y="31484"/>
                    <a:pt x="11602" y="31089"/>
                    <a:pt x="11416" y="30737"/>
                  </a:cubicBezTo>
                  <a:lnTo>
                    <a:pt x="8170" y="25777"/>
                  </a:lnTo>
                  <a:lnTo>
                    <a:pt x="11184" y="23362"/>
                  </a:lnTo>
                  <a:cubicBezTo>
                    <a:pt x="11463" y="23143"/>
                    <a:pt x="11602" y="22836"/>
                    <a:pt x="11602" y="22528"/>
                  </a:cubicBezTo>
                  <a:lnTo>
                    <a:pt x="11602" y="18665"/>
                  </a:lnTo>
                  <a:lnTo>
                    <a:pt x="18280" y="18665"/>
                  </a:lnTo>
                  <a:cubicBezTo>
                    <a:pt x="18790" y="18665"/>
                    <a:pt x="19208" y="18358"/>
                    <a:pt x="19393" y="17919"/>
                  </a:cubicBezTo>
                  <a:lnTo>
                    <a:pt x="20970" y="13748"/>
                  </a:lnTo>
                  <a:lnTo>
                    <a:pt x="30616" y="10368"/>
                  </a:lnTo>
                  <a:cubicBezTo>
                    <a:pt x="30616" y="10368"/>
                    <a:pt x="30941" y="10192"/>
                    <a:pt x="31080" y="10061"/>
                  </a:cubicBezTo>
                  <a:lnTo>
                    <a:pt x="36228" y="4661"/>
                  </a:lnTo>
                  <a:lnTo>
                    <a:pt x="38918" y="1807"/>
                  </a:lnTo>
                  <a:cubicBezTo>
                    <a:pt x="39335" y="1368"/>
                    <a:pt x="39289" y="666"/>
                    <a:pt x="38825" y="271"/>
                  </a:cubicBezTo>
                  <a:cubicBezTo>
                    <a:pt x="38362" y="-124"/>
                    <a:pt x="37619" y="-80"/>
                    <a:pt x="37202" y="359"/>
                  </a:cubicBezTo>
                  <a:lnTo>
                    <a:pt x="34929" y="2729"/>
                  </a:lnTo>
                  <a:lnTo>
                    <a:pt x="29550" y="8392"/>
                  </a:lnTo>
                  <a:lnTo>
                    <a:pt x="19671" y="1186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4" name="Freeform: Shape 2553">
              <a:extLst>
                <a:ext uri="{FF2B5EF4-FFF2-40B4-BE49-F238E27FC236}">
                  <a16:creationId xmlns:a16="http://schemas.microsoft.com/office/drawing/2014/main" id="{D6E593C6-403E-C13E-1F45-ECB538B92781}"/>
                </a:ext>
              </a:extLst>
            </p:cNvPr>
            <p:cNvSpPr>
              <a:spLocks/>
            </p:cNvSpPr>
            <p:nvPr/>
          </p:nvSpPr>
          <p:spPr>
            <a:xfrm>
              <a:off x="6490992" y="3753757"/>
              <a:ext cx="60210" cy="114671"/>
            </a:xfrm>
            <a:custGeom>
              <a:avLst/>
              <a:gdLst>
                <a:gd name="connsiteX0" fmla="*/ 129 w 40338"/>
                <a:gd name="connsiteY0" fmla="*/ 75508 h 76825"/>
                <a:gd name="connsiteX1" fmla="*/ 732 w 40338"/>
                <a:gd name="connsiteY1" fmla="*/ 76737 h 76825"/>
                <a:gd name="connsiteX2" fmla="*/ 1196 w 40338"/>
                <a:gd name="connsiteY2" fmla="*/ 76825 h 76825"/>
                <a:gd name="connsiteX3" fmla="*/ 2262 w 40338"/>
                <a:gd name="connsiteY3" fmla="*/ 76167 h 76825"/>
                <a:gd name="connsiteX4" fmla="*/ 2355 w 40338"/>
                <a:gd name="connsiteY4" fmla="*/ 75947 h 76825"/>
                <a:gd name="connsiteX5" fmla="*/ 7178 w 40338"/>
                <a:gd name="connsiteY5" fmla="*/ 65455 h 76825"/>
                <a:gd name="connsiteX6" fmla="*/ 7132 w 40338"/>
                <a:gd name="connsiteY6" fmla="*/ 64489 h 76825"/>
                <a:gd name="connsiteX7" fmla="*/ 2726 w 40338"/>
                <a:gd name="connsiteY7" fmla="*/ 56895 h 76825"/>
                <a:gd name="connsiteX8" fmla="*/ 7874 w 40338"/>
                <a:gd name="connsiteY8" fmla="*/ 53953 h 76825"/>
                <a:gd name="connsiteX9" fmla="*/ 11909 w 40338"/>
                <a:gd name="connsiteY9" fmla="*/ 56104 h 76825"/>
                <a:gd name="connsiteX10" fmla="*/ 13161 w 40338"/>
                <a:gd name="connsiteY10" fmla="*/ 56017 h 76825"/>
                <a:gd name="connsiteX11" fmla="*/ 16640 w 40338"/>
                <a:gd name="connsiteY11" fmla="*/ 53558 h 76825"/>
                <a:gd name="connsiteX12" fmla="*/ 17103 w 40338"/>
                <a:gd name="connsiteY12" fmla="*/ 52680 h 76825"/>
                <a:gd name="connsiteX13" fmla="*/ 17103 w 40338"/>
                <a:gd name="connsiteY13" fmla="*/ 38500 h 76825"/>
                <a:gd name="connsiteX14" fmla="*/ 26100 w 40338"/>
                <a:gd name="connsiteY14" fmla="*/ 26077 h 76825"/>
                <a:gd name="connsiteX15" fmla="*/ 33614 w 40338"/>
                <a:gd name="connsiteY15" fmla="*/ 26077 h 76825"/>
                <a:gd name="connsiteX16" fmla="*/ 34727 w 40338"/>
                <a:gd name="connsiteY16" fmla="*/ 25199 h 76825"/>
                <a:gd name="connsiteX17" fmla="*/ 40338 w 40338"/>
                <a:gd name="connsiteY17" fmla="*/ 1624 h 76825"/>
                <a:gd name="connsiteX18" fmla="*/ 39411 w 40338"/>
                <a:gd name="connsiteY18" fmla="*/ 1624 h 76825"/>
                <a:gd name="connsiteX19" fmla="*/ 38251 w 40338"/>
                <a:gd name="connsiteY19" fmla="*/ 527 h 76825"/>
                <a:gd name="connsiteX20" fmla="*/ 38483 w 40338"/>
                <a:gd name="connsiteY20" fmla="*/ 0 h 76825"/>
                <a:gd name="connsiteX21" fmla="*/ 38298 w 40338"/>
                <a:gd name="connsiteY21" fmla="*/ 263 h 76825"/>
                <a:gd name="connsiteX22" fmla="*/ 38298 w 40338"/>
                <a:gd name="connsiteY22" fmla="*/ 483 h 76825"/>
                <a:gd name="connsiteX23" fmla="*/ 32686 w 40338"/>
                <a:gd name="connsiteY23" fmla="*/ 23838 h 76825"/>
                <a:gd name="connsiteX24" fmla="*/ 25498 w 40338"/>
                <a:gd name="connsiteY24" fmla="*/ 23838 h 76825"/>
                <a:gd name="connsiteX25" fmla="*/ 24524 w 40338"/>
                <a:gd name="connsiteY25" fmla="*/ 24321 h 76825"/>
                <a:gd name="connsiteX26" fmla="*/ 14970 w 40338"/>
                <a:gd name="connsiteY26" fmla="*/ 37491 h 76825"/>
                <a:gd name="connsiteX27" fmla="*/ 14784 w 40338"/>
                <a:gd name="connsiteY27" fmla="*/ 38105 h 76825"/>
                <a:gd name="connsiteX28" fmla="*/ 14784 w 40338"/>
                <a:gd name="connsiteY28" fmla="*/ 52109 h 76825"/>
                <a:gd name="connsiteX29" fmla="*/ 12373 w 40338"/>
                <a:gd name="connsiteY29" fmla="*/ 53822 h 76825"/>
                <a:gd name="connsiteX30" fmla="*/ 8384 w 40338"/>
                <a:gd name="connsiteY30" fmla="*/ 51714 h 76825"/>
                <a:gd name="connsiteX31" fmla="*/ 7225 w 40338"/>
                <a:gd name="connsiteY31" fmla="*/ 51714 h 76825"/>
                <a:gd name="connsiteX32" fmla="*/ 547 w 40338"/>
                <a:gd name="connsiteY32" fmla="*/ 55577 h 76825"/>
                <a:gd name="connsiteX33" fmla="*/ 129 w 40338"/>
                <a:gd name="connsiteY33" fmla="*/ 57026 h 76825"/>
                <a:gd name="connsiteX34" fmla="*/ 4767 w 40338"/>
                <a:gd name="connsiteY34" fmla="*/ 65060 h 76825"/>
                <a:gd name="connsiteX35" fmla="*/ 500 w 40338"/>
                <a:gd name="connsiteY35" fmla="*/ 74279 h 76825"/>
                <a:gd name="connsiteX36" fmla="*/ 36 w 40338"/>
                <a:gd name="connsiteY36" fmla="*/ 75289 h 76825"/>
                <a:gd name="connsiteX37" fmla="*/ 36 w 40338"/>
                <a:gd name="connsiteY37" fmla="*/ 75508 h 7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0338" h="76825">
                  <a:moveTo>
                    <a:pt x="129" y="75508"/>
                  </a:moveTo>
                  <a:cubicBezTo>
                    <a:pt x="36" y="75991"/>
                    <a:pt x="222" y="76518"/>
                    <a:pt x="732" y="76737"/>
                  </a:cubicBezTo>
                  <a:cubicBezTo>
                    <a:pt x="871" y="76781"/>
                    <a:pt x="1057" y="76825"/>
                    <a:pt x="1196" y="76825"/>
                  </a:cubicBezTo>
                  <a:cubicBezTo>
                    <a:pt x="1660" y="76825"/>
                    <a:pt x="2077" y="76562"/>
                    <a:pt x="2262" y="76167"/>
                  </a:cubicBezTo>
                  <a:lnTo>
                    <a:pt x="2355" y="75947"/>
                  </a:lnTo>
                  <a:lnTo>
                    <a:pt x="7178" y="65455"/>
                  </a:lnTo>
                  <a:cubicBezTo>
                    <a:pt x="7318" y="65148"/>
                    <a:pt x="7318" y="64797"/>
                    <a:pt x="7132" y="64489"/>
                  </a:cubicBezTo>
                  <a:lnTo>
                    <a:pt x="2726" y="56895"/>
                  </a:lnTo>
                  <a:lnTo>
                    <a:pt x="7874" y="53953"/>
                  </a:lnTo>
                  <a:lnTo>
                    <a:pt x="11909" y="56104"/>
                  </a:lnTo>
                  <a:cubicBezTo>
                    <a:pt x="12327" y="56324"/>
                    <a:pt x="12790" y="56280"/>
                    <a:pt x="13161" y="56017"/>
                  </a:cubicBezTo>
                  <a:lnTo>
                    <a:pt x="16640" y="53558"/>
                  </a:lnTo>
                  <a:cubicBezTo>
                    <a:pt x="16918" y="53339"/>
                    <a:pt x="17103" y="53031"/>
                    <a:pt x="17103" y="52680"/>
                  </a:cubicBezTo>
                  <a:lnTo>
                    <a:pt x="17103" y="38500"/>
                  </a:lnTo>
                  <a:lnTo>
                    <a:pt x="26100" y="26077"/>
                  </a:lnTo>
                  <a:lnTo>
                    <a:pt x="33614" y="26077"/>
                  </a:lnTo>
                  <a:cubicBezTo>
                    <a:pt x="34170" y="26077"/>
                    <a:pt x="34634" y="25725"/>
                    <a:pt x="34727" y="25199"/>
                  </a:cubicBezTo>
                  <a:lnTo>
                    <a:pt x="40338" y="1624"/>
                  </a:lnTo>
                  <a:lnTo>
                    <a:pt x="39411" y="1624"/>
                  </a:lnTo>
                  <a:cubicBezTo>
                    <a:pt x="38761" y="1624"/>
                    <a:pt x="38251" y="1141"/>
                    <a:pt x="38251" y="527"/>
                  </a:cubicBezTo>
                  <a:cubicBezTo>
                    <a:pt x="38251" y="351"/>
                    <a:pt x="38391" y="176"/>
                    <a:pt x="38483" y="0"/>
                  </a:cubicBezTo>
                  <a:cubicBezTo>
                    <a:pt x="38437" y="88"/>
                    <a:pt x="38298" y="132"/>
                    <a:pt x="38298" y="263"/>
                  </a:cubicBezTo>
                  <a:lnTo>
                    <a:pt x="38298" y="483"/>
                  </a:lnTo>
                  <a:cubicBezTo>
                    <a:pt x="38298" y="483"/>
                    <a:pt x="32686" y="23838"/>
                    <a:pt x="32686" y="23838"/>
                  </a:cubicBezTo>
                  <a:lnTo>
                    <a:pt x="25498" y="23838"/>
                  </a:lnTo>
                  <a:cubicBezTo>
                    <a:pt x="25126" y="23838"/>
                    <a:pt x="24756" y="24013"/>
                    <a:pt x="24524" y="24321"/>
                  </a:cubicBezTo>
                  <a:lnTo>
                    <a:pt x="14970" y="37491"/>
                  </a:lnTo>
                  <a:cubicBezTo>
                    <a:pt x="14970" y="37491"/>
                    <a:pt x="14784" y="37886"/>
                    <a:pt x="14784" y="38105"/>
                  </a:cubicBezTo>
                  <a:lnTo>
                    <a:pt x="14784" y="52109"/>
                  </a:lnTo>
                  <a:lnTo>
                    <a:pt x="12373" y="53822"/>
                  </a:lnTo>
                  <a:lnTo>
                    <a:pt x="8384" y="51714"/>
                  </a:lnTo>
                  <a:cubicBezTo>
                    <a:pt x="8013" y="51495"/>
                    <a:pt x="7550" y="51539"/>
                    <a:pt x="7225" y="51714"/>
                  </a:cubicBezTo>
                  <a:lnTo>
                    <a:pt x="547" y="55577"/>
                  </a:lnTo>
                  <a:cubicBezTo>
                    <a:pt x="36" y="55885"/>
                    <a:pt x="-149" y="56543"/>
                    <a:pt x="129" y="57026"/>
                  </a:cubicBezTo>
                  <a:lnTo>
                    <a:pt x="4767" y="65060"/>
                  </a:lnTo>
                  <a:lnTo>
                    <a:pt x="500" y="74279"/>
                  </a:lnTo>
                  <a:lnTo>
                    <a:pt x="36" y="75289"/>
                  </a:lnTo>
                  <a:cubicBezTo>
                    <a:pt x="36" y="75289"/>
                    <a:pt x="36" y="75420"/>
                    <a:pt x="36" y="7550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5" name="Freeform: Shape 2554">
              <a:extLst>
                <a:ext uri="{FF2B5EF4-FFF2-40B4-BE49-F238E27FC236}">
                  <a16:creationId xmlns:a16="http://schemas.microsoft.com/office/drawing/2014/main" id="{822F9E59-108B-0ABC-0B36-E72FC804F0C0}"/>
                </a:ext>
              </a:extLst>
            </p:cNvPr>
            <p:cNvSpPr>
              <a:spLocks/>
            </p:cNvSpPr>
            <p:nvPr/>
          </p:nvSpPr>
          <p:spPr>
            <a:xfrm>
              <a:off x="6548851" y="3753036"/>
              <a:ext cx="623" cy="262"/>
            </a:xfrm>
            <a:custGeom>
              <a:avLst/>
              <a:gdLst>
                <a:gd name="connsiteX0" fmla="*/ 0 w 417"/>
                <a:gd name="connsiteY0" fmla="*/ 176 h 175"/>
                <a:gd name="connsiteX1" fmla="*/ 418 w 417"/>
                <a:gd name="connsiteY1" fmla="*/ 0 h 175"/>
                <a:gd name="connsiteX2" fmla="*/ 0 w 417"/>
                <a:gd name="connsiteY2" fmla="*/ 176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175">
                  <a:moveTo>
                    <a:pt x="0" y="176"/>
                  </a:moveTo>
                  <a:cubicBezTo>
                    <a:pt x="0" y="176"/>
                    <a:pt x="278" y="44"/>
                    <a:pt x="418" y="0"/>
                  </a:cubicBezTo>
                  <a:cubicBezTo>
                    <a:pt x="278" y="0"/>
                    <a:pt x="139" y="88"/>
                    <a:pt x="0" y="1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6" name="Freeform: Shape 2555">
              <a:extLst>
                <a:ext uri="{FF2B5EF4-FFF2-40B4-BE49-F238E27FC236}">
                  <a16:creationId xmlns:a16="http://schemas.microsoft.com/office/drawing/2014/main" id="{AE5C12F0-98A8-8611-F156-37A33C82B423}"/>
                </a:ext>
              </a:extLst>
            </p:cNvPr>
            <p:cNvSpPr>
              <a:spLocks/>
            </p:cNvSpPr>
            <p:nvPr/>
          </p:nvSpPr>
          <p:spPr>
            <a:xfrm>
              <a:off x="6691313" y="3788632"/>
              <a:ext cx="15709" cy="12239"/>
            </a:xfrm>
            <a:custGeom>
              <a:avLst/>
              <a:gdLst>
                <a:gd name="connsiteX0" fmla="*/ 696 w 10524"/>
                <a:gd name="connsiteY0" fmla="*/ 6750 h 8199"/>
                <a:gd name="connsiteX1" fmla="*/ 696 w 10524"/>
                <a:gd name="connsiteY1" fmla="*/ 6750 h 8199"/>
                <a:gd name="connsiteX2" fmla="*/ 696 w 10524"/>
                <a:gd name="connsiteY2" fmla="*/ 6750 h 8199"/>
                <a:gd name="connsiteX3" fmla="*/ 742 w 10524"/>
                <a:gd name="connsiteY3" fmla="*/ 7146 h 8199"/>
                <a:gd name="connsiteX4" fmla="*/ 788 w 10524"/>
                <a:gd name="connsiteY4" fmla="*/ 7540 h 8199"/>
                <a:gd name="connsiteX5" fmla="*/ 557 w 10524"/>
                <a:gd name="connsiteY5" fmla="*/ 7892 h 8199"/>
                <a:gd name="connsiteX6" fmla="*/ 325 w 10524"/>
                <a:gd name="connsiteY6" fmla="*/ 8199 h 8199"/>
                <a:gd name="connsiteX7" fmla="*/ 325 w 10524"/>
                <a:gd name="connsiteY7" fmla="*/ 8199 h 8199"/>
                <a:gd name="connsiteX8" fmla="*/ 325 w 10524"/>
                <a:gd name="connsiteY8" fmla="*/ 8199 h 8199"/>
                <a:gd name="connsiteX9" fmla="*/ 325 w 10524"/>
                <a:gd name="connsiteY9" fmla="*/ 8199 h 8199"/>
                <a:gd name="connsiteX10" fmla="*/ 10018 w 10524"/>
                <a:gd name="connsiteY10" fmla="*/ 2009 h 8199"/>
                <a:gd name="connsiteX11" fmla="*/ 10157 w 10524"/>
                <a:gd name="connsiteY11" fmla="*/ 1834 h 8199"/>
                <a:gd name="connsiteX12" fmla="*/ 10342 w 10524"/>
                <a:gd name="connsiteY12" fmla="*/ 473 h 8199"/>
                <a:gd name="connsiteX13" fmla="*/ 8719 w 10524"/>
                <a:gd name="connsiteY13" fmla="*/ 165 h 8199"/>
                <a:gd name="connsiteX14" fmla="*/ 8534 w 10524"/>
                <a:gd name="connsiteY14" fmla="*/ 297 h 8199"/>
                <a:gd name="connsiteX15" fmla="*/ 0 w 10524"/>
                <a:gd name="connsiteY15" fmla="*/ 5741 h 8199"/>
                <a:gd name="connsiteX16" fmla="*/ 649 w 10524"/>
                <a:gd name="connsiteY16" fmla="*/ 6662 h 8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24" h="8199">
                  <a:moveTo>
                    <a:pt x="696" y="6750"/>
                  </a:moveTo>
                  <a:cubicBezTo>
                    <a:pt x="696" y="6750"/>
                    <a:pt x="696" y="6750"/>
                    <a:pt x="696" y="6750"/>
                  </a:cubicBezTo>
                  <a:cubicBezTo>
                    <a:pt x="696" y="6750"/>
                    <a:pt x="696" y="6750"/>
                    <a:pt x="696" y="6750"/>
                  </a:cubicBezTo>
                  <a:cubicBezTo>
                    <a:pt x="788" y="6882"/>
                    <a:pt x="696" y="7014"/>
                    <a:pt x="742" y="7146"/>
                  </a:cubicBezTo>
                  <a:cubicBezTo>
                    <a:pt x="742" y="7277"/>
                    <a:pt x="835" y="7409"/>
                    <a:pt x="788" y="7540"/>
                  </a:cubicBezTo>
                  <a:cubicBezTo>
                    <a:pt x="788" y="7672"/>
                    <a:pt x="603" y="7760"/>
                    <a:pt x="557" y="7892"/>
                  </a:cubicBezTo>
                  <a:cubicBezTo>
                    <a:pt x="464" y="7980"/>
                    <a:pt x="464" y="8155"/>
                    <a:pt x="325" y="8199"/>
                  </a:cubicBezTo>
                  <a:cubicBezTo>
                    <a:pt x="325" y="8199"/>
                    <a:pt x="325" y="8199"/>
                    <a:pt x="325" y="8199"/>
                  </a:cubicBezTo>
                  <a:lnTo>
                    <a:pt x="325" y="8199"/>
                  </a:lnTo>
                  <a:cubicBezTo>
                    <a:pt x="325" y="8199"/>
                    <a:pt x="325" y="8199"/>
                    <a:pt x="325" y="8199"/>
                  </a:cubicBezTo>
                  <a:lnTo>
                    <a:pt x="10018" y="2009"/>
                  </a:lnTo>
                  <a:cubicBezTo>
                    <a:pt x="10018" y="2009"/>
                    <a:pt x="10110" y="1877"/>
                    <a:pt x="10157" y="1834"/>
                  </a:cubicBezTo>
                  <a:cubicBezTo>
                    <a:pt x="10528" y="1482"/>
                    <a:pt x="10667" y="912"/>
                    <a:pt x="10342" y="473"/>
                  </a:cubicBezTo>
                  <a:cubicBezTo>
                    <a:pt x="9971" y="-10"/>
                    <a:pt x="9275" y="-142"/>
                    <a:pt x="8719" y="165"/>
                  </a:cubicBezTo>
                  <a:lnTo>
                    <a:pt x="8534" y="297"/>
                  </a:lnTo>
                  <a:lnTo>
                    <a:pt x="0" y="5741"/>
                  </a:lnTo>
                  <a:lnTo>
                    <a:pt x="649" y="666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7" name="Freeform: Shape 2556">
              <a:extLst>
                <a:ext uri="{FF2B5EF4-FFF2-40B4-BE49-F238E27FC236}">
                  <a16:creationId xmlns:a16="http://schemas.microsoft.com/office/drawing/2014/main" id="{9CFA3B80-54D6-7472-F777-7A7BDC187609}"/>
                </a:ext>
              </a:extLst>
            </p:cNvPr>
            <p:cNvSpPr>
              <a:spLocks/>
            </p:cNvSpPr>
            <p:nvPr/>
          </p:nvSpPr>
          <p:spPr>
            <a:xfrm>
              <a:off x="6548296" y="3745138"/>
              <a:ext cx="144125" cy="53963"/>
            </a:xfrm>
            <a:custGeom>
              <a:avLst/>
              <a:gdLst>
                <a:gd name="connsiteX0" fmla="*/ 1067 w 96557"/>
                <a:gd name="connsiteY0" fmla="*/ 7399 h 36153"/>
                <a:gd name="connsiteX1" fmla="*/ 17855 w 96557"/>
                <a:gd name="connsiteY1" fmla="*/ 7399 h 36153"/>
                <a:gd name="connsiteX2" fmla="*/ 18365 w 96557"/>
                <a:gd name="connsiteY2" fmla="*/ 7311 h 36153"/>
                <a:gd name="connsiteX3" fmla="*/ 29635 w 96557"/>
                <a:gd name="connsiteY3" fmla="*/ 2262 h 36153"/>
                <a:gd name="connsiteX4" fmla="*/ 38864 w 96557"/>
                <a:gd name="connsiteY4" fmla="*/ 3579 h 36153"/>
                <a:gd name="connsiteX5" fmla="*/ 39328 w 96557"/>
                <a:gd name="connsiteY5" fmla="*/ 3579 h 36153"/>
                <a:gd name="connsiteX6" fmla="*/ 44800 w 96557"/>
                <a:gd name="connsiteY6" fmla="*/ 2262 h 36153"/>
                <a:gd name="connsiteX7" fmla="*/ 53751 w 96557"/>
                <a:gd name="connsiteY7" fmla="*/ 4765 h 36153"/>
                <a:gd name="connsiteX8" fmla="*/ 54818 w 96557"/>
                <a:gd name="connsiteY8" fmla="*/ 4589 h 36153"/>
                <a:gd name="connsiteX9" fmla="*/ 57693 w 96557"/>
                <a:gd name="connsiteY9" fmla="*/ 2438 h 36153"/>
                <a:gd name="connsiteX10" fmla="*/ 71745 w 96557"/>
                <a:gd name="connsiteY10" fmla="*/ 10384 h 36153"/>
                <a:gd name="connsiteX11" fmla="*/ 74482 w 96557"/>
                <a:gd name="connsiteY11" fmla="*/ 17144 h 36153"/>
                <a:gd name="connsiteX12" fmla="*/ 74946 w 96557"/>
                <a:gd name="connsiteY12" fmla="*/ 17671 h 36153"/>
                <a:gd name="connsiteX13" fmla="*/ 85473 w 96557"/>
                <a:gd name="connsiteY13" fmla="*/ 24125 h 36153"/>
                <a:gd name="connsiteX14" fmla="*/ 93960 w 96557"/>
                <a:gd name="connsiteY14" fmla="*/ 36153 h 36153"/>
                <a:gd name="connsiteX15" fmla="*/ 94981 w 96557"/>
                <a:gd name="connsiteY15" fmla="*/ 35538 h 36153"/>
                <a:gd name="connsiteX16" fmla="*/ 96558 w 96557"/>
                <a:gd name="connsiteY16" fmla="*/ 35890 h 36153"/>
                <a:gd name="connsiteX17" fmla="*/ 96558 w 96557"/>
                <a:gd name="connsiteY17" fmla="*/ 35890 h 36153"/>
                <a:gd name="connsiteX18" fmla="*/ 95908 w 96557"/>
                <a:gd name="connsiteY18" fmla="*/ 34968 h 36153"/>
                <a:gd name="connsiteX19" fmla="*/ 87282 w 96557"/>
                <a:gd name="connsiteY19" fmla="*/ 22720 h 36153"/>
                <a:gd name="connsiteX20" fmla="*/ 86957 w 96557"/>
                <a:gd name="connsiteY20" fmla="*/ 22412 h 36153"/>
                <a:gd name="connsiteX21" fmla="*/ 76569 w 96557"/>
                <a:gd name="connsiteY21" fmla="*/ 16003 h 36153"/>
                <a:gd name="connsiteX22" fmla="*/ 73786 w 96557"/>
                <a:gd name="connsiteY22" fmla="*/ 9198 h 36153"/>
                <a:gd name="connsiteX23" fmla="*/ 73276 w 96557"/>
                <a:gd name="connsiteY23" fmla="*/ 8672 h 36153"/>
                <a:gd name="connsiteX24" fmla="*/ 58203 w 96557"/>
                <a:gd name="connsiteY24" fmla="*/ 155 h 36153"/>
                <a:gd name="connsiteX25" fmla="*/ 56905 w 96557"/>
                <a:gd name="connsiteY25" fmla="*/ 243 h 36153"/>
                <a:gd name="connsiteX26" fmla="*/ 53890 w 96557"/>
                <a:gd name="connsiteY26" fmla="*/ 2482 h 36153"/>
                <a:gd name="connsiteX27" fmla="*/ 45218 w 96557"/>
                <a:gd name="connsiteY27" fmla="*/ 23 h 36153"/>
                <a:gd name="connsiteX28" fmla="*/ 44615 w 96557"/>
                <a:gd name="connsiteY28" fmla="*/ 23 h 36153"/>
                <a:gd name="connsiteX29" fmla="*/ 39050 w 96557"/>
                <a:gd name="connsiteY29" fmla="*/ 1340 h 36153"/>
                <a:gd name="connsiteX30" fmla="*/ 29728 w 96557"/>
                <a:gd name="connsiteY30" fmla="*/ 23 h 36153"/>
                <a:gd name="connsiteX31" fmla="*/ 29078 w 96557"/>
                <a:gd name="connsiteY31" fmla="*/ 111 h 36153"/>
                <a:gd name="connsiteX32" fmla="*/ 17716 w 96557"/>
                <a:gd name="connsiteY32" fmla="*/ 5204 h 36153"/>
                <a:gd name="connsiteX33" fmla="*/ 1159 w 96557"/>
                <a:gd name="connsiteY33" fmla="*/ 5204 h 36153"/>
                <a:gd name="connsiteX34" fmla="*/ 881 w 96557"/>
                <a:gd name="connsiteY34" fmla="*/ 5335 h 36153"/>
                <a:gd name="connsiteX35" fmla="*/ 464 w 96557"/>
                <a:gd name="connsiteY35" fmla="*/ 5511 h 36153"/>
                <a:gd name="connsiteX36" fmla="*/ 232 w 96557"/>
                <a:gd name="connsiteY36" fmla="*/ 5818 h 36153"/>
                <a:gd name="connsiteX37" fmla="*/ 0 w 96557"/>
                <a:gd name="connsiteY37" fmla="*/ 6345 h 36153"/>
                <a:gd name="connsiteX38" fmla="*/ 1159 w 96557"/>
                <a:gd name="connsiteY38" fmla="*/ 7443 h 3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96557" h="36153">
                  <a:moveTo>
                    <a:pt x="1067" y="7399"/>
                  </a:moveTo>
                  <a:lnTo>
                    <a:pt x="17855" y="7399"/>
                  </a:lnTo>
                  <a:cubicBezTo>
                    <a:pt x="17855" y="7399"/>
                    <a:pt x="18180" y="7399"/>
                    <a:pt x="18365" y="7311"/>
                  </a:cubicBezTo>
                  <a:lnTo>
                    <a:pt x="29635" y="2262"/>
                  </a:lnTo>
                  <a:lnTo>
                    <a:pt x="38864" y="3579"/>
                  </a:lnTo>
                  <a:cubicBezTo>
                    <a:pt x="38864" y="3579"/>
                    <a:pt x="39189" y="3579"/>
                    <a:pt x="39328" y="3579"/>
                  </a:cubicBezTo>
                  <a:lnTo>
                    <a:pt x="44800" y="2262"/>
                  </a:lnTo>
                  <a:lnTo>
                    <a:pt x="53751" y="4765"/>
                  </a:lnTo>
                  <a:cubicBezTo>
                    <a:pt x="54122" y="4896"/>
                    <a:pt x="54493" y="4765"/>
                    <a:pt x="54818" y="4589"/>
                  </a:cubicBezTo>
                  <a:lnTo>
                    <a:pt x="57693" y="2438"/>
                  </a:lnTo>
                  <a:lnTo>
                    <a:pt x="71745" y="10384"/>
                  </a:lnTo>
                  <a:lnTo>
                    <a:pt x="74482" y="17144"/>
                  </a:lnTo>
                  <a:cubicBezTo>
                    <a:pt x="74482" y="17144"/>
                    <a:pt x="74714" y="17540"/>
                    <a:pt x="74946" y="17671"/>
                  </a:cubicBezTo>
                  <a:lnTo>
                    <a:pt x="85473" y="24125"/>
                  </a:lnTo>
                  <a:lnTo>
                    <a:pt x="93960" y="36153"/>
                  </a:lnTo>
                  <a:lnTo>
                    <a:pt x="94981" y="35538"/>
                  </a:lnTo>
                  <a:cubicBezTo>
                    <a:pt x="95537" y="35231"/>
                    <a:pt x="96233" y="35407"/>
                    <a:pt x="96558" y="35890"/>
                  </a:cubicBezTo>
                  <a:cubicBezTo>
                    <a:pt x="96558" y="35890"/>
                    <a:pt x="96558" y="35890"/>
                    <a:pt x="96558" y="35890"/>
                  </a:cubicBezTo>
                  <a:lnTo>
                    <a:pt x="95908" y="34968"/>
                  </a:lnTo>
                  <a:lnTo>
                    <a:pt x="87282" y="22720"/>
                  </a:lnTo>
                  <a:cubicBezTo>
                    <a:pt x="87282" y="22720"/>
                    <a:pt x="87096" y="22500"/>
                    <a:pt x="86957" y="22412"/>
                  </a:cubicBezTo>
                  <a:lnTo>
                    <a:pt x="76569" y="16003"/>
                  </a:lnTo>
                  <a:lnTo>
                    <a:pt x="73786" y="9198"/>
                  </a:lnTo>
                  <a:cubicBezTo>
                    <a:pt x="73693" y="8979"/>
                    <a:pt x="73508" y="8759"/>
                    <a:pt x="73276" y="8672"/>
                  </a:cubicBezTo>
                  <a:lnTo>
                    <a:pt x="58203" y="155"/>
                  </a:lnTo>
                  <a:cubicBezTo>
                    <a:pt x="57786" y="-64"/>
                    <a:pt x="57276" y="-64"/>
                    <a:pt x="56905" y="243"/>
                  </a:cubicBezTo>
                  <a:lnTo>
                    <a:pt x="53890" y="2482"/>
                  </a:lnTo>
                  <a:lnTo>
                    <a:pt x="45218" y="23"/>
                  </a:lnTo>
                  <a:cubicBezTo>
                    <a:pt x="45218" y="23"/>
                    <a:pt x="44800" y="-21"/>
                    <a:pt x="44615" y="23"/>
                  </a:cubicBezTo>
                  <a:lnTo>
                    <a:pt x="39050" y="1340"/>
                  </a:lnTo>
                  <a:lnTo>
                    <a:pt x="29728" y="23"/>
                  </a:lnTo>
                  <a:cubicBezTo>
                    <a:pt x="29728" y="23"/>
                    <a:pt x="29264" y="23"/>
                    <a:pt x="29078" y="111"/>
                  </a:cubicBezTo>
                  <a:lnTo>
                    <a:pt x="17716" y="5204"/>
                  </a:lnTo>
                  <a:lnTo>
                    <a:pt x="1159" y="5204"/>
                  </a:lnTo>
                  <a:cubicBezTo>
                    <a:pt x="1159" y="5204"/>
                    <a:pt x="974" y="5291"/>
                    <a:pt x="881" y="5335"/>
                  </a:cubicBezTo>
                  <a:cubicBezTo>
                    <a:pt x="742" y="5335"/>
                    <a:pt x="603" y="5423"/>
                    <a:pt x="464" y="5511"/>
                  </a:cubicBezTo>
                  <a:cubicBezTo>
                    <a:pt x="371" y="5599"/>
                    <a:pt x="325" y="5686"/>
                    <a:pt x="232" y="5818"/>
                  </a:cubicBezTo>
                  <a:cubicBezTo>
                    <a:pt x="139" y="5994"/>
                    <a:pt x="0" y="6126"/>
                    <a:pt x="0" y="6345"/>
                  </a:cubicBezTo>
                  <a:cubicBezTo>
                    <a:pt x="0" y="6960"/>
                    <a:pt x="510" y="7443"/>
                    <a:pt x="1159" y="744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8" name="Freeform: Shape 2557">
              <a:extLst>
                <a:ext uri="{FF2B5EF4-FFF2-40B4-BE49-F238E27FC236}">
                  <a16:creationId xmlns:a16="http://schemas.microsoft.com/office/drawing/2014/main" id="{24E5C256-DFCA-31F2-1DCF-883185DF91EA}"/>
                </a:ext>
              </a:extLst>
            </p:cNvPr>
            <p:cNvSpPr>
              <a:spLocks/>
            </p:cNvSpPr>
            <p:nvPr/>
          </p:nvSpPr>
          <p:spPr>
            <a:xfrm>
              <a:off x="6691866" y="3800477"/>
              <a:ext cx="345" cy="459"/>
            </a:xfrm>
            <a:custGeom>
              <a:avLst/>
              <a:gdLst>
                <a:gd name="connsiteX0" fmla="*/ 0 w 231"/>
                <a:gd name="connsiteY0" fmla="*/ 307 h 307"/>
                <a:gd name="connsiteX1" fmla="*/ 232 w 231"/>
                <a:gd name="connsiteY1" fmla="*/ 0 h 307"/>
                <a:gd name="connsiteX2" fmla="*/ 0 w 231"/>
                <a:gd name="connsiteY2" fmla="*/ 307 h 307"/>
                <a:gd name="connsiteX3" fmla="*/ 0 w 231"/>
                <a:gd name="connsiteY3" fmla="*/ 307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" h="307">
                  <a:moveTo>
                    <a:pt x="0" y="307"/>
                  </a:moveTo>
                  <a:cubicBezTo>
                    <a:pt x="0" y="307"/>
                    <a:pt x="139" y="88"/>
                    <a:pt x="232" y="0"/>
                  </a:cubicBezTo>
                  <a:cubicBezTo>
                    <a:pt x="139" y="132"/>
                    <a:pt x="93" y="263"/>
                    <a:pt x="0" y="307"/>
                  </a:cubicBezTo>
                  <a:cubicBezTo>
                    <a:pt x="0" y="307"/>
                    <a:pt x="0" y="307"/>
                    <a:pt x="0" y="3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9" name="Freeform: Shape 2558">
              <a:extLst>
                <a:ext uri="{FF2B5EF4-FFF2-40B4-BE49-F238E27FC236}">
                  <a16:creationId xmlns:a16="http://schemas.microsoft.com/office/drawing/2014/main" id="{834E7284-32ED-A88E-5D85-F2C23D6F3FF5}"/>
                </a:ext>
              </a:extLst>
            </p:cNvPr>
            <p:cNvSpPr>
              <a:spLocks/>
            </p:cNvSpPr>
            <p:nvPr/>
          </p:nvSpPr>
          <p:spPr>
            <a:xfrm>
              <a:off x="6692490" y="3799365"/>
              <a:ext cx="88" cy="589"/>
            </a:xfrm>
            <a:custGeom>
              <a:avLst/>
              <a:gdLst>
                <a:gd name="connsiteX0" fmla="*/ 0 w 59"/>
                <a:gd name="connsiteY0" fmla="*/ 0 h 394"/>
                <a:gd name="connsiteX1" fmla="*/ 46 w 59"/>
                <a:gd name="connsiteY1" fmla="*/ 395 h 394"/>
                <a:gd name="connsiteX2" fmla="*/ 0 w 59"/>
                <a:gd name="connsiteY2" fmla="*/ 0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" h="394">
                  <a:moveTo>
                    <a:pt x="0" y="0"/>
                  </a:moveTo>
                  <a:cubicBezTo>
                    <a:pt x="0" y="0"/>
                    <a:pt x="93" y="263"/>
                    <a:pt x="46" y="395"/>
                  </a:cubicBezTo>
                  <a:cubicBezTo>
                    <a:pt x="46" y="263"/>
                    <a:pt x="46" y="132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0" name="Freeform: Shape 2559">
              <a:extLst>
                <a:ext uri="{FF2B5EF4-FFF2-40B4-BE49-F238E27FC236}">
                  <a16:creationId xmlns:a16="http://schemas.microsoft.com/office/drawing/2014/main" id="{7BA72157-B9BA-87E5-0B92-E289F120F91A}"/>
                </a:ext>
              </a:extLst>
            </p:cNvPr>
            <p:cNvSpPr>
              <a:spLocks/>
            </p:cNvSpPr>
            <p:nvPr/>
          </p:nvSpPr>
          <p:spPr>
            <a:xfrm>
              <a:off x="6702389" y="3814274"/>
              <a:ext cx="20521" cy="13067"/>
            </a:xfrm>
            <a:custGeom>
              <a:avLst/>
              <a:gdLst>
                <a:gd name="connsiteX0" fmla="*/ 232 w 13748"/>
                <a:gd name="connsiteY0" fmla="*/ 6912 h 8755"/>
                <a:gd name="connsiteX1" fmla="*/ 695 w 13748"/>
                <a:gd name="connsiteY1" fmla="*/ 7000 h 8755"/>
                <a:gd name="connsiteX2" fmla="*/ 1067 w 13748"/>
                <a:gd name="connsiteY2" fmla="*/ 7043 h 8755"/>
                <a:gd name="connsiteX3" fmla="*/ 1067 w 13748"/>
                <a:gd name="connsiteY3" fmla="*/ 7043 h 8755"/>
                <a:gd name="connsiteX4" fmla="*/ 1345 w 13748"/>
                <a:gd name="connsiteY4" fmla="*/ 7439 h 8755"/>
                <a:gd name="connsiteX5" fmla="*/ 1530 w 13748"/>
                <a:gd name="connsiteY5" fmla="*/ 7746 h 8755"/>
                <a:gd name="connsiteX6" fmla="*/ 1530 w 13748"/>
                <a:gd name="connsiteY6" fmla="*/ 7746 h 8755"/>
                <a:gd name="connsiteX7" fmla="*/ 1438 w 13748"/>
                <a:gd name="connsiteY7" fmla="*/ 8141 h 8755"/>
                <a:gd name="connsiteX8" fmla="*/ 1391 w 13748"/>
                <a:gd name="connsiteY8" fmla="*/ 8536 h 8755"/>
                <a:gd name="connsiteX9" fmla="*/ 1252 w 13748"/>
                <a:gd name="connsiteY9" fmla="*/ 8756 h 8755"/>
                <a:gd name="connsiteX10" fmla="*/ 10064 w 13748"/>
                <a:gd name="connsiteY10" fmla="*/ 3795 h 8755"/>
                <a:gd name="connsiteX11" fmla="*/ 13171 w 13748"/>
                <a:gd name="connsiteY11" fmla="*/ 2039 h 8755"/>
                <a:gd name="connsiteX12" fmla="*/ 13589 w 13748"/>
                <a:gd name="connsiteY12" fmla="*/ 546 h 8755"/>
                <a:gd name="connsiteX13" fmla="*/ 12012 w 13748"/>
                <a:gd name="connsiteY13" fmla="*/ 151 h 8755"/>
                <a:gd name="connsiteX14" fmla="*/ 7791 w 13748"/>
                <a:gd name="connsiteY14" fmla="*/ 2522 h 8755"/>
                <a:gd name="connsiteX15" fmla="*/ 0 w 13748"/>
                <a:gd name="connsiteY15" fmla="*/ 6912 h 8755"/>
                <a:gd name="connsiteX16" fmla="*/ 185 w 13748"/>
                <a:gd name="connsiteY16" fmla="*/ 6912 h 8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748" h="8755">
                  <a:moveTo>
                    <a:pt x="232" y="6912"/>
                  </a:moveTo>
                  <a:cubicBezTo>
                    <a:pt x="232" y="6912"/>
                    <a:pt x="510" y="6956"/>
                    <a:pt x="695" y="7000"/>
                  </a:cubicBezTo>
                  <a:cubicBezTo>
                    <a:pt x="835" y="7000"/>
                    <a:pt x="927" y="7000"/>
                    <a:pt x="1067" y="7043"/>
                  </a:cubicBezTo>
                  <a:cubicBezTo>
                    <a:pt x="1067" y="7043"/>
                    <a:pt x="1067" y="7043"/>
                    <a:pt x="1067" y="7043"/>
                  </a:cubicBezTo>
                  <a:cubicBezTo>
                    <a:pt x="1206" y="7131"/>
                    <a:pt x="1298" y="7307"/>
                    <a:pt x="1345" y="7439"/>
                  </a:cubicBezTo>
                  <a:cubicBezTo>
                    <a:pt x="1391" y="7526"/>
                    <a:pt x="1530" y="7614"/>
                    <a:pt x="1530" y="7746"/>
                  </a:cubicBezTo>
                  <a:cubicBezTo>
                    <a:pt x="1530" y="7746"/>
                    <a:pt x="1530" y="7746"/>
                    <a:pt x="1530" y="7746"/>
                  </a:cubicBezTo>
                  <a:cubicBezTo>
                    <a:pt x="1530" y="7877"/>
                    <a:pt x="1484" y="8009"/>
                    <a:pt x="1438" y="8141"/>
                  </a:cubicBezTo>
                  <a:cubicBezTo>
                    <a:pt x="1438" y="8273"/>
                    <a:pt x="1438" y="8404"/>
                    <a:pt x="1391" y="8536"/>
                  </a:cubicBezTo>
                  <a:lnTo>
                    <a:pt x="1252" y="8756"/>
                  </a:lnTo>
                  <a:lnTo>
                    <a:pt x="10064" y="3795"/>
                  </a:lnTo>
                  <a:lnTo>
                    <a:pt x="13171" y="2039"/>
                  </a:lnTo>
                  <a:cubicBezTo>
                    <a:pt x="13727" y="1732"/>
                    <a:pt x="13913" y="1073"/>
                    <a:pt x="13589" y="546"/>
                  </a:cubicBezTo>
                  <a:cubicBezTo>
                    <a:pt x="13264" y="19"/>
                    <a:pt x="12522" y="-156"/>
                    <a:pt x="12012" y="151"/>
                  </a:cubicBezTo>
                  <a:lnTo>
                    <a:pt x="7791" y="2522"/>
                  </a:lnTo>
                  <a:lnTo>
                    <a:pt x="0" y="6912"/>
                  </a:lnTo>
                  <a:lnTo>
                    <a:pt x="185" y="6912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1" name="Freeform: Shape 2560">
              <a:extLst>
                <a:ext uri="{FF2B5EF4-FFF2-40B4-BE49-F238E27FC236}">
                  <a16:creationId xmlns:a16="http://schemas.microsoft.com/office/drawing/2014/main" id="{C45ABB60-1FFC-7781-4BA0-39CDF1F33C5C}"/>
                </a:ext>
              </a:extLst>
            </p:cNvPr>
            <p:cNvSpPr>
              <a:spLocks/>
            </p:cNvSpPr>
            <p:nvPr/>
          </p:nvSpPr>
          <p:spPr>
            <a:xfrm>
              <a:off x="6664593" y="3798020"/>
              <a:ext cx="38833" cy="35939"/>
            </a:xfrm>
            <a:custGeom>
              <a:avLst/>
              <a:gdLst>
                <a:gd name="connsiteX0" fmla="*/ 17067 w 26017"/>
                <a:gd name="connsiteY0" fmla="*/ 109 h 24078"/>
                <a:gd name="connsiteX1" fmla="*/ 16047 w 26017"/>
                <a:gd name="connsiteY1" fmla="*/ 724 h 24078"/>
                <a:gd name="connsiteX2" fmla="*/ 6075 w 26017"/>
                <a:gd name="connsiteY2" fmla="*/ 6431 h 24078"/>
                <a:gd name="connsiteX3" fmla="*/ 5658 w 26017"/>
                <a:gd name="connsiteY3" fmla="*/ 6826 h 24078"/>
                <a:gd name="connsiteX4" fmla="*/ 139 w 26017"/>
                <a:gd name="connsiteY4" fmla="*/ 16440 h 24078"/>
                <a:gd name="connsiteX5" fmla="*/ 139 w 26017"/>
                <a:gd name="connsiteY5" fmla="*/ 17537 h 24078"/>
                <a:gd name="connsiteX6" fmla="*/ 4174 w 26017"/>
                <a:gd name="connsiteY6" fmla="*/ 23552 h 24078"/>
                <a:gd name="connsiteX7" fmla="*/ 5148 w 26017"/>
                <a:gd name="connsiteY7" fmla="*/ 24078 h 24078"/>
                <a:gd name="connsiteX8" fmla="*/ 5426 w 26017"/>
                <a:gd name="connsiteY8" fmla="*/ 24078 h 24078"/>
                <a:gd name="connsiteX9" fmla="*/ 16371 w 26017"/>
                <a:gd name="connsiteY9" fmla="*/ 21620 h 24078"/>
                <a:gd name="connsiteX10" fmla="*/ 23421 w 26017"/>
                <a:gd name="connsiteY10" fmla="*/ 20391 h 24078"/>
                <a:gd name="connsiteX11" fmla="*/ 24765 w 26017"/>
                <a:gd name="connsiteY11" fmla="*/ 18284 h 24078"/>
                <a:gd name="connsiteX12" fmla="*/ 26018 w 26017"/>
                <a:gd name="connsiteY12" fmla="*/ 17845 h 24078"/>
                <a:gd name="connsiteX13" fmla="*/ 25554 w 26017"/>
                <a:gd name="connsiteY13" fmla="*/ 17757 h 24078"/>
                <a:gd name="connsiteX14" fmla="*/ 25368 w 26017"/>
                <a:gd name="connsiteY14" fmla="*/ 17757 h 24078"/>
                <a:gd name="connsiteX15" fmla="*/ 15954 w 26017"/>
                <a:gd name="connsiteY15" fmla="*/ 19425 h 24078"/>
                <a:gd name="connsiteX16" fmla="*/ 5751 w 26017"/>
                <a:gd name="connsiteY16" fmla="*/ 21708 h 24078"/>
                <a:gd name="connsiteX17" fmla="*/ 2504 w 26017"/>
                <a:gd name="connsiteY17" fmla="*/ 16879 h 24078"/>
                <a:gd name="connsiteX18" fmla="*/ 7513 w 26017"/>
                <a:gd name="connsiteY18" fmla="*/ 8099 h 24078"/>
                <a:gd name="connsiteX19" fmla="*/ 18273 w 26017"/>
                <a:gd name="connsiteY19" fmla="*/ 1953 h 24078"/>
                <a:gd name="connsiteX20" fmla="*/ 18273 w 26017"/>
                <a:gd name="connsiteY20" fmla="*/ 1953 h 24078"/>
                <a:gd name="connsiteX21" fmla="*/ 18273 w 26017"/>
                <a:gd name="connsiteY21" fmla="*/ 1953 h 24078"/>
                <a:gd name="connsiteX22" fmla="*/ 18505 w 26017"/>
                <a:gd name="connsiteY22" fmla="*/ 1646 h 24078"/>
                <a:gd name="connsiteX23" fmla="*/ 18736 w 26017"/>
                <a:gd name="connsiteY23" fmla="*/ 1294 h 24078"/>
                <a:gd name="connsiteX24" fmla="*/ 18690 w 26017"/>
                <a:gd name="connsiteY24" fmla="*/ 899 h 24078"/>
                <a:gd name="connsiteX25" fmla="*/ 18644 w 26017"/>
                <a:gd name="connsiteY25" fmla="*/ 504 h 24078"/>
                <a:gd name="connsiteX26" fmla="*/ 18644 w 26017"/>
                <a:gd name="connsiteY26" fmla="*/ 504 h 24078"/>
                <a:gd name="connsiteX27" fmla="*/ 17067 w 26017"/>
                <a:gd name="connsiteY27" fmla="*/ 153 h 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6017" h="24078">
                  <a:moveTo>
                    <a:pt x="17067" y="109"/>
                  </a:moveTo>
                  <a:lnTo>
                    <a:pt x="16047" y="724"/>
                  </a:lnTo>
                  <a:lnTo>
                    <a:pt x="6075" y="6431"/>
                  </a:lnTo>
                  <a:cubicBezTo>
                    <a:pt x="6075" y="6431"/>
                    <a:pt x="5751" y="6694"/>
                    <a:pt x="5658" y="6826"/>
                  </a:cubicBezTo>
                  <a:lnTo>
                    <a:pt x="139" y="16440"/>
                  </a:lnTo>
                  <a:cubicBezTo>
                    <a:pt x="-46" y="16791"/>
                    <a:pt x="-46" y="17230"/>
                    <a:pt x="139" y="17537"/>
                  </a:cubicBezTo>
                  <a:lnTo>
                    <a:pt x="4174" y="23552"/>
                  </a:lnTo>
                  <a:cubicBezTo>
                    <a:pt x="4406" y="23859"/>
                    <a:pt x="4777" y="24078"/>
                    <a:pt x="5148" y="24078"/>
                  </a:cubicBezTo>
                  <a:cubicBezTo>
                    <a:pt x="5241" y="24078"/>
                    <a:pt x="5333" y="24078"/>
                    <a:pt x="5426" y="24078"/>
                  </a:cubicBezTo>
                  <a:lnTo>
                    <a:pt x="16371" y="21620"/>
                  </a:lnTo>
                  <a:lnTo>
                    <a:pt x="23421" y="20391"/>
                  </a:lnTo>
                  <a:lnTo>
                    <a:pt x="24765" y="18284"/>
                  </a:lnTo>
                  <a:cubicBezTo>
                    <a:pt x="25044" y="17889"/>
                    <a:pt x="25508" y="17757"/>
                    <a:pt x="26018" y="17845"/>
                  </a:cubicBezTo>
                  <a:cubicBezTo>
                    <a:pt x="25879" y="17845"/>
                    <a:pt x="25739" y="17713"/>
                    <a:pt x="25554" y="17757"/>
                  </a:cubicBezTo>
                  <a:lnTo>
                    <a:pt x="25368" y="17757"/>
                  </a:lnTo>
                  <a:cubicBezTo>
                    <a:pt x="25368" y="17757"/>
                    <a:pt x="15954" y="19425"/>
                    <a:pt x="15954" y="19425"/>
                  </a:cubicBezTo>
                  <a:lnTo>
                    <a:pt x="5751" y="21708"/>
                  </a:lnTo>
                  <a:lnTo>
                    <a:pt x="2504" y="16879"/>
                  </a:lnTo>
                  <a:lnTo>
                    <a:pt x="7513" y="8099"/>
                  </a:lnTo>
                  <a:lnTo>
                    <a:pt x="18273" y="1953"/>
                  </a:lnTo>
                  <a:cubicBezTo>
                    <a:pt x="18273" y="1953"/>
                    <a:pt x="18273" y="1953"/>
                    <a:pt x="18273" y="1953"/>
                  </a:cubicBezTo>
                  <a:lnTo>
                    <a:pt x="18273" y="1953"/>
                  </a:lnTo>
                  <a:cubicBezTo>
                    <a:pt x="18273" y="1953"/>
                    <a:pt x="18458" y="1733"/>
                    <a:pt x="18505" y="1646"/>
                  </a:cubicBezTo>
                  <a:cubicBezTo>
                    <a:pt x="18597" y="1514"/>
                    <a:pt x="18736" y="1426"/>
                    <a:pt x="18736" y="1294"/>
                  </a:cubicBezTo>
                  <a:cubicBezTo>
                    <a:pt x="18736" y="1163"/>
                    <a:pt x="18736" y="1031"/>
                    <a:pt x="18690" y="899"/>
                  </a:cubicBezTo>
                  <a:cubicBezTo>
                    <a:pt x="18690" y="768"/>
                    <a:pt x="18690" y="636"/>
                    <a:pt x="18644" y="504"/>
                  </a:cubicBezTo>
                  <a:cubicBezTo>
                    <a:pt x="18644" y="504"/>
                    <a:pt x="18644" y="504"/>
                    <a:pt x="18644" y="504"/>
                  </a:cubicBezTo>
                  <a:cubicBezTo>
                    <a:pt x="18319" y="21"/>
                    <a:pt x="17623" y="-154"/>
                    <a:pt x="17067" y="15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2" name="Freeform: Shape 2561">
              <a:extLst>
                <a:ext uri="{FF2B5EF4-FFF2-40B4-BE49-F238E27FC236}">
                  <a16:creationId xmlns:a16="http://schemas.microsoft.com/office/drawing/2014/main" id="{0480E239-B65F-249F-9525-6F61BAB2C182}"/>
                </a:ext>
              </a:extLst>
            </p:cNvPr>
            <p:cNvSpPr>
              <a:spLocks/>
            </p:cNvSpPr>
            <p:nvPr/>
          </p:nvSpPr>
          <p:spPr>
            <a:xfrm>
              <a:off x="6703981" y="3824853"/>
              <a:ext cx="414" cy="590"/>
            </a:xfrm>
            <a:custGeom>
              <a:avLst/>
              <a:gdLst>
                <a:gd name="connsiteX0" fmla="*/ 0 w 278"/>
                <a:gd name="connsiteY0" fmla="*/ 0 h 395"/>
                <a:gd name="connsiteX1" fmla="*/ 278 w 278"/>
                <a:gd name="connsiteY1" fmla="*/ 395 h 395"/>
                <a:gd name="connsiteX2" fmla="*/ 0 w 278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8" h="395">
                  <a:moveTo>
                    <a:pt x="0" y="0"/>
                  </a:moveTo>
                  <a:cubicBezTo>
                    <a:pt x="0" y="0"/>
                    <a:pt x="232" y="263"/>
                    <a:pt x="278" y="395"/>
                  </a:cubicBezTo>
                  <a:cubicBezTo>
                    <a:pt x="185" y="263"/>
                    <a:pt x="139" y="88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3" name="Freeform: Shape 2562">
              <a:extLst>
                <a:ext uri="{FF2B5EF4-FFF2-40B4-BE49-F238E27FC236}">
                  <a16:creationId xmlns:a16="http://schemas.microsoft.com/office/drawing/2014/main" id="{4919F905-F50C-C243-6046-91F3DC386909}"/>
                </a:ext>
              </a:extLst>
            </p:cNvPr>
            <p:cNvSpPr>
              <a:spLocks/>
            </p:cNvSpPr>
            <p:nvPr/>
          </p:nvSpPr>
          <p:spPr>
            <a:xfrm>
              <a:off x="6704673" y="3825901"/>
              <a:ext cx="138" cy="589"/>
            </a:xfrm>
            <a:custGeom>
              <a:avLst/>
              <a:gdLst>
                <a:gd name="connsiteX0" fmla="*/ 46 w 92"/>
                <a:gd name="connsiteY0" fmla="*/ 0 h 394"/>
                <a:gd name="connsiteX1" fmla="*/ 46 w 92"/>
                <a:gd name="connsiteY1" fmla="*/ 0 h 394"/>
                <a:gd name="connsiteX2" fmla="*/ 0 w 92"/>
                <a:gd name="connsiteY2" fmla="*/ 395 h 394"/>
                <a:gd name="connsiteX3" fmla="*/ 93 w 92"/>
                <a:gd name="connsiteY3" fmla="*/ 0 h 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" h="394">
                  <a:moveTo>
                    <a:pt x="46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6" y="132"/>
                    <a:pt x="46" y="263"/>
                    <a:pt x="0" y="395"/>
                  </a:cubicBezTo>
                  <a:cubicBezTo>
                    <a:pt x="0" y="263"/>
                    <a:pt x="93" y="176"/>
                    <a:pt x="9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4" name="Freeform: Shape 2563">
              <a:extLst>
                <a:ext uri="{FF2B5EF4-FFF2-40B4-BE49-F238E27FC236}">
                  <a16:creationId xmlns:a16="http://schemas.microsoft.com/office/drawing/2014/main" id="{C976FDED-FDC6-6912-4F66-294701364E46}"/>
                </a:ext>
              </a:extLst>
            </p:cNvPr>
            <p:cNvSpPr>
              <a:spLocks/>
            </p:cNvSpPr>
            <p:nvPr/>
          </p:nvSpPr>
          <p:spPr>
            <a:xfrm>
              <a:off x="6675402" y="3824807"/>
              <a:ext cx="148708" cy="165632"/>
            </a:xfrm>
            <a:custGeom>
              <a:avLst/>
              <a:gdLst>
                <a:gd name="connsiteX0" fmla="*/ 17524 w 99628"/>
                <a:gd name="connsiteY0" fmla="*/ 382 h 110966"/>
                <a:gd name="connsiteX1" fmla="*/ 16179 w 99628"/>
                <a:gd name="connsiteY1" fmla="*/ 2489 h 110966"/>
                <a:gd name="connsiteX2" fmla="*/ 11727 w 99628"/>
                <a:gd name="connsiteY2" fmla="*/ 9469 h 110966"/>
                <a:gd name="connsiteX3" fmla="*/ 11774 w 99628"/>
                <a:gd name="connsiteY3" fmla="*/ 10698 h 110966"/>
                <a:gd name="connsiteX4" fmla="*/ 25687 w 99628"/>
                <a:gd name="connsiteY4" fmla="*/ 28785 h 110966"/>
                <a:gd name="connsiteX5" fmla="*/ 26011 w 99628"/>
                <a:gd name="connsiteY5" fmla="*/ 29049 h 110966"/>
                <a:gd name="connsiteX6" fmla="*/ 34081 w 99628"/>
                <a:gd name="connsiteY6" fmla="*/ 33834 h 110966"/>
                <a:gd name="connsiteX7" fmla="*/ 76702 w 99628"/>
                <a:gd name="connsiteY7" fmla="*/ 48365 h 110966"/>
                <a:gd name="connsiteX8" fmla="*/ 76980 w 99628"/>
                <a:gd name="connsiteY8" fmla="*/ 48408 h 110966"/>
                <a:gd name="connsiteX9" fmla="*/ 95902 w 99628"/>
                <a:gd name="connsiteY9" fmla="*/ 49857 h 110966"/>
                <a:gd name="connsiteX10" fmla="*/ 48875 w 99628"/>
                <a:gd name="connsiteY10" fmla="*/ 94108 h 110966"/>
                <a:gd name="connsiteX11" fmla="*/ 15298 w 99628"/>
                <a:gd name="connsiteY11" fmla="*/ 103547 h 110966"/>
                <a:gd name="connsiteX12" fmla="*/ 5188 w 99628"/>
                <a:gd name="connsiteY12" fmla="*/ 103547 h 110966"/>
                <a:gd name="connsiteX13" fmla="*/ 4261 w 99628"/>
                <a:gd name="connsiteY13" fmla="*/ 103986 h 110966"/>
                <a:gd name="connsiteX14" fmla="*/ 550 w 99628"/>
                <a:gd name="connsiteY14" fmla="*/ 108771 h 110966"/>
                <a:gd name="connsiteX15" fmla="*/ 226 w 99628"/>
                <a:gd name="connsiteY15" fmla="*/ 109210 h 110966"/>
                <a:gd name="connsiteX16" fmla="*/ 458 w 99628"/>
                <a:gd name="connsiteY16" fmla="*/ 110747 h 110966"/>
                <a:gd name="connsiteX17" fmla="*/ 1153 w 99628"/>
                <a:gd name="connsiteY17" fmla="*/ 110966 h 110966"/>
                <a:gd name="connsiteX18" fmla="*/ 1988 w 99628"/>
                <a:gd name="connsiteY18" fmla="*/ 110571 h 110966"/>
                <a:gd name="connsiteX19" fmla="*/ 1988 w 99628"/>
                <a:gd name="connsiteY19" fmla="*/ 110571 h 110966"/>
                <a:gd name="connsiteX20" fmla="*/ 1988 w 99628"/>
                <a:gd name="connsiteY20" fmla="*/ 110571 h 110966"/>
                <a:gd name="connsiteX21" fmla="*/ 5698 w 99628"/>
                <a:gd name="connsiteY21" fmla="*/ 105786 h 110966"/>
                <a:gd name="connsiteX22" fmla="*/ 15855 w 99628"/>
                <a:gd name="connsiteY22" fmla="*/ 105786 h 110966"/>
                <a:gd name="connsiteX23" fmla="*/ 16829 w 99628"/>
                <a:gd name="connsiteY23" fmla="*/ 105259 h 110966"/>
                <a:gd name="connsiteX24" fmla="*/ 48922 w 99628"/>
                <a:gd name="connsiteY24" fmla="*/ 96435 h 110966"/>
                <a:gd name="connsiteX25" fmla="*/ 50035 w 99628"/>
                <a:gd name="connsiteY25" fmla="*/ 96128 h 110966"/>
                <a:gd name="connsiteX26" fmla="*/ 99287 w 99628"/>
                <a:gd name="connsiteY26" fmla="*/ 49769 h 110966"/>
                <a:gd name="connsiteX27" fmla="*/ 99566 w 99628"/>
                <a:gd name="connsiteY27" fmla="*/ 48628 h 110966"/>
                <a:gd name="connsiteX28" fmla="*/ 98592 w 99628"/>
                <a:gd name="connsiteY28" fmla="*/ 47926 h 110966"/>
                <a:gd name="connsiteX29" fmla="*/ 77305 w 99628"/>
                <a:gd name="connsiteY29" fmla="*/ 46301 h 110966"/>
                <a:gd name="connsiteX30" fmla="*/ 35055 w 99628"/>
                <a:gd name="connsiteY30" fmla="*/ 31902 h 110966"/>
                <a:gd name="connsiteX31" fmla="*/ 27403 w 99628"/>
                <a:gd name="connsiteY31" fmla="*/ 27337 h 110966"/>
                <a:gd name="connsiteX32" fmla="*/ 14092 w 99628"/>
                <a:gd name="connsiteY32" fmla="*/ 9996 h 110966"/>
                <a:gd name="connsiteX33" fmla="*/ 19333 w 99628"/>
                <a:gd name="connsiteY33" fmla="*/ 1787 h 110966"/>
                <a:gd name="connsiteX34" fmla="*/ 19472 w 99628"/>
                <a:gd name="connsiteY34" fmla="*/ 1567 h 110966"/>
                <a:gd name="connsiteX35" fmla="*/ 19519 w 99628"/>
                <a:gd name="connsiteY35" fmla="*/ 1172 h 110966"/>
                <a:gd name="connsiteX36" fmla="*/ 19565 w 99628"/>
                <a:gd name="connsiteY36" fmla="*/ 777 h 110966"/>
                <a:gd name="connsiteX37" fmla="*/ 19380 w 99628"/>
                <a:gd name="connsiteY37" fmla="*/ 470 h 110966"/>
                <a:gd name="connsiteX38" fmla="*/ 19101 w 99628"/>
                <a:gd name="connsiteY38" fmla="*/ 74 h 110966"/>
                <a:gd name="connsiteX39" fmla="*/ 19101 w 99628"/>
                <a:gd name="connsiteY39" fmla="*/ 74 h 110966"/>
                <a:gd name="connsiteX40" fmla="*/ 18730 w 99628"/>
                <a:gd name="connsiteY40" fmla="*/ 31 h 110966"/>
                <a:gd name="connsiteX41" fmla="*/ 17478 w 99628"/>
                <a:gd name="connsiteY41" fmla="*/ 470 h 1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9628" h="110966">
                  <a:moveTo>
                    <a:pt x="17524" y="382"/>
                  </a:moveTo>
                  <a:lnTo>
                    <a:pt x="16179" y="2489"/>
                  </a:lnTo>
                  <a:lnTo>
                    <a:pt x="11727" y="9469"/>
                  </a:lnTo>
                  <a:cubicBezTo>
                    <a:pt x="11495" y="9864"/>
                    <a:pt x="11495" y="10347"/>
                    <a:pt x="11774" y="10698"/>
                  </a:cubicBezTo>
                  <a:lnTo>
                    <a:pt x="25687" y="28785"/>
                  </a:lnTo>
                  <a:cubicBezTo>
                    <a:pt x="25687" y="28785"/>
                    <a:pt x="25872" y="29005"/>
                    <a:pt x="26011" y="29049"/>
                  </a:cubicBezTo>
                  <a:lnTo>
                    <a:pt x="34081" y="33834"/>
                  </a:lnTo>
                  <a:lnTo>
                    <a:pt x="76702" y="48365"/>
                  </a:lnTo>
                  <a:cubicBezTo>
                    <a:pt x="76702" y="48365"/>
                    <a:pt x="76887" y="48408"/>
                    <a:pt x="76980" y="48408"/>
                  </a:cubicBezTo>
                  <a:lnTo>
                    <a:pt x="95902" y="49857"/>
                  </a:lnTo>
                  <a:lnTo>
                    <a:pt x="48875" y="94108"/>
                  </a:lnTo>
                  <a:cubicBezTo>
                    <a:pt x="44933" y="93318"/>
                    <a:pt x="24806" y="90026"/>
                    <a:pt x="15298" y="103547"/>
                  </a:cubicBezTo>
                  <a:lnTo>
                    <a:pt x="5188" y="103547"/>
                  </a:lnTo>
                  <a:cubicBezTo>
                    <a:pt x="4817" y="103547"/>
                    <a:pt x="4492" y="103722"/>
                    <a:pt x="4261" y="103986"/>
                  </a:cubicBezTo>
                  <a:lnTo>
                    <a:pt x="550" y="108771"/>
                  </a:lnTo>
                  <a:lnTo>
                    <a:pt x="226" y="109210"/>
                  </a:lnTo>
                  <a:cubicBezTo>
                    <a:pt x="-145" y="109693"/>
                    <a:pt x="-53" y="110395"/>
                    <a:pt x="458" y="110747"/>
                  </a:cubicBezTo>
                  <a:cubicBezTo>
                    <a:pt x="643" y="110878"/>
                    <a:pt x="921" y="110966"/>
                    <a:pt x="1153" y="110966"/>
                  </a:cubicBezTo>
                  <a:cubicBezTo>
                    <a:pt x="1478" y="110966"/>
                    <a:pt x="1803" y="110791"/>
                    <a:pt x="1988" y="110571"/>
                  </a:cubicBezTo>
                  <a:cubicBezTo>
                    <a:pt x="1988" y="110571"/>
                    <a:pt x="1988" y="110571"/>
                    <a:pt x="1988" y="110571"/>
                  </a:cubicBezTo>
                  <a:cubicBezTo>
                    <a:pt x="1988" y="110571"/>
                    <a:pt x="1988" y="110571"/>
                    <a:pt x="1988" y="110571"/>
                  </a:cubicBezTo>
                  <a:lnTo>
                    <a:pt x="5698" y="105786"/>
                  </a:lnTo>
                  <a:lnTo>
                    <a:pt x="15855" y="105786"/>
                  </a:lnTo>
                  <a:cubicBezTo>
                    <a:pt x="16272" y="105786"/>
                    <a:pt x="16643" y="105610"/>
                    <a:pt x="16829" y="105259"/>
                  </a:cubicBezTo>
                  <a:cubicBezTo>
                    <a:pt x="26104" y="91299"/>
                    <a:pt x="48690" y="96347"/>
                    <a:pt x="48922" y="96435"/>
                  </a:cubicBezTo>
                  <a:cubicBezTo>
                    <a:pt x="49293" y="96523"/>
                    <a:pt x="49710" y="96435"/>
                    <a:pt x="50035" y="96128"/>
                  </a:cubicBezTo>
                  <a:lnTo>
                    <a:pt x="99287" y="49769"/>
                  </a:lnTo>
                  <a:cubicBezTo>
                    <a:pt x="99612" y="49462"/>
                    <a:pt x="99705" y="49023"/>
                    <a:pt x="99566" y="48628"/>
                  </a:cubicBezTo>
                  <a:cubicBezTo>
                    <a:pt x="99427" y="48233"/>
                    <a:pt x="99009" y="47926"/>
                    <a:pt x="98592" y="47926"/>
                  </a:cubicBezTo>
                  <a:lnTo>
                    <a:pt x="77305" y="46301"/>
                  </a:lnTo>
                  <a:lnTo>
                    <a:pt x="35055" y="31902"/>
                  </a:lnTo>
                  <a:lnTo>
                    <a:pt x="27403" y="27337"/>
                  </a:lnTo>
                  <a:lnTo>
                    <a:pt x="14092" y="9996"/>
                  </a:lnTo>
                  <a:lnTo>
                    <a:pt x="19333" y="1787"/>
                  </a:lnTo>
                  <a:lnTo>
                    <a:pt x="19472" y="1567"/>
                  </a:lnTo>
                  <a:cubicBezTo>
                    <a:pt x="19472" y="1567"/>
                    <a:pt x="19472" y="1304"/>
                    <a:pt x="19519" y="1172"/>
                  </a:cubicBezTo>
                  <a:cubicBezTo>
                    <a:pt x="19519" y="1040"/>
                    <a:pt x="19611" y="909"/>
                    <a:pt x="19565" y="777"/>
                  </a:cubicBezTo>
                  <a:cubicBezTo>
                    <a:pt x="19565" y="645"/>
                    <a:pt x="19426" y="601"/>
                    <a:pt x="19380" y="470"/>
                  </a:cubicBezTo>
                  <a:cubicBezTo>
                    <a:pt x="19287" y="338"/>
                    <a:pt x="19241" y="162"/>
                    <a:pt x="19101" y="74"/>
                  </a:cubicBezTo>
                  <a:cubicBezTo>
                    <a:pt x="19101" y="74"/>
                    <a:pt x="19101" y="74"/>
                    <a:pt x="19101" y="74"/>
                  </a:cubicBezTo>
                  <a:cubicBezTo>
                    <a:pt x="19008" y="31"/>
                    <a:pt x="18869" y="74"/>
                    <a:pt x="18730" y="31"/>
                  </a:cubicBezTo>
                  <a:cubicBezTo>
                    <a:pt x="18267" y="-57"/>
                    <a:pt x="17756" y="31"/>
                    <a:pt x="17478" y="47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5" name="Freeform: Shape 2564">
              <a:extLst>
                <a:ext uri="{FF2B5EF4-FFF2-40B4-BE49-F238E27FC236}">
                  <a16:creationId xmlns:a16="http://schemas.microsoft.com/office/drawing/2014/main" id="{EA997D4A-2C71-4861-DF9C-09D039EA5008}"/>
                </a:ext>
              </a:extLst>
            </p:cNvPr>
            <p:cNvSpPr>
              <a:spLocks/>
            </p:cNvSpPr>
            <p:nvPr/>
          </p:nvSpPr>
          <p:spPr>
            <a:xfrm>
              <a:off x="8048827" y="3924441"/>
              <a:ext cx="54643" cy="27533"/>
            </a:xfrm>
            <a:custGeom>
              <a:avLst/>
              <a:gdLst>
                <a:gd name="connsiteX0" fmla="*/ 26464 w 36609"/>
                <a:gd name="connsiteY0" fmla="*/ 12564 h 18446"/>
                <a:gd name="connsiteX1" fmla="*/ 25073 w 36609"/>
                <a:gd name="connsiteY1" fmla="*/ 12344 h 18446"/>
                <a:gd name="connsiteX2" fmla="*/ 17885 w 36609"/>
                <a:gd name="connsiteY2" fmla="*/ 16076 h 18446"/>
                <a:gd name="connsiteX3" fmla="*/ 17374 w 36609"/>
                <a:gd name="connsiteY3" fmla="*/ 15724 h 18446"/>
                <a:gd name="connsiteX4" fmla="*/ 18951 w 36609"/>
                <a:gd name="connsiteY4" fmla="*/ 9578 h 18446"/>
                <a:gd name="connsiteX5" fmla="*/ 18719 w 36609"/>
                <a:gd name="connsiteY5" fmla="*/ 8657 h 18446"/>
                <a:gd name="connsiteX6" fmla="*/ 17792 w 36609"/>
                <a:gd name="connsiteY6" fmla="*/ 8217 h 18446"/>
                <a:gd name="connsiteX7" fmla="*/ 14313 w 36609"/>
                <a:gd name="connsiteY7" fmla="*/ 8217 h 18446"/>
                <a:gd name="connsiteX8" fmla="*/ 14313 w 36609"/>
                <a:gd name="connsiteY8" fmla="*/ 4793 h 18446"/>
                <a:gd name="connsiteX9" fmla="*/ 13154 w 36609"/>
                <a:gd name="connsiteY9" fmla="*/ 3696 h 18446"/>
                <a:gd name="connsiteX10" fmla="*/ 6476 w 36609"/>
                <a:gd name="connsiteY10" fmla="*/ 3696 h 18446"/>
                <a:gd name="connsiteX11" fmla="*/ 3925 w 36609"/>
                <a:gd name="connsiteY11" fmla="*/ 447 h 18446"/>
                <a:gd name="connsiteX12" fmla="*/ 2766 w 36609"/>
                <a:gd name="connsiteY12" fmla="*/ 8 h 18446"/>
                <a:gd name="connsiteX13" fmla="*/ 1884 w 36609"/>
                <a:gd name="connsiteY13" fmla="*/ 842 h 18446"/>
                <a:gd name="connsiteX14" fmla="*/ 725 w 36609"/>
                <a:gd name="connsiteY14" fmla="*/ 5496 h 18446"/>
                <a:gd name="connsiteX15" fmla="*/ 29 w 36609"/>
                <a:gd name="connsiteY15" fmla="*/ 8261 h 18446"/>
                <a:gd name="connsiteX16" fmla="*/ 864 w 36609"/>
                <a:gd name="connsiteY16" fmla="*/ 9578 h 18446"/>
                <a:gd name="connsiteX17" fmla="*/ 2255 w 36609"/>
                <a:gd name="connsiteY17" fmla="*/ 8788 h 18446"/>
                <a:gd name="connsiteX18" fmla="*/ 2487 w 36609"/>
                <a:gd name="connsiteY18" fmla="*/ 7866 h 18446"/>
                <a:gd name="connsiteX19" fmla="*/ 3554 w 36609"/>
                <a:gd name="connsiteY19" fmla="*/ 3652 h 18446"/>
                <a:gd name="connsiteX20" fmla="*/ 4992 w 36609"/>
                <a:gd name="connsiteY20" fmla="*/ 5452 h 18446"/>
                <a:gd name="connsiteX21" fmla="*/ 5919 w 36609"/>
                <a:gd name="connsiteY21" fmla="*/ 5891 h 18446"/>
                <a:gd name="connsiteX22" fmla="*/ 11995 w 36609"/>
                <a:gd name="connsiteY22" fmla="*/ 5891 h 18446"/>
                <a:gd name="connsiteX23" fmla="*/ 11995 w 36609"/>
                <a:gd name="connsiteY23" fmla="*/ 9315 h 18446"/>
                <a:gd name="connsiteX24" fmla="*/ 13154 w 36609"/>
                <a:gd name="connsiteY24" fmla="*/ 10412 h 18446"/>
                <a:gd name="connsiteX25" fmla="*/ 16308 w 36609"/>
                <a:gd name="connsiteY25" fmla="*/ 10412 h 18446"/>
                <a:gd name="connsiteX26" fmla="*/ 14916 w 36609"/>
                <a:gd name="connsiteY26" fmla="*/ 15900 h 18446"/>
                <a:gd name="connsiteX27" fmla="*/ 15380 w 36609"/>
                <a:gd name="connsiteY27" fmla="*/ 17041 h 18446"/>
                <a:gd name="connsiteX28" fmla="*/ 17096 w 36609"/>
                <a:gd name="connsiteY28" fmla="*/ 18227 h 18446"/>
                <a:gd name="connsiteX29" fmla="*/ 17792 w 36609"/>
                <a:gd name="connsiteY29" fmla="*/ 18446 h 18446"/>
                <a:gd name="connsiteX30" fmla="*/ 18348 w 36609"/>
                <a:gd name="connsiteY30" fmla="*/ 18314 h 18446"/>
                <a:gd name="connsiteX31" fmla="*/ 25398 w 36609"/>
                <a:gd name="connsiteY31" fmla="*/ 14627 h 18446"/>
                <a:gd name="connsiteX32" fmla="*/ 28830 w 36609"/>
                <a:gd name="connsiteY32" fmla="*/ 18095 h 18446"/>
                <a:gd name="connsiteX33" fmla="*/ 29804 w 36609"/>
                <a:gd name="connsiteY33" fmla="*/ 18446 h 18446"/>
                <a:gd name="connsiteX34" fmla="*/ 30685 w 36609"/>
                <a:gd name="connsiteY34" fmla="*/ 17876 h 18446"/>
                <a:gd name="connsiteX35" fmla="*/ 35322 w 36609"/>
                <a:gd name="connsiteY35" fmla="*/ 9666 h 18446"/>
                <a:gd name="connsiteX36" fmla="*/ 36482 w 36609"/>
                <a:gd name="connsiteY36" fmla="*/ 7647 h 18446"/>
                <a:gd name="connsiteX37" fmla="*/ 36018 w 36609"/>
                <a:gd name="connsiteY37" fmla="*/ 6154 h 18446"/>
                <a:gd name="connsiteX38" fmla="*/ 34441 w 36609"/>
                <a:gd name="connsiteY38" fmla="*/ 6593 h 18446"/>
                <a:gd name="connsiteX39" fmla="*/ 33467 w 36609"/>
                <a:gd name="connsiteY39" fmla="*/ 8349 h 18446"/>
                <a:gd name="connsiteX40" fmla="*/ 29432 w 36609"/>
                <a:gd name="connsiteY40" fmla="*/ 15505 h 18446"/>
                <a:gd name="connsiteX41" fmla="*/ 26464 w 36609"/>
                <a:gd name="connsiteY41" fmla="*/ 12520 h 18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6609" h="18446">
                  <a:moveTo>
                    <a:pt x="26464" y="12564"/>
                  </a:moveTo>
                  <a:cubicBezTo>
                    <a:pt x="26093" y="12213"/>
                    <a:pt x="25537" y="12125"/>
                    <a:pt x="25073" y="12344"/>
                  </a:cubicBezTo>
                  <a:lnTo>
                    <a:pt x="17885" y="16076"/>
                  </a:lnTo>
                  <a:lnTo>
                    <a:pt x="17374" y="15724"/>
                  </a:lnTo>
                  <a:lnTo>
                    <a:pt x="18951" y="9578"/>
                  </a:lnTo>
                  <a:cubicBezTo>
                    <a:pt x="19044" y="9227"/>
                    <a:pt x="18951" y="8920"/>
                    <a:pt x="18719" y="8657"/>
                  </a:cubicBezTo>
                  <a:cubicBezTo>
                    <a:pt x="18487" y="8393"/>
                    <a:pt x="18163" y="8217"/>
                    <a:pt x="17792" y="8217"/>
                  </a:cubicBezTo>
                  <a:lnTo>
                    <a:pt x="14313" y="8217"/>
                  </a:lnTo>
                  <a:lnTo>
                    <a:pt x="14313" y="4793"/>
                  </a:lnTo>
                  <a:cubicBezTo>
                    <a:pt x="14313" y="4179"/>
                    <a:pt x="13803" y="3696"/>
                    <a:pt x="13154" y="3696"/>
                  </a:cubicBezTo>
                  <a:lnTo>
                    <a:pt x="6476" y="3696"/>
                  </a:lnTo>
                  <a:lnTo>
                    <a:pt x="3925" y="447"/>
                  </a:lnTo>
                  <a:cubicBezTo>
                    <a:pt x="3647" y="96"/>
                    <a:pt x="3183" y="-36"/>
                    <a:pt x="2766" y="8"/>
                  </a:cubicBezTo>
                  <a:cubicBezTo>
                    <a:pt x="2348" y="96"/>
                    <a:pt x="1977" y="403"/>
                    <a:pt x="1884" y="842"/>
                  </a:cubicBezTo>
                  <a:lnTo>
                    <a:pt x="725" y="5496"/>
                  </a:lnTo>
                  <a:lnTo>
                    <a:pt x="29" y="8261"/>
                  </a:lnTo>
                  <a:cubicBezTo>
                    <a:pt x="-110" y="8832"/>
                    <a:pt x="261" y="9447"/>
                    <a:pt x="864" y="9578"/>
                  </a:cubicBezTo>
                  <a:cubicBezTo>
                    <a:pt x="1467" y="9710"/>
                    <a:pt x="2116" y="9359"/>
                    <a:pt x="2255" y="8788"/>
                  </a:cubicBezTo>
                  <a:lnTo>
                    <a:pt x="2487" y="7866"/>
                  </a:lnTo>
                  <a:lnTo>
                    <a:pt x="3554" y="3652"/>
                  </a:lnTo>
                  <a:lnTo>
                    <a:pt x="4992" y="5452"/>
                  </a:lnTo>
                  <a:cubicBezTo>
                    <a:pt x="5223" y="5715"/>
                    <a:pt x="5548" y="5891"/>
                    <a:pt x="5919" y="5891"/>
                  </a:cubicBezTo>
                  <a:lnTo>
                    <a:pt x="11995" y="5891"/>
                  </a:lnTo>
                  <a:lnTo>
                    <a:pt x="11995" y="9315"/>
                  </a:lnTo>
                  <a:cubicBezTo>
                    <a:pt x="11995" y="9930"/>
                    <a:pt x="12505" y="10412"/>
                    <a:pt x="13154" y="10412"/>
                  </a:cubicBezTo>
                  <a:lnTo>
                    <a:pt x="16308" y="10412"/>
                  </a:lnTo>
                  <a:lnTo>
                    <a:pt x="14916" y="15900"/>
                  </a:lnTo>
                  <a:cubicBezTo>
                    <a:pt x="14824" y="16339"/>
                    <a:pt x="14963" y="16778"/>
                    <a:pt x="15380" y="17041"/>
                  </a:cubicBezTo>
                  <a:lnTo>
                    <a:pt x="17096" y="18227"/>
                  </a:lnTo>
                  <a:cubicBezTo>
                    <a:pt x="17096" y="18227"/>
                    <a:pt x="17513" y="18446"/>
                    <a:pt x="17792" y="18446"/>
                  </a:cubicBezTo>
                  <a:cubicBezTo>
                    <a:pt x="17977" y="18446"/>
                    <a:pt x="18163" y="18446"/>
                    <a:pt x="18348" y="18314"/>
                  </a:cubicBezTo>
                  <a:lnTo>
                    <a:pt x="25398" y="14627"/>
                  </a:lnTo>
                  <a:lnTo>
                    <a:pt x="28830" y="18095"/>
                  </a:lnTo>
                  <a:cubicBezTo>
                    <a:pt x="29061" y="18358"/>
                    <a:pt x="29432" y="18446"/>
                    <a:pt x="29804" y="18446"/>
                  </a:cubicBezTo>
                  <a:cubicBezTo>
                    <a:pt x="30174" y="18402"/>
                    <a:pt x="30499" y="18183"/>
                    <a:pt x="30685" y="17876"/>
                  </a:cubicBezTo>
                  <a:lnTo>
                    <a:pt x="35322" y="9666"/>
                  </a:lnTo>
                  <a:lnTo>
                    <a:pt x="36482" y="7647"/>
                  </a:lnTo>
                  <a:cubicBezTo>
                    <a:pt x="36760" y="7120"/>
                    <a:pt x="36574" y="6462"/>
                    <a:pt x="36018" y="6154"/>
                  </a:cubicBezTo>
                  <a:cubicBezTo>
                    <a:pt x="35461" y="5891"/>
                    <a:pt x="34766" y="6066"/>
                    <a:pt x="34441" y="6593"/>
                  </a:cubicBezTo>
                  <a:lnTo>
                    <a:pt x="33467" y="8349"/>
                  </a:lnTo>
                  <a:lnTo>
                    <a:pt x="29432" y="15505"/>
                  </a:lnTo>
                  <a:lnTo>
                    <a:pt x="26464" y="1252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6" name="Freeform: Shape 2565">
              <a:extLst>
                <a:ext uri="{FF2B5EF4-FFF2-40B4-BE49-F238E27FC236}">
                  <a16:creationId xmlns:a16="http://schemas.microsoft.com/office/drawing/2014/main" id="{636706B1-F6CD-3EB2-E9F4-74663C48D00A}"/>
                </a:ext>
              </a:extLst>
            </p:cNvPr>
            <p:cNvSpPr>
              <a:spLocks/>
            </p:cNvSpPr>
            <p:nvPr/>
          </p:nvSpPr>
          <p:spPr>
            <a:xfrm>
              <a:off x="8375388" y="3960392"/>
              <a:ext cx="39209" cy="30439"/>
            </a:xfrm>
            <a:custGeom>
              <a:avLst/>
              <a:gdLst>
                <a:gd name="connsiteX0" fmla="*/ 14663 w 26268"/>
                <a:gd name="connsiteY0" fmla="*/ 20393 h 20393"/>
                <a:gd name="connsiteX1" fmla="*/ 15498 w 26268"/>
                <a:gd name="connsiteY1" fmla="*/ 20042 h 20393"/>
                <a:gd name="connsiteX2" fmla="*/ 18698 w 26268"/>
                <a:gd name="connsiteY2" fmla="*/ 16793 h 20393"/>
                <a:gd name="connsiteX3" fmla="*/ 18930 w 26268"/>
                <a:gd name="connsiteY3" fmla="*/ 15696 h 20393"/>
                <a:gd name="connsiteX4" fmla="*/ 16425 w 26268"/>
                <a:gd name="connsiteY4" fmla="*/ 8716 h 20393"/>
                <a:gd name="connsiteX5" fmla="*/ 19023 w 26268"/>
                <a:gd name="connsiteY5" fmla="*/ 7882 h 20393"/>
                <a:gd name="connsiteX6" fmla="*/ 19023 w 26268"/>
                <a:gd name="connsiteY6" fmla="*/ 12798 h 20393"/>
                <a:gd name="connsiteX7" fmla="*/ 20182 w 26268"/>
                <a:gd name="connsiteY7" fmla="*/ 13896 h 20393"/>
                <a:gd name="connsiteX8" fmla="*/ 25098 w 26268"/>
                <a:gd name="connsiteY8" fmla="*/ 13896 h 20393"/>
                <a:gd name="connsiteX9" fmla="*/ 25979 w 26268"/>
                <a:gd name="connsiteY9" fmla="*/ 13501 h 20393"/>
                <a:gd name="connsiteX10" fmla="*/ 26257 w 26268"/>
                <a:gd name="connsiteY10" fmla="*/ 12623 h 20393"/>
                <a:gd name="connsiteX11" fmla="*/ 24866 w 26268"/>
                <a:gd name="connsiteY11" fmla="*/ 3360 h 20393"/>
                <a:gd name="connsiteX12" fmla="*/ 24495 w 26268"/>
                <a:gd name="connsiteY12" fmla="*/ 945 h 20393"/>
                <a:gd name="connsiteX13" fmla="*/ 23197 w 26268"/>
                <a:gd name="connsiteY13" fmla="*/ 23 h 20393"/>
                <a:gd name="connsiteX14" fmla="*/ 22223 w 26268"/>
                <a:gd name="connsiteY14" fmla="*/ 1253 h 20393"/>
                <a:gd name="connsiteX15" fmla="*/ 22779 w 26268"/>
                <a:gd name="connsiteY15" fmla="*/ 5116 h 20393"/>
                <a:gd name="connsiteX16" fmla="*/ 23753 w 26268"/>
                <a:gd name="connsiteY16" fmla="*/ 11657 h 20393"/>
                <a:gd name="connsiteX17" fmla="*/ 21341 w 26268"/>
                <a:gd name="connsiteY17" fmla="*/ 11657 h 20393"/>
                <a:gd name="connsiteX18" fmla="*/ 21341 w 26268"/>
                <a:gd name="connsiteY18" fmla="*/ 6301 h 20393"/>
                <a:gd name="connsiteX19" fmla="*/ 20878 w 26268"/>
                <a:gd name="connsiteY19" fmla="*/ 5423 h 20393"/>
                <a:gd name="connsiteX20" fmla="*/ 19811 w 26268"/>
                <a:gd name="connsiteY20" fmla="*/ 5291 h 20393"/>
                <a:gd name="connsiteX21" fmla="*/ 14617 w 26268"/>
                <a:gd name="connsiteY21" fmla="*/ 6960 h 20393"/>
                <a:gd name="connsiteX22" fmla="*/ 14014 w 26268"/>
                <a:gd name="connsiteY22" fmla="*/ 7443 h 20393"/>
                <a:gd name="connsiteX23" fmla="*/ 13967 w 26268"/>
                <a:gd name="connsiteY23" fmla="*/ 7486 h 20393"/>
                <a:gd name="connsiteX24" fmla="*/ 13967 w 26268"/>
                <a:gd name="connsiteY24" fmla="*/ 7530 h 20393"/>
                <a:gd name="connsiteX25" fmla="*/ 13921 w 26268"/>
                <a:gd name="connsiteY25" fmla="*/ 8321 h 20393"/>
                <a:gd name="connsiteX26" fmla="*/ 16611 w 26268"/>
                <a:gd name="connsiteY26" fmla="*/ 15696 h 20393"/>
                <a:gd name="connsiteX27" fmla="*/ 14663 w 26268"/>
                <a:gd name="connsiteY27" fmla="*/ 17671 h 20393"/>
                <a:gd name="connsiteX28" fmla="*/ 4414 w 26268"/>
                <a:gd name="connsiteY28" fmla="*/ 9199 h 20393"/>
                <a:gd name="connsiteX29" fmla="*/ 1909 w 26268"/>
                <a:gd name="connsiteY29" fmla="*/ 7135 h 20393"/>
                <a:gd name="connsiteX30" fmla="*/ 286 w 26268"/>
                <a:gd name="connsiteY30" fmla="*/ 7223 h 20393"/>
                <a:gd name="connsiteX31" fmla="*/ 379 w 26268"/>
                <a:gd name="connsiteY31" fmla="*/ 8759 h 20393"/>
                <a:gd name="connsiteX32" fmla="*/ 2466 w 26268"/>
                <a:gd name="connsiteY32" fmla="*/ 10472 h 20393"/>
                <a:gd name="connsiteX33" fmla="*/ 14014 w 26268"/>
                <a:gd name="connsiteY33" fmla="*/ 19998 h 20393"/>
                <a:gd name="connsiteX34" fmla="*/ 14756 w 26268"/>
                <a:gd name="connsiteY34" fmla="*/ 20262 h 20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6268" h="20393">
                  <a:moveTo>
                    <a:pt x="14663" y="20393"/>
                  </a:moveTo>
                  <a:cubicBezTo>
                    <a:pt x="14988" y="20393"/>
                    <a:pt x="15266" y="20262"/>
                    <a:pt x="15498" y="20042"/>
                  </a:cubicBezTo>
                  <a:lnTo>
                    <a:pt x="18698" y="16793"/>
                  </a:lnTo>
                  <a:cubicBezTo>
                    <a:pt x="18976" y="16486"/>
                    <a:pt x="19069" y="16091"/>
                    <a:pt x="18930" y="15696"/>
                  </a:cubicBezTo>
                  <a:lnTo>
                    <a:pt x="16425" y="8716"/>
                  </a:lnTo>
                  <a:lnTo>
                    <a:pt x="19023" y="7882"/>
                  </a:lnTo>
                  <a:lnTo>
                    <a:pt x="19023" y="12798"/>
                  </a:lnTo>
                  <a:cubicBezTo>
                    <a:pt x="19023" y="13413"/>
                    <a:pt x="19533" y="13896"/>
                    <a:pt x="20182" y="13896"/>
                  </a:cubicBezTo>
                  <a:lnTo>
                    <a:pt x="25098" y="13896"/>
                  </a:lnTo>
                  <a:cubicBezTo>
                    <a:pt x="25423" y="13896"/>
                    <a:pt x="25747" y="13764"/>
                    <a:pt x="25979" y="13501"/>
                  </a:cubicBezTo>
                  <a:cubicBezTo>
                    <a:pt x="26211" y="13281"/>
                    <a:pt x="26304" y="12930"/>
                    <a:pt x="26257" y="12623"/>
                  </a:cubicBezTo>
                  <a:lnTo>
                    <a:pt x="24866" y="3360"/>
                  </a:lnTo>
                  <a:lnTo>
                    <a:pt x="24495" y="945"/>
                  </a:lnTo>
                  <a:cubicBezTo>
                    <a:pt x="24402" y="331"/>
                    <a:pt x="23800" y="-108"/>
                    <a:pt x="23197" y="23"/>
                  </a:cubicBezTo>
                  <a:cubicBezTo>
                    <a:pt x="22547" y="111"/>
                    <a:pt x="22130" y="682"/>
                    <a:pt x="22223" y="1253"/>
                  </a:cubicBezTo>
                  <a:lnTo>
                    <a:pt x="22779" y="5116"/>
                  </a:lnTo>
                  <a:lnTo>
                    <a:pt x="23753" y="11657"/>
                  </a:lnTo>
                  <a:lnTo>
                    <a:pt x="21341" y="11657"/>
                  </a:lnTo>
                  <a:lnTo>
                    <a:pt x="21341" y="6301"/>
                  </a:lnTo>
                  <a:cubicBezTo>
                    <a:pt x="21341" y="5950"/>
                    <a:pt x="21156" y="5599"/>
                    <a:pt x="20878" y="5423"/>
                  </a:cubicBezTo>
                  <a:cubicBezTo>
                    <a:pt x="20553" y="5204"/>
                    <a:pt x="20182" y="5160"/>
                    <a:pt x="19811" y="5291"/>
                  </a:cubicBezTo>
                  <a:lnTo>
                    <a:pt x="14617" y="6960"/>
                  </a:lnTo>
                  <a:cubicBezTo>
                    <a:pt x="14338" y="7048"/>
                    <a:pt x="14153" y="7223"/>
                    <a:pt x="14014" y="7443"/>
                  </a:cubicBezTo>
                  <a:cubicBezTo>
                    <a:pt x="14014" y="7443"/>
                    <a:pt x="13967" y="7443"/>
                    <a:pt x="13967" y="7486"/>
                  </a:cubicBezTo>
                  <a:cubicBezTo>
                    <a:pt x="13967" y="7486"/>
                    <a:pt x="13967" y="7486"/>
                    <a:pt x="13967" y="7530"/>
                  </a:cubicBezTo>
                  <a:cubicBezTo>
                    <a:pt x="13828" y="7794"/>
                    <a:pt x="13828" y="8057"/>
                    <a:pt x="13921" y="8321"/>
                  </a:cubicBezTo>
                  <a:lnTo>
                    <a:pt x="16611" y="15696"/>
                  </a:lnTo>
                  <a:lnTo>
                    <a:pt x="14663" y="17671"/>
                  </a:lnTo>
                  <a:lnTo>
                    <a:pt x="4414" y="9199"/>
                  </a:lnTo>
                  <a:lnTo>
                    <a:pt x="1909" y="7135"/>
                  </a:lnTo>
                  <a:cubicBezTo>
                    <a:pt x="1446" y="6740"/>
                    <a:pt x="703" y="6784"/>
                    <a:pt x="286" y="7223"/>
                  </a:cubicBezTo>
                  <a:cubicBezTo>
                    <a:pt x="-131" y="7662"/>
                    <a:pt x="-85" y="8365"/>
                    <a:pt x="379" y="8759"/>
                  </a:cubicBezTo>
                  <a:lnTo>
                    <a:pt x="2466" y="10472"/>
                  </a:lnTo>
                  <a:lnTo>
                    <a:pt x="14014" y="19998"/>
                  </a:lnTo>
                  <a:cubicBezTo>
                    <a:pt x="14014" y="19998"/>
                    <a:pt x="14524" y="20262"/>
                    <a:pt x="14756" y="2026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7" name="Freeform: Shape 2566">
              <a:extLst>
                <a:ext uri="{FF2B5EF4-FFF2-40B4-BE49-F238E27FC236}">
                  <a16:creationId xmlns:a16="http://schemas.microsoft.com/office/drawing/2014/main" id="{A8845B8E-B1F1-110D-7368-168895963759}"/>
                </a:ext>
              </a:extLst>
            </p:cNvPr>
            <p:cNvSpPr>
              <a:spLocks/>
            </p:cNvSpPr>
            <p:nvPr/>
          </p:nvSpPr>
          <p:spPr>
            <a:xfrm>
              <a:off x="8270889" y="3976089"/>
              <a:ext cx="206290" cy="84004"/>
            </a:xfrm>
            <a:custGeom>
              <a:avLst/>
              <a:gdLst>
                <a:gd name="connsiteX0" fmla="*/ 16313 w 138205"/>
                <a:gd name="connsiteY0" fmla="*/ 56280 h 56279"/>
                <a:gd name="connsiteX1" fmla="*/ 20394 w 138205"/>
                <a:gd name="connsiteY1" fmla="*/ 56280 h 56279"/>
                <a:gd name="connsiteX2" fmla="*/ 20812 w 138205"/>
                <a:gd name="connsiteY2" fmla="*/ 56192 h 56279"/>
                <a:gd name="connsiteX3" fmla="*/ 29484 w 138205"/>
                <a:gd name="connsiteY3" fmla="*/ 53031 h 56279"/>
                <a:gd name="connsiteX4" fmla="*/ 35513 w 138205"/>
                <a:gd name="connsiteY4" fmla="*/ 54216 h 56279"/>
                <a:gd name="connsiteX5" fmla="*/ 35931 w 138205"/>
                <a:gd name="connsiteY5" fmla="*/ 54216 h 56279"/>
                <a:gd name="connsiteX6" fmla="*/ 44325 w 138205"/>
                <a:gd name="connsiteY6" fmla="*/ 52987 h 56279"/>
                <a:gd name="connsiteX7" fmla="*/ 45299 w 138205"/>
                <a:gd name="connsiteY7" fmla="*/ 51890 h 56279"/>
                <a:gd name="connsiteX8" fmla="*/ 45299 w 138205"/>
                <a:gd name="connsiteY8" fmla="*/ 47807 h 56279"/>
                <a:gd name="connsiteX9" fmla="*/ 50215 w 138205"/>
                <a:gd name="connsiteY9" fmla="*/ 45436 h 56279"/>
                <a:gd name="connsiteX10" fmla="*/ 56615 w 138205"/>
                <a:gd name="connsiteY10" fmla="*/ 45436 h 56279"/>
                <a:gd name="connsiteX11" fmla="*/ 56615 w 138205"/>
                <a:gd name="connsiteY11" fmla="*/ 47105 h 56279"/>
                <a:gd name="connsiteX12" fmla="*/ 57450 w 138205"/>
                <a:gd name="connsiteY12" fmla="*/ 48159 h 56279"/>
                <a:gd name="connsiteX13" fmla="*/ 68441 w 138205"/>
                <a:gd name="connsiteY13" fmla="*/ 51012 h 56279"/>
                <a:gd name="connsiteX14" fmla="*/ 69647 w 138205"/>
                <a:gd name="connsiteY14" fmla="*/ 50617 h 56279"/>
                <a:gd name="connsiteX15" fmla="*/ 71595 w 138205"/>
                <a:gd name="connsiteY15" fmla="*/ 48202 h 56279"/>
                <a:gd name="connsiteX16" fmla="*/ 83050 w 138205"/>
                <a:gd name="connsiteY16" fmla="*/ 48202 h 56279"/>
                <a:gd name="connsiteX17" fmla="*/ 84210 w 138205"/>
                <a:gd name="connsiteY17" fmla="*/ 47280 h 56279"/>
                <a:gd name="connsiteX18" fmla="*/ 85137 w 138205"/>
                <a:gd name="connsiteY18" fmla="*/ 42364 h 56279"/>
                <a:gd name="connsiteX19" fmla="*/ 87410 w 138205"/>
                <a:gd name="connsiteY19" fmla="*/ 40652 h 56279"/>
                <a:gd name="connsiteX20" fmla="*/ 87827 w 138205"/>
                <a:gd name="connsiteY20" fmla="*/ 39773 h 56279"/>
                <a:gd name="connsiteX21" fmla="*/ 87827 w 138205"/>
                <a:gd name="connsiteY21" fmla="*/ 35427 h 56279"/>
                <a:gd name="connsiteX22" fmla="*/ 93670 w 138205"/>
                <a:gd name="connsiteY22" fmla="*/ 31915 h 56279"/>
                <a:gd name="connsiteX23" fmla="*/ 94134 w 138205"/>
                <a:gd name="connsiteY23" fmla="*/ 30555 h 56279"/>
                <a:gd name="connsiteX24" fmla="*/ 92140 w 138205"/>
                <a:gd name="connsiteY24" fmla="*/ 26121 h 56279"/>
                <a:gd name="connsiteX25" fmla="*/ 95479 w 138205"/>
                <a:gd name="connsiteY25" fmla="*/ 23574 h 56279"/>
                <a:gd name="connsiteX26" fmla="*/ 97659 w 138205"/>
                <a:gd name="connsiteY26" fmla="*/ 23574 h 56279"/>
                <a:gd name="connsiteX27" fmla="*/ 98726 w 138205"/>
                <a:gd name="connsiteY27" fmla="*/ 22916 h 56279"/>
                <a:gd name="connsiteX28" fmla="*/ 101601 w 138205"/>
                <a:gd name="connsiteY28" fmla="*/ 16331 h 56279"/>
                <a:gd name="connsiteX29" fmla="*/ 101601 w 138205"/>
                <a:gd name="connsiteY29" fmla="*/ 15497 h 56279"/>
                <a:gd name="connsiteX30" fmla="*/ 98957 w 138205"/>
                <a:gd name="connsiteY30" fmla="*/ 8956 h 56279"/>
                <a:gd name="connsiteX31" fmla="*/ 103688 w 138205"/>
                <a:gd name="connsiteY31" fmla="*/ 3556 h 56279"/>
                <a:gd name="connsiteX32" fmla="*/ 113010 w 138205"/>
                <a:gd name="connsiteY32" fmla="*/ 3556 h 56279"/>
                <a:gd name="connsiteX33" fmla="*/ 113334 w 138205"/>
                <a:gd name="connsiteY33" fmla="*/ 3512 h 56279"/>
                <a:gd name="connsiteX34" fmla="*/ 117694 w 138205"/>
                <a:gd name="connsiteY34" fmla="*/ 2239 h 56279"/>
                <a:gd name="connsiteX35" fmla="*/ 126552 w 138205"/>
                <a:gd name="connsiteY35" fmla="*/ 4039 h 56279"/>
                <a:gd name="connsiteX36" fmla="*/ 128314 w 138205"/>
                <a:gd name="connsiteY36" fmla="*/ 6234 h 56279"/>
                <a:gd name="connsiteX37" fmla="*/ 129056 w 138205"/>
                <a:gd name="connsiteY37" fmla="*/ 6629 h 56279"/>
                <a:gd name="connsiteX38" fmla="*/ 130958 w 138205"/>
                <a:gd name="connsiteY38" fmla="*/ 6936 h 56279"/>
                <a:gd name="connsiteX39" fmla="*/ 136848 w 138205"/>
                <a:gd name="connsiteY39" fmla="*/ 7902 h 56279"/>
                <a:gd name="connsiteX40" fmla="*/ 138192 w 138205"/>
                <a:gd name="connsiteY40" fmla="*/ 7024 h 56279"/>
                <a:gd name="connsiteX41" fmla="*/ 137265 w 138205"/>
                <a:gd name="connsiteY41" fmla="*/ 5751 h 56279"/>
                <a:gd name="connsiteX42" fmla="*/ 130401 w 138205"/>
                <a:gd name="connsiteY42" fmla="*/ 4609 h 56279"/>
                <a:gd name="connsiteX43" fmla="*/ 129891 w 138205"/>
                <a:gd name="connsiteY43" fmla="*/ 4522 h 56279"/>
                <a:gd name="connsiteX44" fmla="*/ 128129 w 138205"/>
                <a:gd name="connsiteY44" fmla="*/ 2327 h 56279"/>
                <a:gd name="connsiteX45" fmla="*/ 127433 w 138205"/>
                <a:gd name="connsiteY45" fmla="*/ 1932 h 56279"/>
                <a:gd name="connsiteX46" fmla="*/ 117879 w 138205"/>
                <a:gd name="connsiteY46" fmla="*/ 0 h 56279"/>
                <a:gd name="connsiteX47" fmla="*/ 117277 w 138205"/>
                <a:gd name="connsiteY47" fmla="*/ 0 h 56279"/>
                <a:gd name="connsiteX48" fmla="*/ 112824 w 138205"/>
                <a:gd name="connsiteY48" fmla="*/ 1317 h 56279"/>
                <a:gd name="connsiteX49" fmla="*/ 103131 w 138205"/>
                <a:gd name="connsiteY49" fmla="*/ 1317 h 56279"/>
                <a:gd name="connsiteX50" fmla="*/ 102250 w 138205"/>
                <a:gd name="connsiteY50" fmla="*/ 1712 h 56279"/>
                <a:gd name="connsiteX51" fmla="*/ 96731 w 138205"/>
                <a:gd name="connsiteY51" fmla="*/ 8034 h 56279"/>
                <a:gd name="connsiteX52" fmla="*/ 96546 w 138205"/>
                <a:gd name="connsiteY52" fmla="*/ 9131 h 56279"/>
                <a:gd name="connsiteX53" fmla="*/ 99282 w 138205"/>
                <a:gd name="connsiteY53" fmla="*/ 15848 h 56279"/>
                <a:gd name="connsiteX54" fmla="*/ 96870 w 138205"/>
                <a:gd name="connsiteY54" fmla="*/ 21335 h 56279"/>
                <a:gd name="connsiteX55" fmla="*/ 95015 w 138205"/>
                <a:gd name="connsiteY55" fmla="*/ 21335 h 56279"/>
                <a:gd name="connsiteX56" fmla="*/ 94273 w 138205"/>
                <a:gd name="connsiteY56" fmla="*/ 21555 h 56279"/>
                <a:gd name="connsiteX57" fmla="*/ 89914 w 138205"/>
                <a:gd name="connsiteY57" fmla="*/ 24847 h 56279"/>
                <a:gd name="connsiteX58" fmla="*/ 89589 w 138205"/>
                <a:gd name="connsiteY58" fmla="*/ 26121 h 56279"/>
                <a:gd name="connsiteX59" fmla="*/ 91537 w 138205"/>
                <a:gd name="connsiteY59" fmla="*/ 30467 h 56279"/>
                <a:gd name="connsiteX60" fmla="*/ 85972 w 138205"/>
                <a:gd name="connsiteY60" fmla="*/ 33803 h 56279"/>
                <a:gd name="connsiteX61" fmla="*/ 85415 w 138205"/>
                <a:gd name="connsiteY61" fmla="*/ 34725 h 56279"/>
                <a:gd name="connsiteX62" fmla="*/ 85415 w 138205"/>
                <a:gd name="connsiteY62" fmla="*/ 39115 h 56279"/>
                <a:gd name="connsiteX63" fmla="*/ 83236 w 138205"/>
                <a:gd name="connsiteY63" fmla="*/ 40739 h 56279"/>
                <a:gd name="connsiteX64" fmla="*/ 82818 w 138205"/>
                <a:gd name="connsiteY64" fmla="*/ 41398 h 56279"/>
                <a:gd name="connsiteX65" fmla="*/ 81983 w 138205"/>
                <a:gd name="connsiteY65" fmla="*/ 45832 h 56279"/>
                <a:gd name="connsiteX66" fmla="*/ 70945 w 138205"/>
                <a:gd name="connsiteY66" fmla="*/ 45832 h 56279"/>
                <a:gd name="connsiteX67" fmla="*/ 70018 w 138205"/>
                <a:gd name="connsiteY67" fmla="*/ 46271 h 56279"/>
                <a:gd name="connsiteX68" fmla="*/ 68163 w 138205"/>
                <a:gd name="connsiteY68" fmla="*/ 48553 h 56279"/>
                <a:gd name="connsiteX69" fmla="*/ 58748 w 138205"/>
                <a:gd name="connsiteY69" fmla="*/ 46139 h 56279"/>
                <a:gd name="connsiteX70" fmla="*/ 58748 w 138205"/>
                <a:gd name="connsiteY70" fmla="*/ 44207 h 56279"/>
                <a:gd name="connsiteX71" fmla="*/ 57589 w 138205"/>
                <a:gd name="connsiteY71" fmla="*/ 43110 h 56279"/>
                <a:gd name="connsiteX72" fmla="*/ 49751 w 138205"/>
                <a:gd name="connsiteY72" fmla="*/ 43110 h 56279"/>
                <a:gd name="connsiteX73" fmla="*/ 49241 w 138205"/>
                <a:gd name="connsiteY73" fmla="*/ 43241 h 56279"/>
                <a:gd name="connsiteX74" fmla="*/ 43444 w 138205"/>
                <a:gd name="connsiteY74" fmla="*/ 46007 h 56279"/>
                <a:gd name="connsiteX75" fmla="*/ 42795 w 138205"/>
                <a:gd name="connsiteY75" fmla="*/ 46973 h 56279"/>
                <a:gd name="connsiteX76" fmla="*/ 42795 w 138205"/>
                <a:gd name="connsiteY76" fmla="*/ 50792 h 56279"/>
                <a:gd name="connsiteX77" fmla="*/ 35560 w 138205"/>
                <a:gd name="connsiteY77" fmla="*/ 51846 h 56279"/>
                <a:gd name="connsiteX78" fmla="*/ 29392 w 138205"/>
                <a:gd name="connsiteY78" fmla="*/ 50661 h 56279"/>
                <a:gd name="connsiteX79" fmla="*/ 28742 w 138205"/>
                <a:gd name="connsiteY79" fmla="*/ 50705 h 56279"/>
                <a:gd name="connsiteX80" fmla="*/ 19977 w 138205"/>
                <a:gd name="connsiteY80" fmla="*/ 53909 h 56279"/>
                <a:gd name="connsiteX81" fmla="*/ 16638 w 138205"/>
                <a:gd name="connsiteY81" fmla="*/ 53909 h 56279"/>
                <a:gd name="connsiteX82" fmla="*/ 2678 w 138205"/>
                <a:gd name="connsiteY82" fmla="*/ 39335 h 56279"/>
                <a:gd name="connsiteX83" fmla="*/ 3374 w 138205"/>
                <a:gd name="connsiteY83" fmla="*/ 38676 h 56279"/>
                <a:gd name="connsiteX84" fmla="*/ 8012 w 138205"/>
                <a:gd name="connsiteY84" fmla="*/ 34110 h 56279"/>
                <a:gd name="connsiteX85" fmla="*/ 8012 w 138205"/>
                <a:gd name="connsiteY85" fmla="*/ 32574 h 56279"/>
                <a:gd name="connsiteX86" fmla="*/ 6388 w 138205"/>
                <a:gd name="connsiteY86" fmla="*/ 32574 h 56279"/>
                <a:gd name="connsiteX87" fmla="*/ 313 w 138205"/>
                <a:gd name="connsiteY87" fmla="*/ 38544 h 56279"/>
                <a:gd name="connsiteX88" fmla="*/ 313 w 138205"/>
                <a:gd name="connsiteY88" fmla="*/ 40037 h 56279"/>
                <a:gd name="connsiteX89" fmla="*/ 452 w 138205"/>
                <a:gd name="connsiteY89" fmla="*/ 40169 h 56279"/>
                <a:gd name="connsiteX90" fmla="*/ 15386 w 138205"/>
                <a:gd name="connsiteY90" fmla="*/ 55753 h 56279"/>
                <a:gd name="connsiteX91" fmla="*/ 16267 w 138205"/>
                <a:gd name="connsiteY91" fmla="*/ 56104 h 5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38205" h="56279">
                  <a:moveTo>
                    <a:pt x="16313" y="56280"/>
                  </a:moveTo>
                  <a:lnTo>
                    <a:pt x="20394" y="56280"/>
                  </a:lnTo>
                  <a:cubicBezTo>
                    <a:pt x="20394" y="56280"/>
                    <a:pt x="20673" y="56280"/>
                    <a:pt x="20812" y="56192"/>
                  </a:cubicBezTo>
                  <a:lnTo>
                    <a:pt x="29484" y="53031"/>
                  </a:lnTo>
                  <a:lnTo>
                    <a:pt x="35513" y="54216"/>
                  </a:lnTo>
                  <a:cubicBezTo>
                    <a:pt x="35513" y="54216"/>
                    <a:pt x="35792" y="54216"/>
                    <a:pt x="35931" y="54216"/>
                  </a:cubicBezTo>
                  <a:lnTo>
                    <a:pt x="44325" y="52987"/>
                  </a:lnTo>
                  <a:cubicBezTo>
                    <a:pt x="44881" y="52900"/>
                    <a:pt x="45299" y="52461"/>
                    <a:pt x="45299" y="51890"/>
                  </a:cubicBezTo>
                  <a:lnTo>
                    <a:pt x="45299" y="47807"/>
                  </a:lnTo>
                  <a:lnTo>
                    <a:pt x="50215" y="45436"/>
                  </a:lnTo>
                  <a:lnTo>
                    <a:pt x="56615" y="45436"/>
                  </a:lnTo>
                  <a:lnTo>
                    <a:pt x="56615" y="47105"/>
                  </a:lnTo>
                  <a:cubicBezTo>
                    <a:pt x="56615" y="47588"/>
                    <a:pt x="56986" y="48027"/>
                    <a:pt x="57450" y="48159"/>
                  </a:cubicBezTo>
                  <a:lnTo>
                    <a:pt x="68441" y="51012"/>
                  </a:lnTo>
                  <a:cubicBezTo>
                    <a:pt x="68905" y="51144"/>
                    <a:pt x="69369" y="51012"/>
                    <a:pt x="69647" y="50617"/>
                  </a:cubicBezTo>
                  <a:lnTo>
                    <a:pt x="71595" y="48202"/>
                  </a:lnTo>
                  <a:lnTo>
                    <a:pt x="83050" y="48202"/>
                  </a:lnTo>
                  <a:cubicBezTo>
                    <a:pt x="83607" y="48202"/>
                    <a:pt x="84070" y="47807"/>
                    <a:pt x="84210" y="47280"/>
                  </a:cubicBezTo>
                  <a:lnTo>
                    <a:pt x="85137" y="42364"/>
                  </a:lnTo>
                  <a:lnTo>
                    <a:pt x="87410" y="40652"/>
                  </a:lnTo>
                  <a:cubicBezTo>
                    <a:pt x="87688" y="40432"/>
                    <a:pt x="87827" y="40125"/>
                    <a:pt x="87827" y="39773"/>
                  </a:cubicBezTo>
                  <a:lnTo>
                    <a:pt x="87827" y="35427"/>
                  </a:lnTo>
                  <a:lnTo>
                    <a:pt x="93670" y="31915"/>
                  </a:lnTo>
                  <a:cubicBezTo>
                    <a:pt x="94134" y="31608"/>
                    <a:pt x="94320" y="31037"/>
                    <a:pt x="94134" y="30555"/>
                  </a:cubicBezTo>
                  <a:lnTo>
                    <a:pt x="92140" y="26121"/>
                  </a:lnTo>
                  <a:lnTo>
                    <a:pt x="95479" y="23574"/>
                  </a:lnTo>
                  <a:lnTo>
                    <a:pt x="97659" y="23574"/>
                  </a:lnTo>
                  <a:cubicBezTo>
                    <a:pt x="98123" y="23574"/>
                    <a:pt x="98540" y="23311"/>
                    <a:pt x="98726" y="22916"/>
                  </a:cubicBezTo>
                  <a:lnTo>
                    <a:pt x="101601" y="16331"/>
                  </a:lnTo>
                  <a:cubicBezTo>
                    <a:pt x="101740" y="16067"/>
                    <a:pt x="101740" y="15804"/>
                    <a:pt x="101601" y="15497"/>
                  </a:cubicBezTo>
                  <a:lnTo>
                    <a:pt x="98957" y="8956"/>
                  </a:lnTo>
                  <a:lnTo>
                    <a:pt x="103688" y="3556"/>
                  </a:lnTo>
                  <a:lnTo>
                    <a:pt x="113010" y="3556"/>
                  </a:lnTo>
                  <a:cubicBezTo>
                    <a:pt x="113010" y="3556"/>
                    <a:pt x="113242" y="3556"/>
                    <a:pt x="113334" y="3512"/>
                  </a:cubicBezTo>
                  <a:lnTo>
                    <a:pt x="117694" y="2239"/>
                  </a:lnTo>
                  <a:lnTo>
                    <a:pt x="126552" y="4039"/>
                  </a:lnTo>
                  <a:lnTo>
                    <a:pt x="128314" y="6234"/>
                  </a:lnTo>
                  <a:cubicBezTo>
                    <a:pt x="128314" y="6234"/>
                    <a:pt x="128732" y="6585"/>
                    <a:pt x="129056" y="6629"/>
                  </a:cubicBezTo>
                  <a:lnTo>
                    <a:pt x="130958" y="6936"/>
                  </a:lnTo>
                  <a:lnTo>
                    <a:pt x="136848" y="7902"/>
                  </a:lnTo>
                  <a:cubicBezTo>
                    <a:pt x="137497" y="8034"/>
                    <a:pt x="138053" y="7595"/>
                    <a:pt x="138192" y="7024"/>
                  </a:cubicBezTo>
                  <a:cubicBezTo>
                    <a:pt x="138285" y="6410"/>
                    <a:pt x="137868" y="5839"/>
                    <a:pt x="137265" y="5751"/>
                  </a:cubicBezTo>
                  <a:lnTo>
                    <a:pt x="130401" y="4609"/>
                  </a:lnTo>
                  <a:lnTo>
                    <a:pt x="129891" y="4522"/>
                  </a:lnTo>
                  <a:lnTo>
                    <a:pt x="128129" y="2327"/>
                  </a:lnTo>
                  <a:cubicBezTo>
                    <a:pt x="128129" y="2327"/>
                    <a:pt x="127711" y="1976"/>
                    <a:pt x="127433" y="1932"/>
                  </a:cubicBezTo>
                  <a:lnTo>
                    <a:pt x="117879" y="0"/>
                  </a:lnTo>
                  <a:cubicBezTo>
                    <a:pt x="117879" y="0"/>
                    <a:pt x="117508" y="0"/>
                    <a:pt x="117277" y="0"/>
                  </a:cubicBezTo>
                  <a:lnTo>
                    <a:pt x="112824" y="1317"/>
                  </a:lnTo>
                  <a:lnTo>
                    <a:pt x="103131" y="1317"/>
                  </a:lnTo>
                  <a:cubicBezTo>
                    <a:pt x="102807" y="1317"/>
                    <a:pt x="102436" y="1449"/>
                    <a:pt x="102250" y="1712"/>
                  </a:cubicBezTo>
                  <a:lnTo>
                    <a:pt x="96731" y="8034"/>
                  </a:lnTo>
                  <a:cubicBezTo>
                    <a:pt x="96453" y="8341"/>
                    <a:pt x="96407" y="8780"/>
                    <a:pt x="96546" y="9131"/>
                  </a:cubicBezTo>
                  <a:lnTo>
                    <a:pt x="99282" y="15848"/>
                  </a:lnTo>
                  <a:lnTo>
                    <a:pt x="96870" y="21335"/>
                  </a:lnTo>
                  <a:lnTo>
                    <a:pt x="95015" y="21335"/>
                  </a:lnTo>
                  <a:cubicBezTo>
                    <a:pt x="94737" y="21335"/>
                    <a:pt x="94505" y="21423"/>
                    <a:pt x="94273" y="21555"/>
                  </a:cubicBezTo>
                  <a:lnTo>
                    <a:pt x="89914" y="24847"/>
                  </a:lnTo>
                  <a:cubicBezTo>
                    <a:pt x="89496" y="25155"/>
                    <a:pt x="89357" y="25681"/>
                    <a:pt x="89589" y="26121"/>
                  </a:cubicBezTo>
                  <a:lnTo>
                    <a:pt x="91537" y="30467"/>
                  </a:lnTo>
                  <a:lnTo>
                    <a:pt x="85972" y="33803"/>
                  </a:lnTo>
                  <a:cubicBezTo>
                    <a:pt x="85647" y="34023"/>
                    <a:pt x="85415" y="34330"/>
                    <a:pt x="85415" y="34725"/>
                  </a:cubicBezTo>
                  <a:lnTo>
                    <a:pt x="85415" y="39115"/>
                  </a:lnTo>
                  <a:lnTo>
                    <a:pt x="83236" y="40739"/>
                  </a:lnTo>
                  <a:cubicBezTo>
                    <a:pt x="83236" y="40739"/>
                    <a:pt x="82864" y="41134"/>
                    <a:pt x="82818" y="41398"/>
                  </a:cubicBezTo>
                  <a:lnTo>
                    <a:pt x="81983" y="45832"/>
                  </a:lnTo>
                  <a:lnTo>
                    <a:pt x="70945" y="45832"/>
                  </a:lnTo>
                  <a:cubicBezTo>
                    <a:pt x="70575" y="45832"/>
                    <a:pt x="70250" y="46007"/>
                    <a:pt x="70018" y="46271"/>
                  </a:cubicBezTo>
                  <a:lnTo>
                    <a:pt x="68163" y="48553"/>
                  </a:lnTo>
                  <a:lnTo>
                    <a:pt x="58748" y="46139"/>
                  </a:lnTo>
                  <a:lnTo>
                    <a:pt x="58748" y="44207"/>
                  </a:lnTo>
                  <a:cubicBezTo>
                    <a:pt x="58748" y="43593"/>
                    <a:pt x="58238" y="43110"/>
                    <a:pt x="57589" y="43110"/>
                  </a:cubicBezTo>
                  <a:lnTo>
                    <a:pt x="49751" y="43110"/>
                  </a:lnTo>
                  <a:cubicBezTo>
                    <a:pt x="49751" y="43110"/>
                    <a:pt x="49380" y="43110"/>
                    <a:pt x="49241" y="43241"/>
                  </a:cubicBezTo>
                  <a:lnTo>
                    <a:pt x="43444" y="46007"/>
                  </a:lnTo>
                  <a:cubicBezTo>
                    <a:pt x="43073" y="46183"/>
                    <a:pt x="42795" y="46578"/>
                    <a:pt x="42795" y="46973"/>
                  </a:cubicBezTo>
                  <a:lnTo>
                    <a:pt x="42795" y="50792"/>
                  </a:lnTo>
                  <a:lnTo>
                    <a:pt x="35560" y="51846"/>
                  </a:lnTo>
                  <a:lnTo>
                    <a:pt x="29392" y="50661"/>
                  </a:lnTo>
                  <a:cubicBezTo>
                    <a:pt x="29392" y="50661"/>
                    <a:pt x="28974" y="50661"/>
                    <a:pt x="28742" y="50705"/>
                  </a:cubicBezTo>
                  <a:lnTo>
                    <a:pt x="19977" y="53909"/>
                  </a:lnTo>
                  <a:lnTo>
                    <a:pt x="16638" y="53909"/>
                  </a:lnTo>
                  <a:lnTo>
                    <a:pt x="2678" y="39335"/>
                  </a:lnTo>
                  <a:lnTo>
                    <a:pt x="3374" y="38676"/>
                  </a:lnTo>
                  <a:lnTo>
                    <a:pt x="8012" y="34110"/>
                  </a:lnTo>
                  <a:cubicBezTo>
                    <a:pt x="8475" y="33671"/>
                    <a:pt x="8429" y="32969"/>
                    <a:pt x="8012" y="32574"/>
                  </a:cubicBezTo>
                  <a:cubicBezTo>
                    <a:pt x="7548" y="32179"/>
                    <a:pt x="6806" y="32179"/>
                    <a:pt x="6388" y="32574"/>
                  </a:cubicBezTo>
                  <a:lnTo>
                    <a:pt x="313" y="38544"/>
                  </a:lnTo>
                  <a:cubicBezTo>
                    <a:pt x="-104" y="38939"/>
                    <a:pt x="-104" y="39598"/>
                    <a:pt x="313" y="40037"/>
                  </a:cubicBezTo>
                  <a:lnTo>
                    <a:pt x="452" y="40169"/>
                  </a:lnTo>
                  <a:lnTo>
                    <a:pt x="15386" y="55753"/>
                  </a:lnTo>
                  <a:cubicBezTo>
                    <a:pt x="15617" y="55973"/>
                    <a:pt x="15942" y="56104"/>
                    <a:pt x="16267" y="5610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8" name="Freeform: Shape 2567">
              <a:extLst>
                <a:ext uri="{FF2B5EF4-FFF2-40B4-BE49-F238E27FC236}">
                  <a16:creationId xmlns:a16="http://schemas.microsoft.com/office/drawing/2014/main" id="{E2C100A0-2AA5-EC5B-84C9-3C69761F54D3}"/>
                </a:ext>
              </a:extLst>
            </p:cNvPr>
            <p:cNvSpPr>
              <a:spLocks/>
            </p:cNvSpPr>
            <p:nvPr/>
          </p:nvSpPr>
          <p:spPr>
            <a:xfrm>
              <a:off x="9012949" y="4132961"/>
              <a:ext cx="6512" cy="154511"/>
            </a:xfrm>
            <a:custGeom>
              <a:avLst/>
              <a:gdLst>
                <a:gd name="connsiteX0" fmla="*/ 3854 w 4363"/>
                <a:gd name="connsiteY0" fmla="*/ 64884 h 103516"/>
                <a:gd name="connsiteX1" fmla="*/ 2277 w 4363"/>
                <a:gd name="connsiteY1" fmla="*/ 62733 h 103516"/>
                <a:gd name="connsiteX2" fmla="*/ 3946 w 4363"/>
                <a:gd name="connsiteY2" fmla="*/ 59836 h 103516"/>
                <a:gd name="connsiteX3" fmla="*/ 4364 w 4363"/>
                <a:gd name="connsiteY3" fmla="*/ 59002 h 103516"/>
                <a:gd name="connsiteX4" fmla="*/ 4364 w 4363"/>
                <a:gd name="connsiteY4" fmla="*/ 1098 h 103516"/>
                <a:gd name="connsiteX5" fmla="*/ 3204 w 4363"/>
                <a:gd name="connsiteY5" fmla="*/ 0 h 103516"/>
                <a:gd name="connsiteX6" fmla="*/ 2045 w 4363"/>
                <a:gd name="connsiteY6" fmla="*/ 1098 h 103516"/>
                <a:gd name="connsiteX7" fmla="*/ 2045 w 4363"/>
                <a:gd name="connsiteY7" fmla="*/ 58519 h 103516"/>
                <a:gd name="connsiteX8" fmla="*/ 4 w 4363"/>
                <a:gd name="connsiteY8" fmla="*/ 62821 h 103516"/>
                <a:gd name="connsiteX9" fmla="*/ 2045 w 4363"/>
                <a:gd name="connsiteY9" fmla="*/ 66333 h 103516"/>
                <a:gd name="connsiteX10" fmla="*/ 2045 w 4363"/>
                <a:gd name="connsiteY10" fmla="*/ 102419 h 103516"/>
                <a:gd name="connsiteX11" fmla="*/ 3204 w 4363"/>
                <a:gd name="connsiteY11" fmla="*/ 103516 h 103516"/>
                <a:gd name="connsiteX12" fmla="*/ 4364 w 4363"/>
                <a:gd name="connsiteY12" fmla="*/ 102419 h 103516"/>
                <a:gd name="connsiteX13" fmla="*/ 4364 w 4363"/>
                <a:gd name="connsiteY13" fmla="*/ 65806 h 103516"/>
                <a:gd name="connsiteX14" fmla="*/ 3854 w 4363"/>
                <a:gd name="connsiteY14" fmla="*/ 64928 h 103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63" h="103516">
                  <a:moveTo>
                    <a:pt x="3854" y="64884"/>
                  </a:moveTo>
                  <a:cubicBezTo>
                    <a:pt x="2833" y="64226"/>
                    <a:pt x="2323" y="63480"/>
                    <a:pt x="2277" y="62733"/>
                  </a:cubicBezTo>
                  <a:cubicBezTo>
                    <a:pt x="2230" y="61504"/>
                    <a:pt x="3436" y="60231"/>
                    <a:pt x="3946" y="59836"/>
                  </a:cubicBezTo>
                  <a:cubicBezTo>
                    <a:pt x="4224" y="59616"/>
                    <a:pt x="4364" y="59309"/>
                    <a:pt x="4364" y="59002"/>
                  </a:cubicBezTo>
                  <a:lnTo>
                    <a:pt x="4364" y="1098"/>
                  </a:lnTo>
                  <a:cubicBezTo>
                    <a:pt x="4364" y="483"/>
                    <a:pt x="3854" y="0"/>
                    <a:pt x="3204" y="0"/>
                  </a:cubicBezTo>
                  <a:cubicBezTo>
                    <a:pt x="2555" y="0"/>
                    <a:pt x="2045" y="483"/>
                    <a:pt x="2045" y="1098"/>
                  </a:cubicBezTo>
                  <a:lnTo>
                    <a:pt x="2045" y="58519"/>
                  </a:lnTo>
                  <a:cubicBezTo>
                    <a:pt x="1303" y="59221"/>
                    <a:pt x="-88" y="60845"/>
                    <a:pt x="4" y="62821"/>
                  </a:cubicBezTo>
                  <a:cubicBezTo>
                    <a:pt x="50" y="64138"/>
                    <a:pt x="746" y="65323"/>
                    <a:pt x="2045" y="66333"/>
                  </a:cubicBezTo>
                  <a:lnTo>
                    <a:pt x="2045" y="102419"/>
                  </a:lnTo>
                  <a:cubicBezTo>
                    <a:pt x="2045" y="103033"/>
                    <a:pt x="2555" y="103516"/>
                    <a:pt x="3204" y="103516"/>
                  </a:cubicBezTo>
                  <a:cubicBezTo>
                    <a:pt x="3854" y="103516"/>
                    <a:pt x="4364" y="103033"/>
                    <a:pt x="4364" y="102419"/>
                  </a:cubicBezTo>
                  <a:lnTo>
                    <a:pt x="4364" y="65806"/>
                  </a:lnTo>
                  <a:cubicBezTo>
                    <a:pt x="4364" y="65455"/>
                    <a:pt x="4178" y="65104"/>
                    <a:pt x="3854" y="6492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9" name="Freeform: Shape 2568">
              <a:extLst>
                <a:ext uri="{FF2B5EF4-FFF2-40B4-BE49-F238E27FC236}">
                  <a16:creationId xmlns:a16="http://schemas.microsoft.com/office/drawing/2014/main" id="{E162B3B4-115F-B5E5-0544-BC3136B936AA}"/>
                </a:ext>
              </a:extLst>
            </p:cNvPr>
            <p:cNvSpPr>
              <a:spLocks/>
            </p:cNvSpPr>
            <p:nvPr/>
          </p:nvSpPr>
          <p:spPr>
            <a:xfrm>
              <a:off x="8651769" y="3132224"/>
              <a:ext cx="74956" cy="36770"/>
            </a:xfrm>
            <a:custGeom>
              <a:avLst/>
              <a:gdLst>
                <a:gd name="connsiteX0" fmla="*/ 36203 w 50217"/>
                <a:gd name="connsiteY0" fmla="*/ 8392 h 24635"/>
                <a:gd name="connsiteX1" fmla="*/ 26603 w 50217"/>
                <a:gd name="connsiteY1" fmla="*/ 8392 h 24635"/>
                <a:gd name="connsiteX2" fmla="*/ 26000 w 50217"/>
                <a:gd name="connsiteY2" fmla="*/ 8568 h 24635"/>
                <a:gd name="connsiteX3" fmla="*/ 18766 w 50217"/>
                <a:gd name="connsiteY3" fmla="*/ 12695 h 24635"/>
                <a:gd name="connsiteX4" fmla="*/ 18209 w 50217"/>
                <a:gd name="connsiteY4" fmla="*/ 13616 h 24635"/>
                <a:gd name="connsiteX5" fmla="*/ 18209 w 50217"/>
                <a:gd name="connsiteY5" fmla="*/ 18006 h 24635"/>
                <a:gd name="connsiteX6" fmla="*/ 13293 w 50217"/>
                <a:gd name="connsiteY6" fmla="*/ 18006 h 24635"/>
                <a:gd name="connsiteX7" fmla="*/ 12366 w 50217"/>
                <a:gd name="connsiteY7" fmla="*/ 18446 h 24635"/>
                <a:gd name="connsiteX8" fmla="*/ 11021 w 50217"/>
                <a:gd name="connsiteY8" fmla="*/ 20158 h 24635"/>
                <a:gd name="connsiteX9" fmla="*/ 9351 w 50217"/>
                <a:gd name="connsiteY9" fmla="*/ 22309 h 24635"/>
                <a:gd name="connsiteX10" fmla="*/ 1420 w 50217"/>
                <a:gd name="connsiteY10" fmla="*/ 20553 h 24635"/>
                <a:gd name="connsiteX11" fmla="*/ 29 w 50217"/>
                <a:gd name="connsiteY11" fmla="*/ 21387 h 24635"/>
                <a:gd name="connsiteX12" fmla="*/ 910 w 50217"/>
                <a:gd name="connsiteY12" fmla="*/ 22704 h 24635"/>
                <a:gd name="connsiteX13" fmla="*/ 9583 w 50217"/>
                <a:gd name="connsiteY13" fmla="*/ 24635 h 24635"/>
                <a:gd name="connsiteX14" fmla="*/ 9861 w 50217"/>
                <a:gd name="connsiteY14" fmla="*/ 24635 h 24635"/>
                <a:gd name="connsiteX15" fmla="*/ 10788 w 50217"/>
                <a:gd name="connsiteY15" fmla="*/ 24196 h 24635"/>
                <a:gd name="connsiteX16" fmla="*/ 13386 w 50217"/>
                <a:gd name="connsiteY16" fmla="*/ 20904 h 24635"/>
                <a:gd name="connsiteX17" fmla="*/ 13942 w 50217"/>
                <a:gd name="connsiteY17" fmla="*/ 20245 h 24635"/>
                <a:gd name="connsiteX18" fmla="*/ 19461 w 50217"/>
                <a:gd name="connsiteY18" fmla="*/ 20245 h 24635"/>
                <a:gd name="connsiteX19" fmla="*/ 20620 w 50217"/>
                <a:gd name="connsiteY19" fmla="*/ 19148 h 24635"/>
                <a:gd name="connsiteX20" fmla="*/ 20620 w 50217"/>
                <a:gd name="connsiteY20" fmla="*/ 14275 h 24635"/>
                <a:gd name="connsiteX21" fmla="*/ 27020 w 50217"/>
                <a:gd name="connsiteY21" fmla="*/ 10631 h 24635"/>
                <a:gd name="connsiteX22" fmla="*/ 36574 w 50217"/>
                <a:gd name="connsiteY22" fmla="*/ 10631 h 24635"/>
                <a:gd name="connsiteX23" fmla="*/ 37085 w 50217"/>
                <a:gd name="connsiteY23" fmla="*/ 10543 h 24635"/>
                <a:gd name="connsiteX24" fmla="*/ 42603 w 50217"/>
                <a:gd name="connsiteY24" fmla="*/ 8085 h 24635"/>
                <a:gd name="connsiteX25" fmla="*/ 42882 w 50217"/>
                <a:gd name="connsiteY25" fmla="*/ 7909 h 24635"/>
                <a:gd name="connsiteX26" fmla="*/ 46453 w 50217"/>
                <a:gd name="connsiteY26" fmla="*/ 4836 h 24635"/>
                <a:gd name="connsiteX27" fmla="*/ 49838 w 50217"/>
                <a:gd name="connsiteY27" fmla="*/ 1895 h 24635"/>
                <a:gd name="connsiteX28" fmla="*/ 49931 w 50217"/>
                <a:gd name="connsiteY28" fmla="*/ 359 h 24635"/>
                <a:gd name="connsiteX29" fmla="*/ 48308 w 50217"/>
                <a:gd name="connsiteY29" fmla="*/ 271 h 24635"/>
                <a:gd name="connsiteX30" fmla="*/ 45247 w 50217"/>
                <a:gd name="connsiteY30" fmla="*/ 2905 h 24635"/>
                <a:gd name="connsiteX31" fmla="*/ 41444 w 50217"/>
                <a:gd name="connsiteY31" fmla="*/ 6197 h 24635"/>
                <a:gd name="connsiteX32" fmla="*/ 36342 w 50217"/>
                <a:gd name="connsiteY32" fmla="*/ 8480 h 24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0217" h="24635">
                  <a:moveTo>
                    <a:pt x="36203" y="8392"/>
                  </a:moveTo>
                  <a:lnTo>
                    <a:pt x="26603" y="8392"/>
                  </a:lnTo>
                  <a:cubicBezTo>
                    <a:pt x="26603" y="8392"/>
                    <a:pt x="26186" y="8436"/>
                    <a:pt x="26000" y="8568"/>
                  </a:cubicBezTo>
                  <a:lnTo>
                    <a:pt x="18766" y="12695"/>
                  </a:lnTo>
                  <a:cubicBezTo>
                    <a:pt x="18394" y="12914"/>
                    <a:pt x="18209" y="13265"/>
                    <a:pt x="18209" y="13616"/>
                  </a:cubicBezTo>
                  <a:lnTo>
                    <a:pt x="18209" y="18006"/>
                  </a:lnTo>
                  <a:lnTo>
                    <a:pt x="13293" y="18006"/>
                  </a:lnTo>
                  <a:cubicBezTo>
                    <a:pt x="12922" y="18006"/>
                    <a:pt x="12597" y="18182"/>
                    <a:pt x="12366" y="18446"/>
                  </a:cubicBezTo>
                  <a:lnTo>
                    <a:pt x="11021" y="20158"/>
                  </a:lnTo>
                  <a:lnTo>
                    <a:pt x="9351" y="22309"/>
                  </a:lnTo>
                  <a:lnTo>
                    <a:pt x="1420" y="20553"/>
                  </a:lnTo>
                  <a:cubicBezTo>
                    <a:pt x="818" y="20377"/>
                    <a:pt x="168" y="20772"/>
                    <a:pt x="29" y="21387"/>
                  </a:cubicBezTo>
                  <a:cubicBezTo>
                    <a:pt x="-110" y="21957"/>
                    <a:pt x="261" y="22572"/>
                    <a:pt x="910" y="22704"/>
                  </a:cubicBezTo>
                  <a:lnTo>
                    <a:pt x="9583" y="24635"/>
                  </a:lnTo>
                  <a:cubicBezTo>
                    <a:pt x="9583" y="24635"/>
                    <a:pt x="9768" y="24635"/>
                    <a:pt x="9861" y="24635"/>
                  </a:cubicBezTo>
                  <a:cubicBezTo>
                    <a:pt x="10232" y="24635"/>
                    <a:pt x="10557" y="24460"/>
                    <a:pt x="10788" y="24196"/>
                  </a:cubicBezTo>
                  <a:lnTo>
                    <a:pt x="13386" y="20904"/>
                  </a:lnTo>
                  <a:lnTo>
                    <a:pt x="13942" y="20245"/>
                  </a:lnTo>
                  <a:lnTo>
                    <a:pt x="19461" y="20245"/>
                  </a:lnTo>
                  <a:cubicBezTo>
                    <a:pt x="20110" y="20245"/>
                    <a:pt x="20620" y="19762"/>
                    <a:pt x="20620" y="19148"/>
                  </a:cubicBezTo>
                  <a:lnTo>
                    <a:pt x="20620" y="14275"/>
                  </a:lnTo>
                  <a:lnTo>
                    <a:pt x="27020" y="10631"/>
                  </a:lnTo>
                  <a:lnTo>
                    <a:pt x="36574" y="10631"/>
                  </a:lnTo>
                  <a:cubicBezTo>
                    <a:pt x="36574" y="10631"/>
                    <a:pt x="36899" y="10631"/>
                    <a:pt x="37085" y="10543"/>
                  </a:cubicBezTo>
                  <a:lnTo>
                    <a:pt x="42603" y="8085"/>
                  </a:lnTo>
                  <a:cubicBezTo>
                    <a:pt x="42603" y="8085"/>
                    <a:pt x="42789" y="7997"/>
                    <a:pt x="42882" y="7909"/>
                  </a:cubicBezTo>
                  <a:lnTo>
                    <a:pt x="46453" y="4836"/>
                  </a:lnTo>
                  <a:lnTo>
                    <a:pt x="49838" y="1895"/>
                  </a:lnTo>
                  <a:cubicBezTo>
                    <a:pt x="50302" y="1500"/>
                    <a:pt x="50348" y="798"/>
                    <a:pt x="49931" y="359"/>
                  </a:cubicBezTo>
                  <a:cubicBezTo>
                    <a:pt x="49514" y="-80"/>
                    <a:pt x="48772" y="-124"/>
                    <a:pt x="48308" y="271"/>
                  </a:cubicBezTo>
                  <a:lnTo>
                    <a:pt x="45247" y="2905"/>
                  </a:lnTo>
                  <a:lnTo>
                    <a:pt x="41444" y="6197"/>
                  </a:lnTo>
                  <a:lnTo>
                    <a:pt x="36342" y="8480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0" name="Freeform: Shape 2569">
              <a:extLst>
                <a:ext uri="{FF2B5EF4-FFF2-40B4-BE49-F238E27FC236}">
                  <a16:creationId xmlns:a16="http://schemas.microsoft.com/office/drawing/2014/main" id="{E8FEFB4B-F806-1D9F-75BA-9EED421A1869}"/>
                </a:ext>
              </a:extLst>
            </p:cNvPr>
            <p:cNvSpPr>
              <a:spLocks/>
            </p:cNvSpPr>
            <p:nvPr/>
          </p:nvSpPr>
          <p:spPr>
            <a:xfrm>
              <a:off x="7258882" y="3172273"/>
              <a:ext cx="29489" cy="13105"/>
            </a:xfrm>
            <a:custGeom>
              <a:avLst/>
              <a:gdLst>
                <a:gd name="connsiteX0" fmla="*/ 46 w 19756"/>
                <a:gd name="connsiteY0" fmla="*/ 2151 h 8780"/>
                <a:gd name="connsiteX1" fmla="*/ 5612 w 19756"/>
                <a:gd name="connsiteY1" fmla="*/ 2151 h 8780"/>
                <a:gd name="connsiteX2" fmla="*/ 10249 w 19756"/>
                <a:gd name="connsiteY2" fmla="*/ 6761 h 8780"/>
                <a:gd name="connsiteX3" fmla="*/ 11131 w 19756"/>
                <a:gd name="connsiteY3" fmla="*/ 7112 h 8780"/>
                <a:gd name="connsiteX4" fmla="*/ 11965 w 19756"/>
                <a:gd name="connsiteY4" fmla="*/ 6717 h 8780"/>
                <a:gd name="connsiteX5" fmla="*/ 14377 w 19756"/>
                <a:gd name="connsiteY5" fmla="*/ 4039 h 8780"/>
                <a:gd name="connsiteX6" fmla="*/ 19571 w 19756"/>
                <a:gd name="connsiteY6" fmla="*/ 8736 h 8780"/>
                <a:gd name="connsiteX7" fmla="*/ 19757 w 19756"/>
                <a:gd name="connsiteY7" fmla="*/ 8780 h 8780"/>
                <a:gd name="connsiteX8" fmla="*/ 19757 w 19756"/>
                <a:gd name="connsiteY8" fmla="*/ 8780 h 8780"/>
                <a:gd name="connsiteX9" fmla="*/ 19479 w 19756"/>
                <a:gd name="connsiteY9" fmla="*/ 8473 h 8780"/>
                <a:gd name="connsiteX10" fmla="*/ 19293 w 19756"/>
                <a:gd name="connsiteY10" fmla="*/ 8121 h 8780"/>
                <a:gd name="connsiteX11" fmla="*/ 19200 w 19756"/>
                <a:gd name="connsiteY11" fmla="*/ 7946 h 8780"/>
                <a:gd name="connsiteX12" fmla="*/ 19200 w 19756"/>
                <a:gd name="connsiteY12" fmla="*/ 5400 h 8780"/>
                <a:gd name="connsiteX13" fmla="*/ 15073 w 19756"/>
                <a:gd name="connsiteY13" fmla="*/ 1668 h 8780"/>
                <a:gd name="connsiteX14" fmla="*/ 14191 w 19756"/>
                <a:gd name="connsiteY14" fmla="*/ 1361 h 8780"/>
                <a:gd name="connsiteX15" fmla="*/ 13357 w 19756"/>
                <a:gd name="connsiteY15" fmla="*/ 1756 h 8780"/>
                <a:gd name="connsiteX16" fmla="*/ 10991 w 19756"/>
                <a:gd name="connsiteY16" fmla="*/ 4390 h 8780"/>
                <a:gd name="connsiteX17" fmla="*/ 6910 w 19756"/>
                <a:gd name="connsiteY17" fmla="*/ 351 h 8780"/>
                <a:gd name="connsiteX18" fmla="*/ 6075 w 19756"/>
                <a:gd name="connsiteY18" fmla="*/ 0 h 8780"/>
                <a:gd name="connsiteX19" fmla="*/ 928 w 19756"/>
                <a:gd name="connsiteY19" fmla="*/ 0 h 8780"/>
                <a:gd name="connsiteX20" fmla="*/ 928 w 19756"/>
                <a:gd name="connsiteY20" fmla="*/ 1098 h 8780"/>
                <a:gd name="connsiteX21" fmla="*/ 835 w 19756"/>
                <a:gd name="connsiteY21" fmla="*/ 1273 h 8780"/>
                <a:gd name="connsiteX22" fmla="*/ 649 w 19756"/>
                <a:gd name="connsiteY22" fmla="*/ 1624 h 8780"/>
                <a:gd name="connsiteX23" fmla="*/ 371 w 19756"/>
                <a:gd name="connsiteY23" fmla="*/ 1931 h 8780"/>
                <a:gd name="connsiteX24" fmla="*/ 232 w 19756"/>
                <a:gd name="connsiteY24" fmla="*/ 2063 h 8780"/>
                <a:gd name="connsiteX25" fmla="*/ 0 w 19756"/>
                <a:gd name="connsiteY25" fmla="*/ 2195 h 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6" h="8780">
                  <a:moveTo>
                    <a:pt x="46" y="2151"/>
                  </a:moveTo>
                  <a:lnTo>
                    <a:pt x="5612" y="2151"/>
                  </a:lnTo>
                  <a:lnTo>
                    <a:pt x="10249" y="6761"/>
                  </a:lnTo>
                  <a:cubicBezTo>
                    <a:pt x="10481" y="6980"/>
                    <a:pt x="10806" y="7112"/>
                    <a:pt x="11131" y="7112"/>
                  </a:cubicBezTo>
                  <a:cubicBezTo>
                    <a:pt x="11455" y="7112"/>
                    <a:pt x="11780" y="6980"/>
                    <a:pt x="11965" y="6717"/>
                  </a:cubicBezTo>
                  <a:lnTo>
                    <a:pt x="14377" y="4039"/>
                  </a:lnTo>
                  <a:lnTo>
                    <a:pt x="19571" y="8736"/>
                  </a:lnTo>
                  <a:cubicBezTo>
                    <a:pt x="19571" y="8736"/>
                    <a:pt x="19710" y="8736"/>
                    <a:pt x="19757" y="8780"/>
                  </a:cubicBezTo>
                  <a:cubicBezTo>
                    <a:pt x="19757" y="8780"/>
                    <a:pt x="19757" y="8780"/>
                    <a:pt x="19757" y="8780"/>
                  </a:cubicBezTo>
                  <a:cubicBezTo>
                    <a:pt x="19618" y="8692"/>
                    <a:pt x="19571" y="8604"/>
                    <a:pt x="19479" y="8473"/>
                  </a:cubicBezTo>
                  <a:cubicBezTo>
                    <a:pt x="19386" y="8341"/>
                    <a:pt x="19340" y="8253"/>
                    <a:pt x="19293" y="8121"/>
                  </a:cubicBezTo>
                  <a:cubicBezTo>
                    <a:pt x="19293" y="8078"/>
                    <a:pt x="19200" y="8034"/>
                    <a:pt x="19200" y="7946"/>
                  </a:cubicBezTo>
                  <a:lnTo>
                    <a:pt x="19200" y="5400"/>
                  </a:lnTo>
                  <a:lnTo>
                    <a:pt x="15073" y="1668"/>
                  </a:lnTo>
                  <a:cubicBezTo>
                    <a:pt x="14841" y="1449"/>
                    <a:pt x="14516" y="1361"/>
                    <a:pt x="14191" y="1361"/>
                  </a:cubicBezTo>
                  <a:cubicBezTo>
                    <a:pt x="13867" y="1361"/>
                    <a:pt x="13589" y="1536"/>
                    <a:pt x="13357" y="1756"/>
                  </a:cubicBezTo>
                  <a:lnTo>
                    <a:pt x="10991" y="4390"/>
                  </a:lnTo>
                  <a:lnTo>
                    <a:pt x="6910" y="351"/>
                  </a:lnTo>
                  <a:cubicBezTo>
                    <a:pt x="6910" y="351"/>
                    <a:pt x="6400" y="0"/>
                    <a:pt x="6075" y="0"/>
                  </a:cubicBezTo>
                  <a:lnTo>
                    <a:pt x="928" y="0"/>
                  </a:lnTo>
                  <a:lnTo>
                    <a:pt x="928" y="1098"/>
                  </a:lnTo>
                  <a:cubicBezTo>
                    <a:pt x="928" y="1098"/>
                    <a:pt x="881" y="1185"/>
                    <a:pt x="835" y="1273"/>
                  </a:cubicBezTo>
                  <a:cubicBezTo>
                    <a:pt x="835" y="1405"/>
                    <a:pt x="742" y="1536"/>
                    <a:pt x="649" y="1624"/>
                  </a:cubicBezTo>
                  <a:cubicBezTo>
                    <a:pt x="557" y="1756"/>
                    <a:pt x="510" y="1844"/>
                    <a:pt x="371" y="1931"/>
                  </a:cubicBezTo>
                  <a:cubicBezTo>
                    <a:pt x="325" y="1931"/>
                    <a:pt x="325" y="2019"/>
                    <a:pt x="232" y="2063"/>
                  </a:cubicBezTo>
                  <a:lnTo>
                    <a:pt x="0" y="219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1" name="Freeform: Shape 2570">
              <a:extLst>
                <a:ext uri="{FF2B5EF4-FFF2-40B4-BE49-F238E27FC236}">
                  <a16:creationId xmlns:a16="http://schemas.microsoft.com/office/drawing/2014/main" id="{7C6E405A-C2D0-3E3B-7317-C1C27824DC82}"/>
                </a:ext>
              </a:extLst>
            </p:cNvPr>
            <p:cNvSpPr>
              <a:spLocks/>
            </p:cNvSpPr>
            <p:nvPr/>
          </p:nvSpPr>
          <p:spPr>
            <a:xfrm>
              <a:off x="7323408" y="3092397"/>
              <a:ext cx="99188" cy="33222"/>
            </a:xfrm>
            <a:custGeom>
              <a:avLst/>
              <a:gdLst>
                <a:gd name="connsiteX0" fmla="*/ 49571 w 66452"/>
                <a:gd name="connsiteY0" fmla="*/ 15145 h 22257"/>
                <a:gd name="connsiteX1" fmla="*/ 46835 w 66452"/>
                <a:gd name="connsiteY1" fmla="*/ 18262 h 22257"/>
                <a:gd name="connsiteX2" fmla="*/ 46696 w 66452"/>
                <a:gd name="connsiteY2" fmla="*/ 16067 h 22257"/>
                <a:gd name="connsiteX3" fmla="*/ 46140 w 66452"/>
                <a:gd name="connsiteY3" fmla="*/ 15189 h 22257"/>
                <a:gd name="connsiteX4" fmla="*/ 45026 w 66452"/>
                <a:gd name="connsiteY4" fmla="*/ 15189 h 22257"/>
                <a:gd name="connsiteX5" fmla="*/ 40574 w 66452"/>
                <a:gd name="connsiteY5" fmla="*/ 17297 h 22257"/>
                <a:gd name="connsiteX6" fmla="*/ 37513 w 66452"/>
                <a:gd name="connsiteY6" fmla="*/ 14180 h 22257"/>
                <a:gd name="connsiteX7" fmla="*/ 35844 w 66452"/>
                <a:gd name="connsiteY7" fmla="*/ 10536 h 22257"/>
                <a:gd name="connsiteX8" fmla="*/ 35102 w 66452"/>
                <a:gd name="connsiteY8" fmla="*/ 9921 h 22257"/>
                <a:gd name="connsiteX9" fmla="*/ 34128 w 66452"/>
                <a:gd name="connsiteY9" fmla="*/ 10053 h 22257"/>
                <a:gd name="connsiteX10" fmla="*/ 26336 w 66452"/>
                <a:gd name="connsiteY10" fmla="*/ 15145 h 22257"/>
                <a:gd name="connsiteX11" fmla="*/ 19426 w 66452"/>
                <a:gd name="connsiteY11" fmla="*/ 11107 h 22257"/>
                <a:gd name="connsiteX12" fmla="*/ 18638 w 66452"/>
                <a:gd name="connsiteY12" fmla="*/ 10975 h 22257"/>
                <a:gd name="connsiteX13" fmla="*/ 4029 w 66452"/>
                <a:gd name="connsiteY13" fmla="*/ 13302 h 22257"/>
                <a:gd name="connsiteX14" fmla="*/ 2499 w 66452"/>
                <a:gd name="connsiteY14" fmla="*/ 7639 h 22257"/>
                <a:gd name="connsiteX15" fmla="*/ 4632 w 66452"/>
                <a:gd name="connsiteY15" fmla="*/ 6409 h 22257"/>
                <a:gd name="connsiteX16" fmla="*/ 5188 w 66452"/>
                <a:gd name="connsiteY16" fmla="*/ 5707 h 22257"/>
                <a:gd name="connsiteX17" fmla="*/ 5606 w 66452"/>
                <a:gd name="connsiteY17" fmla="*/ 3907 h 22257"/>
                <a:gd name="connsiteX18" fmla="*/ 12841 w 66452"/>
                <a:gd name="connsiteY18" fmla="*/ 2239 h 22257"/>
                <a:gd name="connsiteX19" fmla="*/ 19380 w 66452"/>
                <a:gd name="connsiteY19" fmla="*/ 6102 h 22257"/>
                <a:gd name="connsiteX20" fmla="*/ 20632 w 66452"/>
                <a:gd name="connsiteY20" fmla="*/ 6102 h 22257"/>
                <a:gd name="connsiteX21" fmla="*/ 27867 w 66452"/>
                <a:gd name="connsiteY21" fmla="*/ 1712 h 22257"/>
                <a:gd name="connsiteX22" fmla="*/ 27867 w 66452"/>
                <a:gd name="connsiteY22" fmla="*/ 1712 h 22257"/>
                <a:gd name="connsiteX23" fmla="*/ 27589 w 66452"/>
                <a:gd name="connsiteY23" fmla="*/ 1756 h 22257"/>
                <a:gd name="connsiteX24" fmla="*/ 27218 w 66452"/>
                <a:gd name="connsiteY24" fmla="*/ 1888 h 22257"/>
                <a:gd name="connsiteX25" fmla="*/ 23507 w 66452"/>
                <a:gd name="connsiteY25" fmla="*/ 1756 h 22257"/>
                <a:gd name="connsiteX26" fmla="*/ 19983 w 66452"/>
                <a:gd name="connsiteY26" fmla="*/ 3907 h 22257"/>
                <a:gd name="connsiteX27" fmla="*/ 13629 w 66452"/>
                <a:gd name="connsiteY27" fmla="*/ 176 h 22257"/>
                <a:gd name="connsiteX28" fmla="*/ 12748 w 66452"/>
                <a:gd name="connsiteY28" fmla="*/ 44 h 22257"/>
                <a:gd name="connsiteX29" fmla="*/ 4354 w 66452"/>
                <a:gd name="connsiteY29" fmla="*/ 1975 h 22257"/>
                <a:gd name="connsiteX30" fmla="*/ 3472 w 66452"/>
                <a:gd name="connsiteY30" fmla="*/ 2810 h 22257"/>
                <a:gd name="connsiteX31" fmla="*/ 3009 w 66452"/>
                <a:gd name="connsiteY31" fmla="*/ 4829 h 22257"/>
                <a:gd name="connsiteX32" fmla="*/ 551 w 66452"/>
                <a:gd name="connsiteY32" fmla="*/ 6234 h 22257"/>
                <a:gd name="connsiteX33" fmla="*/ 40 w 66452"/>
                <a:gd name="connsiteY33" fmla="*/ 7463 h 22257"/>
                <a:gd name="connsiteX34" fmla="*/ 2081 w 66452"/>
                <a:gd name="connsiteY34" fmla="*/ 14882 h 22257"/>
                <a:gd name="connsiteX35" fmla="*/ 3380 w 66452"/>
                <a:gd name="connsiteY35" fmla="*/ 15672 h 22257"/>
                <a:gd name="connsiteX36" fmla="*/ 18591 w 66452"/>
                <a:gd name="connsiteY36" fmla="*/ 13258 h 22257"/>
                <a:gd name="connsiteX37" fmla="*/ 25733 w 66452"/>
                <a:gd name="connsiteY37" fmla="*/ 17428 h 22257"/>
                <a:gd name="connsiteX38" fmla="*/ 26986 w 66452"/>
                <a:gd name="connsiteY38" fmla="*/ 17428 h 22257"/>
                <a:gd name="connsiteX39" fmla="*/ 34221 w 66452"/>
                <a:gd name="connsiteY39" fmla="*/ 12687 h 22257"/>
                <a:gd name="connsiteX40" fmla="*/ 35380 w 66452"/>
                <a:gd name="connsiteY40" fmla="*/ 15277 h 22257"/>
                <a:gd name="connsiteX41" fmla="*/ 35612 w 66452"/>
                <a:gd name="connsiteY41" fmla="*/ 15585 h 22257"/>
                <a:gd name="connsiteX42" fmla="*/ 39368 w 66452"/>
                <a:gd name="connsiteY42" fmla="*/ 19448 h 22257"/>
                <a:gd name="connsiteX43" fmla="*/ 40713 w 66452"/>
                <a:gd name="connsiteY43" fmla="*/ 19667 h 22257"/>
                <a:gd name="connsiteX44" fmla="*/ 44377 w 66452"/>
                <a:gd name="connsiteY44" fmla="*/ 17955 h 22257"/>
                <a:gd name="connsiteX45" fmla="*/ 44563 w 66452"/>
                <a:gd name="connsiteY45" fmla="*/ 21248 h 22257"/>
                <a:gd name="connsiteX46" fmla="*/ 45351 w 66452"/>
                <a:gd name="connsiteY46" fmla="*/ 22213 h 22257"/>
                <a:gd name="connsiteX47" fmla="*/ 45722 w 66452"/>
                <a:gd name="connsiteY47" fmla="*/ 22257 h 22257"/>
                <a:gd name="connsiteX48" fmla="*/ 46603 w 66452"/>
                <a:gd name="connsiteY48" fmla="*/ 21862 h 22257"/>
                <a:gd name="connsiteX49" fmla="*/ 50870 w 66452"/>
                <a:gd name="connsiteY49" fmla="*/ 17033 h 22257"/>
                <a:gd name="connsiteX50" fmla="*/ 65757 w 66452"/>
                <a:gd name="connsiteY50" fmla="*/ 17033 h 22257"/>
                <a:gd name="connsiteX51" fmla="*/ 65479 w 66452"/>
                <a:gd name="connsiteY51" fmla="*/ 16331 h 22257"/>
                <a:gd name="connsiteX52" fmla="*/ 65479 w 66452"/>
                <a:gd name="connsiteY52" fmla="*/ 16287 h 22257"/>
                <a:gd name="connsiteX53" fmla="*/ 65479 w 66452"/>
                <a:gd name="connsiteY53" fmla="*/ 16243 h 22257"/>
                <a:gd name="connsiteX54" fmla="*/ 65525 w 66452"/>
                <a:gd name="connsiteY54" fmla="*/ 15892 h 22257"/>
                <a:gd name="connsiteX55" fmla="*/ 65572 w 66452"/>
                <a:gd name="connsiteY55" fmla="*/ 15497 h 22257"/>
                <a:gd name="connsiteX56" fmla="*/ 65896 w 66452"/>
                <a:gd name="connsiteY56" fmla="*/ 15189 h 22257"/>
                <a:gd name="connsiteX57" fmla="*/ 66175 w 66452"/>
                <a:gd name="connsiteY57" fmla="*/ 14926 h 22257"/>
                <a:gd name="connsiteX58" fmla="*/ 66267 w 66452"/>
                <a:gd name="connsiteY58" fmla="*/ 14926 h 22257"/>
                <a:gd name="connsiteX59" fmla="*/ 66314 w 66452"/>
                <a:gd name="connsiteY59" fmla="*/ 14882 h 22257"/>
                <a:gd name="connsiteX60" fmla="*/ 66453 w 66452"/>
                <a:gd name="connsiteY60" fmla="*/ 14882 h 22257"/>
                <a:gd name="connsiteX61" fmla="*/ 50360 w 66452"/>
                <a:gd name="connsiteY61" fmla="*/ 14882 h 22257"/>
                <a:gd name="connsiteX62" fmla="*/ 49479 w 66452"/>
                <a:gd name="connsiteY62" fmla="*/ 15277 h 22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6452" h="22257">
                  <a:moveTo>
                    <a:pt x="49571" y="15145"/>
                  </a:moveTo>
                  <a:lnTo>
                    <a:pt x="46835" y="18262"/>
                  </a:lnTo>
                  <a:lnTo>
                    <a:pt x="46696" y="16067"/>
                  </a:lnTo>
                  <a:cubicBezTo>
                    <a:pt x="46696" y="15716"/>
                    <a:pt x="46464" y="15365"/>
                    <a:pt x="46140" y="15189"/>
                  </a:cubicBezTo>
                  <a:cubicBezTo>
                    <a:pt x="45815" y="15014"/>
                    <a:pt x="45398" y="15014"/>
                    <a:pt x="45026" y="15189"/>
                  </a:cubicBezTo>
                  <a:lnTo>
                    <a:pt x="40574" y="17297"/>
                  </a:lnTo>
                  <a:lnTo>
                    <a:pt x="37513" y="14180"/>
                  </a:lnTo>
                  <a:lnTo>
                    <a:pt x="35844" y="10536"/>
                  </a:lnTo>
                  <a:cubicBezTo>
                    <a:pt x="35705" y="10229"/>
                    <a:pt x="35426" y="10009"/>
                    <a:pt x="35102" y="9921"/>
                  </a:cubicBezTo>
                  <a:cubicBezTo>
                    <a:pt x="34777" y="9834"/>
                    <a:pt x="34406" y="9921"/>
                    <a:pt x="34128" y="10053"/>
                  </a:cubicBezTo>
                  <a:lnTo>
                    <a:pt x="26336" y="15145"/>
                  </a:lnTo>
                  <a:lnTo>
                    <a:pt x="19426" y="11107"/>
                  </a:lnTo>
                  <a:cubicBezTo>
                    <a:pt x="19194" y="10975"/>
                    <a:pt x="18916" y="10931"/>
                    <a:pt x="18638" y="10975"/>
                  </a:cubicBezTo>
                  <a:lnTo>
                    <a:pt x="4029" y="13302"/>
                  </a:lnTo>
                  <a:lnTo>
                    <a:pt x="2499" y="7639"/>
                  </a:lnTo>
                  <a:lnTo>
                    <a:pt x="4632" y="6409"/>
                  </a:lnTo>
                  <a:cubicBezTo>
                    <a:pt x="4910" y="6234"/>
                    <a:pt x="5096" y="6014"/>
                    <a:pt x="5188" y="5707"/>
                  </a:cubicBezTo>
                  <a:lnTo>
                    <a:pt x="5606" y="3907"/>
                  </a:lnTo>
                  <a:lnTo>
                    <a:pt x="12841" y="2239"/>
                  </a:lnTo>
                  <a:lnTo>
                    <a:pt x="19380" y="6102"/>
                  </a:lnTo>
                  <a:cubicBezTo>
                    <a:pt x="19751" y="6322"/>
                    <a:pt x="20261" y="6322"/>
                    <a:pt x="20632" y="6102"/>
                  </a:cubicBezTo>
                  <a:lnTo>
                    <a:pt x="27867" y="1712"/>
                  </a:lnTo>
                  <a:cubicBezTo>
                    <a:pt x="27867" y="1712"/>
                    <a:pt x="27867" y="1712"/>
                    <a:pt x="27867" y="1712"/>
                  </a:cubicBezTo>
                  <a:cubicBezTo>
                    <a:pt x="27774" y="1756"/>
                    <a:pt x="27681" y="1712"/>
                    <a:pt x="27589" y="1756"/>
                  </a:cubicBezTo>
                  <a:cubicBezTo>
                    <a:pt x="27449" y="1756"/>
                    <a:pt x="27357" y="1888"/>
                    <a:pt x="27218" y="1888"/>
                  </a:cubicBezTo>
                  <a:lnTo>
                    <a:pt x="23507" y="1756"/>
                  </a:lnTo>
                  <a:lnTo>
                    <a:pt x="19983" y="3907"/>
                  </a:lnTo>
                  <a:lnTo>
                    <a:pt x="13629" y="176"/>
                  </a:lnTo>
                  <a:cubicBezTo>
                    <a:pt x="13351" y="0"/>
                    <a:pt x="13026" y="-44"/>
                    <a:pt x="12748" y="44"/>
                  </a:cubicBezTo>
                  <a:lnTo>
                    <a:pt x="4354" y="1975"/>
                  </a:lnTo>
                  <a:cubicBezTo>
                    <a:pt x="3936" y="2063"/>
                    <a:pt x="3612" y="2415"/>
                    <a:pt x="3472" y="2810"/>
                  </a:cubicBezTo>
                  <a:lnTo>
                    <a:pt x="3009" y="4829"/>
                  </a:lnTo>
                  <a:lnTo>
                    <a:pt x="551" y="6234"/>
                  </a:lnTo>
                  <a:cubicBezTo>
                    <a:pt x="133" y="6497"/>
                    <a:pt x="-99" y="6980"/>
                    <a:pt x="40" y="7463"/>
                  </a:cubicBezTo>
                  <a:lnTo>
                    <a:pt x="2081" y="14882"/>
                  </a:lnTo>
                  <a:cubicBezTo>
                    <a:pt x="2220" y="15453"/>
                    <a:pt x="2823" y="15760"/>
                    <a:pt x="3380" y="15672"/>
                  </a:cubicBezTo>
                  <a:lnTo>
                    <a:pt x="18591" y="13258"/>
                  </a:lnTo>
                  <a:lnTo>
                    <a:pt x="25733" y="17428"/>
                  </a:lnTo>
                  <a:cubicBezTo>
                    <a:pt x="26104" y="17648"/>
                    <a:pt x="26615" y="17648"/>
                    <a:pt x="26986" y="17428"/>
                  </a:cubicBezTo>
                  <a:lnTo>
                    <a:pt x="34221" y="12687"/>
                  </a:lnTo>
                  <a:lnTo>
                    <a:pt x="35380" y="15277"/>
                  </a:lnTo>
                  <a:cubicBezTo>
                    <a:pt x="35380" y="15277"/>
                    <a:pt x="35519" y="15497"/>
                    <a:pt x="35612" y="15585"/>
                  </a:cubicBezTo>
                  <a:lnTo>
                    <a:pt x="39368" y="19448"/>
                  </a:lnTo>
                  <a:cubicBezTo>
                    <a:pt x="39739" y="19799"/>
                    <a:pt x="40296" y="19887"/>
                    <a:pt x="40713" y="19667"/>
                  </a:cubicBezTo>
                  <a:lnTo>
                    <a:pt x="44377" y="17955"/>
                  </a:lnTo>
                  <a:lnTo>
                    <a:pt x="44563" y="21248"/>
                  </a:lnTo>
                  <a:cubicBezTo>
                    <a:pt x="44563" y="21687"/>
                    <a:pt x="44887" y="22082"/>
                    <a:pt x="45351" y="22213"/>
                  </a:cubicBezTo>
                  <a:cubicBezTo>
                    <a:pt x="45490" y="22213"/>
                    <a:pt x="45583" y="22257"/>
                    <a:pt x="45722" y="22257"/>
                  </a:cubicBezTo>
                  <a:cubicBezTo>
                    <a:pt x="46047" y="22257"/>
                    <a:pt x="46371" y="22126"/>
                    <a:pt x="46603" y="21862"/>
                  </a:cubicBezTo>
                  <a:lnTo>
                    <a:pt x="50870" y="17033"/>
                  </a:lnTo>
                  <a:lnTo>
                    <a:pt x="65757" y="17033"/>
                  </a:lnTo>
                  <a:lnTo>
                    <a:pt x="65479" y="16331"/>
                  </a:lnTo>
                  <a:cubicBezTo>
                    <a:pt x="65479" y="16331"/>
                    <a:pt x="65479" y="16331"/>
                    <a:pt x="65479" y="16287"/>
                  </a:cubicBezTo>
                  <a:cubicBezTo>
                    <a:pt x="65479" y="16287"/>
                    <a:pt x="65479" y="16287"/>
                    <a:pt x="65479" y="16243"/>
                  </a:cubicBezTo>
                  <a:cubicBezTo>
                    <a:pt x="65479" y="16111"/>
                    <a:pt x="65479" y="16024"/>
                    <a:pt x="65525" y="15892"/>
                  </a:cubicBezTo>
                  <a:cubicBezTo>
                    <a:pt x="65525" y="15760"/>
                    <a:pt x="65525" y="15628"/>
                    <a:pt x="65572" y="15497"/>
                  </a:cubicBezTo>
                  <a:cubicBezTo>
                    <a:pt x="65618" y="15365"/>
                    <a:pt x="65757" y="15321"/>
                    <a:pt x="65896" y="15189"/>
                  </a:cubicBezTo>
                  <a:cubicBezTo>
                    <a:pt x="65989" y="15102"/>
                    <a:pt x="66035" y="14970"/>
                    <a:pt x="66175" y="14926"/>
                  </a:cubicBezTo>
                  <a:cubicBezTo>
                    <a:pt x="66175" y="14926"/>
                    <a:pt x="66221" y="14926"/>
                    <a:pt x="66267" y="14926"/>
                  </a:cubicBezTo>
                  <a:cubicBezTo>
                    <a:pt x="66267" y="14926"/>
                    <a:pt x="66267" y="14926"/>
                    <a:pt x="66314" y="14882"/>
                  </a:cubicBezTo>
                  <a:lnTo>
                    <a:pt x="66453" y="14882"/>
                  </a:lnTo>
                  <a:cubicBezTo>
                    <a:pt x="66453" y="14882"/>
                    <a:pt x="50360" y="14882"/>
                    <a:pt x="50360" y="14882"/>
                  </a:cubicBezTo>
                  <a:cubicBezTo>
                    <a:pt x="50035" y="14882"/>
                    <a:pt x="49711" y="15014"/>
                    <a:pt x="49479" y="1527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2" name="Freeform: Shape 2571">
              <a:extLst>
                <a:ext uri="{FF2B5EF4-FFF2-40B4-BE49-F238E27FC236}">
                  <a16:creationId xmlns:a16="http://schemas.microsoft.com/office/drawing/2014/main" id="{9B76688A-104D-0733-2466-F9CBDE23F3B6}"/>
                </a:ext>
              </a:extLst>
            </p:cNvPr>
            <p:cNvSpPr>
              <a:spLocks/>
            </p:cNvSpPr>
            <p:nvPr/>
          </p:nvSpPr>
          <p:spPr>
            <a:xfrm>
              <a:off x="7365350" y="3094755"/>
              <a:ext cx="6922" cy="6553"/>
            </a:xfrm>
            <a:custGeom>
              <a:avLst/>
              <a:gdLst>
                <a:gd name="connsiteX0" fmla="*/ 0 w 4637"/>
                <a:gd name="connsiteY0" fmla="*/ 0 h 4390"/>
                <a:gd name="connsiteX1" fmla="*/ 0 w 4637"/>
                <a:gd name="connsiteY1" fmla="*/ 0 h 4390"/>
                <a:gd name="connsiteX2" fmla="*/ 0 w 4637"/>
                <a:gd name="connsiteY2" fmla="*/ 0 h 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7" h="439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3" name="Freeform: Shape 2572">
              <a:extLst>
                <a:ext uri="{FF2B5EF4-FFF2-40B4-BE49-F238E27FC236}">
                  <a16:creationId xmlns:a16="http://schemas.microsoft.com/office/drawing/2014/main" id="{B9DFDF90-5C38-2907-E25E-AA09812C48AE}"/>
                </a:ext>
              </a:extLst>
            </p:cNvPr>
            <p:cNvSpPr>
              <a:spLocks/>
            </p:cNvSpPr>
            <p:nvPr/>
          </p:nvSpPr>
          <p:spPr>
            <a:xfrm>
              <a:off x="7287887" y="3184854"/>
              <a:ext cx="414" cy="459"/>
            </a:xfrm>
            <a:custGeom>
              <a:avLst/>
              <a:gdLst>
                <a:gd name="connsiteX0" fmla="*/ 278 w 278"/>
                <a:gd name="connsiteY0" fmla="*/ 307 h 307"/>
                <a:gd name="connsiteX1" fmla="*/ 0 w 278"/>
                <a:gd name="connsiteY1" fmla="*/ 0 h 307"/>
                <a:gd name="connsiteX2" fmla="*/ 278 w 278"/>
                <a:gd name="connsiteY2" fmla="*/ 307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8" h="307">
                  <a:moveTo>
                    <a:pt x="278" y="307"/>
                  </a:moveTo>
                  <a:cubicBezTo>
                    <a:pt x="278" y="307"/>
                    <a:pt x="93" y="132"/>
                    <a:pt x="0" y="0"/>
                  </a:cubicBezTo>
                  <a:cubicBezTo>
                    <a:pt x="93" y="132"/>
                    <a:pt x="139" y="219"/>
                    <a:pt x="278" y="3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4" name="Freeform: Shape 2573">
              <a:extLst>
                <a:ext uri="{FF2B5EF4-FFF2-40B4-BE49-F238E27FC236}">
                  <a16:creationId xmlns:a16="http://schemas.microsoft.com/office/drawing/2014/main" id="{C7EC2FFB-4E84-EF70-A7CC-9F4B11627A6C}"/>
                </a:ext>
              </a:extLst>
            </p:cNvPr>
            <p:cNvSpPr>
              <a:spLocks/>
            </p:cNvSpPr>
            <p:nvPr/>
          </p:nvSpPr>
          <p:spPr>
            <a:xfrm>
              <a:off x="7276798" y="3067378"/>
              <a:ext cx="87997" cy="116951"/>
            </a:xfrm>
            <a:custGeom>
              <a:avLst/>
              <a:gdLst>
                <a:gd name="connsiteX0" fmla="*/ 57563 w 58954"/>
                <a:gd name="connsiteY0" fmla="*/ 18121 h 78352"/>
                <a:gd name="connsiteX1" fmla="*/ 57888 w 58954"/>
                <a:gd name="connsiteY1" fmla="*/ 16585 h 78352"/>
                <a:gd name="connsiteX2" fmla="*/ 58212 w 58954"/>
                <a:gd name="connsiteY2" fmla="*/ 16409 h 78352"/>
                <a:gd name="connsiteX3" fmla="*/ 51998 w 58954"/>
                <a:gd name="connsiteY3" fmla="*/ 16190 h 78352"/>
                <a:gd name="connsiteX4" fmla="*/ 49354 w 58954"/>
                <a:gd name="connsiteY4" fmla="*/ 11405 h 78352"/>
                <a:gd name="connsiteX5" fmla="*/ 55059 w 58954"/>
                <a:gd name="connsiteY5" fmla="*/ 8375 h 78352"/>
                <a:gd name="connsiteX6" fmla="*/ 55522 w 58954"/>
                <a:gd name="connsiteY6" fmla="*/ 6927 h 78352"/>
                <a:gd name="connsiteX7" fmla="*/ 52322 w 58954"/>
                <a:gd name="connsiteY7" fmla="*/ 605 h 78352"/>
                <a:gd name="connsiteX8" fmla="*/ 51580 w 58954"/>
                <a:gd name="connsiteY8" fmla="*/ 34 h 78352"/>
                <a:gd name="connsiteX9" fmla="*/ 50606 w 58954"/>
                <a:gd name="connsiteY9" fmla="*/ 210 h 78352"/>
                <a:gd name="connsiteX10" fmla="*/ 38734 w 58954"/>
                <a:gd name="connsiteY10" fmla="*/ 8375 h 78352"/>
                <a:gd name="connsiteX11" fmla="*/ 34792 w 58954"/>
                <a:gd name="connsiteY11" fmla="*/ 3766 h 78352"/>
                <a:gd name="connsiteX12" fmla="*/ 33818 w 58954"/>
                <a:gd name="connsiteY12" fmla="*/ 3371 h 78352"/>
                <a:gd name="connsiteX13" fmla="*/ 32890 w 58954"/>
                <a:gd name="connsiteY13" fmla="*/ 3898 h 78352"/>
                <a:gd name="connsiteX14" fmla="*/ 28531 w 58954"/>
                <a:gd name="connsiteY14" fmla="*/ 10702 h 78352"/>
                <a:gd name="connsiteX15" fmla="*/ 28438 w 58954"/>
                <a:gd name="connsiteY15" fmla="*/ 11624 h 78352"/>
                <a:gd name="connsiteX16" fmla="*/ 29829 w 58954"/>
                <a:gd name="connsiteY16" fmla="*/ 15531 h 78352"/>
                <a:gd name="connsiteX17" fmla="*/ 21342 w 58954"/>
                <a:gd name="connsiteY17" fmla="*/ 18209 h 78352"/>
                <a:gd name="connsiteX18" fmla="*/ 20600 w 58954"/>
                <a:gd name="connsiteY18" fmla="*/ 18911 h 78352"/>
                <a:gd name="connsiteX19" fmla="*/ 20786 w 58954"/>
                <a:gd name="connsiteY19" fmla="*/ 19877 h 78352"/>
                <a:gd name="connsiteX20" fmla="*/ 23336 w 58954"/>
                <a:gd name="connsiteY20" fmla="*/ 23126 h 78352"/>
                <a:gd name="connsiteX21" fmla="*/ 19533 w 58954"/>
                <a:gd name="connsiteY21" fmla="*/ 24531 h 78352"/>
                <a:gd name="connsiteX22" fmla="*/ 18792 w 58954"/>
                <a:gd name="connsiteY22" fmla="*/ 25540 h 78352"/>
                <a:gd name="connsiteX23" fmla="*/ 18792 w 58954"/>
                <a:gd name="connsiteY23" fmla="*/ 29579 h 78352"/>
                <a:gd name="connsiteX24" fmla="*/ 7800 w 58954"/>
                <a:gd name="connsiteY24" fmla="*/ 26682 h 78352"/>
                <a:gd name="connsiteX25" fmla="*/ 6734 w 58954"/>
                <a:gd name="connsiteY25" fmla="*/ 26901 h 78352"/>
                <a:gd name="connsiteX26" fmla="*/ 380 w 58954"/>
                <a:gd name="connsiteY26" fmla="*/ 32125 h 78352"/>
                <a:gd name="connsiteX27" fmla="*/ 9 w 58954"/>
                <a:gd name="connsiteY27" fmla="*/ 33091 h 78352"/>
                <a:gd name="connsiteX28" fmla="*/ 565 w 58954"/>
                <a:gd name="connsiteY28" fmla="*/ 38008 h 78352"/>
                <a:gd name="connsiteX29" fmla="*/ 1307 w 58954"/>
                <a:gd name="connsiteY29" fmla="*/ 38930 h 78352"/>
                <a:gd name="connsiteX30" fmla="*/ 11742 w 58954"/>
                <a:gd name="connsiteY30" fmla="*/ 42705 h 78352"/>
                <a:gd name="connsiteX31" fmla="*/ 10165 w 58954"/>
                <a:gd name="connsiteY31" fmla="*/ 51705 h 78352"/>
                <a:gd name="connsiteX32" fmla="*/ 10583 w 58954"/>
                <a:gd name="connsiteY32" fmla="*/ 52715 h 78352"/>
                <a:gd name="connsiteX33" fmla="*/ 16380 w 58954"/>
                <a:gd name="connsiteY33" fmla="*/ 57236 h 78352"/>
                <a:gd name="connsiteX34" fmla="*/ 7522 w 58954"/>
                <a:gd name="connsiteY34" fmla="*/ 68211 h 78352"/>
                <a:gd name="connsiteX35" fmla="*/ 7290 w 58954"/>
                <a:gd name="connsiteY35" fmla="*/ 68870 h 78352"/>
                <a:gd name="connsiteX36" fmla="*/ 7290 w 58954"/>
                <a:gd name="connsiteY36" fmla="*/ 78177 h 78352"/>
                <a:gd name="connsiteX37" fmla="*/ 7383 w 58954"/>
                <a:gd name="connsiteY37" fmla="*/ 78352 h 78352"/>
                <a:gd name="connsiteX38" fmla="*/ 7429 w 58954"/>
                <a:gd name="connsiteY38" fmla="*/ 77694 h 78352"/>
                <a:gd name="connsiteX39" fmla="*/ 8960 w 58954"/>
                <a:gd name="connsiteY39" fmla="*/ 77211 h 78352"/>
                <a:gd name="connsiteX40" fmla="*/ 9609 w 58954"/>
                <a:gd name="connsiteY40" fmla="*/ 77518 h 78352"/>
                <a:gd name="connsiteX41" fmla="*/ 9609 w 58954"/>
                <a:gd name="connsiteY41" fmla="*/ 69221 h 78352"/>
                <a:gd name="connsiteX42" fmla="*/ 15731 w 58954"/>
                <a:gd name="connsiteY42" fmla="*/ 61582 h 78352"/>
                <a:gd name="connsiteX43" fmla="*/ 18931 w 58954"/>
                <a:gd name="connsiteY43" fmla="*/ 57719 h 78352"/>
                <a:gd name="connsiteX44" fmla="*/ 18745 w 58954"/>
                <a:gd name="connsiteY44" fmla="*/ 56183 h 78352"/>
                <a:gd name="connsiteX45" fmla="*/ 12577 w 58954"/>
                <a:gd name="connsiteY45" fmla="*/ 51354 h 78352"/>
                <a:gd name="connsiteX46" fmla="*/ 14200 w 58954"/>
                <a:gd name="connsiteY46" fmla="*/ 42091 h 78352"/>
                <a:gd name="connsiteX47" fmla="*/ 13458 w 58954"/>
                <a:gd name="connsiteY47" fmla="*/ 40905 h 78352"/>
                <a:gd name="connsiteX48" fmla="*/ 2791 w 58954"/>
                <a:gd name="connsiteY48" fmla="*/ 37042 h 78352"/>
                <a:gd name="connsiteX49" fmla="*/ 2374 w 58954"/>
                <a:gd name="connsiteY49" fmla="*/ 33355 h 78352"/>
                <a:gd name="connsiteX50" fmla="*/ 7800 w 58954"/>
                <a:gd name="connsiteY50" fmla="*/ 28921 h 78352"/>
                <a:gd name="connsiteX51" fmla="*/ 19673 w 58954"/>
                <a:gd name="connsiteY51" fmla="*/ 32038 h 78352"/>
                <a:gd name="connsiteX52" fmla="*/ 20693 w 58954"/>
                <a:gd name="connsiteY52" fmla="*/ 31862 h 78352"/>
                <a:gd name="connsiteX53" fmla="*/ 21157 w 58954"/>
                <a:gd name="connsiteY53" fmla="*/ 30984 h 78352"/>
                <a:gd name="connsiteX54" fmla="*/ 21157 w 58954"/>
                <a:gd name="connsiteY54" fmla="*/ 26243 h 78352"/>
                <a:gd name="connsiteX55" fmla="*/ 25655 w 58954"/>
                <a:gd name="connsiteY55" fmla="*/ 24575 h 78352"/>
                <a:gd name="connsiteX56" fmla="*/ 26351 w 58954"/>
                <a:gd name="connsiteY56" fmla="*/ 23872 h 78352"/>
                <a:gd name="connsiteX57" fmla="*/ 26166 w 58954"/>
                <a:gd name="connsiteY57" fmla="*/ 22906 h 78352"/>
                <a:gd name="connsiteX58" fmla="*/ 23661 w 58954"/>
                <a:gd name="connsiteY58" fmla="*/ 19746 h 78352"/>
                <a:gd name="connsiteX59" fmla="*/ 31685 w 58954"/>
                <a:gd name="connsiteY59" fmla="*/ 17199 h 78352"/>
                <a:gd name="connsiteX60" fmla="*/ 32426 w 58954"/>
                <a:gd name="connsiteY60" fmla="*/ 15795 h 78352"/>
                <a:gd name="connsiteX61" fmla="*/ 30850 w 58954"/>
                <a:gd name="connsiteY61" fmla="*/ 11317 h 78352"/>
                <a:gd name="connsiteX62" fmla="*/ 34050 w 58954"/>
                <a:gd name="connsiteY62" fmla="*/ 6312 h 78352"/>
                <a:gd name="connsiteX63" fmla="*/ 37667 w 58954"/>
                <a:gd name="connsiteY63" fmla="*/ 10527 h 78352"/>
                <a:gd name="connsiteX64" fmla="*/ 39244 w 58954"/>
                <a:gd name="connsiteY64" fmla="*/ 10702 h 78352"/>
                <a:gd name="connsiteX65" fmla="*/ 50885 w 58954"/>
                <a:gd name="connsiteY65" fmla="*/ 2712 h 78352"/>
                <a:gd name="connsiteX66" fmla="*/ 53018 w 58954"/>
                <a:gd name="connsiteY66" fmla="*/ 6927 h 78352"/>
                <a:gd name="connsiteX67" fmla="*/ 47314 w 58954"/>
                <a:gd name="connsiteY67" fmla="*/ 10000 h 78352"/>
                <a:gd name="connsiteX68" fmla="*/ 46850 w 58954"/>
                <a:gd name="connsiteY68" fmla="*/ 11448 h 78352"/>
                <a:gd name="connsiteX69" fmla="*/ 50328 w 58954"/>
                <a:gd name="connsiteY69" fmla="*/ 17770 h 78352"/>
                <a:gd name="connsiteX70" fmla="*/ 51302 w 58954"/>
                <a:gd name="connsiteY70" fmla="*/ 18341 h 78352"/>
                <a:gd name="connsiteX71" fmla="*/ 54873 w 58954"/>
                <a:gd name="connsiteY71" fmla="*/ 18472 h 78352"/>
                <a:gd name="connsiteX72" fmla="*/ 58583 w 58954"/>
                <a:gd name="connsiteY72" fmla="*/ 18604 h 78352"/>
                <a:gd name="connsiteX73" fmla="*/ 58954 w 58954"/>
                <a:gd name="connsiteY73" fmla="*/ 18472 h 78352"/>
                <a:gd name="connsiteX74" fmla="*/ 57656 w 58954"/>
                <a:gd name="connsiteY74" fmla="*/ 18121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58954" h="78352">
                  <a:moveTo>
                    <a:pt x="57563" y="18121"/>
                  </a:moveTo>
                  <a:cubicBezTo>
                    <a:pt x="57192" y="17595"/>
                    <a:pt x="57377" y="16936"/>
                    <a:pt x="57888" y="16585"/>
                  </a:cubicBezTo>
                  <a:lnTo>
                    <a:pt x="58212" y="16409"/>
                  </a:lnTo>
                  <a:lnTo>
                    <a:pt x="51998" y="16190"/>
                  </a:lnTo>
                  <a:lnTo>
                    <a:pt x="49354" y="11405"/>
                  </a:lnTo>
                  <a:lnTo>
                    <a:pt x="55059" y="8375"/>
                  </a:lnTo>
                  <a:cubicBezTo>
                    <a:pt x="55569" y="8068"/>
                    <a:pt x="55801" y="7453"/>
                    <a:pt x="55522" y="6927"/>
                  </a:cubicBezTo>
                  <a:lnTo>
                    <a:pt x="52322" y="605"/>
                  </a:lnTo>
                  <a:cubicBezTo>
                    <a:pt x="52183" y="298"/>
                    <a:pt x="51905" y="78"/>
                    <a:pt x="51580" y="34"/>
                  </a:cubicBezTo>
                  <a:cubicBezTo>
                    <a:pt x="51256" y="-53"/>
                    <a:pt x="50885" y="34"/>
                    <a:pt x="50606" y="210"/>
                  </a:cubicBezTo>
                  <a:lnTo>
                    <a:pt x="38734" y="8375"/>
                  </a:lnTo>
                  <a:lnTo>
                    <a:pt x="34792" y="3766"/>
                  </a:lnTo>
                  <a:cubicBezTo>
                    <a:pt x="34560" y="3502"/>
                    <a:pt x="34142" y="3327"/>
                    <a:pt x="33818" y="3371"/>
                  </a:cubicBezTo>
                  <a:cubicBezTo>
                    <a:pt x="33447" y="3371"/>
                    <a:pt x="33076" y="3590"/>
                    <a:pt x="32890" y="3898"/>
                  </a:cubicBezTo>
                  <a:lnTo>
                    <a:pt x="28531" y="10702"/>
                  </a:lnTo>
                  <a:cubicBezTo>
                    <a:pt x="28345" y="10966"/>
                    <a:pt x="28299" y="11317"/>
                    <a:pt x="28438" y="11624"/>
                  </a:cubicBezTo>
                  <a:lnTo>
                    <a:pt x="29829" y="15531"/>
                  </a:lnTo>
                  <a:lnTo>
                    <a:pt x="21342" y="18209"/>
                  </a:lnTo>
                  <a:cubicBezTo>
                    <a:pt x="20971" y="18341"/>
                    <a:pt x="20693" y="18604"/>
                    <a:pt x="20600" y="18911"/>
                  </a:cubicBezTo>
                  <a:cubicBezTo>
                    <a:pt x="20507" y="19263"/>
                    <a:pt x="20600" y="19614"/>
                    <a:pt x="20786" y="19877"/>
                  </a:cubicBezTo>
                  <a:lnTo>
                    <a:pt x="23336" y="23126"/>
                  </a:lnTo>
                  <a:lnTo>
                    <a:pt x="19533" y="24531"/>
                  </a:lnTo>
                  <a:cubicBezTo>
                    <a:pt x="19070" y="24706"/>
                    <a:pt x="18792" y="25101"/>
                    <a:pt x="18792" y="25540"/>
                  </a:cubicBezTo>
                  <a:lnTo>
                    <a:pt x="18792" y="29579"/>
                  </a:lnTo>
                  <a:lnTo>
                    <a:pt x="7800" y="26682"/>
                  </a:lnTo>
                  <a:cubicBezTo>
                    <a:pt x="7429" y="26594"/>
                    <a:pt x="7012" y="26682"/>
                    <a:pt x="6734" y="26901"/>
                  </a:cubicBezTo>
                  <a:lnTo>
                    <a:pt x="380" y="32125"/>
                  </a:lnTo>
                  <a:cubicBezTo>
                    <a:pt x="102" y="32345"/>
                    <a:pt x="-38" y="32696"/>
                    <a:pt x="9" y="33091"/>
                  </a:cubicBezTo>
                  <a:lnTo>
                    <a:pt x="565" y="38008"/>
                  </a:lnTo>
                  <a:cubicBezTo>
                    <a:pt x="565" y="38403"/>
                    <a:pt x="890" y="38754"/>
                    <a:pt x="1307" y="38930"/>
                  </a:cubicBezTo>
                  <a:lnTo>
                    <a:pt x="11742" y="42705"/>
                  </a:lnTo>
                  <a:lnTo>
                    <a:pt x="10165" y="51705"/>
                  </a:lnTo>
                  <a:cubicBezTo>
                    <a:pt x="10119" y="52100"/>
                    <a:pt x="10258" y="52495"/>
                    <a:pt x="10583" y="52715"/>
                  </a:cubicBezTo>
                  <a:lnTo>
                    <a:pt x="16380" y="57236"/>
                  </a:lnTo>
                  <a:lnTo>
                    <a:pt x="7522" y="68211"/>
                  </a:lnTo>
                  <a:cubicBezTo>
                    <a:pt x="7522" y="68211"/>
                    <a:pt x="7290" y="68650"/>
                    <a:pt x="7290" y="68870"/>
                  </a:cubicBezTo>
                  <a:lnTo>
                    <a:pt x="7290" y="78177"/>
                  </a:lnTo>
                  <a:cubicBezTo>
                    <a:pt x="7290" y="78177"/>
                    <a:pt x="7336" y="78264"/>
                    <a:pt x="7383" y="78352"/>
                  </a:cubicBezTo>
                  <a:cubicBezTo>
                    <a:pt x="7383" y="78133"/>
                    <a:pt x="7336" y="77913"/>
                    <a:pt x="7429" y="77694"/>
                  </a:cubicBezTo>
                  <a:cubicBezTo>
                    <a:pt x="7707" y="77167"/>
                    <a:pt x="8403" y="76947"/>
                    <a:pt x="8960" y="77211"/>
                  </a:cubicBezTo>
                  <a:lnTo>
                    <a:pt x="9609" y="77518"/>
                  </a:lnTo>
                  <a:lnTo>
                    <a:pt x="9609" y="69221"/>
                  </a:lnTo>
                  <a:lnTo>
                    <a:pt x="15731" y="61582"/>
                  </a:lnTo>
                  <a:lnTo>
                    <a:pt x="18931" y="57719"/>
                  </a:lnTo>
                  <a:cubicBezTo>
                    <a:pt x="19302" y="57236"/>
                    <a:pt x="19255" y="56578"/>
                    <a:pt x="18745" y="56183"/>
                  </a:cubicBezTo>
                  <a:lnTo>
                    <a:pt x="12577" y="51354"/>
                  </a:lnTo>
                  <a:lnTo>
                    <a:pt x="14200" y="42091"/>
                  </a:lnTo>
                  <a:cubicBezTo>
                    <a:pt x="14293" y="41564"/>
                    <a:pt x="13968" y="41081"/>
                    <a:pt x="13458" y="40905"/>
                  </a:cubicBezTo>
                  <a:lnTo>
                    <a:pt x="2791" y="37042"/>
                  </a:lnTo>
                  <a:lnTo>
                    <a:pt x="2374" y="33355"/>
                  </a:lnTo>
                  <a:lnTo>
                    <a:pt x="7800" y="28921"/>
                  </a:lnTo>
                  <a:lnTo>
                    <a:pt x="19673" y="32038"/>
                  </a:lnTo>
                  <a:cubicBezTo>
                    <a:pt x="20044" y="32125"/>
                    <a:pt x="20415" y="32038"/>
                    <a:pt x="20693" y="31862"/>
                  </a:cubicBezTo>
                  <a:cubicBezTo>
                    <a:pt x="20971" y="31642"/>
                    <a:pt x="21157" y="31335"/>
                    <a:pt x="21157" y="30984"/>
                  </a:cubicBezTo>
                  <a:lnTo>
                    <a:pt x="21157" y="26243"/>
                  </a:lnTo>
                  <a:lnTo>
                    <a:pt x="25655" y="24575"/>
                  </a:lnTo>
                  <a:cubicBezTo>
                    <a:pt x="25980" y="24443"/>
                    <a:pt x="26258" y="24180"/>
                    <a:pt x="26351" y="23872"/>
                  </a:cubicBezTo>
                  <a:cubicBezTo>
                    <a:pt x="26444" y="23521"/>
                    <a:pt x="26351" y="23170"/>
                    <a:pt x="26166" y="22906"/>
                  </a:cubicBezTo>
                  <a:lnTo>
                    <a:pt x="23661" y="19746"/>
                  </a:lnTo>
                  <a:lnTo>
                    <a:pt x="31685" y="17199"/>
                  </a:lnTo>
                  <a:cubicBezTo>
                    <a:pt x="32287" y="17024"/>
                    <a:pt x="32612" y="16365"/>
                    <a:pt x="32426" y="15795"/>
                  </a:cubicBezTo>
                  <a:lnTo>
                    <a:pt x="30850" y="11317"/>
                  </a:lnTo>
                  <a:lnTo>
                    <a:pt x="34050" y="6312"/>
                  </a:lnTo>
                  <a:lnTo>
                    <a:pt x="37667" y="10527"/>
                  </a:lnTo>
                  <a:cubicBezTo>
                    <a:pt x="38038" y="10966"/>
                    <a:pt x="38734" y="11053"/>
                    <a:pt x="39244" y="10702"/>
                  </a:cubicBezTo>
                  <a:lnTo>
                    <a:pt x="50885" y="2712"/>
                  </a:lnTo>
                  <a:lnTo>
                    <a:pt x="53018" y="6927"/>
                  </a:lnTo>
                  <a:lnTo>
                    <a:pt x="47314" y="10000"/>
                  </a:lnTo>
                  <a:cubicBezTo>
                    <a:pt x="46757" y="10307"/>
                    <a:pt x="46571" y="10922"/>
                    <a:pt x="46850" y="11448"/>
                  </a:cubicBezTo>
                  <a:lnTo>
                    <a:pt x="50328" y="17770"/>
                  </a:lnTo>
                  <a:cubicBezTo>
                    <a:pt x="50514" y="18121"/>
                    <a:pt x="50885" y="18341"/>
                    <a:pt x="51302" y="18341"/>
                  </a:cubicBezTo>
                  <a:lnTo>
                    <a:pt x="54873" y="18472"/>
                  </a:lnTo>
                  <a:lnTo>
                    <a:pt x="58583" y="18604"/>
                  </a:lnTo>
                  <a:cubicBezTo>
                    <a:pt x="58583" y="18604"/>
                    <a:pt x="58862" y="18516"/>
                    <a:pt x="58954" y="18472"/>
                  </a:cubicBezTo>
                  <a:cubicBezTo>
                    <a:pt x="58490" y="18604"/>
                    <a:pt x="57934" y="18516"/>
                    <a:pt x="57656" y="1812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5" name="Freeform: Shape 2574">
              <a:extLst>
                <a:ext uri="{FF2B5EF4-FFF2-40B4-BE49-F238E27FC236}">
                  <a16:creationId xmlns:a16="http://schemas.microsoft.com/office/drawing/2014/main" id="{9A781657-2B13-7D4B-059E-FCD69B717812}"/>
                </a:ext>
              </a:extLst>
            </p:cNvPr>
            <p:cNvSpPr>
              <a:spLocks/>
            </p:cNvSpPr>
            <p:nvPr/>
          </p:nvSpPr>
          <p:spPr>
            <a:xfrm>
              <a:off x="7136979" y="3166527"/>
              <a:ext cx="122457" cy="71992"/>
            </a:xfrm>
            <a:custGeom>
              <a:avLst/>
              <a:gdLst>
                <a:gd name="connsiteX0" fmla="*/ 3293 w 82041"/>
                <a:gd name="connsiteY0" fmla="*/ 42174 h 48232"/>
                <a:gd name="connsiteX1" fmla="*/ 10203 w 82041"/>
                <a:gd name="connsiteY1" fmla="*/ 41691 h 48232"/>
                <a:gd name="connsiteX2" fmla="*/ 11965 w 82041"/>
                <a:gd name="connsiteY2" fmla="*/ 47442 h 48232"/>
                <a:gd name="connsiteX3" fmla="*/ 12568 w 82041"/>
                <a:gd name="connsiteY3" fmla="*/ 48145 h 48232"/>
                <a:gd name="connsiteX4" fmla="*/ 13078 w 82041"/>
                <a:gd name="connsiteY4" fmla="*/ 48232 h 48232"/>
                <a:gd name="connsiteX5" fmla="*/ 13496 w 82041"/>
                <a:gd name="connsiteY5" fmla="*/ 48145 h 48232"/>
                <a:gd name="connsiteX6" fmla="*/ 27687 w 82041"/>
                <a:gd name="connsiteY6" fmla="*/ 42657 h 48232"/>
                <a:gd name="connsiteX7" fmla="*/ 28336 w 82041"/>
                <a:gd name="connsiteY7" fmla="*/ 42043 h 48232"/>
                <a:gd name="connsiteX8" fmla="*/ 30934 w 82041"/>
                <a:gd name="connsiteY8" fmla="*/ 35721 h 48232"/>
                <a:gd name="connsiteX9" fmla="*/ 30423 w 82041"/>
                <a:gd name="connsiteY9" fmla="*/ 34360 h 48232"/>
                <a:gd name="connsiteX10" fmla="*/ 29821 w 82041"/>
                <a:gd name="connsiteY10" fmla="*/ 34053 h 48232"/>
                <a:gd name="connsiteX11" fmla="*/ 43038 w 82041"/>
                <a:gd name="connsiteY11" fmla="*/ 32297 h 48232"/>
                <a:gd name="connsiteX12" fmla="*/ 44012 w 82041"/>
                <a:gd name="connsiteY12" fmla="*/ 31199 h 48232"/>
                <a:gd name="connsiteX13" fmla="*/ 44012 w 82041"/>
                <a:gd name="connsiteY13" fmla="*/ 27907 h 48232"/>
                <a:gd name="connsiteX14" fmla="*/ 50134 w 82041"/>
                <a:gd name="connsiteY14" fmla="*/ 26238 h 48232"/>
                <a:gd name="connsiteX15" fmla="*/ 50922 w 82041"/>
                <a:gd name="connsiteY15" fmla="*/ 25448 h 48232"/>
                <a:gd name="connsiteX16" fmla="*/ 53519 w 82041"/>
                <a:gd name="connsiteY16" fmla="*/ 15307 h 48232"/>
                <a:gd name="connsiteX17" fmla="*/ 53519 w 82041"/>
                <a:gd name="connsiteY17" fmla="*/ 14956 h 48232"/>
                <a:gd name="connsiteX18" fmla="*/ 53287 w 82041"/>
                <a:gd name="connsiteY18" fmla="*/ 12147 h 48232"/>
                <a:gd name="connsiteX19" fmla="*/ 55838 w 82041"/>
                <a:gd name="connsiteY19" fmla="*/ 9556 h 48232"/>
                <a:gd name="connsiteX20" fmla="*/ 65206 w 82041"/>
                <a:gd name="connsiteY20" fmla="*/ 9030 h 48232"/>
                <a:gd name="connsiteX21" fmla="*/ 66227 w 82041"/>
                <a:gd name="connsiteY21" fmla="*/ 8327 h 48232"/>
                <a:gd name="connsiteX22" fmla="*/ 68314 w 82041"/>
                <a:gd name="connsiteY22" fmla="*/ 2840 h 48232"/>
                <a:gd name="connsiteX23" fmla="*/ 76059 w 82041"/>
                <a:gd name="connsiteY23" fmla="*/ 8020 h 48232"/>
                <a:gd name="connsiteX24" fmla="*/ 77264 w 82041"/>
                <a:gd name="connsiteY24" fmla="*/ 8108 h 48232"/>
                <a:gd name="connsiteX25" fmla="*/ 81670 w 82041"/>
                <a:gd name="connsiteY25" fmla="*/ 6045 h 48232"/>
                <a:gd name="connsiteX26" fmla="*/ 81902 w 82041"/>
                <a:gd name="connsiteY26" fmla="*/ 5913 h 48232"/>
                <a:gd name="connsiteX27" fmla="*/ 82041 w 82041"/>
                <a:gd name="connsiteY27" fmla="*/ 5781 h 48232"/>
                <a:gd name="connsiteX28" fmla="*/ 81392 w 82041"/>
                <a:gd name="connsiteY28" fmla="*/ 6045 h 48232"/>
                <a:gd name="connsiteX29" fmla="*/ 80233 w 82041"/>
                <a:gd name="connsiteY29" fmla="*/ 4947 h 48232"/>
                <a:gd name="connsiteX30" fmla="*/ 80233 w 82041"/>
                <a:gd name="connsiteY30" fmla="*/ 4288 h 48232"/>
                <a:gd name="connsiteX31" fmla="*/ 76847 w 82041"/>
                <a:gd name="connsiteY31" fmla="*/ 5869 h 48232"/>
                <a:gd name="connsiteX32" fmla="*/ 68406 w 82041"/>
                <a:gd name="connsiteY32" fmla="*/ 206 h 48232"/>
                <a:gd name="connsiteX33" fmla="*/ 67386 w 82041"/>
                <a:gd name="connsiteY33" fmla="*/ 74 h 48232"/>
                <a:gd name="connsiteX34" fmla="*/ 66644 w 82041"/>
                <a:gd name="connsiteY34" fmla="*/ 733 h 48232"/>
                <a:gd name="connsiteX35" fmla="*/ 65624 w 82041"/>
                <a:gd name="connsiteY35" fmla="*/ 3367 h 48232"/>
                <a:gd name="connsiteX36" fmla="*/ 64603 w 82041"/>
                <a:gd name="connsiteY36" fmla="*/ 6045 h 48232"/>
                <a:gd name="connsiteX37" fmla="*/ 64279 w 82041"/>
                <a:gd name="connsiteY37" fmla="*/ 6922 h 48232"/>
                <a:gd name="connsiteX38" fmla="*/ 55189 w 82041"/>
                <a:gd name="connsiteY38" fmla="*/ 7449 h 48232"/>
                <a:gd name="connsiteX39" fmla="*/ 54400 w 82041"/>
                <a:gd name="connsiteY39" fmla="*/ 7801 h 48232"/>
                <a:gd name="connsiteX40" fmla="*/ 51200 w 82041"/>
                <a:gd name="connsiteY40" fmla="*/ 11093 h 48232"/>
                <a:gd name="connsiteX41" fmla="*/ 50922 w 82041"/>
                <a:gd name="connsiteY41" fmla="*/ 11927 h 48232"/>
                <a:gd name="connsiteX42" fmla="*/ 51200 w 82041"/>
                <a:gd name="connsiteY42" fmla="*/ 15044 h 48232"/>
                <a:gd name="connsiteX43" fmla="*/ 48789 w 82041"/>
                <a:gd name="connsiteY43" fmla="*/ 24395 h 48232"/>
                <a:gd name="connsiteX44" fmla="*/ 42481 w 82041"/>
                <a:gd name="connsiteY44" fmla="*/ 26151 h 48232"/>
                <a:gd name="connsiteX45" fmla="*/ 41647 w 82041"/>
                <a:gd name="connsiteY45" fmla="*/ 27204 h 48232"/>
                <a:gd name="connsiteX46" fmla="*/ 41647 w 82041"/>
                <a:gd name="connsiteY46" fmla="*/ 30365 h 48232"/>
                <a:gd name="connsiteX47" fmla="*/ 26110 w 82041"/>
                <a:gd name="connsiteY47" fmla="*/ 32428 h 48232"/>
                <a:gd name="connsiteX48" fmla="*/ 25136 w 82041"/>
                <a:gd name="connsiteY48" fmla="*/ 33306 h 48232"/>
                <a:gd name="connsiteX49" fmla="*/ 25693 w 82041"/>
                <a:gd name="connsiteY49" fmla="*/ 34448 h 48232"/>
                <a:gd name="connsiteX50" fmla="*/ 28336 w 82041"/>
                <a:gd name="connsiteY50" fmla="*/ 35897 h 48232"/>
                <a:gd name="connsiteX51" fmla="*/ 26249 w 82041"/>
                <a:gd name="connsiteY51" fmla="*/ 40901 h 48232"/>
                <a:gd name="connsiteX52" fmla="*/ 13681 w 82041"/>
                <a:gd name="connsiteY52" fmla="*/ 45774 h 48232"/>
                <a:gd name="connsiteX53" fmla="*/ 12012 w 82041"/>
                <a:gd name="connsiteY53" fmla="*/ 40374 h 48232"/>
                <a:gd name="connsiteX54" fmla="*/ 10806 w 82041"/>
                <a:gd name="connsiteY54" fmla="*/ 39584 h 48232"/>
                <a:gd name="connsiteX55" fmla="*/ 3525 w 82041"/>
                <a:gd name="connsiteY55" fmla="*/ 40111 h 48232"/>
                <a:gd name="connsiteX56" fmla="*/ 603 w 82041"/>
                <a:gd name="connsiteY56" fmla="*/ 37038 h 48232"/>
                <a:gd name="connsiteX57" fmla="*/ 696 w 82041"/>
                <a:gd name="connsiteY57" fmla="*/ 37301 h 48232"/>
                <a:gd name="connsiteX58" fmla="*/ 835 w 82041"/>
                <a:gd name="connsiteY58" fmla="*/ 37653 h 48232"/>
                <a:gd name="connsiteX59" fmla="*/ 788 w 82041"/>
                <a:gd name="connsiteY59" fmla="*/ 38048 h 48232"/>
                <a:gd name="connsiteX60" fmla="*/ 788 w 82041"/>
                <a:gd name="connsiteY60" fmla="*/ 38311 h 48232"/>
                <a:gd name="connsiteX61" fmla="*/ 0 w 82041"/>
                <a:gd name="connsiteY61" fmla="*/ 39540 h 48232"/>
                <a:gd name="connsiteX62" fmla="*/ 2272 w 82041"/>
                <a:gd name="connsiteY62" fmla="*/ 41911 h 48232"/>
                <a:gd name="connsiteX63" fmla="*/ 3200 w 82041"/>
                <a:gd name="connsiteY63" fmla="*/ 42262 h 4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82041" h="48232">
                  <a:moveTo>
                    <a:pt x="3293" y="42174"/>
                  </a:moveTo>
                  <a:lnTo>
                    <a:pt x="10203" y="41691"/>
                  </a:lnTo>
                  <a:lnTo>
                    <a:pt x="11965" y="47442"/>
                  </a:lnTo>
                  <a:cubicBezTo>
                    <a:pt x="12058" y="47750"/>
                    <a:pt x="12290" y="47969"/>
                    <a:pt x="12568" y="48145"/>
                  </a:cubicBezTo>
                  <a:cubicBezTo>
                    <a:pt x="12707" y="48232"/>
                    <a:pt x="12893" y="48232"/>
                    <a:pt x="13078" y="48232"/>
                  </a:cubicBezTo>
                  <a:cubicBezTo>
                    <a:pt x="13217" y="48232"/>
                    <a:pt x="13357" y="48232"/>
                    <a:pt x="13496" y="48145"/>
                  </a:cubicBezTo>
                  <a:lnTo>
                    <a:pt x="27687" y="42657"/>
                  </a:lnTo>
                  <a:cubicBezTo>
                    <a:pt x="27966" y="42525"/>
                    <a:pt x="28197" y="42306"/>
                    <a:pt x="28336" y="42043"/>
                  </a:cubicBezTo>
                  <a:lnTo>
                    <a:pt x="30934" y="35721"/>
                  </a:lnTo>
                  <a:cubicBezTo>
                    <a:pt x="31119" y="35238"/>
                    <a:pt x="30934" y="34623"/>
                    <a:pt x="30423" y="34360"/>
                  </a:cubicBezTo>
                  <a:lnTo>
                    <a:pt x="29821" y="34053"/>
                  </a:lnTo>
                  <a:lnTo>
                    <a:pt x="43038" y="32297"/>
                  </a:lnTo>
                  <a:cubicBezTo>
                    <a:pt x="43595" y="32209"/>
                    <a:pt x="44012" y="31770"/>
                    <a:pt x="44012" y="31199"/>
                  </a:cubicBezTo>
                  <a:lnTo>
                    <a:pt x="44012" y="27907"/>
                  </a:lnTo>
                  <a:lnTo>
                    <a:pt x="50134" y="26238"/>
                  </a:lnTo>
                  <a:cubicBezTo>
                    <a:pt x="50551" y="26107"/>
                    <a:pt x="50830" y="25843"/>
                    <a:pt x="50922" y="25448"/>
                  </a:cubicBezTo>
                  <a:lnTo>
                    <a:pt x="53519" y="15307"/>
                  </a:lnTo>
                  <a:cubicBezTo>
                    <a:pt x="53519" y="15307"/>
                    <a:pt x="53519" y="15088"/>
                    <a:pt x="53519" y="14956"/>
                  </a:cubicBezTo>
                  <a:lnTo>
                    <a:pt x="53287" y="12147"/>
                  </a:lnTo>
                  <a:lnTo>
                    <a:pt x="55838" y="9556"/>
                  </a:lnTo>
                  <a:lnTo>
                    <a:pt x="65206" y="9030"/>
                  </a:lnTo>
                  <a:cubicBezTo>
                    <a:pt x="65670" y="9030"/>
                    <a:pt x="66088" y="8722"/>
                    <a:pt x="66227" y="8327"/>
                  </a:cubicBezTo>
                  <a:lnTo>
                    <a:pt x="68314" y="2840"/>
                  </a:lnTo>
                  <a:lnTo>
                    <a:pt x="76059" y="8020"/>
                  </a:lnTo>
                  <a:cubicBezTo>
                    <a:pt x="76384" y="8240"/>
                    <a:pt x="76847" y="8283"/>
                    <a:pt x="77264" y="8108"/>
                  </a:cubicBezTo>
                  <a:lnTo>
                    <a:pt x="81670" y="6045"/>
                  </a:lnTo>
                  <a:lnTo>
                    <a:pt x="81902" y="5913"/>
                  </a:lnTo>
                  <a:cubicBezTo>
                    <a:pt x="81902" y="5913"/>
                    <a:pt x="81995" y="5825"/>
                    <a:pt x="82041" y="5781"/>
                  </a:cubicBezTo>
                  <a:cubicBezTo>
                    <a:pt x="81856" y="5913"/>
                    <a:pt x="81670" y="6045"/>
                    <a:pt x="81392" y="6045"/>
                  </a:cubicBezTo>
                  <a:cubicBezTo>
                    <a:pt x="80743" y="6045"/>
                    <a:pt x="80233" y="5562"/>
                    <a:pt x="80233" y="4947"/>
                  </a:cubicBezTo>
                  <a:lnTo>
                    <a:pt x="80233" y="4288"/>
                  </a:lnTo>
                  <a:lnTo>
                    <a:pt x="76847" y="5869"/>
                  </a:lnTo>
                  <a:lnTo>
                    <a:pt x="68406" y="206"/>
                  </a:lnTo>
                  <a:cubicBezTo>
                    <a:pt x="68128" y="-14"/>
                    <a:pt x="67711" y="-58"/>
                    <a:pt x="67386" y="74"/>
                  </a:cubicBezTo>
                  <a:cubicBezTo>
                    <a:pt x="67062" y="162"/>
                    <a:pt x="66783" y="425"/>
                    <a:pt x="66644" y="733"/>
                  </a:cubicBezTo>
                  <a:lnTo>
                    <a:pt x="65624" y="3367"/>
                  </a:lnTo>
                  <a:lnTo>
                    <a:pt x="64603" y="6045"/>
                  </a:lnTo>
                  <a:lnTo>
                    <a:pt x="64279" y="6922"/>
                  </a:lnTo>
                  <a:lnTo>
                    <a:pt x="55189" y="7449"/>
                  </a:lnTo>
                  <a:cubicBezTo>
                    <a:pt x="54911" y="7449"/>
                    <a:pt x="54586" y="7581"/>
                    <a:pt x="54400" y="7801"/>
                  </a:cubicBezTo>
                  <a:lnTo>
                    <a:pt x="51200" y="11093"/>
                  </a:lnTo>
                  <a:cubicBezTo>
                    <a:pt x="50969" y="11312"/>
                    <a:pt x="50876" y="11620"/>
                    <a:pt x="50922" y="11927"/>
                  </a:cubicBezTo>
                  <a:lnTo>
                    <a:pt x="51200" y="15044"/>
                  </a:lnTo>
                  <a:lnTo>
                    <a:pt x="48789" y="24395"/>
                  </a:lnTo>
                  <a:lnTo>
                    <a:pt x="42481" y="26151"/>
                  </a:lnTo>
                  <a:cubicBezTo>
                    <a:pt x="41971" y="26282"/>
                    <a:pt x="41647" y="26721"/>
                    <a:pt x="41647" y="27204"/>
                  </a:cubicBezTo>
                  <a:lnTo>
                    <a:pt x="41647" y="30365"/>
                  </a:lnTo>
                  <a:lnTo>
                    <a:pt x="26110" y="32428"/>
                  </a:lnTo>
                  <a:cubicBezTo>
                    <a:pt x="25600" y="32516"/>
                    <a:pt x="25229" y="32867"/>
                    <a:pt x="25136" y="33306"/>
                  </a:cubicBezTo>
                  <a:cubicBezTo>
                    <a:pt x="25044" y="33745"/>
                    <a:pt x="25276" y="34228"/>
                    <a:pt x="25693" y="34448"/>
                  </a:cubicBezTo>
                  <a:lnTo>
                    <a:pt x="28336" y="35897"/>
                  </a:lnTo>
                  <a:lnTo>
                    <a:pt x="26249" y="40901"/>
                  </a:lnTo>
                  <a:lnTo>
                    <a:pt x="13681" y="45774"/>
                  </a:lnTo>
                  <a:lnTo>
                    <a:pt x="12012" y="40374"/>
                  </a:lnTo>
                  <a:cubicBezTo>
                    <a:pt x="11873" y="39891"/>
                    <a:pt x="11362" y="39496"/>
                    <a:pt x="10806" y="39584"/>
                  </a:cubicBezTo>
                  <a:lnTo>
                    <a:pt x="3525" y="40111"/>
                  </a:lnTo>
                  <a:lnTo>
                    <a:pt x="603" y="37038"/>
                  </a:lnTo>
                  <a:cubicBezTo>
                    <a:pt x="603" y="37038"/>
                    <a:pt x="649" y="37213"/>
                    <a:pt x="696" y="37301"/>
                  </a:cubicBezTo>
                  <a:cubicBezTo>
                    <a:pt x="742" y="37433"/>
                    <a:pt x="835" y="37521"/>
                    <a:pt x="835" y="37653"/>
                  </a:cubicBezTo>
                  <a:cubicBezTo>
                    <a:pt x="835" y="37784"/>
                    <a:pt x="835" y="37916"/>
                    <a:pt x="788" y="38048"/>
                  </a:cubicBezTo>
                  <a:cubicBezTo>
                    <a:pt x="788" y="38135"/>
                    <a:pt x="788" y="38223"/>
                    <a:pt x="788" y="38311"/>
                  </a:cubicBezTo>
                  <a:lnTo>
                    <a:pt x="0" y="39540"/>
                  </a:lnTo>
                  <a:lnTo>
                    <a:pt x="2272" y="41911"/>
                  </a:lnTo>
                  <a:cubicBezTo>
                    <a:pt x="2504" y="42174"/>
                    <a:pt x="2875" y="42306"/>
                    <a:pt x="3200" y="4226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6" name="Freeform: Shape 2575">
              <a:extLst>
                <a:ext uri="{FF2B5EF4-FFF2-40B4-BE49-F238E27FC236}">
                  <a16:creationId xmlns:a16="http://schemas.microsoft.com/office/drawing/2014/main" id="{4749D72A-4329-EFCD-4E35-F8A652E41F50}"/>
                </a:ext>
              </a:extLst>
            </p:cNvPr>
            <p:cNvSpPr>
              <a:spLocks/>
            </p:cNvSpPr>
            <p:nvPr/>
          </p:nvSpPr>
          <p:spPr>
            <a:xfrm>
              <a:off x="7259921" y="3174043"/>
              <a:ext cx="277" cy="524"/>
            </a:xfrm>
            <a:custGeom>
              <a:avLst/>
              <a:gdLst>
                <a:gd name="connsiteX0" fmla="*/ 185 w 185"/>
                <a:gd name="connsiteY0" fmla="*/ 0 h 351"/>
                <a:gd name="connsiteX1" fmla="*/ 0 w 185"/>
                <a:gd name="connsiteY1" fmla="*/ 351 h 351"/>
                <a:gd name="connsiteX2" fmla="*/ 185 w 185"/>
                <a:gd name="connsiteY2" fmla="*/ 0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185" y="0"/>
                  </a:moveTo>
                  <a:cubicBezTo>
                    <a:pt x="185" y="0"/>
                    <a:pt x="93" y="263"/>
                    <a:pt x="0" y="351"/>
                  </a:cubicBezTo>
                  <a:cubicBezTo>
                    <a:pt x="93" y="219"/>
                    <a:pt x="139" y="132"/>
                    <a:pt x="18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7" name="Freeform: Shape 2576">
              <a:extLst>
                <a:ext uri="{FF2B5EF4-FFF2-40B4-BE49-F238E27FC236}">
                  <a16:creationId xmlns:a16="http://schemas.microsoft.com/office/drawing/2014/main" id="{466A44E4-47ED-9C38-FFA1-627ECE0BB09B}"/>
                </a:ext>
              </a:extLst>
            </p:cNvPr>
            <p:cNvSpPr>
              <a:spLocks/>
            </p:cNvSpPr>
            <p:nvPr/>
          </p:nvSpPr>
          <p:spPr>
            <a:xfrm>
              <a:off x="6954983" y="3148029"/>
              <a:ext cx="183309" cy="74961"/>
            </a:xfrm>
            <a:custGeom>
              <a:avLst/>
              <a:gdLst>
                <a:gd name="connsiteX0" fmla="*/ 122439 w 122809"/>
                <a:gd name="connsiteY0" fmla="*/ 49080 h 50221"/>
                <a:gd name="connsiteX1" fmla="*/ 122810 w 122809"/>
                <a:gd name="connsiteY1" fmla="*/ 49563 h 50221"/>
                <a:gd name="connsiteX2" fmla="*/ 122717 w 122809"/>
                <a:gd name="connsiteY2" fmla="*/ 49300 h 50221"/>
                <a:gd name="connsiteX3" fmla="*/ 120769 w 122809"/>
                <a:gd name="connsiteY3" fmla="*/ 47280 h 50221"/>
                <a:gd name="connsiteX4" fmla="*/ 118775 w 122809"/>
                <a:gd name="connsiteY4" fmla="*/ 30906 h 50221"/>
                <a:gd name="connsiteX5" fmla="*/ 117616 w 122809"/>
                <a:gd name="connsiteY5" fmla="*/ 29940 h 50221"/>
                <a:gd name="connsiteX6" fmla="*/ 106068 w 122809"/>
                <a:gd name="connsiteY6" fmla="*/ 30203 h 50221"/>
                <a:gd name="connsiteX7" fmla="*/ 100317 w 122809"/>
                <a:gd name="connsiteY7" fmla="*/ 22169 h 50221"/>
                <a:gd name="connsiteX8" fmla="*/ 99343 w 122809"/>
                <a:gd name="connsiteY8" fmla="*/ 21687 h 50221"/>
                <a:gd name="connsiteX9" fmla="*/ 93870 w 122809"/>
                <a:gd name="connsiteY9" fmla="*/ 21687 h 50221"/>
                <a:gd name="connsiteX10" fmla="*/ 76015 w 122809"/>
                <a:gd name="connsiteY10" fmla="*/ 10975 h 50221"/>
                <a:gd name="connsiteX11" fmla="*/ 60664 w 122809"/>
                <a:gd name="connsiteY11" fmla="*/ 5136 h 50221"/>
                <a:gd name="connsiteX12" fmla="*/ 57093 w 122809"/>
                <a:gd name="connsiteY12" fmla="*/ 702 h 50221"/>
                <a:gd name="connsiteX13" fmla="*/ 56212 w 122809"/>
                <a:gd name="connsiteY13" fmla="*/ 263 h 50221"/>
                <a:gd name="connsiteX14" fmla="*/ 43737 w 122809"/>
                <a:gd name="connsiteY14" fmla="*/ 0 h 50221"/>
                <a:gd name="connsiteX15" fmla="*/ 43366 w 122809"/>
                <a:gd name="connsiteY15" fmla="*/ 44 h 50221"/>
                <a:gd name="connsiteX16" fmla="*/ 33116 w 122809"/>
                <a:gd name="connsiteY16" fmla="*/ 3293 h 50221"/>
                <a:gd name="connsiteX17" fmla="*/ 25789 w 122809"/>
                <a:gd name="connsiteY17" fmla="*/ 3293 h 50221"/>
                <a:gd name="connsiteX18" fmla="*/ 24954 w 122809"/>
                <a:gd name="connsiteY18" fmla="*/ 3644 h 50221"/>
                <a:gd name="connsiteX19" fmla="*/ 16838 w 122809"/>
                <a:gd name="connsiteY19" fmla="*/ 11897 h 50221"/>
                <a:gd name="connsiteX20" fmla="*/ 16513 w 122809"/>
                <a:gd name="connsiteY20" fmla="*/ 12512 h 50221"/>
                <a:gd name="connsiteX21" fmla="*/ 16049 w 122809"/>
                <a:gd name="connsiteY21" fmla="*/ 16506 h 50221"/>
                <a:gd name="connsiteX22" fmla="*/ 3017 w 122809"/>
                <a:gd name="connsiteY22" fmla="*/ 16945 h 50221"/>
                <a:gd name="connsiteX23" fmla="*/ 1116 w 122809"/>
                <a:gd name="connsiteY23" fmla="*/ 16945 h 50221"/>
                <a:gd name="connsiteX24" fmla="*/ 3 w 122809"/>
                <a:gd name="connsiteY24" fmla="*/ 18131 h 50221"/>
                <a:gd name="connsiteX25" fmla="*/ 1209 w 122809"/>
                <a:gd name="connsiteY25" fmla="*/ 19184 h 50221"/>
                <a:gd name="connsiteX26" fmla="*/ 3945 w 122809"/>
                <a:gd name="connsiteY26" fmla="*/ 19097 h 50221"/>
                <a:gd name="connsiteX27" fmla="*/ 17162 w 122809"/>
                <a:gd name="connsiteY27" fmla="*/ 18658 h 50221"/>
                <a:gd name="connsiteX28" fmla="*/ 18276 w 122809"/>
                <a:gd name="connsiteY28" fmla="*/ 17692 h 50221"/>
                <a:gd name="connsiteX29" fmla="*/ 18832 w 122809"/>
                <a:gd name="connsiteY29" fmla="*/ 13126 h 50221"/>
                <a:gd name="connsiteX30" fmla="*/ 26345 w 122809"/>
                <a:gd name="connsiteY30" fmla="*/ 5488 h 50221"/>
                <a:gd name="connsiteX31" fmla="*/ 33394 w 122809"/>
                <a:gd name="connsiteY31" fmla="*/ 5488 h 50221"/>
                <a:gd name="connsiteX32" fmla="*/ 33765 w 122809"/>
                <a:gd name="connsiteY32" fmla="*/ 5444 h 50221"/>
                <a:gd name="connsiteX33" fmla="*/ 44015 w 122809"/>
                <a:gd name="connsiteY33" fmla="*/ 2195 h 50221"/>
                <a:gd name="connsiteX34" fmla="*/ 55702 w 122809"/>
                <a:gd name="connsiteY34" fmla="*/ 2458 h 50221"/>
                <a:gd name="connsiteX35" fmla="*/ 59134 w 122809"/>
                <a:gd name="connsiteY35" fmla="*/ 6717 h 50221"/>
                <a:gd name="connsiteX36" fmla="*/ 59644 w 122809"/>
                <a:gd name="connsiteY36" fmla="*/ 7068 h 50221"/>
                <a:gd name="connsiteX37" fmla="*/ 75598 w 122809"/>
                <a:gd name="connsiteY37" fmla="*/ 13126 h 50221"/>
                <a:gd name="connsiteX38" fmla="*/ 76201 w 122809"/>
                <a:gd name="connsiteY38" fmla="*/ 13214 h 50221"/>
                <a:gd name="connsiteX39" fmla="*/ 92015 w 122809"/>
                <a:gd name="connsiteY39" fmla="*/ 23048 h 50221"/>
                <a:gd name="connsiteX40" fmla="*/ 93175 w 122809"/>
                <a:gd name="connsiteY40" fmla="*/ 23926 h 50221"/>
                <a:gd name="connsiteX41" fmla="*/ 98925 w 122809"/>
                <a:gd name="connsiteY41" fmla="*/ 23926 h 50221"/>
                <a:gd name="connsiteX42" fmla="*/ 104676 w 122809"/>
                <a:gd name="connsiteY42" fmla="*/ 31959 h 50221"/>
                <a:gd name="connsiteX43" fmla="*/ 105650 w 122809"/>
                <a:gd name="connsiteY43" fmla="*/ 32442 h 50221"/>
                <a:gd name="connsiteX44" fmla="*/ 116781 w 122809"/>
                <a:gd name="connsiteY44" fmla="*/ 32179 h 50221"/>
                <a:gd name="connsiteX45" fmla="*/ 118682 w 122809"/>
                <a:gd name="connsiteY45" fmla="*/ 47939 h 50221"/>
                <a:gd name="connsiteX46" fmla="*/ 118960 w 122809"/>
                <a:gd name="connsiteY46" fmla="*/ 48553 h 50221"/>
                <a:gd name="connsiteX47" fmla="*/ 120584 w 122809"/>
                <a:gd name="connsiteY47" fmla="*/ 50222 h 50221"/>
                <a:gd name="connsiteX48" fmla="*/ 121047 w 122809"/>
                <a:gd name="connsiteY48" fmla="*/ 49519 h 50221"/>
                <a:gd name="connsiteX49" fmla="*/ 122624 w 122809"/>
                <a:gd name="connsiteY49" fmla="*/ 49168 h 50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22809" h="50221">
                  <a:moveTo>
                    <a:pt x="122439" y="49080"/>
                  </a:moveTo>
                  <a:cubicBezTo>
                    <a:pt x="122439" y="49080"/>
                    <a:pt x="122717" y="49388"/>
                    <a:pt x="122810" y="49563"/>
                  </a:cubicBezTo>
                  <a:cubicBezTo>
                    <a:pt x="122810" y="49475"/>
                    <a:pt x="122810" y="49388"/>
                    <a:pt x="122717" y="49300"/>
                  </a:cubicBezTo>
                  <a:lnTo>
                    <a:pt x="120769" y="47280"/>
                  </a:lnTo>
                  <a:lnTo>
                    <a:pt x="118775" y="30906"/>
                  </a:lnTo>
                  <a:cubicBezTo>
                    <a:pt x="118682" y="30335"/>
                    <a:pt x="118219" y="29852"/>
                    <a:pt x="117616" y="29940"/>
                  </a:cubicBezTo>
                  <a:lnTo>
                    <a:pt x="106068" y="30203"/>
                  </a:lnTo>
                  <a:lnTo>
                    <a:pt x="100317" y="22169"/>
                  </a:lnTo>
                  <a:cubicBezTo>
                    <a:pt x="100085" y="21862"/>
                    <a:pt x="99760" y="21687"/>
                    <a:pt x="99343" y="21687"/>
                  </a:cubicBezTo>
                  <a:lnTo>
                    <a:pt x="93870" y="21687"/>
                  </a:lnTo>
                  <a:cubicBezTo>
                    <a:pt x="92896" y="18701"/>
                    <a:pt x="88862" y="9395"/>
                    <a:pt x="76015" y="10975"/>
                  </a:cubicBezTo>
                  <a:lnTo>
                    <a:pt x="60664" y="5136"/>
                  </a:lnTo>
                  <a:lnTo>
                    <a:pt x="57093" y="702"/>
                  </a:lnTo>
                  <a:cubicBezTo>
                    <a:pt x="56862" y="439"/>
                    <a:pt x="56537" y="263"/>
                    <a:pt x="56212" y="263"/>
                  </a:cubicBezTo>
                  <a:lnTo>
                    <a:pt x="43737" y="0"/>
                  </a:lnTo>
                  <a:cubicBezTo>
                    <a:pt x="43737" y="0"/>
                    <a:pt x="43458" y="0"/>
                    <a:pt x="43366" y="44"/>
                  </a:cubicBezTo>
                  <a:lnTo>
                    <a:pt x="33116" y="3293"/>
                  </a:lnTo>
                  <a:lnTo>
                    <a:pt x="25789" y="3293"/>
                  </a:lnTo>
                  <a:cubicBezTo>
                    <a:pt x="25464" y="3293"/>
                    <a:pt x="25139" y="3424"/>
                    <a:pt x="24954" y="3644"/>
                  </a:cubicBezTo>
                  <a:lnTo>
                    <a:pt x="16838" y="11897"/>
                  </a:lnTo>
                  <a:cubicBezTo>
                    <a:pt x="16838" y="11897"/>
                    <a:pt x="16560" y="12292"/>
                    <a:pt x="16513" y="12512"/>
                  </a:cubicBezTo>
                  <a:lnTo>
                    <a:pt x="16049" y="16506"/>
                  </a:lnTo>
                  <a:lnTo>
                    <a:pt x="3017" y="16945"/>
                  </a:lnTo>
                  <a:lnTo>
                    <a:pt x="1116" y="16945"/>
                  </a:lnTo>
                  <a:cubicBezTo>
                    <a:pt x="467" y="17033"/>
                    <a:pt x="-43" y="17560"/>
                    <a:pt x="3" y="18131"/>
                  </a:cubicBezTo>
                  <a:cubicBezTo>
                    <a:pt x="3" y="18745"/>
                    <a:pt x="652" y="19184"/>
                    <a:pt x="1209" y="19184"/>
                  </a:cubicBezTo>
                  <a:lnTo>
                    <a:pt x="3945" y="19097"/>
                  </a:lnTo>
                  <a:lnTo>
                    <a:pt x="17162" y="18658"/>
                  </a:lnTo>
                  <a:cubicBezTo>
                    <a:pt x="17719" y="18658"/>
                    <a:pt x="18229" y="18219"/>
                    <a:pt x="18276" y="17692"/>
                  </a:cubicBezTo>
                  <a:lnTo>
                    <a:pt x="18832" y="13126"/>
                  </a:lnTo>
                  <a:lnTo>
                    <a:pt x="26345" y="5488"/>
                  </a:lnTo>
                  <a:lnTo>
                    <a:pt x="33394" y="5488"/>
                  </a:lnTo>
                  <a:cubicBezTo>
                    <a:pt x="33394" y="5488"/>
                    <a:pt x="33626" y="5488"/>
                    <a:pt x="33765" y="5444"/>
                  </a:cubicBezTo>
                  <a:lnTo>
                    <a:pt x="44015" y="2195"/>
                  </a:lnTo>
                  <a:lnTo>
                    <a:pt x="55702" y="2458"/>
                  </a:lnTo>
                  <a:lnTo>
                    <a:pt x="59134" y="6717"/>
                  </a:lnTo>
                  <a:cubicBezTo>
                    <a:pt x="59134" y="6717"/>
                    <a:pt x="59412" y="6980"/>
                    <a:pt x="59644" y="7068"/>
                  </a:cubicBezTo>
                  <a:lnTo>
                    <a:pt x="75598" y="13126"/>
                  </a:lnTo>
                  <a:cubicBezTo>
                    <a:pt x="75598" y="13126"/>
                    <a:pt x="76015" y="13214"/>
                    <a:pt x="76201" y="13214"/>
                  </a:cubicBezTo>
                  <a:cubicBezTo>
                    <a:pt x="89465" y="11458"/>
                    <a:pt x="91923" y="22565"/>
                    <a:pt x="92015" y="23048"/>
                  </a:cubicBezTo>
                  <a:cubicBezTo>
                    <a:pt x="92108" y="23574"/>
                    <a:pt x="92618" y="23926"/>
                    <a:pt x="93175" y="23926"/>
                  </a:cubicBezTo>
                  <a:lnTo>
                    <a:pt x="98925" y="23926"/>
                  </a:lnTo>
                  <a:lnTo>
                    <a:pt x="104676" y="31959"/>
                  </a:lnTo>
                  <a:cubicBezTo>
                    <a:pt x="104908" y="32267"/>
                    <a:pt x="105279" y="32398"/>
                    <a:pt x="105650" y="32442"/>
                  </a:cubicBezTo>
                  <a:lnTo>
                    <a:pt x="116781" y="32179"/>
                  </a:lnTo>
                  <a:lnTo>
                    <a:pt x="118682" y="47939"/>
                  </a:lnTo>
                  <a:cubicBezTo>
                    <a:pt x="118682" y="48158"/>
                    <a:pt x="118821" y="48378"/>
                    <a:pt x="118960" y="48553"/>
                  </a:cubicBezTo>
                  <a:lnTo>
                    <a:pt x="120584" y="50222"/>
                  </a:lnTo>
                  <a:lnTo>
                    <a:pt x="121047" y="49519"/>
                  </a:lnTo>
                  <a:cubicBezTo>
                    <a:pt x="121372" y="48992"/>
                    <a:pt x="122068" y="48817"/>
                    <a:pt x="122624" y="4916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8" name="Freeform: Shape 2577">
              <a:extLst>
                <a:ext uri="{FF2B5EF4-FFF2-40B4-BE49-F238E27FC236}">
                  <a16:creationId xmlns:a16="http://schemas.microsoft.com/office/drawing/2014/main" id="{48F0C473-9CF5-9252-BB07-3CBBC4E687B8}"/>
                </a:ext>
              </a:extLst>
            </p:cNvPr>
            <p:cNvSpPr>
              <a:spLocks/>
            </p:cNvSpPr>
            <p:nvPr/>
          </p:nvSpPr>
          <p:spPr>
            <a:xfrm>
              <a:off x="7138363" y="3222531"/>
              <a:ext cx="97" cy="590"/>
            </a:xfrm>
            <a:custGeom>
              <a:avLst/>
              <a:gdLst>
                <a:gd name="connsiteX0" fmla="*/ 46 w 65"/>
                <a:gd name="connsiteY0" fmla="*/ 0 h 395"/>
                <a:gd name="connsiteX1" fmla="*/ 0 w 65"/>
                <a:gd name="connsiteY1" fmla="*/ 395 h 395"/>
                <a:gd name="connsiteX2" fmla="*/ 46 w 65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" h="395">
                  <a:moveTo>
                    <a:pt x="46" y="0"/>
                  </a:moveTo>
                  <a:cubicBezTo>
                    <a:pt x="46" y="0"/>
                    <a:pt x="46" y="263"/>
                    <a:pt x="0" y="395"/>
                  </a:cubicBezTo>
                  <a:cubicBezTo>
                    <a:pt x="46" y="263"/>
                    <a:pt x="93" y="132"/>
                    <a:pt x="4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9" name="Freeform: Shape 2578">
              <a:extLst>
                <a:ext uri="{FF2B5EF4-FFF2-40B4-BE49-F238E27FC236}">
                  <a16:creationId xmlns:a16="http://schemas.microsoft.com/office/drawing/2014/main" id="{B6E549AC-F1D1-0E6F-2974-5F37E18357C7}"/>
                </a:ext>
              </a:extLst>
            </p:cNvPr>
            <p:cNvSpPr>
              <a:spLocks/>
            </p:cNvSpPr>
            <p:nvPr/>
          </p:nvSpPr>
          <p:spPr>
            <a:xfrm>
              <a:off x="7422460" y="2810173"/>
              <a:ext cx="328122" cy="307385"/>
            </a:xfrm>
            <a:custGeom>
              <a:avLst/>
              <a:gdLst>
                <a:gd name="connsiteX0" fmla="*/ 218622 w 219828"/>
                <a:gd name="connsiteY0" fmla="*/ 1888 h 205935"/>
                <a:gd name="connsiteX1" fmla="*/ 218622 w 219828"/>
                <a:gd name="connsiteY1" fmla="*/ 702 h 205935"/>
                <a:gd name="connsiteX2" fmla="*/ 210043 w 219828"/>
                <a:gd name="connsiteY2" fmla="*/ 0 h 205935"/>
                <a:gd name="connsiteX3" fmla="*/ 209162 w 219828"/>
                <a:gd name="connsiteY3" fmla="*/ 307 h 205935"/>
                <a:gd name="connsiteX4" fmla="*/ 208791 w 219828"/>
                <a:gd name="connsiteY4" fmla="*/ 1141 h 205935"/>
                <a:gd name="connsiteX5" fmla="*/ 209069 w 219828"/>
                <a:gd name="connsiteY5" fmla="*/ 12029 h 205935"/>
                <a:gd name="connsiteX6" fmla="*/ 189683 w 219828"/>
                <a:gd name="connsiteY6" fmla="*/ 25462 h 205935"/>
                <a:gd name="connsiteX7" fmla="*/ 190100 w 219828"/>
                <a:gd name="connsiteY7" fmla="*/ 27877 h 205935"/>
                <a:gd name="connsiteX8" fmla="*/ 190657 w 219828"/>
                <a:gd name="connsiteY8" fmla="*/ 46227 h 205935"/>
                <a:gd name="connsiteX9" fmla="*/ 186390 w 219828"/>
                <a:gd name="connsiteY9" fmla="*/ 46710 h 205935"/>
                <a:gd name="connsiteX10" fmla="*/ 185741 w 219828"/>
                <a:gd name="connsiteY10" fmla="*/ 47017 h 205935"/>
                <a:gd name="connsiteX11" fmla="*/ 182077 w 219828"/>
                <a:gd name="connsiteY11" fmla="*/ 50266 h 205935"/>
                <a:gd name="connsiteX12" fmla="*/ 179944 w 219828"/>
                <a:gd name="connsiteY12" fmla="*/ 47237 h 205935"/>
                <a:gd name="connsiteX13" fmla="*/ 178877 w 219828"/>
                <a:gd name="connsiteY13" fmla="*/ 46754 h 205935"/>
                <a:gd name="connsiteX14" fmla="*/ 163294 w 219828"/>
                <a:gd name="connsiteY14" fmla="*/ 48114 h 205935"/>
                <a:gd name="connsiteX15" fmla="*/ 151700 w 219828"/>
                <a:gd name="connsiteY15" fmla="*/ 42232 h 205935"/>
                <a:gd name="connsiteX16" fmla="*/ 150680 w 219828"/>
                <a:gd name="connsiteY16" fmla="*/ 42232 h 205935"/>
                <a:gd name="connsiteX17" fmla="*/ 150031 w 219828"/>
                <a:gd name="connsiteY17" fmla="*/ 42978 h 205935"/>
                <a:gd name="connsiteX18" fmla="*/ 142425 w 219828"/>
                <a:gd name="connsiteY18" fmla="*/ 71250 h 205935"/>
                <a:gd name="connsiteX19" fmla="*/ 138993 w 219828"/>
                <a:gd name="connsiteY19" fmla="*/ 71250 h 205935"/>
                <a:gd name="connsiteX20" fmla="*/ 138158 w 219828"/>
                <a:gd name="connsiteY20" fmla="*/ 71601 h 205935"/>
                <a:gd name="connsiteX21" fmla="*/ 137833 w 219828"/>
                <a:gd name="connsiteY21" fmla="*/ 72391 h 205935"/>
                <a:gd name="connsiteX22" fmla="*/ 138112 w 219828"/>
                <a:gd name="connsiteY22" fmla="*/ 80644 h 205935"/>
                <a:gd name="connsiteX23" fmla="*/ 138575 w 219828"/>
                <a:gd name="connsiteY23" fmla="*/ 81479 h 205935"/>
                <a:gd name="connsiteX24" fmla="*/ 142285 w 219828"/>
                <a:gd name="connsiteY24" fmla="*/ 84244 h 205935"/>
                <a:gd name="connsiteX25" fmla="*/ 142796 w 219828"/>
                <a:gd name="connsiteY25" fmla="*/ 86659 h 205935"/>
                <a:gd name="connsiteX26" fmla="*/ 134772 w 219828"/>
                <a:gd name="connsiteY26" fmla="*/ 86659 h 205935"/>
                <a:gd name="connsiteX27" fmla="*/ 129856 w 219828"/>
                <a:gd name="connsiteY27" fmla="*/ 83059 h 205935"/>
                <a:gd name="connsiteX28" fmla="*/ 128604 w 219828"/>
                <a:gd name="connsiteY28" fmla="*/ 82971 h 205935"/>
                <a:gd name="connsiteX29" fmla="*/ 116685 w 219828"/>
                <a:gd name="connsiteY29" fmla="*/ 89161 h 205935"/>
                <a:gd name="connsiteX30" fmla="*/ 106529 w 219828"/>
                <a:gd name="connsiteY30" fmla="*/ 89161 h 205935"/>
                <a:gd name="connsiteX31" fmla="*/ 105740 w 219828"/>
                <a:gd name="connsiteY31" fmla="*/ 89468 h 205935"/>
                <a:gd name="connsiteX32" fmla="*/ 101705 w 219828"/>
                <a:gd name="connsiteY32" fmla="*/ 93024 h 205935"/>
                <a:gd name="connsiteX33" fmla="*/ 101334 w 219828"/>
                <a:gd name="connsiteY33" fmla="*/ 93858 h 205935"/>
                <a:gd name="connsiteX34" fmla="*/ 101705 w 219828"/>
                <a:gd name="connsiteY34" fmla="*/ 94649 h 205935"/>
                <a:gd name="connsiteX35" fmla="*/ 109126 w 219828"/>
                <a:gd name="connsiteY35" fmla="*/ 100882 h 205935"/>
                <a:gd name="connsiteX36" fmla="*/ 108569 w 219828"/>
                <a:gd name="connsiteY36" fmla="*/ 111594 h 205935"/>
                <a:gd name="connsiteX37" fmla="*/ 108615 w 219828"/>
                <a:gd name="connsiteY37" fmla="*/ 112033 h 205935"/>
                <a:gd name="connsiteX38" fmla="*/ 114923 w 219828"/>
                <a:gd name="connsiteY38" fmla="*/ 128934 h 205935"/>
                <a:gd name="connsiteX39" fmla="*/ 108894 w 219828"/>
                <a:gd name="connsiteY39" fmla="*/ 131788 h 205935"/>
                <a:gd name="connsiteX40" fmla="*/ 108245 w 219828"/>
                <a:gd name="connsiteY40" fmla="*/ 132666 h 205935"/>
                <a:gd name="connsiteX41" fmla="*/ 108708 w 219828"/>
                <a:gd name="connsiteY41" fmla="*/ 133632 h 205935"/>
                <a:gd name="connsiteX42" fmla="*/ 111677 w 219828"/>
                <a:gd name="connsiteY42" fmla="*/ 135607 h 205935"/>
                <a:gd name="connsiteX43" fmla="*/ 106158 w 219828"/>
                <a:gd name="connsiteY43" fmla="*/ 137144 h 205935"/>
                <a:gd name="connsiteX44" fmla="*/ 105323 w 219828"/>
                <a:gd name="connsiteY44" fmla="*/ 138241 h 205935"/>
                <a:gd name="connsiteX45" fmla="*/ 105787 w 219828"/>
                <a:gd name="connsiteY45" fmla="*/ 146626 h 205935"/>
                <a:gd name="connsiteX46" fmla="*/ 107920 w 219828"/>
                <a:gd name="connsiteY46" fmla="*/ 148602 h 205935"/>
                <a:gd name="connsiteX47" fmla="*/ 107920 w 219828"/>
                <a:gd name="connsiteY47" fmla="*/ 150138 h 205935"/>
                <a:gd name="connsiteX48" fmla="*/ 107085 w 219828"/>
                <a:gd name="connsiteY48" fmla="*/ 150489 h 205935"/>
                <a:gd name="connsiteX49" fmla="*/ 106297 w 219828"/>
                <a:gd name="connsiteY49" fmla="*/ 150182 h 205935"/>
                <a:gd name="connsiteX50" fmla="*/ 105972 w 219828"/>
                <a:gd name="connsiteY50" fmla="*/ 149875 h 205935"/>
                <a:gd name="connsiteX51" fmla="*/ 106111 w 219828"/>
                <a:gd name="connsiteY51" fmla="*/ 152158 h 205935"/>
                <a:gd name="connsiteX52" fmla="*/ 102123 w 219828"/>
                <a:gd name="connsiteY52" fmla="*/ 152158 h 205935"/>
                <a:gd name="connsiteX53" fmla="*/ 101056 w 219828"/>
                <a:gd name="connsiteY53" fmla="*/ 152816 h 205935"/>
                <a:gd name="connsiteX54" fmla="*/ 99526 w 219828"/>
                <a:gd name="connsiteY54" fmla="*/ 155977 h 205935"/>
                <a:gd name="connsiteX55" fmla="*/ 74157 w 219828"/>
                <a:gd name="connsiteY55" fmla="*/ 165415 h 205935"/>
                <a:gd name="connsiteX56" fmla="*/ 73415 w 219828"/>
                <a:gd name="connsiteY56" fmla="*/ 166337 h 205935"/>
                <a:gd name="connsiteX57" fmla="*/ 73230 w 219828"/>
                <a:gd name="connsiteY57" fmla="*/ 168840 h 205935"/>
                <a:gd name="connsiteX58" fmla="*/ 70818 w 219828"/>
                <a:gd name="connsiteY58" fmla="*/ 168840 h 205935"/>
                <a:gd name="connsiteX59" fmla="*/ 69705 w 219828"/>
                <a:gd name="connsiteY59" fmla="*/ 169630 h 205935"/>
                <a:gd name="connsiteX60" fmla="*/ 68546 w 219828"/>
                <a:gd name="connsiteY60" fmla="*/ 173230 h 205935"/>
                <a:gd name="connsiteX61" fmla="*/ 55282 w 219828"/>
                <a:gd name="connsiteY61" fmla="*/ 171957 h 205935"/>
                <a:gd name="connsiteX62" fmla="*/ 54215 w 219828"/>
                <a:gd name="connsiteY62" fmla="*/ 172396 h 205935"/>
                <a:gd name="connsiteX63" fmla="*/ 49577 w 219828"/>
                <a:gd name="connsiteY63" fmla="*/ 178454 h 205935"/>
                <a:gd name="connsiteX64" fmla="*/ 49345 w 219828"/>
                <a:gd name="connsiteY64" fmla="*/ 179112 h 205935"/>
                <a:gd name="connsiteX65" fmla="*/ 49345 w 219828"/>
                <a:gd name="connsiteY65" fmla="*/ 182493 h 205935"/>
                <a:gd name="connsiteX66" fmla="*/ 37426 w 219828"/>
                <a:gd name="connsiteY66" fmla="*/ 186970 h 205935"/>
                <a:gd name="connsiteX67" fmla="*/ 35711 w 219828"/>
                <a:gd name="connsiteY67" fmla="*/ 179990 h 205935"/>
                <a:gd name="connsiteX68" fmla="*/ 34922 w 219828"/>
                <a:gd name="connsiteY68" fmla="*/ 179200 h 205935"/>
                <a:gd name="connsiteX69" fmla="*/ 33763 w 219828"/>
                <a:gd name="connsiteY69" fmla="*/ 179464 h 205935"/>
                <a:gd name="connsiteX70" fmla="*/ 29264 w 219828"/>
                <a:gd name="connsiteY70" fmla="*/ 183722 h 205935"/>
                <a:gd name="connsiteX71" fmla="*/ 21751 w 219828"/>
                <a:gd name="connsiteY71" fmla="*/ 182185 h 205935"/>
                <a:gd name="connsiteX72" fmla="*/ 20777 w 219828"/>
                <a:gd name="connsiteY72" fmla="*/ 182405 h 205935"/>
                <a:gd name="connsiteX73" fmla="*/ 20360 w 219828"/>
                <a:gd name="connsiteY73" fmla="*/ 183239 h 205935"/>
                <a:gd name="connsiteX74" fmla="*/ 20360 w 219828"/>
                <a:gd name="connsiteY74" fmla="*/ 185829 h 205935"/>
                <a:gd name="connsiteX75" fmla="*/ 7977 w 219828"/>
                <a:gd name="connsiteY75" fmla="*/ 191580 h 205935"/>
                <a:gd name="connsiteX76" fmla="*/ 7328 w 219828"/>
                <a:gd name="connsiteY76" fmla="*/ 192370 h 205935"/>
                <a:gd name="connsiteX77" fmla="*/ 5844 w 219828"/>
                <a:gd name="connsiteY77" fmla="*/ 201062 h 205935"/>
                <a:gd name="connsiteX78" fmla="*/ 5844 w 219828"/>
                <a:gd name="connsiteY78" fmla="*/ 202687 h 205935"/>
                <a:gd name="connsiteX79" fmla="*/ 186 w 219828"/>
                <a:gd name="connsiteY79" fmla="*/ 204091 h 205935"/>
                <a:gd name="connsiteX80" fmla="*/ 46 w 219828"/>
                <a:gd name="connsiteY80" fmla="*/ 204091 h 205935"/>
                <a:gd name="connsiteX81" fmla="*/ 0 w 219828"/>
                <a:gd name="connsiteY81" fmla="*/ 204179 h 205935"/>
                <a:gd name="connsiteX82" fmla="*/ 1438 w 219828"/>
                <a:gd name="connsiteY82" fmla="*/ 204794 h 205935"/>
                <a:gd name="connsiteX83" fmla="*/ 1948 w 219828"/>
                <a:gd name="connsiteY83" fmla="*/ 205935 h 205935"/>
                <a:gd name="connsiteX84" fmla="*/ 7328 w 219828"/>
                <a:gd name="connsiteY84" fmla="*/ 204618 h 205935"/>
                <a:gd name="connsiteX85" fmla="*/ 8209 w 219828"/>
                <a:gd name="connsiteY85" fmla="*/ 203565 h 205935"/>
                <a:gd name="connsiteX86" fmla="*/ 8209 w 219828"/>
                <a:gd name="connsiteY86" fmla="*/ 201282 h 205935"/>
                <a:gd name="connsiteX87" fmla="*/ 9554 w 219828"/>
                <a:gd name="connsiteY87" fmla="*/ 193336 h 205935"/>
                <a:gd name="connsiteX88" fmla="*/ 22076 w 219828"/>
                <a:gd name="connsiteY88" fmla="*/ 187541 h 205935"/>
                <a:gd name="connsiteX89" fmla="*/ 22725 w 219828"/>
                <a:gd name="connsiteY89" fmla="*/ 186575 h 205935"/>
                <a:gd name="connsiteX90" fmla="*/ 22725 w 219828"/>
                <a:gd name="connsiteY90" fmla="*/ 184644 h 205935"/>
                <a:gd name="connsiteX91" fmla="*/ 29450 w 219828"/>
                <a:gd name="connsiteY91" fmla="*/ 186005 h 205935"/>
                <a:gd name="connsiteX92" fmla="*/ 30516 w 219828"/>
                <a:gd name="connsiteY92" fmla="*/ 185697 h 205935"/>
                <a:gd name="connsiteX93" fmla="*/ 33948 w 219828"/>
                <a:gd name="connsiteY93" fmla="*/ 182449 h 205935"/>
                <a:gd name="connsiteX94" fmla="*/ 35525 w 219828"/>
                <a:gd name="connsiteY94" fmla="*/ 188770 h 205935"/>
                <a:gd name="connsiteX95" fmla="*/ 36128 w 219828"/>
                <a:gd name="connsiteY95" fmla="*/ 189517 h 205935"/>
                <a:gd name="connsiteX96" fmla="*/ 37102 w 219828"/>
                <a:gd name="connsiteY96" fmla="*/ 189560 h 205935"/>
                <a:gd name="connsiteX97" fmla="*/ 51015 w 219828"/>
                <a:gd name="connsiteY97" fmla="*/ 184336 h 205935"/>
                <a:gd name="connsiteX98" fmla="*/ 51757 w 219828"/>
                <a:gd name="connsiteY98" fmla="*/ 183327 h 205935"/>
                <a:gd name="connsiteX99" fmla="*/ 51757 w 219828"/>
                <a:gd name="connsiteY99" fmla="*/ 179551 h 205935"/>
                <a:gd name="connsiteX100" fmla="*/ 55792 w 219828"/>
                <a:gd name="connsiteY100" fmla="*/ 174327 h 205935"/>
                <a:gd name="connsiteX101" fmla="*/ 69334 w 219828"/>
                <a:gd name="connsiteY101" fmla="*/ 175644 h 205935"/>
                <a:gd name="connsiteX102" fmla="*/ 70540 w 219828"/>
                <a:gd name="connsiteY102" fmla="*/ 174898 h 205935"/>
                <a:gd name="connsiteX103" fmla="*/ 71746 w 219828"/>
                <a:gd name="connsiteY103" fmla="*/ 171210 h 205935"/>
                <a:gd name="connsiteX104" fmla="*/ 74389 w 219828"/>
                <a:gd name="connsiteY104" fmla="*/ 171210 h 205935"/>
                <a:gd name="connsiteX105" fmla="*/ 75549 w 219828"/>
                <a:gd name="connsiteY105" fmla="*/ 170201 h 205935"/>
                <a:gd name="connsiteX106" fmla="*/ 75781 w 219828"/>
                <a:gd name="connsiteY106" fmla="*/ 167391 h 205935"/>
                <a:gd name="connsiteX107" fmla="*/ 100917 w 219828"/>
                <a:gd name="connsiteY107" fmla="*/ 158040 h 205935"/>
                <a:gd name="connsiteX108" fmla="*/ 101520 w 219828"/>
                <a:gd name="connsiteY108" fmla="*/ 157470 h 205935"/>
                <a:gd name="connsiteX109" fmla="*/ 102958 w 219828"/>
                <a:gd name="connsiteY109" fmla="*/ 154528 h 205935"/>
                <a:gd name="connsiteX110" fmla="*/ 107410 w 219828"/>
                <a:gd name="connsiteY110" fmla="*/ 154528 h 205935"/>
                <a:gd name="connsiteX111" fmla="*/ 108245 w 219828"/>
                <a:gd name="connsiteY111" fmla="*/ 154177 h 205935"/>
                <a:gd name="connsiteX112" fmla="*/ 108569 w 219828"/>
                <a:gd name="connsiteY112" fmla="*/ 153343 h 205935"/>
                <a:gd name="connsiteX113" fmla="*/ 107735 w 219828"/>
                <a:gd name="connsiteY113" fmla="*/ 139119 h 205935"/>
                <a:gd name="connsiteX114" fmla="*/ 114691 w 219828"/>
                <a:gd name="connsiteY114" fmla="*/ 137188 h 205935"/>
                <a:gd name="connsiteX115" fmla="*/ 115526 w 219828"/>
                <a:gd name="connsiteY115" fmla="*/ 136310 h 205935"/>
                <a:gd name="connsiteX116" fmla="*/ 115062 w 219828"/>
                <a:gd name="connsiteY116" fmla="*/ 135256 h 205935"/>
                <a:gd name="connsiteX117" fmla="*/ 111723 w 219828"/>
                <a:gd name="connsiteY117" fmla="*/ 133017 h 205935"/>
                <a:gd name="connsiteX118" fmla="*/ 116964 w 219828"/>
                <a:gd name="connsiteY118" fmla="*/ 130559 h 205935"/>
                <a:gd name="connsiteX119" fmla="*/ 117520 w 219828"/>
                <a:gd name="connsiteY119" fmla="*/ 129198 h 205935"/>
                <a:gd name="connsiteX120" fmla="*/ 110934 w 219828"/>
                <a:gd name="connsiteY120" fmla="*/ 111550 h 205935"/>
                <a:gd name="connsiteX121" fmla="*/ 111491 w 219828"/>
                <a:gd name="connsiteY121" fmla="*/ 100531 h 205935"/>
                <a:gd name="connsiteX122" fmla="*/ 111120 w 219828"/>
                <a:gd name="connsiteY122" fmla="*/ 99653 h 205935"/>
                <a:gd name="connsiteX123" fmla="*/ 104256 w 219828"/>
                <a:gd name="connsiteY123" fmla="*/ 93858 h 205935"/>
                <a:gd name="connsiteX124" fmla="*/ 107039 w 219828"/>
                <a:gd name="connsiteY124" fmla="*/ 91400 h 205935"/>
                <a:gd name="connsiteX125" fmla="*/ 117010 w 219828"/>
                <a:gd name="connsiteY125" fmla="*/ 91400 h 205935"/>
                <a:gd name="connsiteX126" fmla="*/ 117567 w 219828"/>
                <a:gd name="connsiteY126" fmla="*/ 91268 h 205935"/>
                <a:gd name="connsiteX127" fmla="*/ 129068 w 219828"/>
                <a:gd name="connsiteY127" fmla="*/ 85298 h 205935"/>
                <a:gd name="connsiteX128" fmla="*/ 133706 w 219828"/>
                <a:gd name="connsiteY128" fmla="*/ 88678 h 205935"/>
                <a:gd name="connsiteX129" fmla="*/ 134402 w 219828"/>
                <a:gd name="connsiteY129" fmla="*/ 88898 h 205935"/>
                <a:gd name="connsiteX130" fmla="*/ 144233 w 219828"/>
                <a:gd name="connsiteY130" fmla="*/ 88898 h 205935"/>
                <a:gd name="connsiteX131" fmla="*/ 145115 w 219828"/>
                <a:gd name="connsiteY131" fmla="*/ 88503 h 205935"/>
                <a:gd name="connsiteX132" fmla="*/ 145346 w 219828"/>
                <a:gd name="connsiteY132" fmla="*/ 87581 h 205935"/>
                <a:gd name="connsiteX133" fmla="*/ 144465 w 219828"/>
                <a:gd name="connsiteY133" fmla="*/ 83454 h 205935"/>
                <a:gd name="connsiteX134" fmla="*/ 144048 w 219828"/>
                <a:gd name="connsiteY134" fmla="*/ 82795 h 205935"/>
                <a:gd name="connsiteX135" fmla="*/ 140430 w 219828"/>
                <a:gd name="connsiteY135" fmla="*/ 80074 h 205935"/>
                <a:gd name="connsiteX136" fmla="*/ 140199 w 219828"/>
                <a:gd name="connsiteY136" fmla="*/ 73489 h 205935"/>
                <a:gd name="connsiteX137" fmla="*/ 143352 w 219828"/>
                <a:gd name="connsiteY137" fmla="*/ 73489 h 205935"/>
                <a:gd name="connsiteX138" fmla="*/ 144465 w 219828"/>
                <a:gd name="connsiteY138" fmla="*/ 72655 h 205935"/>
                <a:gd name="connsiteX139" fmla="*/ 151932 w 219828"/>
                <a:gd name="connsiteY139" fmla="*/ 44954 h 205935"/>
                <a:gd name="connsiteX140" fmla="*/ 162506 w 219828"/>
                <a:gd name="connsiteY140" fmla="*/ 50309 h 205935"/>
                <a:gd name="connsiteX141" fmla="*/ 163155 w 219828"/>
                <a:gd name="connsiteY141" fmla="*/ 50441 h 205935"/>
                <a:gd name="connsiteX142" fmla="*/ 178413 w 219828"/>
                <a:gd name="connsiteY142" fmla="*/ 49124 h 205935"/>
                <a:gd name="connsiteX143" fmla="*/ 180918 w 219828"/>
                <a:gd name="connsiteY143" fmla="*/ 52680 h 205935"/>
                <a:gd name="connsiteX144" fmla="*/ 181753 w 219828"/>
                <a:gd name="connsiteY144" fmla="*/ 53163 h 205935"/>
                <a:gd name="connsiteX145" fmla="*/ 182680 w 219828"/>
                <a:gd name="connsiteY145" fmla="*/ 52856 h 205935"/>
                <a:gd name="connsiteX146" fmla="*/ 187040 w 219828"/>
                <a:gd name="connsiteY146" fmla="*/ 48992 h 205935"/>
                <a:gd name="connsiteX147" fmla="*/ 191584 w 219828"/>
                <a:gd name="connsiteY147" fmla="*/ 48466 h 205935"/>
                <a:gd name="connsiteX148" fmla="*/ 192466 w 219828"/>
                <a:gd name="connsiteY148" fmla="*/ 47851 h 205935"/>
                <a:gd name="connsiteX149" fmla="*/ 192419 w 219828"/>
                <a:gd name="connsiteY149" fmla="*/ 27657 h 205935"/>
                <a:gd name="connsiteX150" fmla="*/ 192002 w 219828"/>
                <a:gd name="connsiteY150" fmla="*/ 25243 h 205935"/>
                <a:gd name="connsiteX151" fmla="*/ 210506 w 219828"/>
                <a:gd name="connsiteY151" fmla="*/ 14136 h 205935"/>
                <a:gd name="connsiteX152" fmla="*/ 211481 w 219828"/>
                <a:gd name="connsiteY152" fmla="*/ 13038 h 205935"/>
                <a:gd name="connsiteX153" fmla="*/ 211202 w 219828"/>
                <a:gd name="connsiteY153" fmla="*/ 2458 h 205935"/>
                <a:gd name="connsiteX154" fmla="*/ 219782 w 219828"/>
                <a:gd name="connsiteY154" fmla="*/ 3161 h 205935"/>
                <a:gd name="connsiteX155" fmla="*/ 219828 w 219828"/>
                <a:gd name="connsiteY155" fmla="*/ 3161 h 205935"/>
                <a:gd name="connsiteX156" fmla="*/ 218715 w 219828"/>
                <a:gd name="connsiteY156" fmla="*/ 2063 h 20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219828" h="205935">
                  <a:moveTo>
                    <a:pt x="218622" y="1888"/>
                  </a:moveTo>
                  <a:lnTo>
                    <a:pt x="218622" y="702"/>
                  </a:lnTo>
                  <a:lnTo>
                    <a:pt x="210043" y="0"/>
                  </a:lnTo>
                  <a:cubicBezTo>
                    <a:pt x="209718" y="0"/>
                    <a:pt x="209393" y="88"/>
                    <a:pt x="209162" y="307"/>
                  </a:cubicBezTo>
                  <a:cubicBezTo>
                    <a:pt x="208930" y="527"/>
                    <a:pt x="208791" y="834"/>
                    <a:pt x="208791" y="1141"/>
                  </a:cubicBezTo>
                  <a:lnTo>
                    <a:pt x="209069" y="12029"/>
                  </a:lnTo>
                  <a:cubicBezTo>
                    <a:pt x="204756" y="12907"/>
                    <a:pt x="188245" y="16770"/>
                    <a:pt x="189683" y="25462"/>
                  </a:cubicBezTo>
                  <a:lnTo>
                    <a:pt x="190100" y="27877"/>
                  </a:lnTo>
                  <a:cubicBezTo>
                    <a:pt x="191306" y="35120"/>
                    <a:pt x="192512" y="42012"/>
                    <a:pt x="190657" y="46227"/>
                  </a:cubicBezTo>
                  <a:lnTo>
                    <a:pt x="186390" y="46710"/>
                  </a:lnTo>
                  <a:cubicBezTo>
                    <a:pt x="186158" y="46710"/>
                    <a:pt x="185927" y="46841"/>
                    <a:pt x="185741" y="47017"/>
                  </a:cubicBezTo>
                  <a:lnTo>
                    <a:pt x="182077" y="50266"/>
                  </a:lnTo>
                  <a:lnTo>
                    <a:pt x="179944" y="47237"/>
                  </a:lnTo>
                  <a:cubicBezTo>
                    <a:pt x="179712" y="46885"/>
                    <a:pt x="179295" y="46710"/>
                    <a:pt x="178877" y="46754"/>
                  </a:cubicBezTo>
                  <a:lnTo>
                    <a:pt x="163294" y="48114"/>
                  </a:lnTo>
                  <a:lnTo>
                    <a:pt x="151700" y="42232"/>
                  </a:lnTo>
                  <a:cubicBezTo>
                    <a:pt x="151375" y="42056"/>
                    <a:pt x="151004" y="42056"/>
                    <a:pt x="150680" y="42232"/>
                  </a:cubicBezTo>
                  <a:cubicBezTo>
                    <a:pt x="150355" y="42364"/>
                    <a:pt x="150123" y="42627"/>
                    <a:pt x="150031" y="42978"/>
                  </a:cubicBezTo>
                  <a:lnTo>
                    <a:pt x="142425" y="71250"/>
                  </a:lnTo>
                  <a:lnTo>
                    <a:pt x="138993" y="71250"/>
                  </a:lnTo>
                  <a:cubicBezTo>
                    <a:pt x="138668" y="71250"/>
                    <a:pt x="138390" y="71382"/>
                    <a:pt x="138158" y="71601"/>
                  </a:cubicBezTo>
                  <a:cubicBezTo>
                    <a:pt x="137926" y="71820"/>
                    <a:pt x="137833" y="72084"/>
                    <a:pt x="137833" y="72391"/>
                  </a:cubicBezTo>
                  <a:lnTo>
                    <a:pt x="138112" y="80644"/>
                  </a:lnTo>
                  <a:cubicBezTo>
                    <a:pt x="138112" y="80952"/>
                    <a:pt x="138297" y="81259"/>
                    <a:pt x="138575" y="81479"/>
                  </a:cubicBezTo>
                  <a:lnTo>
                    <a:pt x="142285" y="84244"/>
                  </a:lnTo>
                  <a:lnTo>
                    <a:pt x="142796" y="86659"/>
                  </a:lnTo>
                  <a:lnTo>
                    <a:pt x="134772" y="86659"/>
                  </a:lnTo>
                  <a:lnTo>
                    <a:pt x="129856" y="83059"/>
                  </a:lnTo>
                  <a:cubicBezTo>
                    <a:pt x="129485" y="82795"/>
                    <a:pt x="128975" y="82752"/>
                    <a:pt x="128604" y="82971"/>
                  </a:cubicBezTo>
                  <a:lnTo>
                    <a:pt x="116685" y="89161"/>
                  </a:lnTo>
                  <a:lnTo>
                    <a:pt x="106529" y="89161"/>
                  </a:lnTo>
                  <a:cubicBezTo>
                    <a:pt x="106250" y="89161"/>
                    <a:pt x="105972" y="89249"/>
                    <a:pt x="105740" y="89468"/>
                  </a:cubicBezTo>
                  <a:lnTo>
                    <a:pt x="101705" y="93024"/>
                  </a:lnTo>
                  <a:cubicBezTo>
                    <a:pt x="101473" y="93244"/>
                    <a:pt x="101334" y="93551"/>
                    <a:pt x="101334" y="93858"/>
                  </a:cubicBezTo>
                  <a:cubicBezTo>
                    <a:pt x="101334" y="94166"/>
                    <a:pt x="101473" y="94473"/>
                    <a:pt x="101705" y="94649"/>
                  </a:cubicBezTo>
                  <a:lnTo>
                    <a:pt x="109126" y="100882"/>
                  </a:lnTo>
                  <a:lnTo>
                    <a:pt x="108569" y="111594"/>
                  </a:lnTo>
                  <a:cubicBezTo>
                    <a:pt x="108569" y="111594"/>
                    <a:pt x="108569" y="111857"/>
                    <a:pt x="108615" y="112033"/>
                  </a:cubicBezTo>
                  <a:lnTo>
                    <a:pt x="114923" y="128934"/>
                  </a:lnTo>
                  <a:lnTo>
                    <a:pt x="108894" y="131788"/>
                  </a:lnTo>
                  <a:cubicBezTo>
                    <a:pt x="108523" y="131964"/>
                    <a:pt x="108291" y="132315"/>
                    <a:pt x="108245" y="132666"/>
                  </a:cubicBezTo>
                  <a:cubicBezTo>
                    <a:pt x="108245" y="133061"/>
                    <a:pt x="108384" y="133412"/>
                    <a:pt x="108708" y="133632"/>
                  </a:cubicBezTo>
                  <a:lnTo>
                    <a:pt x="111677" y="135607"/>
                  </a:lnTo>
                  <a:lnTo>
                    <a:pt x="106158" y="137144"/>
                  </a:lnTo>
                  <a:cubicBezTo>
                    <a:pt x="105648" y="137275"/>
                    <a:pt x="105323" y="137758"/>
                    <a:pt x="105323" y="138241"/>
                  </a:cubicBezTo>
                  <a:lnTo>
                    <a:pt x="105787" y="146626"/>
                  </a:lnTo>
                  <a:lnTo>
                    <a:pt x="107920" y="148602"/>
                  </a:lnTo>
                  <a:cubicBezTo>
                    <a:pt x="108384" y="149041"/>
                    <a:pt x="108384" y="149699"/>
                    <a:pt x="107920" y="150138"/>
                  </a:cubicBezTo>
                  <a:cubicBezTo>
                    <a:pt x="107688" y="150358"/>
                    <a:pt x="107410" y="150489"/>
                    <a:pt x="107085" y="150489"/>
                  </a:cubicBezTo>
                  <a:cubicBezTo>
                    <a:pt x="106761" y="150489"/>
                    <a:pt x="106482" y="150402"/>
                    <a:pt x="106297" y="150182"/>
                  </a:cubicBezTo>
                  <a:lnTo>
                    <a:pt x="105972" y="149875"/>
                  </a:lnTo>
                  <a:lnTo>
                    <a:pt x="106111" y="152158"/>
                  </a:lnTo>
                  <a:lnTo>
                    <a:pt x="102123" y="152158"/>
                  </a:lnTo>
                  <a:cubicBezTo>
                    <a:pt x="101659" y="152158"/>
                    <a:pt x="101242" y="152421"/>
                    <a:pt x="101056" y="152816"/>
                  </a:cubicBezTo>
                  <a:lnTo>
                    <a:pt x="99526" y="155977"/>
                  </a:lnTo>
                  <a:lnTo>
                    <a:pt x="74157" y="165415"/>
                  </a:lnTo>
                  <a:cubicBezTo>
                    <a:pt x="73740" y="165547"/>
                    <a:pt x="73462" y="165942"/>
                    <a:pt x="73415" y="166337"/>
                  </a:cubicBezTo>
                  <a:lnTo>
                    <a:pt x="73230" y="168840"/>
                  </a:lnTo>
                  <a:lnTo>
                    <a:pt x="70818" y="168840"/>
                  </a:lnTo>
                  <a:cubicBezTo>
                    <a:pt x="70308" y="168840"/>
                    <a:pt x="69844" y="169147"/>
                    <a:pt x="69705" y="169630"/>
                  </a:cubicBezTo>
                  <a:lnTo>
                    <a:pt x="68546" y="173230"/>
                  </a:lnTo>
                  <a:lnTo>
                    <a:pt x="55282" y="171957"/>
                  </a:lnTo>
                  <a:cubicBezTo>
                    <a:pt x="54864" y="171957"/>
                    <a:pt x="54493" y="172088"/>
                    <a:pt x="54215" y="172396"/>
                  </a:cubicBezTo>
                  <a:lnTo>
                    <a:pt x="49577" y="178454"/>
                  </a:lnTo>
                  <a:cubicBezTo>
                    <a:pt x="49577" y="178454"/>
                    <a:pt x="49345" y="178849"/>
                    <a:pt x="49345" y="179112"/>
                  </a:cubicBezTo>
                  <a:lnTo>
                    <a:pt x="49345" y="182493"/>
                  </a:lnTo>
                  <a:lnTo>
                    <a:pt x="37426" y="186970"/>
                  </a:lnTo>
                  <a:lnTo>
                    <a:pt x="35711" y="179990"/>
                  </a:lnTo>
                  <a:cubicBezTo>
                    <a:pt x="35618" y="179595"/>
                    <a:pt x="35293" y="179288"/>
                    <a:pt x="34922" y="179200"/>
                  </a:cubicBezTo>
                  <a:cubicBezTo>
                    <a:pt x="34505" y="179068"/>
                    <a:pt x="34087" y="179200"/>
                    <a:pt x="33763" y="179464"/>
                  </a:cubicBezTo>
                  <a:lnTo>
                    <a:pt x="29264" y="183722"/>
                  </a:lnTo>
                  <a:lnTo>
                    <a:pt x="21751" y="182185"/>
                  </a:lnTo>
                  <a:cubicBezTo>
                    <a:pt x="21426" y="182141"/>
                    <a:pt x="21055" y="182185"/>
                    <a:pt x="20777" y="182405"/>
                  </a:cubicBezTo>
                  <a:cubicBezTo>
                    <a:pt x="20499" y="182624"/>
                    <a:pt x="20360" y="182932"/>
                    <a:pt x="20360" y="183239"/>
                  </a:cubicBezTo>
                  <a:lnTo>
                    <a:pt x="20360" y="185829"/>
                  </a:lnTo>
                  <a:lnTo>
                    <a:pt x="7977" y="191580"/>
                  </a:lnTo>
                  <a:cubicBezTo>
                    <a:pt x="7652" y="191755"/>
                    <a:pt x="7421" y="192019"/>
                    <a:pt x="7328" y="192370"/>
                  </a:cubicBezTo>
                  <a:lnTo>
                    <a:pt x="5844" y="201062"/>
                  </a:lnTo>
                  <a:lnTo>
                    <a:pt x="5844" y="202687"/>
                  </a:lnTo>
                  <a:lnTo>
                    <a:pt x="186" y="204091"/>
                  </a:lnTo>
                  <a:lnTo>
                    <a:pt x="46" y="204091"/>
                  </a:lnTo>
                  <a:cubicBezTo>
                    <a:pt x="46" y="204091"/>
                    <a:pt x="46" y="204179"/>
                    <a:pt x="0" y="204179"/>
                  </a:cubicBezTo>
                  <a:cubicBezTo>
                    <a:pt x="557" y="204004"/>
                    <a:pt x="1206" y="204267"/>
                    <a:pt x="1438" y="204794"/>
                  </a:cubicBezTo>
                  <a:lnTo>
                    <a:pt x="1948" y="205935"/>
                  </a:lnTo>
                  <a:lnTo>
                    <a:pt x="7328" y="204618"/>
                  </a:lnTo>
                  <a:cubicBezTo>
                    <a:pt x="7838" y="204486"/>
                    <a:pt x="8209" y="204047"/>
                    <a:pt x="8209" y="203565"/>
                  </a:cubicBezTo>
                  <a:lnTo>
                    <a:pt x="8209" y="201282"/>
                  </a:lnTo>
                  <a:cubicBezTo>
                    <a:pt x="8209" y="201282"/>
                    <a:pt x="9554" y="193336"/>
                    <a:pt x="9554" y="193336"/>
                  </a:cubicBezTo>
                  <a:lnTo>
                    <a:pt x="22076" y="187541"/>
                  </a:lnTo>
                  <a:cubicBezTo>
                    <a:pt x="22493" y="187365"/>
                    <a:pt x="22725" y="186970"/>
                    <a:pt x="22725" y="186575"/>
                  </a:cubicBezTo>
                  <a:lnTo>
                    <a:pt x="22725" y="184644"/>
                  </a:lnTo>
                  <a:lnTo>
                    <a:pt x="29450" y="186005"/>
                  </a:lnTo>
                  <a:cubicBezTo>
                    <a:pt x="29821" y="186092"/>
                    <a:pt x="30238" y="186005"/>
                    <a:pt x="30516" y="185697"/>
                  </a:cubicBezTo>
                  <a:lnTo>
                    <a:pt x="33948" y="182449"/>
                  </a:lnTo>
                  <a:lnTo>
                    <a:pt x="35525" y="188770"/>
                  </a:lnTo>
                  <a:cubicBezTo>
                    <a:pt x="35618" y="189078"/>
                    <a:pt x="35803" y="189341"/>
                    <a:pt x="36128" y="189517"/>
                  </a:cubicBezTo>
                  <a:cubicBezTo>
                    <a:pt x="36406" y="189648"/>
                    <a:pt x="36777" y="189692"/>
                    <a:pt x="37102" y="189560"/>
                  </a:cubicBezTo>
                  <a:lnTo>
                    <a:pt x="51015" y="184336"/>
                  </a:lnTo>
                  <a:cubicBezTo>
                    <a:pt x="51479" y="184161"/>
                    <a:pt x="51757" y="183766"/>
                    <a:pt x="51757" y="183327"/>
                  </a:cubicBezTo>
                  <a:lnTo>
                    <a:pt x="51757" y="179551"/>
                  </a:lnTo>
                  <a:lnTo>
                    <a:pt x="55792" y="174327"/>
                  </a:lnTo>
                  <a:lnTo>
                    <a:pt x="69334" y="175644"/>
                  </a:lnTo>
                  <a:cubicBezTo>
                    <a:pt x="69844" y="175688"/>
                    <a:pt x="70401" y="175381"/>
                    <a:pt x="70540" y="174898"/>
                  </a:cubicBezTo>
                  <a:lnTo>
                    <a:pt x="71746" y="171210"/>
                  </a:lnTo>
                  <a:lnTo>
                    <a:pt x="74389" y="171210"/>
                  </a:lnTo>
                  <a:cubicBezTo>
                    <a:pt x="74992" y="171210"/>
                    <a:pt x="75502" y="170771"/>
                    <a:pt x="75549" y="170201"/>
                  </a:cubicBezTo>
                  <a:lnTo>
                    <a:pt x="75781" y="167391"/>
                  </a:lnTo>
                  <a:lnTo>
                    <a:pt x="100917" y="158040"/>
                  </a:lnTo>
                  <a:cubicBezTo>
                    <a:pt x="101195" y="157952"/>
                    <a:pt x="101427" y="157733"/>
                    <a:pt x="101520" y="157470"/>
                  </a:cubicBezTo>
                  <a:lnTo>
                    <a:pt x="102958" y="154528"/>
                  </a:lnTo>
                  <a:lnTo>
                    <a:pt x="107410" y="154528"/>
                  </a:lnTo>
                  <a:cubicBezTo>
                    <a:pt x="107735" y="154528"/>
                    <a:pt x="108013" y="154396"/>
                    <a:pt x="108245" y="154177"/>
                  </a:cubicBezTo>
                  <a:cubicBezTo>
                    <a:pt x="108476" y="153958"/>
                    <a:pt x="108569" y="153650"/>
                    <a:pt x="108569" y="153343"/>
                  </a:cubicBezTo>
                  <a:lnTo>
                    <a:pt x="107735" y="139119"/>
                  </a:lnTo>
                  <a:lnTo>
                    <a:pt x="114691" y="137188"/>
                  </a:lnTo>
                  <a:cubicBezTo>
                    <a:pt x="115108" y="137056"/>
                    <a:pt x="115433" y="136749"/>
                    <a:pt x="115526" y="136310"/>
                  </a:cubicBezTo>
                  <a:cubicBezTo>
                    <a:pt x="115618" y="135915"/>
                    <a:pt x="115433" y="135476"/>
                    <a:pt x="115062" y="135256"/>
                  </a:cubicBezTo>
                  <a:lnTo>
                    <a:pt x="111723" y="133017"/>
                  </a:lnTo>
                  <a:lnTo>
                    <a:pt x="116964" y="130559"/>
                  </a:lnTo>
                  <a:cubicBezTo>
                    <a:pt x="117474" y="130295"/>
                    <a:pt x="117752" y="129725"/>
                    <a:pt x="117520" y="129198"/>
                  </a:cubicBezTo>
                  <a:lnTo>
                    <a:pt x="110934" y="111550"/>
                  </a:lnTo>
                  <a:lnTo>
                    <a:pt x="111491" y="100531"/>
                  </a:lnTo>
                  <a:cubicBezTo>
                    <a:pt x="111491" y="100180"/>
                    <a:pt x="111352" y="99873"/>
                    <a:pt x="111120" y="99653"/>
                  </a:cubicBezTo>
                  <a:lnTo>
                    <a:pt x="104256" y="93858"/>
                  </a:lnTo>
                  <a:lnTo>
                    <a:pt x="107039" y="91400"/>
                  </a:lnTo>
                  <a:lnTo>
                    <a:pt x="117010" y="91400"/>
                  </a:lnTo>
                  <a:cubicBezTo>
                    <a:pt x="117010" y="91400"/>
                    <a:pt x="117381" y="91356"/>
                    <a:pt x="117567" y="91268"/>
                  </a:cubicBezTo>
                  <a:lnTo>
                    <a:pt x="129068" y="85298"/>
                  </a:lnTo>
                  <a:lnTo>
                    <a:pt x="133706" y="88678"/>
                  </a:lnTo>
                  <a:cubicBezTo>
                    <a:pt x="133706" y="88678"/>
                    <a:pt x="134169" y="88898"/>
                    <a:pt x="134402" y="88898"/>
                  </a:cubicBezTo>
                  <a:lnTo>
                    <a:pt x="144233" y="88898"/>
                  </a:lnTo>
                  <a:cubicBezTo>
                    <a:pt x="144604" y="88898"/>
                    <a:pt x="144929" y="88766"/>
                    <a:pt x="145115" y="88503"/>
                  </a:cubicBezTo>
                  <a:cubicBezTo>
                    <a:pt x="145346" y="88239"/>
                    <a:pt x="145439" y="87932"/>
                    <a:pt x="145346" y="87581"/>
                  </a:cubicBezTo>
                  <a:lnTo>
                    <a:pt x="144465" y="83454"/>
                  </a:lnTo>
                  <a:cubicBezTo>
                    <a:pt x="144419" y="83191"/>
                    <a:pt x="144280" y="82971"/>
                    <a:pt x="144048" y="82795"/>
                  </a:cubicBezTo>
                  <a:lnTo>
                    <a:pt x="140430" y="80074"/>
                  </a:lnTo>
                  <a:lnTo>
                    <a:pt x="140199" y="73489"/>
                  </a:lnTo>
                  <a:lnTo>
                    <a:pt x="143352" y="73489"/>
                  </a:lnTo>
                  <a:cubicBezTo>
                    <a:pt x="143862" y="73489"/>
                    <a:pt x="144326" y="73138"/>
                    <a:pt x="144465" y="72655"/>
                  </a:cubicBezTo>
                  <a:lnTo>
                    <a:pt x="151932" y="44954"/>
                  </a:lnTo>
                  <a:lnTo>
                    <a:pt x="162506" y="50309"/>
                  </a:lnTo>
                  <a:cubicBezTo>
                    <a:pt x="162506" y="50309"/>
                    <a:pt x="162923" y="50441"/>
                    <a:pt x="163155" y="50441"/>
                  </a:cubicBezTo>
                  <a:lnTo>
                    <a:pt x="178413" y="49124"/>
                  </a:lnTo>
                  <a:lnTo>
                    <a:pt x="180918" y="52680"/>
                  </a:lnTo>
                  <a:cubicBezTo>
                    <a:pt x="181103" y="52943"/>
                    <a:pt x="181428" y="53119"/>
                    <a:pt x="181753" y="53163"/>
                  </a:cubicBezTo>
                  <a:cubicBezTo>
                    <a:pt x="182031" y="53163"/>
                    <a:pt x="182448" y="53075"/>
                    <a:pt x="182680" y="52856"/>
                  </a:cubicBezTo>
                  <a:lnTo>
                    <a:pt x="187040" y="48992"/>
                  </a:lnTo>
                  <a:lnTo>
                    <a:pt x="191584" y="48466"/>
                  </a:lnTo>
                  <a:cubicBezTo>
                    <a:pt x="191956" y="48466"/>
                    <a:pt x="192327" y="48202"/>
                    <a:pt x="192466" y="47851"/>
                  </a:cubicBezTo>
                  <a:cubicBezTo>
                    <a:pt x="195016" y="43066"/>
                    <a:pt x="193718" y="35559"/>
                    <a:pt x="192419" y="27657"/>
                  </a:cubicBezTo>
                  <a:lnTo>
                    <a:pt x="192002" y="25243"/>
                  </a:lnTo>
                  <a:cubicBezTo>
                    <a:pt x="190935" y="18921"/>
                    <a:pt x="204988" y="15102"/>
                    <a:pt x="210506" y="14136"/>
                  </a:cubicBezTo>
                  <a:cubicBezTo>
                    <a:pt x="211063" y="14048"/>
                    <a:pt x="211481" y="13565"/>
                    <a:pt x="211481" y="13038"/>
                  </a:cubicBezTo>
                  <a:lnTo>
                    <a:pt x="211202" y="2458"/>
                  </a:lnTo>
                  <a:lnTo>
                    <a:pt x="219782" y="3161"/>
                  </a:lnTo>
                  <a:cubicBezTo>
                    <a:pt x="219782" y="3161"/>
                    <a:pt x="219782" y="3161"/>
                    <a:pt x="219828" y="3161"/>
                  </a:cubicBezTo>
                  <a:cubicBezTo>
                    <a:pt x="219225" y="3161"/>
                    <a:pt x="218715" y="2678"/>
                    <a:pt x="218715" y="20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0" name="Freeform: Shape 2579">
              <a:extLst>
                <a:ext uri="{FF2B5EF4-FFF2-40B4-BE49-F238E27FC236}">
                  <a16:creationId xmlns:a16="http://schemas.microsoft.com/office/drawing/2014/main" id="{CD772F06-1B03-B3E9-8E8A-42531FA068E4}"/>
                </a:ext>
              </a:extLst>
            </p:cNvPr>
            <p:cNvSpPr>
              <a:spLocks/>
            </p:cNvSpPr>
            <p:nvPr/>
          </p:nvSpPr>
          <p:spPr>
            <a:xfrm>
              <a:off x="7421264" y="3115920"/>
              <a:ext cx="88" cy="656"/>
            </a:xfrm>
            <a:custGeom>
              <a:avLst/>
              <a:gdLst>
                <a:gd name="connsiteX0" fmla="*/ 59 w 59"/>
                <a:gd name="connsiteY0" fmla="*/ 439 h 439"/>
                <a:gd name="connsiteX1" fmla="*/ 59 w 59"/>
                <a:gd name="connsiteY1" fmla="*/ 0 h 439"/>
                <a:gd name="connsiteX2" fmla="*/ 13 w 59"/>
                <a:gd name="connsiteY2" fmla="*/ 351 h 439"/>
                <a:gd name="connsiteX3" fmla="*/ 13 w 59"/>
                <a:gd name="connsiteY3" fmla="*/ 395 h 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" h="439">
                  <a:moveTo>
                    <a:pt x="59" y="439"/>
                  </a:moveTo>
                  <a:cubicBezTo>
                    <a:pt x="59" y="439"/>
                    <a:pt x="59" y="176"/>
                    <a:pt x="59" y="0"/>
                  </a:cubicBezTo>
                  <a:cubicBezTo>
                    <a:pt x="59" y="132"/>
                    <a:pt x="-33" y="219"/>
                    <a:pt x="13" y="351"/>
                  </a:cubicBezTo>
                  <a:cubicBezTo>
                    <a:pt x="13" y="351"/>
                    <a:pt x="13" y="351"/>
                    <a:pt x="13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1" name="Freeform: Shape 2580">
              <a:extLst>
                <a:ext uri="{FF2B5EF4-FFF2-40B4-BE49-F238E27FC236}">
                  <a16:creationId xmlns:a16="http://schemas.microsoft.com/office/drawing/2014/main" id="{52F76E2B-896C-26EB-F152-DA8E2CE4350D}"/>
                </a:ext>
              </a:extLst>
            </p:cNvPr>
            <p:cNvSpPr>
              <a:spLocks/>
            </p:cNvSpPr>
            <p:nvPr/>
          </p:nvSpPr>
          <p:spPr>
            <a:xfrm>
              <a:off x="7421491" y="3114872"/>
              <a:ext cx="484" cy="459"/>
            </a:xfrm>
            <a:custGeom>
              <a:avLst/>
              <a:gdLst>
                <a:gd name="connsiteX0" fmla="*/ 0 w 324"/>
                <a:gd name="connsiteY0" fmla="*/ 307 h 307"/>
                <a:gd name="connsiteX1" fmla="*/ 325 w 324"/>
                <a:gd name="connsiteY1" fmla="*/ 0 h 307"/>
                <a:gd name="connsiteX2" fmla="*/ 0 w 324"/>
                <a:gd name="connsiteY2" fmla="*/ 307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307">
                  <a:moveTo>
                    <a:pt x="0" y="307"/>
                  </a:moveTo>
                  <a:cubicBezTo>
                    <a:pt x="0" y="307"/>
                    <a:pt x="186" y="132"/>
                    <a:pt x="325" y="0"/>
                  </a:cubicBezTo>
                  <a:cubicBezTo>
                    <a:pt x="232" y="88"/>
                    <a:pt x="93" y="176"/>
                    <a:pt x="0" y="3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2" name="Freeform: Shape 2581">
              <a:extLst>
                <a:ext uri="{FF2B5EF4-FFF2-40B4-BE49-F238E27FC236}">
                  <a16:creationId xmlns:a16="http://schemas.microsoft.com/office/drawing/2014/main" id="{41128BC8-2344-D659-352A-39153A63C1C8}"/>
                </a:ext>
              </a:extLst>
            </p:cNvPr>
            <p:cNvSpPr>
              <a:spLocks/>
            </p:cNvSpPr>
            <p:nvPr/>
          </p:nvSpPr>
          <p:spPr>
            <a:xfrm>
              <a:off x="6783088" y="2578518"/>
              <a:ext cx="968671" cy="333155"/>
            </a:xfrm>
            <a:custGeom>
              <a:avLst/>
              <a:gdLst>
                <a:gd name="connsiteX0" fmla="*/ 48708 w 648968"/>
                <a:gd name="connsiteY0" fmla="*/ 223201 h 223200"/>
                <a:gd name="connsiteX1" fmla="*/ 49682 w 648968"/>
                <a:gd name="connsiteY1" fmla="*/ 222674 h 223200"/>
                <a:gd name="connsiteX2" fmla="*/ 49311 w 648968"/>
                <a:gd name="connsiteY2" fmla="*/ 221181 h 223200"/>
                <a:gd name="connsiteX3" fmla="*/ 47502 w 648968"/>
                <a:gd name="connsiteY3" fmla="*/ 220128 h 223200"/>
                <a:gd name="connsiteX4" fmla="*/ 33913 w 648968"/>
                <a:gd name="connsiteY4" fmla="*/ 212182 h 223200"/>
                <a:gd name="connsiteX5" fmla="*/ 33913 w 648968"/>
                <a:gd name="connsiteY5" fmla="*/ 210777 h 223200"/>
                <a:gd name="connsiteX6" fmla="*/ 40545 w 648968"/>
                <a:gd name="connsiteY6" fmla="*/ 211699 h 223200"/>
                <a:gd name="connsiteX7" fmla="*/ 41798 w 648968"/>
                <a:gd name="connsiteY7" fmla="*/ 210952 h 223200"/>
                <a:gd name="connsiteX8" fmla="*/ 43096 w 648968"/>
                <a:gd name="connsiteY8" fmla="*/ 207397 h 223200"/>
                <a:gd name="connsiteX9" fmla="*/ 42957 w 648968"/>
                <a:gd name="connsiteY9" fmla="*/ 206387 h 223200"/>
                <a:gd name="connsiteX10" fmla="*/ 28487 w 648968"/>
                <a:gd name="connsiteY10" fmla="*/ 187466 h 223200"/>
                <a:gd name="connsiteX11" fmla="*/ 27838 w 648968"/>
                <a:gd name="connsiteY11" fmla="*/ 187071 h 223200"/>
                <a:gd name="connsiteX12" fmla="*/ 15965 w 648968"/>
                <a:gd name="connsiteY12" fmla="*/ 184042 h 223200"/>
                <a:gd name="connsiteX13" fmla="*/ 14945 w 648968"/>
                <a:gd name="connsiteY13" fmla="*/ 184217 h 223200"/>
                <a:gd name="connsiteX14" fmla="*/ 14481 w 648968"/>
                <a:gd name="connsiteY14" fmla="*/ 185095 h 223200"/>
                <a:gd name="connsiteX15" fmla="*/ 14481 w 648968"/>
                <a:gd name="connsiteY15" fmla="*/ 186676 h 223200"/>
                <a:gd name="connsiteX16" fmla="*/ 10864 w 648968"/>
                <a:gd name="connsiteY16" fmla="*/ 182022 h 223200"/>
                <a:gd name="connsiteX17" fmla="*/ 13136 w 648968"/>
                <a:gd name="connsiteY17" fmla="*/ 180486 h 223200"/>
                <a:gd name="connsiteX18" fmla="*/ 13554 w 648968"/>
                <a:gd name="connsiteY18" fmla="*/ 179300 h 223200"/>
                <a:gd name="connsiteX19" fmla="*/ 12394 w 648968"/>
                <a:gd name="connsiteY19" fmla="*/ 175174 h 223200"/>
                <a:gd name="connsiteX20" fmla="*/ 11652 w 648968"/>
                <a:gd name="connsiteY20" fmla="*/ 174428 h 223200"/>
                <a:gd name="connsiteX21" fmla="*/ 3165 w 648968"/>
                <a:gd name="connsiteY21" fmla="*/ 171530 h 223200"/>
                <a:gd name="connsiteX22" fmla="*/ 10585 w 648968"/>
                <a:gd name="connsiteY22" fmla="*/ 155858 h 223200"/>
                <a:gd name="connsiteX23" fmla="*/ 10400 w 648968"/>
                <a:gd name="connsiteY23" fmla="*/ 154673 h 223200"/>
                <a:gd name="connsiteX24" fmla="*/ 7803 w 648968"/>
                <a:gd name="connsiteY24" fmla="*/ 151995 h 223200"/>
                <a:gd name="connsiteX25" fmla="*/ 8081 w 648968"/>
                <a:gd name="connsiteY25" fmla="*/ 140142 h 223200"/>
                <a:gd name="connsiteX26" fmla="*/ 15270 w 648968"/>
                <a:gd name="connsiteY26" fmla="*/ 135576 h 223200"/>
                <a:gd name="connsiteX27" fmla="*/ 15594 w 648968"/>
                <a:gd name="connsiteY27" fmla="*/ 128728 h 223200"/>
                <a:gd name="connsiteX28" fmla="*/ 19629 w 648968"/>
                <a:gd name="connsiteY28" fmla="*/ 126269 h 223200"/>
                <a:gd name="connsiteX29" fmla="*/ 30018 w 648968"/>
                <a:gd name="connsiteY29" fmla="*/ 142161 h 223200"/>
                <a:gd name="connsiteX30" fmla="*/ 30899 w 648968"/>
                <a:gd name="connsiteY30" fmla="*/ 142688 h 223200"/>
                <a:gd name="connsiteX31" fmla="*/ 31826 w 648968"/>
                <a:gd name="connsiteY31" fmla="*/ 142381 h 223200"/>
                <a:gd name="connsiteX32" fmla="*/ 38505 w 648968"/>
                <a:gd name="connsiteY32" fmla="*/ 135971 h 223200"/>
                <a:gd name="connsiteX33" fmla="*/ 38598 w 648968"/>
                <a:gd name="connsiteY33" fmla="*/ 134522 h 223200"/>
                <a:gd name="connsiteX34" fmla="*/ 36742 w 648968"/>
                <a:gd name="connsiteY34" fmla="*/ 132284 h 223200"/>
                <a:gd name="connsiteX35" fmla="*/ 35351 w 648968"/>
                <a:gd name="connsiteY35" fmla="*/ 122713 h 223200"/>
                <a:gd name="connsiteX36" fmla="*/ 37345 w 648968"/>
                <a:gd name="connsiteY36" fmla="*/ 123811 h 223200"/>
                <a:gd name="connsiteX37" fmla="*/ 38551 w 648968"/>
                <a:gd name="connsiteY37" fmla="*/ 123811 h 223200"/>
                <a:gd name="connsiteX38" fmla="*/ 49264 w 648968"/>
                <a:gd name="connsiteY38" fmla="*/ 117226 h 223200"/>
                <a:gd name="connsiteX39" fmla="*/ 49774 w 648968"/>
                <a:gd name="connsiteY39" fmla="*/ 116304 h 223200"/>
                <a:gd name="connsiteX40" fmla="*/ 49774 w 648968"/>
                <a:gd name="connsiteY40" fmla="*/ 111080 h 223200"/>
                <a:gd name="connsiteX41" fmla="*/ 53253 w 648968"/>
                <a:gd name="connsiteY41" fmla="*/ 111080 h 223200"/>
                <a:gd name="connsiteX42" fmla="*/ 53809 w 648968"/>
                <a:gd name="connsiteY42" fmla="*/ 110948 h 223200"/>
                <a:gd name="connsiteX43" fmla="*/ 62806 w 648968"/>
                <a:gd name="connsiteY43" fmla="*/ 106295 h 223200"/>
                <a:gd name="connsiteX44" fmla="*/ 63363 w 648968"/>
                <a:gd name="connsiteY44" fmla="*/ 105680 h 223200"/>
                <a:gd name="connsiteX45" fmla="*/ 66006 w 648968"/>
                <a:gd name="connsiteY45" fmla="*/ 98612 h 223200"/>
                <a:gd name="connsiteX46" fmla="*/ 67630 w 648968"/>
                <a:gd name="connsiteY46" fmla="*/ 99841 h 223200"/>
                <a:gd name="connsiteX47" fmla="*/ 68836 w 648968"/>
                <a:gd name="connsiteY47" fmla="*/ 99973 h 223200"/>
                <a:gd name="connsiteX48" fmla="*/ 69485 w 648968"/>
                <a:gd name="connsiteY48" fmla="*/ 98963 h 223200"/>
                <a:gd name="connsiteX49" fmla="*/ 69485 w 648968"/>
                <a:gd name="connsiteY49" fmla="*/ 95276 h 223200"/>
                <a:gd name="connsiteX50" fmla="*/ 76441 w 648968"/>
                <a:gd name="connsiteY50" fmla="*/ 97559 h 223200"/>
                <a:gd name="connsiteX51" fmla="*/ 76441 w 648968"/>
                <a:gd name="connsiteY51" fmla="*/ 103353 h 223200"/>
                <a:gd name="connsiteX52" fmla="*/ 77183 w 648968"/>
                <a:gd name="connsiteY52" fmla="*/ 104363 h 223200"/>
                <a:gd name="connsiteX53" fmla="*/ 78435 w 648968"/>
                <a:gd name="connsiteY53" fmla="*/ 104100 h 223200"/>
                <a:gd name="connsiteX54" fmla="*/ 81311 w 648968"/>
                <a:gd name="connsiteY54" fmla="*/ 101158 h 223200"/>
                <a:gd name="connsiteX55" fmla="*/ 83723 w 648968"/>
                <a:gd name="connsiteY55" fmla="*/ 102388 h 223200"/>
                <a:gd name="connsiteX56" fmla="*/ 84697 w 648968"/>
                <a:gd name="connsiteY56" fmla="*/ 102431 h 223200"/>
                <a:gd name="connsiteX57" fmla="*/ 85346 w 648968"/>
                <a:gd name="connsiteY57" fmla="*/ 101729 h 223200"/>
                <a:gd name="connsiteX58" fmla="*/ 86784 w 648968"/>
                <a:gd name="connsiteY58" fmla="*/ 97120 h 223200"/>
                <a:gd name="connsiteX59" fmla="*/ 90169 w 648968"/>
                <a:gd name="connsiteY59" fmla="*/ 97559 h 223200"/>
                <a:gd name="connsiteX60" fmla="*/ 91282 w 648968"/>
                <a:gd name="connsiteY60" fmla="*/ 97120 h 223200"/>
                <a:gd name="connsiteX61" fmla="*/ 92163 w 648968"/>
                <a:gd name="connsiteY61" fmla="*/ 95890 h 223200"/>
                <a:gd name="connsiteX62" fmla="*/ 95642 w 648968"/>
                <a:gd name="connsiteY62" fmla="*/ 102695 h 223200"/>
                <a:gd name="connsiteX63" fmla="*/ 97079 w 648968"/>
                <a:gd name="connsiteY63" fmla="*/ 103222 h 223200"/>
                <a:gd name="connsiteX64" fmla="*/ 102923 w 648968"/>
                <a:gd name="connsiteY64" fmla="*/ 101114 h 223200"/>
                <a:gd name="connsiteX65" fmla="*/ 109323 w 648968"/>
                <a:gd name="connsiteY65" fmla="*/ 101597 h 223200"/>
                <a:gd name="connsiteX66" fmla="*/ 113961 w 648968"/>
                <a:gd name="connsiteY66" fmla="*/ 108270 h 223200"/>
                <a:gd name="connsiteX67" fmla="*/ 114934 w 648968"/>
                <a:gd name="connsiteY67" fmla="*/ 108753 h 223200"/>
                <a:gd name="connsiteX68" fmla="*/ 119062 w 648968"/>
                <a:gd name="connsiteY68" fmla="*/ 108753 h 223200"/>
                <a:gd name="connsiteX69" fmla="*/ 125694 w 648968"/>
                <a:gd name="connsiteY69" fmla="*/ 116040 h 223200"/>
                <a:gd name="connsiteX70" fmla="*/ 125694 w 648968"/>
                <a:gd name="connsiteY70" fmla="*/ 121660 h 223200"/>
                <a:gd name="connsiteX71" fmla="*/ 126019 w 648968"/>
                <a:gd name="connsiteY71" fmla="*/ 122406 h 223200"/>
                <a:gd name="connsiteX72" fmla="*/ 128894 w 648968"/>
                <a:gd name="connsiteY72" fmla="*/ 125435 h 223200"/>
                <a:gd name="connsiteX73" fmla="*/ 129822 w 648968"/>
                <a:gd name="connsiteY73" fmla="*/ 125786 h 223200"/>
                <a:gd name="connsiteX74" fmla="*/ 130703 w 648968"/>
                <a:gd name="connsiteY74" fmla="*/ 125347 h 223200"/>
                <a:gd name="connsiteX75" fmla="*/ 133903 w 648968"/>
                <a:gd name="connsiteY75" fmla="*/ 121221 h 223200"/>
                <a:gd name="connsiteX76" fmla="*/ 134088 w 648968"/>
                <a:gd name="connsiteY76" fmla="*/ 120211 h 223200"/>
                <a:gd name="connsiteX77" fmla="*/ 132048 w 648968"/>
                <a:gd name="connsiteY77" fmla="*/ 114724 h 223200"/>
                <a:gd name="connsiteX78" fmla="*/ 131769 w 648968"/>
                <a:gd name="connsiteY78" fmla="*/ 114328 h 223200"/>
                <a:gd name="connsiteX79" fmla="*/ 131352 w 648968"/>
                <a:gd name="connsiteY79" fmla="*/ 113889 h 223200"/>
                <a:gd name="connsiteX80" fmla="*/ 136500 w 648968"/>
                <a:gd name="connsiteY80" fmla="*/ 114899 h 223200"/>
                <a:gd name="connsiteX81" fmla="*/ 136500 w 648968"/>
                <a:gd name="connsiteY81" fmla="*/ 118104 h 223200"/>
                <a:gd name="connsiteX82" fmla="*/ 137103 w 648968"/>
                <a:gd name="connsiteY82" fmla="*/ 119070 h 223200"/>
                <a:gd name="connsiteX83" fmla="*/ 146100 w 648968"/>
                <a:gd name="connsiteY83" fmla="*/ 123723 h 223200"/>
                <a:gd name="connsiteX84" fmla="*/ 147120 w 648968"/>
                <a:gd name="connsiteY84" fmla="*/ 123767 h 223200"/>
                <a:gd name="connsiteX85" fmla="*/ 155236 w 648968"/>
                <a:gd name="connsiteY85" fmla="*/ 120474 h 223200"/>
                <a:gd name="connsiteX86" fmla="*/ 155886 w 648968"/>
                <a:gd name="connsiteY86" fmla="*/ 119157 h 223200"/>
                <a:gd name="connsiteX87" fmla="*/ 154587 w 648968"/>
                <a:gd name="connsiteY87" fmla="*/ 114724 h 223200"/>
                <a:gd name="connsiteX88" fmla="*/ 156906 w 648968"/>
                <a:gd name="connsiteY88" fmla="*/ 115031 h 223200"/>
                <a:gd name="connsiteX89" fmla="*/ 158019 w 648968"/>
                <a:gd name="connsiteY89" fmla="*/ 114592 h 223200"/>
                <a:gd name="connsiteX90" fmla="*/ 160291 w 648968"/>
                <a:gd name="connsiteY90" fmla="*/ 111694 h 223200"/>
                <a:gd name="connsiteX91" fmla="*/ 161544 w 648968"/>
                <a:gd name="connsiteY91" fmla="*/ 114372 h 223200"/>
                <a:gd name="connsiteX92" fmla="*/ 162564 w 648968"/>
                <a:gd name="connsiteY92" fmla="*/ 115031 h 223200"/>
                <a:gd name="connsiteX93" fmla="*/ 163630 w 648968"/>
                <a:gd name="connsiteY93" fmla="*/ 114460 h 223200"/>
                <a:gd name="connsiteX94" fmla="*/ 165579 w 648968"/>
                <a:gd name="connsiteY94" fmla="*/ 111211 h 223200"/>
                <a:gd name="connsiteX95" fmla="*/ 170773 w 648968"/>
                <a:gd name="connsiteY95" fmla="*/ 111431 h 223200"/>
                <a:gd name="connsiteX96" fmla="*/ 175086 w 648968"/>
                <a:gd name="connsiteY96" fmla="*/ 116040 h 223200"/>
                <a:gd name="connsiteX97" fmla="*/ 176106 w 648968"/>
                <a:gd name="connsiteY97" fmla="*/ 116392 h 223200"/>
                <a:gd name="connsiteX98" fmla="*/ 180141 w 648968"/>
                <a:gd name="connsiteY98" fmla="*/ 115865 h 223200"/>
                <a:gd name="connsiteX99" fmla="*/ 181115 w 648968"/>
                <a:gd name="connsiteY99" fmla="*/ 114767 h 223200"/>
                <a:gd name="connsiteX100" fmla="*/ 181115 w 648968"/>
                <a:gd name="connsiteY100" fmla="*/ 110816 h 223200"/>
                <a:gd name="connsiteX101" fmla="*/ 184454 w 648968"/>
                <a:gd name="connsiteY101" fmla="*/ 111211 h 223200"/>
                <a:gd name="connsiteX102" fmla="*/ 185103 w 648968"/>
                <a:gd name="connsiteY102" fmla="*/ 111124 h 223200"/>
                <a:gd name="connsiteX103" fmla="*/ 188396 w 648968"/>
                <a:gd name="connsiteY103" fmla="*/ 109543 h 223200"/>
                <a:gd name="connsiteX104" fmla="*/ 191967 w 648968"/>
                <a:gd name="connsiteY104" fmla="*/ 112924 h 223200"/>
                <a:gd name="connsiteX105" fmla="*/ 193637 w 648968"/>
                <a:gd name="connsiteY105" fmla="*/ 117358 h 223200"/>
                <a:gd name="connsiteX106" fmla="*/ 194379 w 648968"/>
                <a:gd name="connsiteY106" fmla="*/ 118060 h 223200"/>
                <a:gd name="connsiteX107" fmla="*/ 206344 w 648968"/>
                <a:gd name="connsiteY107" fmla="*/ 121660 h 223200"/>
                <a:gd name="connsiteX108" fmla="*/ 206344 w 648968"/>
                <a:gd name="connsiteY108" fmla="*/ 123591 h 223200"/>
                <a:gd name="connsiteX109" fmla="*/ 207503 w 648968"/>
                <a:gd name="connsiteY109" fmla="*/ 124689 h 223200"/>
                <a:gd name="connsiteX110" fmla="*/ 212698 w 648968"/>
                <a:gd name="connsiteY110" fmla="*/ 124689 h 223200"/>
                <a:gd name="connsiteX111" fmla="*/ 213718 w 648968"/>
                <a:gd name="connsiteY111" fmla="*/ 124118 h 223200"/>
                <a:gd name="connsiteX112" fmla="*/ 216918 w 648968"/>
                <a:gd name="connsiteY112" fmla="*/ 118323 h 223200"/>
                <a:gd name="connsiteX113" fmla="*/ 219886 w 648968"/>
                <a:gd name="connsiteY113" fmla="*/ 122318 h 223200"/>
                <a:gd name="connsiteX114" fmla="*/ 221092 w 648968"/>
                <a:gd name="connsiteY114" fmla="*/ 122757 h 223200"/>
                <a:gd name="connsiteX115" fmla="*/ 237880 w 648968"/>
                <a:gd name="connsiteY115" fmla="*/ 118894 h 223200"/>
                <a:gd name="connsiteX116" fmla="*/ 238762 w 648968"/>
                <a:gd name="connsiteY116" fmla="*/ 118016 h 223200"/>
                <a:gd name="connsiteX117" fmla="*/ 240617 w 648968"/>
                <a:gd name="connsiteY117" fmla="*/ 107875 h 223200"/>
                <a:gd name="connsiteX118" fmla="*/ 243214 w 648968"/>
                <a:gd name="connsiteY118" fmla="*/ 107656 h 223200"/>
                <a:gd name="connsiteX119" fmla="*/ 244188 w 648968"/>
                <a:gd name="connsiteY119" fmla="*/ 106997 h 223200"/>
                <a:gd name="connsiteX120" fmla="*/ 244049 w 648968"/>
                <a:gd name="connsiteY120" fmla="*/ 105900 h 223200"/>
                <a:gd name="connsiteX121" fmla="*/ 239133 w 648968"/>
                <a:gd name="connsiteY121" fmla="*/ 99841 h 223200"/>
                <a:gd name="connsiteX122" fmla="*/ 238066 w 648968"/>
                <a:gd name="connsiteY122" fmla="*/ 99402 h 223200"/>
                <a:gd name="connsiteX123" fmla="*/ 231527 w 648968"/>
                <a:gd name="connsiteY123" fmla="*/ 100105 h 223200"/>
                <a:gd name="connsiteX124" fmla="*/ 230599 w 648968"/>
                <a:gd name="connsiteY124" fmla="*/ 96637 h 223200"/>
                <a:gd name="connsiteX125" fmla="*/ 229440 w 648968"/>
                <a:gd name="connsiteY125" fmla="*/ 95803 h 223200"/>
                <a:gd name="connsiteX126" fmla="*/ 224338 w 648968"/>
                <a:gd name="connsiteY126" fmla="*/ 96022 h 223200"/>
                <a:gd name="connsiteX127" fmla="*/ 223689 w 648968"/>
                <a:gd name="connsiteY127" fmla="*/ 93344 h 223200"/>
                <a:gd name="connsiteX128" fmla="*/ 223086 w 648968"/>
                <a:gd name="connsiteY128" fmla="*/ 92598 h 223200"/>
                <a:gd name="connsiteX129" fmla="*/ 216918 w 648968"/>
                <a:gd name="connsiteY129" fmla="*/ 89569 h 223200"/>
                <a:gd name="connsiteX130" fmla="*/ 232408 w 648968"/>
                <a:gd name="connsiteY130" fmla="*/ 79208 h 223200"/>
                <a:gd name="connsiteX131" fmla="*/ 228327 w 648968"/>
                <a:gd name="connsiteY131" fmla="*/ 69814 h 223200"/>
                <a:gd name="connsiteX132" fmla="*/ 231805 w 648968"/>
                <a:gd name="connsiteY132" fmla="*/ 66082 h 223200"/>
                <a:gd name="connsiteX133" fmla="*/ 250217 w 648968"/>
                <a:gd name="connsiteY133" fmla="*/ 63931 h 223200"/>
                <a:gd name="connsiteX134" fmla="*/ 251145 w 648968"/>
                <a:gd name="connsiteY134" fmla="*/ 63229 h 223200"/>
                <a:gd name="connsiteX135" fmla="*/ 250959 w 648968"/>
                <a:gd name="connsiteY135" fmla="*/ 62131 h 223200"/>
                <a:gd name="connsiteX136" fmla="*/ 235469 w 648968"/>
                <a:gd name="connsiteY136" fmla="*/ 55107 h 223200"/>
                <a:gd name="connsiteX137" fmla="*/ 235423 w 648968"/>
                <a:gd name="connsiteY137" fmla="*/ 55107 h 223200"/>
                <a:gd name="connsiteX138" fmla="*/ 234913 w 648968"/>
                <a:gd name="connsiteY138" fmla="*/ 52429 h 223200"/>
                <a:gd name="connsiteX139" fmla="*/ 240199 w 648968"/>
                <a:gd name="connsiteY139" fmla="*/ 51288 h 223200"/>
                <a:gd name="connsiteX140" fmla="*/ 241081 w 648968"/>
                <a:gd name="connsiteY140" fmla="*/ 50234 h 223200"/>
                <a:gd name="connsiteX141" fmla="*/ 240246 w 648968"/>
                <a:gd name="connsiteY141" fmla="*/ 49137 h 223200"/>
                <a:gd name="connsiteX142" fmla="*/ 230831 w 648968"/>
                <a:gd name="connsiteY142" fmla="*/ 46634 h 223200"/>
                <a:gd name="connsiteX143" fmla="*/ 234078 w 648968"/>
                <a:gd name="connsiteY143" fmla="*/ 43562 h 223200"/>
                <a:gd name="connsiteX144" fmla="*/ 234402 w 648968"/>
                <a:gd name="connsiteY144" fmla="*/ 42508 h 223200"/>
                <a:gd name="connsiteX145" fmla="*/ 233753 w 648968"/>
                <a:gd name="connsiteY145" fmla="*/ 40006 h 223200"/>
                <a:gd name="connsiteX146" fmla="*/ 237510 w 648968"/>
                <a:gd name="connsiteY146" fmla="*/ 37854 h 223200"/>
                <a:gd name="connsiteX147" fmla="*/ 240339 w 648968"/>
                <a:gd name="connsiteY147" fmla="*/ 40313 h 223200"/>
                <a:gd name="connsiteX148" fmla="*/ 241730 w 648968"/>
                <a:gd name="connsiteY148" fmla="*/ 40445 h 223200"/>
                <a:gd name="connsiteX149" fmla="*/ 242704 w 648968"/>
                <a:gd name="connsiteY149" fmla="*/ 39874 h 223200"/>
                <a:gd name="connsiteX150" fmla="*/ 246553 w 648968"/>
                <a:gd name="connsiteY150" fmla="*/ 41103 h 223200"/>
                <a:gd name="connsiteX151" fmla="*/ 247991 w 648968"/>
                <a:gd name="connsiteY151" fmla="*/ 40445 h 223200"/>
                <a:gd name="connsiteX152" fmla="*/ 249058 w 648968"/>
                <a:gd name="connsiteY152" fmla="*/ 37811 h 223200"/>
                <a:gd name="connsiteX153" fmla="*/ 252628 w 648968"/>
                <a:gd name="connsiteY153" fmla="*/ 38820 h 223200"/>
                <a:gd name="connsiteX154" fmla="*/ 255318 w 648968"/>
                <a:gd name="connsiteY154" fmla="*/ 41630 h 223200"/>
                <a:gd name="connsiteX155" fmla="*/ 256431 w 648968"/>
                <a:gd name="connsiteY155" fmla="*/ 41981 h 223200"/>
                <a:gd name="connsiteX156" fmla="*/ 257266 w 648968"/>
                <a:gd name="connsiteY156" fmla="*/ 41235 h 223200"/>
                <a:gd name="connsiteX157" fmla="*/ 258472 w 648968"/>
                <a:gd name="connsiteY157" fmla="*/ 37635 h 223200"/>
                <a:gd name="connsiteX158" fmla="*/ 263434 w 648968"/>
                <a:gd name="connsiteY158" fmla="*/ 37635 h 223200"/>
                <a:gd name="connsiteX159" fmla="*/ 264455 w 648968"/>
                <a:gd name="connsiteY159" fmla="*/ 37020 h 223200"/>
                <a:gd name="connsiteX160" fmla="*/ 265939 w 648968"/>
                <a:gd name="connsiteY160" fmla="*/ 34167 h 223200"/>
                <a:gd name="connsiteX161" fmla="*/ 272896 w 648968"/>
                <a:gd name="connsiteY161" fmla="*/ 32499 h 223200"/>
                <a:gd name="connsiteX162" fmla="*/ 277069 w 648968"/>
                <a:gd name="connsiteY162" fmla="*/ 36450 h 223200"/>
                <a:gd name="connsiteX163" fmla="*/ 278136 w 648968"/>
                <a:gd name="connsiteY163" fmla="*/ 36757 h 223200"/>
                <a:gd name="connsiteX164" fmla="*/ 278971 w 648968"/>
                <a:gd name="connsiteY164" fmla="*/ 36055 h 223200"/>
                <a:gd name="connsiteX165" fmla="*/ 280501 w 648968"/>
                <a:gd name="connsiteY165" fmla="*/ 32147 h 223200"/>
                <a:gd name="connsiteX166" fmla="*/ 291957 w 648968"/>
                <a:gd name="connsiteY166" fmla="*/ 28109 h 223200"/>
                <a:gd name="connsiteX167" fmla="*/ 297290 w 648968"/>
                <a:gd name="connsiteY167" fmla="*/ 31138 h 223200"/>
                <a:gd name="connsiteX168" fmla="*/ 298449 w 648968"/>
                <a:gd name="connsiteY168" fmla="*/ 31138 h 223200"/>
                <a:gd name="connsiteX169" fmla="*/ 299052 w 648968"/>
                <a:gd name="connsiteY169" fmla="*/ 30172 h 223200"/>
                <a:gd name="connsiteX170" fmla="*/ 299052 w 648968"/>
                <a:gd name="connsiteY170" fmla="*/ 26265 h 223200"/>
                <a:gd name="connsiteX171" fmla="*/ 302530 w 648968"/>
                <a:gd name="connsiteY171" fmla="*/ 23411 h 223200"/>
                <a:gd name="connsiteX172" fmla="*/ 307168 w 648968"/>
                <a:gd name="connsiteY172" fmla="*/ 24641 h 223200"/>
                <a:gd name="connsiteX173" fmla="*/ 308467 w 648968"/>
                <a:gd name="connsiteY173" fmla="*/ 24114 h 223200"/>
                <a:gd name="connsiteX174" fmla="*/ 310183 w 648968"/>
                <a:gd name="connsiteY174" fmla="*/ 21260 h 223200"/>
                <a:gd name="connsiteX175" fmla="*/ 312919 w 648968"/>
                <a:gd name="connsiteY175" fmla="*/ 22841 h 223200"/>
                <a:gd name="connsiteX176" fmla="*/ 313800 w 648968"/>
                <a:gd name="connsiteY176" fmla="*/ 22972 h 223200"/>
                <a:gd name="connsiteX177" fmla="*/ 335829 w 648968"/>
                <a:gd name="connsiteY177" fmla="*/ 18319 h 223200"/>
                <a:gd name="connsiteX178" fmla="*/ 336525 w 648968"/>
                <a:gd name="connsiteY178" fmla="*/ 17880 h 223200"/>
                <a:gd name="connsiteX179" fmla="*/ 338797 w 648968"/>
                <a:gd name="connsiteY179" fmla="*/ 14807 h 223200"/>
                <a:gd name="connsiteX180" fmla="*/ 343713 w 648968"/>
                <a:gd name="connsiteY180" fmla="*/ 14807 h 223200"/>
                <a:gd name="connsiteX181" fmla="*/ 344641 w 648968"/>
                <a:gd name="connsiteY181" fmla="*/ 14368 h 223200"/>
                <a:gd name="connsiteX182" fmla="*/ 346542 w 648968"/>
                <a:gd name="connsiteY182" fmla="*/ 8266 h 223200"/>
                <a:gd name="connsiteX183" fmla="*/ 346450 w 648968"/>
                <a:gd name="connsiteY183" fmla="*/ 7959 h 223200"/>
                <a:gd name="connsiteX184" fmla="*/ 351876 w 648968"/>
                <a:gd name="connsiteY184" fmla="*/ 7959 h 223200"/>
                <a:gd name="connsiteX185" fmla="*/ 353035 w 648968"/>
                <a:gd name="connsiteY185" fmla="*/ 6861 h 223200"/>
                <a:gd name="connsiteX186" fmla="*/ 353035 w 648968"/>
                <a:gd name="connsiteY186" fmla="*/ 4095 h 223200"/>
                <a:gd name="connsiteX187" fmla="*/ 356792 w 648968"/>
                <a:gd name="connsiteY187" fmla="*/ 6159 h 223200"/>
                <a:gd name="connsiteX188" fmla="*/ 357951 w 648968"/>
                <a:gd name="connsiteY188" fmla="*/ 6159 h 223200"/>
                <a:gd name="connsiteX189" fmla="*/ 358508 w 648968"/>
                <a:gd name="connsiteY189" fmla="*/ 5193 h 223200"/>
                <a:gd name="connsiteX190" fmla="*/ 358508 w 648968"/>
                <a:gd name="connsiteY190" fmla="*/ 3393 h 223200"/>
                <a:gd name="connsiteX191" fmla="*/ 361059 w 648968"/>
                <a:gd name="connsiteY191" fmla="*/ 5017 h 223200"/>
                <a:gd name="connsiteX192" fmla="*/ 362311 w 648968"/>
                <a:gd name="connsiteY192" fmla="*/ 5017 h 223200"/>
                <a:gd name="connsiteX193" fmla="*/ 364166 w 648968"/>
                <a:gd name="connsiteY193" fmla="*/ 3920 h 223200"/>
                <a:gd name="connsiteX194" fmla="*/ 371818 w 648968"/>
                <a:gd name="connsiteY194" fmla="*/ 6159 h 223200"/>
                <a:gd name="connsiteX195" fmla="*/ 376270 w 648968"/>
                <a:gd name="connsiteY195" fmla="*/ 9846 h 223200"/>
                <a:gd name="connsiteX196" fmla="*/ 377105 w 648968"/>
                <a:gd name="connsiteY196" fmla="*/ 10110 h 223200"/>
                <a:gd name="connsiteX197" fmla="*/ 377893 w 648968"/>
                <a:gd name="connsiteY197" fmla="*/ 9714 h 223200"/>
                <a:gd name="connsiteX198" fmla="*/ 380491 w 648968"/>
                <a:gd name="connsiteY198" fmla="*/ 6773 h 223200"/>
                <a:gd name="connsiteX199" fmla="*/ 386752 w 648968"/>
                <a:gd name="connsiteY199" fmla="*/ 6071 h 223200"/>
                <a:gd name="connsiteX200" fmla="*/ 389117 w 648968"/>
                <a:gd name="connsiteY200" fmla="*/ 10549 h 223200"/>
                <a:gd name="connsiteX201" fmla="*/ 387725 w 648968"/>
                <a:gd name="connsiteY201" fmla="*/ 17617 h 223200"/>
                <a:gd name="connsiteX202" fmla="*/ 388328 w 648968"/>
                <a:gd name="connsiteY202" fmla="*/ 18802 h 223200"/>
                <a:gd name="connsiteX203" fmla="*/ 392085 w 648968"/>
                <a:gd name="connsiteY203" fmla="*/ 20690 h 223200"/>
                <a:gd name="connsiteX204" fmla="*/ 389627 w 648968"/>
                <a:gd name="connsiteY204" fmla="*/ 24070 h 223200"/>
                <a:gd name="connsiteX205" fmla="*/ 389627 w 648968"/>
                <a:gd name="connsiteY205" fmla="*/ 25299 h 223200"/>
                <a:gd name="connsiteX206" fmla="*/ 391853 w 648968"/>
                <a:gd name="connsiteY206" fmla="*/ 28592 h 223200"/>
                <a:gd name="connsiteX207" fmla="*/ 386891 w 648968"/>
                <a:gd name="connsiteY207" fmla="*/ 29426 h 223200"/>
                <a:gd name="connsiteX208" fmla="*/ 386009 w 648968"/>
                <a:gd name="connsiteY208" fmla="*/ 30128 h 223200"/>
                <a:gd name="connsiteX209" fmla="*/ 386195 w 648968"/>
                <a:gd name="connsiteY209" fmla="*/ 31182 h 223200"/>
                <a:gd name="connsiteX210" fmla="*/ 389673 w 648968"/>
                <a:gd name="connsiteY210" fmla="*/ 35308 h 223200"/>
                <a:gd name="connsiteX211" fmla="*/ 390601 w 648968"/>
                <a:gd name="connsiteY211" fmla="*/ 35703 h 223200"/>
                <a:gd name="connsiteX212" fmla="*/ 393523 w 648968"/>
                <a:gd name="connsiteY212" fmla="*/ 35703 h 223200"/>
                <a:gd name="connsiteX213" fmla="*/ 401360 w 648968"/>
                <a:gd name="connsiteY213" fmla="*/ 37328 h 223200"/>
                <a:gd name="connsiteX214" fmla="*/ 402334 w 648968"/>
                <a:gd name="connsiteY214" fmla="*/ 37108 h 223200"/>
                <a:gd name="connsiteX215" fmla="*/ 402752 w 648968"/>
                <a:gd name="connsiteY215" fmla="*/ 36274 h 223200"/>
                <a:gd name="connsiteX216" fmla="*/ 402752 w 648968"/>
                <a:gd name="connsiteY216" fmla="*/ 33640 h 223200"/>
                <a:gd name="connsiteX217" fmla="*/ 405766 w 648968"/>
                <a:gd name="connsiteY217" fmla="*/ 36011 h 223200"/>
                <a:gd name="connsiteX218" fmla="*/ 407019 w 648968"/>
                <a:gd name="connsiteY218" fmla="*/ 36142 h 223200"/>
                <a:gd name="connsiteX219" fmla="*/ 407668 w 648968"/>
                <a:gd name="connsiteY219" fmla="*/ 35133 h 223200"/>
                <a:gd name="connsiteX220" fmla="*/ 407668 w 648968"/>
                <a:gd name="connsiteY220" fmla="*/ 32411 h 223200"/>
                <a:gd name="connsiteX221" fmla="*/ 410868 w 648968"/>
                <a:gd name="connsiteY221" fmla="*/ 36055 h 223200"/>
                <a:gd name="connsiteX222" fmla="*/ 410868 w 648968"/>
                <a:gd name="connsiteY222" fmla="*/ 41981 h 223200"/>
                <a:gd name="connsiteX223" fmla="*/ 411424 w 648968"/>
                <a:gd name="connsiteY223" fmla="*/ 42903 h 223200"/>
                <a:gd name="connsiteX224" fmla="*/ 412537 w 648968"/>
                <a:gd name="connsiteY224" fmla="*/ 42947 h 223200"/>
                <a:gd name="connsiteX225" fmla="*/ 417732 w 648968"/>
                <a:gd name="connsiteY225" fmla="*/ 40488 h 223200"/>
                <a:gd name="connsiteX226" fmla="*/ 418335 w 648968"/>
                <a:gd name="connsiteY226" fmla="*/ 39830 h 223200"/>
                <a:gd name="connsiteX227" fmla="*/ 418242 w 648968"/>
                <a:gd name="connsiteY227" fmla="*/ 38952 h 223200"/>
                <a:gd name="connsiteX228" fmla="*/ 416897 w 648968"/>
                <a:gd name="connsiteY228" fmla="*/ 36757 h 223200"/>
                <a:gd name="connsiteX229" fmla="*/ 420885 w 648968"/>
                <a:gd name="connsiteY229" fmla="*/ 36757 h 223200"/>
                <a:gd name="connsiteX230" fmla="*/ 422879 w 648968"/>
                <a:gd name="connsiteY230" fmla="*/ 40049 h 223200"/>
                <a:gd name="connsiteX231" fmla="*/ 423900 w 648968"/>
                <a:gd name="connsiteY231" fmla="*/ 40620 h 223200"/>
                <a:gd name="connsiteX232" fmla="*/ 428259 w 648968"/>
                <a:gd name="connsiteY232" fmla="*/ 40620 h 223200"/>
                <a:gd name="connsiteX233" fmla="*/ 429280 w 648968"/>
                <a:gd name="connsiteY233" fmla="*/ 40049 h 223200"/>
                <a:gd name="connsiteX234" fmla="*/ 430717 w 648968"/>
                <a:gd name="connsiteY234" fmla="*/ 37547 h 223200"/>
                <a:gd name="connsiteX235" fmla="*/ 431691 w 648968"/>
                <a:gd name="connsiteY235" fmla="*/ 37459 h 223200"/>
                <a:gd name="connsiteX236" fmla="*/ 430764 w 648968"/>
                <a:gd name="connsiteY236" fmla="*/ 39654 h 223200"/>
                <a:gd name="connsiteX237" fmla="*/ 426404 w 648968"/>
                <a:gd name="connsiteY237" fmla="*/ 42771 h 223200"/>
                <a:gd name="connsiteX238" fmla="*/ 426080 w 648968"/>
                <a:gd name="connsiteY238" fmla="*/ 43166 h 223200"/>
                <a:gd name="connsiteX239" fmla="*/ 424039 w 648968"/>
                <a:gd name="connsiteY239" fmla="*/ 47030 h 223200"/>
                <a:gd name="connsiteX240" fmla="*/ 424085 w 648968"/>
                <a:gd name="connsiteY240" fmla="*/ 48083 h 223200"/>
                <a:gd name="connsiteX241" fmla="*/ 427285 w 648968"/>
                <a:gd name="connsiteY241" fmla="*/ 53000 h 223200"/>
                <a:gd name="connsiteX242" fmla="*/ 428074 w 648968"/>
                <a:gd name="connsiteY242" fmla="*/ 53527 h 223200"/>
                <a:gd name="connsiteX243" fmla="*/ 429001 w 648968"/>
                <a:gd name="connsiteY243" fmla="*/ 53307 h 223200"/>
                <a:gd name="connsiteX244" fmla="*/ 431181 w 648968"/>
                <a:gd name="connsiteY244" fmla="*/ 51683 h 223200"/>
                <a:gd name="connsiteX245" fmla="*/ 432016 w 648968"/>
                <a:gd name="connsiteY245" fmla="*/ 51068 h 223200"/>
                <a:gd name="connsiteX246" fmla="*/ 433964 w 648968"/>
                <a:gd name="connsiteY246" fmla="*/ 49620 h 223200"/>
                <a:gd name="connsiteX247" fmla="*/ 436978 w 648968"/>
                <a:gd name="connsiteY247" fmla="*/ 49181 h 223200"/>
                <a:gd name="connsiteX248" fmla="*/ 441245 w 648968"/>
                <a:gd name="connsiteY248" fmla="*/ 51946 h 223200"/>
                <a:gd name="connsiteX249" fmla="*/ 442219 w 648968"/>
                <a:gd name="connsiteY249" fmla="*/ 52078 h 223200"/>
                <a:gd name="connsiteX250" fmla="*/ 442961 w 648968"/>
                <a:gd name="connsiteY250" fmla="*/ 51463 h 223200"/>
                <a:gd name="connsiteX251" fmla="*/ 444770 w 648968"/>
                <a:gd name="connsiteY251" fmla="*/ 47556 h 223200"/>
                <a:gd name="connsiteX252" fmla="*/ 447691 w 648968"/>
                <a:gd name="connsiteY252" fmla="*/ 46854 h 223200"/>
                <a:gd name="connsiteX253" fmla="*/ 448572 w 648968"/>
                <a:gd name="connsiteY253" fmla="*/ 45800 h 223200"/>
                <a:gd name="connsiteX254" fmla="*/ 448572 w 648968"/>
                <a:gd name="connsiteY254" fmla="*/ 43913 h 223200"/>
                <a:gd name="connsiteX255" fmla="*/ 455205 w 648968"/>
                <a:gd name="connsiteY255" fmla="*/ 44132 h 223200"/>
                <a:gd name="connsiteX256" fmla="*/ 455946 w 648968"/>
                <a:gd name="connsiteY256" fmla="*/ 43913 h 223200"/>
                <a:gd name="connsiteX257" fmla="*/ 460306 w 648968"/>
                <a:gd name="connsiteY257" fmla="*/ 40884 h 223200"/>
                <a:gd name="connsiteX258" fmla="*/ 460770 w 648968"/>
                <a:gd name="connsiteY258" fmla="*/ 40006 h 223200"/>
                <a:gd name="connsiteX259" fmla="*/ 460770 w 648968"/>
                <a:gd name="connsiteY259" fmla="*/ 35484 h 223200"/>
                <a:gd name="connsiteX260" fmla="*/ 472086 w 648968"/>
                <a:gd name="connsiteY260" fmla="*/ 30128 h 223200"/>
                <a:gd name="connsiteX261" fmla="*/ 478532 w 648968"/>
                <a:gd name="connsiteY261" fmla="*/ 29601 h 223200"/>
                <a:gd name="connsiteX262" fmla="*/ 478903 w 648968"/>
                <a:gd name="connsiteY262" fmla="*/ 29513 h 223200"/>
                <a:gd name="connsiteX263" fmla="*/ 481593 w 648968"/>
                <a:gd name="connsiteY263" fmla="*/ 28328 h 223200"/>
                <a:gd name="connsiteX264" fmla="*/ 481593 w 648968"/>
                <a:gd name="connsiteY264" fmla="*/ 32235 h 223200"/>
                <a:gd name="connsiteX265" fmla="*/ 474405 w 648968"/>
                <a:gd name="connsiteY265" fmla="*/ 35484 h 223200"/>
                <a:gd name="connsiteX266" fmla="*/ 473755 w 648968"/>
                <a:gd name="connsiteY266" fmla="*/ 36318 h 223200"/>
                <a:gd name="connsiteX267" fmla="*/ 474126 w 648968"/>
                <a:gd name="connsiteY267" fmla="*/ 37284 h 223200"/>
                <a:gd name="connsiteX268" fmla="*/ 498892 w 648968"/>
                <a:gd name="connsiteY268" fmla="*/ 58839 h 223200"/>
                <a:gd name="connsiteX269" fmla="*/ 531820 w 648968"/>
                <a:gd name="connsiteY269" fmla="*/ 119860 h 223200"/>
                <a:gd name="connsiteX270" fmla="*/ 532701 w 648968"/>
                <a:gd name="connsiteY270" fmla="*/ 120430 h 223200"/>
                <a:gd name="connsiteX271" fmla="*/ 533721 w 648968"/>
                <a:gd name="connsiteY271" fmla="*/ 120123 h 223200"/>
                <a:gd name="connsiteX272" fmla="*/ 539797 w 648968"/>
                <a:gd name="connsiteY272" fmla="*/ 114065 h 223200"/>
                <a:gd name="connsiteX273" fmla="*/ 540121 w 648968"/>
                <a:gd name="connsiteY273" fmla="*/ 113319 h 223200"/>
                <a:gd name="connsiteX274" fmla="*/ 540121 w 648968"/>
                <a:gd name="connsiteY274" fmla="*/ 108929 h 223200"/>
                <a:gd name="connsiteX275" fmla="*/ 540678 w 648968"/>
                <a:gd name="connsiteY275" fmla="*/ 108929 h 223200"/>
                <a:gd name="connsiteX276" fmla="*/ 541559 w 648968"/>
                <a:gd name="connsiteY276" fmla="*/ 108534 h 223200"/>
                <a:gd name="connsiteX277" fmla="*/ 542672 w 648968"/>
                <a:gd name="connsiteY277" fmla="*/ 107260 h 223200"/>
                <a:gd name="connsiteX278" fmla="*/ 547310 w 648968"/>
                <a:gd name="connsiteY278" fmla="*/ 107041 h 223200"/>
                <a:gd name="connsiteX279" fmla="*/ 547310 w 648968"/>
                <a:gd name="connsiteY279" fmla="*/ 113845 h 223200"/>
                <a:gd name="connsiteX280" fmla="*/ 548469 w 648968"/>
                <a:gd name="connsiteY280" fmla="*/ 114943 h 223200"/>
                <a:gd name="connsiteX281" fmla="*/ 552226 w 648968"/>
                <a:gd name="connsiteY281" fmla="*/ 114943 h 223200"/>
                <a:gd name="connsiteX282" fmla="*/ 552226 w 648968"/>
                <a:gd name="connsiteY282" fmla="*/ 118235 h 223200"/>
                <a:gd name="connsiteX283" fmla="*/ 553385 w 648968"/>
                <a:gd name="connsiteY283" fmla="*/ 119333 h 223200"/>
                <a:gd name="connsiteX284" fmla="*/ 557142 w 648968"/>
                <a:gd name="connsiteY284" fmla="*/ 119333 h 223200"/>
                <a:gd name="connsiteX285" fmla="*/ 557513 w 648968"/>
                <a:gd name="connsiteY285" fmla="*/ 119289 h 223200"/>
                <a:gd name="connsiteX286" fmla="*/ 572353 w 648968"/>
                <a:gd name="connsiteY286" fmla="*/ 119070 h 223200"/>
                <a:gd name="connsiteX287" fmla="*/ 573606 w 648968"/>
                <a:gd name="connsiteY287" fmla="*/ 118323 h 223200"/>
                <a:gd name="connsiteX288" fmla="*/ 575183 w 648968"/>
                <a:gd name="connsiteY288" fmla="*/ 113494 h 223200"/>
                <a:gd name="connsiteX289" fmla="*/ 577919 w 648968"/>
                <a:gd name="connsiteY289" fmla="*/ 115338 h 223200"/>
                <a:gd name="connsiteX290" fmla="*/ 578893 w 648968"/>
                <a:gd name="connsiteY290" fmla="*/ 115514 h 223200"/>
                <a:gd name="connsiteX291" fmla="*/ 579635 w 648968"/>
                <a:gd name="connsiteY291" fmla="*/ 114943 h 223200"/>
                <a:gd name="connsiteX292" fmla="*/ 580748 w 648968"/>
                <a:gd name="connsiteY292" fmla="*/ 112792 h 223200"/>
                <a:gd name="connsiteX293" fmla="*/ 587148 w 648968"/>
                <a:gd name="connsiteY293" fmla="*/ 112792 h 223200"/>
                <a:gd name="connsiteX294" fmla="*/ 595542 w 648968"/>
                <a:gd name="connsiteY294" fmla="*/ 119728 h 223200"/>
                <a:gd name="connsiteX295" fmla="*/ 598928 w 648968"/>
                <a:gd name="connsiteY295" fmla="*/ 130132 h 223200"/>
                <a:gd name="connsiteX296" fmla="*/ 599670 w 648968"/>
                <a:gd name="connsiteY296" fmla="*/ 130835 h 223200"/>
                <a:gd name="connsiteX297" fmla="*/ 610615 w 648968"/>
                <a:gd name="connsiteY297" fmla="*/ 134215 h 223200"/>
                <a:gd name="connsiteX298" fmla="*/ 613119 w 648968"/>
                <a:gd name="connsiteY298" fmla="*/ 146463 h 223200"/>
                <a:gd name="connsiteX299" fmla="*/ 614279 w 648968"/>
                <a:gd name="connsiteY299" fmla="*/ 147341 h 223200"/>
                <a:gd name="connsiteX300" fmla="*/ 614279 w 648968"/>
                <a:gd name="connsiteY300" fmla="*/ 147341 h 223200"/>
                <a:gd name="connsiteX301" fmla="*/ 623879 w 648968"/>
                <a:gd name="connsiteY301" fmla="*/ 147078 h 223200"/>
                <a:gd name="connsiteX302" fmla="*/ 629722 w 648968"/>
                <a:gd name="connsiteY302" fmla="*/ 149448 h 223200"/>
                <a:gd name="connsiteX303" fmla="*/ 631206 w 648968"/>
                <a:gd name="connsiteY303" fmla="*/ 148966 h 223200"/>
                <a:gd name="connsiteX304" fmla="*/ 635148 w 648968"/>
                <a:gd name="connsiteY304" fmla="*/ 142337 h 223200"/>
                <a:gd name="connsiteX305" fmla="*/ 637050 w 648968"/>
                <a:gd name="connsiteY305" fmla="*/ 142249 h 223200"/>
                <a:gd name="connsiteX306" fmla="*/ 635055 w 648968"/>
                <a:gd name="connsiteY306" fmla="*/ 144751 h 223200"/>
                <a:gd name="connsiteX307" fmla="*/ 634870 w 648968"/>
                <a:gd name="connsiteY307" fmla="*/ 145761 h 223200"/>
                <a:gd name="connsiteX308" fmla="*/ 635658 w 648968"/>
                <a:gd name="connsiteY308" fmla="*/ 146463 h 223200"/>
                <a:gd name="connsiteX309" fmla="*/ 638673 w 648968"/>
                <a:gd name="connsiteY309" fmla="*/ 147166 h 223200"/>
                <a:gd name="connsiteX310" fmla="*/ 642754 w 648968"/>
                <a:gd name="connsiteY310" fmla="*/ 153882 h 223200"/>
                <a:gd name="connsiteX311" fmla="*/ 643589 w 648968"/>
                <a:gd name="connsiteY311" fmla="*/ 154409 h 223200"/>
                <a:gd name="connsiteX312" fmla="*/ 646650 w 648968"/>
                <a:gd name="connsiteY312" fmla="*/ 154804 h 223200"/>
                <a:gd name="connsiteX313" fmla="*/ 646650 w 648968"/>
                <a:gd name="connsiteY313" fmla="*/ 156868 h 223200"/>
                <a:gd name="connsiteX314" fmla="*/ 647809 w 648968"/>
                <a:gd name="connsiteY314" fmla="*/ 155770 h 223200"/>
                <a:gd name="connsiteX315" fmla="*/ 648969 w 648968"/>
                <a:gd name="connsiteY315" fmla="*/ 155770 h 223200"/>
                <a:gd name="connsiteX316" fmla="*/ 648969 w 648968"/>
                <a:gd name="connsiteY316" fmla="*/ 153839 h 223200"/>
                <a:gd name="connsiteX317" fmla="*/ 647995 w 648968"/>
                <a:gd name="connsiteY317" fmla="*/ 152741 h 223200"/>
                <a:gd name="connsiteX318" fmla="*/ 644516 w 648968"/>
                <a:gd name="connsiteY318" fmla="*/ 152258 h 223200"/>
                <a:gd name="connsiteX319" fmla="*/ 640435 w 648968"/>
                <a:gd name="connsiteY319" fmla="*/ 145585 h 223200"/>
                <a:gd name="connsiteX320" fmla="*/ 639693 w 648968"/>
                <a:gd name="connsiteY320" fmla="*/ 145058 h 223200"/>
                <a:gd name="connsiteX321" fmla="*/ 637931 w 648968"/>
                <a:gd name="connsiteY321" fmla="*/ 144619 h 223200"/>
                <a:gd name="connsiteX322" fmla="*/ 640343 w 648968"/>
                <a:gd name="connsiteY322" fmla="*/ 141546 h 223200"/>
                <a:gd name="connsiteX323" fmla="*/ 640435 w 648968"/>
                <a:gd name="connsiteY323" fmla="*/ 140361 h 223200"/>
                <a:gd name="connsiteX324" fmla="*/ 639322 w 648968"/>
                <a:gd name="connsiteY324" fmla="*/ 139790 h 223200"/>
                <a:gd name="connsiteX325" fmla="*/ 634267 w 648968"/>
                <a:gd name="connsiteY325" fmla="*/ 140054 h 223200"/>
                <a:gd name="connsiteX326" fmla="*/ 633340 w 648968"/>
                <a:gd name="connsiteY326" fmla="*/ 140625 h 223200"/>
                <a:gd name="connsiteX327" fmla="*/ 629629 w 648968"/>
                <a:gd name="connsiteY327" fmla="*/ 146902 h 223200"/>
                <a:gd name="connsiteX328" fmla="*/ 624482 w 648968"/>
                <a:gd name="connsiteY328" fmla="*/ 144839 h 223200"/>
                <a:gd name="connsiteX329" fmla="*/ 623971 w 648968"/>
                <a:gd name="connsiteY329" fmla="*/ 144751 h 223200"/>
                <a:gd name="connsiteX330" fmla="*/ 615113 w 648968"/>
                <a:gd name="connsiteY330" fmla="*/ 145015 h 223200"/>
                <a:gd name="connsiteX331" fmla="*/ 612702 w 648968"/>
                <a:gd name="connsiteY331" fmla="*/ 133030 h 223200"/>
                <a:gd name="connsiteX332" fmla="*/ 611913 w 648968"/>
                <a:gd name="connsiteY332" fmla="*/ 132196 h 223200"/>
                <a:gd name="connsiteX333" fmla="*/ 600875 w 648968"/>
                <a:gd name="connsiteY333" fmla="*/ 128815 h 223200"/>
                <a:gd name="connsiteX334" fmla="*/ 597583 w 648968"/>
                <a:gd name="connsiteY334" fmla="*/ 118674 h 223200"/>
                <a:gd name="connsiteX335" fmla="*/ 597212 w 648968"/>
                <a:gd name="connsiteY335" fmla="*/ 118192 h 223200"/>
                <a:gd name="connsiteX336" fmla="*/ 588215 w 648968"/>
                <a:gd name="connsiteY336" fmla="*/ 110773 h 223200"/>
                <a:gd name="connsiteX337" fmla="*/ 587472 w 648968"/>
                <a:gd name="connsiteY337" fmla="*/ 110509 h 223200"/>
                <a:gd name="connsiteX338" fmla="*/ 579959 w 648968"/>
                <a:gd name="connsiteY338" fmla="*/ 110509 h 223200"/>
                <a:gd name="connsiteX339" fmla="*/ 578939 w 648968"/>
                <a:gd name="connsiteY339" fmla="*/ 111124 h 223200"/>
                <a:gd name="connsiteX340" fmla="*/ 578104 w 648968"/>
                <a:gd name="connsiteY340" fmla="*/ 112704 h 223200"/>
                <a:gd name="connsiteX341" fmla="*/ 575136 w 648968"/>
                <a:gd name="connsiteY341" fmla="*/ 110685 h 223200"/>
                <a:gd name="connsiteX342" fmla="*/ 574069 w 648968"/>
                <a:gd name="connsiteY342" fmla="*/ 110553 h 223200"/>
                <a:gd name="connsiteX343" fmla="*/ 573327 w 648968"/>
                <a:gd name="connsiteY343" fmla="*/ 111255 h 223200"/>
                <a:gd name="connsiteX344" fmla="*/ 571565 w 648968"/>
                <a:gd name="connsiteY344" fmla="*/ 116655 h 223200"/>
                <a:gd name="connsiteX345" fmla="*/ 556863 w 648968"/>
                <a:gd name="connsiteY345" fmla="*/ 117050 h 223200"/>
                <a:gd name="connsiteX346" fmla="*/ 554452 w 648968"/>
                <a:gd name="connsiteY346" fmla="*/ 117050 h 223200"/>
                <a:gd name="connsiteX347" fmla="*/ 554452 w 648968"/>
                <a:gd name="connsiteY347" fmla="*/ 113758 h 223200"/>
                <a:gd name="connsiteX348" fmla="*/ 553292 w 648968"/>
                <a:gd name="connsiteY348" fmla="*/ 112660 h 223200"/>
                <a:gd name="connsiteX349" fmla="*/ 549536 w 648968"/>
                <a:gd name="connsiteY349" fmla="*/ 112660 h 223200"/>
                <a:gd name="connsiteX350" fmla="*/ 549536 w 648968"/>
                <a:gd name="connsiteY350" fmla="*/ 105812 h 223200"/>
                <a:gd name="connsiteX351" fmla="*/ 549165 w 648968"/>
                <a:gd name="connsiteY351" fmla="*/ 105022 h 223200"/>
                <a:gd name="connsiteX352" fmla="*/ 548330 w 648968"/>
                <a:gd name="connsiteY352" fmla="*/ 104714 h 223200"/>
                <a:gd name="connsiteX353" fmla="*/ 541976 w 648968"/>
                <a:gd name="connsiteY353" fmla="*/ 104978 h 223200"/>
                <a:gd name="connsiteX354" fmla="*/ 541142 w 648968"/>
                <a:gd name="connsiteY354" fmla="*/ 105373 h 223200"/>
                <a:gd name="connsiteX355" fmla="*/ 540029 w 648968"/>
                <a:gd name="connsiteY355" fmla="*/ 106646 h 223200"/>
                <a:gd name="connsiteX356" fmla="*/ 538823 w 648968"/>
                <a:gd name="connsiteY356" fmla="*/ 106646 h 223200"/>
                <a:gd name="connsiteX357" fmla="*/ 537663 w 648968"/>
                <a:gd name="connsiteY357" fmla="*/ 107743 h 223200"/>
                <a:gd name="connsiteX358" fmla="*/ 537663 w 648968"/>
                <a:gd name="connsiteY358" fmla="*/ 112792 h 223200"/>
                <a:gd name="connsiteX359" fmla="*/ 533025 w 648968"/>
                <a:gd name="connsiteY359" fmla="*/ 117401 h 223200"/>
                <a:gd name="connsiteX360" fmla="*/ 500747 w 648968"/>
                <a:gd name="connsiteY360" fmla="*/ 57609 h 223200"/>
                <a:gd name="connsiteX361" fmla="*/ 500515 w 648968"/>
                <a:gd name="connsiteY361" fmla="*/ 57302 h 223200"/>
                <a:gd name="connsiteX362" fmla="*/ 476863 w 648968"/>
                <a:gd name="connsiteY362" fmla="*/ 36713 h 223200"/>
                <a:gd name="connsiteX363" fmla="*/ 483170 w 648968"/>
                <a:gd name="connsiteY363" fmla="*/ 33860 h 223200"/>
                <a:gd name="connsiteX364" fmla="*/ 483819 w 648968"/>
                <a:gd name="connsiteY364" fmla="*/ 32850 h 223200"/>
                <a:gd name="connsiteX365" fmla="*/ 483819 w 648968"/>
                <a:gd name="connsiteY365" fmla="*/ 26528 h 223200"/>
                <a:gd name="connsiteX366" fmla="*/ 483263 w 648968"/>
                <a:gd name="connsiteY366" fmla="*/ 25606 h 223200"/>
                <a:gd name="connsiteX367" fmla="*/ 482150 w 648968"/>
                <a:gd name="connsiteY367" fmla="*/ 25519 h 223200"/>
                <a:gd name="connsiteX368" fmla="*/ 477976 w 648968"/>
                <a:gd name="connsiteY368" fmla="*/ 27362 h 223200"/>
                <a:gd name="connsiteX369" fmla="*/ 471529 w 648968"/>
                <a:gd name="connsiteY369" fmla="*/ 27889 h 223200"/>
                <a:gd name="connsiteX370" fmla="*/ 471112 w 648968"/>
                <a:gd name="connsiteY370" fmla="*/ 28021 h 223200"/>
                <a:gd name="connsiteX371" fmla="*/ 458961 w 648968"/>
                <a:gd name="connsiteY371" fmla="*/ 33772 h 223200"/>
                <a:gd name="connsiteX372" fmla="*/ 458312 w 648968"/>
                <a:gd name="connsiteY372" fmla="*/ 34738 h 223200"/>
                <a:gd name="connsiteX373" fmla="*/ 458312 w 648968"/>
                <a:gd name="connsiteY373" fmla="*/ 39391 h 223200"/>
                <a:gd name="connsiteX374" fmla="*/ 454741 w 648968"/>
                <a:gd name="connsiteY374" fmla="*/ 41849 h 223200"/>
                <a:gd name="connsiteX375" fmla="*/ 447320 w 648968"/>
                <a:gd name="connsiteY375" fmla="*/ 41586 h 223200"/>
                <a:gd name="connsiteX376" fmla="*/ 446486 w 648968"/>
                <a:gd name="connsiteY376" fmla="*/ 41893 h 223200"/>
                <a:gd name="connsiteX377" fmla="*/ 446115 w 648968"/>
                <a:gd name="connsiteY377" fmla="*/ 42683 h 223200"/>
                <a:gd name="connsiteX378" fmla="*/ 446115 w 648968"/>
                <a:gd name="connsiteY378" fmla="*/ 44835 h 223200"/>
                <a:gd name="connsiteX379" fmla="*/ 443517 w 648968"/>
                <a:gd name="connsiteY379" fmla="*/ 45449 h 223200"/>
                <a:gd name="connsiteX380" fmla="*/ 442729 w 648968"/>
                <a:gd name="connsiteY380" fmla="*/ 46064 h 223200"/>
                <a:gd name="connsiteX381" fmla="*/ 441245 w 648968"/>
                <a:gd name="connsiteY381" fmla="*/ 49225 h 223200"/>
                <a:gd name="connsiteX382" fmla="*/ 437767 w 648968"/>
                <a:gd name="connsiteY382" fmla="*/ 46942 h 223200"/>
                <a:gd name="connsiteX383" fmla="*/ 436932 w 648968"/>
                <a:gd name="connsiteY383" fmla="*/ 46766 h 223200"/>
                <a:gd name="connsiteX384" fmla="*/ 433175 w 648968"/>
                <a:gd name="connsiteY384" fmla="*/ 47293 h 223200"/>
                <a:gd name="connsiteX385" fmla="*/ 432619 w 648968"/>
                <a:gd name="connsiteY385" fmla="*/ 47513 h 223200"/>
                <a:gd name="connsiteX386" fmla="*/ 428445 w 648968"/>
                <a:gd name="connsiteY386" fmla="*/ 50585 h 223200"/>
                <a:gd name="connsiteX387" fmla="*/ 426265 w 648968"/>
                <a:gd name="connsiteY387" fmla="*/ 47205 h 223200"/>
                <a:gd name="connsiteX388" fmla="*/ 427888 w 648968"/>
                <a:gd name="connsiteY388" fmla="*/ 44132 h 223200"/>
                <a:gd name="connsiteX389" fmla="*/ 432294 w 648968"/>
                <a:gd name="connsiteY389" fmla="*/ 41015 h 223200"/>
                <a:gd name="connsiteX390" fmla="*/ 432665 w 648968"/>
                <a:gd name="connsiteY390" fmla="*/ 40532 h 223200"/>
                <a:gd name="connsiteX391" fmla="*/ 434381 w 648968"/>
                <a:gd name="connsiteY391" fmla="*/ 36406 h 223200"/>
                <a:gd name="connsiteX392" fmla="*/ 434242 w 648968"/>
                <a:gd name="connsiteY392" fmla="*/ 35352 h 223200"/>
                <a:gd name="connsiteX393" fmla="*/ 433222 w 648968"/>
                <a:gd name="connsiteY393" fmla="*/ 34913 h 223200"/>
                <a:gd name="connsiteX394" fmla="*/ 429743 w 648968"/>
                <a:gd name="connsiteY394" fmla="*/ 35177 h 223200"/>
                <a:gd name="connsiteX395" fmla="*/ 428816 w 648968"/>
                <a:gd name="connsiteY395" fmla="*/ 35747 h 223200"/>
                <a:gd name="connsiteX396" fmla="*/ 427424 w 648968"/>
                <a:gd name="connsiteY396" fmla="*/ 38206 h 223200"/>
                <a:gd name="connsiteX397" fmla="*/ 424456 w 648968"/>
                <a:gd name="connsiteY397" fmla="*/ 38206 h 223200"/>
                <a:gd name="connsiteX398" fmla="*/ 422462 w 648968"/>
                <a:gd name="connsiteY398" fmla="*/ 34913 h 223200"/>
                <a:gd name="connsiteX399" fmla="*/ 421442 w 648968"/>
                <a:gd name="connsiteY399" fmla="*/ 34342 h 223200"/>
                <a:gd name="connsiteX400" fmla="*/ 414763 w 648968"/>
                <a:gd name="connsiteY400" fmla="*/ 34342 h 223200"/>
                <a:gd name="connsiteX401" fmla="*/ 413743 w 648968"/>
                <a:gd name="connsiteY401" fmla="*/ 34869 h 223200"/>
                <a:gd name="connsiteX402" fmla="*/ 413743 w 648968"/>
                <a:gd name="connsiteY402" fmla="*/ 35967 h 223200"/>
                <a:gd name="connsiteX403" fmla="*/ 415459 w 648968"/>
                <a:gd name="connsiteY403" fmla="*/ 38820 h 223200"/>
                <a:gd name="connsiteX404" fmla="*/ 413001 w 648968"/>
                <a:gd name="connsiteY404" fmla="*/ 39962 h 223200"/>
                <a:gd name="connsiteX405" fmla="*/ 413001 w 648968"/>
                <a:gd name="connsiteY405" fmla="*/ 35440 h 223200"/>
                <a:gd name="connsiteX406" fmla="*/ 412723 w 648968"/>
                <a:gd name="connsiteY406" fmla="*/ 34738 h 223200"/>
                <a:gd name="connsiteX407" fmla="*/ 407204 w 648968"/>
                <a:gd name="connsiteY407" fmla="*/ 28416 h 223200"/>
                <a:gd name="connsiteX408" fmla="*/ 405906 w 648968"/>
                <a:gd name="connsiteY408" fmla="*/ 28065 h 223200"/>
                <a:gd name="connsiteX409" fmla="*/ 405117 w 648968"/>
                <a:gd name="connsiteY409" fmla="*/ 29118 h 223200"/>
                <a:gd name="connsiteX410" fmla="*/ 405117 w 648968"/>
                <a:gd name="connsiteY410" fmla="*/ 32543 h 223200"/>
                <a:gd name="connsiteX411" fmla="*/ 402103 w 648968"/>
                <a:gd name="connsiteY411" fmla="*/ 30172 h 223200"/>
                <a:gd name="connsiteX412" fmla="*/ 400850 w 648968"/>
                <a:gd name="connsiteY412" fmla="*/ 30040 h 223200"/>
                <a:gd name="connsiteX413" fmla="*/ 400201 w 648968"/>
                <a:gd name="connsiteY413" fmla="*/ 31050 h 223200"/>
                <a:gd name="connsiteX414" fmla="*/ 400201 w 648968"/>
                <a:gd name="connsiteY414" fmla="*/ 34606 h 223200"/>
                <a:gd name="connsiteX415" fmla="*/ 393523 w 648968"/>
                <a:gd name="connsiteY415" fmla="*/ 33245 h 223200"/>
                <a:gd name="connsiteX416" fmla="*/ 390879 w 648968"/>
                <a:gd name="connsiteY416" fmla="*/ 33245 h 223200"/>
                <a:gd name="connsiteX417" fmla="*/ 388978 w 648968"/>
                <a:gd name="connsiteY417" fmla="*/ 31006 h 223200"/>
                <a:gd name="connsiteX418" fmla="*/ 393708 w 648968"/>
                <a:gd name="connsiteY418" fmla="*/ 30216 h 223200"/>
                <a:gd name="connsiteX419" fmla="*/ 394589 w 648968"/>
                <a:gd name="connsiteY419" fmla="*/ 29557 h 223200"/>
                <a:gd name="connsiteX420" fmla="*/ 394497 w 648968"/>
                <a:gd name="connsiteY420" fmla="*/ 28504 h 223200"/>
                <a:gd name="connsiteX421" fmla="*/ 391714 w 648968"/>
                <a:gd name="connsiteY421" fmla="*/ 24465 h 223200"/>
                <a:gd name="connsiteX422" fmla="*/ 394450 w 648968"/>
                <a:gd name="connsiteY422" fmla="*/ 20690 h 223200"/>
                <a:gd name="connsiteX423" fmla="*/ 394636 w 648968"/>
                <a:gd name="connsiteY423" fmla="*/ 19812 h 223200"/>
                <a:gd name="connsiteX424" fmla="*/ 394033 w 648968"/>
                <a:gd name="connsiteY424" fmla="*/ 19109 h 223200"/>
                <a:gd name="connsiteX425" fmla="*/ 389859 w 648968"/>
                <a:gd name="connsiteY425" fmla="*/ 17002 h 223200"/>
                <a:gd name="connsiteX426" fmla="*/ 391158 w 648968"/>
                <a:gd name="connsiteY426" fmla="*/ 10373 h 223200"/>
                <a:gd name="connsiteX427" fmla="*/ 391065 w 648968"/>
                <a:gd name="connsiteY427" fmla="*/ 9671 h 223200"/>
                <a:gd name="connsiteX428" fmla="*/ 388189 w 648968"/>
                <a:gd name="connsiteY428" fmla="*/ 4183 h 223200"/>
                <a:gd name="connsiteX429" fmla="*/ 387030 w 648968"/>
                <a:gd name="connsiteY429" fmla="*/ 3568 h 223200"/>
                <a:gd name="connsiteX430" fmla="*/ 379517 w 648968"/>
                <a:gd name="connsiteY430" fmla="*/ 4403 h 223200"/>
                <a:gd name="connsiteX431" fmla="*/ 378775 w 648968"/>
                <a:gd name="connsiteY431" fmla="*/ 4798 h 223200"/>
                <a:gd name="connsiteX432" fmla="*/ 376641 w 648968"/>
                <a:gd name="connsiteY432" fmla="*/ 7212 h 223200"/>
                <a:gd name="connsiteX433" fmla="*/ 372885 w 648968"/>
                <a:gd name="connsiteY433" fmla="*/ 4095 h 223200"/>
                <a:gd name="connsiteX434" fmla="*/ 372467 w 648968"/>
                <a:gd name="connsiteY434" fmla="*/ 3876 h 223200"/>
                <a:gd name="connsiteX435" fmla="*/ 364073 w 648968"/>
                <a:gd name="connsiteY435" fmla="*/ 1417 h 223200"/>
                <a:gd name="connsiteX436" fmla="*/ 363099 w 648968"/>
                <a:gd name="connsiteY436" fmla="*/ 1549 h 223200"/>
                <a:gd name="connsiteX437" fmla="*/ 361430 w 648968"/>
                <a:gd name="connsiteY437" fmla="*/ 2559 h 223200"/>
                <a:gd name="connsiteX438" fmla="*/ 357719 w 648968"/>
                <a:gd name="connsiteY438" fmla="*/ 188 h 223200"/>
                <a:gd name="connsiteX439" fmla="*/ 356514 w 648968"/>
                <a:gd name="connsiteY439" fmla="*/ 144 h 223200"/>
                <a:gd name="connsiteX440" fmla="*/ 355911 w 648968"/>
                <a:gd name="connsiteY440" fmla="*/ 1110 h 223200"/>
                <a:gd name="connsiteX441" fmla="*/ 355911 w 648968"/>
                <a:gd name="connsiteY441" fmla="*/ 3042 h 223200"/>
                <a:gd name="connsiteX442" fmla="*/ 352154 w 648968"/>
                <a:gd name="connsiteY442" fmla="*/ 978 h 223200"/>
                <a:gd name="connsiteX443" fmla="*/ 350995 w 648968"/>
                <a:gd name="connsiteY443" fmla="*/ 978 h 223200"/>
                <a:gd name="connsiteX444" fmla="*/ 350438 w 648968"/>
                <a:gd name="connsiteY444" fmla="*/ 1944 h 223200"/>
                <a:gd name="connsiteX445" fmla="*/ 350438 w 648968"/>
                <a:gd name="connsiteY445" fmla="*/ 5500 h 223200"/>
                <a:gd name="connsiteX446" fmla="*/ 343482 w 648968"/>
                <a:gd name="connsiteY446" fmla="*/ 5500 h 223200"/>
                <a:gd name="connsiteX447" fmla="*/ 342322 w 648968"/>
                <a:gd name="connsiteY447" fmla="*/ 6378 h 223200"/>
                <a:gd name="connsiteX448" fmla="*/ 343018 w 648968"/>
                <a:gd name="connsiteY448" fmla="*/ 7607 h 223200"/>
                <a:gd name="connsiteX449" fmla="*/ 344038 w 648968"/>
                <a:gd name="connsiteY449" fmla="*/ 8617 h 223200"/>
                <a:gd name="connsiteX450" fmla="*/ 342832 w 648968"/>
                <a:gd name="connsiteY450" fmla="*/ 12392 h 223200"/>
                <a:gd name="connsiteX451" fmla="*/ 337963 w 648968"/>
                <a:gd name="connsiteY451" fmla="*/ 12392 h 223200"/>
                <a:gd name="connsiteX452" fmla="*/ 336989 w 648968"/>
                <a:gd name="connsiteY452" fmla="*/ 12875 h 223200"/>
                <a:gd name="connsiteX453" fmla="*/ 334624 w 648968"/>
                <a:gd name="connsiteY453" fmla="*/ 16080 h 223200"/>
                <a:gd name="connsiteX454" fmla="*/ 313522 w 648968"/>
                <a:gd name="connsiteY454" fmla="*/ 20558 h 223200"/>
                <a:gd name="connsiteX455" fmla="*/ 310136 w 648968"/>
                <a:gd name="connsiteY455" fmla="*/ 18582 h 223200"/>
                <a:gd name="connsiteX456" fmla="*/ 309255 w 648968"/>
                <a:gd name="connsiteY456" fmla="*/ 18451 h 223200"/>
                <a:gd name="connsiteX457" fmla="*/ 308513 w 648968"/>
                <a:gd name="connsiteY457" fmla="*/ 18977 h 223200"/>
                <a:gd name="connsiteX458" fmla="*/ 306658 w 648968"/>
                <a:gd name="connsiteY458" fmla="*/ 22094 h 223200"/>
                <a:gd name="connsiteX459" fmla="*/ 302299 w 648968"/>
                <a:gd name="connsiteY459" fmla="*/ 20953 h 223200"/>
                <a:gd name="connsiteX460" fmla="*/ 301232 w 648968"/>
                <a:gd name="connsiteY460" fmla="*/ 21172 h 223200"/>
                <a:gd name="connsiteX461" fmla="*/ 296873 w 648968"/>
                <a:gd name="connsiteY461" fmla="*/ 24728 h 223200"/>
                <a:gd name="connsiteX462" fmla="*/ 296455 w 648968"/>
                <a:gd name="connsiteY462" fmla="*/ 25562 h 223200"/>
                <a:gd name="connsiteX463" fmla="*/ 296455 w 648968"/>
                <a:gd name="connsiteY463" fmla="*/ 28021 h 223200"/>
                <a:gd name="connsiteX464" fmla="*/ 292420 w 648968"/>
                <a:gd name="connsiteY464" fmla="*/ 25738 h 223200"/>
                <a:gd name="connsiteX465" fmla="*/ 291400 w 648968"/>
                <a:gd name="connsiteY465" fmla="*/ 25650 h 223200"/>
                <a:gd name="connsiteX466" fmla="*/ 278925 w 648968"/>
                <a:gd name="connsiteY466" fmla="*/ 30040 h 223200"/>
                <a:gd name="connsiteX467" fmla="*/ 278229 w 648968"/>
                <a:gd name="connsiteY467" fmla="*/ 30699 h 223200"/>
                <a:gd name="connsiteX468" fmla="*/ 277116 w 648968"/>
                <a:gd name="connsiteY468" fmla="*/ 33508 h 223200"/>
                <a:gd name="connsiteX469" fmla="*/ 273730 w 648968"/>
                <a:gd name="connsiteY469" fmla="*/ 30304 h 223200"/>
                <a:gd name="connsiteX470" fmla="*/ 272617 w 648968"/>
                <a:gd name="connsiteY470" fmla="*/ 29996 h 223200"/>
                <a:gd name="connsiteX471" fmla="*/ 264501 w 648968"/>
                <a:gd name="connsiteY471" fmla="*/ 31928 h 223200"/>
                <a:gd name="connsiteX472" fmla="*/ 263759 w 648968"/>
                <a:gd name="connsiteY472" fmla="*/ 32499 h 223200"/>
                <a:gd name="connsiteX473" fmla="*/ 262321 w 648968"/>
                <a:gd name="connsiteY473" fmla="*/ 35177 h 223200"/>
                <a:gd name="connsiteX474" fmla="*/ 257220 w 648968"/>
                <a:gd name="connsiteY474" fmla="*/ 35177 h 223200"/>
                <a:gd name="connsiteX475" fmla="*/ 256107 w 648968"/>
                <a:gd name="connsiteY475" fmla="*/ 35967 h 223200"/>
                <a:gd name="connsiteX476" fmla="*/ 255272 w 648968"/>
                <a:gd name="connsiteY476" fmla="*/ 38513 h 223200"/>
                <a:gd name="connsiteX477" fmla="*/ 253742 w 648968"/>
                <a:gd name="connsiteY477" fmla="*/ 36933 h 223200"/>
                <a:gd name="connsiteX478" fmla="*/ 253231 w 648968"/>
                <a:gd name="connsiteY478" fmla="*/ 36625 h 223200"/>
                <a:gd name="connsiteX479" fmla="*/ 248315 w 648968"/>
                <a:gd name="connsiteY479" fmla="*/ 35264 h 223200"/>
                <a:gd name="connsiteX480" fmla="*/ 246924 w 648968"/>
                <a:gd name="connsiteY480" fmla="*/ 35923 h 223200"/>
                <a:gd name="connsiteX481" fmla="*/ 245858 w 648968"/>
                <a:gd name="connsiteY481" fmla="*/ 38513 h 223200"/>
                <a:gd name="connsiteX482" fmla="*/ 242565 w 648968"/>
                <a:gd name="connsiteY482" fmla="*/ 37459 h 223200"/>
                <a:gd name="connsiteX483" fmla="*/ 241591 w 648968"/>
                <a:gd name="connsiteY483" fmla="*/ 37547 h 223200"/>
                <a:gd name="connsiteX484" fmla="*/ 240895 w 648968"/>
                <a:gd name="connsiteY484" fmla="*/ 37942 h 223200"/>
                <a:gd name="connsiteX485" fmla="*/ 238066 w 648968"/>
                <a:gd name="connsiteY485" fmla="*/ 35484 h 223200"/>
                <a:gd name="connsiteX486" fmla="*/ 236675 w 648968"/>
                <a:gd name="connsiteY486" fmla="*/ 35352 h 223200"/>
                <a:gd name="connsiteX487" fmla="*/ 231480 w 648968"/>
                <a:gd name="connsiteY487" fmla="*/ 38381 h 223200"/>
                <a:gd name="connsiteX488" fmla="*/ 230970 w 648968"/>
                <a:gd name="connsiteY488" fmla="*/ 39567 h 223200"/>
                <a:gd name="connsiteX489" fmla="*/ 231666 w 648968"/>
                <a:gd name="connsiteY489" fmla="*/ 42244 h 223200"/>
                <a:gd name="connsiteX490" fmla="*/ 227492 w 648968"/>
                <a:gd name="connsiteY490" fmla="*/ 46195 h 223200"/>
                <a:gd name="connsiteX491" fmla="*/ 227167 w 648968"/>
                <a:gd name="connsiteY491" fmla="*/ 47249 h 223200"/>
                <a:gd name="connsiteX492" fmla="*/ 227956 w 648968"/>
                <a:gd name="connsiteY492" fmla="*/ 48039 h 223200"/>
                <a:gd name="connsiteX493" fmla="*/ 234866 w 648968"/>
                <a:gd name="connsiteY493" fmla="*/ 49883 h 223200"/>
                <a:gd name="connsiteX494" fmla="*/ 232918 w 648968"/>
                <a:gd name="connsiteY494" fmla="*/ 50278 h 223200"/>
                <a:gd name="connsiteX495" fmla="*/ 232037 w 648968"/>
                <a:gd name="connsiteY495" fmla="*/ 51551 h 223200"/>
                <a:gd name="connsiteX496" fmla="*/ 232918 w 648968"/>
                <a:gd name="connsiteY496" fmla="*/ 56205 h 223200"/>
                <a:gd name="connsiteX497" fmla="*/ 234124 w 648968"/>
                <a:gd name="connsiteY497" fmla="*/ 57127 h 223200"/>
                <a:gd name="connsiteX498" fmla="*/ 247156 w 648968"/>
                <a:gd name="connsiteY498" fmla="*/ 61824 h 223200"/>
                <a:gd name="connsiteX499" fmla="*/ 230692 w 648968"/>
                <a:gd name="connsiteY499" fmla="*/ 63755 h 223200"/>
                <a:gd name="connsiteX500" fmla="*/ 229950 w 648968"/>
                <a:gd name="connsiteY500" fmla="*/ 64107 h 223200"/>
                <a:gd name="connsiteX501" fmla="*/ 225591 w 648968"/>
                <a:gd name="connsiteY501" fmla="*/ 68760 h 223200"/>
                <a:gd name="connsiteX502" fmla="*/ 225498 w 648968"/>
                <a:gd name="connsiteY502" fmla="*/ 70077 h 223200"/>
                <a:gd name="connsiteX503" fmla="*/ 229672 w 648968"/>
                <a:gd name="connsiteY503" fmla="*/ 79164 h 223200"/>
                <a:gd name="connsiteX504" fmla="*/ 213301 w 648968"/>
                <a:gd name="connsiteY504" fmla="*/ 88208 h 223200"/>
                <a:gd name="connsiteX505" fmla="*/ 212559 w 648968"/>
                <a:gd name="connsiteY505" fmla="*/ 89174 h 223200"/>
                <a:gd name="connsiteX506" fmla="*/ 213162 w 648968"/>
                <a:gd name="connsiteY506" fmla="*/ 90183 h 223200"/>
                <a:gd name="connsiteX507" fmla="*/ 221092 w 648968"/>
                <a:gd name="connsiteY507" fmla="*/ 94047 h 223200"/>
                <a:gd name="connsiteX508" fmla="*/ 221834 w 648968"/>
                <a:gd name="connsiteY508" fmla="*/ 97120 h 223200"/>
                <a:gd name="connsiteX509" fmla="*/ 222994 w 648968"/>
                <a:gd name="connsiteY509" fmla="*/ 97954 h 223200"/>
                <a:gd name="connsiteX510" fmla="*/ 228141 w 648968"/>
                <a:gd name="connsiteY510" fmla="*/ 97734 h 223200"/>
                <a:gd name="connsiteX511" fmla="*/ 229069 w 648968"/>
                <a:gd name="connsiteY511" fmla="*/ 101246 h 223200"/>
                <a:gd name="connsiteX512" fmla="*/ 230321 w 648968"/>
                <a:gd name="connsiteY512" fmla="*/ 102080 h 223200"/>
                <a:gd name="connsiteX513" fmla="*/ 237231 w 648968"/>
                <a:gd name="connsiteY513" fmla="*/ 101334 h 223200"/>
                <a:gd name="connsiteX514" fmla="*/ 240478 w 648968"/>
                <a:gd name="connsiteY514" fmla="*/ 105285 h 223200"/>
                <a:gd name="connsiteX515" fmla="*/ 239133 w 648968"/>
                <a:gd name="connsiteY515" fmla="*/ 105373 h 223200"/>
                <a:gd name="connsiteX516" fmla="*/ 238066 w 648968"/>
                <a:gd name="connsiteY516" fmla="*/ 106295 h 223200"/>
                <a:gd name="connsiteX517" fmla="*/ 236165 w 648968"/>
                <a:gd name="connsiteY517" fmla="*/ 116567 h 223200"/>
                <a:gd name="connsiteX518" fmla="*/ 220860 w 648968"/>
                <a:gd name="connsiteY518" fmla="*/ 120079 h 223200"/>
                <a:gd name="connsiteX519" fmla="*/ 217243 w 648968"/>
                <a:gd name="connsiteY519" fmla="*/ 115206 h 223200"/>
                <a:gd name="connsiteX520" fmla="*/ 216222 w 648968"/>
                <a:gd name="connsiteY520" fmla="*/ 114724 h 223200"/>
                <a:gd name="connsiteX521" fmla="*/ 215248 w 648968"/>
                <a:gd name="connsiteY521" fmla="*/ 115294 h 223200"/>
                <a:gd name="connsiteX522" fmla="*/ 211492 w 648968"/>
                <a:gd name="connsiteY522" fmla="*/ 122099 h 223200"/>
                <a:gd name="connsiteX523" fmla="*/ 208153 w 648968"/>
                <a:gd name="connsiteY523" fmla="*/ 122099 h 223200"/>
                <a:gd name="connsiteX524" fmla="*/ 208153 w 648968"/>
                <a:gd name="connsiteY524" fmla="*/ 120430 h 223200"/>
                <a:gd name="connsiteX525" fmla="*/ 207364 w 648968"/>
                <a:gd name="connsiteY525" fmla="*/ 119377 h 223200"/>
                <a:gd name="connsiteX526" fmla="*/ 195167 w 648968"/>
                <a:gd name="connsiteY526" fmla="*/ 115689 h 223200"/>
                <a:gd name="connsiteX527" fmla="*/ 193637 w 648968"/>
                <a:gd name="connsiteY527" fmla="*/ 111563 h 223200"/>
                <a:gd name="connsiteX528" fmla="*/ 193358 w 648968"/>
                <a:gd name="connsiteY528" fmla="*/ 111168 h 223200"/>
                <a:gd name="connsiteX529" fmla="*/ 188999 w 648968"/>
                <a:gd name="connsiteY529" fmla="*/ 107041 h 223200"/>
                <a:gd name="connsiteX530" fmla="*/ 187654 w 648968"/>
                <a:gd name="connsiteY530" fmla="*/ 106821 h 223200"/>
                <a:gd name="connsiteX531" fmla="*/ 183898 w 648968"/>
                <a:gd name="connsiteY531" fmla="*/ 108578 h 223200"/>
                <a:gd name="connsiteX532" fmla="*/ 179631 w 648968"/>
                <a:gd name="connsiteY532" fmla="*/ 108051 h 223200"/>
                <a:gd name="connsiteX533" fmla="*/ 178703 w 648968"/>
                <a:gd name="connsiteY533" fmla="*/ 108314 h 223200"/>
                <a:gd name="connsiteX534" fmla="*/ 178332 w 648968"/>
                <a:gd name="connsiteY534" fmla="*/ 109148 h 223200"/>
                <a:gd name="connsiteX535" fmla="*/ 178332 w 648968"/>
                <a:gd name="connsiteY535" fmla="*/ 113406 h 223200"/>
                <a:gd name="connsiteX536" fmla="*/ 175874 w 648968"/>
                <a:gd name="connsiteY536" fmla="*/ 113758 h 223200"/>
                <a:gd name="connsiteX537" fmla="*/ 171654 w 648968"/>
                <a:gd name="connsiteY537" fmla="*/ 109280 h 223200"/>
                <a:gd name="connsiteX538" fmla="*/ 170866 w 648968"/>
                <a:gd name="connsiteY538" fmla="*/ 108929 h 223200"/>
                <a:gd name="connsiteX539" fmla="*/ 164512 w 648968"/>
                <a:gd name="connsiteY539" fmla="*/ 108665 h 223200"/>
                <a:gd name="connsiteX540" fmla="*/ 163445 w 648968"/>
                <a:gd name="connsiteY540" fmla="*/ 109236 h 223200"/>
                <a:gd name="connsiteX541" fmla="*/ 162286 w 648968"/>
                <a:gd name="connsiteY541" fmla="*/ 111168 h 223200"/>
                <a:gd name="connsiteX542" fmla="*/ 161173 w 648968"/>
                <a:gd name="connsiteY542" fmla="*/ 108797 h 223200"/>
                <a:gd name="connsiteX543" fmla="*/ 160245 w 648968"/>
                <a:gd name="connsiteY543" fmla="*/ 108139 h 223200"/>
                <a:gd name="connsiteX544" fmla="*/ 159178 w 648968"/>
                <a:gd name="connsiteY544" fmla="*/ 108578 h 223200"/>
                <a:gd name="connsiteX545" fmla="*/ 156117 w 648968"/>
                <a:gd name="connsiteY545" fmla="*/ 112441 h 223200"/>
                <a:gd name="connsiteX546" fmla="*/ 152732 w 648968"/>
                <a:gd name="connsiteY546" fmla="*/ 112002 h 223200"/>
                <a:gd name="connsiteX547" fmla="*/ 151712 w 648968"/>
                <a:gd name="connsiteY547" fmla="*/ 112353 h 223200"/>
                <a:gd name="connsiteX548" fmla="*/ 151480 w 648968"/>
                <a:gd name="connsiteY548" fmla="*/ 113363 h 223200"/>
                <a:gd name="connsiteX549" fmla="*/ 152964 w 648968"/>
                <a:gd name="connsiteY549" fmla="*/ 118499 h 223200"/>
                <a:gd name="connsiteX550" fmla="*/ 146285 w 648968"/>
                <a:gd name="connsiteY550" fmla="*/ 121221 h 223200"/>
                <a:gd name="connsiteX551" fmla="*/ 138401 w 648968"/>
                <a:gd name="connsiteY551" fmla="*/ 117138 h 223200"/>
                <a:gd name="connsiteX552" fmla="*/ 138401 w 648968"/>
                <a:gd name="connsiteY552" fmla="*/ 113670 h 223200"/>
                <a:gd name="connsiteX553" fmla="*/ 137474 w 648968"/>
                <a:gd name="connsiteY553" fmla="*/ 112572 h 223200"/>
                <a:gd name="connsiteX554" fmla="*/ 127642 w 648968"/>
                <a:gd name="connsiteY554" fmla="*/ 110641 h 223200"/>
                <a:gd name="connsiteX555" fmla="*/ 126390 w 648968"/>
                <a:gd name="connsiteY555" fmla="*/ 111211 h 223200"/>
                <a:gd name="connsiteX556" fmla="*/ 126575 w 648968"/>
                <a:gd name="connsiteY556" fmla="*/ 112529 h 223200"/>
                <a:gd name="connsiteX557" fmla="*/ 129590 w 648968"/>
                <a:gd name="connsiteY557" fmla="*/ 115382 h 223200"/>
                <a:gd name="connsiteX558" fmla="*/ 131306 w 648968"/>
                <a:gd name="connsiteY558" fmla="*/ 120079 h 223200"/>
                <a:gd name="connsiteX559" fmla="*/ 129311 w 648968"/>
                <a:gd name="connsiteY559" fmla="*/ 122625 h 223200"/>
                <a:gd name="connsiteX560" fmla="*/ 127688 w 648968"/>
                <a:gd name="connsiteY560" fmla="*/ 120913 h 223200"/>
                <a:gd name="connsiteX561" fmla="*/ 127688 w 648968"/>
                <a:gd name="connsiteY561" fmla="*/ 115294 h 223200"/>
                <a:gd name="connsiteX562" fmla="*/ 127410 w 648968"/>
                <a:gd name="connsiteY562" fmla="*/ 114592 h 223200"/>
                <a:gd name="connsiteX563" fmla="*/ 120175 w 648968"/>
                <a:gd name="connsiteY563" fmla="*/ 106646 h 223200"/>
                <a:gd name="connsiteX564" fmla="*/ 119294 w 648968"/>
                <a:gd name="connsiteY564" fmla="*/ 106251 h 223200"/>
                <a:gd name="connsiteX565" fmla="*/ 115259 w 648968"/>
                <a:gd name="connsiteY565" fmla="*/ 106251 h 223200"/>
                <a:gd name="connsiteX566" fmla="*/ 110668 w 648968"/>
                <a:gd name="connsiteY566" fmla="*/ 99622 h 223200"/>
                <a:gd name="connsiteX567" fmla="*/ 109787 w 648968"/>
                <a:gd name="connsiteY567" fmla="*/ 99139 h 223200"/>
                <a:gd name="connsiteX568" fmla="*/ 102552 w 648968"/>
                <a:gd name="connsiteY568" fmla="*/ 98612 h 223200"/>
                <a:gd name="connsiteX569" fmla="*/ 102042 w 648968"/>
                <a:gd name="connsiteY569" fmla="*/ 98700 h 223200"/>
                <a:gd name="connsiteX570" fmla="*/ 96940 w 648968"/>
                <a:gd name="connsiteY570" fmla="*/ 100544 h 223200"/>
                <a:gd name="connsiteX571" fmla="*/ 93044 w 648968"/>
                <a:gd name="connsiteY571" fmla="*/ 92949 h 223200"/>
                <a:gd name="connsiteX572" fmla="*/ 92070 w 648968"/>
                <a:gd name="connsiteY572" fmla="*/ 92334 h 223200"/>
                <a:gd name="connsiteX573" fmla="*/ 91050 w 648968"/>
                <a:gd name="connsiteY573" fmla="*/ 92817 h 223200"/>
                <a:gd name="connsiteX574" fmla="*/ 89427 w 648968"/>
                <a:gd name="connsiteY574" fmla="*/ 95012 h 223200"/>
                <a:gd name="connsiteX575" fmla="*/ 85763 w 648968"/>
                <a:gd name="connsiteY575" fmla="*/ 94573 h 223200"/>
                <a:gd name="connsiteX576" fmla="*/ 84511 w 648968"/>
                <a:gd name="connsiteY576" fmla="*/ 95364 h 223200"/>
                <a:gd name="connsiteX577" fmla="*/ 83166 w 648968"/>
                <a:gd name="connsiteY577" fmla="*/ 99534 h 223200"/>
                <a:gd name="connsiteX578" fmla="*/ 81218 w 648968"/>
                <a:gd name="connsiteY578" fmla="*/ 98524 h 223200"/>
                <a:gd name="connsiteX579" fmla="*/ 79827 w 648968"/>
                <a:gd name="connsiteY579" fmla="*/ 98744 h 223200"/>
                <a:gd name="connsiteX580" fmla="*/ 78343 w 648968"/>
                <a:gd name="connsiteY580" fmla="*/ 100236 h 223200"/>
                <a:gd name="connsiteX581" fmla="*/ 78343 w 648968"/>
                <a:gd name="connsiteY581" fmla="*/ 96461 h 223200"/>
                <a:gd name="connsiteX582" fmla="*/ 77554 w 648968"/>
                <a:gd name="connsiteY582" fmla="*/ 95408 h 223200"/>
                <a:gd name="connsiteX583" fmla="*/ 68279 w 648968"/>
                <a:gd name="connsiteY583" fmla="*/ 92378 h 223200"/>
                <a:gd name="connsiteX584" fmla="*/ 67212 w 648968"/>
                <a:gd name="connsiteY584" fmla="*/ 92510 h 223200"/>
                <a:gd name="connsiteX585" fmla="*/ 66749 w 648968"/>
                <a:gd name="connsiteY585" fmla="*/ 93388 h 223200"/>
                <a:gd name="connsiteX586" fmla="*/ 66749 w 648968"/>
                <a:gd name="connsiteY586" fmla="*/ 96329 h 223200"/>
                <a:gd name="connsiteX587" fmla="*/ 65728 w 648968"/>
                <a:gd name="connsiteY587" fmla="*/ 95539 h 223200"/>
                <a:gd name="connsiteX588" fmla="*/ 64708 w 648968"/>
                <a:gd name="connsiteY588" fmla="*/ 95364 h 223200"/>
                <a:gd name="connsiteX589" fmla="*/ 63919 w 648968"/>
                <a:gd name="connsiteY589" fmla="*/ 96066 h 223200"/>
                <a:gd name="connsiteX590" fmla="*/ 60859 w 648968"/>
                <a:gd name="connsiteY590" fmla="*/ 104188 h 223200"/>
                <a:gd name="connsiteX591" fmla="*/ 52511 w 648968"/>
                <a:gd name="connsiteY591" fmla="*/ 108534 h 223200"/>
                <a:gd name="connsiteX592" fmla="*/ 48151 w 648968"/>
                <a:gd name="connsiteY592" fmla="*/ 108534 h 223200"/>
                <a:gd name="connsiteX593" fmla="*/ 46992 w 648968"/>
                <a:gd name="connsiteY593" fmla="*/ 109631 h 223200"/>
                <a:gd name="connsiteX594" fmla="*/ 46992 w 648968"/>
                <a:gd name="connsiteY594" fmla="*/ 115338 h 223200"/>
                <a:gd name="connsiteX595" fmla="*/ 37392 w 648968"/>
                <a:gd name="connsiteY595" fmla="*/ 121221 h 223200"/>
                <a:gd name="connsiteX596" fmla="*/ 33960 w 648968"/>
                <a:gd name="connsiteY596" fmla="*/ 119377 h 223200"/>
                <a:gd name="connsiteX597" fmla="*/ 32754 w 648968"/>
                <a:gd name="connsiteY597" fmla="*/ 119421 h 223200"/>
                <a:gd name="connsiteX598" fmla="*/ 32244 w 648968"/>
                <a:gd name="connsiteY598" fmla="*/ 120474 h 223200"/>
                <a:gd name="connsiteX599" fmla="*/ 34006 w 648968"/>
                <a:gd name="connsiteY599" fmla="*/ 132547 h 223200"/>
                <a:gd name="connsiteX600" fmla="*/ 34238 w 648968"/>
                <a:gd name="connsiteY600" fmla="*/ 133074 h 223200"/>
                <a:gd name="connsiteX601" fmla="*/ 35629 w 648968"/>
                <a:gd name="connsiteY601" fmla="*/ 134786 h 223200"/>
                <a:gd name="connsiteX602" fmla="*/ 30713 w 648968"/>
                <a:gd name="connsiteY602" fmla="*/ 139527 h 223200"/>
                <a:gd name="connsiteX603" fmla="*/ 20464 w 648968"/>
                <a:gd name="connsiteY603" fmla="*/ 123899 h 223200"/>
                <a:gd name="connsiteX604" fmla="*/ 19722 w 648968"/>
                <a:gd name="connsiteY604" fmla="*/ 123416 h 223200"/>
                <a:gd name="connsiteX605" fmla="*/ 18841 w 648968"/>
                <a:gd name="connsiteY605" fmla="*/ 123547 h 223200"/>
                <a:gd name="connsiteX606" fmla="*/ 13044 w 648968"/>
                <a:gd name="connsiteY606" fmla="*/ 127103 h 223200"/>
                <a:gd name="connsiteX607" fmla="*/ 12626 w 648968"/>
                <a:gd name="connsiteY607" fmla="*/ 128420 h 223200"/>
                <a:gd name="connsiteX608" fmla="*/ 12765 w 648968"/>
                <a:gd name="connsiteY608" fmla="*/ 134215 h 223200"/>
                <a:gd name="connsiteX609" fmla="*/ 6272 w 648968"/>
                <a:gd name="connsiteY609" fmla="*/ 137903 h 223200"/>
                <a:gd name="connsiteX610" fmla="*/ 5299 w 648968"/>
                <a:gd name="connsiteY610" fmla="*/ 138956 h 223200"/>
                <a:gd name="connsiteX611" fmla="*/ 5020 w 648968"/>
                <a:gd name="connsiteY611" fmla="*/ 152126 h 223200"/>
                <a:gd name="connsiteX612" fmla="*/ 5345 w 648968"/>
                <a:gd name="connsiteY612" fmla="*/ 152873 h 223200"/>
                <a:gd name="connsiteX613" fmla="*/ 7710 w 648968"/>
                <a:gd name="connsiteY613" fmla="*/ 155375 h 223200"/>
                <a:gd name="connsiteX614" fmla="*/ 104 w 648968"/>
                <a:gd name="connsiteY614" fmla="*/ 171442 h 223200"/>
                <a:gd name="connsiteX615" fmla="*/ 104 w 648968"/>
                <a:gd name="connsiteY615" fmla="*/ 172320 h 223200"/>
                <a:gd name="connsiteX616" fmla="*/ 800 w 648968"/>
                <a:gd name="connsiteY616" fmla="*/ 172935 h 223200"/>
                <a:gd name="connsiteX617" fmla="*/ 9890 w 648968"/>
                <a:gd name="connsiteY617" fmla="*/ 176052 h 223200"/>
                <a:gd name="connsiteX618" fmla="*/ 10678 w 648968"/>
                <a:gd name="connsiteY618" fmla="*/ 178905 h 223200"/>
                <a:gd name="connsiteX619" fmla="*/ 8128 w 648968"/>
                <a:gd name="connsiteY619" fmla="*/ 180661 h 223200"/>
                <a:gd name="connsiteX620" fmla="*/ 7664 w 648968"/>
                <a:gd name="connsiteY620" fmla="*/ 181364 h 223200"/>
                <a:gd name="connsiteX621" fmla="*/ 7896 w 648968"/>
                <a:gd name="connsiteY621" fmla="*/ 182198 h 223200"/>
                <a:gd name="connsiteX622" fmla="*/ 14249 w 648968"/>
                <a:gd name="connsiteY622" fmla="*/ 190451 h 223200"/>
                <a:gd name="connsiteX623" fmla="*/ 15548 w 648968"/>
                <a:gd name="connsiteY623" fmla="*/ 190846 h 223200"/>
                <a:gd name="connsiteX624" fmla="*/ 16336 w 648968"/>
                <a:gd name="connsiteY624" fmla="*/ 189793 h 223200"/>
                <a:gd name="connsiteX625" fmla="*/ 16336 w 648968"/>
                <a:gd name="connsiteY625" fmla="*/ 186281 h 223200"/>
                <a:gd name="connsiteX626" fmla="*/ 26354 w 648968"/>
                <a:gd name="connsiteY626" fmla="*/ 188827 h 223200"/>
                <a:gd name="connsiteX627" fmla="*/ 40267 w 648968"/>
                <a:gd name="connsiteY627" fmla="*/ 207001 h 223200"/>
                <a:gd name="connsiteX628" fmla="*/ 39479 w 648968"/>
                <a:gd name="connsiteY628" fmla="*/ 209153 h 223200"/>
                <a:gd name="connsiteX629" fmla="*/ 32476 w 648968"/>
                <a:gd name="connsiteY629" fmla="*/ 208187 h 223200"/>
                <a:gd name="connsiteX630" fmla="*/ 31548 w 648968"/>
                <a:gd name="connsiteY630" fmla="*/ 208450 h 223200"/>
                <a:gd name="connsiteX631" fmla="*/ 31131 w 648968"/>
                <a:gd name="connsiteY631" fmla="*/ 209284 h 223200"/>
                <a:gd name="connsiteX632" fmla="*/ 31131 w 648968"/>
                <a:gd name="connsiteY632" fmla="*/ 212577 h 223200"/>
                <a:gd name="connsiteX633" fmla="*/ 31687 w 648968"/>
                <a:gd name="connsiteY633" fmla="*/ 213499 h 223200"/>
                <a:gd name="connsiteX634" fmla="*/ 41426 w 648968"/>
                <a:gd name="connsiteY634" fmla="*/ 219206 h 223200"/>
                <a:gd name="connsiteX635" fmla="*/ 47595 w 648968"/>
                <a:gd name="connsiteY635" fmla="*/ 222849 h 223200"/>
                <a:gd name="connsiteX636" fmla="*/ 48198 w 648968"/>
                <a:gd name="connsiteY636" fmla="*/ 223025 h 22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</a:cxnLst>
              <a:rect l="l" t="t" r="r" b="b"/>
              <a:pathLst>
                <a:path w="648968" h="223200">
                  <a:moveTo>
                    <a:pt x="48708" y="223201"/>
                  </a:moveTo>
                  <a:cubicBezTo>
                    <a:pt x="49079" y="223201"/>
                    <a:pt x="49450" y="223025"/>
                    <a:pt x="49682" y="222674"/>
                  </a:cubicBezTo>
                  <a:cubicBezTo>
                    <a:pt x="50006" y="222147"/>
                    <a:pt x="49867" y="221489"/>
                    <a:pt x="49311" y="221181"/>
                  </a:cubicBezTo>
                  <a:lnTo>
                    <a:pt x="47502" y="220128"/>
                  </a:lnTo>
                  <a:lnTo>
                    <a:pt x="33913" y="212182"/>
                  </a:lnTo>
                  <a:lnTo>
                    <a:pt x="33913" y="210777"/>
                  </a:lnTo>
                  <a:lnTo>
                    <a:pt x="40545" y="211699"/>
                  </a:lnTo>
                  <a:cubicBezTo>
                    <a:pt x="41148" y="211743"/>
                    <a:pt x="41612" y="211479"/>
                    <a:pt x="41798" y="210952"/>
                  </a:cubicBezTo>
                  <a:lnTo>
                    <a:pt x="43096" y="207397"/>
                  </a:lnTo>
                  <a:cubicBezTo>
                    <a:pt x="43235" y="207045"/>
                    <a:pt x="43142" y="206694"/>
                    <a:pt x="42957" y="206387"/>
                  </a:cubicBezTo>
                  <a:lnTo>
                    <a:pt x="28487" y="187466"/>
                  </a:lnTo>
                  <a:cubicBezTo>
                    <a:pt x="28487" y="187466"/>
                    <a:pt x="28116" y="187115"/>
                    <a:pt x="27838" y="187071"/>
                  </a:cubicBezTo>
                  <a:lnTo>
                    <a:pt x="15965" y="184042"/>
                  </a:lnTo>
                  <a:cubicBezTo>
                    <a:pt x="15594" y="183954"/>
                    <a:pt x="15223" y="184042"/>
                    <a:pt x="14945" y="184217"/>
                  </a:cubicBezTo>
                  <a:cubicBezTo>
                    <a:pt x="14667" y="184437"/>
                    <a:pt x="14481" y="184744"/>
                    <a:pt x="14481" y="185095"/>
                  </a:cubicBezTo>
                  <a:lnTo>
                    <a:pt x="14481" y="186676"/>
                  </a:lnTo>
                  <a:lnTo>
                    <a:pt x="10864" y="182022"/>
                  </a:lnTo>
                  <a:lnTo>
                    <a:pt x="13136" y="180486"/>
                  </a:lnTo>
                  <a:cubicBezTo>
                    <a:pt x="13507" y="180222"/>
                    <a:pt x="13693" y="179740"/>
                    <a:pt x="13554" y="179300"/>
                  </a:cubicBezTo>
                  <a:lnTo>
                    <a:pt x="12394" y="175174"/>
                  </a:lnTo>
                  <a:cubicBezTo>
                    <a:pt x="12302" y="174823"/>
                    <a:pt x="12023" y="174559"/>
                    <a:pt x="11652" y="174428"/>
                  </a:cubicBezTo>
                  <a:lnTo>
                    <a:pt x="3165" y="171530"/>
                  </a:lnTo>
                  <a:lnTo>
                    <a:pt x="10585" y="155858"/>
                  </a:lnTo>
                  <a:cubicBezTo>
                    <a:pt x="10771" y="155463"/>
                    <a:pt x="10678" y="154980"/>
                    <a:pt x="10400" y="154673"/>
                  </a:cubicBezTo>
                  <a:lnTo>
                    <a:pt x="7803" y="151995"/>
                  </a:lnTo>
                  <a:lnTo>
                    <a:pt x="8081" y="140142"/>
                  </a:lnTo>
                  <a:cubicBezTo>
                    <a:pt x="9844" y="139703"/>
                    <a:pt x="13507" y="138517"/>
                    <a:pt x="15270" y="135576"/>
                  </a:cubicBezTo>
                  <a:cubicBezTo>
                    <a:pt x="16429" y="133644"/>
                    <a:pt x="16522" y="131318"/>
                    <a:pt x="15594" y="128728"/>
                  </a:cubicBezTo>
                  <a:lnTo>
                    <a:pt x="19629" y="126269"/>
                  </a:lnTo>
                  <a:lnTo>
                    <a:pt x="30018" y="142161"/>
                  </a:lnTo>
                  <a:cubicBezTo>
                    <a:pt x="30203" y="142424"/>
                    <a:pt x="30528" y="142644"/>
                    <a:pt x="30899" y="142688"/>
                  </a:cubicBezTo>
                  <a:cubicBezTo>
                    <a:pt x="31270" y="142688"/>
                    <a:pt x="31595" y="142600"/>
                    <a:pt x="31826" y="142381"/>
                  </a:cubicBezTo>
                  <a:lnTo>
                    <a:pt x="38505" y="135971"/>
                  </a:lnTo>
                  <a:cubicBezTo>
                    <a:pt x="38922" y="135576"/>
                    <a:pt x="38969" y="134961"/>
                    <a:pt x="38598" y="134522"/>
                  </a:cubicBezTo>
                  <a:lnTo>
                    <a:pt x="36742" y="132284"/>
                  </a:lnTo>
                  <a:lnTo>
                    <a:pt x="35351" y="122713"/>
                  </a:lnTo>
                  <a:lnTo>
                    <a:pt x="37345" y="123811"/>
                  </a:lnTo>
                  <a:cubicBezTo>
                    <a:pt x="37716" y="124030"/>
                    <a:pt x="38180" y="123986"/>
                    <a:pt x="38551" y="123811"/>
                  </a:cubicBezTo>
                  <a:lnTo>
                    <a:pt x="49264" y="117226"/>
                  </a:lnTo>
                  <a:cubicBezTo>
                    <a:pt x="49589" y="117006"/>
                    <a:pt x="49774" y="116655"/>
                    <a:pt x="49774" y="116304"/>
                  </a:cubicBezTo>
                  <a:lnTo>
                    <a:pt x="49774" y="111080"/>
                  </a:lnTo>
                  <a:lnTo>
                    <a:pt x="53253" y="111080"/>
                  </a:lnTo>
                  <a:cubicBezTo>
                    <a:pt x="53253" y="111080"/>
                    <a:pt x="53624" y="111036"/>
                    <a:pt x="53809" y="110948"/>
                  </a:cubicBezTo>
                  <a:lnTo>
                    <a:pt x="62806" y="106295"/>
                  </a:lnTo>
                  <a:cubicBezTo>
                    <a:pt x="63038" y="106163"/>
                    <a:pt x="63224" y="105944"/>
                    <a:pt x="63363" y="105680"/>
                  </a:cubicBezTo>
                  <a:lnTo>
                    <a:pt x="66006" y="98612"/>
                  </a:lnTo>
                  <a:lnTo>
                    <a:pt x="67630" y="99841"/>
                  </a:lnTo>
                  <a:cubicBezTo>
                    <a:pt x="67954" y="100105"/>
                    <a:pt x="68464" y="100149"/>
                    <a:pt x="68836" y="99973"/>
                  </a:cubicBezTo>
                  <a:cubicBezTo>
                    <a:pt x="69253" y="99798"/>
                    <a:pt x="69485" y="99402"/>
                    <a:pt x="69485" y="98963"/>
                  </a:cubicBezTo>
                  <a:lnTo>
                    <a:pt x="69485" y="95276"/>
                  </a:lnTo>
                  <a:lnTo>
                    <a:pt x="76441" y="97559"/>
                  </a:lnTo>
                  <a:lnTo>
                    <a:pt x="76441" y="103353"/>
                  </a:lnTo>
                  <a:cubicBezTo>
                    <a:pt x="76441" y="103792"/>
                    <a:pt x="76720" y="104231"/>
                    <a:pt x="77183" y="104363"/>
                  </a:cubicBezTo>
                  <a:cubicBezTo>
                    <a:pt x="77601" y="104539"/>
                    <a:pt x="78157" y="104407"/>
                    <a:pt x="78435" y="104100"/>
                  </a:cubicBezTo>
                  <a:lnTo>
                    <a:pt x="81311" y="101158"/>
                  </a:lnTo>
                  <a:lnTo>
                    <a:pt x="83723" y="102388"/>
                  </a:lnTo>
                  <a:cubicBezTo>
                    <a:pt x="84047" y="102563"/>
                    <a:pt x="84418" y="102563"/>
                    <a:pt x="84697" y="102431"/>
                  </a:cubicBezTo>
                  <a:cubicBezTo>
                    <a:pt x="85021" y="102300"/>
                    <a:pt x="85253" y="102036"/>
                    <a:pt x="85346" y="101729"/>
                  </a:cubicBezTo>
                  <a:lnTo>
                    <a:pt x="86784" y="97120"/>
                  </a:lnTo>
                  <a:lnTo>
                    <a:pt x="90169" y="97559"/>
                  </a:lnTo>
                  <a:cubicBezTo>
                    <a:pt x="90586" y="97646"/>
                    <a:pt x="91004" y="97427"/>
                    <a:pt x="91282" y="97120"/>
                  </a:cubicBezTo>
                  <a:lnTo>
                    <a:pt x="92163" y="95890"/>
                  </a:lnTo>
                  <a:lnTo>
                    <a:pt x="95642" y="102695"/>
                  </a:lnTo>
                  <a:cubicBezTo>
                    <a:pt x="95873" y="103222"/>
                    <a:pt x="96523" y="103441"/>
                    <a:pt x="97079" y="103222"/>
                  </a:cubicBezTo>
                  <a:lnTo>
                    <a:pt x="102923" y="101114"/>
                  </a:lnTo>
                  <a:lnTo>
                    <a:pt x="109323" y="101597"/>
                  </a:lnTo>
                  <a:lnTo>
                    <a:pt x="113961" y="108270"/>
                  </a:lnTo>
                  <a:cubicBezTo>
                    <a:pt x="114192" y="108578"/>
                    <a:pt x="114517" y="108753"/>
                    <a:pt x="114934" y="108753"/>
                  </a:cubicBezTo>
                  <a:lnTo>
                    <a:pt x="119062" y="108753"/>
                  </a:lnTo>
                  <a:lnTo>
                    <a:pt x="125694" y="116040"/>
                  </a:lnTo>
                  <a:lnTo>
                    <a:pt x="125694" y="121660"/>
                  </a:lnTo>
                  <a:cubicBezTo>
                    <a:pt x="125694" y="121923"/>
                    <a:pt x="125787" y="122186"/>
                    <a:pt x="126019" y="122406"/>
                  </a:cubicBezTo>
                  <a:lnTo>
                    <a:pt x="128894" y="125435"/>
                  </a:lnTo>
                  <a:cubicBezTo>
                    <a:pt x="129126" y="125699"/>
                    <a:pt x="129450" y="125830"/>
                    <a:pt x="129822" y="125786"/>
                  </a:cubicBezTo>
                  <a:cubicBezTo>
                    <a:pt x="130193" y="125786"/>
                    <a:pt x="130471" y="125611"/>
                    <a:pt x="130703" y="125347"/>
                  </a:cubicBezTo>
                  <a:lnTo>
                    <a:pt x="133903" y="121221"/>
                  </a:lnTo>
                  <a:cubicBezTo>
                    <a:pt x="134135" y="120913"/>
                    <a:pt x="134181" y="120562"/>
                    <a:pt x="134088" y="120211"/>
                  </a:cubicBezTo>
                  <a:lnTo>
                    <a:pt x="132048" y="114724"/>
                  </a:lnTo>
                  <a:cubicBezTo>
                    <a:pt x="132048" y="114724"/>
                    <a:pt x="131909" y="114416"/>
                    <a:pt x="131769" y="114328"/>
                  </a:cubicBezTo>
                  <a:lnTo>
                    <a:pt x="131352" y="113889"/>
                  </a:lnTo>
                  <a:lnTo>
                    <a:pt x="136500" y="114899"/>
                  </a:lnTo>
                  <a:lnTo>
                    <a:pt x="136500" y="118104"/>
                  </a:lnTo>
                  <a:cubicBezTo>
                    <a:pt x="136500" y="118499"/>
                    <a:pt x="136732" y="118894"/>
                    <a:pt x="137103" y="119070"/>
                  </a:cubicBezTo>
                  <a:lnTo>
                    <a:pt x="146100" y="123723"/>
                  </a:lnTo>
                  <a:cubicBezTo>
                    <a:pt x="146425" y="123899"/>
                    <a:pt x="146796" y="123899"/>
                    <a:pt x="147120" y="123767"/>
                  </a:cubicBezTo>
                  <a:lnTo>
                    <a:pt x="155236" y="120474"/>
                  </a:lnTo>
                  <a:cubicBezTo>
                    <a:pt x="155747" y="120255"/>
                    <a:pt x="156071" y="119684"/>
                    <a:pt x="155886" y="119157"/>
                  </a:cubicBezTo>
                  <a:lnTo>
                    <a:pt x="154587" y="114724"/>
                  </a:lnTo>
                  <a:lnTo>
                    <a:pt x="156906" y="115031"/>
                  </a:lnTo>
                  <a:cubicBezTo>
                    <a:pt x="157323" y="115075"/>
                    <a:pt x="157741" y="114943"/>
                    <a:pt x="158019" y="114592"/>
                  </a:cubicBezTo>
                  <a:lnTo>
                    <a:pt x="160291" y="111694"/>
                  </a:lnTo>
                  <a:lnTo>
                    <a:pt x="161544" y="114372"/>
                  </a:lnTo>
                  <a:cubicBezTo>
                    <a:pt x="161729" y="114767"/>
                    <a:pt x="162100" y="114987"/>
                    <a:pt x="162564" y="115031"/>
                  </a:cubicBezTo>
                  <a:cubicBezTo>
                    <a:pt x="163120" y="115119"/>
                    <a:pt x="163399" y="114855"/>
                    <a:pt x="163630" y="114460"/>
                  </a:cubicBezTo>
                  <a:lnTo>
                    <a:pt x="165579" y="111211"/>
                  </a:lnTo>
                  <a:lnTo>
                    <a:pt x="170773" y="111431"/>
                  </a:lnTo>
                  <a:lnTo>
                    <a:pt x="175086" y="116040"/>
                  </a:lnTo>
                  <a:cubicBezTo>
                    <a:pt x="175364" y="116304"/>
                    <a:pt x="175735" y="116436"/>
                    <a:pt x="176106" y="116392"/>
                  </a:cubicBezTo>
                  <a:lnTo>
                    <a:pt x="180141" y="115865"/>
                  </a:lnTo>
                  <a:cubicBezTo>
                    <a:pt x="180698" y="115777"/>
                    <a:pt x="181115" y="115338"/>
                    <a:pt x="181115" y="114767"/>
                  </a:cubicBezTo>
                  <a:lnTo>
                    <a:pt x="181115" y="110816"/>
                  </a:lnTo>
                  <a:lnTo>
                    <a:pt x="184454" y="111211"/>
                  </a:lnTo>
                  <a:cubicBezTo>
                    <a:pt x="184454" y="111211"/>
                    <a:pt x="184918" y="111211"/>
                    <a:pt x="185103" y="111124"/>
                  </a:cubicBezTo>
                  <a:lnTo>
                    <a:pt x="188396" y="109543"/>
                  </a:lnTo>
                  <a:lnTo>
                    <a:pt x="191967" y="112924"/>
                  </a:lnTo>
                  <a:lnTo>
                    <a:pt x="193637" y="117358"/>
                  </a:lnTo>
                  <a:cubicBezTo>
                    <a:pt x="193776" y="117665"/>
                    <a:pt x="194008" y="117928"/>
                    <a:pt x="194379" y="118060"/>
                  </a:cubicBezTo>
                  <a:lnTo>
                    <a:pt x="206344" y="121660"/>
                  </a:lnTo>
                  <a:lnTo>
                    <a:pt x="206344" y="123591"/>
                  </a:lnTo>
                  <a:cubicBezTo>
                    <a:pt x="206344" y="124206"/>
                    <a:pt x="206854" y="124689"/>
                    <a:pt x="207503" y="124689"/>
                  </a:cubicBezTo>
                  <a:lnTo>
                    <a:pt x="212698" y="124689"/>
                  </a:lnTo>
                  <a:cubicBezTo>
                    <a:pt x="213115" y="124689"/>
                    <a:pt x="213532" y="124469"/>
                    <a:pt x="213718" y="124118"/>
                  </a:cubicBezTo>
                  <a:lnTo>
                    <a:pt x="216918" y="118323"/>
                  </a:lnTo>
                  <a:lnTo>
                    <a:pt x="219886" y="122318"/>
                  </a:lnTo>
                  <a:cubicBezTo>
                    <a:pt x="220164" y="122669"/>
                    <a:pt x="220628" y="122845"/>
                    <a:pt x="221092" y="122757"/>
                  </a:cubicBezTo>
                  <a:lnTo>
                    <a:pt x="237880" y="118894"/>
                  </a:lnTo>
                  <a:cubicBezTo>
                    <a:pt x="238344" y="118806"/>
                    <a:pt x="238669" y="118455"/>
                    <a:pt x="238762" y="118016"/>
                  </a:cubicBezTo>
                  <a:lnTo>
                    <a:pt x="240617" y="107875"/>
                  </a:lnTo>
                  <a:lnTo>
                    <a:pt x="243214" y="107656"/>
                  </a:lnTo>
                  <a:cubicBezTo>
                    <a:pt x="243631" y="107656"/>
                    <a:pt x="244002" y="107392"/>
                    <a:pt x="244188" y="106997"/>
                  </a:cubicBezTo>
                  <a:cubicBezTo>
                    <a:pt x="244373" y="106646"/>
                    <a:pt x="244327" y="106207"/>
                    <a:pt x="244049" y="105900"/>
                  </a:cubicBezTo>
                  <a:lnTo>
                    <a:pt x="239133" y="99841"/>
                  </a:lnTo>
                  <a:cubicBezTo>
                    <a:pt x="238901" y="99534"/>
                    <a:pt x="238437" y="99358"/>
                    <a:pt x="238066" y="99402"/>
                  </a:cubicBezTo>
                  <a:lnTo>
                    <a:pt x="231527" y="100105"/>
                  </a:lnTo>
                  <a:lnTo>
                    <a:pt x="230599" y="96637"/>
                  </a:lnTo>
                  <a:cubicBezTo>
                    <a:pt x="230460" y="96110"/>
                    <a:pt x="229950" y="95803"/>
                    <a:pt x="229440" y="95803"/>
                  </a:cubicBezTo>
                  <a:lnTo>
                    <a:pt x="224338" y="96022"/>
                  </a:lnTo>
                  <a:lnTo>
                    <a:pt x="223689" y="93344"/>
                  </a:lnTo>
                  <a:cubicBezTo>
                    <a:pt x="223597" y="93037"/>
                    <a:pt x="223411" y="92773"/>
                    <a:pt x="223086" y="92598"/>
                  </a:cubicBezTo>
                  <a:lnTo>
                    <a:pt x="216918" y="89569"/>
                  </a:lnTo>
                  <a:cubicBezTo>
                    <a:pt x="222994" y="87110"/>
                    <a:pt x="232686" y="82676"/>
                    <a:pt x="232408" y="79208"/>
                  </a:cubicBezTo>
                  <a:cubicBezTo>
                    <a:pt x="232176" y="76135"/>
                    <a:pt x="229440" y="71570"/>
                    <a:pt x="228327" y="69814"/>
                  </a:cubicBezTo>
                  <a:lnTo>
                    <a:pt x="231805" y="66082"/>
                  </a:lnTo>
                  <a:lnTo>
                    <a:pt x="250217" y="63931"/>
                  </a:lnTo>
                  <a:cubicBezTo>
                    <a:pt x="250634" y="63887"/>
                    <a:pt x="251005" y="63624"/>
                    <a:pt x="251145" y="63229"/>
                  </a:cubicBezTo>
                  <a:cubicBezTo>
                    <a:pt x="251284" y="62834"/>
                    <a:pt x="251237" y="62439"/>
                    <a:pt x="250959" y="62131"/>
                  </a:cubicBezTo>
                  <a:cubicBezTo>
                    <a:pt x="250681" y="61824"/>
                    <a:pt x="244605" y="55107"/>
                    <a:pt x="235469" y="55107"/>
                  </a:cubicBezTo>
                  <a:lnTo>
                    <a:pt x="235423" y="55107"/>
                  </a:lnTo>
                  <a:lnTo>
                    <a:pt x="234913" y="52429"/>
                  </a:lnTo>
                  <a:lnTo>
                    <a:pt x="240199" y="51288"/>
                  </a:lnTo>
                  <a:cubicBezTo>
                    <a:pt x="240710" y="51156"/>
                    <a:pt x="241081" y="50761"/>
                    <a:pt x="241081" y="50234"/>
                  </a:cubicBezTo>
                  <a:cubicBezTo>
                    <a:pt x="241081" y="49751"/>
                    <a:pt x="240756" y="49268"/>
                    <a:pt x="240246" y="49137"/>
                  </a:cubicBezTo>
                  <a:lnTo>
                    <a:pt x="230831" y="46634"/>
                  </a:lnTo>
                  <a:lnTo>
                    <a:pt x="234078" y="43562"/>
                  </a:lnTo>
                  <a:cubicBezTo>
                    <a:pt x="234356" y="43298"/>
                    <a:pt x="234495" y="42903"/>
                    <a:pt x="234402" y="42508"/>
                  </a:cubicBezTo>
                  <a:lnTo>
                    <a:pt x="233753" y="40006"/>
                  </a:lnTo>
                  <a:lnTo>
                    <a:pt x="237510" y="37854"/>
                  </a:lnTo>
                  <a:lnTo>
                    <a:pt x="240339" y="40313"/>
                  </a:lnTo>
                  <a:cubicBezTo>
                    <a:pt x="240710" y="40664"/>
                    <a:pt x="241266" y="40708"/>
                    <a:pt x="241730" y="40445"/>
                  </a:cubicBezTo>
                  <a:lnTo>
                    <a:pt x="242704" y="39874"/>
                  </a:lnTo>
                  <a:lnTo>
                    <a:pt x="246553" y="41103"/>
                  </a:lnTo>
                  <a:cubicBezTo>
                    <a:pt x="247156" y="41279"/>
                    <a:pt x="247759" y="41015"/>
                    <a:pt x="247991" y="40445"/>
                  </a:cubicBezTo>
                  <a:lnTo>
                    <a:pt x="249058" y="37811"/>
                  </a:lnTo>
                  <a:lnTo>
                    <a:pt x="252628" y="38820"/>
                  </a:lnTo>
                  <a:lnTo>
                    <a:pt x="255318" y="41630"/>
                  </a:lnTo>
                  <a:cubicBezTo>
                    <a:pt x="255597" y="41937"/>
                    <a:pt x="256014" y="42069"/>
                    <a:pt x="256431" y="41981"/>
                  </a:cubicBezTo>
                  <a:cubicBezTo>
                    <a:pt x="256849" y="41893"/>
                    <a:pt x="257174" y="41630"/>
                    <a:pt x="257266" y="41235"/>
                  </a:cubicBezTo>
                  <a:lnTo>
                    <a:pt x="258472" y="37635"/>
                  </a:lnTo>
                  <a:lnTo>
                    <a:pt x="263434" y="37635"/>
                  </a:lnTo>
                  <a:cubicBezTo>
                    <a:pt x="263852" y="37635"/>
                    <a:pt x="264269" y="37415"/>
                    <a:pt x="264455" y="37020"/>
                  </a:cubicBezTo>
                  <a:lnTo>
                    <a:pt x="265939" y="34167"/>
                  </a:lnTo>
                  <a:lnTo>
                    <a:pt x="272896" y="32499"/>
                  </a:lnTo>
                  <a:lnTo>
                    <a:pt x="277069" y="36450"/>
                  </a:lnTo>
                  <a:cubicBezTo>
                    <a:pt x="277348" y="36713"/>
                    <a:pt x="277719" y="36801"/>
                    <a:pt x="278136" y="36757"/>
                  </a:cubicBezTo>
                  <a:cubicBezTo>
                    <a:pt x="278507" y="36669"/>
                    <a:pt x="278832" y="36406"/>
                    <a:pt x="278971" y="36055"/>
                  </a:cubicBezTo>
                  <a:lnTo>
                    <a:pt x="280501" y="32147"/>
                  </a:lnTo>
                  <a:lnTo>
                    <a:pt x="291957" y="28109"/>
                  </a:lnTo>
                  <a:lnTo>
                    <a:pt x="297290" y="31138"/>
                  </a:lnTo>
                  <a:cubicBezTo>
                    <a:pt x="297661" y="31357"/>
                    <a:pt x="298078" y="31357"/>
                    <a:pt x="298449" y="31138"/>
                  </a:cubicBezTo>
                  <a:cubicBezTo>
                    <a:pt x="298820" y="30962"/>
                    <a:pt x="299052" y="30567"/>
                    <a:pt x="299052" y="30172"/>
                  </a:cubicBezTo>
                  <a:lnTo>
                    <a:pt x="299052" y="26265"/>
                  </a:lnTo>
                  <a:lnTo>
                    <a:pt x="302530" y="23411"/>
                  </a:lnTo>
                  <a:lnTo>
                    <a:pt x="307168" y="24641"/>
                  </a:lnTo>
                  <a:cubicBezTo>
                    <a:pt x="307679" y="24772"/>
                    <a:pt x="308235" y="24553"/>
                    <a:pt x="308467" y="24114"/>
                  </a:cubicBezTo>
                  <a:lnTo>
                    <a:pt x="310183" y="21260"/>
                  </a:lnTo>
                  <a:lnTo>
                    <a:pt x="312919" y="22841"/>
                  </a:lnTo>
                  <a:cubicBezTo>
                    <a:pt x="313197" y="22972"/>
                    <a:pt x="313476" y="23016"/>
                    <a:pt x="313800" y="22972"/>
                  </a:cubicBezTo>
                  <a:lnTo>
                    <a:pt x="335829" y="18319"/>
                  </a:lnTo>
                  <a:cubicBezTo>
                    <a:pt x="336108" y="18275"/>
                    <a:pt x="336386" y="18099"/>
                    <a:pt x="336525" y="17880"/>
                  </a:cubicBezTo>
                  <a:lnTo>
                    <a:pt x="338797" y="14807"/>
                  </a:lnTo>
                  <a:lnTo>
                    <a:pt x="343713" y="14807"/>
                  </a:lnTo>
                  <a:cubicBezTo>
                    <a:pt x="344085" y="14807"/>
                    <a:pt x="344409" y="14631"/>
                    <a:pt x="344641" y="14368"/>
                  </a:cubicBezTo>
                  <a:cubicBezTo>
                    <a:pt x="344919" y="14017"/>
                    <a:pt x="347285" y="10900"/>
                    <a:pt x="346542" y="8266"/>
                  </a:cubicBezTo>
                  <a:cubicBezTo>
                    <a:pt x="346542" y="8178"/>
                    <a:pt x="346496" y="8046"/>
                    <a:pt x="346450" y="7959"/>
                  </a:cubicBezTo>
                  <a:lnTo>
                    <a:pt x="351876" y="7959"/>
                  </a:lnTo>
                  <a:cubicBezTo>
                    <a:pt x="352525" y="7959"/>
                    <a:pt x="353035" y="7476"/>
                    <a:pt x="353035" y="6861"/>
                  </a:cubicBezTo>
                  <a:lnTo>
                    <a:pt x="353035" y="4095"/>
                  </a:lnTo>
                  <a:lnTo>
                    <a:pt x="356792" y="6159"/>
                  </a:lnTo>
                  <a:cubicBezTo>
                    <a:pt x="357163" y="6334"/>
                    <a:pt x="357580" y="6334"/>
                    <a:pt x="357951" y="6159"/>
                  </a:cubicBezTo>
                  <a:cubicBezTo>
                    <a:pt x="358322" y="5983"/>
                    <a:pt x="358508" y="5588"/>
                    <a:pt x="358508" y="5193"/>
                  </a:cubicBezTo>
                  <a:lnTo>
                    <a:pt x="358508" y="3393"/>
                  </a:lnTo>
                  <a:lnTo>
                    <a:pt x="361059" y="5017"/>
                  </a:lnTo>
                  <a:cubicBezTo>
                    <a:pt x="361430" y="5237"/>
                    <a:pt x="361940" y="5281"/>
                    <a:pt x="362311" y="5017"/>
                  </a:cubicBezTo>
                  <a:lnTo>
                    <a:pt x="364166" y="3920"/>
                  </a:lnTo>
                  <a:lnTo>
                    <a:pt x="371818" y="6159"/>
                  </a:lnTo>
                  <a:lnTo>
                    <a:pt x="376270" y="9846"/>
                  </a:lnTo>
                  <a:cubicBezTo>
                    <a:pt x="376502" y="10022"/>
                    <a:pt x="376827" y="10154"/>
                    <a:pt x="377105" y="10110"/>
                  </a:cubicBezTo>
                  <a:cubicBezTo>
                    <a:pt x="377430" y="10110"/>
                    <a:pt x="377708" y="9934"/>
                    <a:pt x="377893" y="9714"/>
                  </a:cubicBezTo>
                  <a:lnTo>
                    <a:pt x="380491" y="6773"/>
                  </a:lnTo>
                  <a:lnTo>
                    <a:pt x="386752" y="6071"/>
                  </a:lnTo>
                  <a:lnTo>
                    <a:pt x="389117" y="10549"/>
                  </a:lnTo>
                  <a:lnTo>
                    <a:pt x="387725" y="17617"/>
                  </a:lnTo>
                  <a:cubicBezTo>
                    <a:pt x="387633" y="18099"/>
                    <a:pt x="387865" y="18582"/>
                    <a:pt x="388328" y="18802"/>
                  </a:cubicBezTo>
                  <a:lnTo>
                    <a:pt x="392085" y="20690"/>
                  </a:lnTo>
                  <a:lnTo>
                    <a:pt x="389627" y="24070"/>
                  </a:lnTo>
                  <a:cubicBezTo>
                    <a:pt x="389349" y="24421"/>
                    <a:pt x="389349" y="24904"/>
                    <a:pt x="389627" y="25299"/>
                  </a:cubicBezTo>
                  <a:lnTo>
                    <a:pt x="391853" y="28592"/>
                  </a:lnTo>
                  <a:lnTo>
                    <a:pt x="386891" y="29426"/>
                  </a:lnTo>
                  <a:cubicBezTo>
                    <a:pt x="386473" y="29513"/>
                    <a:pt x="386149" y="29733"/>
                    <a:pt x="386009" y="30128"/>
                  </a:cubicBezTo>
                  <a:cubicBezTo>
                    <a:pt x="385871" y="30479"/>
                    <a:pt x="385917" y="30918"/>
                    <a:pt x="386195" y="31182"/>
                  </a:cubicBezTo>
                  <a:lnTo>
                    <a:pt x="389673" y="35308"/>
                  </a:lnTo>
                  <a:cubicBezTo>
                    <a:pt x="389905" y="35572"/>
                    <a:pt x="390230" y="35703"/>
                    <a:pt x="390601" y="35703"/>
                  </a:cubicBezTo>
                  <a:lnTo>
                    <a:pt x="393523" y="35703"/>
                  </a:lnTo>
                  <a:cubicBezTo>
                    <a:pt x="393523" y="35703"/>
                    <a:pt x="401360" y="37328"/>
                    <a:pt x="401360" y="37328"/>
                  </a:cubicBezTo>
                  <a:cubicBezTo>
                    <a:pt x="401731" y="37415"/>
                    <a:pt x="402056" y="37328"/>
                    <a:pt x="402334" y="37108"/>
                  </a:cubicBezTo>
                  <a:cubicBezTo>
                    <a:pt x="402613" y="36889"/>
                    <a:pt x="402752" y="36581"/>
                    <a:pt x="402752" y="36274"/>
                  </a:cubicBezTo>
                  <a:lnTo>
                    <a:pt x="402752" y="33640"/>
                  </a:lnTo>
                  <a:lnTo>
                    <a:pt x="405766" y="36011"/>
                  </a:lnTo>
                  <a:cubicBezTo>
                    <a:pt x="406137" y="36274"/>
                    <a:pt x="406601" y="36318"/>
                    <a:pt x="407019" y="36142"/>
                  </a:cubicBezTo>
                  <a:cubicBezTo>
                    <a:pt x="407436" y="35967"/>
                    <a:pt x="407668" y="35572"/>
                    <a:pt x="407668" y="35133"/>
                  </a:cubicBezTo>
                  <a:lnTo>
                    <a:pt x="407668" y="32411"/>
                  </a:lnTo>
                  <a:lnTo>
                    <a:pt x="410868" y="36055"/>
                  </a:lnTo>
                  <a:lnTo>
                    <a:pt x="410868" y="41981"/>
                  </a:lnTo>
                  <a:cubicBezTo>
                    <a:pt x="410868" y="42376"/>
                    <a:pt x="411053" y="42727"/>
                    <a:pt x="411424" y="42903"/>
                  </a:cubicBezTo>
                  <a:cubicBezTo>
                    <a:pt x="411749" y="43079"/>
                    <a:pt x="412166" y="43123"/>
                    <a:pt x="412537" y="42947"/>
                  </a:cubicBezTo>
                  <a:lnTo>
                    <a:pt x="417732" y="40488"/>
                  </a:lnTo>
                  <a:cubicBezTo>
                    <a:pt x="418010" y="40357"/>
                    <a:pt x="418242" y="40093"/>
                    <a:pt x="418335" y="39830"/>
                  </a:cubicBezTo>
                  <a:cubicBezTo>
                    <a:pt x="418427" y="39523"/>
                    <a:pt x="418381" y="39215"/>
                    <a:pt x="418242" y="38952"/>
                  </a:cubicBezTo>
                  <a:lnTo>
                    <a:pt x="416897" y="36757"/>
                  </a:lnTo>
                  <a:lnTo>
                    <a:pt x="420885" y="36757"/>
                  </a:lnTo>
                  <a:lnTo>
                    <a:pt x="422879" y="40049"/>
                  </a:lnTo>
                  <a:cubicBezTo>
                    <a:pt x="423065" y="40401"/>
                    <a:pt x="423482" y="40620"/>
                    <a:pt x="423900" y="40620"/>
                  </a:cubicBezTo>
                  <a:lnTo>
                    <a:pt x="428259" y="40620"/>
                  </a:lnTo>
                  <a:cubicBezTo>
                    <a:pt x="428677" y="40620"/>
                    <a:pt x="429094" y="40401"/>
                    <a:pt x="429280" y="40049"/>
                  </a:cubicBezTo>
                  <a:lnTo>
                    <a:pt x="430717" y="37547"/>
                  </a:lnTo>
                  <a:lnTo>
                    <a:pt x="431691" y="37459"/>
                  </a:lnTo>
                  <a:lnTo>
                    <a:pt x="430764" y="39654"/>
                  </a:lnTo>
                  <a:lnTo>
                    <a:pt x="426404" y="42771"/>
                  </a:lnTo>
                  <a:cubicBezTo>
                    <a:pt x="426404" y="42771"/>
                    <a:pt x="426126" y="42991"/>
                    <a:pt x="426080" y="43166"/>
                  </a:cubicBezTo>
                  <a:lnTo>
                    <a:pt x="424039" y="47030"/>
                  </a:lnTo>
                  <a:cubicBezTo>
                    <a:pt x="423854" y="47381"/>
                    <a:pt x="423900" y="47776"/>
                    <a:pt x="424085" y="48083"/>
                  </a:cubicBezTo>
                  <a:lnTo>
                    <a:pt x="427285" y="53000"/>
                  </a:lnTo>
                  <a:cubicBezTo>
                    <a:pt x="427471" y="53263"/>
                    <a:pt x="427749" y="53439"/>
                    <a:pt x="428074" y="53527"/>
                  </a:cubicBezTo>
                  <a:cubicBezTo>
                    <a:pt x="428398" y="53571"/>
                    <a:pt x="428723" y="53527"/>
                    <a:pt x="429001" y="53307"/>
                  </a:cubicBezTo>
                  <a:lnTo>
                    <a:pt x="431181" y="51683"/>
                  </a:lnTo>
                  <a:lnTo>
                    <a:pt x="432016" y="51068"/>
                  </a:lnTo>
                  <a:lnTo>
                    <a:pt x="433964" y="49620"/>
                  </a:lnTo>
                  <a:lnTo>
                    <a:pt x="436978" y="49181"/>
                  </a:lnTo>
                  <a:lnTo>
                    <a:pt x="441245" y="51946"/>
                  </a:lnTo>
                  <a:cubicBezTo>
                    <a:pt x="441523" y="52122"/>
                    <a:pt x="441894" y="52210"/>
                    <a:pt x="442219" y="52078"/>
                  </a:cubicBezTo>
                  <a:cubicBezTo>
                    <a:pt x="442543" y="51990"/>
                    <a:pt x="442822" y="51771"/>
                    <a:pt x="442961" y="51463"/>
                  </a:cubicBezTo>
                  <a:lnTo>
                    <a:pt x="444770" y="47556"/>
                  </a:lnTo>
                  <a:lnTo>
                    <a:pt x="447691" y="46854"/>
                  </a:lnTo>
                  <a:cubicBezTo>
                    <a:pt x="448202" y="46722"/>
                    <a:pt x="448572" y="46283"/>
                    <a:pt x="448572" y="45800"/>
                  </a:cubicBezTo>
                  <a:lnTo>
                    <a:pt x="448572" y="43913"/>
                  </a:lnTo>
                  <a:lnTo>
                    <a:pt x="455205" y="44132"/>
                  </a:lnTo>
                  <a:cubicBezTo>
                    <a:pt x="455483" y="44132"/>
                    <a:pt x="455715" y="44044"/>
                    <a:pt x="455946" y="43913"/>
                  </a:cubicBezTo>
                  <a:lnTo>
                    <a:pt x="460306" y="40884"/>
                  </a:lnTo>
                  <a:cubicBezTo>
                    <a:pt x="460584" y="40664"/>
                    <a:pt x="460770" y="40357"/>
                    <a:pt x="460770" y="40006"/>
                  </a:cubicBezTo>
                  <a:lnTo>
                    <a:pt x="460770" y="35484"/>
                  </a:lnTo>
                  <a:lnTo>
                    <a:pt x="472086" y="30128"/>
                  </a:lnTo>
                  <a:lnTo>
                    <a:pt x="478532" y="29601"/>
                  </a:lnTo>
                  <a:cubicBezTo>
                    <a:pt x="478532" y="29601"/>
                    <a:pt x="478810" y="29557"/>
                    <a:pt x="478903" y="29513"/>
                  </a:cubicBezTo>
                  <a:lnTo>
                    <a:pt x="481593" y="28328"/>
                  </a:lnTo>
                  <a:lnTo>
                    <a:pt x="481593" y="32235"/>
                  </a:lnTo>
                  <a:lnTo>
                    <a:pt x="474405" y="35484"/>
                  </a:lnTo>
                  <a:cubicBezTo>
                    <a:pt x="474034" y="35659"/>
                    <a:pt x="473802" y="35967"/>
                    <a:pt x="473755" y="36318"/>
                  </a:cubicBezTo>
                  <a:cubicBezTo>
                    <a:pt x="473709" y="36669"/>
                    <a:pt x="473848" y="37020"/>
                    <a:pt x="474126" y="37284"/>
                  </a:cubicBezTo>
                  <a:lnTo>
                    <a:pt x="498892" y="58839"/>
                  </a:lnTo>
                  <a:lnTo>
                    <a:pt x="531820" y="119860"/>
                  </a:lnTo>
                  <a:cubicBezTo>
                    <a:pt x="532005" y="120167"/>
                    <a:pt x="532330" y="120387"/>
                    <a:pt x="532701" y="120430"/>
                  </a:cubicBezTo>
                  <a:cubicBezTo>
                    <a:pt x="533072" y="120474"/>
                    <a:pt x="533443" y="120343"/>
                    <a:pt x="533721" y="120123"/>
                  </a:cubicBezTo>
                  <a:lnTo>
                    <a:pt x="539797" y="114065"/>
                  </a:lnTo>
                  <a:cubicBezTo>
                    <a:pt x="539797" y="114065"/>
                    <a:pt x="540121" y="113582"/>
                    <a:pt x="540121" y="113319"/>
                  </a:cubicBezTo>
                  <a:lnTo>
                    <a:pt x="540121" y="108929"/>
                  </a:lnTo>
                  <a:lnTo>
                    <a:pt x="540678" y="108929"/>
                  </a:lnTo>
                  <a:cubicBezTo>
                    <a:pt x="541003" y="108929"/>
                    <a:pt x="541327" y="108797"/>
                    <a:pt x="541559" y="108534"/>
                  </a:cubicBezTo>
                  <a:lnTo>
                    <a:pt x="542672" y="107260"/>
                  </a:lnTo>
                  <a:lnTo>
                    <a:pt x="547310" y="107041"/>
                  </a:lnTo>
                  <a:lnTo>
                    <a:pt x="547310" y="113845"/>
                  </a:lnTo>
                  <a:cubicBezTo>
                    <a:pt x="547310" y="114460"/>
                    <a:pt x="547820" y="114943"/>
                    <a:pt x="548469" y="114943"/>
                  </a:cubicBezTo>
                  <a:lnTo>
                    <a:pt x="552226" y="114943"/>
                  </a:lnTo>
                  <a:lnTo>
                    <a:pt x="552226" y="118235"/>
                  </a:lnTo>
                  <a:cubicBezTo>
                    <a:pt x="552226" y="118850"/>
                    <a:pt x="552736" y="119333"/>
                    <a:pt x="553385" y="119333"/>
                  </a:cubicBezTo>
                  <a:lnTo>
                    <a:pt x="557142" y="119333"/>
                  </a:lnTo>
                  <a:cubicBezTo>
                    <a:pt x="557142" y="119333"/>
                    <a:pt x="557420" y="119333"/>
                    <a:pt x="557513" y="119289"/>
                  </a:cubicBezTo>
                  <a:cubicBezTo>
                    <a:pt x="557559" y="119289"/>
                    <a:pt x="562382" y="117753"/>
                    <a:pt x="572353" y="119070"/>
                  </a:cubicBezTo>
                  <a:cubicBezTo>
                    <a:pt x="572910" y="119114"/>
                    <a:pt x="573467" y="118806"/>
                    <a:pt x="573606" y="118323"/>
                  </a:cubicBezTo>
                  <a:lnTo>
                    <a:pt x="575183" y="113494"/>
                  </a:lnTo>
                  <a:lnTo>
                    <a:pt x="577919" y="115338"/>
                  </a:lnTo>
                  <a:cubicBezTo>
                    <a:pt x="578197" y="115514"/>
                    <a:pt x="578522" y="115601"/>
                    <a:pt x="578893" y="115514"/>
                  </a:cubicBezTo>
                  <a:cubicBezTo>
                    <a:pt x="579217" y="115426"/>
                    <a:pt x="579496" y="115206"/>
                    <a:pt x="579635" y="114943"/>
                  </a:cubicBezTo>
                  <a:lnTo>
                    <a:pt x="580748" y="112792"/>
                  </a:lnTo>
                  <a:lnTo>
                    <a:pt x="587148" y="112792"/>
                  </a:lnTo>
                  <a:lnTo>
                    <a:pt x="595542" y="119728"/>
                  </a:lnTo>
                  <a:lnTo>
                    <a:pt x="598928" y="130132"/>
                  </a:lnTo>
                  <a:cubicBezTo>
                    <a:pt x="599020" y="130484"/>
                    <a:pt x="599299" y="130747"/>
                    <a:pt x="599670" y="130835"/>
                  </a:cubicBezTo>
                  <a:lnTo>
                    <a:pt x="610615" y="134215"/>
                  </a:lnTo>
                  <a:lnTo>
                    <a:pt x="613119" y="146463"/>
                  </a:lnTo>
                  <a:cubicBezTo>
                    <a:pt x="613212" y="146990"/>
                    <a:pt x="613722" y="147341"/>
                    <a:pt x="614279" y="147341"/>
                  </a:cubicBezTo>
                  <a:lnTo>
                    <a:pt x="614279" y="147341"/>
                  </a:lnTo>
                  <a:lnTo>
                    <a:pt x="623879" y="147078"/>
                  </a:lnTo>
                  <a:lnTo>
                    <a:pt x="629722" y="149448"/>
                  </a:lnTo>
                  <a:cubicBezTo>
                    <a:pt x="630279" y="149668"/>
                    <a:pt x="630881" y="149448"/>
                    <a:pt x="631206" y="148966"/>
                  </a:cubicBezTo>
                  <a:lnTo>
                    <a:pt x="635148" y="142337"/>
                  </a:lnTo>
                  <a:lnTo>
                    <a:pt x="637050" y="142249"/>
                  </a:lnTo>
                  <a:lnTo>
                    <a:pt x="635055" y="144751"/>
                  </a:lnTo>
                  <a:cubicBezTo>
                    <a:pt x="634824" y="145058"/>
                    <a:pt x="634777" y="145410"/>
                    <a:pt x="634870" y="145761"/>
                  </a:cubicBezTo>
                  <a:cubicBezTo>
                    <a:pt x="635009" y="146112"/>
                    <a:pt x="635287" y="146375"/>
                    <a:pt x="635658" y="146463"/>
                  </a:cubicBezTo>
                  <a:lnTo>
                    <a:pt x="638673" y="147166"/>
                  </a:lnTo>
                  <a:lnTo>
                    <a:pt x="642754" y="153882"/>
                  </a:lnTo>
                  <a:cubicBezTo>
                    <a:pt x="642940" y="154190"/>
                    <a:pt x="643264" y="154365"/>
                    <a:pt x="643589" y="154409"/>
                  </a:cubicBezTo>
                  <a:lnTo>
                    <a:pt x="646650" y="154804"/>
                  </a:lnTo>
                  <a:lnTo>
                    <a:pt x="646650" y="156868"/>
                  </a:lnTo>
                  <a:cubicBezTo>
                    <a:pt x="646650" y="156253"/>
                    <a:pt x="647160" y="155770"/>
                    <a:pt x="647809" y="155770"/>
                  </a:cubicBezTo>
                  <a:lnTo>
                    <a:pt x="648969" y="155770"/>
                  </a:lnTo>
                  <a:lnTo>
                    <a:pt x="648969" y="153839"/>
                  </a:lnTo>
                  <a:cubicBezTo>
                    <a:pt x="648969" y="153312"/>
                    <a:pt x="648551" y="152829"/>
                    <a:pt x="647995" y="152741"/>
                  </a:cubicBezTo>
                  <a:lnTo>
                    <a:pt x="644516" y="152258"/>
                  </a:lnTo>
                  <a:lnTo>
                    <a:pt x="640435" y="145585"/>
                  </a:lnTo>
                  <a:cubicBezTo>
                    <a:pt x="640296" y="145322"/>
                    <a:pt x="640018" y="145146"/>
                    <a:pt x="639693" y="145058"/>
                  </a:cubicBezTo>
                  <a:lnTo>
                    <a:pt x="637931" y="144619"/>
                  </a:lnTo>
                  <a:lnTo>
                    <a:pt x="640343" y="141546"/>
                  </a:lnTo>
                  <a:cubicBezTo>
                    <a:pt x="640621" y="141195"/>
                    <a:pt x="640667" y="140756"/>
                    <a:pt x="640435" y="140361"/>
                  </a:cubicBezTo>
                  <a:cubicBezTo>
                    <a:pt x="640203" y="139966"/>
                    <a:pt x="639786" y="139703"/>
                    <a:pt x="639322" y="139790"/>
                  </a:cubicBezTo>
                  <a:lnTo>
                    <a:pt x="634267" y="140054"/>
                  </a:lnTo>
                  <a:cubicBezTo>
                    <a:pt x="633896" y="140054"/>
                    <a:pt x="633525" y="140273"/>
                    <a:pt x="633340" y="140625"/>
                  </a:cubicBezTo>
                  <a:lnTo>
                    <a:pt x="629629" y="146902"/>
                  </a:lnTo>
                  <a:lnTo>
                    <a:pt x="624482" y="144839"/>
                  </a:lnTo>
                  <a:cubicBezTo>
                    <a:pt x="624482" y="144839"/>
                    <a:pt x="624157" y="144751"/>
                    <a:pt x="623971" y="144751"/>
                  </a:cubicBezTo>
                  <a:lnTo>
                    <a:pt x="615113" y="145015"/>
                  </a:lnTo>
                  <a:lnTo>
                    <a:pt x="612702" y="133030"/>
                  </a:lnTo>
                  <a:cubicBezTo>
                    <a:pt x="612609" y="132635"/>
                    <a:pt x="612331" y="132327"/>
                    <a:pt x="611913" y="132196"/>
                  </a:cubicBezTo>
                  <a:lnTo>
                    <a:pt x="600875" y="128815"/>
                  </a:lnTo>
                  <a:lnTo>
                    <a:pt x="597583" y="118674"/>
                  </a:lnTo>
                  <a:cubicBezTo>
                    <a:pt x="597583" y="118674"/>
                    <a:pt x="597397" y="118323"/>
                    <a:pt x="597212" y="118192"/>
                  </a:cubicBezTo>
                  <a:lnTo>
                    <a:pt x="588215" y="110773"/>
                  </a:lnTo>
                  <a:cubicBezTo>
                    <a:pt x="588215" y="110773"/>
                    <a:pt x="587751" y="110509"/>
                    <a:pt x="587472" y="110509"/>
                  </a:cubicBezTo>
                  <a:lnTo>
                    <a:pt x="579959" y="110509"/>
                  </a:lnTo>
                  <a:cubicBezTo>
                    <a:pt x="579542" y="110509"/>
                    <a:pt x="579125" y="110729"/>
                    <a:pt x="578939" y="111124"/>
                  </a:cubicBezTo>
                  <a:lnTo>
                    <a:pt x="578104" y="112704"/>
                  </a:lnTo>
                  <a:lnTo>
                    <a:pt x="575136" y="110685"/>
                  </a:lnTo>
                  <a:cubicBezTo>
                    <a:pt x="574811" y="110465"/>
                    <a:pt x="574440" y="110421"/>
                    <a:pt x="574069" y="110553"/>
                  </a:cubicBezTo>
                  <a:cubicBezTo>
                    <a:pt x="573698" y="110685"/>
                    <a:pt x="573420" y="110948"/>
                    <a:pt x="573327" y="111255"/>
                  </a:cubicBezTo>
                  <a:lnTo>
                    <a:pt x="571565" y="116655"/>
                  </a:lnTo>
                  <a:cubicBezTo>
                    <a:pt x="562661" y="115601"/>
                    <a:pt x="557884" y="116743"/>
                    <a:pt x="556863" y="117050"/>
                  </a:cubicBezTo>
                  <a:lnTo>
                    <a:pt x="554452" y="117050"/>
                  </a:lnTo>
                  <a:lnTo>
                    <a:pt x="554452" y="113758"/>
                  </a:lnTo>
                  <a:cubicBezTo>
                    <a:pt x="554452" y="113143"/>
                    <a:pt x="553942" y="112660"/>
                    <a:pt x="553292" y="112660"/>
                  </a:cubicBezTo>
                  <a:lnTo>
                    <a:pt x="549536" y="112660"/>
                  </a:lnTo>
                  <a:lnTo>
                    <a:pt x="549536" y="105812"/>
                  </a:lnTo>
                  <a:cubicBezTo>
                    <a:pt x="549536" y="105504"/>
                    <a:pt x="549397" y="105241"/>
                    <a:pt x="549165" y="105022"/>
                  </a:cubicBezTo>
                  <a:cubicBezTo>
                    <a:pt x="548933" y="104802"/>
                    <a:pt x="548655" y="104670"/>
                    <a:pt x="548330" y="104714"/>
                  </a:cubicBezTo>
                  <a:lnTo>
                    <a:pt x="541976" y="104978"/>
                  </a:lnTo>
                  <a:cubicBezTo>
                    <a:pt x="541652" y="104978"/>
                    <a:pt x="541327" y="105153"/>
                    <a:pt x="541142" y="105373"/>
                  </a:cubicBezTo>
                  <a:lnTo>
                    <a:pt x="540029" y="106646"/>
                  </a:lnTo>
                  <a:lnTo>
                    <a:pt x="538823" y="106646"/>
                  </a:lnTo>
                  <a:cubicBezTo>
                    <a:pt x="538173" y="106646"/>
                    <a:pt x="537663" y="107129"/>
                    <a:pt x="537663" y="107743"/>
                  </a:cubicBezTo>
                  <a:lnTo>
                    <a:pt x="537663" y="112792"/>
                  </a:lnTo>
                  <a:lnTo>
                    <a:pt x="533025" y="117401"/>
                  </a:lnTo>
                  <a:lnTo>
                    <a:pt x="500747" y="57609"/>
                  </a:lnTo>
                  <a:cubicBezTo>
                    <a:pt x="500747" y="57609"/>
                    <a:pt x="500608" y="57390"/>
                    <a:pt x="500515" y="57302"/>
                  </a:cubicBezTo>
                  <a:lnTo>
                    <a:pt x="476863" y="36713"/>
                  </a:lnTo>
                  <a:lnTo>
                    <a:pt x="483170" y="33860"/>
                  </a:lnTo>
                  <a:cubicBezTo>
                    <a:pt x="483587" y="33684"/>
                    <a:pt x="483819" y="33289"/>
                    <a:pt x="483819" y="32850"/>
                  </a:cubicBezTo>
                  <a:lnTo>
                    <a:pt x="483819" y="26528"/>
                  </a:lnTo>
                  <a:cubicBezTo>
                    <a:pt x="483819" y="26133"/>
                    <a:pt x="483634" y="25826"/>
                    <a:pt x="483263" y="25606"/>
                  </a:cubicBezTo>
                  <a:cubicBezTo>
                    <a:pt x="482938" y="25387"/>
                    <a:pt x="482521" y="25387"/>
                    <a:pt x="482150" y="25519"/>
                  </a:cubicBezTo>
                  <a:lnTo>
                    <a:pt x="477976" y="27362"/>
                  </a:lnTo>
                  <a:lnTo>
                    <a:pt x="471529" y="27889"/>
                  </a:lnTo>
                  <a:cubicBezTo>
                    <a:pt x="471529" y="27889"/>
                    <a:pt x="471251" y="27933"/>
                    <a:pt x="471112" y="28021"/>
                  </a:cubicBezTo>
                  <a:lnTo>
                    <a:pt x="458961" y="33772"/>
                  </a:lnTo>
                  <a:cubicBezTo>
                    <a:pt x="458590" y="33947"/>
                    <a:pt x="458312" y="34342"/>
                    <a:pt x="458312" y="34738"/>
                  </a:cubicBezTo>
                  <a:lnTo>
                    <a:pt x="458312" y="39391"/>
                  </a:lnTo>
                  <a:lnTo>
                    <a:pt x="454741" y="41849"/>
                  </a:lnTo>
                  <a:lnTo>
                    <a:pt x="447320" y="41586"/>
                  </a:lnTo>
                  <a:cubicBezTo>
                    <a:pt x="447042" y="41586"/>
                    <a:pt x="446717" y="41674"/>
                    <a:pt x="446486" y="41893"/>
                  </a:cubicBezTo>
                  <a:cubicBezTo>
                    <a:pt x="446254" y="42113"/>
                    <a:pt x="446115" y="42376"/>
                    <a:pt x="446115" y="42683"/>
                  </a:cubicBezTo>
                  <a:lnTo>
                    <a:pt x="446115" y="44835"/>
                  </a:lnTo>
                  <a:lnTo>
                    <a:pt x="443517" y="45449"/>
                  </a:lnTo>
                  <a:cubicBezTo>
                    <a:pt x="443146" y="45537"/>
                    <a:pt x="442868" y="45757"/>
                    <a:pt x="442729" y="46064"/>
                  </a:cubicBezTo>
                  <a:lnTo>
                    <a:pt x="441245" y="49225"/>
                  </a:lnTo>
                  <a:lnTo>
                    <a:pt x="437767" y="46942"/>
                  </a:lnTo>
                  <a:cubicBezTo>
                    <a:pt x="437535" y="46766"/>
                    <a:pt x="437210" y="46722"/>
                    <a:pt x="436932" y="46766"/>
                  </a:cubicBezTo>
                  <a:lnTo>
                    <a:pt x="433175" y="47293"/>
                  </a:lnTo>
                  <a:cubicBezTo>
                    <a:pt x="433175" y="47293"/>
                    <a:pt x="432804" y="47381"/>
                    <a:pt x="432619" y="47513"/>
                  </a:cubicBezTo>
                  <a:lnTo>
                    <a:pt x="428445" y="50585"/>
                  </a:lnTo>
                  <a:lnTo>
                    <a:pt x="426265" y="47205"/>
                  </a:lnTo>
                  <a:lnTo>
                    <a:pt x="427888" y="44132"/>
                  </a:lnTo>
                  <a:lnTo>
                    <a:pt x="432294" y="41015"/>
                  </a:lnTo>
                  <a:cubicBezTo>
                    <a:pt x="432294" y="41015"/>
                    <a:pt x="432572" y="40752"/>
                    <a:pt x="432665" y="40532"/>
                  </a:cubicBezTo>
                  <a:lnTo>
                    <a:pt x="434381" y="36406"/>
                  </a:lnTo>
                  <a:cubicBezTo>
                    <a:pt x="434520" y="36055"/>
                    <a:pt x="434474" y="35659"/>
                    <a:pt x="434242" y="35352"/>
                  </a:cubicBezTo>
                  <a:cubicBezTo>
                    <a:pt x="434010" y="35045"/>
                    <a:pt x="433593" y="34869"/>
                    <a:pt x="433222" y="34913"/>
                  </a:cubicBezTo>
                  <a:lnTo>
                    <a:pt x="429743" y="35177"/>
                  </a:lnTo>
                  <a:cubicBezTo>
                    <a:pt x="429372" y="35177"/>
                    <a:pt x="429001" y="35440"/>
                    <a:pt x="428816" y="35747"/>
                  </a:cubicBezTo>
                  <a:lnTo>
                    <a:pt x="427424" y="38206"/>
                  </a:lnTo>
                  <a:lnTo>
                    <a:pt x="424456" y="38206"/>
                  </a:lnTo>
                  <a:lnTo>
                    <a:pt x="422462" y="34913"/>
                  </a:lnTo>
                  <a:cubicBezTo>
                    <a:pt x="422277" y="34562"/>
                    <a:pt x="421859" y="34342"/>
                    <a:pt x="421442" y="34342"/>
                  </a:cubicBezTo>
                  <a:lnTo>
                    <a:pt x="414763" y="34342"/>
                  </a:lnTo>
                  <a:cubicBezTo>
                    <a:pt x="414346" y="34342"/>
                    <a:pt x="413975" y="34562"/>
                    <a:pt x="413743" y="34869"/>
                  </a:cubicBezTo>
                  <a:cubicBezTo>
                    <a:pt x="413558" y="35220"/>
                    <a:pt x="413511" y="35616"/>
                    <a:pt x="413743" y="35967"/>
                  </a:cubicBezTo>
                  <a:lnTo>
                    <a:pt x="415459" y="38820"/>
                  </a:lnTo>
                  <a:lnTo>
                    <a:pt x="413001" y="39962"/>
                  </a:lnTo>
                  <a:lnTo>
                    <a:pt x="413001" y="35440"/>
                  </a:lnTo>
                  <a:cubicBezTo>
                    <a:pt x="413001" y="35177"/>
                    <a:pt x="412908" y="34957"/>
                    <a:pt x="412723" y="34738"/>
                  </a:cubicBezTo>
                  <a:lnTo>
                    <a:pt x="407204" y="28416"/>
                  </a:lnTo>
                  <a:cubicBezTo>
                    <a:pt x="406879" y="28065"/>
                    <a:pt x="406369" y="27933"/>
                    <a:pt x="405906" y="28065"/>
                  </a:cubicBezTo>
                  <a:cubicBezTo>
                    <a:pt x="405442" y="28240"/>
                    <a:pt x="405117" y="28635"/>
                    <a:pt x="405117" y="29118"/>
                  </a:cubicBezTo>
                  <a:lnTo>
                    <a:pt x="405117" y="32543"/>
                  </a:lnTo>
                  <a:lnTo>
                    <a:pt x="402103" y="30172"/>
                  </a:lnTo>
                  <a:cubicBezTo>
                    <a:pt x="401731" y="29909"/>
                    <a:pt x="401268" y="29865"/>
                    <a:pt x="400850" y="30040"/>
                  </a:cubicBezTo>
                  <a:cubicBezTo>
                    <a:pt x="400433" y="30216"/>
                    <a:pt x="400201" y="30611"/>
                    <a:pt x="400201" y="31050"/>
                  </a:cubicBezTo>
                  <a:lnTo>
                    <a:pt x="400201" y="34606"/>
                  </a:lnTo>
                  <a:lnTo>
                    <a:pt x="393523" y="33245"/>
                  </a:lnTo>
                  <a:lnTo>
                    <a:pt x="390879" y="33245"/>
                  </a:lnTo>
                  <a:lnTo>
                    <a:pt x="388978" y="31006"/>
                  </a:lnTo>
                  <a:lnTo>
                    <a:pt x="393708" y="30216"/>
                  </a:lnTo>
                  <a:cubicBezTo>
                    <a:pt x="394079" y="30172"/>
                    <a:pt x="394404" y="29909"/>
                    <a:pt x="394589" y="29557"/>
                  </a:cubicBezTo>
                  <a:cubicBezTo>
                    <a:pt x="394728" y="29206"/>
                    <a:pt x="394728" y="28811"/>
                    <a:pt x="394497" y="28504"/>
                  </a:cubicBezTo>
                  <a:lnTo>
                    <a:pt x="391714" y="24465"/>
                  </a:lnTo>
                  <a:lnTo>
                    <a:pt x="394450" y="20690"/>
                  </a:lnTo>
                  <a:cubicBezTo>
                    <a:pt x="394636" y="20426"/>
                    <a:pt x="394682" y="20119"/>
                    <a:pt x="394636" y="19812"/>
                  </a:cubicBezTo>
                  <a:cubicBezTo>
                    <a:pt x="394543" y="19504"/>
                    <a:pt x="394357" y="19241"/>
                    <a:pt x="394033" y="19109"/>
                  </a:cubicBezTo>
                  <a:lnTo>
                    <a:pt x="389859" y="17002"/>
                  </a:lnTo>
                  <a:lnTo>
                    <a:pt x="391158" y="10373"/>
                  </a:lnTo>
                  <a:cubicBezTo>
                    <a:pt x="391158" y="10154"/>
                    <a:pt x="391158" y="9890"/>
                    <a:pt x="391065" y="9671"/>
                  </a:cubicBezTo>
                  <a:lnTo>
                    <a:pt x="388189" y="4183"/>
                  </a:lnTo>
                  <a:cubicBezTo>
                    <a:pt x="387958" y="3788"/>
                    <a:pt x="387494" y="3525"/>
                    <a:pt x="387030" y="3568"/>
                  </a:cubicBezTo>
                  <a:lnTo>
                    <a:pt x="379517" y="4403"/>
                  </a:lnTo>
                  <a:cubicBezTo>
                    <a:pt x="379239" y="4403"/>
                    <a:pt x="378960" y="4578"/>
                    <a:pt x="378775" y="4798"/>
                  </a:cubicBezTo>
                  <a:lnTo>
                    <a:pt x="376641" y="7212"/>
                  </a:lnTo>
                  <a:lnTo>
                    <a:pt x="372885" y="4095"/>
                  </a:lnTo>
                  <a:cubicBezTo>
                    <a:pt x="372885" y="4095"/>
                    <a:pt x="372607" y="3920"/>
                    <a:pt x="372467" y="3876"/>
                  </a:cubicBezTo>
                  <a:lnTo>
                    <a:pt x="364073" y="1417"/>
                  </a:lnTo>
                  <a:cubicBezTo>
                    <a:pt x="363748" y="1330"/>
                    <a:pt x="363377" y="1373"/>
                    <a:pt x="363099" y="1549"/>
                  </a:cubicBezTo>
                  <a:lnTo>
                    <a:pt x="361430" y="2559"/>
                  </a:lnTo>
                  <a:lnTo>
                    <a:pt x="357719" y="188"/>
                  </a:lnTo>
                  <a:cubicBezTo>
                    <a:pt x="357348" y="-31"/>
                    <a:pt x="356931" y="-75"/>
                    <a:pt x="356514" y="144"/>
                  </a:cubicBezTo>
                  <a:cubicBezTo>
                    <a:pt x="356143" y="320"/>
                    <a:pt x="355911" y="715"/>
                    <a:pt x="355911" y="1110"/>
                  </a:cubicBezTo>
                  <a:lnTo>
                    <a:pt x="355911" y="3042"/>
                  </a:lnTo>
                  <a:lnTo>
                    <a:pt x="352154" y="978"/>
                  </a:lnTo>
                  <a:cubicBezTo>
                    <a:pt x="351783" y="803"/>
                    <a:pt x="351366" y="803"/>
                    <a:pt x="350995" y="978"/>
                  </a:cubicBezTo>
                  <a:cubicBezTo>
                    <a:pt x="350624" y="1154"/>
                    <a:pt x="350438" y="1549"/>
                    <a:pt x="350438" y="1944"/>
                  </a:cubicBezTo>
                  <a:lnTo>
                    <a:pt x="350438" y="5500"/>
                  </a:lnTo>
                  <a:lnTo>
                    <a:pt x="343482" y="5500"/>
                  </a:lnTo>
                  <a:cubicBezTo>
                    <a:pt x="342925" y="5500"/>
                    <a:pt x="342461" y="5851"/>
                    <a:pt x="342322" y="6378"/>
                  </a:cubicBezTo>
                  <a:cubicBezTo>
                    <a:pt x="342229" y="6905"/>
                    <a:pt x="342508" y="7388"/>
                    <a:pt x="343018" y="7607"/>
                  </a:cubicBezTo>
                  <a:cubicBezTo>
                    <a:pt x="343760" y="7915"/>
                    <a:pt x="343992" y="8310"/>
                    <a:pt x="344038" y="8617"/>
                  </a:cubicBezTo>
                  <a:cubicBezTo>
                    <a:pt x="344363" y="9714"/>
                    <a:pt x="343435" y="11471"/>
                    <a:pt x="342832" y="12392"/>
                  </a:cubicBezTo>
                  <a:lnTo>
                    <a:pt x="337963" y="12392"/>
                  </a:lnTo>
                  <a:cubicBezTo>
                    <a:pt x="337592" y="12392"/>
                    <a:pt x="337221" y="12568"/>
                    <a:pt x="336989" y="12875"/>
                  </a:cubicBezTo>
                  <a:lnTo>
                    <a:pt x="334624" y="16080"/>
                  </a:lnTo>
                  <a:lnTo>
                    <a:pt x="313522" y="20558"/>
                  </a:lnTo>
                  <a:lnTo>
                    <a:pt x="310136" y="18582"/>
                  </a:lnTo>
                  <a:cubicBezTo>
                    <a:pt x="309858" y="18451"/>
                    <a:pt x="309533" y="18363"/>
                    <a:pt x="309255" y="18451"/>
                  </a:cubicBezTo>
                  <a:cubicBezTo>
                    <a:pt x="308931" y="18538"/>
                    <a:pt x="308699" y="18714"/>
                    <a:pt x="308513" y="18977"/>
                  </a:cubicBezTo>
                  <a:lnTo>
                    <a:pt x="306658" y="22094"/>
                  </a:lnTo>
                  <a:lnTo>
                    <a:pt x="302299" y="20953"/>
                  </a:lnTo>
                  <a:cubicBezTo>
                    <a:pt x="301927" y="20865"/>
                    <a:pt x="301510" y="20953"/>
                    <a:pt x="301232" y="21172"/>
                  </a:cubicBezTo>
                  <a:lnTo>
                    <a:pt x="296873" y="24728"/>
                  </a:lnTo>
                  <a:cubicBezTo>
                    <a:pt x="296641" y="24948"/>
                    <a:pt x="296455" y="25255"/>
                    <a:pt x="296455" y="25562"/>
                  </a:cubicBezTo>
                  <a:lnTo>
                    <a:pt x="296455" y="28021"/>
                  </a:lnTo>
                  <a:lnTo>
                    <a:pt x="292420" y="25738"/>
                  </a:lnTo>
                  <a:cubicBezTo>
                    <a:pt x="292096" y="25562"/>
                    <a:pt x="291771" y="25519"/>
                    <a:pt x="291400" y="25650"/>
                  </a:cubicBezTo>
                  <a:lnTo>
                    <a:pt x="278925" y="30040"/>
                  </a:lnTo>
                  <a:cubicBezTo>
                    <a:pt x="278600" y="30172"/>
                    <a:pt x="278368" y="30392"/>
                    <a:pt x="278229" y="30699"/>
                  </a:cubicBezTo>
                  <a:lnTo>
                    <a:pt x="277116" y="33508"/>
                  </a:lnTo>
                  <a:lnTo>
                    <a:pt x="273730" y="30304"/>
                  </a:lnTo>
                  <a:cubicBezTo>
                    <a:pt x="273452" y="30040"/>
                    <a:pt x="272988" y="29909"/>
                    <a:pt x="272617" y="29996"/>
                  </a:cubicBezTo>
                  <a:lnTo>
                    <a:pt x="264501" y="31928"/>
                  </a:lnTo>
                  <a:cubicBezTo>
                    <a:pt x="264177" y="32016"/>
                    <a:pt x="263898" y="32235"/>
                    <a:pt x="263759" y="32499"/>
                  </a:cubicBezTo>
                  <a:lnTo>
                    <a:pt x="262321" y="35177"/>
                  </a:lnTo>
                  <a:lnTo>
                    <a:pt x="257220" y="35177"/>
                  </a:lnTo>
                  <a:cubicBezTo>
                    <a:pt x="256710" y="35177"/>
                    <a:pt x="256246" y="35484"/>
                    <a:pt x="256107" y="35967"/>
                  </a:cubicBezTo>
                  <a:lnTo>
                    <a:pt x="255272" y="38513"/>
                  </a:lnTo>
                  <a:lnTo>
                    <a:pt x="253742" y="36933"/>
                  </a:lnTo>
                  <a:cubicBezTo>
                    <a:pt x="253742" y="36933"/>
                    <a:pt x="253417" y="36669"/>
                    <a:pt x="253231" y="36625"/>
                  </a:cubicBezTo>
                  <a:lnTo>
                    <a:pt x="248315" y="35264"/>
                  </a:lnTo>
                  <a:cubicBezTo>
                    <a:pt x="247759" y="35089"/>
                    <a:pt x="247110" y="35396"/>
                    <a:pt x="246924" y="35923"/>
                  </a:cubicBezTo>
                  <a:lnTo>
                    <a:pt x="245858" y="38513"/>
                  </a:lnTo>
                  <a:lnTo>
                    <a:pt x="242565" y="37459"/>
                  </a:lnTo>
                  <a:cubicBezTo>
                    <a:pt x="242240" y="37372"/>
                    <a:pt x="241915" y="37415"/>
                    <a:pt x="241591" y="37547"/>
                  </a:cubicBezTo>
                  <a:lnTo>
                    <a:pt x="240895" y="37942"/>
                  </a:lnTo>
                  <a:lnTo>
                    <a:pt x="238066" y="35484"/>
                  </a:lnTo>
                  <a:cubicBezTo>
                    <a:pt x="237695" y="35133"/>
                    <a:pt x="237139" y="35089"/>
                    <a:pt x="236675" y="35352"/>
                  </a:cubicBezTo>
                  <a:lnTo>
                    <a:pt x="231480" y="38381"/>
                  </a:lnTo>
                  <a:cubicBezTo>
                    <a:pt x="231063" y="38645"/>
                    <a:pt x="230831" y="39128"/>
                    <a:pt x="230970" y="39567"/>
                  </a:cubicBezTo>
                  <a:lnTo>
                    <a:pt x="231666" y="42244"/>
                  </a:lnTo>
                  <a:lnTo>
                    <a:pt x="227492" y="46195"/>
                  </a:lnTo>
                  <a:cubicBezTo>
                    <a:pt x="227214" y="46459"/>
                    <a:pt x="227075" y="46854"/>
                    <a:pt x="227167" y="47249"/>
                  </a:cubicBezTo>
                  <a:cubicBezTo>
                    <a:pt x="227260" y="47644"/>
                    <a:pt x="227585" y="47908"/>
                    <a:pt x="227956" y="48039"/>
                  </a:cubicBezTo>
                  <a:lnTo>
                    <a:pt x="234866" y="49883"/>
                  </a:lnTo>
                  <a:lnTo>
                    <a:pt x="232918" y="50278"/>
                  </a:lnTo>
                  <a:cubicBezTo>
                    <a:pt x="232315" y="50410"/>
                    <a:pt x="231944" y="50981"/>
                    <a:pt x="232037" y="51551"/>
                  </a:cubicBezTo>
                  <a:lnTo>
                    <a:pt x="232918" y="56205"/>
                  </a:lnTo>
                  <a:cubicBezTo>
                    <a:pt x="233011" y="56775"/>
                    <a:pt x="233567" y="57170"/>
                    <a:pt x="234124" y="57127"/>
                  </a:cubicBezTo>
                  <a:cubicBezTo>
                    <a:pt x="240014" y="56775"/>
                    <a:pt x="244791" y="59848"/>
                    <a:pt x="247156" y="61824"/>
                  </a:cubicBezTo>
                  <a:lnTo>
                    <a:pt x="230692" y="63755"/>
                  </a:lnTo>
                  <a:cubicBezTo>
                    <a:pt x="230414" y="63755"/>
                    <a:pt x="230136" y="63931"/>
                    <a:pt x="229950" y="64107"/>
                  </a:cubicBezTo>
                  <a:lnTo>
                    <a:pt x="225591" y="68760"/>
                  </a:lnTo>
                  <a:cubicBezTo>
                    <a:pt x="225266" y="69111"/>
                    <a:pt x="225220" y="69682"/>
                    <a:pt x="225498" y="70077"/>
                  </a:cubicBezTo>
                  <a:cubicBezTo>
                    <a:pt x="226564" y="71701"/>
                    <a:pt x="229440" y="76487"/>
                    <a:pt x="229672" y="79164"/>
                  </a:cubicBezTo>
                  <a:cubicBezTo>
                    <a:pt x="229811" y="80657"/>
                    <a:pt x="222159" y="84871"/>
                    <a:pt x="213301" y="88208"/>
                  </a:cubicBezTo>
                  <a:cubicBezTo>
                    <a:pt x="212883" y="88383"/>
                    <a:pt x="212605" y="88735"/>
                    <a:pt x="212559" y="89174"/>
                  </a:cubicBezTo>
                  <a:cubicBezTo>
                    <a:pt x="212559" y="89613"/>
                    <a:pt x="212791" y="90008"/>
                    <a:pt x="213162" y="90183"/>
                  </a:cubicBezTo>
                  <a:lnTo>
                    <a:pt x="221092" y="94047"/>
                  </a:lnTo>
                  <a:lnTo>
                    <a:pt x="221834" y="97120"/>
                  </a:lnTo>
                  <a:cubicBezTo>
                    <a:pt x="221973" y="97646"/>
                    <a:pt x="222437" y="98085"/>
                    <a:pt x="222994" y="97954"/>
                  </a:cubicBezTo>
                  <a:lnTo>
                    <a:pt x="228141" y="97734"/>
                  </a:lnTo>
                  <a:lnTo>
                    <a:pt x="229069" y="101246"/>
                  </a:lnTo>
                  <a:cubicBezTo>
                    <a:pt x="229208" y="101773"/>
                    <a:pt x="229764" y="102124"/>
                    <a:pt x="230321" y="102080"/>
                  </a:cubicBezTo>
                  <a:lnTo>
                    <a:pt x="237231" y="101334"/>
                  </a:lnTo>
                  <a:lnTo>
                    <a:pt x="240478" y="105285"/>
                  </a:lnTo>
                  <a:lnTo>
                    <a:pt x="239133" y="105373"/>
                  </a:lnTo>
                  <a:cubicBezTo>
                    <a:pt x="238623" y="105373"/>
                    <a:pt x="238159" y="105768"/>
                    <a:pt x="238066" y="106295"/>
                  </a:cubicBezTo>
                  <a:lnTo>
                    <a:pt x="236165" y="116567"/>
                  </a:lnTo>
                  <a:lnTo>
                    <a:pt x="220860" y="120079"/>
                  </a:lnTo>
                  <a:lnTo>
                    <a:pt x="217243" y="115206"/>
                  </a:lnTo>
                  <a:cubicBezTo>
                    <a:pt x="217011" y="114899"/>
                    <a:pt x="216640" y="114724"/>
                    <a:pt x="216222" y="114724"/>
                  </a:cubicBezTo>
                  <a:cubicBezTo>
                    <a:pt x="215805" y="114724"/>
                    <a:pt x="215480" y="114987"/>
                    <a:pt x="215248" y="115294"/>
                  </a:cubicBezTo>
                  <a:lnTo>
                    <a:pt x="211492" y="122099"/>
                  </a:lnTo>
                  <a:lnTo>
                    <a:pt x="208153" y="122099"/>
                  </a:lnTo>
                  <a:lnTo>
                    <a:pt x="208153" y="120430"/>
                  </a:lnTo>
                  <a:cubicBezTo>
                    <a:pt x="208153" y="119948"/>
                    <a:pt x="207828" y="119509"/>
                    <a:pt x="207364" y="119377"/>
                  </a:cubicBezTo>
                  <a:lnTo>
                    <a:pt x="195167" y="115689"/>
                  </a:lnTo>
                  <a:lnTo>
                    <a:pt x="193637" y="111563"/>
                  </a:lnTo>
                  <a:cubicBezTo>
                    <a:pt x="193637" y="111563"/>
                    <a:pt x="193497" y="111255"/>
                    <a:pt x="193358" y="111168"/>
                  </a:cubicBezTo>
                  <a:lnTo>
                    <a:pt x="188999" y="107041"/>
                  </a:lnTo>
                  <a:cubicBezTo>
                    <a:pt x="188628" y="106690"/>
                    <a:pt x="188118" y="106646"/>
                    <a:pt x="187654" y="106821"/>
                  </a:cubicBezTo>
                  <a:lnTo>
                    <a:pt x="183898" y="108578"/>
                  </a:lnTo>
                  <a:lnTo>
                    <a:pt x="179631" y="108051"/>
                  </a:lnTo>
                  <a:cubicBezTo>
                    <a:pt x="179306" y="108051"/>
                    <a:pt x="178982" y="108095"/>
                    <a:pt x="178703" y="108314"/>
                  </a:cubicBezTo>
                  <a:cubicBezTo>
                    <a:pt x="178471" y="108534"/>
                    <a:pt x="178332" y="108841"/>
                    <a:pt x="178332" y="109148"/>
                  </a:cubicBezTo>
                  <a:lnTo>
                    <a:pt x="178332" y="113406"/>
                  </a:lnTo>
                  <a:lnTo>
                    <a:pt x="175874" y="113758"/>
                  </a:lnTo>
                  <a:lnTo>
                    <a:pt x="171654" y="109280"/>
                  </a:lnTo>
                  <a:cubicBezTo>
                    <a:pt x="171468" y="109060"/>
                    <a:pt x="171144" y="108929"/>
                    <a:pt x="170866" y="108929"/>
                  </a:cubicBezTo>
                  <a:lnTo>
                    <a:pt x="164512" y="108665"/>
                  </a:lnTo>
                  <a:cubicBezTo>
                    <a:pt x="164094" y="108665"/>
                    <a:pt x="163677" y="108841"/>
                    <a:pt x="163445" y="109236"/>
                  </a:cubicBezTo>
                  <a:lnTo>
                    <a:pt x="162286" y="111168"/>
                  </a:lnTo>
                  <a:lnTo>
                    <a:pt x="161173" y="108797"/>
                  </a:lnTo>
                  <a:cubicBezTo>
                    <a:pt x="160987" y="108446"/>
                    <a:pt x="160663" y="108182"/>
                    <a:pt x="160245" y="108139"/>
                  </a:cubicBezTo>
                  <a:cubicBezTo>
                    <a:pt x="159828" y="108139"/>
                    <a:pt x="159410" y="108270"/>
                    <a:pt x="159178" y="108578"/>
                  </a:cubicBezTo>
                  <a:lnTo>
                    <a:pt x="156117" y="112441"/>
                  </a:lnTo>
                  <a:lnTo>
                    <a:pt x="152732" y="112002"/>
                  </a:lnTo>
                  <a:cubicBezTo>
                    <a:pt x="152361" y="111958"/>
                    <a:pt x="151944" y="112089"/>
                    <a:pt x="151712" y="112353"/>
                  </a:cubicBezTo>
                  <a:cubicBezTo>
                    <a:pt x="151433" y="112616"/>
                    <a:pt x="151341" y="113011"/>
                    <a:pt x="151480" y="113363"/>
                  </a:cubicBezTo>
                  <a:lnTo>
                    <a:pt x="152964" y="118499"/>
                  </a:lnTo>
                  <a:lnTo>
                    <a:pt x="146285" y="121221"/>
                  </a:lnTo>
                  <a:lnTo>
                    <a:pt x="138401" y="117138"/>
                  </a:lnTo>
                  <a:lnTo>
                    <a:pt x="138401" y="113670"/>
                  </a:lnTo>
                  <a:cubicBezTo>
                    <a:pt x="138401" y="113143"/>
                    <a:pt x="138030" y="112704"/>
                    <a:pt x="137474" y="112572"/>
                  </a:cubicBezTo>
                  <a:lnTo>
                    <a:pt x="127642" y="110641"/>
                  </a:lnTo>
                  <a:cubicBezTo>
                    <a:pt x="127132" y="110553"/>
                    <a:pt x="126621" y="110773"/>
                    <a:pt x="126390" y="111211"/>
                  </a:cubicBezTo>
                  <a:cubicBezTo>
                    <a:pt x="126158" y="111650"/>
                    <a:pt x="126204" y="112177"/>
                    <a:pt x="126575" y="112529"/>
                  </a:cubicBezTo>
                  <a:lnTo>
                    <a:pt x="129590" y="115382"/>
                  </a:lnTo>
                  <a:lnTo>
                    <a:pt x="131306" y="120079"/>
                  </a:lnTo>
                  <a:lnTo>
                    <a:pt x="129311" y="122625"/>
                  </a:lnTo>
                  <a:lnTo>
                    <a:pt x="127688" y="120913"/>
                  </a:lnTo>
                  <a:lnTo>
                    <a:pt x="127688" y="115294"/>
                  </a:lnTo>
                  <a:cubicBezTo>
                    <a:pt x="127688" y="115031"/>
                    <a:pt x="127596" y="114767"/>
                    <a:pt x="127410" y="114592"/>
                  </a:cubicBezTo>
                  <a:lnTo>
                    <a:pt x="120175" y="106646"/>
                  </a:lnTo>
                  <a:cubicBezTo>
                    <a:pt x="119943" y="106383"/>
                    <a:pt x="119618" y="106251"/>
                    <a:pt x="119294" y="106251"/>
                  </a:cubicBezTo>
                  <a:lnTo>
                    <a:pt x="115259" y="106251"/>
                  </a:lnTo>
                  <a:lnTo>
                    <a:pt x="110668" y="99622"/>
                  </a:lnTo>
                  <a:cubicBezTo>
                    <a:pt x="110482" y="99358"/>
                    <a:pt x="110158" y="99139"/>
                    <a:pt x="109787" y="99139"/>
                  </a:cubicBezTo>
                  <a:lnTo>
                    <a:pt x="102552" y="98612"/>
                  </a:lnTo>
                  <a:cubicBezTo>
                    <a:pt x="102552" y="98612"/>
                    <a:pt x="102227" y="98612"/>
                    <a:pt x="102042" y="98700"/>
                  </a:cubicBezTo>
                  <a:lnTo>
                    <a:pt x="96940" y="100544"/>
                  </a:lnTo>
                  <a:lnTo>
                    <a:pt x="93044" y="92949"/>
                  </a:lnTo>
                  <a:cubicBezTo>
                    <a:pt x="92859" y="92598"/>
                    <a:pt x="92488" y="92378"/>
                    <a:pt x="92070" y="92334"/>
                  </a:cubicBezTo>
                  <a:cubicBezTo>
                    <a:pt x="91700" y="92334"/>
                    <a:pt x="91282" y="92466"/>
                    <a:pt x="91050" y="92817"/>
                  </a:cubicBezTo>
                  <a:lnTo>
                    <a:pt x="89427" y="95012"/>
                  </a:lnTo>
                  <a:lnTo>
                    <a:pt x="85763" y="94573"/>
                  </a:lnTo>
                  <a:cubicBezTo>
                    <a:pt x="85160" y="94486"/>
                    <a:pt x="84650" y="94837"/>
                    <a:pt x="84511" y="95364"/>
                  </a:cubicBezTo>
                  <a:lnTo>
                    <a:pt x="83166" y="99534"/>
                  </a:lnTo>
                  <a:lnTo>
                    <a:pt x="81218" y="98524"/>
                  </a:lnTo>
                  <a:cubicBezTo>
                    <a:pt x="80754" y="98261"/>
                    <a:pt x="80151" y="98393"/>
                    <a:pt x="79827" y="98744"/>
                  </a:cubicBezTo>
                  <a:lnTo>
                    <a:pt x="78343" y="100236"/>
                  </a:lnTo>
                  <a:lnTo>
                    <a:pt x="78343" y="96461"/>
                  </a:lnTo>
                  <a:cubicBezTo>
                    <a:pt x="78343" y="95978"/>
                    <a:pt x="78018" y="95583"/>
                    <a:pt x="77554" y="95408"/>
                  </a:cubicBezTo>
                  <a:lnTo>
                    <a:pt x="68279" y="92378"/>
                  </a:lnTo>
                  <a:cubicBezTo>
                    <a:pt x="67908" y="92247"/>
                    <a:pt x="67537" y="92334"/>
                    <a:pt x="67212" y="92510"/>
                  </a:cubicBezTo>
                  <a:cubicBezTo>
                    <a:pt x="66888" y="92730"/>
                    <a:pt x="66749" y="93037"/>
                    <a:pt x="66749" y="93388"/>
                  </a:cubicBezTo>
                  <a:lnTo>
                    <a:pt x="66749" y="96329"/>
                  </a:lnTo>
                  <a:lnTo>
                    <a:pt x="65728" y="95539"/>
                  </a:lnTo>
                  <a:cubicBezTo>
                    <a:pt x="65450" y="95320"/>
                    <a:pt x="65033" y="95232"/>
                    <a:pt x="64708" y="95364"/>
                  </a:cubicBezTo>
                  <a:cubicBezTo>
                    <a:pt x="64337" y="95451"/>
                    <a:pt x="64059" y="95715"/>
                    <a:pt x="63919" y="96066"/>
                  </a:cubicBezTo>
                  <a:lnTo>
                    <a:pt x="60859" y="104188"/>
                  </a:lnTo>
                  <a:lnTo>
                    <a:pt x="52511" y="108534"/>
                  </a:lnTo>
                  <a:lnTo>
                    <a:pt x="48151" y="108534"/>
                  </a:lnTo>
                  <a:cubicBezTo>
                    <a:pt x="47502" y="108534"/>
                    <a:pt x="46992" y="109016"/>
                    <a:pt x="46992" y="109631"/>
                  </a:cubicBezTo>
                  <a:lnTo>
                    <a:pt x="46992" y="115338"/>
                  </a:lnTo>
                  <a:lnTo>
                    <a:pt x="37392" y="121221"/>
                  </a:lnTo>
                  <a:lnTo>
                    <a:pt x="33960" y="119377"/>
                  </a:lnTo>
                  <a:cubicBezTo>
                    <a:pt x="33589" y="119157"/>
                    <a:pt x="33125" y="119201"/>
                    <a:pt x="32754" y="119421"/>
                  </a:cubicBezTo>
                  <a:cubicBezTo>
                    <a:pt x="32383" y="119640"/>
                    <a:pt x="32197" y="120079"/>
                    <a:pt x="32244" y="120474"/>
                  </a:cubicBezTo>
                  <a:lnTo>
                    <a:pt x="34006" y="132547"/>
                  </a:lnTo>
                  <a:cubicBezTo>
                    <a:pt x="34006" y="132547"/>
                    <a:pt x="34099" y="132942"/>
                    <a:pt x="34238" y="133074"/>
                  </a:cubicBezTo>
                  <a:lnTo>
                    <a:pt x="35629" y="134786"/>
                  </a:lnTo>
                  <a:lnTo>
                    <a:pt x="30713" y="139527"/>
                  </a:lnTo>
                  <a:lnTo>
                    <a:pt x="20464" y="123899"/>
                  </a:lnTo>
                  <a:cubicBezTo>
                    <a:pt x="20278" y="123635"/>
                    <a:pt x="20047" y="123460"/>
                    <a:pt x="19722" y="123416"/>
                  </a:cubicBezTo>
                  <a:cubicBezTo>
                    <a:pt x="19397" y="123372"/>
                    <a:pt x="19119" y="123416"/>
                    <a:pt x="18841" y="123547"/>
                  </a:cubicBezTo>
                  <a:lnTo>
                    <a:pt x="13044" y="127103"/>
                  </a:lnTo>
                  <a:cubicBezTo>
                    <a:pt x="12580" y="127411"/>
                    <a:pt x="12394" y="127937"/>
                    <a:pt x="12626" y="128420"/>
                  </a:cubicBezTo>
                  <a:cubicBezTo>
                    <a:pt x="13647" y="130747"/>
                    <a:pt x="13693" y="132679"/>
                    <a:pt x="12765" y="134215"/>
                  </a:cubicBezTo>
                  <a:cubicBezTo>
                    <a:pt x="11003" y="137156"/>
                    <a:pt x="6319" y="137903"/>
                    <a:pt x="6272" y="137903"/>
                  </a:cubicBezTo>
                  <a:cubicBezTo>
                    <a:pt x="5716" y="137991"/>
                    <a:pt x="5299" y="138430"/>
                    <a:pt x="5299" y="138956"/>
                  </a:cubicBezTo>
                  <a:lnTo>
                    <a:pt x="5020" y="152126"/>
                  </a:lnTo>
                  <a:cubicBezTo>
                    <a:pt x="5020" y="152390"/>
                    <a:pt x="5113" y="152697"/>
                    <a:pt x="5345" y="152873"/>
                  </a:cubicBezTo>
                  <a:lnTo>
                    <a:pt x="7710" y="155375"/>
                  </a:lnTo>
                  <a:lnTo>
                    <a:pt x="104" y="171442"/>
                  </a:lnTo>
                  <a:cubicBezTo>
                    <a:pt x="-35" y="171706"/>
                    <a:pt x="-35" y="172057"/>
                    <a:pt x="104" y="172320"/>
                  </a:cubicBezTo>
                  <a:cubicBezTo>
                    <a:pt x="243" y="172584"/>
                    <a:pt x="475" y="172803"/>
                    <a:pt x="800" y="172935"/>
                  </a:cubicBezTo>
                  <a:lnTo>
                    <a:pt x="9890" y="176052"/>
                  </a:lnTo>
                  <a:lnTo>
                    <a:pt x="10678" y="178905"/>
                  </a:lnTo>
                  <a:lnTo>
                    <a:pt x="8128" y="180661"/>
                  </a:lnTo>
                  <a:cubicBezTo>
                    <a:pt x="7896" y="180837"/>
                    <a:pt x="7710" y="181100"/>
                    <a:pt x="7664" y="181364"/>
                  </a:cubicBezTo>
                  <a:cubicBezTo>
                    <a:pt x="7664" y="181671"/>
                    <a:pt x="7664" y="181935"/>
                    <a:pt x="7896" y="182198"/>
                  </a:cubicBezTo>
                  <a:lnTo>
                    <a:pt x="14249" y="190451"/>
                  </a:lnTo>
                  <a:cubicBezTo>
                    <a:pt x="14528" y="190846"/>
                    <a:pt x="15038" y="190978"/>
                    <a:pt x="15548" y="190846"/>
                  </a:cubicBezTo>
                  <a:cubicBezTo>
                    <a:pt x="16012" y="190715"/>
                    <a:pt x="16336" y="190276"/>
                    <a:pt x="16336" y="189793"/>
                  </a:cubicBezTo>
                  <a:lnTo>
                    <a:pt x="16336" y="186281"/>
                  </a:lnTo>
                  <a:lnTo>
                    <a:pt x="26354" y="188827"/>
                  </a:lnTo>
                  <a:lnTo>
                    <a:pt x="40267" y="207001"/>
                  </a:lnTo>
                  <a:lnTo>
                    <a:pt x="39479" y="209153"/>
                  </a:lnTo>
                  <a:lnTo>
                    <a:pt x="32476" y="208187"/>
                  </a:lnTo>
                  <a:cubicBezTo>
                    <a:pt x="32151" y="208187"/>
                    <a:pt x="31780" y="208231"/>
                    <a:pt x="31548" y="208450"/>
                  </a:cubicBezTo>
                  <a:cubicBezTo>
                    <a:pt x="31270" y="208670"/>
                    <a:pt x="31131" y="208977"/>
                    <a:pt x="31131" y="209284"/>
                  </a:cubicBezTo>
                  <a:lnTo>
                    <a:pt x="31131" y="212577"/>
                  </a:lnTo>
                  <a:cubicBezTo>
                    <a:pt x="31131" y="212972"/>
                    <a:pt x="31316" y="213323"/>
                    <a:pt x="31687" y="213499"/>
                  </a:cubicBezTo>
                  <a:lnTo>
                    <a:pt x="41426" y="219206"/>
                  </a:lnTo>
                  <a:lnTo>
                    <a:pt x="47595" y="222849"/>
                  </a:lnTo>
                  <a:cubicBezTo>
                    <a:pt x="47595" y="222849"/>
                    <a:pt x="48012" y="223025"/>
                    <a:pt x="48198" y="22302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3" name="Freeform: Shape 2582">
              <a:extLst>
                <a:ext uri="{FF2B5EF4-FFF2-40B4-BE49-F238E27FC236}">
                  <a16:creationId xmlns:a16="http://schemas.microsoft.com/office/drawing/2014/main" id="{8796CC5A-F3C1-49AD-01E8-F8CE111D636B}"/>
                </a:ext>
              </a:extLst>
            </p:cNvPr>
            <p:cNvSpPr>
              <a:spLocks/>
            </p:cNvSpPr>
            <p:nvPr/>
          </p:nvSpPr>
          <p:spPr>
            <a:xfrm>
              <a:off x="7123203" y="3377306"/>
              <a:ext cx="68" cy="393"/>
            </a:xfrm>
            <a:custGeom>
              <a:avLst/>
              <a:gdLst>
                <a:gd name="connsiteX0" fmla="*/ 0 w 46"/>
                <a:gd name="connsiteY0" fmla="*/ 0 h 263"/>
                <a:gd name="connsiteX1" fmla="*/ 46 w 46"/>
                <a:gd name="connsiteY1" fmla="*/ 263 h 263"/>
                <a:gd name="connsiteX2" fmla="*/ 46 w 46"/>
                <a:gd name="connsiteY2" fmla="*/ 132 h 263"/>
                <a:gd name="connsiteX3" fmla="*/ 0 w 46"/>
                <a:gd name="connsiteY3" fmla="*/ 0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" h="263">
                  <a:moveTo>
                    <a:pt x="0" y="0"/>
                  </a:moveTo>
                  <a:cubicBezTo>
                    <a:pt x="0" y="0"/>
                    <a:pt x="0" y="176"/>
                    <a:pt x="46" y="263"/>
                  </a:cubicBezTo>
                  <a:cubicBezTo>
                    <a:pt x="46" y="263"/>
                    <a:pt x="46" y="176"/>
                    <a:pt x="46" y="132"/>
                  </a:cubicBezTo>
                  <a:cubicBezTo>
                    <a:pt x="46" y="88"/>
                    <a:pt x="0" y="44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4" name="Freeform: Shape 2583">
              <a:extLst>
                <a:ext uri="{FF2B5EF4-FFF2-40B4-BE49-F238E27FC236}">
                  <a16:creationId xmlns:a16="http://schemas.microsoft.com/office/drawing/2014/main" id="{CCE32F02-5A94-3BBA-05B8-E829B23B21EC}"/>
                </a:ext>
              </a:extLst>
            </p:cNvPr>
            <p:cNvSpPr>
              <a:spLocks/>
            </p:cNvSpPr>
            <p:nvPr/>
          </p:nvSpPr>
          <p:spPr>
            <a:xfrm>
              <a:off x="7113499" y="3221175"/>
              <a:ext cx="34762" cy="155410"/>
            </a:xfrm>
            <a:custGeom>
              <a:avLst/>
              <a:gdLst>
                <a:gd name="connsiteX0" fmla="*/ 6872 w 23289"/>
                <a:gd name="connsiteY0" fmla="*/ 103724 h 104118"/>
                <a:gd name="connsiteX1" fmla="*/ 7011 w 23289"/>
                <a:gd name="connsiteY1" fmla="*/ 103680 h 104118"/>
                <a:gd name="connsiteX2" fmla="*/ 7382 w 23289"/>
                <a:gd name="connsiteY2" fmla="*/ 103548 h 104118"/>
                <a:gd name="connsiteX3" fmla="*/ 7845 w 23289"/>
                <a:gd name="connsiteY3" fmla="*/ 103548 h 104118"/>
                <a:gd name="connsiteX4" fmla="*/ 7985 w 23289"/>
                <a:gd name="connsiteY4" fmla="*/ 103548 h 104118"/>
                <a:gd name="connsiteX5" fmla="*/ 9469 w 23289"/>
                <a:gd name="connsiteY5" fmla="*/ 103987 h 104118"/>
                <a:gd name="connsiteX6" fmla="*/ 23057 w 23289"/>
                <a:gd name="connsiteY6" fmla="*/ 85812 h 104118"/>
                <a:gd name="connsiteX7" fmla="*/ 23289 w 23289"/>
                <a:gd name="connsiteY7" fmla="*/ 85198 h 104118"/>
                <a:gd name="connsiteX8" fmla="*/ 23289 w 23289"/>
                <a:gd name="connsiteY8" fmla="*/ 76681 h 104118"/>
                <a:gd name="connsiteX9" fmla="*/ 22130 w 23289"/>
                <a:gd name="connsiteY9" fmla="*/ 75584 h 104118"/>
                <a:gd name="connsiteX10" fmla="*/ 8309 w 23289"/>
                <a:gd name="connsiteY10" fmla="*/ 75584 h 104118"/>
                <a:gd name="connsiteX11" fmla="*/ 9608 w 23289"/>
                <a:gd name="connsiteY11" fmla="*/ 61140 h 104118"/>
                <a:gd name="connsiteX12" fmla="*/ 9561 w 23289"/>
                <a:gd name="connsiteY12" fmla="*/ 60658 h 104118"/>
                <a:gd name="connsiteX13" fmla="*/ 4042 w 23289"/>
                <a:gd name="connsiteY13" fmla="*/ 45951 h 104118"/>
                <a:gd name="connsiteX14" fmla="*/ 9237 w 23289"/>
                <a:gd name="connsiteY14" fmla="*/ 41210 h 104118"/>
                <a:gd name="connsiteX15" fmla="*/ 9561 w 23289"/>
                <a:gd name="connsiteY15" fmla="*/ 40244 h 104118"/>
                <a:gd name="connsiteX16" fmla="*/ 8958 w 23289"/>
                <a:gd name="connsiteY16" fmla="*/ 39410 h 104118"/>
                <a:gd name="connsiteX17" fmla="*/ 3764 w 23289"/>
                <a:gd name="connsiteY17" fmla="*/ 36908 h 104118"/>
                <a:gd name="connsiteX18" fmla="*/ 5388 w 23289"/>
                <a:gd name="connsiteY18" fmla="*/ 27557 h 104118"/>
                <a:gd name="connsiteX19" fmla="*/ 9469 w 23289"/>
                <a:gd name="connsiteY19" fmla="*/ 24835 h 104118"/>
                <a:gd name="connsiteX20" fmla="*/ 9932 w 23289"/>
                <a:gd name="connsiteY20" fmla="*/ 24001 h 104118"/>
                <a:gd name="connsiteX21" fmla="*/ 9515 w 23289"/>
                <a:gd name="connsiteY21" fmla="*/ 23123 h 104118"/>
                <a:gd name="connsiteX22" fmla="*/ 6686 w 23289"/>
                <a:gd name="connsiteY22" fmla="*/ 20840 h 104118"/>
                <a:gd name="connsiteX23" fmla="*/ 11648 w 23289"/>
                <a:gd name="connsiteY23" fmla="*/ 18074 h 104118"/>
                <a:gd name="connsiteX24" fmla="*/ 12205 w 23289"/>
                <a:gd name="connsiteY24" fmla="*/ 17416 h 104118"/>
                <a:gd name="connsiteX25" fmla="*/ 13967 w 23289"/>
                <a:gd name="connsiteY25" fmla="*/ 10568 h 104118"/>
                <a:gd name="connsiteX26" fmla="*/ 13967 w 23289"/>
                <a:gd name="connsiteY26" fmla="*/ 5651 h 104118"/>
                <a:gd name="connsiteX27" fmla="*/ 15776 w 23289"/>
                <a:gd name="connsiteY27" fmla="*/ 2885 h 104118"/>
                <a:gd name="connsiteX28" fmla="*/ 16564 w 23289"/>
                <a:gd name="connsiteY28" fmla="*/ 1656 h 104118"/>
                <a:gd name="connsiteX29" fmla="*/ 16564 w 23289"/>
                <a:gd name="connsiteY29" fmla="*/ 1392 h 104118"/>
                <a:gd name="connsiteX30" fmla="*/ 16611 w 23289"/>
                <a:gd name="connsiteY30" fmla="*/ 997 h 104118"/>
                <a:gd name="connsiteX31" fmla="*/ 16472 w 23289"/>
                <a:gd name="connsiteY31" fmla="*/ 646 h 104118"/>
                <a:gd name="connsiteX32" fmla="*/ 16101 w 23289"/>
                <a:gd name="connsiteY32" fmla="*/ 163 h 104118"/>
                <a:gd name="connsiteX33" fmla="*/ 14524 w 23289"/>
                <a:gd name="connsiteY33" fmla="*/ 514 h 104118"/>
                <a:gd name="connsiteX34" fmla="*/ 14060 w 23289"/>
                <a:gd name="connsiteY34" fmla="*/ 1217 h 104118"/>
                <a:gd name="connsiteX35" fmla="*/ 11741 w 23289"/>
                <a:gd name="connsiteY35" fmla="*/ 4817 h 104118"/>
                <a:gd name="connsiteX36" fmla="*/ 11556 w 23289"/>
                <a:gd name="connsiteY36" fmla="*/ 5387 h 104118"/>
                <a:gd name="connsiteX37" fmla="*/ 11556 w 23289"/>
                <a:gd name="connsiteY37" fmla="*/ 10348 h 104118"/>
                <a:gd name="connsiteX38" fmla="*/ 9979 w 23289"/>
                <a:gd name="connsiteY38" fmla="*/ 16494 h 104118"/>
                <a:gd name="connsiteX39" fmla="*/ 3996 w 23289"/>
                <a:gd name="connsiteY39" fmla="*/ 19830 h 104118"/>
                <a:gd name="connsiteX40" fmla="*/ 3440 w 23289"/>
                <a:gd name="connsiteY40" fmla="*/ 20665 h 104118"/>
                <a:gd name="connsiteX41" fmla="*/ 3857 w 23289"/>
                <a:gd name="connsiteY41" fmla="*/ 21586 h 104118"/>
                <a:gd name="connsiteX42" fmla="*/ 6779 w 23289"/>
                <a:gd name="connsiteY42" fmla="*/ 23957 h 104118"/>
                <a:gd name="connsiteX43" fmla="*/ 3903 w 23289"/>
                <a:gd name="connsiteY43" fmla="*/ 25889 h 104118"/>
                <a:gd name="connsiteX44" fmla="*/ 1863 w 23289"/>
                <a:gd name="connsiteY44" fmla="*/ 38444 h 104118"/>
                <a:gd name="connsiteX45" fmla="*/ 2326 w 23289"/>
                <a:gd name="connsiteY45" fmla="*/ 38839 h 104118"/>
                <a:gd name="connsiteX46" fmla="*/ 6361 w 23289"/>
                <a:gd name="connsiteY46" fmla="*/ 40771 h 104118"/>
                <a:gd name="connsiteX47" fmla="*/ 1770 w 23289"/>
                <a:gd name="connsiteY47" fmla="*/ 44897 h 104118"/>
                <a:gd name="connsiteX48" fmla="*/ 1492 w 23289"/>
                <a:gd name="connsiteY48" fmla="*/ 46039 h 104118"/>
                <a:gd name="connsiteX49" fmla="*/ 7150 w 23289"/>
                <a:gd name="connsiteY49" fmla="*/ 61184 h 104118"/>
                <a:gd name="connsiteX50" fmla="*/ 5758 w 23289"/>
                <a:gd name="connsiteY50" fmla="*/ 76593 h 104118"/>
                <a:gd name="connsiteX51" fmla="*/ 6037 w 23289"/>
                <a:gd name="connsiteY51" fmla="*/ 77427 h 104118"/>
                <a:gd name="connsiteX52" fmla="*/ 6872 w 23289"/>
                <a:gd name="connsiteY52" fmla="*/ 77779 h 104118"/>
                <a:gd name="connsiteX53" fmla="*/ 20785 w 23289"/>
                <a:gd name="connsiteY53" fmla="*/ 77779 h 104118"/>
                <a:gd name="connsiteX54" fmla="*/ 20785 w 23289"/>
                <a:gd name="connsiteY54" fmla="*/ 84846 h 104118"/>
                <a:gd name="connsiteX55" fmla="*/ 6501 w 23289"/>
                <a:gd name="connsiteY55" fmla="*/ 103943 h 104118"/>
                <a:gd name="connsiteX56" fmla="*/ 6501 w 23289"/>
                <a:gd name="connsiteY56" fmla="*/ 104119 h 104118"/>
                <a:gd name="connsiteX57" fmla="*/ 6593 w 23289"/>
                <a:gd name="connsiteY57" fmla="*/ 104031 h 104118"/>
                <a:gd name="connsiteX58" fmla="*/ 6732 w 23289"/>
                <a:gd name="connsiteY58" fmla="*/ 103767 h 104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3289" h="104118">
                  <a:moveTo>
                    <a:pt x="6872" y="103724"/>
                  </a:moveTo>
                  <a:cubicBezTo>
                    <a:pt x="6872" y="103724"/>
                    <a:pt x="6964" y="103724"/>
                    <a:pt x="7011" y="103680"/>
                  </a:cubicBezTo>
                  <a:cubicBezTo>
                    <a:pt x="7150" y="103592"/>
                    <a:pt x="7242" y="103592"/>
                    <a:pt x="7382" y="103548"/>
                  </a:cubicBezTo>
                  <a:cubicBezTo>
                    <a:pt x="7521" y="103548"/>
                    <a:pt x="7660" y="103460"/>
                    <a:pt x="7845" y="103548"/>
                  </a:cubicBezTo>
                  <a:cubicBezTo>
                    <a:pt x="7892" y="103548"/>
                    <a:pt x="7938" y="103548"/>
                    <a:pt x="7985" y="103548"/>
                  </a:cubicBezTo>
                  <a:lnTo>
                    <a:pt x="9469" y="103987"/>
                  </a:lnTo>
                  <a:lnTo>
                    <a:pt x="23057" y="85812"/>
                  </a:lnTo>
                  <a:cubicBezTo>
                    <a:pt x="23057" y="85812"/>
                    <a:pt x="23289" y="85417"/>
                    <a:pt x="23289" y="85198"/>
                  </a:cubicBezTo>
                  <a:lnTo>
                    <a:pt x="23289" y="76681"/>
                  </a:lnTo>
                  <a:cubicBezTo>
                    <a:pt x="23289" y="76066"/>
                    <a:pt x="22779" y="75584"/>
                    <a:pt x="22130" y="75584"/>
                  </a:cubicBezTo>
                  <a:lnTo>
                    <a:pt x="8309" y="75584"/>
                  </a:lnTo>
                  <a:lnTo>
                    <a:pt x="9608" y="61140"/>
                  </a:lnTo>
                  <a:cubicBezTo>
                    <a:pt x="9608" y="61140"/>
                    <a:pt x="9608" y="60833"/>
                    <a:pt x="9561" y="60658"/>
                  </a:cubicBezTo>
                  <a:lnTo>
                    <a:pt x="4042" y="45951"/>
                  </a:lnTo>
                  <a:lnTo>
                    <a:pt x="9237" y="41210"/>
                  </a:lnTo>
                  <a:cubicBezTo>
                    <a:pt x="9515" y="40946"/>
                    <a:pt x="9654" y="40595"/>
                    <a:pt x="9561" y="40244"/>
                  </a:cubicBezTo>
                  <a:cubicBezTo>
                    <a:pt x="9515" y="39893"/>
                    <a:pt x="9283" y="39585"/>
                    <a:pt x="8958" y="39410"/>
                  </a:cubicBezTo>
                  <a:lnTo>
                    <a:pt x="3764" y="36908"/>
                  </a:lnTo>
                  <a:cubicBezTo>
                    <a:pt x="100" y="31288"/>
                    <a:pt x="5156" y="27733"/>
                    <a:pt x="5388" y="27557"/>
                  </a:cubicBezTo>
                  <a:lnTo>
                    <a:pt x="9469" y="24835"/>
                  </a:lnTo>
                  <a:cubicBezTo>
                    <a:pt x="9747" y="24659"/>
                    <a:pt x="9932" y="24308"/>
                    <a:pt x="9932" y="24001"/>
                  </a:cubicBezTo>
                  <a:cubicBezTo>
                    <a:pt x="9932" y="23650"/>
                    <a:pt x="9793" y="23343"/>
                    <a:pt x="9515" y="23123"/>
                  </a:cubicBezTo>
                  <a:lnTo>
                    <a:pt x="6686" y="20840"/>
                  </a:lnTo>
                  <a:lnTo>
                    <a:pt x="11648" y="18074"/>
                  </a:lnTo>
                  <a:cubicBezTo>
                    <a:pt x="11927" y="17943"/>
                    <a:pt x="12112" y="17679"/>
                    <a:pt x="12205" y="17416"/>
                  </a:cubicBezTo>
                  <a:lnTo>
                    <a:pt x="13967" y="10568"/>
                  </a:lnTo>
                  <a:lnTo>
                    <a:pt x="13967" y="5651"/>
                  </a:lnTo>
                  <a:lnTo>
                    <a:pt x="15776" y="2885"/>
                  </a:lnTo>
                  <a:lnTo>
                    <a:pt x="16564" y="1656"/>
                  </a:lnTo>
                  <a:cubicBezTo>
                    <a:pt x="16564" y="1656"/>
                    <a:pt x="16564" y="1480"/>
                    <a:pt x="16564" y="1392"/>
                  </a:cubicBezTo>
                  <a:cubicBezTo>
                    <a:pt x="16564" y="1261"/>
                    <a:pt x="16657" y="1129"/>
                    <a:pt x="16611" y="997"/>
                  </a:cubicBezTo>
                  <a:cubicBezTo>
                    <a:pt x="16611" y="866"/>
                    <a:pt x="16518" y="734"/>
                    <a:pt x="16472" y="646"/>
                  </a:cubicBezTo>
                  <a:cubicBezTo>
                    <a:pt x="16379" y="470"/>
                    <a:pt x="16286" y="295"/>
                    <a:pt x="16101" y="163"/>
                  </a:cubicBezTo>
                  <a:cubicBezTo>
                    <a:pt x="15544" y="-144"/>
                    <a:pt x="14848" y="-12"/>
                    <a:pt x="14524" y="514"/>
                  </a:cubicBezTo>
                  <a:lnTo>
                    <a:pt x="14060" y="1217"/>
                  </a:lnTo>
                  <a:lnTo>
                    <a:pt x="11741" y="4817"/>
                  </a:lnTo>
                  <a:cubicBezTo>
                    <a:pt x="11741" y="4817"/>
                    <a:pt x="11556" y="5212"/>
                    <a:pt x="11556" y="5387"/>
                  </a:cubicBezTo>
                  <a:lnTo>
                    <a:pt x="11556" y="10348"/>
                  </a:lnTo>
                  <a:cubicBezTo>
                    <a:pt x="11556" y="10348"/>
                    <a:pt x="9979" y="16494"/>
                    <a:pt x="9979" y="16494"/>
                  </a:cubicBezTo>
                  <a:lnTo>
                    <a:pt x="3996" y="19830"/>
                  </a:lnTo>
                  <a:cubicBezTo>
                    <a:pt x="3672" y="20006"/>
                    <a:pt x="3440" y="20313"/>
                    <a:pt x="3440" y="20665"/>
                  </a:cubicBezTo>
                  <a:cubicBezTo>
                    <a:pt x="3440" y="21016"/>
                    <a:pt x="3579" y="21367"/>
                    <a:pt x="3857" y="21586"/>
                  </a:cubicBezTo>
                  <a:lnTo>
                    <a:pt x="6779" y="23957"/>
                  </a:lnTo>
                  <a:lnTo>
                    <a:pt x="3903" y="25889"/>
                  </a:lnTo>
                  <a:cubicBezTo>
                    <a:pt x="1399" y="27601"/>
                    <a:pt x="-2265" y="32386"/>
                    <a:pt x="1863" y="38444"/>
                  </a:cubicBezTo>
                  <a:cubicBezTo>
                    <a:pt x="1956" y="38620"/>
                    <a:pt x="2141" y="38751"/>
                    <a:pt x="2326" y="38839"/>
                  </a:cubicBezTo>
                  <a:lnTo>
                    <a:pt x="6361" y="40771"/>
                  </a:lnTo>
                  <a:lnTo>
                    <a:pt x="1770" y="44897"/>
                  </a:lnTo>
                  <a:cubicBezTo>
                    <a:pt x="1445" y="45205"/>
                    <a:pt x="1306" y="45644"/>
                    <a:pt x="1492" y="46039"/>
                  </a:cubicBezTo>
                  <a:lnTo>
                    <a:pt x="7150" y="61184"/>
                  </a:lnTo>
                  <a:lnTo>
                    <a:pt x="5758" y="76593"/>
                  </a:lnTo>
                  <a:cubicBezTo>
                    <a:pt x="5758" y="76901"/>
                    <a:pt x="5851" y="77208"/>
                    <a:pt x="6037" y="77427"/>
                  </a:cubicBezTo>
                  <a:cubicBezTo>
                    <a:pt x="6269" y="77647"/>
                    <a:pt x="6547" y="77779"/>
                    <a:pt x="6872" y="77779"/>
                  </a:cubicBezTo>
                  <a:lnTo>
                    <a:pt x="20785" y="77779"/>
                  </a:lnTo>
                  <a:lnTo>
                    <a:pt x="20785" y="84846"/>
                  </a:lnTo>
                  <a:lnTo>
                    <a:pt x="6501" y="103943"/>
                  </a:lnTo>
                  <a:cubicBezTo>
                    <a:pt x="6501" y="103943"/>
                    <a:pt x="6501" y="104075"/>
                    <a:pt x="6501" y="104119"/>
                  </a:cubicBezTo>
                  <a:cubicBezTo>
                    <a:pt x="6501" y="104119"/>
                    <a:pt x="6547" y="104075"/>
                    <a:pt x="6593" y="104031"/>
                  </a:cubicBezTo>
                  <a:cubicBezTo>
                    <a:pt x="6640" y="103943"/>
                    <a:pt x="6640" y="103855"/>
                    <a:pt x="6732" y="10376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5" name="Freeform: Shape 2584">
              <a:extLst>
                <a:ext uri="{FF2B5EF4-FFF2-40B4-BE49-F238E27FC236}">
                  <a16:creationId xmlns:a16="http://schemas.microsoft.com/office/drawing/2014/main" id="{8F033476-F161-03F7-E089-487C0E20AFAB}"/>
                </a:ext>
              </a:extLst>
            </p:cNvPr>
            <p:cNvSpPr>
              <a:spLocks/>
            </p:cNvSpPr>
            <p:nvPr/>
          </p:nvSpPr>
          <p:spPr>
            <a:xfrm>
              <a:off x="7123618" y="3378093"/>
              <a:ext cx="63086" cy="124501"/>
            </a:xfrm>
            <a:custGeom>
              <a:avLst/>
              <a:gdLst>
                <a:gd name="connsiteX0" fmla="*/ 18458 w 42265"/>
                <a:gd name="connsiteY0" fmla="*/ 68177 h 83410"/>
                <a:gd name="connsiteX1" fmla="*/ 18968 w 42265"/>
                <a:gd name="connsiteY1" fmla="*/ 67255 h 83410"/>
                <a:gd name="connsiteX2" fmla="*/ 18968 w 42265"/>
                <a:gd name="connsiteY2" fmla="*/ 60933 h 83410"/>
                <a:gd name="connsiteX3" fmla="*/ 21426 w 42265"/>
                <a:gd name="connsiteY3" fmla="*/ 60933 h 83410"/>
                <a:gd name="connsiteX4" fmla="*/ 22400 w 42265"/>
                <a:gd name="connsiteY4" fmla="*/ 60450 h 83410"/>
                <a:gd name="connsiteX5" fmla="*/ 26713 w 42265"/>
                <a:gd name="connsiteY5" fmla="*/ 54612 h 83410"/>
                <a:gd name="connsiteX6" fmla="*/ 37102 w 42265"/>
                <a:gd name="connsiteY6" fmla="*/ 54612 h 83410"/>
                <a:gd name="connsiteX7" fmla="*/ 38122 w 42265"/>
                <a:gd name="connsiteY7" fmla="*/ 53997 h 83410"/>
                <a:gd name="connsiteX8" fmla="*/ 42157 w 42265"/>
                <a:gd name="connsiteY8" fmla="*/ 46315 h 83410"/>
                <a:gd name="connsiteX9" fmla="*/ 41971 w 42265"/>
                <a:gd name="connsiteY9" fmla="*/ 45085 h 83410"/>
                <a:gd name="connsiteX10" fmla="*/ 39931 w 42265"/>
                <a:gd name="connsiteY10" fmla="*/ 42890 h 83410"/>
                <a:gd name="connsiteX11" fmla="*/ 39050 w 42265"/>
                <a:gd name="connsiteY11" fmla="*/ 42539 h 83410"/>
                <a:gd name="connsiteX12" fmla="*/ 31536 w 42265"/>
                <a:gd name="connsiteY12" fmla="*/ 42539 h 83410"/>
                <a:gd name="connsiteX13" fmla="*/ 31536 w 42265"/>
                <a:gd name="connsiteY13" fmla="*/ 27174 h 83410"/>
                <a:gd name="connsiteX14" fmla="*/ 30562 w 42265"/>
                <a:gd name="connsiteY14" fmla="*/ 26077 h 83410"/>
                <a:gd name="connsiteX15" fmla="*/ 30562 w 42265"/>
                <a:gd name="connsiteY15" fmla="*/ 26077 h 83410"/>
                <a:gd name="connsiteX16" fmla="*/ 29171 w 42265"/>
                <a:gd name="connsiteY16" fmla="*/ 25901 h 83410"/>
                <a:gd name="connsiteX17" fmla="*/ 27131 w 42265"/>
                <a:gd name="connsiteY17" fmla="*/ 21950 h 83410"/>
                <a:gd name="connsiteX18" fmla="*/ 26342 w 42265"/>
                <a:gd name="connsiteY18" fmla="*/ 21379 h 83410"/>
                <a:gd name="connsiteX19" fmla="*/ 18504 w 42265"/>
                <a:gd name="connsiteY19" fmla="*/ 19887 h 83410"/>
                <a:gd name="connsiteX20" fmla="*/ 12104 w 42265"/>
                <a:gd name="connsiteY20" fmla="*/ 14838 h 83410"/>
                <a:gd name="connsiteX21" fmla="*/ 11316 w 42265"/>
                <a:gd name="connsiteY21" fmla="*/ 9219 h 83410"/>
                <a:gd name="connsiteX22" fmla="*/ 11038 w 42265"/>
                <a:gd name="connsiteY22" fmla="*/ 8648 h 83410"/>
                <a:gd name="connsiteX23" fmla="*/ 4591 w 42265"/>
                <a:gd name="connsiteY23" fmla="*/ 1712 h 83410"/>
                <a:gd name="connsiteX24" fmla="*/ 557 w 42265"/>
                <a:gd name="connsiteY24" fmla="*/ 439 h 83410"/>
                <a:gd name="connsiteX25" fmla="*/ 0 w 42265"/>
                <a:gd name="connsiteY25" fmla="*/ 0 h 83410"/>
                <a:gd name="connsiteX26" fmla="*/ 46 w 42265"/>
                <a:gd name="connsiteY26" fmla="*/ 132 h 83410"/>
                <a:gd name="connsiteX27" fmla="*/ 9090 w 42265"/>
                <a:gd name="connsiteY27" fmla="*/ 9834 h 83410"/>
                <a:gd name="connsiteX28" fmla="*/ 9925 w 42265"/>
                <a:gd name="connsiteY28" fmla="*/ 15541 h 83410"/>
                <a:gd name="connsiteX29" fmla="*/ 10342 w 42265"/>
                <a:gd name="connsiteY29" fmla="*/ 16243 h 83410"/>
                <a:gd name="connsiteX30" fmla="*/ 17299 w 42265"/>
                <a:gd name="connsiteY30" fmla="*/ 21731 h 83410"/>
                <a:gd name="connsiteX31" fmla="*/ 17809 w 42265"/>
                <a:gd name="connsiteY31" fmla="*/ 21950 h 83410"/>
                <a:gd name="connsiteX32" fmla="*/ 25368 w 42265"/>
                <a:gd name="connsiteY32" fmla="*/ 23399 h 83410"/>
                <a:gd name="connsiteX33" fmla="*/ 27455 w 42265"/>
                <a:gd name="connsiteY33" fmla="*/ 27394 h 83410"/>
                <a:gd name="connsiteX34" fmla="*/ 28336 w 42265"/>
                <a:gd name="connsiteY34" fmla="*/ 28008 h 83410"/>
                <a:gd name="connsiteX35" fmla="*/ 29357 w 42265"/>
                <a:gd name="connsiteY35" fmla="*/ 28140 h 83410"/>
                <a:gd name="connsiteX36" fmla="*/ 29357 w 42265"/>
                <a:gd name="connsiteY36" fmla="*/ 43637 h 83410"/>
                <a:gd name="connsiteX37" fmla="*/ 30516 w 42265"/>
                <a:gd name="connsiteY37" fmla="*/ 44734 h 83410"/>
                <a:gd name="connsiteX38" fmla="*/ 38678 w 42265"/>
                <a:gd name="connsiteY38" fmla="*/ 44734 h 83410"/>
                <a:gd name="connsiteX39" fmla="*/ 39838 w 42265"/>
                <a:gd name="connsiteY39" fmla="*/ 46007 h 83410"/>
                <a:gd name="connsiteX40" fmla="*/ 36452 w 42265"/>
                <a:gd name="connsiteY40" fmla="*/ 52417 h 83410"/>
                <a:gd name="connsiteX41" fmla="*/ 26157 w 42265"/>
                <a:gd name="connsiteY41" fmla="*/ 52417 h 83410"/>
                <a:gd name="connsiteX42" fmla="*/ 25183 w 42265"/>
                <a:gd name="connsiteY42" fmla="*/ 52900 h 83410"/>
                <a:gd name="connsiteX43" fmla="*/ 20870 w 42265"/>
                <a:gd name="connsiteY43" fmla="*/ 58738 h 83410"/>
                <a:gd name="connsiteX44" fmla="*/ 17855 w 42265"/>
                <a:gd name="connsiteY44" fmla="*/ 58738 h 83410"/>
                <a:gd name="connsiteX45" fmla="*/ 16696 w 42265"/>
                <a:gd name="connsiteY45" fmla="*/ 59836 h 83410"/>
                <a:gd name="connsiteX46" fmla="*/ 16696 w 42265"/>
                <a:gd name="connsiteY46" fmla="*/ 66640 h 83410"/>
                <a:gd name="connsiteX47" fmla="*/ 12429 w 42265"/>
                <a:gd name="connsiteY47" fmla="*/ 69318 h 83410"/>
                <a:gd name="connsiteX48" fmla="*/ 11919 w 42265"/>
                <a:gd name="connsiteY48" fmla="*/ 70108 h 83410"/>
                <a:gd name="connsiteX49" fmla="*/ 10667 w 42265"/>
                <a:gd name="connsiteY49" fmla="*/ 80469 h 83410"/>
                <a:gd name="connsiteX50" fmla="*/ 10481 w 42265"/>
                <a:gd name="connsiteY50" fmla="*/ 82181 h 83410"/>
                <a:gd name="connsiteX51" fmla="*/ 11501 w 42265"/>
                <a:gd name="connsiteY51" fmla="*/ 83410 h 83410"/>
                <a:gd name="connsiteX52" fmla="*/ 11641 w 42265"/>
                <a:gd name="connsiteY52" fmla="*/ 83410 h 83410"/>
                <a:gd name="connsiteX53" fmla="*/ 12800 w 42265"/>
                <a:gd name="connsiteY53" fmla="*/ 82444 h 83410"/>
                <a:gd name="connsiteX54" fmla="*/ 13032 w 42265"/>
                <a:gd name="connsiteY54" fmla="*/ 80557 h 83410"/>
                <a:gd name="connsiteX55" fmla="*/ 14191 w 42265"/>
                <a:gd name="connsiteY55" fmla="*/ 70855 h 83410"/>
                <a:gd name="connsiteX56" fmla="*/ 18551 w 42265"/>
                <a:gd name="connsiteY56" fmla="*/ 68133 h 83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2265" h="83410">
                  <a:moveTo>
                    <a:pt x="18458" y="68177"/>
                  </a:moveTo>
                  <a:cubicBezTo>
                    <a:pt x="18783" y="67957"/>
                    <a:pt x="18968" y="67650"/>
                    <a:pt x="18968" y="67255"/>
                  </a:cubicBezTo>
                  <a:lnTo>
                    <a:pt x="18968" y="60933"/>
                  </a:lnTo>
                  <a:lnTo>
                    <a:pt x="21426" y="60933"/>
                  </a:lnTo>
                  <a:cubicBezTo>
                    <a:pt x="21797" y="60933"/>
                    <a:pt x="22168" y="60758"/>
                    <a:pt x="22400" y="60450"/>
                  </a:cubicBezTo>
                  <a:lnTo>
                    <a:pt x="26713" y="54612"/>
                  </a:lnTo>
                  <a:lnTo>
                    <a:pt x="37102" y="54612"/>
                  </a:lnTo>
                  <a:cubicBezTo>
                    <a:pt x="37519" y="54612"/>
                    <a:pt x="37937" y="54392"/>
                    <a:pt x="38122" y="53997"/>
                  </a:cubicBezTo>
                  <a:lnTo>
                    <a:pt x="42157" y="46315"/>
                  </a:lnTo>
                  <a:cubicBezTo>
                    <a:pt x="42342" y="45920"/>
                    <a:pt x="42296" y="45437"/>
                    <a:pt x="41971" y="45085"/>
                  </a:cubicBezTo>
                  <a:lnTo>
                    <a:pt x="39931" y="42890"/>
                  </a:lnTo>
                  <a:cubicBezTo>
                    <a:pt x="39699" y="42671"/>
                    <a:pt x="39374" y="42539"/>
                    <a:pt x="39050" y="42539"/>
                  </a:cubicBezTo>
                  <a:lnTo>
                    <a:pt x="31536" y="42539"/>
                  </a:lnTo>
                  <a:lnTo>
                    <a:pt x="31536" y="27174"/>
                  </a:lnTo>
                  <a:cubicBezTo>
                    <a:pt x="31536" y="26647"/>
                    <a:pt x="31119" y="26165"/>
                    <a:pt x="30562" y="26077"/>
                  </a:cubicBezTo>
                  <a:lnTo>
                    <a:pt x="30562" y="26077"/>
                  </a:lnTo>
                  <a:cubicBezTo>
                    <a:pt x="30562" y="26077"/>
                    <a:pt x="29171" y="25901"/>
                    <a:pt x="29171" y="25901"/>
                  </a:cubicBezTo>
                  <a:lnTo>
                    <a:pt x="27131" y="21950"/>
                  </a:lnTo>
                  <a:cubicBezTo>
                    <a:pt x="26992" y="21643"/>
                    <a:pt x="26667" y="21423"/>
                    <a:pt x="26342" y="21379"/>
                  </a:cubicBezTo>
                  <a:lnTo>
                    <a:pt x="18504" y="19887"/>
                  </a:lnTo>
                  <a:lnTo>
                    <a:pt x="12104" y="14838"/>
                  </a:lnTo>
                  <a:lnTo>
                    <a:pt x="11316" y="9219"/>
                  </a:lnTo>
                  <a:cubicBezTo>
                    <a:pt x="11316" y="9219"/>
                    <a:pt x="11177" y="8824"/>
                    <a:pt x="11038" y="8648"/>
                  </a:cubicBezTo>
                  <a:lnTo>
                    <a:pt x="4591" y="1712"/>
                  </a:lnTo>
                  <a:lnTo>
                    <a:pt x="557" y="439"/>
                  </a:lnTo>
                  <a:cubicBezTo>
                    <a:pt x="325" y="351"/>
                    <a:pt x="139" y="176"/>
                    <a:pt x="0" y="0"/>
                  </a:cubicBezTo>
                  <a:cubicBezTo>
                    <a:pt x="0" y="0"/>
                    <a:pt x="0" y="88"/>
                    <a:pt x="46" y="132"/>
                  </a:cubicBezTo>
                  <a:lnTo>
                    <a:pt x="9090" y="9834"/>
                  </a:lnTo>
                  <a:lnTo>
                    <a:pt x="9925" y="15541"/>
                  </a:lnTo>
                  <a:cubicBezTo>
                    <a:pt x="9925" y="15804"/>
                    <a:pt x="10110" y="16067"/>
                    <a:pt x="10342" y="16243"/>
                  </a:cubicBezTo>
                  <a:lnTo>
                    <a:pt x="17299" y="21731"/>
                  </a:lnTo>
                  <a:cubicBezTo>
                    <a:pt x="17299" y="21731"/>
                    <a:pt x="17623" y="21906"/>
                    <a:pt x="17809" y="21950"/>
                  </a:cubicBezTo>
                  <a:lnTo>
                    <a:pt x="25368" y="23399"/>
                  </a:lnTo>
                  <a:lnTo>
                    <a:pt x="27455" y="27394"/>
                  </a:lnTo>
                  <a:cubicBezTo>
                    <a:pt x="27641" y="27701"/>
                    <a:pt x="27965" y="27921"/>
                    <a:pt x="28336" y="28008"/>
                  </a:cubicBezTo>
                  <a:lnTo>
                    <a:pt x="29357" y="28140"/>
                  </a:lnTo>
                  <a:lnTo>
                    <a:pt x="29357" y="43637"/>
                  </a:lnTo>
                  <a:cubicBezTo>
                    <a:pt x="29357" y="44251"/>
                    <a:pt x="29867" y="44734"/>
                    <a:pt x="30516" y="44734"/>
                  </a:cubicBezTo>
                  <a:lnTo>
                    <a:pt x="38678" y="44734"/>
                  </a:lnTo>
                  <a:lnTo>
                    <a:pt x="39838" y="46007"/>
                  </a:lnTo>
                  <a:lnTo>
                    <a:pt x="36452" y="52417"/>
                  </a:lnTo>
                  <a:lnTo>
                    <a:pt x="26157" y="52417"/>
                  </a:lnTo>
                  <a:cubicBezTo>
                    <a:pt x="25786" y="52417"/>
                    <a:pt x="25415" y="52592"/>
                    <a:pt x="25183" y="52900"/>
                  </a:cubicBezTo>
                  <a:lnTo>
                    <a:pt x="20870" y="58738"/>
                  </a:lnTo>
                  <a:lnTo>
                    <a:pt x="17855" y="58738"/>
                  </a:lnTo>
                  <a:cubicBezTo>
                    <a:pt x="17206" y="58738"/>
                    <a:pt x="16696" y="59221"/>
                    <a:pt x="16696" y="59836"/>
                  </a:cubicBezTo>
                  <a:lnTo>
                    <a:pt x="16696" y="66640"/>
                  </a:lnTo>
                  <a:lnTo>
                    <a:pt x="12429" y="69318"/>
                  </a:lnTo>
                  <a:cubicBezTo>
                    <a:pt x="12151" y="69494"/>
                    <a:pt x="11965" y="69801"/>
                    <a:pt x="11919" y="70108"/>
                  </a:cubicBezTo>
                  <a:lnTo>
                    <a:pt x="10667" y="80469"/>
                  </a:lnTo>
                  <a:lnTo>
                    <a:pt x="10481" y="82181"/>
                  </a:lnTo>
                  <a:cubicBezTo>
                    <a:pt x="10388" y="82796"/>
                    <a:pt x="10852" y="83322"/>
                    <a:pt x="11501" y="83410"/>
                  </a:cubicBezTo>
                  <a:cubicBezTo>
                    <a:pt x="11501" y="83410"/>
                    <a:pt x="11594" y="83410"/>
                    <a:pt x="11641" y="83410"/>
                  </a:cubicBezTo>
                  <a:cubicBezTo>
                    <a:pt x="12244" y="83410"/>
                    <a:pt x="12707" y="83015"/>
                    <a:pt x="12800" y="82444"/>
                  </a:cubicBezTo>
                  <a:lnTo>
                    <a:pt x="13032" y="80557"/>
                  </a:lnTo>
                  <a:lnTo>
                    <a:pt x="14191" y="70855"/>
                  </a:lnTo>
                  <a:lnTo>
                    <a:pt x="18551" y="6813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6" name="Freeform: Shape 2585">
              <a:extLst>
                <a:ext uri="{FF2B5EF4-FFF2-40B4-BE49-F238E27FC236}">
                  <a16:creationId xmlns:a16="http://schemas.microsoft.com/office/drawing/2014/main" id="{5A66EBFB-1BEF-F556-268E-84CD9400047D}"/>
                </a:ext>
              </a:extLst>
            </p:cNvPr>
            <p:cNvSpPr>
              <a:spLocks/>
            </p:cNvSpPr>
            <p:nvPr/>
          </p:nvSpPr>
          <p:spPr>
            <a:xfrm>
              <a:off x="7124518" y="3375705"/>
              <a:ext cx="691" cy="28"/>
            </a:xfrm>
            <a:custGeom>
              <a:avLst/>
              <a:gdLst>
                <a:gd name="connsiteX0" fmla="*/ 0 w 463"/>
                <a:gd name="connsiteY0" fmla="*/ 20 h 19"/>
                <a:gd name="connsiteX1" fmla="*/ 464 w 463"/>
                <a:gd name="connsiteY1" fmla="*/ 20 h 19"/>
                <a:gd name="connsiteX2" fmla="*/ 0 w 463"/>
                <a:gd name="connsiteY2" fmla="*/ 20 h 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" h="19">
                  <a:moveTo>
                    <a:pt x="0" y="20"/>
                  </a:moveTo>
                  <a:cubicBezTo>
                    <a:pt x="0" y="20"/>
                    <a:pt x="278" y="-24"/>
                    <a:pt x="464" y="20"/>
                  </a:cubicBezTo>
                  <a:cubicBezTo>
                    <a:pt x="325" y="20"/>
                    <a:pt x="185" y="20"/>
                    <a:pt x="0" y="2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7" name="Freeform: Shape 2586">
              <a:extLst>
                <a:ext uri="{FF2B5EF4-FFF2-40B4-BE49-F238E27FC236}">
                  <a16:creationId xmlns:a16="http://schemas.microsoft.com/office/drawing/2014/main" id="{EFDDE8EC-5A69-9382-936D-A2B92F328D2F}"/>
                </a:ext>
              </a:extLst>
            </p:cNvPr>
            <p:cNvSpPr>
              <a:spLocks/>
            </p:cNvSpPr>
            <p:nvPr/>
          </p:nvSpPr>
          <p:spPr>
            <a:xfrm>
              <a:off x="7123549" y="3375930"/>
              <a:ext cx="414" cy="459"/>
            </a:xfrm>
            <a:custGeom>
              <a:avLst/>
              <a:gdLst>
                <a:gd name="connsiteX0" fmla="*/ 0 w 278"/>
                <a:gd name="connsiteY0" fmla="*/ 307 h 307"/>
                <a:gd name="connsiteX1" fmla="*/ 278 w 278"/>
                <a:gd name="connsiteY1" fmla="*/ 0 h 307"/>
                <a:gd name="connsiteX2" fmla="*/ 139 w 278"/>
                <a:gd name="connsiteY2" fmla="*/ 44 h 307"/>
                <a:gd name="connsiteX3" fmla="*/ 0 w 278"/>
                <a:gd name="connsiteY3" fmla="*/ 307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" h="307">
                  <a:moveTo>
                    <a:pt x="0" y="307"/>
                  </a:moveTo>
                  <a:cubicBezTo>
                    <a:pt x="0" y="307"/>
                    <a:pt x="185" y="88"/>
                    <a:pt x="278" y="0"/>
                  </a:cubicBezTo>
                  <a:cubicBezTo>
                    <a:pt x="278" y="0"/>
                    <a:pt x="185" y="0"/>
                    <a:pt x="139" y="44"/>
                  </a:cubicBezTo>
                  <a:cubicBezTo>
                    <a:pt x="46" y="132"/>
                    <a:pt x="46" y="219"/>
                    <a:pt x="0" y="3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8" name="Freeform: Shape 2587">
              <a:extLst>
                <a:ext uri="{FF2B5EF4-FFF2-40B4-BE49-F238E27FC236}">
                  <a16:creationId xmlns:a16="http://schemas.microsoft.com/office/drawing/2014/main" id="{7B8FEF84-D05E-475B-A81F-E8023BBDB102}"/>
                </a:ext>
              </a:extLst>
            </p:cNvPr>
            <p:cNvSpPr>
              <a:spLocks/>
            </p:cNvSpPr>
            <p:nvPr/>
          </p:nvSpPr>
          <p:spPr>
            <a:xfrm>
              <a:off x="7123272" y="3376914"/>
              <a:ext cx="68" cy="590"/>
            </a:xfrm>
            <a:custGeom>
              <a:avLst/>
              <a:gdLst>
                <a:gd name="connsiteX0" fmla="*/ 0 w 46"/>
                <a:gd name="connsiteY0" fmla="*/ 0 h 395"/>
                <a:gd name="connsiteX1" fmla="*/ 0 w 46"/>
                <a:gd name="connsiteY1" fmla="*/ 263 h 395"/>
                <a:gd name="connsiteX2" fmla="*/ 46 w 46"/>
                <a:gd name="connsiteY2" fmla="*/ 395 h 395"/>
                <a:gd name="connsiteX3" fmla="*/ 46 w 46"/>
                <a:gd name="connsiteY3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" h="395">
                  <a:moveTo>
                    <a:pt x="0" y="0"/>
                  </a:moveTo>
                  <a:cubicBezTo>
                    <a:pt x="0" y="0"/>
                    <a:pt x="0" y="176"/>
                    <a:pt x="0" y="263"/>
                  </a:cubicBezTo>
                  <a:cubicBezTo>
                    <a:pt x="0" y="307"/>
                    <a:pt x="0" y="351"/>
                    <a:pt x="46" y="395"/>
                  </a:cubicBezTo>
                  <a:cubicBezTo>
                    <a:pt x="46" y="263"/>
                    <a:pt x="0" y="132"/>
                    <a:pt x="4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9" name="Freeform: Shape 2588">
              <a:extLst>
                <a:ext uri="{FF2B5EF4-FFF2-40B4-BE49-F238E27FC236}">
                  <a16:creationId xmlns:a16="http://schemas.microsoft.com/office/drawing/2014/main" id="{E93F7DEF-5FF1-A811-4BD6-BB925972B29D}"/>
                </a:ext>
              </a:extLst>
            </p:cNvPr>
            <p:cNvSpPr>
              <a:spLocks/>
            </p:cNvSpPr>
            <p:nvPr/>
          </p:nvSpPr>
          <p:spPr>
            <a:xfrm>
              <a:off x="7421321" y="3114544"/>
              <a:ext cx="39281" cy="68932"/>
            </a:xfrm>
            <a:custGeom>
              <a:avLst/>
              <a:gdLst>
                <a:gd name="connsiteX0" fmla="*/ 763 w 26316"/>
                <a:gd name="connsiteY0" fmla="*/ 0 h 46182"/>
                <a:gd name="connsiteX1" fmla="*/ 670 w 26316"/>
                <a:gd name="connsiteY1" fmla="*/ 0 h 46182"/>
                <a:gd name="connsiteX2" fmla="*/ 391 w 26316"/>
                <a:gd name="connsiteY2" fmla="*/ 264 h 46182"/>
                <a:gd name="connsiteX3" fmla="*/ 67 w 26316"/>
                <a:gd name="connsiteY3" fmla="*/ 571 h 46182"/>
                <a:gd name="connsiteX4" fmla="*/ 21 w 26316"/>
                <a:gd name="connsiteY4" fmla="*/ 966 h 46182"/>
                <a:gd name="connsiteX5" fmla="*/ 21 w 26316"/>
                <a:gd name="connsiteY5" fmla="*/ 1405 h 46182"/>
                <a:gd name="connsiteX6" fmla="*/ 21 w 26316"/>
                <a:gd name="connsiteY6" fmla="*/ 1449 h 46182"/>
                <a:gd name="connsiteX7" fmla="*/ 299 w 26316"/>
                <a:gd name="connsiteY7" fmla="*/ 2151 h 46182"/>
                <a:gd name="connsiteX8" fmla="*/ 4658 w 26316"/>
                <a:gd name="connsiteY8" fmla="*/ 12424 h 46182"/>
                <a:gd name="connsiteX9" fmla="*/ 4844 w 26316"/>
                <a:gd name="connsiteY9" fmla="*/ 12687 h 46182"/>
                <a:gd name="connsiteX10" fmla="*/ 9203 w 26316"/>
                <a:gd name="connsiteY10" fmla="*/ 17911 h 46182"/>
                <a:gd name="connsiteX11" fmla="*/ 9899 w 26316"/>
                <a:gd name="connsiteY11" fmla="*/ 18306 h 46182"/>
                <a:gd name="connsiteX12" fmla="*/ 16438 w 26316"/>
                <a:gd name="connsiteY12" fmla="*/ 19580 h 46182"/>
                <a:gd name="connsiteX13" fmla="*/ 20102 w 26316"/>
                <a:gd name="connsiteY13" fmla="*/ 23838 h 46182"/>
                <a:gd name="connsiteX14" fmla="*/ 23998 w 26316"/>
                <a:gd name="connsiteY14" fmla="*/ 32793 h 46182"/>
                <a:gd name="connsiteX15" fmla="*/ 23998 w 26316"/>
                <a:gd name="connsiteY15" fmla="*/ 40739 h 46182"/>
                <a:gd name="connsiteX16" fmla="*/ 22699 w 26316"/>
                <a:gd name="connsiteY16" fmla="*/ 41003 h 46182"/>
                <a:gd name="connsiteX17" fmla="*/ 23163 w 26316"/>
                <a:gd name="connsiteY17" fmla="*/ 41398 h 46182"/>
                <a:gd name="connsiteX18" fmla="*/ 23163 w 26316"/>
                <a:gd name="connsiteY18" fmla="*/ 42934 h 46182"/>
                <a:gd name="connsiteX19" fmla="*/ 21540 w 26316"/>
                <a:gd name="connsiteY19" fmla="*/ 42934 h 46182"/>
                <a:gd name="connsiteX20" fmla="*/ 19963 w 26316"/>
                <a:gd name="connsiteY20" fmla="*/ 41486 h 46182"/>
                <a:gd name="connsiteX21" fmla="*/ 16531 w 26316"/>
                <a:gd name="connsiteY21" fmla="*/ 42144 h 46182"/>
                <a:gd name="connsiteX22" fmla="*/ 15603 w 26316"/>
                <a:gd name="connsiteY22" fmla="*/ 43242 h 46182"/>
                <a:gd name="connsiteX23" fmla="*/ 15603 w 26316"/>
                <a:gd name="connsiteY23" fmla="*/ 46183 h 46182"/>
                <a:gd name="connsiteX24" fmla="*/ 16160 w 26316"/>
                <a:gd name="connsiteY24" fmla="*/ 45876 h 46182"/>
                <a:gd name="connsiteX25" fmla="*/ 16485 w 26316"/>
                <a:gd name="connsiteY25" fmla="*/ 45876 h 46182"/>
                <a:gd name="connsiteX26" fmla="*/ 16856 w 26316"/>
                <a:gd name="connsiteY26" fmla="*/ 45788 h 46182"/>
                <a:gd name="connsiteX27" fmla="*/ 17922 w 26316"/>
                <a:gd name="connsiteY27" fmla="*/ 45876 h 46182"/>
                <a:gd name="connsiteX28" fmla="*/ 17922 w 26316"/>
                <a:gd name="connsiteY28" fmla="*/ 44207 h 46182"/>
                <a:gd name="connsiteX29" fmla="*/ 25389 w 26316"/>
                <a:gd name="connsiteY29" fmla="*/ 42759 h 46182"/>
                <a:gd name="connsiteX30" fmla="*/ 26316 w 26316"/>
                <a:gd name="connsiteY30" fmla="*/ 41661 h 46182"/>
                <a:gd name="connsiteX31" fmla="*/ 26316 w 26316"/>
                <a:gd name="connsiteY31" fmla="*/ 32618 h 46182"/>
                <a:gd name="connsiteX32" fmla="*/ 26224 w 26316"/>
                <a:gd name="connsiteY32" fmla="*/ 32223 h 46182"/>
                <a:gd name="connsiteX33" fmla="*/ 22189 w 26316"/>
                <a:gd name="connsiteY33" fmla="*/ 22916 h 46182"/>
                <a:gd name="connsiteX34" fmla="*/ 22003 w 26316"/>
                <a:gd name="connsiteY34" fmla="*/ 22652 h 46182"/>
                <a:gd name="connsiteX35" fmla="*/ 17969 w 26316"/>
                <a:gd name="connsiteY35" fmla="*/ 17999 h 46182"/>
                <a:gd name="connsiteX36" fmla="*/ 17319 w 26316"/>
                <a:gd name="connsiteY36" fmla="*/ 17604 h 46182"/>
                <a:gd name="connsiteX37" fmla="*/ 10780 w 26316"/>
                <a:gd name="connsiteY37" fmla="*/ 16331 h 46182"/>
                <a:gd name="connsiteX38" fmla="*/ 6792 w 26316"/>
                <a:gd name="connsiteY38" fmla="*/ 11546 h 46182"/>
                <a:gd name="connsiteX39" fmla="*/ 2710 w 26316"/>
                <a:gd name="connsiteY39" fmla="*/ 1888 h 46182"/>
                <a:gd name="connsiteX40" fmla="*/ 2200 w 26316"/>
                <a:gd name="connsiteY40" fmla="*/ 746 h 46182"/>
                <a:gd name="connsiteX41" fmla="*/ 763 w 26316"/>
                <a:gd name="connsiteY41" fmla="*/ 132 h 4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316" h="46182">
                  <a:moveTo>
                    <a:pt x="763" y="0"/>
                  </a:moveTo>
                  <a:cubicBezTo>
                    <a:pt x="763" y="0"/>
                    <a:pt x="716" y="0"/>
                    <a:pt x="670" y="0"/>
                  </a:cubicBezTo>
                  <a:cubicBezTo>
                    <a:pt x="531" y="44"/>
                    <a:pt x="484" y="176"/>
                    <a:pt x="391" y="264"/>
                  </a:cubicBezTo>
                  <a:cubicBezTo>
                    <a:pt x="299" y="351"/>
                    <a:pt x="160" y="439"/>
                    <a:pt x="67" y="571"/>
                  </a:cubicBezTo>
                  <a:cubicBezTo>
                    <a:pt x="21" y="702"/>
                    <a:pt x="21" y="834"/>
                    <a:pt x="21" y="966"/>
                  </a:cubicBezTo>
                  <a:cubicBezTo>
                    <a:pt x="21" y="1098"/>
                    <a:pt x="-26" y="1229"/>
                    <a:pt x="21" y="1405"/>
                  </a:cubicBezTo>
                  <a:cubicBezTo>
                    <a:pt x="21" y="1405"/>
                    <a:pt x="21" y="1405"/>
                    <a:pt x="21" y="1449"/>
                  </a:cubicBezTo>
                  <a:lnTo>
                    <a:pt x="299" y="2151"/>
                  </a:lnTo>
                  <a:lnTo>
                    <a:pt x="4658" y="12424"/>
                  </a:lnTo>
                  <a:cubicBezTo>
                    <a:pt x="4658" y="12424"/>
                    <a:pt x="4751" y="12599"/>
                    <a:pt x="4844" y="12687"/>
                  </a:cubicBezTo>
                  <a:lnTo>
                    <a:pt x="9203" y="17911"/>
                  </a:lnTo>
                  <a:cubicBezTo>
                    <a:pt x="9203" y="17911"/>
                    <a:pt x="9621" y="18262"/>
                    <a:pt x="9899" y="18306"/>
                  </a:cubicBezTo>
                  <a:lnTo>
                    <a:pt x="16438" y="19580"/>
                  </a:lnTo>
                  <a:lnTo>
                    <a:pt x="20102" y="23838"/>
                  </a:lnTo>
                  <a:lnTo>
                    <a:pt x="23998" y="32793"/>
                  </a:lnTo>
                  <a:lnTo>
                    <a:pt x="23998" y="40739"/>
                  </a:lnTo>
                  <a:lnTo>
                    <a:pt x="22699" y="41003"/>
                  </a:lnTo>
                  <a:lnTo>
                    <a:pt x="23163" y="41398"/>
                  </a:lnTo>
                  <a:cubicBezTo>
                    <a:pt x="23627" y="41837"/>
                    <a:pt x="23627" y="42495"/>
                    <a:pt x="23163" y="42934"/>
                  </a:cubicBezTo>
                  <a:cubicBezTo>
                    <a:pt x="22699" y="43373"/>
                    <a:pt x="21957" y="43373"/>
                    <a:pt x="21540" y="42934"/>
                  </a:cubicBezTo>
                  <a:lnTo>
                    <a:pt x="19963" y="41486"/>
                  </a:lnTo>
                  <a:lnTo>
                    <a:pt x="16531" y="42144"/>
                  </a:lnTo>
                  <a:cubicBezTo>
                    <a:pt x="15974" y="42232"/>
                    <a:pt x="15603" y="42715"/>
                    <a:pt x="15603" y="43242"/>
                  </a:cubicBezTo>
                  <a:lnTo>
                    <a:pt x="15603" y="46183"/>
                  </a:lnTo>
                  <a:lnTo>
                    <a:pt x="16160" y="45876"/>
                  </a:lnTo>
                  <a:cubicBezTo>
                    <a:pt x="16160" y="45876"/>
                    <a:pt x="16392" y="45876"/>
                    <a:pt x="16485" y="45876"/>
                  </a:cubicBezTo>
                  <a:cubicBezTo>
                    <a:pt x="16623" y="45876"/>
                    <a:pt x="16716" y="45744"/>
                    <a:pt x="16856" y="45788"/>
                  </a:cubicBezTo>
                  <a:lnTo>
                    <a:pt x="17922" y="45876"/>
                  </a:lnTo>
                  <a:lnTo>
                    <a:pt x="17922" y="44207"/>
                  </a:lnTo>
                  <a:lnTo>
                    <a:pt x="25389" y="42759"/>
                  </a:lnTo>
                  <a:cubicBezTo>
                    <a:pt x="25945" y="42671"/>
                    <a:pt x="26316" y="42188"/>
                    <a:pt x="26316" y="41661"/>
                  </a:cubicBezTo>
                  <a:lnTo>
                    <a:pt x="26316" y="32618"/>
                  </a:lnTo>
                  <a:cubicBezTo>
                    <a:pt x="26316" y="32618"/>
                    <a:pt x="26316" y="32311"/>
                    <a:pt x="26224" y="32223"/>
                  </a:cubicBezTo>
                  <a:lnTo>
                    <a:pt x="22189" y="22916"/>
                  </a:lnTo>
                  <a:cubicBezTo>
                    <a:pt x="22189" y="22916"/>
                    <a:pt x="22096" y="22740"/>
                    <a:pt x="22003" y="22652"/>
                  </a:cubicBezTo>
                  <a:lnTo>
                    <a:pt x="17969" y="17999"/>
                  </a:lnTo>
                  <a:cubicBezTo>
                    <a:pt x="17969" y="17999"/>
                    <a:pt x="17551" y="17692"/>
                    <a:pt x="17319" y="17604"/>
                  </a:cubicBezTo>
                  <a:lnTo>
                    <a:pt x="10780" y="16331"/>
                  </a:lnTo>
                  <a:lnTo>
                    <a:pt x="6792" y="11546"/>
                  </a:lnTo>
                  <a:lnTo>
                    <a:pt x="2710" y="1888"/>
                  </a:lnTo>
                  <a:lnTo>
                    <a:pt x="2200" y="746"/>
                  </a:lnTo>
                  <a:cubicBezTo>
                    <a:pt x="1968" y="220"/>
                    <a:pt x="1319" y="-44"/>
                    <a:pt x="763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0" name="Freeform: Shape 2589">
              <a:extLst>
                <a:ext uri="{FF2B5EF4-FFF2-40B4-BE49-F238E27FC236}">
                  <a16:creationId xmlns:a16="http://schemas.microsoft.com/office/drawing/2014/main" id="{D391A1E9-4E13-F547-67C9-3C717C15E4B7}"/>
                </a:ext>
              </a:extLst>
            </p:cNvPr>
            <p:cNvSpPr>
              <a:spLocks/>
            </p:cNvSpPr>
            <p:nvPr/>
          </p:nvSpPr>
          <p:spPr>
            <a:xfrm>
              <a:off x="7435404" y="3182953"/>
              <a:ext cx="11421" cy="8780"/>
            </a:xfrm>
            <a:custGeom>
              <a:avLst/>
              <a:gdLst>
                <a:gd name="connsiteX0" fmla="*/ 464 w 7652"/>
                <a:gd name="connsiteY0" fmla="*/ 4258 h 5882"/>
                <a:gd name="connsiteX1" fmla="*/ 649 w 7652"/>
                <a:gd name="connsiteY1" fmla="*/ 4522 h 5882"/>
                <a:gd name="connsiteX2" fmla="*/ 881 w 7652"/>
                <a:gd name="connsiteY2" fmla="*/ 4873 h 5882"/>
                <a:gd name="connsiteX3" fmla="*/ 881 w 7652"/>
                <a:gd name="connsiteY3" fmla="*/ 5268 h 5882"/>
                <a:gd name="connsiteX4" fmla="*/ 881 w 7652"/>
                <a:gd name="connsiteY4" fmla="*/ 5575 h 5882"/>
                <a:gd name="connsiteX5" fmla="*/ 742 w 7652"/>
                <a:gd name="connsiteY5" fmla="*/ 5883 h 5882"/>
                <a:gd name="connsiteX6" fmla="*/ 7652 w 7652"/>
                <a:gd name="connsiteY6" fmla="*/ 2107 h 5882"/>
                <a:gd name="connsiteX7" fmla="*/ 7281 w 7652"/>
                <a:gd name="connsiteY7" fmla="*/ 2107 h 5882"/>
                <a:gd name="connsiteX8" fmla="*/ 6261 w 7652"/>
                <a:gd name="connsiteY8" fmla="*/ 878 h 5882"/>
                <a:gd name="connsiteX9" fmla="*/ 7188 w 7652"/>
                <a:gd name="connsiteY9" fmla="*/ 0 h 5882"/>
                <a:gd name="connsiteX10" fmla="*/ 6864 w 7652"/>
                <a:gd name="connsiteY10" fmla="*/ 0 h 5882"/>
                <a:gd name="connsiteX11" fmla="*/ 6308 w 7652"/>
                <a:gd name="connsiteY11" fmla="*/ 307 h 5882"/>
                <a:gd name="connsiteX12" fmla="*/ 0 w 7652"/>
                <a:gd name="connsiteY12" fmla="*/ 3732 h 5882"/>
                <a:gd name="connsiteX13" fmla="*/ 603 w 7652"/>
                <a:gd name="connsiteY13" fmla="*/ 4171 h 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52" h="5882">
                  <a:moveTo>
                    <a:pt x="464" y="4258"/>
                  </a:moveTo>
                  <a:cubicBezTo>
                    <a:pt x="464" y="4258"/>
                    <a:pt x="557" y="4434"/>
                    <a:pt x="649" y="4522"/>
                  </a:cubicBezTo>
                  <a:cubicBezTo>
                    <a:pt x="742" y="4653"/>
                    <a:pt x="835" y="4741"/>
                    <a:pt x="881" y="4873"/>
                  </a:cubicBezTo>
                  <a:cubicBezTo>
                    <a:pt x="881" y="5005"/>
                    <a:pt x="881" y="5136"/>
                    <a:pt x="881" y="5268"/>
                  </a:cubicBezTo>
                  <a:cubicBezTo>
                    <a:pt x="881" y="5356"/>
                    <a:pt x="881" y="5488"/>
                    <a:pt x="881" y="5575"/>
                  </a:cubicBezTo>
                  <a:lnTo>
                    <a:pt x="742" y="5883"/>
                  </a:lnTo>
                  <a:lnTo>
                    <a:pt x="7652" y="2107"/>
                  </a:lnTo>
                  <a:lnTo>
                    <a:pt x="7281" y="2107"/>
                  </a:lnTo>
                  <a:cubicBezTo>
                    <a:pt x="6632" y="2019"/>
                    <a:pt x="6168" y="1493"/>
                    <a:pt x="6261" y="878"/>
                  </a:cubicBezTo>
                  <a:cubicBezTo>
                    <a:pt x="6308" y="395"/>
                    <a:pt x="6725" y="88"/>
                    <a:pt x="7188" y="0"/>
                  </a:cubicBezTo>
                  <a:cubicBezTo>
                    <a:pt x="7096" y="0"/>
                    <a:pt x="6957" y="0"/>
                    <a:pt x="6864" y="0"/>
                  </a:cubicBezTo>
                  <a:lnTo>
                    <a:pt x="6308" y="307"/>
                  </a:lnTo>
                  <a:lnTo>
                    <a:pt x="0" y="3732"/>
                  </a:lnTo>
                  <a:lnTo>
                    <a:pt x="603" y="417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1" name="Freeform: Shape 2590">
              <a:extLst>
                <a:ext uri="{FF2B5EF4-FFF2-40B4-BE49-F238E27FC236}">
                  <a16:creationId xmlns:a16="http://schemas.microsoft.com/office/drawing/2014/main" id="{0A3C1900-4A7A-AC09-A6C1-49168CF21F6B}"/>
                </a:ext>
              </a:extLst>
            </p:cNvPr>
            <p:cNvSpPr>
              <a:spLocks/>
            </p:cNvSpPr>
            <p:nvPr/>
          </p:nvSpPr>
          <p:spPr>
            <a:xfrm>
              <a:off x="7123135" y="3185705"/>
              <a:ext cx="313240" cy="203983"/>
            </a:xfrm>
            <a:custGeom>
              <a:avLst/>
              <a:gdLst>
                <a:gd name="connsiteX0" fmla="*/ 209486 w 209857"/>
                <a:gd name="connsiteY0" fmla="*/ 2283 h 136660"/>
                <a:gd name="connsiteX1" fmla="*/ 209857 w 209857"/>
                <a:gd name="connsiteY1" fmla="*/ 2678 h 136660"/>
                <a:gd name="connsiteX2" fmla="*/ 209672 w 209857"/>
                <a:gd name="connsiteY2" fmla="*/ 2414 h 136660"/>
                <a:gd name="connsiteX3" fmla="*/ 209069 w 209857"/>
                <a:gd name="connsiteY3" fmla="*/ 1976 h 136660"/>
                <a:gd name="connsiteX4" fmla="*/ 206472 w 209857"/>
                <a:gd name="connsiteY4" fmla="*/ 219 h 136660"/>
                <a:gd name="connsiteX5" fmla="*/ 205776 w 209857"/>
                <a:gd name="connsiteY5" fmla="*/ 0 h 136660"/>
                <a:gd name="connsiteX6" fmla="*/ 200860 w 209857"/>
                <a:gd name="connsiteY6" fmla="*/ 0 h 136660"/>
                <a:gd name="connsiteX7" fmla="*/ 200489 w 209857"/>
                <a:gd name="connsiteY7" fmla="*/ 44 h 136660"/>
                <a:gd name="connsiteX8" fmla="*/ 194043 w 209857"/>
                <a:gd name="connsiteY8" fmla="*/ 2195 h 136660"/>
                <a:gd name="connsiteX9" fmla="*/ 180129 w 209857"/>
                <a:gd name="connsiteY9" fmla="*/ 4127 h 136660"/>
                <a:gd name="connsiteX10" fmla="*/ 179387 w 209857"/>
                <a:gd name="connsiteY10" fmla="*/ 4522 h 136660"/>
                <a:gd name="connsiteX11" fmla="*/ 174564 w 209857"/>
                <a:gd name="connsiteY11" fmla="*/ 10273 h 136660"/>
                <a:gd name="connsiteX12" fmla="*/ 173451 w 209857"/>
                <a:gd name="connsiteY12" fmla="*/ 9526 h 136660"/>
                <a:gd name="connsiteX13" fmla="*/ 172013 w 209857"/>
                <a:gd name="connsiteY13" fmla="*/ 9570 h 136660"/>
                <a:gd name="connsiteX14" fmla="*/ 163897 w 209857"/>
                <a:gd name="connsiteY14" fmla="*/ 16155 h 136660"/>
                <a:gd name="connsiteX15" fmla="*/ 163758 w 209857"/>
                <a:gd name="connsiteY15" fmla="*/ 17692 h 136660"/>
                <a:gd name="connsiteX16" fmla="*/ 170297 w 209857"/>
                <a:gd name="connsiteY16" fmla="*/ 24979 h 136660"/>
                <a:gd name="connsiteX17" fmla="*/ 168489 w 209857"/>
                <a:gd name="connsiteY17" fmla="*/ 29764 h 136660"/>
                <a:gd name="connsiteX18" fmla="*/ 168628 w 209857"/>
                <a:gd name="connsiteY18" fmla="*/ 30774 h 136660"/>
                <a:gd name="connsiteX19" fmla="*/ 171225 w 209857"/>
                <a:gd name="connsiteY19" fmla="*/ 34110 h 136660"/>
                <a:gd name="connsiteX20" fmla="*/ 160651 w 209857"/>
                <a:gd name="connsiteY20" fmla="*/ 43856 h 136660"/>
                <a:gd name="connsiteX21" fmla="*/ 160419 w 209857"/>
                <a:gd name="connsiteY21" fmla="*/ 45129 h 136660"/>
                <a:gd name="connsiteX22" fmla="*/ 162042 w 209857"/>
                <a:gd name="connsiteY22" fmla="*/ 48202 h 136660"/>
                <a:gd name="connsiteX23" fmla="*/ 162042 w 209857"/>
                <a:gd name="connsiteY23" fmla="*/ 52856 h 136660"/>
                <a:gd name="connsiteX24" fmla="*/ 153880 w 209857"/>
                <a:gd name="connsiteY24" fmla="*/ 54743 h 136660"/>
                <a:gd name="connsiteX25" fmla="*/ 150819 w 209857"/>
                <a:gd name="connsiteY25" fmla="*/ 52812 h 136660"/>
                <a:gd name="connsiteX26" fmla="*/ 150170 w 209857"/>
                <a:gd name="connsiteY26" fmla="*/ 52636 h 136660"/>
                <a:gd name="connsiteX27" fmla="*/ 142935 w 209857"/>
                <a:gd name="connsiteY27" fmla="*/ 52636 h 136660"/>
                <a:gd name="connsiteX28" fmla="*/ 141775 w 209857"/>
                <a:gd name="connsiteY28" fmla="*/ 53734 h 136660"/>
                <a:gd name="connsiteX29" fmla="*/ 141775 w 209857"/>
                <a:gd name="connsiteY29" fmla="*/ 55665 h 136660"/>
                <a:gd name="connsiteX30" fmla="*/ 142193 w 209857"/>
                <a:gd name="connsiteY30" fmla="*/ 56499 h 136660"/>
                <a:gd name="connsiteX31" fmla="*/ 148361 w 209857"/>
                <a:gd name="connsiteY31" fmla="*/ 61284 h 136660"/>
                <a:gd name="connsiteX32" fmla="*/ 149938 w 209857"/>
                <a:gd name="connsiteY32" fmla="*/ 64533 h 136660"/>
                <a:gd name="connsiteX33" fmla="*/ 145764 w 209857"/>
                <a:gd name="connsiteY33" fmla="*/ 68967 h 136660"/>
                <a:gd name="connsiteX34" fmla="*/ 136256 w 209857"/>
                <a:gd name="connsiteY34" fmla="*/ 71074 h 136660"/>
                <a:gd name="connsiteX35" fmla="*/ 135375 w 209857"/>
                <a:gd name="connsiteY35" fmla="*/ 72128 h 136660"/>
                <a:gd name="connsiteX36" fmla="*/ 135375 w 209857"/>
                <a:gd name="connsiteY36" fmla="*/ 79284 h 136660"/>
                <a:gd name="connsiteX37" fmla="*/ 131758 w 209857"/>
                <a:gd name="connsiteY37" fmla="*/ 81961 h 136660"/>
                <a:gd name="connsiteX38" fmla="*/ 131340 w 209857"/>
                <a:gd name="connsiteY38" fmla="*/ 82708 h 136660"/>
                <a:gd name="connsiteX39" fmla="*/ 131619 w 209857"/>
                <a:gd name="connsiteY39" fmla="*/ 83542 h 136660"/>
                <a:gd name="connsiteX40" fmla="*/ 133659 w 209857"/>
                <a:gd name="connsiteY40" fmla="*/ 85693 h 136660"/>
                <a:gd name="connsiteX41" fmla="*/ 133659 w 209857"/>
                <a:gd name="connsiteY41" fmla="*/ 91137 h 136660"/>
                <a:gd name="connsiteX42" fmla="*/ 127909 w 209857"/>
                <a:gd name="connsiteY42" fmla="*/ 96361 h 136660"/>
                <a:gd name="connsiteX43" fmla="*/ 125126 w 209857"/>
                <a:gd name="connsiteY43" fmla="*/ 91093 h 136660"/>
                <a:gd name="connsiteX44" fmla="*/ 123966 w 209857"/>
                <a:gd name="connsiteY44" fmla="*/ 90478 h 136660"/>
                <a:gd name="connsiteX45" fmla="*/ 122946 w 209857"/>
                <a:gd name="connsiteY45" fmla="*/ 91268 h 136660"/>
                <a:gd name="connsiteX46" fmla="*/ 121880 w 209857"/>
                <a:gd name="connsiteY46" fmla="*/ 94824 h 136660"/>
                <a:gd name="connsiteX47" fmla="*/ 117659 w 209857"/>
                <a:gd name="connsiteY47" fmla="*/ 92497 h 136660"/>
                <a:gd name="connsiteX48" fmla="*/ 116778 w 209857"/>
                <a:gd name="connsiteY48" fmla="*/ 92410 h 136660"/>
                <a:gd name="connsiteX49" fmla="*/ 116082 w 209857"/>
                <a:gd name="connsiteY49" fmla="*/ 92936 h 136660"/>
                <a:gd name="connsiteX50" fmla="*/ 114088 w 209857"/>
                <a:gd name="connsiteY50" fmla="*/ 96448 h 136660"/>
                <a:gd name="connsiteX51" fmla="*/ 106946 w 209857"/>
                <a:gd name="connsiteY51" fmla="*/ 96448 h 136660"/>
                <a:gd name="connsiteX52" fmla="*/ 105926 w 209857"/>
                <a:gd name="connsiteY52" fmla="*/ 97019 h 136660"/>
                <a:gd name="connsiteX53" fmla="*/ 105926 w 209857"/>
                <a:gd name="connsiteY53" fmla="*/ 98117 h 136660"/>
                <a:gd name="connsiteX54" fmla="*/ 108708 w 209857"/>
                <a:gd name="connsiteY54" fmla="*/ 102287 h 136660"/>
                <a:gd name="connsiteX55" fmla="*/ 105462 w 209857"/>
                <a:gd name="connsiteY55" fmla="*/ 103736 h 136660"/>
                <a:gd name="connsiteX56" fmla="*/ 101334 w 209857"/>
                <a:gd name="connsiteY56" fmla="*/ 101760 h 136660"/>
                <a:gd name="connsiteX57" fmla="*/ 100824 w 209857"/>
                <a:gd name="connsiteY57" fmla="*/ 101629 h 136660"/>
                <a:gd name="connsiteX58" fmla="*/ 94146 w 209857"/>
                <a:gd name="connsiteY58" fmla="*/ 101629 h 136660"/>
                <a:gd name="connsiteX59" fmla="*/ 93172 w 209857"/>
                <a:gd name="connsiteY59" fmla="*/ 102112 h 136660"/>
                <a:gd name="connsiteX60" fmla="*/ 86772 w 209857"/>
                <a:gd name="connsiteY60" fmla="*/ 111418 h 136660"/>
                <a:gd name="connsiteX61" fmla="*/ 86633 w 209857"/>
                <a:gd name="connsiteY61" fmla="*/ 111770 h 136660"/>
                <a:gd name="connsiteX62" fmla="*/ 84036 w 209857"/>
                <a:gd name="connsiteY62" fmla="*/ 123008 h 136660"/>
                <a:gd name="connsiteX63" fmla="*/ 84500 w 209857"/>
                <a:gd name="connsiteY63" fmla="*/ 124149 h 136660"/>
                <a:gd name="connsiteX64" fmla="*/ 87560 w 209857"/>
                <a:gd name="connsiteY64" fmla="*/ 126169 h 136660"/>
                <a:gd name="connsiteX65" fmla="*/ 72812 w 209857"/>
                <a:gd name="connsiteY65" fmla="*/ 130734 h 136660"/>
                <a:gd name="connsiteX66" fmla="*/ 57647 w 209857"/>
                <a:gd name="connsiteY66" fmla="*/ 130734 h 136660"/>
                <a:gd name="connsiteX67" fmla="*/ 56812 w 209857"/>
                <a:gd name="connsiteY67" fmla="*/ 131086 h 136660"/>
                <a:gd name="connsiteX68" fmla="*/ 53380 w 209857"/>
                <a:gd name="connsiteY68" fmla="*/ 134510 h 136660"/>
                <a:gd name="connsiteX69" fmla="*/ 48511 w 209857"/>
                <a:gd name="connsiteY69" fmla="*/ 134510 h 136660"/>
                <a:gd name="connsiteX70" fmla="*/ 46795 w 209857"/>
                <a:gd name="connsiteY70" fmla="*/ 133149 h 136660"/>
                <a:gd name="connsiteX71" fmla="*/ 45960 w 209857"/>
                <a:gd name="connsiteY71" fmla="*/ 132885 h 136660"/>
                <a:gd name="connsiteX72" fmla="*/ 25322 w 209857"/>
                <a:gd name="connsiteY72" fmla="*/ 134510 h 136660"/>
                <a:gd name="connsiteX73" fmla="*/ 8997 w 209857"/>
                <a:gd name="connsiteY73" fmla="*/ 129374 h 136660"/>
                <a:gd name="connsiteX74" fmla="*/ 2968 w 209857"/>
                <a:gd name="connsiteY74" fmla="*/ 127530 h 136660"/>
                <a:gd name="connsiteX75" fmla="*/ 1484 w 209857"/>
                <a:gd name="connsiteY75" fmla="*/ 127091 h 136660"/>
                <a:gd name="connsiteX76" fmla="*/ 1345 w 209857"/>
                <a:gd name="connsiteY76" fmla="*/ 127091 h 136660"/>
                <a:gd name="connsiteX77" fmla="*/ 881 w 209857"/>
                <a:gd name="connsiteY77" fmla="*/ 127091 h 136660"/>
                <a:gd name="connsiteX78" fmla="*/ 510 w 209857"/>
                <a:gd name="connsiteY78" fmla="*/ 127222 h 136660"/>
                <a:gd name="connsiteX79" fmla="*/ 232 w 209857"/>
                <a:gd name="connsiteY79" fmla="*/ 127530 h 136660"/>
                <a:gd name="connsiteX80" fmla="*/ 139 w 209857"/>
                <a:gd name="connsiteY80" fmla="*/ 127618 h 136660"/>
                <a:gd name="connsiteX81" fmla="*/ 0 w 209857"/>
                <a:gd name="connsiteY81" fmla="*/ 127749 h 136660"/>
                <a:gd name="connsiteX82" fmla="*/ 0 w 209857"/>
                <a:gd name="connsiteY82" fmla="*/ 127881 h 136660"/>
                <a:gd name="connsiteX83" fmla="*/ 0 w 209857"/>
                <a:gd name="connsiteY83" fmla="*/ 128276 h 136660"/>
                <a:gd name="connsiteX84" fmla="*/ 0 w 209857"/>
                <a:gd name="connsiteY84" fmla="*/ 128408 h 136660"/>
                <a:gd name="connsiteX85" fmla="*/ 139 w 209857"/>
                <a:gd name="connsiteY85" fmla="*/ 128671 h 136660"/>
                <a:gd name="connsiteX86" fmla="*/ 696 w 209857"/>
                <a:gd name="connsiteY86" fmla="*/ 129110 h 136660"/>
                <a:gd name="connsiteX87" fmla="*/ 4731 w 209857"/>
                <a:gd name="connsiteY87" fmla="*/ 130383 h 136660"/>
                <a:gd name="connsiteX88" fmla="*/ 24719 w 209857"/>
                <a:gd name="connsiteY88" fmla="*/ 136617 h 136660"/>
                <a:gd name="connsiteX89" fmla="*/ 25090 w 209857"/>
                <a:gd name="connsiteY89" fmla="*/ 136661 h 136660"/>
                <a:gd name="connsiteX90" fmla="*/ 25183 w 209857"/>
                <a:gd name="connsiteY90" fmla="*/ 136661 h 136660"/>
                <a:gd name="connsiteX91" fmla="*/ 45589 w 209857"/>
                <a:gd name="connsiteY91" fmla="*/ 135037 h 136660"/>
                <a:gd name="connsiteX92" fmla="*/ 47258 w 209857"/>
                <a:gd name="connsiteY92" fmla="*/ 136398 h 136660"/>
                <a:gd name="connsiteX93" fmla="*/ 48000 w 209857"/>
                <a:gd name="connsiteY93" fmla="*/ 136661 h 136660"/>
                <a:gd name="connsiteX94" fmla="*/ 53798 w 209857"/>
                <a:gd name="connsiteY94" fmla="*/ 136661 h 136660"/>
                <a:gd name="connsiteX95" fmla="*/ 54633 w 209857"/>
                <a:gd name="connsiteY95" fmla="*/ 136310 h 136660"/>
                <a:gd name="connsiteX96" fmla="*/ 58064 w 209857"/>
                <a:gd name="connsiteY96" fmla="*/ 132885 h 136660"/>
                <a:gd name="connsiteX97" fmla="*/ 72951 w 209857"/>
                <a:gd name="connsiteY97" fmla="*/ 132885 h 136660"/>
                <a:gd name="connsiteX98" fmla="*/ 73322 w 209857"/>
                <a:gd name="connsiteY98" fmla="*/ 132842 h 136660"/>
                <a:gd name="connsiteX99" fmla="*/ 90436 w 209857"/>
                <a:gd name="connsiteY99" fmla="*/ 127530 h 136660"/>
                <a:gd name="connsiteX100" fmla="*/ 91224 w 209857"/>
                <a:gd name="connsiteY100" fmla="*/ 126652 h 136660"/>
                <a:gd name="connsiteX101" fmla="*/ 90760 w 209857"/>
                <a:gd name="connsiteY101" fmla="*/ 125598 h 136660"/>
                <a:gd name="connsiteX102" fmla="*/ 86447 w 209857"/>
                <a:gd name="connsiteY102" fmla="*/ 122745 h 136660"/>
                <a:gd name="connsiteX103" fmla="*/ 88859 w 209857"/>
                <a:gd name="connsiteY103" fmla="*/ 112384 h 136660"/>
                <a:gd name="connsiteX104" fmla="*/ 94795 w 209857"/>
                <a:gd name="connsiteY104" fmla="*/ 103736 h 136660"/>
                <a:gd name="connsiteX105" fmla="*/ 100546 w 209857"/>
                <a:gd name="connsiteY105" fmla="*/ 103736 h 136660"/>
                <a:gd name="connsiteX106" fmla="*/ 104952 w 209857"/>
                <a:gd name="connsiteY106" fmla="*/ 105799 h 136660"/>
                <a:gd name="connsiteX107" fmla="*/ 105972 w 209857"/>
                <a:gd name="connsiteY107" fmla="*/ 105799 h 136660"/>
                <a:gd name="connsiteX108" fmla="*/ 110888 w 209857"/>
                <a:gd name="connsiteY108" fmla="*/ 103604 h 136660"/>
                <a:gd name="connsiteX109" fmla="*/ 111491 w 209857"/>
                <a:gd name="connsiteY109" fmla="*/ 102902 h 136660"/>
                <a:gd name="connsiteX110" fmla="*/ 111352 w 209857"/>
                <a:gd name="connsiteY110" fmla="*/ 102024 h 136660"/>
                <a:gd name="connsiteX111" fmla="*/ 108987 w 209857"/>
                <a:gd name="connsiteY111" fmla="*/ 98512 h 136660"/>
                <a:gd name="connsiteX112" fmla="*/ 114691 w 209857"/>
                <a:gd name="connsiteY112" fmla="*/ 98512 h 136660"/>
                <a:gd name="connsiteX113" fmla="*/ 115711 w 209857"/>
                <a:gd name="connsiteY113" fmla="*/ 97941 h 136660"/>
                <a:gd name="connsiteX114" fmla="*/ 117474 w 209857"/>
                <a:gd name="connsiteY114" fmla="*/ 94824 h 136660"/>
                <a:gd name="connsiteX115" fmla="*/ 121926 w 209857"/>
                <a:gd name="connsiteY115" fmla="*/ 97283 h 136660"/>
                <a:gd name="connsiteX116" fmla="*/ 122946 w 209857"/>
                <a:gd name="connsiteY116" fmla="*/ 97326 h 136660"/>
                <a:gd name="connsiteX117" fmla="*/ 123642 w 209857"/>
                <a:gd name="connsiteY117" fmla="*/ 96624 h 136660"/>
                <a:gd name="connsiteX118" fmla="*/ 124291 w 209857"/>
                <a:gd name="connsiteY118" fmla="*/ 94429 h 136660"/>
                <a:gd name="connsiteX119" fmla="*/ 126424 w 209857"/>
                <a:gd name="connsiteY119" fmla="*/ 98468 h 136660"/>
                <a:gd name="connsiteX120" fmla="*/ 127259 w 209857"/>
                <a:gd name="connsiteY120" fmla="*/ 99039 h 136660"/>
                <a:gd name="connsiteX121" fmla="*/ 128279 w 209857"/>
                <a:gd name="connsiteY121" fmla="*/ 98731 h 136660"/>
                <a:gd name="connsiteX122" fmla="*/ 135515 w 209857"/>
                <a:gd name="connsiteY122" fmla="*/ 92146 h 136660"/>
                <a:gd name="connsiteX123" fmla="*/ 135885 w 209857"/>
                <a:gd name="connsiteY123" fmla="*/ 91356 h 136660"/>
                <a:gd name="connsiteX124" fmla="*/ 135885 w 209857"/>
                <a:gd name="connsiteY124" fmla="*/ 85034 h 136660"/>
                <a:gd name="connsiteX125" fmla="*/ 135607 w 209857"/>
                <a:gd name="connsiteY125" fmla="*/ 84288 h 136660"/>
                <a:gd name="connsiteX126" fmla="*/ 134123 w 209857"/>
                <a:gd name="connsiteY126" fmla="*/ 82708 h 136660"/>
                <a:gd name="connsiteX127" fmla="*/ 137230 w 209857"/>
                <a:gd name="connsiteY127" fmla="*/ 80425 h 136660"/>
                <a:gd name="connsiteX128" fmla="*/ 137694 w 209857"/>
                <a:gd name="connsiteY128" fmla="*/ 79547 h 136660"/>
                <a:gd name="connsiteX129" fmla="*/ 137694 w 209857"/>
                <a:gd name="connsiteY129" fmla="*/ 72742 h 136660"/>
                <a:gd name="connsiteX130" fmla="*/ 146645 w 209857"/>
                <a:gd name="connsiteY130" fmla="*/ 70767 h 136660"/>
                <a:gd name="connsiteX131" fmla="*/ 147248 w 209857"/>
                <a:gd name="connsiteY131" fmla="*/ 70416 h 136660"/>
                <a:gd name="connsiteX132" fmla="*/ 152164 w 209857"/>
                <a:gd name="connsiteY132" fmla="*/ 65192 h 136660"/>
                <a:gd name="connsiteX133" fmla="*/ 152349 w 209857"/>
                <a:gd name="connsiteY133" fmla="*/ 64006 h 136660"/>
                <a:gd name="connsiteX134" fmla="*/ 150309 w 209857"/>
                <a:gd name="connsiteY134" fmla="*/ 59880 h 136660"/>
                <a:gd name="connsiteX135" fmla="*/ 149984 w 209857"/>
                <a:gd name="connsiteY135" fmla="*/ 59485 h 136660"/>
                <a:gd name="connsiteX136" fmla="*/ 144048 w 209857"/>
                <a:gd name="connsiteY136" fmla="*/ 54875 h 136660"/>
                <a:gd name="connsiteX137" fmla="*/ 144048 w 209857"/>
                <a:gd name="connsiteY137" fmla="*/ 54568 h 136660"/>
                <a:gd name="connsiteX138" fmla="*/ 149799 w 209857"/>
                <a:gd name="connsiteY138" fmla="*/ 54568 h 136660"/>
                <a:gd name="connsiteX139" fmla="*/ 152999 w 209857"/>
                <a:gd name="connsiteY139" fmla="*/ 56587 h 136660"/>
                <a:gd name="connsiteX140" fmla="*/ 153926 w 209857"/>
                <a:gd name="connsiteY140" fmla="*/ 56763 h 136660"/>
                <a:gd name="connsiteX141" fmla="*/ 163480 w 209857"/>
                <a:gd name="connsiteY141" fmla="*/ 54568 h 136660"/>
                <a:gd name="connsiteX142" fmla="*/ 164361 w 209857"/>
                <a:gd name="connsiteY142" fmla="*/ 53514 h 136660"/>
                <a:gd name="connsiteX143" fmla="*/ 164361 w 209857"/>
                <a:gd name="connsiteY143" fmla="*/ 47763 h 136660"/>
                <a:gd name="connsiteX144" fmla="*/ 164222 w 209857"/>
                <a:gd name="connsiteY144" fmla="*/ 47280 h 136660"/>
                <a:gd name="connsiteX145" fmla="*/ 162877 w 209857"/>
                <a:gd name="connsiteY145" fmla="*/ 44690 h 136660"/>
                <a:gd name="connsiteX146" fmla="*/ 173590 w 209857"/>
                <a:gd name="connsiteY146" fmla="*/ 34813 h 136660"/>
                <a:gd name="connsiteX147" fmla="*/ 173729 w 209857"/>
                <a:gd name="connsiteY147" fmla="*/ 33364 h 136660"/>
                <a:gd name="connsiteX148" fmla="*/ 170900 w 209857"/>
                <a:gd name="connsiteY148" fmla="*/ 29720 h 136660"/>
                <a:gd name="connsiteX149" fmla="*/ 172709 w 209857"/>
                <a:gd name="connsiteY149" fmla="*/ 24891 h 136660"/>
                <a:gd name="connsiteX150" fmla="*/ 172523 w 209857"/>
                <a:gd name="connsiteY150" fmla="*/ 23794 h 136660"/>
                <a:gd name="connsiteX151" fmla="*/ 166309 w 209857"/>
                <a:gd name="connsiteY151" fmla="*/ 16858 h 136660"/>
                <a:gd name="connsiteX152" fmla="*/ 172848 w 209857"/>
                <a:gd name="connsiteY152" fmla="*/ 11546 h 136660"/>
                <a:gd name="connsiteX153" fmla="*/ 174147 w 209857"/>
                <a:gd name="connsiteY153" fmla="*/ 12424 h 136660"/>
                <a:gd name="connsiteX154" fmla="*/ 175724 w 209857"/>
                <a:gd name="connsiteY154" fmla="*/ 12204 h 136660"/>
                <a:gd name="connsiteX155" fmla="*/ 180964 w 209857"/>
                <a:gd name="connsiteY155" fmla="*/ 5970 h 136660"/>
                <a:gd name="connsiteX156" fmla="*/ 194646 w 209857"/>
                <a:gd name="connsiteY156" fmla="*/ 4083 h 136660"/>
                <a:gd name="connsiteX157" fmla="*/ 201138 w 209857"/>
                <a:gd name="connsiteY157" fmla="*/ 1932 h 136660"/>
                <a:gd name="connsiteX158" fmla="*/ 205498 w 209857"/>
                <a:gd name="connsiteY158" fmla="*/ 1932 h 136660"/>
                <a:gd name="connsiteX159" fmla="*/ 207631 w 209857"/>
                <a:gd name="connsiteY159" fmla="*/ 3380 h 136660"/>
                <a:gd name="connsiteX160" fmla="*/ 208048 w 209857"/>
                <a:gd name="connsiteY160" fmla="*/ 2546 h 136660"/>
                <a:gd name="connsiteX161" fmla="*/ 209579 w 209857"/>
                <a:gd name="connsiteY161" fmla="*/ 2019 h 136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209857" h="136660">
                  <a:moveTo>
                    <a:pt x="209486" y="2283"/>
                  </a:moveTo>
                  <a:cubicBezTo>
                    <a:pt x="209486" y="2283"/>
                    <a:pt x="209764" y="2546"/>
                    <a:pt x="209857" y="2678"/>
                  </a:cubicBezTo>
                  <a:cubicBezTo>
                    <a:pt x="209811" y="2590"/>
                    <a:pt x="209764" y="2458"/>
                    <a:pt x="209672" y="2414"/>
                  </a:cubicBezTo>
                  <a:lnTo>
                    <a:pt x="209069" y="1976"/>
                  </a:lnTo>
                  <a:lnTo>
                    <a:pt x="206472" y="219"/>
                  </a:lnTo>
                  <a:cubicBezTo>
                    <a:pt x="206472" y="219"/>
                    <a:pt x="206054" y="0"/>
                    <a:pt x="205776" y="0"/>
                  </a:cubicBezTo>
                  <a:lnTo>
                    <a:pt x="200860" y="0"/>
                  </a:lnTo>
                  <a:cubicBezTo>
                    <a:pt x="200860" y="0"/>
                    <a:pt x="200582" y="0"/>
                    <a:pt x="200489" y="44"/>
                  </a:cubicBezTo>
                  <a:lnTo>
                    <a:pt x="194043" y="2195"/>
                  </a:lnTo>
                  <a:lnTo>
                    <a:pt x="180129" y="4127"/>
                  </a:lnTo>
                  <a:cubicBezTo>
                    <a:pt x="179851" y="4127"/>
                    <a:pt x="179573" y="4302"/>
                    <a:pt x="179387" y="4522"/>
                  </a:cubicBezTo>
                  <a:lnTo>
                    <a:pt x="174564" y="10273"/>
                  </a:lnTo>
                  <a:lnTo>
                    <a:pt x="173451" y="9526"/>
                  </a:lnTo>
                  <a:cubicBezTo>
                    <a:pt x="173034" y="9219"/>
                    <a:pt x="172431" y="9263"/>
                    <a:pt x="172013" y="9570"/>
                  </a:cubicBezTo>
                  <a:lnTo>
                    <a:pt x="163897" y="16155"/>
                  </a:lnTo>
                  <a:cubicBezTo>
                    <a:pt x="163433" y="16550"/>
                    <a:pt x="163341" y="17253"/>
                    <a:pt x="163758" y="17692"/>
                  </a:cubicBezTo>
                  <a:lnTo>
                    <a:pt x="170297" y="24979"/>
                  </a:lnTo>
                  <a:lnTo>
                    <a:pt x="168489" y="29764"/>
                  </a:lnTo>
                  <a:cubicBezTo>
                    <a:pt x="168349" y="30115"/>
                    <a:pt x="168396" y="30511"/>
                    <a:pt x="168628" y="30774"/>
                  </a:cubicBezTo>
                  <a:lnTo>
                    <a:pt x="171225" y="34110"/>
                  </a:lnTo>
                  <a:lnTo>
                    <a:pt x="160651" y="43856"/>
                  </a:lnTo>
                  <a:cubicBezTo>
                    <a:pt x="160280" y="44207"/>
                    <a:pt x="160187" y="44690"/>
                    <a:pt x="160419" y="45129"/>
                  </a:cubicBezTo>
                  <a:lnTo>
                    <a:pt x="162042" y="48202"/>
                  </a:lnTo>
                  <a:lnTo>
                    <a:pt x="162042" y="52856"/>
                  </a:lnTo>
                  <a:lnTo>
                    <a:pt x="153880" y="54743"/>
                  </a:lnTo>
                  <a:lnTo>
                    <a:pt x="150819" y="52812"/>
                  </a:lnTo>
                  <a:cubicBezTo>
                    <a:pt x="150819" y="52812"/>
                    <a:pt x="150401" y="52636"/>
                    <a:pt x="150170" y="52636"/>
                  </a:cubicBezTo>
                  <a:lnTo>
                    <a:pt x="142935" y="52636"/>
                  </a:lnTo>
                  <a:cubicBezTo>
                    <a:pt x="142285" y="52636"/>
                    <a:pt x="141775" y="53119"/>
                    <a:pt x="141775" y="53734"/>
                  </a:cubicBezTo>
                  <a:lnTo>
                    <a:pt x="141775" y="55665"/>
                  </a:lnTo>
                  <a:cubicBezTo>
                    <a:pt x="141775" y="56017"/>
                    <a:pt x="141914" y="56324"/>
                    <a:pt x="142193" y="56499"/>
                  </a:cubicBezTo>
                  <a:lnTo>
                    <a:pt x="148361" y="61284"/>
                  </a:lnTo>
                  <a:lnTo>
                    <a:pt x="149938" y="64533"/>
                  </a:lnTo>
                  <a:lnTo>
                    <a:pt x="145764" y="68967"/>
                  </a:lnTo>
                  <a:lnTo>
                    <a:pt x="136256" y="71074"/>
                  </a:lnTo>
                  <a:cubicBezTo>
                    <a:pt x="135746" y="71206"/>
                    <a:pt x="135375" y="71645"/>
                    <a:pt x="135375" y="72128"/>
                  </a:cubicBezTo>
                  <a:lnTo>
                    <a:pt x="135375" y="79284"/>
                  </a:lnTo>
                  <a:lnTo>
                    <a:pt x="131758" y="81961"/>
                  </a:lnTo>
                  <a:cubicBezTo>
                    <a:pt x="131526" y="82137"/>
                    <a:pt x="131340" y="82444"/>
                    <a:pt x="131340" y="82708"/>
                  </a:cubicBezTo>
                  <a:cubicBezTo>
                    <a:pt x="131340" y="83015"/>
                    <a:pt x="131433" y="83322"/>
                    <a:pt x="131619" y="83542"/>
                  </a:cubicBezTo>
                  <a:lnTo>
                    <a:pt x="133659" y="85693"/>
                  </a:lnTo>
                  <a:lnTo>
                    <a:pt x="133659" y="91137"/>
                  </a:lnTo>
                  <a:lnTo>
                    <a:pt x="127909" y="96361"/>
                  </a:lnTo>
                  <a:lnTo>
                    <a:pt x="125126" y="91093"/>
                  </a:lnTo>
                  <a:cubicBezTo>
                    <a:pt x="124894" y="90698"/>
                    <a:pt x="124523" y="90434"/>
                    <a:pt x="123966" y="90478"/>
                  </a:cubicBezTo>
                  <a:cubicBezTo>
                    <a:pt x="123503" y="90478"/>
                    <a:pt x="123085" y="90829"/>
                    <a:pt x="122946" y="91268"/>
                  </a:cubicBezTo>
                  <a:lnTo>
                    <a:pt x="121880" y="94824"/>
                  </a:lnTo>
                  <a:lnTo>
                    <a:pt x="117659" y="92497"/>
                  </a:lnTo>
                  <a:cubicBezTo>
                    <a:pt x="117381" y="92366"/>
                    <a:pt x="117056" y="92322"/>
                    <a:pt x="116778" y="92410"/>
                  </a:cubicBezTo>
                  <a:cubicBezTo>
                    <a:pt x="116453" y="92497"/>
                    <a:pt x="116221" y="92673"/>
                    <a:pt x="116082" y="92936"/>
                  </a:cubicBezTo>
                  <a:lnTo>
                    <a:pt x="114088" y="96448"/>
                  </a:lnTo>
                  <a:lnTo>
                    <a:pt x="106946" y="96448"/>
                  </a:lnTo>
                  <a:cubicBezTo>
                    <a:pt x="106529" y="96448"/>
                    <a:pt x="106158" y="96668"/>
                    <a:pt x="105926" y="97019"/>
                  </a:cubicBezTo>
                  <a:cubicBezTo>
                    <a:pt x="105740" y="97370"/>
                    <a:pt x="105740" y="97809"/>
                    <a:pt x="105926" y="98117"/>
                  </a:cubicBezTo>
                  <a:lnTo>
                    <a:pt x="108708" y="102287"/>
                  </a:lnTo>
                  <a:lnTo>
                    <a:pt x="105462" y="103736"/>
                  </a:lnTo>
                  <a:lnTo>
                    <a:pt x="101334" y="101760"/>
                  </a:lnTo>
                  <a:cubicBezTo>
                    <a:pt x="101334" y="101760"/>
                    <a:pt x="101010" y="101629"/>
                    <a:pt x="100824" y="101629"/>
                  </a:cubicBezTo>
                  <a:lnTo>
                    <a:pt x="94146" y="101629"/>
                  </a:lnTo>
                  <a:cubicBezTo>
                    <a:pt x="93775" y="101629"/>
                    <a:pt x="93404" y="101804"/>
                    <a:pt x="93172" y="102112"/>
                  </a:cubicBezTo>
                  <a:lnTo>
                    <a:pt x="86772" y="111418"/>
                  </a:lnTo>
                  <a:cubicBezTo>
                    <a:pt x="86772" y="111418"/>
                    <a:pt x="86633" y="111638"/>
                    <a:pt x="86633" y="111770"/>
                  </a:cubicBezTo>
                  <a:lnTo>
                    <a:pt x="84036" y="123008"/>
                  </a:lnTo>
                  <a:cubicBezTo>
                    <a:pt x="83943" y="123447"/>
                    <a:pt x="84128" y="123886"/>
                    <a:pt x="84500" y="124149"/>
                  </a:cubicBezTo>
                  <a:lnTo>
                    <a:pt x="87560" y="126169"/>
                  </a:lnTo>
                  <a:lnTo>
                    <a:pt x="72812" y="130734"/>
                  </a:lnTo>
                  <a:lnTo>
                    <a:pt x="57647" y="130734"/>
                  </a:lnTo>
                  <a:cubicBezTo>
                    <a:pt x="57322" y="130734"/>
                    <a:pt x="57044" y="130866"/>
                    <a:pt x="56812" y="131086"/>
                  </a:cubicBezTo>
                  <a:lnTo>
                    <a:pt x="53380" y="134510"/>
                  </a:lnTo>
                  <a:lnTo>
                    <a:pt x="48511" y="134510"/>
                  </a:lnTo>
                  <a:lnTo>
                    <a:pt x="46795" y="133149"/>
                  </a:lnTo>
                  <a:cubicBezTo>
                    <a:pt x="46563" y="132973"/>
                    <a:pt x="46238" y="132842"/>
                    <a:pt x="45960" y="132885"/>
                  </a:cubicBezTo>
                  <a:lnTo>
                    <a:pt x="25322" y="134510"/>
                  </a:lnTo>
                  <a:lnTo>
                    <a:pt x="8997" y="129374"/>
                  </a:lnTo>
                  <a:lnTo>
                    <a:pt x="2968" y="127530"/>
                  </a:lnTo>
                  <a:lnTo>
                    <a:pt x="1484" y="127091"/>
                  </a:lnTo>
                  <a:cubicBezTo>
                    <a:pt x="1484" y="127091"/>
                    <a:pt x="1391" y="127091"/>
                    <a:pt x="1345" y="127091"/>
                  </a:cubicBezTo>
                  <a:cubicBezTo>
                    <a:pt x="1206" y="127091"/>
                    <a:pt x="1067" y="127091"/>
                    <a:pt x="881" y="127091"/>
                  </a:cubicBezTo>
                  <a:cubicBezTo>
                    <a:pt x="742" y="127091"/>
                    <a:pt x="603" y="127135"/>
                    <a:pt x="510" y="127222"/>
                  </a:cubicBezTo>
                  <a:cubicBezTo>
                    <a:pt x="371" y="127310"/>
                    <a:pt x="325" y="127398"/>
                    <a:pt x="232" y="127530"/>
                  </a:cubicBezTo>
                  <a:cubicBezTo>
                    <a:pt x="232" y="127530"/>
                    <a:pt x="185" y="127574"/>
                    <a:pt x="139" y="127618"/>
                  </a:cubicBezTo>
                  <a:cubicBezTo>
                    <a:pt x="139" y="127661"/>
                    <a:pt x="46" y="127705"/>
                    <a:pt x="0" y="127749"/>
                  </a:cubicBezTo>
                  <a:cubicBezTo>
                    <a:pt x="0" y="127793"/>
                    <a:pt x="0" y="127837"/>
                    <a:pt x="0" y="127881"/>
                  </a:cubicBezTo>
                  <a:cubicBezTo>
                    <a:pt x="0" y="128013"/>
                    <a:pt x="0" y="128144"/>
                    <a:pt x="0" y="128276"/>
                  </a:cubicBezTo>
                  <a:cubicBezTo>
                    <a:pt x="0" y="128276"/>
                    <a:pt x="0" y="128364"/>
                    <a:pt x="0" y="128408"/>
                  </a:cubicBezTo>
                  <a:cubicBezTo>
                    <a:pt x="0" y="128495"/>
                    <a:pt x="46" y="128583"/>
                    <a:pt x="139" y="128671"/>
                  </a:cubicBezTo>
                  <a:cubicBezTo>
                    <a:pt x="278" y="128847"/>
                    <a:pt x="464" y="129066"/>
                    <a:pt x="696" y="129110"/>
                  </a:cubicBezTo>
                  <a:lnTo>
                    <a:pt x="4731" y="130383"/>
                  </a:lnTo>
                  <a:lnTo>
                    <a:pt x="24719" y="136617"/>
                  </a:lnTo>
                  <a:cubicBezTo>
                    <a:pt x="24719" y="136617"/>
                    <a:pt x="24951" y="136661"/>
                    <a:pt x="25090" y="136661"/>
                  </a:cubicBezTo>
                  <a:cubicBezTo>
                    <a:pt x="25090" y="136661"/>
                    <a:pt x="25136" y="136661"/>
                    <a:pt x="25183" y="136661"/>
                  </a:cubicBezTo>
                  <a:lnTo>
                    <a:pt x="45589" y="135037"/>
                  </a:lnTo>
                  <a:lnTo>
                    <a:pt x="47258" y="136398"/>
                  </a:lnTo>
                  <a:cubicBezTo>
                    <a:pt x="47258" y="136398"/>
                    <a:pt x="47722" y="136661"/>
                    <a:pt x="48000" y="136661"/>
                  </a:cubicBezTo>
                  <a:lnTo>
                    <a:pt x="53798" y="136661"/>
                  </a:lnTo>
                  <a:cubicBezTo>
                    <a:pt x="54122" y="136661"/>
                    <a:pt x="54400" y="136529"/>
                    <a:pt x="54633" y="136310"/>
                  </a:cubicBezTo>
                  <a:lnTo>
                    <a:pt x="58064" y="132885"/>
                  </a:lnTo>
                  <a:lnTo>
                    <a:pt x="72951" y="132885"/>
                  </a:lnTo>
                  <a:cubicBezTo>
                    <a:pt x="72951" y="132885"/>
                    <a:pt x="73183" y="132885"/>
                    <a:pt x="73322" y="132842"/>
                  </a:cubicBezTo>
                  <a:lnTo>
                    <a:pt x="90436" y="127530"/>
                  </a:lnTo>
                  <a:cubicBezTo>
                    <a:pt x="90853" y="127398"/>
                    <a:pt x="91178" y="127047"/>
                    <a:pt x="91224" y="126652"/>
                  </a:cubicBezTo>
                  <a:cubicBezTo>
                    <a:pt x="91270" y="126257"/>
                    <a:pt x="91085" y="125818"/>
                    <a:pt x="90760" y="125598"/>
                  </a:cubicBezTo>
                  <a:lnTo>
                    <a:pt x="86447" y="122745"/>
                  </a:lnTo>
                  <a:lnTo>
                    <a:pt x="88859" y="112384"/>
                  </a:lnTo>
                  <a:lnTo>
                    <a:pt x="94795" y="103736"/>
                  </a:lnTo>
                  <a:lnTo>
                    <a:pt x="100546" y="103736"/>
                  </a:lnTo>
                  <a:lnTo>
                    <a:pt x="104952" y="105799"/>
                  </a:lnTo>
                  <a:cubicBezTo>
                    <a:pt x="105276" y="105931"/>
                    <a:pt x="105648" y="105931"/>
                    <a:pt x="105972" y="105799"/>
                  </a:cubicBezTo>
                  <a:lnTo>
                    <a:pt x="110888" y="103604"/>
                  </a:lnTo>
                  <a:cubicBezTo>
                    <a:pt x="111166" y="103473"/>
                    <a:pt x="111398" y="103209"/>
                    <a:pt x="111491" y="102902"/>
                  </a:cubicBezTo>
                  <a:cubicBezTo>
                    <a:pt x="111584" y="102594"/>
                    <a:pt x="111491" y="102287"/>
                    <a:pt x="111352" y="102024"/>
                  </a:cubicBezTo>
                  <a:lnTo>
                    <a:pt x="108987" y="98512"/>
                  </a:lnTo>
                  <a:lnTo>
                    <a:pt x="114691" y="98512"/>
                  </a:lnTo>
                  <a:cubicBezTo>
                    <a:pt x="115108" y="98512"/>
                    <a:pt x="115526" y="98292"/>
                    <a:pt x="115711" y="97941"/>
                  </a:cubicBezTo>
                  <a:lnTo>
                    <a:pt x="117474" y="94824"/>
                  </a:lnTo>
                  <a:lnTo>
                    <a:pt x="121926" y="97283"/>
                  </a:lnTo>
                  <a:cubicBezTo>
                    <a:pt x="122250" y="97458"/>
                    <a:pt x="122622" y="97458"/>
                    <a:pt x="122946" y="97326"/>
                  </a:cubicBezTo>
                  <a:cubicBezTo>
                    <a:pt x="123271" y="97195"/>
                    <a:pt x="123503" y="96931"/>
                    <a:pt x="123642" y="96624"/>
                  </a:cubicBezTo>
                  <a:lnTo>
                    <a:pt x="124291" y="94429"/>
                  </a:lnTo>
                  <a:lnTo>
                    <a:pt x="126424" y="98468"/>
                  </a:lnTo>
                  <a:cubicBezTo>
                    <a:pt x="126610" y="98775"/>
                    <a:pt x="126888" y="98995"/>
                    <a:pt x="127259" y="99039"/>
                  </a:cubicBezTo>
                  <a:cubicBezTo>
                    <a:pt x="127630" y="99126"/>
                    <a:pt x="128001" y="98995"/>
                    <a:pt x="128279" y="98731"/>
                  </a:cubicBezTo>
                  <a:lnTo>
                    <a:pt x="135515" y="92146"/>
                  </a:lnTo>
                  <a:cubicBezTo>
                    <a:pt x="135515" y="92146"/>
                    <a:pt x="135885" y="91663"/>
                    <a:pt x="135885" y="91356"/>
                  </a:cubicBezTo>
                  <a:lnTo>
                    <a:pt x="135885" y="85034"/>
                  </a:lnTo>
                  <a:cubicBezTo>
                    <a:pt x="135885" y="84771"/>
                    <a:pt x="135793" y="84508"/>
                    <a:pt x="135607" y="84288"/>
                  </a:cubicBezTo>
                  <a:lnTo>
                    <a:pt x="134123" y="82708"/>
                  </a:lnTo>
                  <a:lnTo>
                    <a:pt x="137230" y="80425"/>
                  </a:lnTo>
                  <a:cubicBezTo>
                    <a:pt x="137509" y="80205"/>
                    <a:pt x="137694" y="79898"/>
                    <a:pt x="137694" y="79547"/>
                  </a:cubicBezTo>
                  <a:lnTo>
                    <a:pt x="137694" y="72742"/>
                  </a:lnTo>
                  <a:lnTo>
                    <a:pt x="146645" y="70767"/>
                  </a:lnTo>
                  <a:cubicBezTo>
                    <a:pt x="146645" y="70767"/>
                    <a:pt x="147062" y="70591"/>
                    <a:pt x="147248" y="70416"/>
                  </a:cubicBezTo>
                  <a:lnTo>
                    <a:pt x="152164" y="65192"/>
                  </a:lnTo>
                  <a:cubicBezTo>
                    <a:pt x="152488" y="64840"/>
                    <a:pt x="152535" y="64401"/>
                    <a:pt x="152349" y="64006"/>
                  </a:cubicBezTo>
                  <a:lnTo>
                    <a:pt x="150309" y="59880"/>
                  </a:lnTo>
                  <a:cubicBezTo>
                    <a:pt x="150309" y="59880"/>
                    <a:pt x="150123" y="59616"/>
                    <a:pt x="149984" y="59485"/>
                  </a:cubicBezTo>
                  <a:lnTo>
                    <a:pt x="144048" y="54875"/>
                  </a:lnTo>
                  <a:lnTo>
                    <a:pt x="144048" y="54568"/>
                  </a:lnTo>
                  <a:lnTo>
                    <a:pt x="149799" y="54568"/>
                  </a:lnTo>
                  <a:lnTo>
                    <a:pt x="152999" y="56587"/>
                  </a:lnTo>
                  <a:cubicBezTo>
                    <a:pt x="153277" y="56763"/>
                    <a:pt x="153601" y="56807"/>
                    <a:pt x="153926" y="56763"/>
                  </a:cubicBezTo>
                  <a:lnTo>
                    <a:pt x="163480" y="54568"/>
                  </a:lnTo>
                  <a:cubicBezTo>
                    <a:pt x="163990" y="54436"/>
                    <a:pt x="164361" y="53997"/>
                    <a:pt x="164361" y="53514"/>
                  </a:cubicBezTo>
                  <a:lnTo>
                    <a:pt x="164361" y="47763"/>
                  </a:lnTo>
                  <a:cubicBezTo>
                    <a:pt x="164361" y="47763"/>
                    <a:pt x="164361" y="47412"/>
                    <a:pt x="164222" y="47280"/>
                  </a:cubicBezTo>
                  <a:lnTo>
                    <a:pt x="162877" y="44690"/>
                  </a:lnTo>
                  <a:lnTo>
                    <a:pt x="173590" y="34813"/>
                  </a:lnTo>
                  <a:cubicBezTo>
                    <a:pt x="174008" y="34418"/>
                    <a:pt x="174054" y="33803"/>
                    <a:pt x="173729" y="33364"/>
                  </a:cubicBezTo>
                  <a:lnTo>
                    <a:pt x="170900" y="29720"/>
                  </a:lnTo>
                  <a:lnTo>
                    <a:pt x="172709" y="24891"/>
                  </a:lnTo>
                  <a:cubicBezTo>
                    <a:pt x="172848" y="24540"/>
                    <a:pt x="172755" y="24101"/>
                    <a:pt x="172523" y="23794"/>
                  </a:cubicBezTo>
                  <a:lnTo>
                    <a:pt x="166309" y="16858"/>
                  </a:lnTo>
                  <a:lnTo>
                    <a:pt x="172848" y="11546"/>
                  </a:lnTo>
                  <a:lnTo>
                    <a:pt x="174147" y="12424"/>
                  </a:lnTo>
                  <a:cubicBezTo>
                    <a:pt x="174657" y="12775"/>
                    <a:pt x="175352" y="12687"/>
                    <a:pt x="175724" y="12204"/>
                  </a:cubicBezTo>
                  <a:lnTo>
                    <a:pt x="180964" y="5970"/>
                  </a:lnTo>
                  <a:lnTo>
                    <a:pt x="194646" y="4083"/>
                  </a:lnTo>
                  <a:lnTo>
                    <a:pt x="201138" y="1932"/>
                  </a:lnTo>
                  <a:lnTo>
                    <a:pt x="205498" y="1932"/>
                  </a:lnTo>
                  <a:lnTo>
                    <a:pt x="207631" y="3380"/>
                  </a:lnTo>
                  <a:lnTo>
                    <a:pt x="208048" y="2546"/>
                  </a:lnTo>
                  <a:cubicBezTo>
                    <a:pt x="208327" y="1976"/>
                    <a:pt x="209022" y="1756"/>
                    <a:pt x="209579" y="20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2" name="Freeform: Shape 2591">
              <a:extLst>
                <a:ext uri="{FF2B5EF4-FFF2-40B4-BE49-F238E27FC236}">
                  <a16:creationId xmlns:a16="http://schemas.microsoft.com/office/drawing/2014/main" id="{439DAEAD-DF77-292A-5ABD-9196D3E2B774}"/>
                </a:ext>
              </a:extLst>
            </p:cNvPr>
            <p:cNvSpPr>
              <a:spLocks/>
            </p:cNvSpPr>
            <p:nvPr/>
          </p:nvSpPr>
          <p:spPr>
            <a:xfrm>
              <a:off x="7436720" y="3190227"/>
              <a:ext cx="30" cy="590"/>
            </a:xfrm>
            <a:custGeom>
              <a:avLst/>
              <a:gdLst>
                <a:gd name="connsiteX0" fmla="*/ 0 w 20"/>
                <a:gd name="connsiteY0" fmla="*/ 0 h 395"/>
                <a:gd name="connsiteX1" fmla="*/ 0 w 20"/>
                <a:gd name="connsiteY1" fmla="*/ 395 h 395"/>
                <a:gd name="connsiteX2" fmla="*/ 0 w 20"/>
                <a:gd name="connsiteY2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" h="395">
                  <a:moveTo>
                    <a:pt x="0" y="0"/>
                  </a:moveTo>
                  <a:cubicBezTo>
                    <a:pt x="0" y="0"/>
                    <a:pt x="0" y="263"/>
                    <a:pt x="0" y="395"/>
                  </a:cubicBezTo>
                  <a:cubicBezTo>
                    <a:pt x="0" y="263"/>
                    <a:pt x="46" y="132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3" name="Freeform: Shape 2592">
              <a:extLst>
                <a:ext uri="{FF2B5EF4-FFF2-40B4-BE49-F238E27FC236}">
                  <a16:creationId xmlns:a16="http://schemas.microsoft.com/office/drawing/2014/main" id="{D0C625D8-2F86-3522-35BE-590238F97962}"/>
                </a:ext>
              </a:extLst>
            </p:cNvPr>
            <p:cNvSpPr>
              <a:spLocks/>
            </p:cNvSpPr>
            <p:nvPr/>
          </p:nvSpPr>
          <p:spPr>
            <a:xfrm>
              <a:off x="7287774" y="3141435"/>
              <a:ext cx="168684" cy="54100"/>
            </a:xfrm>
            <a:custGeom>
              <a:avLst/>
              <a:gdLst>
                <a:gd name="connsiteX0" fmla="*/ 109156 w 113011"/>
                <a:gd name="connsiteY0" fmla="*/ 20617 h 36245"/>
                <a:gd name="connsiteX1" fmla="*/ 103637 w 113011"/>
                <a:gd name="connsiteY1" fmla="*/ 20617 h 36245"/>
                <a:gd name="connsiteX2" fmla="*/ 103266 w 113011"/>
                <a:gd name="connsiteY2" fmla="*/ 20661 h 36245"/>
                <a:gd name="connsiteX3" fmla="*/ 96402 w 113011"/>
                <a:gd name="connsiteY3" fmla="*/ 22900 h 36245"/>
                <a:gd name="connsiteX4" fmla="*/ 96402 w 113011"/>
                <a:gd name="connsiteY4" fmla="*/ 20617 h 36245"/>
                <a:gd name="connsiteX5" fmla="*/ 95243 w 113011"/>
                <a:gd name="connsiteY5" fmla="*/ 19519 h 36245"/>
                <a:gd name="connsiteX6" fmla="*/ 85967 w 113011"/>
                <a:gd name="connsiteY6" fmla="*/ 19519 h 36245"/>
                <a:gd name="connsiteX7" fmla="*/ 85504 w 113011"/>
                <a:gd name="connsiteY7" fmla="*/ 19607 h 36245"/>
                <a:gd name="connsiteX8" fmla="*/ 81747 w 113011"/>
                <a:gd name="connsiteY8" fmla="*/ 21275 h 36245"/>
                <a:gd name="connsiteX9" fmla="*/ 81376 w 113011"/>
                <a:gd name="connsiteY9" fmla="*/ 21539 h 36245"/>
                <a:gd name="connsiteX10" fmla="*/ 75764 w 113011"/>
                <a:gd name="connsiteY10" fmla="*/ 27641 h 36245"/>
                <a:gd name="connsiteX11" fmla="*/ 61295 w 113011"/>
                <a:gd name="connsiteY11" fmla="*/ 33611 h 36245"/>
                <a:gd name="connsiteX12" fmla="*/ 59393 w 113011"/>
                <a:gd name="connsiteY12" fmla="*/ 26587 h 36245"/>
                <a:gd name="connsiteX13" fmla="*/ 61666 w 113011"/>
                <a:gd name="connsiteY13" fmla="*/ 14734 h 36245"/>
                <a:gd name="connsiteX14" fmla="*/ 61666 w 113011"/>
                <a:gd name="connsiteY14" fmla="*/ 14164 h 36245"/>
                <a:gd name="connsiteX15" fmla="*/ 58790 w 113011"/>
                <a:gd name="connsiteY15" fmla="*/ 6218 h 36245"/>
                <a:gd name="connsiteX16" fmla="*/ 58373 w 113011"/>
                <a:gd name="connsiteY16" fmla="*/ 5691 h 36245"/>
                <a:gd name="connsiteX17" fmla="*/ 50535 w 113011"/>
                <a:gd name="connsiteY17" fmla="*/ 203 h 36245"/>
                <a:gd name="connsiteX18" fmla="*/ 49237 w 113011"/>
                <a:gd name="connsiteY18" fmla="*/ 159 h 36245"/>
                <a:gd name="connsiteX19" fmla="*/ 45480 w 113011"/>
                <a:gd name="connsiteY19" fmla="*/ 2354 h 36245"/>
                <a:gd name="connsiteX20" fmla="*/ 45109 w 113011"/>
                <a:gd name="connsiteY20" fmla="*/ 2706 h 36245"/>
                <a:gd name="connsiteX21" fmla="*/ 40750 w 113011"/>
                <a:gd name="connsiteY21" fmla="*/ 9027 h 36245"/>
                <a:gd name="connsiteX22" fmla="*/ 40564 w 113011"/>
                <a:gd name="connsiteY22" fmla="*/ 9642 h 36245"/>
                <a:gd name="connsiteX23" fmla="*/ 40564 w 113011"/>
                <a:gd name="connsiteY23" fmla="*/ 15524 h 36245"/>
                <a:gd name="connsiteX24" fmla="*/ 33932 w 113011"/>
                <a:gd name="connsiteY24" fmla="*/ 18422 h 36245"/>
                <a:gd name="connsiteX25" fmla="*/ 28089 w 113011"/>
                <a:gd name="connsiteY25" fmla="*/ 18422 h 36245"/>
                <a:gd name="connsiteX26" fmla="*/ 27068 w 113011"/>
                <a:gd name="connsiteY26" fmla="*/ 18993 h 36245"/>
                <a:gd name="connsiteX27" fmla="*/ 25028 w 113011"/>
                <a:gd name="connsiteY27" fmla="*/ 22549 h 36245"/>
                <a:gd name="connsiteX28" fmla="*/ 25028 w 113011"/>
                <a:gd name="connsiteY28" fmla="*/ 23558 h 36245"/>
                <a:gd name="connsiteX29" fmla="*/ 26419 w 113011"/>
                <a:gd name="connsiteY29" fmla="*/ 26236 h 36245"/>
                <a:gd name="connsiteX30" fmla="*/ 22662 w 113011"/>
                <a:gd name="connsiteY30" fmla="*/ 27290 h 36245"/>
                <a:gd name="connsiteX31" fmla="*/ 18210 w 113011"/>
                <a:gd name="connsiteY31" fmla="*/ 22329 h 36245"/>
                <a:gd name="connsiteX32" fmla="*/ 16680 w 113011"/>
                <a:gd name="connsiteY32" fmla="*/ 22153 h 36245"/>
                <a:gd name="connsiteX33" fmla="*/ 5642 w 113011"/>
                <a:gd name="connsiteY33" fmla="*/ 29485 h 36245"/>
                <a:gd name="connsiteX34" fmla="*/ 2257 w 113011"/>
                <a:gd name="connsiteY34" fmla="*/ 27904 h 36245"/>
                <a:gd name="connsiteX35" fmla="*/ 1607 w 113011"/>
                <a:gd name="connsiteY35" fmla="*/ 27597 h 36245"/>
                <a:gd name="connsiteX36" fmla="*/ 77 w 113011"/>
                <a:gd name="connsiteY36" fmla="*/ 28080 h 36245"/>
                <a:gd name="connsiteX37" fmla="*/ 30 w 113011"/>
                <a:gd name="connsiteY37" fmla="*/ 28738 h 36245"/>
                <a:gd name="connsiteX38" fmla="*/ 216 w 113011"/>
                <a:gd name="connsiteY38" fmla="*/ 29090 h 36245"/>
                <a:gd name="connsiteX39" fmla="*/ 494 w 113011"/>
                <a:gd name="connsiteY39" fmla="*/ 29397 h 36245"/>
                <a:gd name="connsiteX40" fmla="*/ 494 w 113011"/>
                <a:gd name="connsiteY40" fmla="*/ 29397 h 36245"/>
                <a:gd name="connsiteX41" fmla="*/ 587 w 113011"/>
                <a:gd name="connsiteY41" fmla="*/ 29529 h 36245"/>
                <a:gd name="connsiteX42" fmla="*/ 5225 w 113011"/>
                <a:gd name="connsiteY42" fmla="*/ 31724 h 36245"/>
                <a:gd name="connsiteX43" fmla="*/ 6384 w 113011"/>
                <a:gd name="connsiteY43" fmla="*/ 31636 h 36245"/>
                <a:gd name="connsiteX44" fmla="*/ 17097 w 113011"/>
                <a:gd name="connsiteY44" fmla="*/ 24524 h 36245"/>
                <a:gd name="connsiteX45" fmla="*/ 21364 w 113011"/>
                <a:gd name="connsiteY45" fmla="*/ 29265 h 36245"/>
                <a:gd name="connsiteX46" fmla="*/ 22570 w 113011"/>
                <a:gd name="connsiteY46" fmla="*/ 29616 h 36245"/>
                <a:gd name="connsiteX47" fmla="*/ 28367 w 113011"/>
                <a:gd name="connsiteY47" fmla="*/ 27948 h 36245"/>
                <a:gd name="connsiteX48" fmla="*/ 29109 w 113011"/>
                <a:gd name="connsiteY48" fmla="*/ 27334 h 36245"/>
                <a:gd name="connsiteX49" fmla="*/ 29109 w 113011"/>
                <a:gd name="connsiteY49" fmla="*/ 26412 h 36245"/>
                <a:gd name="connsiteX50" fmla="*/ 27347 w 113011"/>
                <a:gd name="connsiteY50" fmla="*/ 23075 h 36245"/>
                <a:gd name="connsiteX51" fmla="*/ 28784 w 113011"/>
                <a:gd name="connsiteY51" fmla="*/ 20573 h 36245"/>
                <a:gd name="connsiteX52" fmla="*/ 34164 w 113011"/>
                <a:gd name="connsiteY52" fmla="*/ 20573 h 36245"/>
                <a:gd name="connsiteX53" fmla="*/ 34628 w 113011"/>
                <a:gd name="connsiteY53" fmla="*/ 20485 h 36245"/>
                <a:gd name="connsiteX54" fmla="*/ 42141 w 113011"/>
                <a:gd name="connsiteY54" fmla="*/ 17193 h 36245"/>
                <a:gd name="connsiteX55" fmla="*/ 42837 w 113011"/>
                <a:gd name="connsiteY55" fmla="*/ 16183 h 36245"/>
                <a:gd name="connsiteX56" fmla="*/ 42837 w 113011"/>
                <a:gd name="connsiteY56" fmla="*/ 9905 h 36245"/>
                <a:gd name="connsiteX57" fmla="*/ 46871 w 113011"/>
                <a:gd name="connsiteY57" fmla="*/ 4067 h 36245"/>
                <a:gd name="connsiteX58" fmla="*/ 49747 w 113011"/>
                <a:gd name="connsiteY58" fmla="*/ 2398 h 36245"/>
                <a:gd name="connsiteX59" fmla="*/ 56657 w 113011"/>
                <a:gd name="connsiteY59" fmla="*/ 7227 h 36245"/>
                <a:gd name="connsiteX60" fmla="*/ 59347 w 113011"/>
                <a:gd name="connsiteY60" fmla="*/ 14603 h 36245"/>
                <a:gd name="connsiteX61" fmla="*/ 57075 w 113011"/>
                <a:gd name="connsiteY61" fmla="*/ 26412 h 36245"/>
                <a:gd name="connsiteX62" fmla="*/ 57075 w 113011"/>
                <a:gd name="connsiteY62" fmla="*/ 26895 h 36245"/>
                <a:gd name="connsiteX63" fmla="*/ 59393 w 113011"/>
                <a:gd name="connsiteY63" fmla="*/ 35411 h 36245"/>
                <a:gd name="connsiteX64" fmla="*/ 59996 w 113011"/>
                <a:gd name="connsiteY64" fmla="*/ 36114 h 36245"/>
                <a:gd name="connsiteX65" fmla="*/ 60506 w 113011"/>
                <a:gd name="connsiteY65" fmla="*/ 36245 h 36245"/>
                <a:gd name="connsiteX66" fmla="*/ 60970 w 113011"/>
                <a:gd name="connsiteY66" fmla="*/ 36158 h 36245"/>
                <a:gd name="connsiteX67" fmla="*/ 76924 w 113011"/>
                <a:gd name="connsiteY67" fmla="*/ 29573 h 36245"/>
                <a:gd name="connsiteX68" fmla="*/ 77341 w 113011"/>
                <a:gd name="connsiteY68" fmla="*/ 29265 h 36245"/>
                <a:gd name="connsiteX69" fmla="*/ 82953 w 113011"/>
                <a:gd name="connsiteY69" fmla="*/ 23119 h 36245"/>
                <a:gd name="connsiteX70" fmla="*/ 86246 w 113011"/>
                <a:gd name="connsiteY70" fmla="*/ 21670 h 36245"/>
                <a:gd name="connsiteX71" fmla="*/ 94130 w 113011"/>
                <a:gd name="connsiteY71" fmla="*/ 21670 h 36245"/>
                <a:gd name="connsiteX72" fmla="*/ 94130 w 113011"/>
                <a:gd name="connsiteY72" fmla="*/ 24392 h 36245"/>
                <a:gd name="connsiteX73" fmla="*/ 94594 w 113011"/>
                <a:gd name="connsiteY73" fmla="*/ 25270 h 36245"/>
                <a:gd name="connsiteX74" fmla="*/ 95660 w 113011"/>
                <a:gd name="connsiteY74" fmla="*/ 25402 h 36245"/>
                <a:gd name="connsiteX75" fmla="*/ 103869 w 113011"/>
                <a:gd name="connsiteY75" fmla="*/ 22724 h 36245"/>
                <a:gd name="connsiteX76" fmla="*/ 108692 w 113011"/>
                <a:gd name="connsiteY76" fmla="*/ 22724 h 36245"/>
                <a:gd name="connsiteX77" fmla="*/ 109481 w 113011"/>
                <a:gd name="connsiteY77" fmla="*/ 23426 h 36245"/>
                <a:gd name="connsiteX78" fmla="*/ 111057 w 113011"/>
                <a:gd name="connsiteY78" fmla="*/ 24875 h 36245"/>
                <a:gd name="connsiteX79" fmla="*/ 112681 w 113011"/>
                <a:gd name="connsiteY79" fmla="*/ 24875 h 36245"/>
                <a:gd name="connsiteX80" fmla="*/ 112681 w 113011"/>
                <a:gd name="connsiteY80" fmla="*/ 23339 h 36245"/>
                <a:gd name="connsiteX81" fmla="*/ 112217 w 113011"/>
                <a:gd name="connsiteY81" fmla="*/ 22944 h 36245"/>
                <a:gd name="connsiteX82" fmla="*/ 109991 w 113011"/>
                <a:gd name="connsiteY82" fmla="*/ 20880 h 36245"/>
                <a:gd name="connsiteX83" fmla="*/ 109203 w 113011"/>
                <a:gd name="connsiteY83" fmla="*/ 20573 h 36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3011" h="36245">
                  <a:moveTo>
                    <a:pt x="109156" y="20617"/>
                  </a:moveTo>
                  <a:lnTo>
                    <a:pt x="103637" y="20617"/>
                  </a:lnTo>
                  <a:cubicBezTo>
                    <a:pt x="103637" y="20617"/>
                    <a:pt x="103359" y="20617"/>
                    <a:pt x="103266" y="20661"/>
                  </a:cubicBezTo>
                  <a:lnTo>
                    <a:pt x="96402" y="22900"/>
                  </a:lnTo>
                  <a:lnTo>
                    <a:pt x="96402" y="20617"/>
                  </a:lnTo>
                  <a:cubicBezTo>
                    <a:pt x="96402" y="20002"/>
                    <a:pt x="95892" y="19519"/>
                    <a:pt x="95243" y="19519"/>
                  </a:cubicBezTo>
                  <a:lnTo>
                    <a:pt x="85967" y="19519"/>
                  </a:lnTo>
                  <a:cubicBezTo>
                    <a:pt x="85967" y="19519"/>
                    <a:pt x="85643" y="19519"/>
                    <a:pt x="85504" y="19607"/>
                  </a:cubicBezTo>
                  <a:lnTo>
                    <a:pt x="81747" y="21275"/>
                  </a:lnTo>
                  <a:cubicBezTo>
                    <a:pt x="81747" y="21275"/>
                    <a:pt x="81469" y="21451"/>
                    <a:pt x="81376" y="21539"/>
                  </a:cubicBezTo>
                  <a:lnTo>
                    <a:pt x="75764" y="27641"/>
                  </a:lnTo>
                  <a:lnTo>
                    <a:pt x="61295" y="33611"/>
                  </a:lnTo>
                  <a:lnTo>
                    <a:pt x="59393" y="26587"/>
                  </a:lnTo>
                  <a:lnTo>
                    <a:pt x="61666" y="14734"/>
                  </a:lnTo>
                  <a:cubicBezTo>
                    <a:pt x="61666" y="14734"/>
                    <a:pt x="61666" y="14339"/>
                    <a:pt x="61666" y="14164"/>
                  </a:cubicBezTo>
                  <a:lnTo>
                    <a:pt x="58790" y="6218"/>
                  </a:lnTo>
                  <a:cubicBezTo>
                    <a:pt x="58790" y="6218"/>
                    <a:pt x="58558" y="5823"/>
                    <a:pt x="58373" y="5691"/>
                  </a:cubicBezTo>
                  <a:lnTo>
                    <a:pt x="50535" y="203"/>
                  </a:lnTo>
                  <a:cubicBezTo>
                    <a:pt x="50164" y="-60"/>
                    <a:pt x="49654" y="-60"/>
                    <a:pt x="49237" y="159"/>
                  </a:cubicBezTo>
                  <a:lnTo>
                    <a:pt x="45480" y="2354"/>
                  </a:lnTo>
                  <a:cubicBezTo>
                    <a:pt x="45480" y="2354"/>
                    <a:pt x="45202" y="2530"/>
                    <a:pt x="45109" y="2706"/>
                  </a:cubicBezTo>
                  <a:lnTo>
                    <a:pt x="40750" y="9027"/>
                  </a:lnTo>
                  <a:cubicBezTo>
                    <a:pt x="40750" y="9027"/>
                    <a:pt x="40564" y="9422"/>
                    <a:pt x="40564" y="9642"/>
                  </a:cubicBezTo>
                  <a:lnTo>
                    <a:pt x="40564" y="15524"/>
                  </a:lnTo>
                  <a:lnTo>
                    <a:pt x="33932" y="18422"/>
                  </a:lnTo>
                  <a:lnTo>
                    <a:pt x="28089" y="18422"/>
                  </a:lnTo>
                  <a:cubicBezTo>
                    <a:pt x="27671" y="18422"/>
                    <a:pt x="27254" y="18641"/>
                    <a:pt x="27068" y="18993"/>
                  </a:cubicBezTo>
                  <a:lnTo>
                    <a:pt x="25028" y="22549"/>
                  </a:lnTo>
                  <a:cubicBezTo>
                    <a:pt x="24842" y="22856"/>
                    <a:pt x="24842" y="23251"/>
                    <a:pt x="25028" y="23558"/>
                  </a:cubicBezTo>
                  <a:lnTo>
                    <a:pt x="26419" y="26236"/>
                  </a:lnTo>
                  <a:lnTo>
                    <a:pt x="22662" y="27290"/>
                  </a:lnTo>
                  <a:lnTo>
                    <a:pt x="18210" y="22329"/>
                  </a:lnTo>
                  <a:cubicBezTo>
                    <a:pt x="17839" y="21890"/>
                    <a:pt x="17144" y="21802"/>
                    <a:pt x="16680" y="22153"/>
                  </a:cubicBezTo>
                  <a:lnTo>
                    <a:pt x="5642" y="29485"/>
                  </a:lnTo>
                  <a:lnTo>
                    <a:pt x="2257" y="27904"/>
                  </a:lnTo>
                  <a:lnTo>
                    <a:pt x="1607" y="27597"/>
                  </a:lnTo>
                  <a:cubicBezTo>
                    <a:pt x="1051" y="27334"/>
                    <a:pt x="355" y="27553"/>
                    <a:pt x="77" y="28080"/>
                  </a:cubicBezTo>
                  <a:cubicBezTo>
                    <a:pt x="-16" y="28299"/>
                    <a:pt x="-16" y="28519"/>
                    <a:pt x="30" y="28738"/>
                  </a:cubicBezTo>
                  <a:cubicBezTo>
                    <a:pt x="30" y="28870"/>
                    <a:pt x="123" y="29002"/>
                    <a:pt x="216" y="29090"/>
                  </a:cubicBezTo>
                  <a:cubicBezTo>
                    <a:pt x="309" y="29221"/>
                    <a:pt x="355" y="29309"/>
                    <a:pt x="494" y="29397"/>
                  </a:cubicBezTo>
                  <a:cubicBezTo>
                    <a:pt x="494" y="29397"/>
                    <a:pt x="494" y="29397"/>
                    <a:pt x="494" y="29397"/>
                  </a:cubicBezTo>
                  <a:cubicBezTo>
                    <a:pt x="541" y="29397"/>
                    <a:pt x="541" y="29485"/>
                    <a:pt x="587" y="29529"/>
                  </a:cubicBezTo>
                  <a:lnTo>
                    <a:pt x="5225" y="31724"/>
                  </a:lnTo>
                  <a:cubicBezTo>
                    <a:pt x="5596" y="31899"/>
                    <a:pt x="6060" y="31855"/>
                    <a:pt x="6384" y="31636"/>
                  </a:cubicBezTo>
                  <a:lnTo>
                    <a:pt x="17097" y="24524"/>
                  </a:lnTo>
                  <a:lnTo>
                    <a:pt x="21364" y="29265"/>
                  </a:lnTo>
                  <a:cubicBezTo>
                    <a:pt x="21642" y="29616"/>
                    <a:pt x="22152" y="29704"/>
                    <a:pt x="22570" y="29616"/>
                  </a:cubicBezTo>
                  <a:lnTo>
                    <a:pt x="28367" y="27948"/>
                  </a:lnTo>
                  <a:cubicBezTo>
                    <a:pt x="28692" y="27860"/>
                    <a:pt x="28970" y="27641"/>
                    <a:pt x="29109" y="27334"/>
                  </a:cubicBezTo>
                  <a:cubicBezTo>
                    <a:pt x="29248" y="27026"/>
                    <a:pt x="29248" y="26675"/>
                    <a:pt x="29109" y="26412"/>
                  </a:cubicBezTo>
                  <a:lnTo>
                    <a:pt x="27347" y="23075"/>
                  </a:lnTo>
                  <a:lnTo>
                    <a:pt x="28784" y="20573"/>
                  </a:lnTo>
                  <a:lnTo>
                    <a:pt x="34164" y="20573"/>
                  </a:lnTo>
                  <a:cubicBezTo>
                    <a:pt x="34164" y="20573"/>
                    <a:pt x="34489" y="20573"/>
                    <a:pt x="34628" y="20485"/>
                  </a:cubicBezTo>
                  <a:lnTo>
                    <a:pt x="42141" y="17193"/>
                  </a:lnTo>
                  <a:cubicBezTo>
                    <a:pt x="42558" y="17017"/>
                    <a:pt x="42837" y="16622"/>
                    <a:pt x="42837" y="16183"/>
                  </a:cubicBezTo>
                  <a:lnTo>
                    <a:pt x="42837" y="9905"/>
                  </a:lnTo>
                  <a:lnTo>
                    <a:pt x="46871" y="4067"/>
                  </a:lnTo>
                  <a:lnTo>
                    <a:pt x="49747" y="2398"/>
                  </a:lnTo>
                  <a:lnTo>
                    <a:pt x="56657" y="7227"/>
                  </a:lnTo>
                  <a:lnTo>
                    <a:pt x="59347" y="14603"/>
                  </a:lnTo>
                  <a:lnTo>
                    <a:pt x="57075" y="26412"/>
                  </a:lnTo>
                  <a:cubicBezTo>
                    <a:pt x="57075" y="26412"/>
                    <a:pt x="57075" y="26719"/>
                    <a:pt x="57075" y="26895"/>
                  </a:cubicBezTo>
                  <a:lnTo>
                    <a:pt x="59393" y="35411"/>
                  </a:lnTo>
                  <a:cubicBezTo>
                    <a:pt x="59486" y="35719"/>
                    <a:pt x="59718" y="35982"/>
                    <a:pt x="59996" y="36114"/>
                  </a:cubicBezTo>
                  <a:cubicBezTo>
                    <a:pt x="60135" y="36201"/>
                    <a:pt x="60321" y="36245"/>
                    <a:pt x="60506" y="36245"/>
                  </a:cubicBezTo>
                  <a:cubicBezTo>
                    <a:pt x="60645" y="36245"/>
                    <a:pt x="60831" y="36245"/>
                    <a:pt x="60970" y="36158"/>
                  </a:cubicBezTo>
                  <a:lnTo>
                    <a:pt x="76924" y="29573"/>
                  </a:lnTo>
                  <a:cubicBezTo>
                    <a:pt x="76924" y="29573"/>
                    <a:pt x="77202" y="29397"/>
                    <a:pt x="77341" y="29265"/>
                  </a:cubicBezTo>
                  <a:lnTo>
                    <a:pt x="82953" y="23119"/>
                  </a:lnTo>
                  <a:lnTo>
                    <a:pt x="86246" y="21670"/>
                  </a:lnTo>
                  <a:lnTo>
                    <a:pt x="94130" y="21670"/>
                  </a:lnTo>
                  <a:lnTo>
                    <a:pt x="94130" y="24392"/>
                  </a:lnTo>
                  <a:cubicBezTo>
                    <a:pt x="94130" y="24744"/>
                    <a:pt x="94315" y="25095"/>
                    <a:pt x="94594" y="25270"/>
                  </a:cubicBezTo>
                  <a:cubicBezTo>
                    <a:pt x="94918" y="25490"/>
                    <a:pt x="95289" y="25534"/>
                    <a:pt x="95660" y="25402"/>
                  </a:cubicBezTo>
                  <a:lnTo>
                    <a:pt x="103869" y="22724"/>
                  </a:lnTo>
                  <a:lnTo>
                    <a:pt x="108692" y="22724"/>
                  </a:lnTo>
                  <a:lnTo>
                    <a:pt x="109481" y="23426"/>
                  </a:lnTo>
                  <a:lnTo>
                    <a:pt x="111057" y="24875"/>
                  </a:lnTo>
                  <a:cubicBezTo>
                    <a:pt x="111521" y="25314"/>
                    <a:pt x="112263" y="25270"/>
                    <a:pt x="112681" y="24875"/>
                  </a:cubicBezTo>
                  <a:cubicBezTo>
                    <a:pt x="113145" y="24436"/>
                    <a:pt x="113098" y="23734"/>
                    <a:pt x="112681" y="23339"/>
                  </a:cubicBezTo>
                  <a:lnTo>
                    <a:pt x="112217" y="22944"/>
                  </a:lnTo>
                  <a:lnTo>
                    <a:pt x="109991" y="20880"/>
                  </a:lnTo>
                  <a:cubicBezTo>
                    <a:pt x="109991" y="20880"/>
                    <a:pt x="109481" y="20573"/>
                    <a:pt x="109203" y="2057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4" name="Freeform: Shape 2593">
              <a:extLst>
                <a:ext uri="{FF2B5EF4-FFF2-40B4-BE49-F238E27FC236}">
                  <a16:creationId xmlns:a16="http://schemas.microsoft.com/office/drawing/2014/main" id="{1210DA6E-EB71-3D0F-8F4D-7D5FB382DACB}"/>
                </a:ext>
              </a:extLst>
            </p:cNvPr>
            <p:cNvSpPr>
              <a:spLocks/>
            </p:cNvSpPr>
            <p:nvPr/>
          </p:nvSpPr>
          <p:spPr>
            <a:xfrm>
              <a:off x="6923029" y="3013935"/>
              <a:ext cx="341252" cy="161615"/>
            </a:xfrm>
            <a:custGeom>
              <a:avLst/>
              <a:gdLst>
                <a:gd name="connsiteX0" fmla="*/ 29666 w 228624"/>
                <a:gd name="connsiteY0" fmla="*/ 10685 h 108275"/>
                <a:gd name="connsiteX1" fmla="*/ 42652 w 228624"/>
                <a:gd name="connsiteY1" fmla="*/ 22714 h 108275"/>
                <a:gd name="connsiteX2" fmla="*/ 47800 w 228624"/>
                <a:gd name="connsiteY2" fmla="*/ 33689 h 108275"/>
                <a:gd name="connsiteX3" fmla="*/ 48913 w 228624"/>
                <a:gd name="connsiteY3" fmla="*/ 34347 h 108275"/>
                <a:gd name="connsiteX4" fmla="*/ 77296 w 228624"/>
                <a:gd name="connsiteY4" fmla="*/ 33030 h 108275"/>
                <a:gd name="connsiteX5" fmla="*/ 78270 w 228624"/>
                <a:gd name="connsiteY5" fmla="*/ 32416 h 108275"/>
                <a:gd name="connsiteX6" fmla="*/ 78177 w 228624"/>
                <a:gd name="connsiteY6" fmla="*/ 31318 h 108275"/>
                <a:gd name="connsiteX7" fmla="*/ 74745 w 228624"/>
                <a:gd name="connsiteY7" fmla="*/ 26533 h 108275"/>
                <a:gd name="connsiteX8" fmla="*/ 74745 w 228624"/>
                <a:gd name="connsiteY8" fmla="*/ 20387 h 108275"/>
                <a:gd name="connsiteX9" fmla="*/ 78965 w 228624"/>
                <a:gd name="connsiteY9" fmla="*/ 14900 h 108275"/>
                <a:gd name="connsiteX10" fmla="*/ 83927 w 228624"/>
                <a:gd name="connsiteY10" fmla="*/ 14592 h 108275"/>
                <a:gd name="connsiteX11" fmla="*/ 87127 w 228624"/>
                <a:gd name="connsiteY11" fmla="*/ 14373 h 108275"/>
                <a:gd name="connsiteX12" fmla="*/ 88101 w 228624"/>
                <a:gd name="connsiteY12" fmla="*/ 13714 h 108275"/>
                <a:gd name="connsiteX13" fmla="*/ 90188 w 228624"/>
                <a:gd name="connsiteY13" fmla="*/ 9061 h 108275"/>
                <a:gd name="connsiteX14" fmla="*/ 97470 w 228624"/>
                <a:gd name="connsiteY14" fmla="*/ 12880 h 108275"/>
                <a:gd name="connsiteX15" fmla="*/ 98907 w 228624"/>
                <a:gd name="connsiteY15" fmla="*/ 12661 h 108275"/>
                <a:gd name="connsiteX16" fmla="*/ 99000 w 228624"/>
                <a:gd name="connsiteY16" fmla="*/ 11300 h 108275"/>
                <a:gd name="connsiteX17" fmla="*/ 94130 w 228624"/>
                <a:gd name="connsiteY17" fmla="*/ 4715 h 108275"/>
                <a:gd name="connsiteX18" fmla="*/ 98675 w 228624"/>
                <a:gd name="connsiteY18" fmla="*/ 4539 h 108275"/>
                <a:gd name="connsiteX19" fmla="*/ 99788 w 228624"/>
                <a:gd name="connsiteY19" fmla="*/ 3442 h 108275"/>
                <a:gd name="connsiteX20" fmla="*/ 99788 w 228624"/>
                <a:gd name="connsiteY20" fmla="*/ 3310 h 108275"/>
                <a:gd name="connsiteX21" fmla="*/ 110919 w 228624"/>
                <a:gd name="connsiteY21" fmla="*/ 12002 h 108275"/>
                <a:gd name="connsiteX22" fmla="*/ 111661 w 228624"/>
                <a:gd name="connsiteY22" fmla="*/ 12266 h 108275"/>
                <a:gd name="connsiteX23" fmla="*/ 119174 w 228624"/>
                <a:gd name="connsiteY23" fmla="*/ 12266 h 108275"/>
                <a:gd name="connsiteX24" fmla="*/ 119174 w 228624"/>
                <a:gd name="connsiteY24" fmla="*/ 16919 h 108275"/>
                <a:gd name="connsiteX25" fmla="*/ 119406 w 228624"/>
                <a:gd name="connsiteY25" fmla="*/ 17578 h 108275"/>
                <a:gd name="connsiteX26" fmla="*/ 123255 w 228624"/>
                <a:gd name="connsiteY26" fmla="*/ 22407 h 108275"/>
                <a:gd name="connsiteX27" fmla="*/ 122977 w 228624"/>
                <a:gd name="connsiteY27" fmla="*/ 22407 h 108275"/>
                <a:gd name="connsiteX28" fmla="*/ 121818 w 228624"/>
                <a:gd name="connsiteY28" fmla="*/ 23504 h 108275"/>
                <a:gd name="connsiteX29" fmla="*/ 121818 w 228624"/>
                <a:gd name="connsiteY29" fmla="*/ 29562 h 108275"/>
                <a:gd name="connsiteX30" fmla="*/ 122328 w 228624"/>
                <a:gd name="connsiteY30" fmla="*/ 30484 h 108275"/>
                <a:gd name="connsiteX31" fmla="*/ 128171 w 228624"/>
                <a:gd name="connsiteY31" fmla="*/ 34260 h 108275"/>
                <a:gd name="connsiteX32" fmla="*/ 129377 w 228624"/>
                <a:gd name="connsiteY32" fmla="*/ 34304 h 108275"/>
                <a:gd name="connsiteX33" fmla="*/ 131696 w 228624"/>
                <a:gd name="connsiteY33" fmla="*/ 33118 h 108275"/>
                <a:gd name="connsiteX34" fmla="*/ 146861 w 228624"/>
                <a:gd name="connsiteY34" fmla="*/ 33118 h 108275"/>
                <a:gd name="connsiteX35" fmla="*/ 151128 w 228624"/>
                <a:gd name="connsiteY35" fmla="*/ 37245 h 108275"/>
                <a:gd name="connsiteX36" fmla="*/ 153215 w 228624"/>
                <a:gd name="connsiteY36" fmla="*/ 43830 h 108275"/>
                <a:gd name="connsiteX37" fmla="*/ 153308 w 228624"/>
                <a:gd name="connsiteY37" fmla="*/ 44093 h 108275"/>
                <a:gd name="connsiteX38" fmla="*/ 155812 w 228624"/>
                <a:gd name="connsiteY38" fmla="*/ 48000 h 108275"/>
                <a:gd name="connsiteX39" fmla="*/ 158688 w 228624"/>
                <a:gd name="connsiteY39" fmla="*/ 56254 h 108275"/>
                <a:gd name="connsiteX40" fmla="*/ 158966 w 228624"/>
                <a:gd name="connsiteY40" fmla="*/ 56649 h 108275"/>
                <a:gd name="connsiteX41" fmla="*/ 166386 w 228624"/>
                <a:gd name="connsiteY41" fmla="*/ 63936 h 108275"/>
                <a:gd name="connsiteX42" fmla="*/ 204648 w 228624"/>
                <a:gd name="connsiteY42" fmla="*/ 89574 h 108275"/>
                <a:gd name="connsiteX43" fmla="*/ 204926 w 228624"/>
                <a:gd name="connsiteY43" fmla="*/ 89705 h 108275"/>
                <a:gd name="connsiteX44" fmla="*/ 220184 w 228624"/>
                <a:gd name="connsiteY44" fmla="*/ 95105 h 108275"/>
                <a:gd name="connsiteX45" fmla="*/ 225610 w 228624"/>
                <a:gd name="connsiteY45" fmla="*/ 96159 h 108275"/>
                <a:gd name="connsiteX46" fmla="*/ 223801 w 228624"/>
                <a:gd name="connsiteY46" fmla="*/ 99232 h 108275"/>
                <a:gd name="connsiteX47" fmla="*/ 223662 w 228624"/>
                <a:gd name="connsiteY47" fmla="*/ 99759 h 108275"/>
                <a:gd name="connsiteX48" fmla="*/ 223662 w 228624"/>
                <a:gd name="connsiteY48" fmla="*/ 107178 h 108275"/>
                <a:gd name="connsiteX49" fmla="*/ 224822 w 228624"/>
                <a:gd name="connsiteY49" fmla="*/ 108275 h 108275"/>
                <a:gd name="connsiteX50" fmla="*/ 225471 w 228624"/>
                <a:gd name="connsiteY50" fmla="*/ 108012 h 108275"/>
                <a:gd name="connsiteX51" fmla="*/ 225749 w 228624"/>
                <a:gd name="connsiteY51" fmla="*/ 107704 h 108275"/>
                <a:gd name="connsiteX52" fmla="*/ 225935 w 228624"/>
                <a:gd name="connsiteY52" fmla="*/ 107353 h 108275"/>
                <a:gd name="connsiteX53" fmla="*/ 226027 w 228624"/>
                <a:gd name="connsiteY53" fmla="*/ 107178 h 108275"/>
                <a:gd name="connsiteX54" fmla="*/ 226027 w 228624"/>
                <a:gd name="connsiteY54" fmla="*/ 100066 h 108275"/>
                <a:gd name="connsiteX55" fmla="*/ 228485 w 228624"/>
                <a:gd name="connsiteY55" fmla="*/ 95939 h 108275"/>
                <a:gd name="connsiteX56" fmla="*/ 228485 w 228624"/>
                <a:gd name="connsiteY56" fmla="*/ 94930 h 108275"/>
                <a:gd name="connsiteX57" fmla="*/ 227651 w 228624"/>
                <a:gd name="connsiteY57" fmla="*/ 94315 h 108275"/>
                <a:gd name="connsiteX58" fmla="*/ 220880 w 228624"/>
                <a:gd name="connsiteY58" fmla="*/ 92998 h 108275"/>
                <a:gd name="connsiteX59" fmla="*/ 205946 w 228624"/>
                <a:gd name="connsiteY59" fmla="*/ 87686 h 108275"/>
                <a:gd name="connsiteX60" fmla="*/ 167963 w 228624"/>
                <a:gd name="connsiteY60" fmla="*/ 62268 h 108275"/>
                <a:gd name="connsiteX61" fmla="*/ 160914 w 228624"/>
                <a:gd name="connsiteY61" fmla="*/ 55332 h 108275"/>
                <a:gd name="connsiteX62" fmla="*/ 157992 w 228624"/>
                <a:gd name="connsiteY62" fmla="*/ 47122 h 108275"/>
                <a:gd name="connsiteX63" fmla="*/ 155441 w 228624"/>
                <a:gd name="connsiteY63" fmla="*/ 43127 h 108275"/>
                <a:gd name="connsiteX64" fmla="*/ 153308 w 228624"/>
                <a:gd name="connsiteY64" fmla="*/ 36411 h 108275"/>
                <a:gd name="connsiteX65" fmla="*/ 153030 w 228624"/>
                <a:gd name="connsiteY65" fmla="*/ 35972 h 108275"/>
                <a:gd name="connsiteX66" fmla="*/ 148206 w 228624"/>
                <a:gd name="connsiteY66" fmla="*/ 31318 h 108275"/>
                <a:gd name="connsiteX67" fmla="*/ 147371 w 228624"/>
                <a:gd name="connsiteY67" fmla="*/ 30967 h 108275"/>
                <a:gd name="connsiteX68" fmla="*/ 131418 w 228624"/>
                <a:gd name="connsiteY68" fmla="*/ 30967 h 108275"/>
                <a:gd name="connsiteX69" fmla="*/ 130861 w 228624"/>
                <a:gd name="connsiteY69" fmla="*/ 31099 h 108275"/>
                <a:gd name="connsiteX70" fmla="*/ 128913 w 228624"/>
                <a:gd name="connsiteY70" fmla="*/ 32109 h 108275"/>
                <a:gd name="connsiteX71" fmla="*/ 124136 w 228624"/>
                <a:gd name="connsiteY71" fmla="*/ 29036 h 108275"/>
                <a:gd name="connsiteX72" fmla="*/ 124136 w 228624"/>
                <a:gd name="connsiteY72" fmla="*/ 24689 h 108275"/>
                <a:gd name="connsiteX73" fmla="*/ 125574 w 228624"/>
                <a:gd name="connsiteY73" fmla="*/ 24689 h 108275"/>
                <a:gd name="connsiteX74" fmla="*/ 126595 w 228624"/>
                <a:gd name="connsiteY74" fmla="*/ 24075 h 108275"/>
                <a:gd name="connsiteX75" fmla="*/ 126502 w 228624"/>
                <a:gd name="connsiteY75" fmla="*/ 22933 h 108275"/>
                <a:gd name="connsiteX76" fmla="*/ 121493 w 228624"/>
                <a:gd name="connsiteY76" fmla="*/ 16656 h 108275"/>
                <a:gd name="connsiteX77" fmla="*/ 121493 w 228624"/>
                <a:gd name="connsiteY77" fmla="*/ 11256 h 108275"/>
                <a:gd name="connsiteX78" fmla="*/ 120333 w 228624"/>
                <a:gd name="connsiteY78" fmla="*/ 10159 h 108275"/>
                <a:gd name="connsiteX79" fmla="*/ 112032 w 228624"/>
                <a:gd name="connsiteY79" fmla="*/ 10159 h 108275"/>
                <a:gd name="connsiteX80" fmla="*/ 99325 w 228624"/>
                <a:gd name="connsiteY80" fmla="*/ 237 h 108275"/>
                <a:gd name="connsiteX81" fmla="*/ 98072 w 228624"/>
                <a:gd name="connsiteY81" fmla="*/ 105 h 108275"/>
                <a:gd name="connsiteX82" fmla="*/ 97423 w 228624"/>
                <a:gd name="connsiteY82" fmla="*/ 1115 h 108275"/>
                <a:gd name="connsiteX83" fmla="*/ 97423 w 228624"/>
                <a:gd name="connsiteY83" fmla="*/ 2520 h 108275"/>
                <a:gd name="connsiteX84" fmla="*/ 91858 w 228624"/>
                <a:gd name="connsiteY84" fmla="*/ 2739 h 108275"/>
                <a:gd name="connsiteX85" fmla="*/ 90884 w 228624"/>
                <a:gd name="connsiteY85" fmla="*/ 3354 h 108275"/>
                <a:gd name="connsiteX86" fmla="*/ 90977 w 228624"/>
                <a:gd name="connsiteY86" fmla="*/ 4451 h 108275"/>
                <a:gd name="connsiteX87" fmla="*/ 94177 w 228624"/>
                <a:gd name="connsiteY87" fmla="*/ 8798 h 108275"/>
                <a:gd name="connsiteX88" fmla="*/ 90142 w 228624"/>
                <a:gd name="connsiteY88" fmla="*/ 6690 h 108275"/>
                <a:gd name="connsiteX89" fmla="*/ 89214 w 228624"/>
                <a:gd name="connsiteY89" fmla="*/ 6603 h 108275"/>
                <a:gd name="connsiteX90" fmla="*/ 88519 w 228624"/>
                <a:gd name="connsiteY90" fmla="*/ 7217 h 108275"/>
                <a:gd name="connsiteX91" fmla="*/ 86200 w 228624"/>
                <a:gd name="connsiteY91" fmla="*/ 12354 h 108275"/>
                <a:gd name="connsiteX92" fmla="*/ 83556 w 228624"/>
                <a:gd name="connsiteY92" fmla="*/ 12529 h 108275"/>
                <a:gd name="connsiteX93" fmla="*/ 78223 w 228624"/>
                <a:gd name="connsiteY93" fmla="*/ 12880 h 108275"/>
                <a:gd name="connsiteX94" fmla="*/ 77342 w 228624"/>
                <a:gd name="connsiteY94" fmla="*/ 13319 h 108275"/>
                <a:gd name="connsiteX95" fmla="*/ 76600 w 228624"/>
                <a:gd name="connsiteY95" fmla="*/ 14241 h 108275"/>
                <a:gd name="connsiteX96" fmla="*/ 72565 w 228624"/>
                <a:gd name="connsiteY96" fmla="*/ 19465 h 108275"/>
                <a:gd name="connsiteX97" fmla="*/ 72333 w 228624"/>
                <a:gd name="connsiteY97" fmla="*/ 20124 h 108275"/>
                <a:gd name="connsiteX98" fmla="*/ 72333 w 228624"/>
                <a:gd name="connsiteY98" fmla="*/ 26972 h 108275"/>
                <a:gd name="connsiteX99" fmla="*/ 72519 w 228624"/>
                <a:gd name="connsiteY99" fmla="*/ 27587 h 108275"/>
                <a:gd name="connsiteX100" fmla="*/ 74977 w 228624"/>
                <a:gd name="connsiteY100" fmla="*/ 31055 h 108275"/>
                <a:gd name="connsiteX101" fmla="*/ 58837 w 228624"/>
                <a:gd name="connsiteY101" fmla="*/ 31801 h 108275"/>
                <a:gd name="connsiteX102" fmla="*/ 58837 w 228624"/>
                <a:gd name="connsiteY102" fmla="*/ 32943 h 108275"/>
                <a:gd name="connsiteX103" fmla="*/ 57678 w 228624"/>
                <a:gd name="connsiteY103" fmla="*/ 34040 h 108275"/>
                <a:gd name="connsiteX104" fmla="*/ 56519 w 228624"/>
                <a:gd name="connsiteY104" fmla="*/ 32943 h 108275"/>
                <a:gd name="connsiteX105" fmla="*/ 56519 w 228624"/>
                <a:gd name="connsiteY105" fmla="*/ 31889 h 108275"/>
                <a:gd name="connsiteX106" fmla="*/ 49423 w 228624"/>
                <a:gd name="connsiteY106" fmla="*/ 32196 h 108275"/>
                <a:gd name="connsiteX107" fmla="*/ 44507 w 228624"/>
                <a:gd name="connsiteY107" fmla="*/ 21704 h 108275"/>
                <a:gd name="connsiteX108" fmla="*/ 44275 w 228624"/>
                <a:gd name="connsiteY108" fmla="*/ 21353 h 108275"/>
                <a:gd name="connsiteX109" fmla="*/ 30640 w 228624"/>
                <a:gd name="connsiteY109" fmla="*/ 8710 h 108275"/>
                <a:gd name="connsiteX110" fmla="*/ 29527 w 228624"/>
                <a:gd name="connsiteY110" fmla="*/ 8446 h 108275"/>
                <a:gd name="connsiteX111" fmla="*/ 9260 w 228624"/>
                <a:gd name="connsiteY111" fmla="*/ 13934 h 108275"/>
                <a:gd name="connsiteX112" fmla="*/ 8657 w 228624"/>
                <a:gd name="connsiteY112" fmla="*/ 14285 h 108275"/>
                <a:gd name="connsiteX113" fmla="*/ 2860 w 228624"/>
                <a:gd name="connsiteY113" fmla="*/ 21090 h 108275"/>
                <a:gd name="connsiteX114" fmla="*/ 263 w 228624"/>
                <a:gd name="connsiteY114" fmla="*/ 24163 h 108275"/>
                <a:gd name="connsiteX115" fmla="*/ 448 w 228624"/>
                <a:gd name="connsiteY115" fmla="*/ 25699 h 108275"/>
                <a:gd name="connsiteX116" fmla="*/ 2071 w 228624"/>
                <a:gd name="connsiteY116" fmla="*/ 25524 h 108275"/>
                <a:gd name="connsiteX117" fmla="*/ 3463 w 228624"/>
                <a:gd name="connsiteY117" fmla="*/ 23855 h 108275"/>
                <a:gd name="connsiteX118" fmla="*/ 10234 w 228624"/>
                <a:gd name="connsiteY118" fmla="*/ 15909 h 108275"/>
                <a:gd name="connsiteX119" fmla="*/ 29527 w 228624"/>
                <a:gd name="connsiteY119" fmla="*/ 10685 h 10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228624" h="108275">
                  <a:moveTo>
                    <a:pt x="29666" y="10685"/>
                  </a:moveTo>
                  <a:lnTo>
                    <a:pt x="42652" y="22714"/>
                  </a:lnTo>
                  <a:lnTo>
                    <a:pt x="47800" y="33689"/>
                  </a:lnTo>
                  <a:cubicBezTo>
                    <a:pt x="47985" y="34084"/>
                    <a:pt x="48449" y="34391"/>
                    <a:pt x="48913" y="34347"/>
                  </a:cubicBezTo>
                  <a:lnTo>
                    <a:pt x="77296" y="33030"/>
                  </a:lnTo>
                  <a:cubicBezTo>
                    <a:pt x="77713" y="33030"/>
                    <a:pt x="78084" y="32767"/>
                    <a:pt x="78270" y="32416"/>
                  </a:cubicBezTo>
                  <a:cubicBezTo>
                    <a:pt x="78455" y="32065"/>
                    <a:pt x="78409" y="31626"/>
                    <a:pt x="78177" y="31318"/>
                  </a:cubicBezTo>
                  <a:lnTo>
                    <a:pt x="74745" y="26533"/>
                  </a:lnTo>
                  <a:lnTo>
                    <a:pt x="74745" y="20387"/>
                  </a:lnTo>
                  <a:lnTo>
                    <a:pt x="78965" y="14900"/>
                  </a:lnTo>
                  <a:lnTo>
                    <a:pt x="83927" y="14592"/>
                  </a:lnTo>
                  <a:lnTo>
                    <a:pt x="87127" y="14373"/>
                  </a:lnTo>
                  <a:cubicBezTo>
                    <a:pt x="87545" y="14373"/>
                    <a:pt x="87962" y="14110"/>
                    <a:pt x="88101" y="13714"/>
                  </a:cubicBezTo>
                  <a:lnTo>
                    <a:pt x="90188" y="9061"/>
                  </a:lnTo>
                  <a:lnTo>
                    <a:pt x="97470" y="12880"/>
                  </a:lnTo>
                  <a:cubicBezTo>
                    <a:pt x="97933" y="13144"/>
                    <a:pt x="98536" y="13012"/>
                    <a:pt x="98907" y="12661"/>
                  </a:cubicBezTo>
                  <a:cubicBezTo>
                    <a:pt x="99278" y="12266"/>
                    <a:pt x="99325" y="11739"/>
                    <a:pt x="99000" y="11300"/>
                  </a:cubicBezTo>
                  <a:lnTo>
                    <a:pt x="94130" y="4715"/>
                  </a:lnTo>
                  <a:lnTo>
                    <a:pt x="98675" y="4539"/>
                  </a:lnTo>
                  <a:cubicBezTo>
                    <a:pt x="99278" y="4539"/>
                    <a:pt x="99788" y="4013"/>
                    <a:pt x="99788" y="3442"/>
                  </a:cubicBezTo>
                  <a:lnTo>
                    <a:pt x="99788" y="3310"/>
                  </a:lnTo>
                  <a:lnTo>
                    <a:pt x="110919" y="12002"/>
                  </a:lnTo>
                  <a:cubicBezTo>
                    <a:pt x="110919" y="12002"/>
                    <a:pt x="111383" y="12266"/>
                    <a:pt x="111661" y="12266"/>
                  </a:cubicBezTo>
                  <a:lnTo>
                    <a:pt x="119174" y="12266"/>
                  </a:lnTo>
                  <a:lnTo>
                    <a:pt x="119174" y="16919"/>
                  </a:lnTo>
                  <a:cubicBezTo>
                    <a:pt x="119174" y="17139"/>
                    <a:pt x="119267" y="17402"/>
                    <a:pt x="119406" y="17578"/>
                  </a:cubicBezTo>
                  <a:lnTo>
                    <a:pt x="123255" y="22407"/>
                  </a:lnTo>
                  <a:lnTo>
                    <a:pt x="122977" y="22407"/>
                  </a:lnTo>
                  <a:cubicBezTo>
                    <a:pt x="122328" y="22407"/>
                    <a:pt x="121818" y="22890"/>
                    <a:pt x="121818" y="23504"/>
                  </a:cubicBezTo>
                  <a:lnTo>
                    <a:pt x="121818" y="29562"/>
                  </a:lnTo>
                  <a:cubicBezTo>
                    <a:pt x="121818" y="29914"/>
                    <a:pt x="122003" y="30265"/>
                    <a:pt x="122328" y="30484"/>
                  </a:cubicBezTo>
                  <a:lnTo>
                    <a:pt x="128171" y="34260"/>
                  </a:lnTo>
                  <a:cubicBezTo>
                    <a:pt x="128542" y="34479"/>
                    <a:pt x="129006" y="34523"/>
                    <a:pt x="129377" y="34304"/>
                  </a:cubicBezTo>
                  <a:lnTo>
                    <a:pt x="131696" y="33118"/>
                  </a:lnTo>
                  <a:lnTo>
                    <a:pt x="146861" y="33118"/>
                  </a:lnTo>
                  <a:lnTo>
                    <a:pt x="151128" y="37245"/>
                  </a:lnTo>
                  <a:lnTo>
                    <a:pt x="153215" y="43830"/>
                  </a:lnTo>
                  <a:cubicBezTo>
                    <a:pt x="153215" y="43830"/>
                    <a:pt x="153261" y="44005"/>
                    <a:pt x="153308" y="44093"/>
                  </a:cubicBezTo>
                  <a:lnTo>
                    <a:pt x="155812" y="48000"/>
                  </a:lnTo>
                  <a:lnTo>
                    <a:pt x="158688" y="56254"/>
                  </a:lnTo>
                  <a:cubicBezTo>
                    <a:pt x="158688" y="56254"/>
                    <a:pt x="158827" y="56561"/>
                    <a:pt x="158966" y="56649"/>
                  </a:cubicBezTo>
                  <a:lnTo>
                    <a:pt x="166386" y="63936"/>
                  </a:lnTo>
                  <a:lnTo>
                    <a:pt x="204648" y="89574"/>
                  </a:lnTo>
                  <a:cubicBezTo>
                    <a:pt x="204648" y="89574"/>
                    <a:pt x="204833" y="89662"/>
                    <a:pt x="204926" y="89705"/>
                  </a:cubicBezTo>
                  <a:lnTo>
                    <a:pt x="220184" y="95105"/>
                  </a:lnTo>
                  <a:lnTo>
                    <a:pt x="225610" y="96159"/>
                  </a:lnTo>
                  <a:lnTo>
                    <a:pt x="223801" y="99232"/>
                  </a:lnTo>
                  <a:cubicBezTo>
                    <a:pt x="223801" y="99232"/>
                    <a:pt x="223662" y="99583"/>
                    <a:pt x="223662" y="99759"/>
                  </a:cubicBezTo>
                  <a:lnTo>
                    <a:pt x="223662" y="107178"/>
                  </a:lnTo>
                  <a:cubicBezTo>
                    <a:pt x="223662" y="107792"/>
                    <a:pt x="224172" y="108275"/>
                    <a:pt x="224822" y="108275"/>
                  </a:cubicBezTo>
                  <a:cubicBezTo>
                    <a:pt x="225053" y="108275"/>
                    <a:pt x="225285" y="108143"/>
                    <a:pt x="225471" y="108012"/>
                  </a:cubicBezTo>
                  <a:cubicBezTo>
                    <a:pt x="225610" y="107924"/>
                    <a:pt x="225656" y="107836"/>
                    <a:pt x="225749" y="107704"/>
                  </a:cubicBezTo>
                  <a:cubicBezTo>
                    <a:pt x="225842" y="107573"/>
                    <a:pt x="225888" y="107485"/>
                    <a:pt x="225935" y="107353"/>
                  </a:cubicBezTo>
                  <a:cubicBezTo>
                    <a:pt x="225935" y="107309"/>
                    <a:pt x="226027" y="107265"/>
                    <a:pt x="226027" y="107178"/>
                  </a:cubicBezTo>
                  <a:lnTo>
                    <a:pt x="226027" y="100066"/>
                  </a:lnTo>
                  <a:lnTo>
                    <a:pt x="228485" y="95939"/>
                  </a:lnTo>
                  <a:cubicBezTo>
                    <a:pt x="228671" y="95632"/>
                    <a:pt x="228671" y="95281"/>
                    <a:pt x="228485" y="94930"/>
                  </a:cubicBezTo>
                  <a:cubicBezTo>
                    <a:pt x="228346" y="94622"/>
                    <a:pt x="228022" y="94403"/>
                    <a:pt x="227651" y="94315"/>
                  </a:cubicBezTo>
                  <a:lnTo>
                    <a:pt x="220880" y="92998"/>
                  </a:lnTo>
                  <a:lnTo>
                    <a:pt x="205946" y="87686"/>
                  </a:lnTo>
                  <a:lnTo>
                    <a:pt x="167963" y="62268"/>
                  </a:lnTo>
                  <a:lnTo>
                    <a:pt x="160914" y="55332"/>
                  </a:lnTo>
                  <a:lnTo>
                    <a:pt x="157992" y="47122"/>
                  </a:lnTo>
                  <a:lnTo>
                    <a:pt x="155441" y="43127"/>
                  </a:lnTo>
                  <a:lnTo>
                    <a:pt x="153308" y="36411"/>
                  </a:lnTo>
                  <a:cubicBezTo>
                    <a:pt x="153308" y="36411"/>
                    <a:pt x="153169" y="36103"/>
                    <a:pt x="153030" y="35972"/>
                  </a:cubicBezTo>
                  <a:lnTo>
                    <a:pt x="148206" y="31318"/>
                  </a:lnTo>
                  <a:cubicBezTo>
                    <a:pt x="148206" y="31318"/>
                    <a:pt x="147696" y="30967"/>
                    <a:pt x="147371" y="30967"/>
                  </a:cubicBezTo>
                  <a:lnTo>
                    <a:pt x="131418" y="30967"/>
                  </a:lnTo>
                  <a:cubicBezTo>
                    <a:pt x="131418" y="30967"/>
                    <a:pt x="131047" y="31011"/>
                    <a:pt x="130861" y="31099"/>
                  </a:cubicBezTo>
                  <a:lnTo>
                    <a:pt x="128913" y="32109"/>
                  </a:lnTo>
                  <a:lnTo>
                    <a:pt x="124136" y="29036"/>
                  </a:lnTo>
                  <a:lnTo>
                    <a:pt x="124136" y="24689"/>
                  </a:lnTo>
                  <a:lnTo>
                    <a:pt x="125574" y="24689"/>
                  </a:lnTo>
                  <a:cubicBezTo>
                    <a:pt x="125992" y="24689"/>
                    <a:pt x="126409" y="24470"/>
                    <a:pt x="126595" y="24075"/>
                  </a:cubicBezTo>
                  <a:cubicBezTo>
                    <a:pt x="126780" y="23680"/>
                    <a:pt x="126734" y="23241"/>
                    <a:pt x="126502" y="22933"/>
                  </a:cubicBezTo>
                  <a:lnTo>
                    <a:pt x="121493" y="16656"/>
                  </a:lnTo>
                  <a:lnTo>
                    <a:pt x="121493" y="11256"/>
                  </a:lnTo>
                  <a:cubicBezTo>
                    <a:pt x="121493" y="10641"/>
                    <a:pt x="120983" y="10159"/>
                    <a:pt x="120333" y="10159"/>
                  </a:cubicBezTo>
                  <a:lnTo>
                    <a:pt x="112032" y="10159"/>
                  </a:lnTo>
                  <a:lnTo>
                    <a:pt x="99325" y="237"/>
                  </a:lnTo>
                  <a:cubicBezTo>
                    <a:pt x="98954" y="-26"/>
                    <a:pt x="98490" y="-70"/>
                    <a:pt x="98072" y="105"/>
                  </a:cubicBezTo>
                  <a:cubicBezTo>
                    <a:pt x="97655" y="281"/>
                    <a:pt x="97423" y="676"/>
                    <a:pt x="97423" y="1115"/>
                  </a:cubicBezTo>
                  <a:lnTo>
                    <a:pt x="97423" y="2520"/>
                  </a:lnTo>
                  <a:lnTo>
                    <a:pt x="91858" y="2739"/>
                  </a:lnTo>
                  <a:cubicBezTo>
                    <a:pt x="91441" y="2739"/>
                    <a:pt x="91069" y="3003"/>
                    <a:pt x="90884" y="3354"/>
                  </a:cubicBezTo>
                  <a:cubicBezTo>
                    <a:pt x="90699" y="3705"/>
                    <a:pt x="90745" y="4144"/>
                    <a:pt x="90977" y="4451"/>
                  </a:cubicBezTo>
                  <a:lnTo>
                    <a:pt x="94177" y="8798"/>
                  </a:lnTo>
                  <a:lnTo>
                    <a:pt x="90142" y="6690"/>
                  </a:lnTo>
                  <a:cubicBezTo>
                    <a:pt x="89864" y="6559"/>
                    <a:pt x="89493" y="6515"/>
                    <a:pt x="89214" y="6603"/>
                  </a:cubicBezTo>
                  <a:cubicBezTo>
                    <a:pt x="88890" y="6690"/>
                    <a:pt x="88658" y="6910"/>
                    <a:pt x="88519" y="7217"/>
                  </a:cubicBezTo>
                  <a:lnTo>
                    <a:pt x="86200" y="12354"/>
                  </a:lnTo>
                  <a:lnTo>
                    <a:pt x="83556" y="12529"/>
                  </a:lnTo>
                  <a:lnTo>
                    <a:pt x="78223" y="12880"/>
                  </a:lnTo>
                  <a:cubicBezTo>
                    <a:pt x="77898" y="12880"/>
                    <a:pt x="77574" y="13056"/>
                    <a:pt x="77342" y="13319"/>
                  </a:cubicBezTo>
                  <a:lnTo>
                    <a:pt x="76600" y="14241"/>
                  </a:lnTo>
                  <a:lnTo>
                    <a:pt x="72565" y="19465"/>
                  </a:lnTo>
                  <a:cubicBezTo>
                    <a:pt x="72565" y="19465"/>
                    <a:pt x="72333" y="19860"/>
                    <a:pt x="72333" y="20124"/>
                  </a:cubicBezTo>
                  <a:lnTo>
                    <a:pt x="72333" y="26972"/>
                  </a:lnTo>
                  <a:cubicBezTo>
                    <a:pt x="72333" y="26972"/>
                    <a:pt x="72380" y="27411"/>
                    <a:pt x="72519" y="27587"/>
                  </a:cubicBezTo>
                  <a:lnTo>
                    <a:pt x="74977" y="31055"/>
                  </a:lnTo>
                  <a:lnTo>
                    <a:pt x="58837" y="31801"/>
                  </a:lnTo>
                  <a:lnTo>
                    <a:pt x="58837" y="32943"/>
                  </a:lnTo>
                  <a:cubicBezTo>
                    <a:pt x="58837" y="33557"/>
                    <a:pt x="58327" y="34040"/>
                    <a:pt x="57678" y="34040"/>
                  </a:cubicBezTo>
                  <a:cubicBezTo>
                    <a:pt x="57029" y="34040"/>
                    <a:pt x="56519" y="33557"/>
                    <a:pt x="56519" y="32943"/>
                  </a:cubicBezTo>
                  <a:lnTo>
                    <a:pt x="56519" y="31889"/>
                  </a:lnTo>
                  <a:lnTo>
                    <a:pt x="49423" y="32196"/>
                  </a:lnTo>
                  <a:lnTo>
                    <a:pt x="44507" y="21704"/>
                  </a:lnTo>
                  <a:cubicBezTo>
                    <a:pt x="44507" y="21704"/>
                    <a:pt x="44367" y="21441"/>
                    <a:pt x="44275" y="21353"/>
                  </a:cubicBezTo>
                  <a:lnTo>
                    <a:pt x="30640" y="8710"/>
                  </a:lnTo>
                  <a:cubicBezTo>
                    <a:pt x="30362" y="8446"/>
                    <a:pt x="29898" y="8315"/>
                    <a:pt x="29527" y="8446"/>
                  </a:cubicBezTo>
                  <a:lnTo>
                    <a:pt x="9260" y="13934"/>
                  </a:lnTo>
                  <a:cubicBezTo>
                    <a:pt x="9260" y="13934"/>
                    <a:pt x="8843" y="14110"/>
                    <a:pt x="8657" y="14285"/>
                  </a:cubicBezTo>
                  <a:lnTo>
                    <a:pt x="2860" y="21090"/>
                  </a:lnTo>
                  <a:lnTo>
                    <a:pt x="263" y="24163"/>
                  </a:lnTo>
                  <a:cubicBezTo>
                    <a:pt x="-155" y="24646"/>
                    <a:pt x="-62" y="25304"/>
                    <a:pt x="448" y="25699"/>
                  </a:cubicBezTo>
                  <a:cubicBezTo>
                    <a:pt x="958" y="26094"/>
                    <a:pt x="1701" y="26006"/>
                    <a:pt x="2071" y="25524"/>
                  </a:cubicBezTo>
                  <a:lnTo>
                    <a:pt x="3463" y="23855"/>
                  </a:lnTo>
                  <a:lnTo>
                    <a:pt x="10234" y="15909"/>
                  </a:lnTo>
                  <a:lnTo>
                    <a:pt x="29527" y="1068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5" name="Freeform: Shape 2594">
              <a:extLst>
                <a:ext uri="{FF2B5EF4-FFF2-40B4-BE49-F238E27FC236}">
                  <a16:creationId xmlns:a16="http://schemas.microsoft.com/office/drawing/2014/main" id="{6797E4A8-0952-12DB-8598-0F058C678BB2}"/>
                </a:ext>
              </a:extLst>
            </p:cNvPr>
            <p:cNvSpPr>
              <a:spLocks/>
            </p:cNvSpPr>
            <p:nvPr/>
          </p:nvSpPr>
          <p:spPr>
            <a:xfrm>
              <a:off x="7007530" y="2927514"/>
              <a:ext cx="357127" cy="159050"/>
            </a:xfrm>
            <a:custGeom>
              <a:avLst/>
              <a:gdLst>
                <a:gd name="connsiteX0" fmla="*/ 41786 w 239260"/>
                <a:gd name="connsiteY0" fmla="*/ 2382 h 106557"/>
                <a:gd name="connsiteX1" fmla="*/ 41925 w 239260"/>
                <a:gd name="connsiteY1" fmla="*/ 2382 h 106557"/>
                <a:gd name="connsiteX2" fmla="*/ 43595 w 239260"/>
                <a:gd name="connsiteY2" fmla="*/ 3348 h 106557"/>
                <a:gd name="connsiteX3" fmla="*/ 56859 w 239260"/>
                <a:gd name="connsiteY3" fmla="*/ 11250 h 106557"/>
                <a:gd name="connsiteX4" fmla="*/ 63583 w 239260"/>
                <a:gd name="connsiteY4" fmla="*/ 15245 h 106557"/>
                <a:gd name="connsiteX5" fmla="*/ 75549 w 239260"/>
                <a:gd name="connsiteY5" fmla="*/ 22357 h 106557"/>
                <a:gd name="connsiteX6" fmla="*/ 95723 w 239260"/>
                <a:gd name="connsiteY6" fmla="*/ 44439 h 106557"/>
                <a:gd name="connsiteX7" fmla="*/ 96836 w 239260"/>
                <a:gd name="connsiteY7" fmla="*/ 44790 h 106557"/>
                <a:gd name="connsiteX8" fmla="*/ 136488 w 239260"/>
                <a:gd name="connsiteY8" fmla="*/ 43692 h 106557"/>
                <a:gd name="connsiteX9" fmla="*/ 137091 w 239260"/>
                <a:gd name="connsiteY9" fmla="*/ 43605 h 106557"/>
                <a:gd name="connsiteX10" fmla="*/ 143631 w 239260"/>
                <a:gd name="connsiteY10" fmla="*/ 41146 h 106557"/>
                <a:gd name="connsiteX11" fmla="*/ 156106 w 239260"/>
                <a:gd name="connsiteY11" fmla="*/ 56819 h 106557"/>
                <a:gd name="connsiteX12" fmla="*/ 157312 w 239260"/>
                <a:gd name="connsiteY12" fmla="*/ 57697 h 106557"/>
                <a:gd name="connsiteX13" fmla="*/ 160883 w 239260"/>
                <a:gd name="connsiteY13" fmla="*/ 57477 h 106557"/>
                <a:gd name="connsiteX14" fmla="*/ 158981 w 239260"/>
                <a:gd name="connsiteY14" fmla="*/ 75959 h 106557"/>
                <a:gd name="connsiteX15" fmla="*/ 159909 w 239260"/>
                <a:gd name="connsiteY15" fmla="*/ 77144 h 106557"/>
                <a:gd name="connsiteX16" fmla="*/ 168535 w 239260"/>
                <a:gd name="connsiteY16" fmla="*/ 78769 h 106557"/>
                <a:gd name="connsiteX17" fmla="*/ 168535 w 239260"/>
                <a:gd name="connsiteY17" fmla="*/ 83510 h 106557"/>
                <a:gd name="connsiteX18" fmla="*/ 168674 w 239260"/>
                <a:gd name="connsiteY18" fmla="*/ 84037 h 106557"/>
                <a:gd name="connsiteX19" fmla="*/ 173544 w 239260"/>
                <a:gd name="connsiteY19" fmla="*/ 92114 h 106557"/>
                <a:gd name="connsiteX20" fmla="*/ 174518 w 239260"/>
                <a:gd name="connsiteY20" fmla="*/ 92685 h 106557"/>
                <a:gd name="connsiteX21" fmla="*/ 189080 w 239260"/>
                <a:gd name="connsiteY21" fmla="*/ 93080 h 106557"/>
                <a:gd name="connsiteX22" fmla="*/ 190054 w 239260"/>
                <a:gd name="connsiteY22" fmla="*/ 93080 h 106557"/>
                <a:gd name="connsiteX23" fmla="*/ 191260 w 239260"/>
                <a:gd name="connsiteY23" fmla="*/ 94222 h 106557"/>
                <a:gd name="connsiteX24" fmla="*/ 190703 w 239260"/>
                <a:gd name="connsiteY24" fmla="*/ 95846 h 106557"/>
                <a:gd name="connsiteX25" fmla="*/ 189451 w 239260"/>
                <a:gd name="connsiteY25" fmla="*/ 99621 h 106557"/>
                <a:gd name="connsiteX26" fmla="*/ 189961 w 239260"/>
                <a:gd name="connsiteY26" fmla="*/ 100894 h 106557"/>
                <a:gd name="connsiteX27" fmla="*/ 199237 w 239260"/>
                <a:gd name="connsiteY27" fmla="*/ 106382 h 106557"/>
                <a:gd name="connsiteX28" fmla="*/ 199840 w 239260"/>
                <a:gd name="connsiteY28" fmla="*/ 106557 h 106557"/>
                <a:gd name="connsiteX29" fmla="*/ 200767 w 239260"/>
                <a:gd name="connsiteY29" fmla="*/ 106118 h 106557"/>
                <a:gd name="connsiteX30" fmla="*/ 203086 w 239260"/>
                <a:gd name="connsiteY30" fmla="*/ 103089 h 106557"/>
                <a:gd name="connsiteX31" fmla="*/ 203272 w 239260"/>
                <a:gd name="connsiteY31" fmla="*/ 102123 h 106557"/>
                <a:gd name="connsiteX32" fmla="*/ 201370 w 239260"/>
                <a:gd name="connsiteY32" fmla="*/ 96329 h 106557"/>
                <a:gd name="connsiteX33" fmla="*/ 203967 w 239260"/>
                <a:gd name="connsiteY33" fmla="*/ 96153 h 106557"/>
                <a:gd name="connsiteX34" fmla="*/ 204941 w 239260"/>
                <a:gd name="connsiteY34" fmla="*/ 95538 h 106557"/>
                <a:gd name="connsiteX35" fmla="*/ 208419 w 239260"/>
                <a:gd name="connsiteY35" fmla="*/ 88427 h 106557"/>
                <a:gd name="connsiteX36" fmla="*/ 215562 w 239260"/>
                <a:gd name="connsiteY36" fmla="*/ 87944 h 106557"/>
                <a:gd name="connsiteX37" fmla="*/ 216628 w 239260"/>
                <a:gd name="connsiteY37" fmla="*/ 86846 h 106557"/>
                <a:gd name="connsiteX38" fmla="*/ 216628 w 239260"/>
                <a:gd name="connsiteY38" fmla="*/ 83554 h 106557"/>
                <a:gd name="connsiteX39" fmla="*/ 221266 w 239260"/>
                <a:gd name="connsiteY39" fmla="*/ 83554 h 106557"/>
                <a:gd name="connsiteX40" fmla="*/ 222101 w 239260"/>
                <a:gd name="connsiteY40" fmla="*/ 83203 h 106557"/>
                <a:gd name="connsiteX41" fmla="*/ 230773 w 239260"/>
                <a:gd name="connsiteY41" fmla="*/ 74730 h 106557"/>
                <a:gd name="connsiteX42" fmla="*/ 233185 w 239260"/>
                <a:gd name="connsiteY42" fmla="*/ 75959 h 106557"/>
                <a:gd name="connsiteX43" fmla="*/ 234623 w 239260"/>
                <a:gd name="connsiteY43" fmla="*/ 75696 h 106557"/>
                <a:gd name="connsiteX44" fmla="*/ 239260 w 239260"/>
                <a:gd name="connsiteY44" fmla="*/ 70296 h 106557"/>
                <a:gd name="connsiteX45" fmla="*/ 238472 w 239260"/>
                <a:gd name="connsiteY45" fmla="*/ 69945 h 106557"/>
                <a:gd name="connsiteX46" fmla="*/ 238472 w 239260"/>
                <a:gd name="connsiteY46" fmla="*/ 69945 h 106557"/>
                <a:gd name="connsiteX47" fmla="*/ 238055 w 239260"/>
                <a:gd name="connsiteY47" fmla="*/ 69550 h 106557"/>
                <a:gd name="connsiteX48" fmla="*/ 237823 w 239260"/>
                <a:gd name="connsiteY48" fmla="*/ 69330 h 106557"/>
                <a:gd name="connsiteX49" fmla="*/ 237823 w 239260"/>
                <a:gd name="connsiteY49" fmla="*/ 69330 h 106557"/>
                <a:gd name="connsiteX50" fmla="*/ 237591 w 239260"/>
                <a:gd name="connsiteY50" fmla="*/ 68716 h 106557"/>
                <a:gd name="connsiteX51" fmla="*/ 233417 w 239260"/>
                <a:gd name="connsiteY51" fmla="*/ 73545 h 106557"/>
                <a:gd name="connsiteX52" fmla="*/ 231098 w 239260"/>
                <a:gd name="connsiteY52" fmla="*/ 72315 h 106557"/>
                <a:gd name="connsiteX53" fmla="*/ 229707 w 239260"/>
                <a:gd name="connsiteY53" fmla="*/ 72535 h 106557"/>
                <a:gd name="connsiteX54" fmla="*/ 220756 w 239260"/>
                <a:gd name="connsiteY54" fmla="*/ 81271 h 106557"/>
                <a:gd name="connsiteX55" fmla="*/ 215469 w 239260"/>
                <a:gd name="connsiteY55" fmla="*/ 81271 h 106557"/>
                <a:gd name="connsiteX56" fmla="*/ 214309 w 239260"/>
                <a:gd name="connsiteY56" fmla="*/ 82368 h 106557"/>
                <a:gd name="connsiteX57" fmla="*/ 214309 w 239260"/>
                <a:gd name="connsiteY57" fmla="*/ 85749 h 106557"/>
                <a:gd name="connsiteX58" fmla="*/ 207538 w 239260"/>
                <a:gd name="connsiteY58" fmla="*/ 86232 h 106557"/>
                <a:gd name="connsiteX59" fmla="*/ 206565 w 239260"/>
                <a:gd name="connsiteY59" fmla="*/ 86846 h 106557"/>
                <a:gd name="connsiteX60" fmla="*/ 203086 w 239260"/>
                <a:gd name="connsiteY60" fmla="*/ 93958 h 106557"/>
                <a:gd name="connsiteX61" fmla="*/ 199700 w 239260"/>
                <a:gd name="connsiteY61" fmla="*/ 94178 h 106557"/>
                <a:gd name="connsiteX62" fmla="*/ 198819 w 239260"/>
                <a:gd name="connsiteY62" fmla="*/ 94661 h 106557"/>
                <a:gd name="connsiteX63" fmla="*/ 198680 w 239260"/>
                <a:gd name="connsiteY63" fmla="*/ 95582 h 106557"/>
                <a:gd name="connsiteX64" fmla="*/ 200814 w 239260"/>
                <a:gd name="connsiteY64" fmla="*/ 102211 h 106557"/>
                <a:gd name="connsiteX65" fmla="*/ 199469 w 239260"/>
                <a:gd name="connsiteY65" fmla="*/ 103967 h 106557"/>
                <a:gd name="connsiteX66" fmla="*/ 191863 w 239260"/>
                <a:gd name="connsiteY66" fmla="*/ 99490 h 106557"/>
                <a:gd name="connsiteX67" fmla="*/ 193625 w 239260"/>
                <a:gd name="connsiteY67" fmla="*/ 94265 h 106557"/>
                <a:gd name="connsiteX68" fmla="*/ 193625 w 239260"/>
                <a:gd name="connsiteY68" fmla="*/ 93914 h 106557"/>
                <a:gd name="connsiteX69" fmla="*/ 193300 w 239260"/>
                <a:gd name="connsiteY69" fmla="*/ 93124 h 106557"/>
                <a:gd name="connsiteX70" fmla="*/ 191677 w 239260"/>
                <a:gd name="connsiteY70" fmla="*/ 91631 h 106557"/>
                <a:gd name="connsiteX71" fmla="*/ 191260 w 239260"/>
                <a:gd name="connsiteY71" fmla="*/ 91236 h 106557"/>
                <a:gd name="connsiteX72" fmla="*/ 190471 w 239260"/>
                <a:gd name="connsiteY72" fmla="*/ 90929 h 106557"/>
                <a:gd name="connsiteX73" fmla="*/ 175121 w 239260"/>
                <a:gd name="connsiteY73" fmla="*/ 90490 h 106557"/>
                <a:gd name="connsiteX74" fmla="*/ 170715 w 239260"/>
                <a:gd name="connsiteY74" fmla="*/ 83203 h 106557"/>
                <a:gd name="connsiteX75" fmla="*/ 170715 w 239260"/>
                <a:gd name="connsiteY75" fmla="*/ 77891 h 106557"/>
                <a:gd name="connsiteX76" fmla="*/ 169787 w 239260"/>
                <a:gd name="connsiteY76" fmla="*/ 76793 h 106557"/>
                <a:gd name="connsiteX77" fmla="*/ 161254 w 239260"/>
                <a:gd name="connsiteY77" fmla="*/ 75213 h 106557"/>
                <a:gd name="connsiteX78" fmla="*/ 163202 w 239260"/>
                <a:gd name="connsiteY78" fmla="*/ 56467 h 106557"/>
                <a:gd name="connsiteX79" fmla="*/ 162877 w 239260"/>
                <a:gd name="connsiteY79" fmla="*/ 55589 h 106557"/>
                <a:gd name="connsiteX80" fmla="*/ 161996 w 239260"/>
                <a:gd name="connsiteY80" fmla="*/ 55238 h 106557"/>
                <a:gd name="connsiteX81" fmla="*/ 158007 w 239260"/>
                <a:gd name="connsiteY81" fmla="*/ 55458 h 106557"/>
                <a:gd name="connsiteX82" fmla="*/ 144651 w 239260"/>
                <a:gd name="connsiteY82" fmla="*/ 39083 h 106557"/>
                <a:gd name="connsiteX83" fmla="*/ 143399 w 239260"/>
                <a:gd name="connsiteY83" fmla="*/ 38820 h 106557"/>
                <a:gd name="connsiteX84" fmla="*/ 136442 w 239260"/>
                <a:gd name="connsiteY84" fmla="*/ 41454 h 106557"/>
                <a:gd name="connsiteX85" fmla="*/ 97021 w 239260"/>
                <a:gd name="connsiteY85" fmla="*/ 42507 h 106557"/>
                <a:gd name="connsiteX86" fmla="*/ 77172 w 239260"/>
                <a:gd name="connsiteY86" fmla="*/ 20733 h 106557"/>
                <a:gd name="connsiteX87" fmla="*/ 76894 w 239260"/>
                <a:gd name="connsiteY87" fmla="*/ 20513 h 106557"/>
                <a:gd name="connsiteX88" fmla="*/ 64511 w 239260"/>
                <a:gd name="connsiteY88" fmla="*/ 13138 h 106557"/>
                <a:gd name="connsiteX89" fmla="*/ 56070 w 239260"/>
                <a:gd name="connsiteY89" fmla="*/ 8134 h 106557"/>
                <a:gd name="connsiteX90" fmla="*/ 44754 w 239260"/>
                <a:gd name="connsiteY90" fmla="*/ 1373 h 106557"/>
                <a:gd name="connsiteX91" fmla="*/ 42667 w 239260"/>
                <a:gd name="connsiteY91" fmla="*/ 144 h 106557"/>
                <a:gd name="connsiteX92" fmla="*/ 42296 w 239260"/>
                <a:gd name="connsiteY92" fmla="*/ 100 h 106557"/>
                <a:gd name="connsiteX93" fmla="*/ 41693 w 239260"/>
                <a:gd name="connsiteY93" fmla="*/ 12 h 106557"/>
                <a:gd name="connsiteX94" fmla="*/ 835 w 239260"/>
                <a:gd name="connsiteY94" fmla="*/ 11865 h 106557"/>
                <a:gd name="connsiteX95" fmla="*/ 0 w 239260"/>
                <a:gd name="connsiteY95" fmla="*/ 12919 h 106557"/>
                <a:gd name="connsiteX96" fmla="*/ 0 w 239260"/>
                <a:gd name="connsiteY96" fmla="*/ 90622 h 106557"/>
                <a:gd name="connsiteX97" fmla="*/ 1159 w 239260"/>
                <a:gd name="connsiteY97" fmla="*/ 91719 h 106557"/>
                <a:gd name="connsiteX98" fmla="*/ 2319 w 239260"/>
                <a:gd name="connsiteY98" fmla="*/ 90622 h 106557"/>
                <a:gd name="connsiteX99" fmla="*/ 2319 w 239260"/>
                <a:gd name="connsiteY99" fmla="*/ 13709 h 106557"/>
                <a:gd name="connsiteX100" fmla="*/ 41693 w 239260"/>
                <a:gd name="connsiteY100" fmla="*/ 2251 h 10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9260" h="106557">
                  <a:moveTo>
                    <a:pt x="41786" y="2382"/>
                  </a:moveTo>
                  <a:lnTo>
                    <a:pt x="41925" y="2382"/>
                  </a:lnTo>
                  <a:cubicBezTo>
                    <a:pt x="41925" y="2382"/>
                    <a:pt x="43595" y="3348"/>
                    <a:pt x="43595" y="3348"/>
                  </a:cubicBezTo>
                  <a:lnTo>
                    <a:pt x="56859" y="11250"/>
                  </a:lnTo>
                  <a:lnTo>
                    <a:pt x="63583" y="15245"/>
                  </a:lnTo>
                  <a:lnTo>
                    <a:pt x="75549" y="22357"/>
                  </a:lnTo>
                  <a:lnTo>
                    <a:pt x="95723" y="44439"/>
                  </a:lnTo>
                  <a:cubicBezTo>
                    <a:pt x="96001" y="44746"/>
                    <a:pt x="96419" y="44878"/>
                    <a:pt x="96836" y="44790"/>
                  </a:cubicBezTo>
                  <a:cubicBezTo>
                    <a:pt x="97021" y="44790"/>
                    <a:pt x="117195" y="41278"/>
                    <a:pt x="136488" y="43692"/>
                  </a:cubicBezTo>
                  <a:cubicBezTo>
                    <a:pt x="136674" y="43692"/>
                    <a:pt x="136906" y="43692"/>
                    <a:pt x="137091" y="43605"/>
                  </a:cubicBezTo>
                  <a:lnTo>
                    <a:pt x="143631" y="41146"/>
                  </a:lnTo>
                  <a:cubicBezTo>
                    <a:pt x="147294" y="44658"/>
                    <a:pt x="155271" y="52999"/>
                    <a:pt x="156106" y="56819"/>
                  </a:cubicBezTo>
                  <a:cubicBezTo>
                    <a:pt x="156245" y="57345"/>
                    <a:pt x="156755" y="57785"/>
                    <a:pt x="157312" y="57697"/>
                  </a:cubicBezTo>
                  <a:lnTo>
                    <a:pt x="160883" y="57477"/>
                  </a:lnTo>
                  <a:lnTo>
                    <a:pt x="158981" y="75959"/>
                  </a:lnTo>
                  <a:cubicBezTo>
                    <a:pt x="158935" y="76530"/>
                    <a:pt x="159306" y="77013"/>
                    <a:pt x="159909" y="77144"/>
                  </a:cubicBezTo>
                  <a:lnTo>
                    <a:pt x="168535" y="78769"/>
                  </a:lnTo>
                  <a:lnTo>
                    <a:pt x="168535" y="83510"/>
                  </a:lnTo>
                  <a:cubicBezTo>
                    <a:pt x="168535" y="83510"/>
                    <a:pt x="168582" y="83905"/>
                    <a:pt x="168674" y="84037"/>
                  </a:cubicBezTo>
                  <a:lnTo>
                    <a:pt x="173544" y="92114"/>
                  </a:lnTo>
                  <a:cubicBezTo>
                    <a:pt x="173729" y="92466"/>
                    <a:pt x="174100" y="92641"/>
                    <a:pt x="174518" y="92685"/>
                  </a:cubicBezTo>
                  <a:lnTo>
                    <a:pt x="189080" y="93080"/>
                  </a:lnTo>
                  <a:lnTo>
                    <a:pt x="190054" y="93080"/>
                  </a:lnTo>
                  <a:cubicBezTo>
                    <a:pt x="190054" y="93080"/>
                    <a:pt x="191260" y="94222"/>
                    <a:pt x="191260" y="94222"/>
                  </a:cubicBezTo>
                  <a:lnTo>
                    <a:pt x="190703" y="95846"/>
                  </a:lnTo>
                  <a:lnTo>
                    <a:pt x="189451" y="99621"/>
                  </a:lnTo>
                  <a:cubicBezTo>
                    <a:pt x="189312" y="100104"/>
                    <a:pt x="189451" y="100631"/>
                    <a:pt x="189961" y="100894"/>
                  </a:cubicBezTo>
                  <a:lnTo>
                    <a:pt x="199237" y="106382"/>
                  </a:lnTo>
                  <a:cubicBezTo>
                    <a:pt x="199237" y="106382"/>
                    <a:pt x="199654" y="106557"/>
                    <a:pt x="199840" y="106557"/>
                  </a:cubicBezTo>
                  <a:cubicBezTo>
                    <a:pt x="200211" y="106557"/>
                    <a:pt x="200535" y="106382"/>
                    <a:pt x="200767" y="106118"/>
                  </a:cubicBezTo>
                  <a:lnTo>
                    <a:pt x="203086" y="103089"/>
                  </a:lnTo>
                  <a:cubicBezTo>
                    <a:pt x="203318" y="102826"/>
                    <a:pt x="203364" y="102431"/>
                    <a:pt x="203272" y="102123"/>
                  </a:cubicBezTo>
                  <a:lnTo>
                    <a:pt x="201370" y="96329"/>
                  </a:lnTo>
                  <a:lnTo>
                    <a:pt x="203967" y="96153"/>
                  </a:lnTo>
                  <a:cubicBezTo>
                    <a:pt x="204385" y="96153"/>
                    <a:pt x="204756" y="95890"/>
                    <a:pt x="204941" y="95538"/>
                  </a:cubicBezTo>
                  <a:lnTo>
                    <a:pt x="208419" y="88427"/>
                  </a:lnTo>
                  <a:lnTo>
                    <a:pt x="215562" y="87944"/>
                  </a:lnTo>
                  <a:cubicBezTo>
                    <a:pt x="216164" y="87944"/>
                    <a:pt x="216628" y="87417"/>
                    <a:pt x="216628" y="86846"/>
                  </a:cubicBezTo>
                  <a:lnTo>
                    <a:pt x="216628" y="83554"/>
                  </a:lnTo>
                  <a:lnTo>
                    <a:pt x="221266" y="83554"/>
                  </a:lnTo>
                  <a:cubicBezTo>
                    <a:pt x="221591" y="83554"/>
                    <a:pt x="221869" y="83422"/>
                    <a:pt x="222101" y="83203"/>
                  </a:cubicBezTo>
                  <a:lnTo>
                    <a:pt x="230773" y="74730"/>
                  </a:lnTo>
                  <a:lnTo>
                    <a:pt x="233185" y="75959"/>
                  </a:lnTo>
                  <a:cubicBezTo>
                    <a:pt x="233695" y="76222"/>
                    <a:pt x="234298" y="76091"/>
                    <a:pt x="234623" y="75696"/>
                  </a:cubicBezTo>
                  <a:lnTo>
                    <a:pt x="239260" y="70296"/>
                  </a:lnTo>
                  <a:lnTo>
                    <a:pt x="238472" y="69945"/>
                  </a:lnTo>
                  <a:cubicBezTo>
                    <a:pt x="238472" y="69945"/>
                    <a:pt x="238472" y="69945"/>
                    <a:pt x="238472" y="69945"/>
                  </a:cubicBezTo>
                  <a:cubicBezTo>
                    <a:pt x="238286" y="69857"/>
                    <a:pt x="238194" y="69681"/>
                    <a:pt x="238055" y="69550"/>
                  </a:cubicBezTo>
                  <a:cubicBezTo>
                    <a:pt x="238008" y="69462"/>
                    <a:pt x="237869" y="69418"/>
                    <a:pt x="237823" y="69330"/>
                  </a:cubicBezTo>
                  <a:lnTo>
                    <a:pt x="237823" y="69330"/>
                  </a:lnTo>
                  <a:cubicBezTo>
                    <a:pt x="237823" y="69330"/>
                    <a:pt x="237591" y="68716"/>
                    <a:pt x="237591" y="68716"/>
                  </a:cubicBezTo>
                  <a:lnTo>
                    <a:pt x="233417" y="73545"/>
                  </a:lnTo>
                  <a:lnTo>
                    <a:pt x="231098" y="72315"/>
                  </a:lnTo>
                  <a:cubicBezTo>
                    <a:pt x="230634" y="72096"/>
                    <a:pt x="230078" y="72140"/>
                    <a:pt x="229707" y="72535"/>
                  </a:cubicBezTo>
                  <a:lnTo>
                    <a:pt x="220756" y="81271"/>
                  </a:lnTo>
                  <a:lnTo>
                    <a:pt x="215469" y="81271"/>
                  </a:lnTo>
                  <a:cubicBezTo>
                    <a:pt x="214820" y="81271"/>
                    <a:pt x="214309" y="81754"/>
                    <a:pt x="214309" y="82368"/>
                  </a:cubicBezTo>
                  <a:lnTo>
                    <a:pt x="214309" y="85749"/>
                  </a:lnTo>
                  <a:lnTo>
                    <a:pt x="207538" y="86232"/>
                  </a:lnTo>
                  <a:cubicBezTo>
                    <a:pt x="207121" y="86232"/>
                    <a:pt x="206750" y="86495"/>
                    <a:pt x="206565" y="86846"/>
                  </a:cubicBezTo>
                  <a:lnTo>
                    <a:pt x="203086" y="93958"/>
                  </a:lnTo>
                  <a:lnTo>
                    <a:pt x="199700" y="94178"/>
                  </a:lnTo>
                  <a:cubicBezTo>
                    <a:pt x="199330" y="94178"/>
                    <a:pt x="199005" y="94397"/>
                    <a:pt x="198819" y="94661"/>
                  </a:cubicBezTo>
                  <a:cubicBezTo>
                    <a:pt x="198634" y="94924"/>
                    <a:pt x="198541" y="95275"/>
                    <a:pt x="198680" y="95582"/>
                  </a:cubicBezTo>
                  <a:lnTo>
                    <a:pt x="200814" y="102211"/>
                  </a:lnTo>
                  <a:lnTo>
                    <a:pt x="199469" y="103967"/>
                  </a:lnTo>
                  <a:lnTo>
                    <a:pt x="191863" y="99490"/>
                  </a:lnTo>
                  <a:lnTo>
                    <a:pt x="193625" y="94265"/>
                  </a:lnTo>
                  <a:cubicBezTo>
                    <a:pt x="193625" y="94265"/>
                    <a:pt x="193625" y="94046"/>
                    <a:pt x="193625" y="93914"/>
                  </a:cubicBezTo>
                  <a:cubicBezTo>
                    <a:pt x="193625" y="93607"/>
                    <a:pt x="193533" y="93343"/>
                    <a:pt x="193300" y="93124"/>
                  </a:cubicBezTo>
                  <a:lnTo>
                    <a:pt x="191677" y="91631"/>
                  </a:lnTo>
                  <a:lnTo>
                    <a:pt x="191260" y="91236"/>
                  </a:lnTo>
                  <a:cubicBezTo>
                    <a:pt x="191260" y="91236"/>
                    <a:pt x="190796" y="90929"/>
                    <a:pt x="190471" y="90929"/>
                  </a:cubicBezTo>
                  <a:lnTo>
                    <a:pt x="175121" y="90490"/>
                  </a:lnTo>
                  <a:lnTo>
                    <a:pt x="170715" y="83203"/>
                  </a:lnTo>
                  <a:lnTo>
                    <a:pt x="170715" y="77891"/>
                  </a:lnTo>
                  <a:cubicBezTo>
                    <a:pt x="170715" y="77364"/>
                    <a:pt x="170344" y="76925"/>
                    <a:pt x="169787" y="76793"/>
                  </a:cubicBezTo>
                  <a:lnTo>
                    <a:pt x="161254" y="75213"/>
                  </a:lnTo>
                  <a:lnTo>
                    <a:pt x="163202" y="56467"/>
                  </a:lnTo>
                  <a:cubicBezTo>
                    <a:pt x="163202" y="56160"/>
                    <a:pt x="163109" y="55809"/>
                    <a:pt x="162877" y="55589"/>
                  </a:cubicBezTo>
                  <a:cubicBezTo>
                    <a:pt x="162645" y="55370"/>
                    <a:pt x="162320" y="55238"/>
                    <a:pt x="161996" y="55238"/>
                  </a:cubicBezTo>
                  <a:lnTo>
                    <a:pt x="158007" y="55458"/>
                  </a:lnTo>
                  <a:cubicBezTo>
                    <a:pt x="155828" y="49751"/>
                    <a:pt x="145115" y="39566"/>
                    <a:pt x="144651" y="39083"/>
                  </a:cubicBezTo>
                  <a:cubicBezTo>
                    <a:pt x="144326" y="38776"/>
                    <a:pt x="143816" y="38688"/>
                    <a:pt x="143399" y="38820"/>
                  </a:cubicBezTo>
                  <a:lnTo>
                    <a:pt x="136442" y="41454"/>
                  </a:lnTo>
                  <a:cubicBezTo>
                    <a:pt x="118865" y="39302"/>
                    <a:pt x="100685" y="41893"/>
                    <a:pt x="97021" y="42507"/>
                  </a:cubicBezTo>
                  <a:lnTo>
                    <a:pt x="77172" y="20733"/>
                  </a:lnTo>
                  <a:cubicBezTo>
                    <a:pt x="77172" y="20733"/>
                    <a:pt x="76986" y="20601"/>
                    <a:pt x="76894" y="20513"/>
                  </a:cubicBezTo>
                  <a:lnTo>
                    <a:pt x="64511" y="13138"/>
                  </a:lnTo>
                  <a:lnTo>
                    <a:pt x="56070" y="8134"/>
                  </a:lnTo>
                  <a:lnTo>
                    <a:pt x="44754" y="1373"/>
                  </a:lnTo>
                  <a:lnTo>
                    <a:pt x="42667" y="144"/>
                  </a:lnTo>
                  <a:cubicBezTo>
                    <a:pt x="42667" y="144"/>
                    <a:pt x="42435" y="144"/>
                    <a:pt x="42296" y="100"/>
                  </a:cubicBezTo>
                  <a:cubicBezTo>
                    <a:pt x="42111" y="56"/>
                    <a:pt x="41925" y="-32"/>
                    <a:pt x="41693" y="12"/>
                  </a:cubicBezTo>
                  <a:lnTo>
                    <a:pt x="835" y="11865"/>
                  </a:lnTo>
                  <a:cubicBezTo>
                    <a:pt x="325" y="11997"/>
                    <a:pt x="0" y="12436"/>
                    <a:pt x="0" y="12919"/>
                  </a:cubicBezTo>
                  <a:lnTo>
                    <a:pt x="0" y="90622"/>
                  </a:lnTo>
                  <a:cubicBezTo>
                    <a:pt x="0" y="91236"/>
                    <a:pt x="510" y="91719"/>
                    <a:pt x="1159" y="91719"/>
                  </a:cubicBezTo>
                  <a:cubicBezTo>
                    <a:pt x="1809" y="91719"/>
                    <a:pt x="2319" y="91236"/>
                    <a:pt x="2319" y="90622"/>
                  </a:cubicBezTo>
                  <a:lnTo>
                    <a:pt x="2319" y="13709"/>
                  </a:lnTo>
                  <a:lnTo>
                    <a:pt x="41693" y="22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6" name="Freeform: Shape 2595">
              <a:extLst>
                <a:ext uri="{FF2B5EF4-FFF2-40B4-BE49-F238E27FC236}">
                  <a16:creationId xmlns:a16="http://schemas.microsoft.com/office/drawing/2014/main" id="{6546A039-3324-69DC-F7C8-01F4E44476BD}"/>
                </a:ext>
              </a:extLst>
            </p:cNvPr>
            <p:cNvSpPr>
              <a:spLocks/>
            </p:cNvSpPr>
            <p:nvPr/>
          </p:nvSpPr>
          <p:spPr>
            <a:xfrm>
              <a:off x="7360267" y="3000117"/>
              <a:ext cx="223699" cy="34417"/>
            </a:xfrm>
            <a:custGeom>
              <a:avLst/>
              <a:gdLst>
                <a:gd name="connsiteX0" fmla="*/ 144113 w 149869"/>
                <a:gd name="connsiteY0" fmla="*/ 16517 h 23058"/>
                <a:gd name="connsiteX1" fmla="*/ 138362 w 149869"/>
                <a:gd name="connsiteY1" fmla="*/ 16254 h 23058"/>
                <a:gd name="connsiteX2" fmla="*/ 134049 w 149869"/>
                <a:gd name="connsiteY2" fmla="*/ 9625 h 23058"/>
                <a:gd name="connsiteX3" fmla="*/ 133168 w 149869"/>
                <a:gd name="connsiteY3" fmla="*/ 9098 h 23058"/>
                <a:gd name="connsiteX4" fmla="*/ 103811 w 149869"/>
                <a:gd name="connsiteY4" fmla="*/ 6377 h 23058"/>
                <a:gd name="connsiteX5" fmla="*/ 97736 w 149869"/>
                <a:gd name="connsiteY5" fmla="*/ 4708 h 23058"/>
                <a:gd name="connsiteX6" fmla="*/ 96901 w 149869"/>
                <a:gd name="connsiteY6" fmla="*/ 4796 h 23058"/>
                <a:gd name="connsiteX7" fmla="*/ 88414 w 149869"/>
                <a:gd name="connsiteY7" fmla="*/ 8923 h 23058"/>
                <a:gd name="connsiteX8" fmla="*/ 82570 w 149869"/>
                <a:gd name="connsiteY8" fmla="*/ 6157 h 23058"/>
                <a:gd name="connsiteX9" fmla="*/ 81968 w 149869"/>
                <a:gd name="connsiteY9" fmla="*/ 6025 h 23058"/>
                <a:gd name="connsiteX10" fmla="*/ 78211 w 149869"/>
                <a:gd name="connsiteY10" fmla="*/ 6289 h 23058"/>
                <a:gd name="connsiteX11" fmla="*/ 77144 w 149869"/>
                <a:gd name="connsiteY11" fmla="*/ 7386 h 23058"/>
                <a:gd name="connsiteX12" fmla="*/ 77144 w 149869"/>
                <a:gd name="connsiteY12" fmla="*/ 8659 h 23058"/>
                <a:gd name="connsiteX13" fmla="*/ 63788 w 149869"/>
                <a:gd name="connsiteY13" fmla="*/ 5016 h 23058"/>
                <a:gd name="connsiteX14" fmla="*/ 52704 w 149869"/>
                <a:gd name="connsiteY14" fmla="*/ 99 h 23058"/>
                <a:gd name="connsiteX15" fmla="*/ 51776 w 149869"/>
                <a:gd name="connsiteY15" fmla="*/ 99 h 23058"/>
                <a:gd name="connsiteX16" fmla="*/ 42779 w 149869"/>
                <a:gd name="connsiteY16" fmla="*/ 3611 h 23058"/>
                <a:gd name="connsiteX17" fmla="*/ 42083 w 149869"/>
                <a:gd name="connsiteY17" fmla="*/ 4357 h 23058"/>
                <a:gd name="connsiteX18" fmla="*/ 40367 w 149869"/>
                <a:gd name="connsiteY18" fmla="*/ 11513 h 23058"/>
                <a:gd name="connsiteX19" fmla="*/ 40367 w 149869"/>
                <a:gd name="connsiteY19" fmla="*/ 12040 h 23058"/>
                <a:gd name="connsiteX20" fmla="*/ 41573 w 149869"/>
                <a:gd name="connsiteY20" fmla="*/ 16386 h 23058"/>
                <a:gd name="connsiteX21" fmla="*/ 18106 w 149869"/>
                <a:gd name="connsiteY21" fmla="*/ 9054 h 23058"/>
                <a:gd name="connsiteX22" fmla="*/ 17735 w 149869"/>
                <a:gd name="connsiteY22" fmla="*/ 9011 h 23058"/>
                <a:gd name="connsiteX23" fmla="*/ 6697 w 149869"/>
                <a:gd name="connsiteY23" fmla="*/ 9011 h 23058"/>
                <a:gd name="connsiteX24" fmla="*/ 5770 w 149869"/>
                <a:gd name="connsiteY24" fmla="*/ 9406 h 23058"/>
                <a:gd name="connsiteX25" fmla="*/ 251 w 149869"/>
                <a:gd name="connsiteY25" fmla="*/ 15991 h 23058"/>
                <a:gd name="connsiteX26" fmla="*/ 65 w 149869"/>
                <a:gd name="connsiteY26" fmla="*/ 17088 h 23058"/>
                <a:gd name="connsiteX27" fmla="*/ 1271 w 149869"/>
                <a:gd name="connsiteY27" fmla="*/ 20073 h 23058"/>
                <a:gd name="connsiteX28" fmla="*/ 1503 w 149869"/>
                <a:gd name="connsiteY28" fmla="*/ 20688 h 23058"/>
                <a:gd name="connsiteX29" fmla="*/ 1503 w 149869"/>
                <a:gd name="connsiteY29" fmla="*/ 20688 h 23058"/>
                <a:gd name="connsiteX30" fmla="*/ 1503 w 149869"/>
                <a:gd name="connsiteY30" fmla="*/ 19854 h 23058"/>
                <a:gd name="connsiteX31" fmla="*/ 3033 w 149869"/>
                <a:gd name="connsiteY31" fmla="*/ 19283 h 23058"/>
                <a:gd name="connsiteX32" fmla="*/ 3497 w 149869"/>
                <a:gd name="connsiteY32" fmla="*/ 19459 h 23058"/>
                <a:gd name="connsiteX33" fmla="*/ 2477 w 149869"/>
                <a:gd name="connsiteY33" fmla="*/ 16913 h 23058"/>
                <a:gd name="connsiteX34" fmla="*/ 7207 w 149869"/>
                <a:gd name="connsiteY34" fmla="*/ 11249 h 23058"/>
                <a:gd name="connsiteX35" fmla="*/ 17457 w 149869"/>
                <a:gd name="connsiteY35" fmla="*/ 11249 h 23058"/>
                <a:gd name="connsiteX36" fmla="*/ 42779 w 149869"/>
                <a:gd name="connsiteY36" fmla="*/ 19151 h 23058"/>
                <a:gd name="connsiteX37" fmla="*/ 43938 w 149869"/>
                <a:gd name="connsiteY37" fmla="*/ 18888 h 23058"/>
                <a:gd name="connsiteX38" fmla="*/ 44263 w 149869"/>
                <a:gd name="connsiteY38" fmla="*/ 17791 h 23058"/>
                <a:gd name="connsiteX39" fmla="*/ 42593 w 149869"/>
                <a:gd name="connsiteY39" fmla="*/ 11732 h 23058"/>
                <a:gd name="connsiteX40" fmla="*/ 44124 w 149869"/>
                <a:gd name="connsiteY40" fmla="*/ 5367 h 23058"/>
                <a:gd name="connsiteX41" fmla="*/ 52101 w 149869"/>
                <a:gd name="connsiteY41" fmla="*/ 2250 h 23058"/>
                <a:gd name="connsiteX42" fmla="*/ 62907 w 149869"/>
                <a:gd name="connsiteY42" fmla="*/ 7035 h 23058"/>
                <a:gd name="connsiteX43" fmla="*/ 77933 w 149869"/>
                <a:gd name="connsiteY43" fmla="*/ 11162 h 23058"/>
                <a:gd name="connsiteX44" fmla="*/ 78953 w 149869"/>
                <a:gd name="connsiteY44" fmla="*/ 10986 h 23058"/>
                <a:gd name="connsiteX45" fmla="*/ 79417 w 149869"/>
                <a:gd name="connsiteY45" fmla="*/ 10108 h 23058"/>
                <a:gd name="connsiteX46" fmla="*/ 79417 w 149869"/>
                <a:gd name="connsiteY46" fmla="*/ 8396 h 23058"/>
                <a:gd name="connsiteX47" fmla="*/ 81782 w 149869"/>
                <a:gd name="connsiteY47" fmla="*/ 8220 h 23058"/>
                <a:gd name="connsiteX48" fmla="*/ 87858 w 149869"/>
                <a:gd name="connsiteY48" fmla="*/ 11118 h 23058"/>
                <a:gd name="connsiteX49" fmla="*/ 88924 w 149869"/>
                <a:gd name="connsiteY49" fmla="*/ 11118 h 23058"/>
                <a:gd name="connsiteX50" fmla="*/ 97504 w 149869"/>
                <a:gd name="connsiteY50" fmla="*/ 6947 h 23058"/>
                <a:gd name="connsiteX51" fmla="*/ 103347 w 149869"/>
                <a:gd name="connsiteY51" fmla="*/ 8528 h 23058"/>
                <a:gd name="connsiteX52" fmla="*/ 132333 w 149869"/>
                <a:gd name="connsiteY52" fmla="*/ 11206 h 23058"/>
                <a:gd name="connsiteX53" fmla="*/ 136647 w 149869"/>
                <a:gd name="connsiteY53" fmla="*/ 17878 h 23058"/>
                <a:gd name="connsiteX54" fmla="*/ 137574 w 149869"/>
                <a:gd name="connsiteY54" fmla="*/ 18405 h 23058"/>
                <a:gd name="connsiteX55" fmla="*/ 143510 w 149869"/>
                <a:gd name="connsiteY55" fmla="*/ 18669 h 23058"/>
                <a:gd name="connsiteX56" fmla="*/ 147592 w 149869"/>
                <a:gd name="connsiteY56" fmla="*/ 22444 h 23058"/>
                <a:gd name="connsiteX57" fmla="*/ 147916 w 149869"/>
                <a:gd name="connsiteY57" fmla="*/ 22751 h 23058"/>
                <a:gd name="connsiteX58" fmla="*/ 148705 w 149869"/>
                <a:gd name="connsiteY58" fmla="*/ 23059 h 23058"/>
                <a:gd name="connsiteX59" fmla="*/ 149539 w 149869"/>
                <a:gd name="connsiteY59" fmla="*/ 22707 h 23058"/>
                <a:gd name="connsiteX60" fmla="*/ 149539 w 149869"/>
                <a:gd name="connsiteY60" fmla="*/ 21171 h 23058"/>
                <a:gd name="connsiteX61" fmla="*/ 147406 w 149869"/>
                <a:gd name="connsiteY61" fmla="*/ 19195 h 23058"/>
                <a:gd name="connsiteX62" fmla="*/ 144855 w 149869"/>
                <a:gd name="connsiteY62" fmla="*/ 16825 h 23058"/>
                <a:gd name="connsiteX63" fmla="*/ 144113 w 149869"/>
                <a:gd name="connsiteY63" fmla="*/ 16517 h 23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49869" h="23058">
                  <a:moveTo>
                    <a:pt x="144113" y="16517"/>
                  </a:moveTo>
                  <a:lnTo>
                    <a:pt x="138362" y="16254"/>
                  </a:lnTo>
                  <a:lnTo>
                    <a:pt x="134049" y="9625"/>
                  </a:lnTo>
                  <a:cubicBezTo>
                    <a:pt x="133864" y="9318"/>
                    <a:pt x="133539" y="9142"/>
                    <a:pt x="133168" y="9098"/>
                  </a:cubicBezTo>
                  <a:lnTo>
                    <a:pt x="103811" y="6377"/>
                  </a:lnTo>
                  <a:lnTo>
                    <a:pt x="97736" y="4708"/>
                  </a:lnTo>
                  <a:cubicBezTo>
                    <a:pt x="97458" y="4621"/>
                    <a:pt x="97133" y="4664"/>
                    <a:pt x="96901" y="4796"/>
                  </a:cubicBezTo>
                  <a:lnTo>
                    <a:pt x="88414" y="8923"/>
                  </a:lnTo>
                  <a:lnTo>
                    <a:pt x="82570" y="6157"/>
                  </a:lnTo>
                  <a:cubicBezTo>
                    <a:pt x="82570" y="6157"/>
                    <a:pt x="82153" y="6025"/>
                    <a:pt x="81968" y="6025"/>
                  </a:cubicBezTo>
                  <a:lnTo>
                    <a:pt x="78211" y="6289"/>
                  </a:lnTo>
                  <a:cubicBezTo>
                    <a:pt x="77608" y="6289"/>
                    <a:pt x="77144" y="6816"/>
                    <a:pt x="77144" y="7386"/>
                  </a:cubicBezTo>
                  <a:lnTo>
                    <a:pt x="77144" y="8659"/>
                  </a:lnTo>
                  <a:lnTo>
                    <a:pt x="63788" y="5016"/>
                  </a:lnTo>
                  <a:lnTo>
                    <a:pt x="52704" y="99"/>
                  </a:lnTo>
                  <a:cubicBezTo>
                    <a:pt x="52425" y="-33"/>
                    <a:pt x="52054" y="-33"/>
                    <a:pt x="51776" y="99"/>
                  </a:cubicBezTo>
                  <a:lnTo>
                    <a:pt x="42779" y="3611"/>
                  </a:lnTo>
                  <a:cubicBezTo>
                    <a:pt x="42408" y="3743"/>
                    <a:pt x="42176" y="4050"/>
                    <a:pt x="42083" y="4357"/>
                  </a:cubicBezTo>
                  <a:lnTo>
                    <a:pt x="40367" y="11513"/>
                  </a:lnTo>
                  <a:cubicBezTo>
                    <a:pt x="40367" y="11513"/>
                    <a:pt x="40367" y="11864"/>
                    <a:pt x="40367" y="12040"/>
                  </a:cubicBezTo>
                  <a:lnTo>
                    <a:pt x="41573" y="16386"/>
                  </a:lnTo>
                  <a:lnTo>
                    <a:pt x="18106" y="9054"/>
                  </a:lnTo>
                  <a:cubicBezTo>
                    <a:pt x="18106" y="9054"/>
                    <a:pt x="17874" y="9011"/>
                    <a:pt x="17735" y="9011"/>
                  </a:cubicBezTo>
                  <a:lnTo>
                    <a:pt x="6697" y="9011"/>
                  </a:lnTo>
                  <a:cubicBezTo>
                    <a:pt x="6326" y="9011"/>
                    <a:pt x="6002" y="9186"/>
                    <a:pt x="5770" y="9406"/>
                  </a:cubicBezTo>
                  <a:lnTo>
                    <a:pt x="251" y="15991"/>
                  </a:lnTo>
                  <a:cubicBezTo>
                    <a:pt x="19" y="16298"/>
                    <a:pt x="-74" y="16693"/>
                    <a:pt x="65" y="17088"/>
                  </a:cubicBezTo>
                  <a:lnTo>
                    <a:pt x="1271" y="20073"/>
                  </a:lnTo>
                  <a:lnTo>
                    <a:pt x="1503" y="20688"/>
                  </a:lnTo>
                  <a:lnTo>
                    <a:pt x="1503" y="20688"/>
                  </a:lnTo>
                  <a:cubicBezTo>
                    <a:pt x="1410" y="20424"/>
                    <a:pt x="1410" y="20117"/>
                    <a:pt x="1503" y="19854"/>
                  </a:cubicBezTo>
                  <a:cubicBezTo>
                    <a:pt x="1781" y="19283"/>
                    <a:pt x="2477" y="19064"/>
                    <a:pt x="3033" y="19283"/>
                  </a:cubicBezTo>
                  <a:lnTo>
                    <a:pt x="3497" y="19459"/>
                  </a:lnTo>
                  <a:lnTo>
                    <a:pt x="2477" y="16913"/>
                  </a:lnTo>
                  <a:lnTo>
                    <a:pt x="7207" y="11249"/>
                  </a:lnTo>
                  <a:lnTo>
                    <a:pt x="17457" y="11249"/>
                  </a:lnTo>
                  <a:lnTo>
                    <a:pt x="42779" y="19151"/>
                  </a:lnTo>
                  <a:cubicBezTo>
                    <a:pt x="43150" y="19283"/>
                    <a:pt x="43613" y="19151"/>
                    <a:pt x="43938" y="18888"/>
                  </a:cubicBezTo>
                  <a:cubicBezTo>
                    <a:pt x="44263" y="18625"/>
                    <a:pt x="44356" y="18186"/>
                    <a:pt x="44263" y="17791"/>
                  </a:cubicBezTo>
                  <a:lnTo>
                    <a:pt x="42593" y="11732"/>
                  </a:lnTo>
                  <a:lnTo>
                    <a:pt x="44124" y="5367"/>
                  </a:lnTo>
                  <a:lnTo>
                    <a:pt x="52101" y="2250"/>
                  </a:lnTo>
                  <a:lnTo>
                    <a:pt x="62907" y="7035"/>
                  </a:lnTo>
                  <a:lnTo>
                    <a:pt x="77933" y="11162"/>
                  </a:lnTo>
                  <a:cubicBezTo>
                    <a:pt x="78304" y="11249"/>
                    <a:pt x="78675" y="11162"/>
                    <a:pt x="78953" y="10986"/>
                  </a:cubicBezTo>
                  <a:cubicBezTo>
                    <a:pt x="79231" y="10767"/>
                    <a:pt x="79417" y="10459"/>
                    <a:pt x="79417" y="10108"/>
                  </a:cubicBezTo>
                  <a:lnTo>
                    <a:pt x="79417" y="8396"/>
                  </a:lnTo>
                  <a:lnTo>
                    <a:pt x="81782" y="8220"/>
                  </a:lnTo>
                  <a:lnTo>
                    <a:pt x="87858" y="11118"/>
                  </a:lnTo>
                  <a:cubicBezTo>
                    <a:pt x="88182" y="11293"/>
                    <a:pt x="88599" y="11293"/>
                    <a:pt x="88924" y="11118"/>
                  </a:cubicBezTo>
                  <a:lnTo>
                    <a:pt x="97504" y="6947"/>
                  </a:lnTo>
                  <a:lnTo>
                    <a:pt x="103347" y="8528"/>
                  </a:lnTo>
                  <a:lnTo>
                    <a:pt x="132333" y="11206"/>
                  </a:lnTo>
                  <a:lnTo>
                    <a:pt x="136647" y="17878"/>
                  </a:lnTo>
                  <a:cubicBezTo>
                    <a:pt x="136832" y="18186"/>
                    <a:pt x="137203" y="18405"/>
                    <a:pt x="137574" y="18405"/>
                  </a:cubicBezTo>
                  <a:lnTo>
                    <a:pt x="143510" y="18669"/>
                  </a:lnTo>
                  <a:lnTo>
                    <a:pt x="147592" y="22444"/>
                  </a:lnTo>
                  <a:lnTo>
                    <a:pt x="147916" y="22751"/>
                  </a:lnTo>
                  <a:cubicBezTo>
                    <a:pt x="147916" y="22751"/>
                    <a:pt x="148426" y="23059"/>
                    <a:pt x="148705" y="23059"/>
                  </a:cubicBezTo>
                  <a:cubicBezTo>
                    <a:pt x="148983" y="23059"/>
                    <a:pt x="149307" y="22971"/>
                    <a:pt x="149539" y="22707"/>
                  </a:cubicBezTo>
                  <a:cubicBezTo>
                    <a:pt x="150003" y="22268"/>
                    <a:pt x="149957" y="21566"/>
                    <a:pt x="149539" y="21171"/>
                  </a:cubicBezTo>
                  <a:lnTo>
                    <a:pt x="147406" y="19195"/>
                  </a:lnTo>
                  <a:lnTo>
                    <a:pt x="144855" y="16825"/>
                  </a:lnTo>
                  <a:cubicBezTo>
                    <a:pt x="144855" y="16825"/>
                    <a:pt x="144391" y="16517"/>
                    <a:pt x="144113" y="1651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7" name="Freeform: Shape 2596">
              <a:extLst>
                <a:ext uri="{FF2B5EF4-FFF2-40B4-BE49-F238E27FC236}">
                  <a16:creationId xmlns:a16="http://schemas.microsoft.com/office/drawing/2014/main" id="{D3FDA144-A24C-E3E7-CD7D-A963D872DEE5}"/>
                </a:ext>
              </a:extLst>
            </p:cNvPr>
            <p:cNvSpPr>
              <a:spLocks/>
            </p:cNvSpPr>
            <p:nvPr/>
          </p:nvSpPr>
          <p:spPr>
            <a:xfrm>
              <a:off x="7362789" y="3031391"/>
              <a:ext cx="623" cy="590"/>
            </a:xfrm>
            <a:custGeom>
              <a:avLst/>
              <a:gdLst>
                <a:gd name="connsiteX0" fmla="*/ 418 w 417"/>
                <a:gd name="connsiteY0" fmla="*/ 395 h 395"/>
                <a:gd name="connsiteX1" fmla="*/ 0 w 417"/>
                <a:gd name="connsiteY1" fmla="*/ 0 h 395"/>
                <a:gd name="connsiteX2" fmla="*/ 418 w 417"/>
                <a:gd name="connsiteY2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395">
                  <a:moveTo>
                    <a:pt x="418" y="395"/>
                  </a:moveTo>
                  <a:cubicBezTo>
                    <a:pt x="418" y="395"/>
                    <a:pt x="139" y="132"/>
                    <a:pt x="0" y="0"/>
                  </a:cubicBezTo>
                  <a:cubicBezTo>
                    <a:pt x="139" y="132"/>
                    <a:pt x="232" y="307"/>
                    <a:pt x="418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8" name="Freeform: Shape 2597">
              <a:extLst>
                <a:ext uri="{FF2B5EF4-FFF2-40B4-BE49-F238E27FC236}">
                  <a16:creationId xmlns:a16="http://schemas.microsoft.com/office/drawing/2014/main" id="{0641FDED-8774-77C6-7D77-FAE8AB3FFF08}"/>
                </a:ext>
              </a:extLst>
            </p:cNvPr>
            <p:cNvSpPr>
              <a:spLocks/>
            </p:cNvSpPr>
            <p:nvPr/>
          </p:nvSpPr>
          <p:spPr>
            <a:xfrm>
              <a:off x="7343337" y="3028880"/>
              <a:ext cx="73084" cy="67384"/>
            </a:xfrm>
            <a:custGeom>
              <a:avLst/>
              <a:gdLst>
                <a:gd name="connsiteX0" fmla="*/ 13078 w 48963"/>
                <a:gd name="connsiteY0" fmla="*/ 1683 h 45144"/>
                <a:gd name="connsiteX1" fmla="*/ 13496 w 48963"/>
                <a:gd name="connsiteY1" fmla="*/ 2078 h 45144"/>
                <a:gd name="connsiteX2" fmla="*/ 13496 w 48963"/>
                <a:gd name="connsiteY2" fmla="*/ 2078 h 45144"/>
                <a:gd name="connsiteX3" fmla="*/ 14284 w 48963"/>
                <a:gd name="connsiteY3" fmla="*/ 2429 h 45144"/>
                <a:gd name="connsiteX4" fmla="*/ 17020 w 48963"/>
                <a:gd name="connsiteY4" fmla="*/ 3571 h 45144"/>
                <a:gd name="connsiteX5" fmla="*/ 10713 w 48963"/>
                <a:gd name="connsiteY5" fmla="*/ 8663 h 45144"/>
                <a:gd name="connsiteX6" fmla="*/ 557 w 48963"/>
                <a:gd name="connsiteY6" fmla="*/ 14721 h 45144"/>
                <a:gd name="connsiteX7" fmla="*/ 0 w 48963"/>
                <a:gd name="connsiteY7" fmla="*/ 15643 h 45144"/>
                <a:gd name="connsiteX8" fmla="*/ 0 w 48963"/>
                <a:gd name="connsiteY8" fmla="*/ 18365 h 45144"/>
                <a:gd name="connsiteX9" fmla="*/ 1159 w 48963"/>
                <a:gd name="connsiteY9" fmla="*/ 19462 h 45144"/>
                <a:gd name="connsiteX10" fmla="*/ 8997 w 48963"/>
                <a:gd name="connsiteY10" fmla="*/ 19462 h 45144"/>
                <a:gd name="connsiteX11" fmla="*/ 8997 w 48963"/>
                <a:gd name="connsiteY11" fmla="*/ 24379 h 45144"/>
                <a:gd name="connsiteX12" fmla="*/ 10157 w 48963"/>
                <a:gd name="connsiteY12" fmla="*/ 25477 h 45144"/>
                <a:gd name="connsiteX13" fmla="*/ 19154 w 48963"/>
                <a:gd name="connsiteY13" fmla="*/ 25477 h 45144"/>
                <a:gd name="connsiteX14" fmla="*/ 20313 w 48963"/>
                <a:gd name="connsiteY14" fmla="*/ 24379 h 45144"/>
                <a:gd name="connsiteX15" fmla="*/ 20313 w 48963"/>
                <a:gd name="connsiteY15" fmla="*/ 22096 h 45144"/>
                <a:gd name="connsiteX16" fmla="*/ 23003 w 48963"/>
                <a:gd name="connsiteY16" fmla="*/ 21921 h 45144"/>
                <a:gd name="connsiteX17" fmla="*/ 24023 w 48963"/>
                <a:gd name="connsiteY17" fmla="*/ 21174 h 45144"/>
                <a:gd name="connsiteX18" fmla="*/ 24766 w 48963"/>
                <a:gd name="connsiteY18" fmla="*/ 18979 h 45144"/>
                <a:gd name="connsiteX19" fmla="*/ 29821 w 48963"/>
                <a:gd name="connsiteY19" fmla="*/ 25038 h 45144"/>
                <a:gd name="connsiteX20" fmla="*/ 30516 w 48963"/>
                <a:gd name="connsiteY20" fmla="*/ 25433 h 45144"/>
                <a:gd name="connsiteX21" fmla="*/ 40209 w 48963"/>
                <a:gd name="connsiteY21" fmla="*/ 27321 h 45144"/>
                <a:gd name="connsiteX22" fmla="*/ 45914 w 48963"/>
                <a:gd name="connsiteY22" fmla="*/ 29252 h 45144"/>
                <a:gd name="connsiteX23" fmla="*/ 41229 w 48963"/>
                <a:gd name="connsiteY23" fmla="*/ 34520 h 45144"/>
                <a:gd name="connsiteX24" fmla="*/ 35664 w 48963"/>
                <a:gd name="connsiteY24" fmla="*/ 34520 h 45144"/>
                <a:gd name="connsiteX25" fmla="*/ 34598 w 48963"/>
                <a:gd name="connsiteY25" fmla="*/ 35179 h 45144"/>
                <a:gd name="connsiteX26" fmla="*/ 34783 w 48963"/>
                <a:gd name="connsiteY26" fmla="*/ 36364 h 45144"/>
                <a:gd name="connsiteX27" fmla="*/ 34876 w 48963"/>
                <a:gd name="connsiteY27" fmla="*/ 36452 h 45144"/>
                <a:gd name="connsiteX28" fmla="*/ 31026 w 48963"/>
                <a:gd name="connsiteY28" fmla="*/ 36452 h 45144"/>
                <a:gd name="connsiteX29" fmla="*/ 30006 w 48963"/>
                <a:gd name="connsiteY29" fmla="*/ 37022 h 45144"/>
                <a:gd name="connsiteX30" fmla="*/ 26806 w 48963"/>
                <a:gd name="connsiteY30" fmla="*/ 42554 h 45144"/>
                <a:gd name="connsiteX31" fmla="*/ 19710 w 48963"/>
                <a:gd name="connsiteY31" fmla="*/ 39086 h 45144"/>
                <a:gd name="connsiteX32" fmla="*/ 18551 w 48963"/>
                <a:gd name="connsiteY32" fmla="*/ 39130 h 45144"/>
                <a:gd name="connsiteX33" fmla="*/ 13635 w 48963"/>
                <a:gd name="connsiteY33" fmla="*/ 42247 h 45144"/>
                <a:gd name="connsiteX34" fmla="*/ 13310 w 48963"/>
                <a:gd name="connsiteY34" fmla="*/ 42422 h 45144"/>
                <a:gd name="connsiteX35" fmla="*/ 12986 w 48963"/>
                <a:gd name="connsiteY35" fmla="*/ 43959 h 45144"/>
                <a:gd name="connsiteX36" fmla="*/ 14284 w 48963"/>
                <a:gd name="connsiteY36" fmla="*/ 44310 h 45144"/>
                <a:gd name="connsiteX37" fmla="*/ 14563 w 48963"/>
                <a:gd name="connsiteY37" fmla="*/ 44266 h 45144"/>
                <a:gd name="connsiteX38" fmla="*/ 14563 w 48963"/>
                <a:gd name="connsiteY38" fmla="*/ 44266 h 45144"/>
                <a:gd name="connsiteX39" fmla="*/ 14702 w 48963"/>
                <a:gd name="connsiteY39" fmla="*/ 44178 h 45144"/>
                <a:gd name="connsiteX40" fmla="*/ 14702 w 48963"/>
                <a:gd name="connsiteY40" fmla="*/ 44178 h 45144"/>
                <a:gd name="connsiteX41" fmla="*/ 19200 w 48963"/>
                <a:gd name="connsiteY41" fmla="*/ 41325 h 45144"/>
                <a:gd name="connsiteX42" fmla="*/ 26667 w 48963"/>
                <a:gd name="connsiteY42" fmla="*/ 45012 h 45144"/>
                <a:gd name="connsiteX43" fmla="*/ 27223 w 48963"/>
                <a:gd name="connsiteY43" fmla="*/ 45144 h 45144"/>
                <a:gd name="connsiteX44" fmla="*/ 28244 w 48963"/>
                <a:gd name="connsiteY44" fmla="*/ 44573 h 45144"/>
                <a:gd name="connsiteX45" fmla="*/ 31676 w 48963"/>
                <a:gd name="connsiteY45" fmla="*/ 38691 h 45144"/>
                <a:gd name="connsiteX46" fmla="*/ 37380 w 48963"/>
                <a:gd name="connsiteY46" fmla="*/ 38691 h 45144"/>
                <a:gd name="connsiteX47" fmla="*/ 38447 w 48963"/>
                <a:gd name="connsiteY47" fmla="*/ 38032 h 45144"/>
                <a:gd name="connsiteX48" fmla="*/ 38261 w 48963"/>
                <a:gd name="connsiteY48" fmla="*/ 36847 h 45144"/>
                <a:gd name="connsiteX49" fmla="*/ 38168 w 48963"/>
                <a:gd name="connsiteY49" fmla="*/ 36759 h 45144"/>
                <a:gd name="connsiteX50" fmla="*/ 41740 w 48963"/>
                <a:gd name="connsiteY50" fmla="*/ 36759 h 45144"/>
                <a:gd name="connsiteX51" fmla="*/ 42621 w 48963"/>
                <a:gd name="connsiteY51" fmla="*/ 36364 h 45144"/>
                <a:gd name="connsiteX52" fmla="*/ 48696 w 48963"/>
                <a:gd name="connsiteY52" fmla="*/ 29516 h 45144"/>
                <a:gd name="connsiteX53" fmla="*/ 48928 w 48963"/>
                <a:gd name="connsiteY53" fmla="*/ 28506 h 45144"/>
                <a:gd name="connsiteX54" fmla="*/ 48186 w 48963"/>
                <a:gd name="connsiteY54" fmla="*/ 27759 h 45144"/>
                <a:gd name="connsiteX55" fmla="*/ 40766 w 48963"/>
                <a:gd name="connsiteY55" fmla="*/ 25257 h 45144"/>
                <a:gd name="connsiteX56" fmla="*/ 31305 w 48963"/>
                <a:gd name="connsiteY56" fmla="*/ 23413 h 45144"/>
                <a:gd name="connsiteX57" fmla="*/ 25183 w 48963"/>
                <a:gd name="connsiteY57" fmla="*/ 16038 h 45144"/>
                <a:gd name="connsiteX58" fmla="*/ 24070 w 48963"/>
                <a:gd name="connsiteY58" fmla="*/ 15643 h 45144"/>
                <a:gd name="connsiteX59" fmla="*/ 23189 w 48963"/>
                <a:gd name="connsiteY59" fmla="*/ 16389 h 45144"/>
                <a:gd name="connsiteX60" fmla="*/ 21983 w 48963"/>
                <a:gd name="connsiteY60" fmla="*/ 19814 h 45144"/>
                <a:gd name="connsiteX61" fmla="*/ 19015 w 48963"/>
                <a:gd name="connsiteY61" fmla="*/ 20033 h 45144"/>
                <a:gd name="connsiteX62" fmla="*/ 17948 w 48963"/>
                <a:gd name="connsiteY62" fmla="*/ 21131 h 45144"/>
                <a:gd name="connsiteX63" fmla="*/ 17948 w 48963"/>
                <a:gd name="connsiteY63" fmla="*/ 23326 h 45144"/>
                <a:gd name="connsiteX64" fmla="*/ 11270 w 48963"/>
                <a:gd name="connsiteY64" fmla="*/ 23326 h 45144"/>
                <a:gd name="connsiteX65" fmla="*/ 11270 w 48963"/>
                <a:gd name="connsiteY65" fmla="*/ 18409 h 45144"/>
                <a:gd name="connsiteX66" fmla="*/ 10110 w 48963"/>
                <a:gd name="connsiteY66" fmla="*/ 17311 h 45144"/>
                <a:gd name="connsiteX67" fmla="*/ 2272 w 48963"/>
                <a:gd name="connsiteY67" fmla="*/ 17311 h 45144"/>
                <a:gd name="connsiteX68" fmla="*/ 2272 w 48963"/>
                <a:gd name="connsiteY68" fmla="*/ 16258 h 45144"/>
                <a:gd name="connsiteX69" fmla="*/ 12012 w 48963"/>
                <a:gd name="connsiteY69" fmla="*/ 10463 h 45144"/>
                <a:gd name="connsiteX70" fmla="*/ 19850 w 48963"/>
                <a:gd name="connsiteY70" fmla="*/ 4141 h 45144"/>
                <a:gd name="connsiteX71" fmla="*/ 20220 w 48963"/>
                <a:gd name="connsiteY71" fmla="*/ 3132 h 45144"/>
                <a:gd name="connsiteX72" fmla="*/ 19525 w 48963"/>
                <a:gd name="connsiteY72" fmla="*/ 2298 h 45144"/>
                <a:gd name="connsiteX73" fmla="*/ 14702 w 48963"/>
                <a:gd name="connsiteY73" fmla="*/ 278 h 45144"/>
                <a:gd name="connsiteX74" fmla="*/ 14238 w 48963"/>
                <a:gd name="connsiteY74" fmla="*/ 102 h 45144"/>
                <a:gd name="connsiteX75" fmla="*/ 12707 w 48963"/>
                <a:gd name="connsiteY75" fmla="*/ 673 h 45144"/>
                <a:gd name="connsiteX76" fmla="*/ 12707 w 48963"/>
                <a:gd name="connsiteY76" fmla="*/ 1507 h 45144"/>
                <a:gd name="connsiteX77" fmla="*/ 12939 w 48963"/>
                <a:gd name="connsiteY77" fmla="*/ 1727 h 45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8963" h="45144">
                  <a:moveTo>
                    <a:pt x="13078" y="1683"/>
                  </a:moveTo>
                  <a:cubicBezTo>
                    <a:pt x="13078" y="1683"/>
                    <a:pt x="13264" y="1990"/>
                    <a:pt x="13496" y="2078"/>
                  </a:cubicBezTo>
                  <a:cubicBezTo>
                    <a:pt x="13496" y="2078"/>
                    <a:pt x="13496" y="2078"/>
                    <a:pt x="13496" y="2078"/>
                  </a:cubicBezTo>
                  <a:lnTo>
                    <a:pt x="14284" y="2429"/>
                  </a:lnTo>
                  <a:lnTo>
                    <a:pt x="17020" y="3571"/>
                  </a:lnTo>
                  <a:lnTo>
                    <a:pt x="10713" y="8663"/>
                  </a:lnTo>
                  <a:lnTo>
                    <a:pt x="557" y="14721"/>
                  </a:lnTo>
                  <a:cubicBezTo>
                    <a:pt x="232" y="14941"/>
                    <a:pt x="0" y="15292"/>
                    <a:pt x="0" y="15643"/>
                  </a:cubicBezTo>
                  <a:lnTo>
                    <a:pt x="0" y="18365"/>
                  </a:lnTo>
                  <a:cubicBezTo>
                    <a:pt x="0" y="18979"/>
                    <a:pt x="510" y="19462"/>
                    <a:pt x="1159" y="19462"/>
                  </a:cubicBezTo>
                  <a:lnTo>
                    <a:pt x="8997" y="19462"/>
                  </a:lnTo>
                  <a:lnTo>
                    <a:pt x="8997" y="24379"/>
                  </a:lnTo>
                  <a:cubicBezTo>
                    <a:pt x="8997" y="24994"/>
                    <a:pt x="9507" y="25477"/>
                    <a:pt x="10157" y="25477"/>
                  </a:cubicBezTo>
                  <a:lnTo>
                    <a:pt x="19154" y="25477"/>
                  </a:lnTo>
                  <a:cubicBezTo>
                    <a:pt x="19803" y="25477"/>
                    <a:pt x="20313" y="24994"/>
                    <a:pt x="20313" y="24379"/>
                  </a:cubicBezTo>
                  <a:lnTo>
                    <a:pt x="20313" y="22096"/>
                  </a:lnTo>
                  <a:lnTo>
                    <a:pt x="23003" y="21921"/>
                  </a:lnTo>
                  <a:cubicBezTo>
                    <a:pt x="23467" y="21921"/>
                    <a:pt x="23884" y="21614"/>
                    <a:pt x="24023" y="21174"/>
                  </a:cubicBezTo>
                  <a:lnTo>
                    <a:pt x="24766" y="18979"/>
                  </a:lnTo>
                  <a:lnTo>
                    <a:pt x="29821" y="25038"/>
                  </a:lnTo>
                  <a:cubicBezTo>
                    <a:pt x="29821" y="25038"/>
                    <a:pt x="30238" y="25389"/>
                    <a:pt x="30516" y="25433"/>
                  </a:cubicBezTo>
                  <a:lnTo>
                    <a:pt x="40209" y="27321"/>
                  </a:lnTo>
                  <a:lnTo>
                    <a:pt x="45914" y="29252"/>
                  </a:lnTo>
                  <a:lnTo>
                    <a:pt x="41229" y="34520"/>
                  </a:lnTo>
                  <a:lnTo>
                    <a:pt x="35664" y="34520"/>
                  </a:lnTo>
                  <a:cubicBezTo>
                    <a:pt x="35200" y="34520"/>
                    <a:pt x="34783" y="34784"/>
                    <a:pt x="34598" y="35179"/>
                  </a:cubicBezTo>
                  <a:cubicBezTo>
                    <a:pt x="34412" y="35574"/>
                    <a:pt x="34458" y="36013"/>
                    <a:pt x="34783" y="36364"/>
                  </a:cubicBezTo>
                  <a:lnTo>
                    <a:pt x="34876" y="36452"/>
                  </a:lnTo>
                  <a:lnTo>
                    <a:pt x="31026" y="36452"/>
                  </a:lnTo>
                  <a:cubicBezTo>
                    <a:pt x="30609" y="36452"/>
                    <a:pt x="30238" y="36671"/>
                    <a:pt x="30006" y="37022"/>
                  </a:cubicBezTo>
                  <a:lnTo>
                    <a:pt x="26806" y="42554"/>
                  </a:lnTo>
                  <a:lnTo>
                    <a:pt x="19710" y="39086"/>
                  </a:lnTo>
                  <a:cubicBezTo>
                    <a:pt x="19339" y="38910"/>
                    <a:pt x="18876" y="38910"/>
                    <a:pt x="18551" y="39130"/>
                  </a:cubicBezTo>
                  <a:lnTo>
                    <a:pt x="13635" y="42247"/>
                  </a:lnTo>
                  <a:lnTo>
                    <a:pt x="13310" y="42422"/>
                  </a:lnTo>
                  <a:cubicBezTo>
                    <a:pt x="12754" y="42773"/>
                    <a:pt x="12615" y="43432"/>
                    <a:pt x="12986" y="43959"/>
                  </a:cubicBezTo>
                  <a:cubicBezTo>
                    <a:pt x="13264" y="44398"/>
                    <a:pt x="13820" y="44486"/>
                    <a:pt x="14284" y="44310"/>
                  </a:cubicBezTo>
                  <a:cubicBezTo>
                    <a:pt x="14377" y="44310"/>
                    <a:pt x="14470" y="44310"/>
                    <a:pt x="14563" y="44266"/>
                  </a:cubicBezTo>
                  <a:cubicBezTo>
                    <a:pt x="14563" y="44266"/>
                    <a:pt x="14563" y="44266"/>
                    <a:pt x="14563" y="44266"/>
                  </a:cubicBezTo>
                  <a:lnTo>
                    <a:pt x="14702" y="44178"/>
                  </a:lnTo>
                  <a:lnTo>
                    <a:pt x="14702" y="44178"/>
                  </a:lnTo>
                  <a:cubicBezTo>
                    <a:pt x="14702" y="44178"/>
                    <a:pt x="19200" y="41325"/>
                    <a:pt x="19200" y="41325"/>
                  </a:cubicBezTo>
                  <a:lnTo>
                    <a:pt x="26667" y="45012"/>
                  </a:lnTo>
                  <a:cubicBezTo>
                    <a:pt x="26667" y="45012"/>
                    <a:pt x="27038" y="45144"/>
                    <a:pt x="27223" y="45144"/>
                  </a:cubicBezTo>
                  <a:cubicBezTo>
                    <a:pt x="27641" y="45144"/>
                    <a:pt x="28012" y="44924"/>
                    <a:pt x="28244" y="44573"/>
                  </a:cubicBezTo>
                  <a:lnTo>
                    <a:pt x="31676" y="38691"/>
                  </a:lnTo>
                  <a:lnTo>
                    <a:pt x="37380" y="38691"/>
                  </a:lnTo>
                  <a:cubicBezTo>
                    <a:pt x="37844" y="38691"/>
                    <a:pt x="38261" y="38427"/>
                    <a:pt x="38447" y="38032"/>
                  </a:cubicBezTo>
                  <a:cubicBezTo>
                    <a:pt x="38632" y="37637"/>
                    <a:pt x="38586" y="37198"/>
                    <a:pt x="38261" y="36847"/>
                  </a:cubicBezTo>
                  <a:lnTo>
                    <a:pt x="38168" y="36759"/>
                  </a:lnTo>
                  <a:lnTo>
                    <a:pt x="41740" y="36759"/>
                  </a:lnTo>
                  <a:cubicBezTo>
                    <a:pt x="42064" y="36759"/>
                    <a:pt x="42389" y="36627"/>
                    <a:pt x="42621" y="36364"/>
                  </a:cubicBezTo>
                  <a:lnTo>
                    <a:pt x="48696" y="29516"/>
                  </a:lnTo>
                  <a:cubicBezTo>
                    <a:pt x="48928" y="29252"/>
                    <a:pt x="49021" y="28857"/>
                    <a:pt x="48928" y="28506"/>
                  </a:cubicBezTo>
                  <a:cubicBezTo>
                    <a:pt x="48835" y="28155"/>
                    <a:pt x="48557" y="27891"/>
                    <a:pt x="48186" y="27759"/>
                  </a:cubicBezTo>
                  <a:lnTo>
                    <a:pt x="40766" y="25257"/>
                  </a:lnTo>
                  <a:lnTo>
                    <a:pt x="31305" y="23413"/>
                  </a:lnTo>
                  <a:lnTo>
                    <a:pt x="25183" y="16038"/>
                  </a:lnTo>
                  <a:cubicBezTo>
                    <a:pt x="24905" y="15731"/>
                    <a:pt x="24487" y="15555"/>
                    <a:pt x="24070" y="15643"/>
                  </a:cubicBezTo>
                  <a:cubicBezTo>
                    <a:pt x="23652" y="15731"/>
                    <a:pt x="23281" y="15994"/>
                    <a:pt x="23189" y="16389"/>
                  </a:cubicBezTo>
                  <a:lnTo>
                    <a:pt x="21983" y="19814"/>
                  </a:lnTo>
                  <a:lnTo>
                    <a:pt x="19015" y="20033"/>
                  </a:lnTo>
                  <a:cubicBezTo>
                    <a:pt x="18412" y="20033"/>
                    <a:pt x="17948" y="20560"/>
                    <a:pt x="17948" y="21131"/>
                  </a:cubicBezTo>
                  <a:lnTo>
                    <a:pt x="17948" y="23326"/>
                  </a:lnTo>
                  <a:lnTo>
                    <a:pt x="11270" y="23326"/>
                  </a:lnTo>
                  <a:lnTo>
                    <a:pt x="11270" y="18409"/>
                  </a:lnTo>
                  <a:cubicBezTo>
                    <a:pt x="11270" y="17794"/>
                    <a:pt x="10760" y="17311"/>
                    <a:pt x="10110" y="17311"/>
                  </a:cubicBezTo>
                  <a:lnTo>
                    <a:pt x="2272" y="17311"/>
                  </a:lnTo>
                  <a:lnTo>
                    <a:pt x="2272" y="16258"/>
                  </a:lnTo>
                  <a:lnTo>
                    <a:pt x="12012" y="10463"/>
                  </a:lnTo>
                  <a:lnTo>
                    <a:pt x="19850" y="4141"/>
                  </a:lnTo>
                  <a:cubicBezTo>
                    <a:pt x="20174" y="3878"/>
                    <a:pt x="20313" y="3527"/>
                    <a:pt x="20220" y="3132"/>
                  </a:cubicBezTo>
                  <a:cubicBezTo>
                    <a:pt x="20174" y="2737"/>
                    <a:pt x="19896" y="2429"/>
                    <a:pt x="19525" y="2298"/>
                  </a:cubicBezTo>
                  <a:lnTo>
                    <a:pt x="14702" y="278"/>
                  </a:lnTo>
                  <a:lnTo>
                    <a:pt x="14238" y="102"/>
                  </a:lnTo>
                  <a:cubicBezTo>
                    <a:pt x="13681" y="-161"/>
                    <a:pt x="12986" y="102"/>
                    <a:pt x="12707" y="673"/>
                  </a:cubicBezTo>
                  <a:cubicBezTo>
                    <a:pt x="12568" y="937"/>
                    <a:pt x="12568" y="1244"/>
                    <a:pt x="12707" y="1507"/>
                  </a:cubicBezTo>
                  <a:cubicBezTo>
                    <a:pt x="12707" y="1595"/>
                    <a:pt x="12847" y="1639"/>
                    <a:pt x="12939" y="172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9" name="Freeform: Shape 2598">
              <a:extLst>
                <a:ext uri="{FF2B5EF4-FFF2-40B4-BE49-F238E27FC236}">
                  <a16:creationId xmlns:a16="http://schemas.microsoft.com/office/drawing/2014/main" id="{C5EB4689-2FBB-B440-D433-A83B6901290D}"/>
                </a:ext>
              </a:extLst>
            </p:cNvPr>
            <p:cNvSpPr>
              <a:spLocks/>
            </p:cNvSpPr>
            <p:nvPr/>
          </p:nvSpPr>
          <p:spPr>
            <a:xfrm>
              <a:off x="7396934" y="3188960"/>
              <a:ext cx="42088" cy="59585"/>
            </a:xfrm>
            <a:custGeom>
              <a:avLst/>
              <a:gdLst>
                <a:gd name="connsiteX0" fmla="*/ 22481 w 28197"/>
                <a:gd name="connsiteY0" fmla="*/ 39482 h 39920"/>
                <a:gd name="connsiteX1" fmla="*/ 22667 w 28197"/>
                <a:gd name="connsiteY1" fmla="*/ 39394 h 39920"/>
                <a:gd name="connsiteX2" fmla="*/ 23038 w 28197"/>
                <a:gd name="connsiteY2" fmla="*/ 39262 h 39920"/>
                <a:gd name="connsiteX3" fmla="*/ 23084 w 28197"/>
                <a:gd name="connsiteY3" fmla="*/ 39262 h 39920"/>
                <a:gd name="connsiteX4" fmla="*/ 23316 w 28197"/>
                <a:gd name="connsiteY4" fmla="*/ 39174 h 39920"/>
                <a:gd name="connsiteX5" fmla="*/ 24846 w 28197"/>
                <a:gd name="connsiteY5" fmla="*/ 39174 h 39920"/>
                <a:gd name="connsiteX6" fmla="*/ 25310 w 28197"/>
                <a:gd name="connsiteY6" fmla="*/ 37594 h 39920"/>
                <a:gd name="connsiteX7" fmla="*/ 27026 w 28197"/>
                <a:gd name="connsiteY7" fmla="*/ 37594 h 39920"/>
                <a:gd name="connsiteX8" fmla="*/ 27907 w 28197"/>
                <a:gd name="connsiteY8" fmla="*/ 37243 h 39920"/>
                <a:gd name="connsiteX9" fmla="*/ 28186 w 28197"/>
                <a:gd name="connsiteY9" fmla="*/ 36365 h 39920"/>
                <a:gd name="connsiteX10" fmla="*/ 27304 w 28197"/>
                <a:gd name="connsiteY10" fmla="*/ 29780 h 39920"/>
                <a:gd name="connsiteX11" fmla="*/ 26145 w 28197"/>
                <a:gd name="connsiteY11" fmla="*/ 28814 h 39920"/>
                <a:gd name="connsiteX12" fmla="*/ 23409 w 28197"/>
                <a:gd name="connsiteY12" fmla="*/ 28814 h 39920"/>
                <a:gd name="connsiteX13" fmla="*/ 22667 w 28197"/>
                <a:gd name="connsiteY13" fmla="*/ 22492 h 39920"/>
                <a:gd name="connsiteX14" fmla="*/ 21507 w 28197"/>
                <a:gd name="connsiteY14" fmla="*/ 21527 h 39920"/>
                <a:gd name="connsiteX15" fmla="*/ 13855 w 28197"/>
                <a:gd name="connsiteY15" fmla="*/ 21527 h 39920"/>
                <a:gd name="connsiteX16" fmla="*/ 10701 w 28197"/>
                <a:gd name="connsiteY16" fmla="*/ 18717 h 39920"/>
                <a:gd name="connsiteX17" fmla="*/ 10377 w 28197"/>
                <a:gd name="connsiteY17" fmla="*/ 18497 h 39920"/>
                <a:gd name="connsiteX18" fmla="*/ 5507 w 28197"/>
                <a:gd name="connsiteY18" fmla="*/ 16434 h 39920"/>
                <a:gd name="connsiteX19" fmla="*/ 2956 w 28197"/>
                <a:gd name="connsiteY19" fmla="*/ 12176 h 39920"/>
                <a:gd name="connsiteX20" fmla="*/ 10238 w 28197"/>
                <a:gd name="connsiteY20" fmla="*/ 10113 h 39920"/>
                <a:gd name="connsiteX21" fmla="*/ 11072 w 28197"/>
                <a:gd name="connsiteY21" fmla="*/ 9059 h 39920"/>
                <a:gd name="connsiteX22" fmla="*/ 11072 w 28197"/>
                <a:gd name="connsiteY22" fmla="*/ 5766 h 39920"/>
                <a:gd name="connsiteX23" fmla="*/ 23826 w 28197"/>
                <a:gd name="connsiteY23" fmla="*/ 5766 h 39920"/>
                <a:gd name="connsiteX24" fmla="*/ 24893 w 28197"/>
                <a:gd name="connsiteY24" fmla="*/ 5108 h 39920"/>
                <a:gd name="connsiteX25" fmla="*/ 26470 w 28197"/>
                <a:gd name="connsiteY25" fmla="*/ 1859 h 39920"/>
                <a:gd name="connsiteX26" fmla="*/ 26609 w 28197"/>
                <a:gd name="connsiteY26" fmla="*/ 1552 h 39920"/>
                <a:gd name="connsiteX27" fmla="*/ 26609 w 28197"/>
                <a:gd name="connsiteY27" fmla="*/ 1245 h 39920"/>
                <a:gd name="connsiteX28" fmla="*/ 26609 w 28197"/>
                <a:gd name="connsiteY28" fmla="*/ 850 h 39920"/>
                <a:gd name="connsiteX29" fmla="*/ 26377 w 28197"/>
                <a:gd name="connsiteY29" fmla="*/ 498 h 39920"/>
                <a:gd name="connsiteX30" fmla="*/ 26006 w 28197"/>
                <a:gd name="connsiteY30" fmla="*/ 103 h 39920"/>
                <a:gd name="connsiteX31" fmla="*/ 24475 w 28197"/>
                <a:gd name="connsiteY31" fmla="*/ 630 h 39920"/>
                <a:gd name="connsiteX32" fmla="*/ 24058 w 28197"/>
                <a:gd name="connsiteY32" fmla="*/ 1464 h 39920"/>
                <a:gd name="connsiteX33" fmla="*/ 23038 w 28197"/>
                <a:gd name="connsiteY33" fmla="*/ 3571 h 39920"/>
                <a:gd name="connsiteX34" fmla="*/ 9867 w 28197"/>
                <a:gd name="connsiteY34" fmla="*/ 3571 h 39920"/>
                <a:gd name="connsiteX35" fmla="*/ 8707 w 28197"/>
                <a:gd name="connsiteY35" fmla="*/ 4669 h 39920"/>
                <a:gd name="connsiteX36" fmla="*/ 8707 w 28197"/>
                <a:gd name="connsiteY36" fmla="*/ 8225 h 39920"/>
                <a:gd name="connsiteX37" fmla="*/ 823 w 28197"/>
                <a:gd name="connsiteY37" fmla="*/ 10464 h 39920"/>
                <a:gd name="connsiteX38" fmla="*/ 81 w 28197"/>
                <a:gd name="connsiteY38" fmla="*/ 11122 h 39920"/>
                <a:gd name="connsiteX39" fmla="*/ 174 w 28197"/>
                <a:gd name="connsiteY39" fmla="*/ 12088 h 39920"/>
                <a:gd name="connsiteX40" fmla="*/ 3652 w 28197"/>
                <a:gd name="connsiteY40" fmla="*/ 17839 h 39920"/>
                <a:gd name="connsiteX41" fmla="*/ 4209 w 28197"/>
                <a:gd name="connsiteY41" fmla="*/ 18278 h 39920"/>
                <a:gd name="connsiteX42" fmla="*/ 9264 w 28197"/>
                <a:gd name="connsiteY42" fmla="*/ 20385 h 39920"/>
                <a:gd name="connsiteX43" fmla="*/ 12603 w 28197"/>
                <a:gd name="connsiteY43" fmla="*/ 23370 h 39920"/>
                <a:gd name="connsiteX44" fmla="*/ 13391 w 28197"/>
                <a:gd name="connsiteY44" fmla="*/ 23678 h 39920"/>
                <a:gd name="connsiteX45" fmla="*/ 20487 w 28197"/>
                <a:gd name="connsiteY45" fmla="*/ 23678 h 39920"/>
                <a:gd name="connsiteX46" fmla="*/ 21229 w 28197"/>
                <a:gd name="connsiteY46" fmla="*/ 29999 h 39920"/>
                <a:gd name="connsiteX47" fmla="*/ 22388 w 28197"/>
                <a:gd name="connsiteY47" fmla="*/ 30965 h 39920"/>
                <a:gd name="connsiteX48" fmla="*/ 25125 w 28197"/>
                <a:gd name="connsiteY48" fmla="*/ 30965 h 39920"/>
                <a:gd name="connsiteX49" fmla="*/ 25681 w 28197"/>
                <a:gd name="connsiteY49" fmla="*/ 35355 h 39920"/>
                <a:gd name="connsiteX50" fmla="*/ 24383 w 28197"/>
                <a:gd name="connsiteY50" fmla="*/ 35355 h 39920"/>
                <a:gd name="connsiteX51" fmla="*/ 23270 w 28197"/>
                <a:gd name="connsiteY51" fmla="*/ 36145 h 39920"/>
                <a:gd name="connsiteX52" fmla="*/ 22157 w 28197"/>
                <a:gd name="connsiteY52" fmla="*/ 39921 h 39920"/>
                <a:gd name="connsiteX53" fmla="*/ 22296 w 28197"/>
                <a:gd name="connsiteY53" fmla="*/ 39745 h 39920"/>
                <a:gd name="connsiteX54" fmla="*/ 22435 w 28197"/>
                <a:gd name="connsiteY54" fmla="*/ 39438 h 39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8197" h="39920">
                  <a:moveTo>
                    <a:pt x="22481" y="39482"/>
                  </a:moveTo>
                  <a:cubicBezTo>
                    <a:pt x="22481" y="39482"/>
                    <a:pt x="22620" y="39482"/>
                    <a:pt x="22667" y="39394"/>
                  </a:cubicBezTo>
                  <a:cubicBezTo>
                    <a:pt x="22760" y="39306"/>
                    <a:pt x="22899" y="39306"/>
                    <a:pt x="23038" y="39262"/>
                  </a:cubicBezTo>
                  <a:cubicBezTo>
                    <a:pt x="23038" y="39262"/>
                    <a:pt x="23038" y="39262"/>
                    <a:pt x="23084" y="39262"/>
                  </a:cubicBezTo>
                  <a:cubicBezTo>
                    <a:pt x="23177" y="39262"/>
                    <a:pt x="23223" y="39174"/>
                    <a:pt x="23316" y="39174"/>
                  </a:cubicBezTo>
                  <a:lnTo>
                    <a:pt x="24846" y="39174"/>
                  </a:lnTo>
                  <a:lnTo>
                    <a:pt x="25310" y="37594"/>
                  </a:lnTo>
                  <a:lnTo>
                    <a:pt x="27026" y="37594"/>
                  </a:lnTo>
                  <a:cubicBezTo>
                    <a:pt x="27351" y="37594"/>
                    <a:pt x="27676" y="37462"/>
                    <a:pt x="27907" y="37243"/>
                  </a:cubicBezTo>
                  <a:cubicBezTo>
                    <a:pt x="28139" y="37023"/>
                    <a:pt x="28232" y="36716"/>
                    <a:pt x="28186" y="36365"/>
                  </a:cubicBezTo>
                  <a:lnTo>
                    <a:pt x="27304" y="29780"/>
                  </a:lnTo>
                  <a:cubicBezTo>
                    <a:pt x="27212" y="29253"/>
                    <a:pt x="26748" y="28814"/>
                    <a:pt x="26145" y="28814"/>
                  </a:cubicBezTo>
                  <a:lnTo>
                    <a:pt x="23409" y="28814"/>
                  </a:lnTo>
                  <a:lnTo>
                    <a:pt x="22667" y="22492"/>
                  </a:lnTo>
                  <a:cubicBezTo>
                    <a:pt x="22620" y="21922"/>
                    <a:pt x="22110" y="21527"/>
                    <a:pt x="21507" y="21527"/>
                  </a:cubicBezTo>
                  <a:lnTo>
                    <a:pt x="13855" y="21527"/>
                  </a:lnTo>
                  <a:lnTo>
                    <a:pt x="10701" y="18717"/>
                  </a:lnTo>
                  <a:cubicBezTo>
                    <a:pt x="10701" y="18717"/>
                    <a:pt x="10516" y="18541"/>
                    <a:pt x="10377" y="18497"/>
                  </a:cubicBezTo>
                  <a:lnTo>
                    <a:pt x="5507" y="16434"/>
                  </a:lnTo>
                  <a:lnTo>
                    <a:pt x="2956" y="12176"/>
                  </a:lnTo>
                  <a:lnTo>
                    <a:pt x="10238" y="10113"/>
                  </a:lnTo>
                  <a:cubicBezTo>
                    <a:pt x="10748" y="9981"/>
                    <a:pt x="11072" y="9542"/>
                    <a:pt x="11072" y="9059"/>
                  </a:cubicBezTo>
                  <a:lnTo>
                    <a:pt x="11072" y="5766"/>
                  </a:lnTo>
                  <a:lnTo>
                    <a:pt x="23826" y="5766"/>
                  </a:lnTo>
                  <a:cubicBezTo>
                    <a:pt x="24290" y="5766"/>
                    <a:pt x="24707" y="5503"/>
                    <a:pt x="24893" y="5108"/>
                  </a:cubicBezTo>
                  <a:lnTo>
                    <a:pt x="26470" y="1859"/>
                  </a:lnTo>
                  <a:lnTo>
                    <a:pt x="26609" y="1552"/>
                  </a:lnTo>
                  <a:cubicBezTo>
                    <a:pt x="26609" y="1552"/>
                    <a:pt x="26609" y="1333"/>
                    <a:pt x="26609" y="1245"/>
                  </a:cubicBezTo>
                  <a:cubicBezTo>
                    <a:pt x="26609" y="1113"/>
                    <a:pt x="26655" y="981"/>
                    <a:pt x="26609" y="850"/>
                  </a:cubicBezTo>
                  <a:cubicBezTo>
                    <a:pt x="26609" y="718"/>
                    <a:pt x="26470" y="630"/>
                    <a:pt x="26377" y="498"/>
                  </a:cubicBezTo>
                  <a:cubicBezTo>
                    <a:pt x="26284" y="367"/>
                    <a:pt x="26191" y="191"/>
                    <a:pt x="26006" y="103"/>
                  </a:cubicBezTo>
                  <a:cubicBezTo>
                    <a:pt x="25449" y="-160"/>
                    <a:pt x="24754" y="103"/>
                    <a:pt x="24475" y="630"/>
                  </a:cubicBezTo>
                  <a:lnTo>
                    <a:pt x="24058" y="1464"/>
                  </a:lnTo>
                  <a:lnTo>
                    <a:pt x="23038" y="3571"/>
                  </a:lnTo>
                  <a:lnTo>
                    <a:pt x="9867" y="3571"/>
                  </a:lnTo>
                  <a:cubicBezTo>
                    <a:pt x="9217" y="3571"/>
                    <a:pt x="8707" y="4054"/>
                    <a:pt x="8707" y="4669"/>
                  </a:cubicBezTo>
                  <a:lnTo>
                    <a:pt x="8707" y="8225"/>
                  </a:lnTo>
                  <a:lnTo>
                    <a:pt x="823" y="10464"/>
                  </a:lnTo>
                  <a:cubicBezTo>
                    <a:pt x="498" y="10552"/>
                    <a:pt x="220" y="10815"/>
                    <a:pt x="81" y="11122"/>
                  </a:cubicBezTo>
                  <a:cubicBezTo>
                    <a:pt x="-58" y="11430"/>
                    <a:pt x="-12" y="11781"/>
                    <a:pt x="174" y="12088"/>
                  </a:cubicBezTo>
                  <a:lnTo>
                    <a:pt x="3652" y="17839"/>
                  </a:lnTo>
                  <a:cubicBezTo>
                    <a:pt x="3652" y="17839"/>
                    <a:pt x="3977" y="18190"/>
                    <a:pt x="4209" y="18278"/>
                  </a:cubicBezTo>
                  <a:lnTo>
                    <a:pt x="9264" y="20385"/>
                  </a:lnTo>
                  <a:lnTo>
                    <a:pt x="12603" y="23370"/>
                  </a:lnTo>
                  <a:cubicBezTo>
                    <a:pt x="12603" y="23370"/>
                    <a:pt x="13113" y="23678"/>
                    <a:pt x="13391" y="23678"/>
                  </a:cubicBezTo>
                  <a:lnTo>
                    <a:pt x="20487" y="23678"/>
                  </a:lnTo>
                  <a:lnTo>
                    <a:pt x="21229" y="29999"/>
                  </a:lnTo>
                  <a:cubicBezTo>
                    <a:pt x="21275" y="30570"/>
                    <a:pt x="21786" y="30965"/>
                    <a:pt x="22388" y="30965"/>
                  </a:cubicBezTo>
                  <a:lnTo>
                    <a:pt x="25125" y="30965"/>
                  </a:lnTo>
                  <a:lnTo>
                    <a:pt x="25681" y="35355"/>
                  </a:lnTo>
                  <a:lnTo>
                    <a:pt x="24383" y="35355"/>
                  </a:lnTo>
                  <a:cubicBezTo>
                    <a:pt x="23873" y="35355"/>
                    <a:pt x="23409" y="35706"/>
                    <a:pt x="23270" y="36145"/>
                  </a:cubicBezTo>
                  <a:lnTo>
                    <a:pt x="22157" y="39921"/>
                  </a:lnTo>
                  <a:cubicBezTo>
                    <a:pt x="22157" y="39921"/>
                    <a:pt x="22249" y="39789"/>
                    <a:pt x="22296" y="39745"/>
                  </a:cubicBezTo>
                  <a:cubicBezTo>
                    <a:pt x="22342" y="39657"/>
                    <a:pt x="22296" y="39526"/>
                    <a:pt x="22435" y="3943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0" name="Freeform: Shape 2599">
              <a:extLst>
                <a:ext uri="{FF2B5EF4-FFF2-40B4-BE49-F238E27FC236}">
                  <a16:creationId xmlns:a16="http://schemas.microsoft.com/office/drawing/2014/main" id="{E1378849-4D0F-1D7B-B5D5-9DC826A77725}"/>
                </a:ext>
              </a:extLst>
            </p:cNvPr>
            <p:cNvSpPr>
              <a:spLocks/>
            </p:cNvSpPr>
            <p:nvPr/>
          </p:nvSpPr>
          <p:spPr>
            <a:xfrm>
              <a:off x="7421283" y="3250576"/>
              <a:ext cx="19658" cy="47375"/>
            </a:xfrm>
            <a:custGeom>
              <a:avLst/>
              <a:gdLst>
                <a:gd name="connsiteX0" fmla="*/ 12568 w 13170"/>
                <a:gd name="connsiteY0" fmla="*/ 31389 h 31739"/>
                <a:gd name="connsiteX1" fmla="*/ 12383 w 13170"/>
                <a:gd name="connsiteY1" fmla="*/ 31169 h 31739"/>
                <a:gd name="connsiteX2" fmla="*/ 12290 w 13170"/>
                <a:gd name="connsiteY2" fmla="*/ 31037 h 31739"/>
                <a:gd name="connsiteX3" fmla="*/ 11687 w 13170"/>
                <a:gd name="connsiteY3" fmla="*/ 29194 h 31739"/>
                <a:gd name="connsiteX4" fmla="*/ 9600 w 13170"/>
                <a:gd name="connsiteY4" fmla="*/ 28711 h 31739"/>
                <a:gd name="connsiteX5" fmla="*/ 4220 w 13170"/>
                <a:gd name="connsiteY5" fmla="*/ 26999 h 31739"/>
                <a:gd name="connsiteX6" fmla="*/ 2272 w 13170"/>
                <a:gd name="connsiteY6" fmla="*/ 10273 h 31739"/>
                <a:gd name="connsiteX7" fmla="*/ 2272 w 13170"/>
                <a:gd name="connsiteY7" fmla="*/ 2195 h 31739"/>
                <a:gd name="connsiteX8" fmla="*/ 5565 w 13170"/>
                <a:gd name="connsiteY8" fmla="*/ 2195 h 31739"/>
                <a:gd name="connsiteX9" fmla="*/ 5287 w 13170"/>
                <a:gd name="connsiteY9" fmla="*/ 1493 h 31739"/>
                <a:gd name="connsiteX10" fmla="*/ 5287 w 13170"/>
                <a:gd name="connsiteY10" fmla="*/ 1141 h 31739"/>
                <a:gd name="connsiteX11" fmla="*/ 5241 w 13170"/>
                <a:gd name="connsiteY11" fmla="*/ 790 h 31739"/>
                <a:gd name="connsiteX12" fmla="*/ 5472 w 13170"/>
                <a:gd name="connsiteY12" fmla="*/ 0 h 31739"/>
                <a:gd name="connsiteX13" fmla="*/ 1159 w 13170"/>
                <a:gd name="connsiteY13" fmla="*/ 0 h 31739"/>
                <a:gd name="connsiteX14" fmla="*/ 0 w 13170"/>
                <a:gd name="connsiteY14" fmla="*/ 1098 h 31739"/>
                <a:gd name="connsiteX15" fmla="*/ 0 w 13170"/>
                <a:gd name="connsiteY15" fmla="*/ 10404 h 31739"/>
                <a:gd name="connsiteX16" fmla="*/ 2041 w 13170"/>
                <a:gd name="connsiteY16" fmla="*/ 27964 h 31739"/>
                <a:gd name="connsiteX17" fmla="*/ 2829 w 13170"/>
                <a:gd name="connsiteY17" fmla="*/ 28886 h 31739"/>
                <a:gd name="connsiteX18" fmla="*/ 8997 w 13170"/>
                <a:gd name="connsiteY18" fmla="*/ 30818 h 31739"/>
                <a:gd name="connsiteX19" fmla="*/ 13171 w 13170"/>
                <a:gd name="connsiteY19" fmla="*/ 31740 h 31739"/>
                <a:gd name="connsiteX20" fmla="*/ 13032 w 13170"/>
                <a:gd name="connsiteY20" fmla="*/ 31652 h 31739"/>
                <a:gd name="connsiteX21" fmla="*/ 12614 w 13170"/>
                <a:gd name="connsiteY21" fmla="*/ 31345 h 3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170" h="31739">
                  <a:moveTo>
                    <a:pt x="12568" y="31389"/>
                  </a:moveTo>
                  <a:cubicBezTo>
                    <a:pt x="12568" y="31389"/>
                    <a:pt x="12429" y="31257"/>
                    <a:pt x="12383" y="31169"/>
                  </a:cubicBezTo>
                  <a:cubicBezTo>
                    <a:pt x="12383" y="31125"/>
                    <a:pt x="12290" y="31081"/>
                    <a:pt x="12290" y="31037"/>
                  </a:cubicBezTo>
                  <a:lnTo>
                    <a:pt x="11687" y="29194"/>
                  </a:lnTo>
                  <a:lnTo>
                    <a:pt x="9600" y="28711"/>
                  </a:lnTo>
                  <a:lnTo>
                    <a:pt x="4220" y="26999"/>
                  </a:lnTo>
                  <a:lnTo>
                    <a:pt x="2272" y="10273"/>
                  </a:lnTo>
                  <a:lnTo>
                    <a:pt x="2272" y="2195"/>
                  </a:lnTo>
                  <a:lnTo>
                    <a:pt x="5565" y="2195"/>
                  </a:lnTo>
                  <a:lnTo>
                    <a:pt x="5287" y="1493"/>
                  </a:lnTo>
                  <a:cubicBezTo>
                    <a:pt x="5287" y="1493"/>
                    <a:pt x="5287" y="1273"/>
                    <a:pt x="5287" y="1141"/>
                  </a:cubicBezTo>
                  <a:cubicBezTo>
                    <a:pt x="5287" y="1010"/>
                    <a:pt x="5194" y="922"/>
                    <a:pt x="5241" y="790"/>
                  </a:cubicBezTo>
                  <a:lnTo>
                    <a:pt x="5472" y="0"/>
                  </a:lnTo>
                  <a:lnTo>
                    <a:pt x="1159" y="0"/>
                  </a:lnTo>
                  <a:cubicBezTo>
                    <a:pt x="510" y="0"/>
                    <a:pt x="0" y="483"/>
                    <a:pt x="0" y="1098"/>
                  </a:cubicBezTo>
                  <a:lnTo>
                    <a:pt x="0" y="10404"/>
                  </a:lnTo>
                  <a:cubicBezTo>
                    <a:pt x="0" y="10404"/>
                    <a:pt x="2041" y="27964"/>
                    <a:pt x="2041" y="27964"/>
                  </a:cubicBezTo>
                  <a:cubicBezTo>
                    <a:pt x="2041" y="28403"/>
                    <a:pt x="2412" y="28755"/>
                    <a:pt x="2829" y="28886"/>
                  </a:cubicBezTo>
                  <a:lnTo>
                    <a:pt x="8997" y="30818"/>
                  </a:lnTo>
                  <a:lnTo>
                    <a:pt x="13171" y="31740"/>
                  </a:lnTo>
                  <a:cubicBezTo>
                    <a:pt x="13171" y="31740"/>
                    <a:pt x="13078" y="31652"/>
                    <a:pt x="13032" y="31652"/>
                  </a:cubicBezTo>
                  <a:cubicBezTo>
                    <a:pt x="12847" y="31608"/>
                    <a:pt x="12707" y="31476"/>
                    <a:pt x="12614" y="3134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1" name="Freeform: Shape 2600">
              <a:extLst>
                <a:ext uri="{FF2B5EF4-FFF2-40B4-BE49-F238E27FC236}">
                  <a16:creationId xmlns:a16="http://schemas.microsoft.com/office/drawing/2014/main" id="{746E8F8E-E6E8-0B5E-E177-443DE8BE07E1}"/>
                </a:ext>
              </a:extLst>
            </p:cNvPr>
            <p:cNvSpPr>
              <a:spLocks/>
            </p:cNvSpPr>
            <p:nvPr/>
          </p:nvSpPr>
          <p:spPr>
            <a:xfrm>
              <a:off x="7430766" y="3247563"/>
              <a:ext cx="553" cy="196"/>
            </a:xfrm>
            <a:custGeom>
              <a:avLst/>
              <a:gdLst>
                <a:gd name="connsiteX0" fmla="*/ 0 w 371"/>
                <a:gd name="connsiteY0" fmla="*/ 132 h 131"/>
                <a:gd name="connsiteX1" fmla="*/ 371 w 371"/>
                <a:gd name="connsiteY1" fmla="*/ 0 h 131"/>
                <a:gd name="connsiteX2" fmla="*/ 0 w 371"/>
                <a:gd name="connsiteY2" fmla="*/ 132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131">
                  <a:moveTo>
                    <a:pt x="0" y="132"/>
                  </a:moveTo>
                  <a:cubicBezTo>
                    <a:pt x="0" y="132"/>
                    <a:pt x="232" y="44"/>
                    <a:pt x="371" y="0"/>
                  </a:cubicBezTo>
                  <a:cubicBezTo>
                    <a:pt x="232" y="0"/>
                    <a:pt x="139" y="44"/>
                    <a:pt x="0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2" name="Freeform: Shape 2601">
              <a:extLst>
                <a:ext uri="{FF2B5EF4-FFF2-40B4-BE49-F238E27FC236}">
                  <a16:creationId xmlns:a16="http://schemas.microsoft.com/office/drawing/2014/main" id="{DE76E96F-1B74-5946-030E-A24E3C36B651}"/>
                </a:ext>
              </a:extLst>
            </p:cNvPr>
            <p:cNvSpPr>
              <a:spLocks/>
            </p:cNvSpPr>
            <p:nvPr/>
          </p:nvSpPr>
          <p:spPr>
            <a:xfrm>
              <a:off x="7429175" y="3248350"/>
              <a:ext cx="3876" cy="3996"/>
            </a:xfrm>
            <a:custGeom>
              <a:avLst/>
              <a:gdLst>
                <a:gd name="connsiteX0" fmla="*/ 0 w 2597"/>
                <a:gd name="connsiteY0" fmla="*/ 2678 h 2677"/>
                <a:gd name="connsiteX1" fmla="*/ 649 w 2597"/>
                <a:gd name="connsiteY1" fmla="*/ 1580 h 2677"/>
                <a:gd name="connsiteX2" fmla="*/ 2180 w 2597"/>
                <a:gd name="connsiteY2" fmla="*/ 2195 h 2677"/>
                <a:gd name="connsiteX3" fmla="*/ 2319 w 2597"/>
                <a:gd name="connsiteY3" fmla="*/ 2546 h 2677"/>
                <a:gd name="connsiteX4" fmla="*/ 2597 w 2597"/>
                <a:gd name="connsiteY4" fmla="*/ 1580 h 2677"/>
                <a:gd name="connsiteX5" fmla="*/ 1716 w 2597"/>
                <a:gd name="connsiteY5" fmla="*/ 1580 h 2677"/>
                <a:gd name="connsiteX6" fmla="*/ 881 w 2597"/>
                <a:gd name="connsiteY6" fmla="*/ 1229 h 2677"/>
                <a:gd name="connsiteX7" fmla="*/ 881 w 2597"/>
                <a:gd name="connsiteY7" fmla="*/ 1229 h 2677"/>
                <a:gd name="connsiteX8" fmla="*/ 742 w 2597"/>
                <a:gd name="connsiteY8" fmla="*/ 922 h 2677"/>
                <a:gd name="connsiteX9" fmla="*/ 557 w 2597"/>
                <a:gd name="connsiteY9" fmla="*/ 483 h 2677"/>
                <a:gd name="connsiteX10" fmla="*/ 557 w 2597"/>
                <a:gd name="connsiteY10" fmla="*/ 483 h 2677"/>
                <a:gd name="connsiteX11" fmla="*/ 557 w 2597"/>
                <a:gd name="connsiteY11" fmla="*/ 483 h 2677"/>
                <a:gd name="connsiteX12" fmla="*/ 742 w 2597"/>
                <a:gd name="connsiteY12" fmla="*/ 0 h 2677"/>
                <a:gd name="connsiteX13" fmla="*/ 603 w 2597"/>
                <a:gd name="connsiteY13" fmla="*/ 176 h 2677"/>
                <a:gd name="connsiteX14" fmla="*/ 232 w 2597"/>
                <a:gd name="connsiteY14" fmla="*/ 1493 h 2677"/>
                <a:gd name="connsiteX15" fmla="*/ 0 w 2597"/>
                <a:gd name="connsiteY15" fmla="*/ 2283 h 2677"/>
                <a:gd name="connsiteX16" fmla="*/ 46 w 2597"/>
                <a:gd name="connsiteY16" fmla="*/ 2634 h 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" h="2677">
                  <a:moveTo>
                    <a:pt x="0" y="2678"/>
                  </a:moveTo>
                  <a:cubicBezTo>
                    <a:pt x="0" y="2239"/>
                    <a:pt x="139" y="1756"/>
                    <a:pt x="649" y="1580"/>
                  </a:cubicBezTo>
                  <a:cubicBezTo>
                    <a:pt x="1252" y="1361"/>
                    <a:pt x="1901" y="1580"/>
                    <a:pt x="2180" y="2195"/>
                  </a:cubicBezTo>
                  <a:lnTo>
                    <a:pt x="2319" y="2546"/>
                  </a:lnTo>
                  <a:lnTo>
                    <a:pt x="2597" y="1580"/>
                  </a:lnTo>
                  <a:lnTo>
                    <a:pt x="1716" y="1580"/>
                  </a:lnTo>
                  <a:cubicBezTo>
                    <a:pt x="1391" y="1580"/>
                    <a:pt x="1113" y="1449"/>
                    <a:pt x="881" y="1229"/>
                  </a:cubicBezTo>
                  <a:lnTo>
                    <a:pt x="881" y="1229"/>
                  </a:lnTo>
                  <a:cubicBezTo>
                    <a:pt x="881" y="1229"/>
                    <a:pt x="788" y="1010"/>
                    <a:pt x="742" y="922"/>
                  </a:cubicBezTo>
                  <a:cubicBezTo>
                    <a:pt x="649" y="790"/>
                    <a:pt x="557" y="658"/>
                    <a:pt x="557" y="483"/>
                  </a:cubicBezTo>
                  <a:lnTo>
                    <a:pt x="557" y="483"/>
                  </a:lnTo>
                  <a:cubicBezTo>
                    <a:pt x="557" y="483"/>
                    <a:pt x="557" y="483"/>
                    <a:pt x="557" y="483"/>
                  </a:cubicBezTo>
                  <a:cubicBezTo>
                    <a:pt x="557" y="307"/>
                    <a:pt x="695" y="176"/>
                    <a:pt x="742" y="0"/>
                  </a:cubicBezTo>
                  <a:cubicBezTo>
                    <a:pt x="742" y="88"/>
                    <a:pt x="603" y="88"/>
                    <a:pt x="603" y="176"/>
                  </a:cubicBezTo>
                  <a:lnTo>
                    <a:pt x="232" y="1493"/>
                  </a:lnTo>
                  <a:lnTo>
                    <a:pt x="0" y="2283"/>
                  </a:lnTo>
                  <a:cubicBezTo>
                    <a:pt x="0" y="2283"/>
                    <a:pt x="0" y="2502"/>
                    <a:pt x="46" y="263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3" name="Freeform: Shape 2602">
              <a:extLst>
                <a:ext uri="{FF2B5EF4-FFF2-40B4-BE49-F238E27FC236}">
                  <a16:creationId xmlns:a16="http://schemas.microsoft.com/office/drawing/2014/main" id="{A81560E6-093D-BE9A-D189-8FB687E2ADC0}"/>
                </a:ext>
              </a:extLst>
            </p:cNvPr>
            <p:cNvSpPr>
              <a:spLocks/>
            </p:cNvSpPr>
            <p:nvPr/>
          </p:nvSpPr>
          <p:spPr>
            <a:xfrm>
              <a:off x="7295017" y="3311190"/>
              <a:ext cx="178390" cy="225804"/>
            </a:xfrm>
            <a:custGeom>
              <a:avLst/>
              <a:gdLst>
                <a:gd name="connsiteX0" fmla="*/ 11826 w 119514"/>
                <a:gd name="connsiteY0" fmla="*/ 143948 h 151279"/>
                <a:gd name="connsiteX1" fmla="*/ 12986 w 119514"/>
                <a:gd name="connsiteY1" fmla="*/ 142851 h 151279"/>
                <a:gd name="connsiteX2" fmla="*/ 12986 w 119514"/>
                <a:gd name="connsiteY2" fmla="*/ 138724 h 151279"/>
                <a:gd name="connsiteX3" fmla="*/ 23792 w 119514"/>
                <a:gd name="connsiteY3" fmla="*/ 138724 h 151279"/>
                <a:gd name="connsiteX4" fmla="*/ 28197 w 119514"/>
                <a:gd name="connsiteY4" fmla="*/ 140305 h 151279"/>
                <a:gd name="connsiteX5" fmla="*/ 30562 w 119514"/>
                <a:gd name="connsiteY5" fmla="*/ 141139 h 151279"/>
                <a:gd name="connsiteX6" fmla="*/ 31768 w 119514"/>
                <a:gd name="connsiteY6" fmla="*/ 140875 h 151279"/>
                <a:gd name="connsiteX7" fmla="*/ 34087 w 119514"/>
                <a:gd name="connsiteY7" fmla="*/ 138724 h 151279"/>
                <a:gd name="connsiteX8" fmla="*/ 35850 w 119514"/>
                <a:gd name="connsiteY8" fmla="*/ 137100 h 151279"/>
                <a:gd name="connsiteX9" fmla="*/ 38215 w 119514"/>
                <a:gd name="connsiteY9" fmla="*/ 136793 h 151279"/>
                <a:gd name="connsiteX10" fmla="*/ 38215 w 119514"/>
                <a:gd name="connsiteY10" fmla="*/ 138724 h 151279"/>
                <a:gd name="connsiteX11" fmla="*/ 38586 w 119514"/>
                <a:gd name="connsiteY11" fmla="*/ 139514 h 151279"/>
                <a:gd name="connsiteX12" fmla="*/ 39421 w 119514"/>
                <a:gd name="connsiteY12" fmla="*/ 139822 h 151279"/>
                <a:gd name="connsiteX13" fmla="*/ 44940 w 119514"/>
                <a:gd name="connsiteY13" fmla="*/ 139558 h 151279"/>
                <a:gd name="connsiteX14" fmla="*/ 45774 w 119514"/>
                <a:gd name="connsiteY14" fmla="*/ 139119 h 151279"/>
                <a:gd name="connsiteX15" fmla="*/ 47676 w 119514"/>
                <a:gd name="connsiteY15" fmla="*/ 136793 h 151279"/>
                <a:gd name="connsiteX16" fmla="*/ 49809 w 119514"/>
                <a:gd name="connsiteY16" fmla="*/ 134159 h 151279"/>
                <a:gd name="connsiteX17" fmla="*/ 50041 w 119514"/>
                <a:gd name="connsiteY17" fmla="*/ 133500 h 151279"/>
                <a:gd name="connsiteX18" fmla="*/ 50041 w 119514"/>
                <a:gd name="connsiteY18" fmla="*/ 130471 h 151279"/>
                <a:gd name="connsiteX19" fmla="*/ 49809 w 119514"/>
                <a:gd name="connsiteY19" fmla="*/ 129813 h 151279"/>
                <a:gd name="connsiteX20" fmla="*/ 43084 w 119514"/>
                <a:gd name="connsiteY20" fmla="*/ 121033 h 151279"/>
                <a:gd name="connsiteX21" fmla="*/ 43084 w 119514"/>
                <a:gd name="connsiteY21" fmla="*/ 114535 h 151279"/>
                <a:gd name="connsiteX22" fmla="*/ 41925 w 119514"/>
                <a:gd name="connsiteY22" fmla="*/ 113438 h 151279"/>
                <a:gd name="connsiteX23" fmla="*/ 35989 w 119514"/>
                <a:gd name="connsiteY23" fmla="*/ 113438 h 151279"/>
                <a:gd name="connsiteX24" fmla="*/ 33021 w 119514"/>
                <a:gd name="connsiteY24" fmla="*/ 110848 h 151279"/>
                <a:gd name="connsiteX25" fmla="*/ 34690 w 119514"/>
                <a:gd name="connsiteY25" fmla="*/ 99873 h 151279"/>
                <a:gd name="connsiteX26" fmla="*/ 33855 w 119514"/>
                <a:gd name="connsiteY26" fmla="*/ 98643 h 151279"/>
                <a:gd name="connsiteX27" fmla="*/ 22957 w 119514"/>
                <a:gd name="connsiteY27" fmla="*/ 95966 h 151279"/>
                <a:gd name="connsiteX28" fmla="*/ 24673 w 119514"/>
                <a:gd name="connsiteY28" fmla="*/ 92102 h 151279"/>
                <a:gd name="connsiteX29" fmla="*/ 35896 w 119514"/>
                <a:gd name="connsiteY29" fmla="*/ 76649 h 151279"/>
                <a:gd name="connsiteX30" fmla="*/ 40116 w 119514"/>
                <a:gd name="connsiteY30" fmla="*/ 76649 h 151279"/>
                <a:gd name="connsiteX31" fmla="*/ 41090 w 119514"/>
                <a:gd name="connsiteY31" fmla="*/ 81259 h 151279"/>
                <a:gd name="connsiteX32" fmla="*/ 41600 w 119514"/>
                <a:gd name="connsiteY32" fmla="*/ 81961 h 151279"/>
                <a:gd name="connsiteX33" fmla="*/ 42481 w 119514"/>
                <a:gd name="connsiteY33" fmla="*/ 82093 h 151279"/>
                <a:gd name="connsiteX34" fmla="*/ 60754 w 119514"/>
                <a:gd name="connsiteY34" fmla="*/ 77967 h 151279"/>
                <a:gd name="connsiteX35" fmla="*/ 61635 w 119514"/>
                <a:gd name="connsiteY35" fmla="*/ 76913 h 151279"/>
                <a:gd name="connsiteX36" fmla="*/ 61635 w 119514"/>
                <a:gd name="connsiteY36" fmla="*/ 72742 h 151279"/>
                <a:gd name="connsiteX37" fmla="*/ 65995 w 119514"/>
                <a:gd name="connsiteY37" fmla="*/ 63743 h 151279"/>
                <a:gd name="connsiteX38" fmla="*/ 77728 w 119514"/>
                <a:gd name="connsiteY38" fmla="*/ 59221 h 151279"/>
                <a:gd name="connsiteX39" fmla="*/ 78377 w 119514"/>
                <a:gd name="connsiteY39" fmla="*/ 58563 h 151279"/>
                <a:gd name="connsiteX40" fmla="*/ 84267 w 119514"/>
                <a:gd name="connsiteY40" fmla="*/ 43373 h 151279"/>
                <a:gd name="connsiteX41" fmla="*/ 93636 w 119514"/>
                <a:gd name="connsiteY41" fmla="*/ 39730 h 151279"/>
                <a:gd name="connsiteX42" fmla="*/ 94378 w 119514"/>
                <a:gd name="connsiteY42" fmla="*/ 38720 h 151279"/>
                <a:gd name="connsiteX43" fmla="*/ 94378 w 119514"/>
                <a:gd name="connsiteY43" fmla="*/ 33145 h 151279"/>
                <a:gd name="connsiteX44" fmla="*/ 106204 w 119514"/>
                <a:gd name="connsiteY44" fmla="*/ 22477 h 151279"/>
                <a:gd name="connsiteX45" fmla="*/ 106482 w 119514"/>
                <a:gd name="connsiteY45" fmla="*/ 21292 h 151279"/>
                <a:gd name="connsiteX46" fmla="*/ 105415 w 119514"/>
                <a:gd name="connsiteY46" fmla="*/ 20589 h 151279"/>
                <a:gd name="connsiteX47" fmla="*/ 102355 w 119514"/>
                <a:gd name="connsiteY47" fmla="*/ 20589 h 151279"/>
                <a:gd name="connsiteX48" fmla="*/ 104998 w 119514"/>
                <a:gd name="connsiteY48" fmla="*/ 15585 h 151279"/>
                <a:gd name="connsiteX49" fmla="*/ 104998 w 119514"/>
                <a:gd name="connsiteY49" fmla="*/ 14575 h 151279"/>
                <a:gd name="connsiteX50" fmla="*/ 102679 w 119514"/>
                <a:gd name="connsiteY50" fmla="*/ 10404 h 151279"/>
                <a:gd name="connsiteX51" fmla="*/ 113439 w 119514"/>
                <a:gd name="connsiteY51" fmla="*/ 5927 h 151279"/>
                <a:gd name="connsiteX52" fmla="*/ 113810 w 119514"/>
                <a:gd name="connsiteY52" fmla="*/ 5663 h 151279"/>
                <a:gd name="connsiteX53" fmla="*/ 119514 w 119514"/>
                <a:gd name="connsiteY53" fmla="*/ 0 h 151279"/>
                <a:gd name="connsiteX54" fmla="*/ 119421 w 119514"/>
                <a:gd name="connsiteY54" fmla="*/ 88 h 151279"/>
                <a:gd name="connsiteX55" fmla="*/ 118772 w 119514"/>
                <a:gd name="connsiteY55" fmla="*/ 263 h 151279"/>
                <a:gd name="connsiteX56" fmla="*/ 116082 w 119514"/>
                <a:gd name="connsiteY56" fmla="*/ 263 h 151279"/>
                <a:gd name="connsiteX57" fmla="*/ 112326 w 119514"/>
                <a:gd name="connsiteY57" fmla="*/ 3995 h 151279"/>
                <a:gd name="connsiteX58" fmla="*/ 100639 w 119514"/>
                <a:gd name="connsiteY58" fmla="*/ 8868 h 151279"/>
                <a:gd name="connsiteX59" fmla="*/ 99989 w 119514"/>
                <a:gd name="connsiteY59" fmla="*/ 9526 h 151279"/>
                <a:gd name="connsiteX60" fmla="*/ 100036 w 119514"/>
                <a:gd name="connsiteY60" fmla="*/ 10404 h 151279"/>
                <a:gd name="connsiteX61" fmla="*/ 102679 w 119514"/>
                <a:gd name="connsiteY61" fmla="*/ 15102 h 151279"/>
                <a:gd name="connsiteX62" fmla="*/ 99479 w 119514"/>
                <a:gd name="connsiteY62" fmla="*/ 21204 h 151279"/>
                <a:gd name="connsiteX63" fmla="*/ 99525 w 119514"/>
                <a:gd name="connsiteY63" fmla="*/ 22257 h 151279"/>
                <a:gd name="connsiteX64" fmla="*/ 100499 w 119514"/>
                <a:gd name="connsiteY64" fmla="*/ 22784 h 151279"/>
                <a:gd name="connsiteX65" fmla="*/ 102540 w 119514"/>
                <a:gd name="connsiteY65" fmla="*/ 22784 h 151279"/>
                <a:gd name="connsiteX66" fmla="*/ 92476 w 119514"/>
                <a:gd name="connsiteY66" fmla="*/ 31871 h 151279"/>
                <a:gd name="connsiteX67" fmla="*/ 92105 w 119514"/>
                <a:gd name="connsiteY67" fmla="*/ 32662 h 151279"/>
                <a:gd name="connsiteX68" fmla="*/ 92105 w 119514"/>
                <a:gd name="connsiteY68" fmla="*/ 37974 h 151279"/>
                <a:gd name="connsiteX69" fmla="*/ 82969 w 119514"/>
                <a:gd name="connsiteY69" fmla="*/ 41529 h 151279"/>
                <a:gd name="connsiteX70" fmla="*/ 82320 w 119514"/>
                <a:gd name="connsiteY70" fmla="*/ 42188 h 151279"/>
                <a:gd name="connsiteX71" fmla="*/ 76430 w 119514"/>
                <a:gd name="connsiteY71" fmla="*/ 57377 h 151279"/>
                <a:gd name="connsiteX72" fmla="*/ 64742 w 119514"/>
                <a:gd name="connsiteY72" fmla="*/ 61855 h 151279"/>
                <a:gd name="connsiteX73" fmla="*/ 64140 w 119514"/>
                <a:gd name="connsiteY73" fmla="*/ 62426 h 151279"/>
                <a:gd name="connsiteX74" fmla="*/ 59502 w 119514"/>
                <a:gd name="connsiteY74" fmla="*/ 72040 h 151279"/>
                <a:gd name="connsiteX75" fmla="*/ 59409 w 119514"/>
                <a:gd name="connsiteY75" fmla="*/ 72479 h 151279"/>
                <a:gd name="connsiteX76" fmla="*/ 59409 w 119514"/>
                <a:gd name="connsiteY76" fmla="*/ 75991 h 151279"/>
                <a:gd name="connsiteX77" fmla="*/ 43224 w 119514"/>
                <a:gd name="connsiteY77" fmla="*/ 79635 h 151279"/>
                <a:gd name="connsiteX78" fmla="*/ 42296 w 119514"/>
                <a:gd name="connsiteY78" fmla="*/ 75245 h 151279"/>
                <a:gd name="connsiteX79" fmla="*/ 41137 w 119514"/>
                <a:gd name="connsiteY79" fmla="*/ 74367 h 151279"/>
                <a:gd name="connsiteX80" fmla="*/ 35339 w 119514"/>
                <a:gd name="connsiteY80" fmla="*/ 74367 h 151279"/>
                <a:gd name="connsiteX81" fmla="*/ 34365 w 119514"/>
                <a:gd name="connsiteY81" fmla="*/ 74850 h 151279"/>
                <a:gd name="connsiteX82" fmla="*/ 22679 w 119514"/>
                <a:gd name="connsiteY82" fmla="*/ 90961 h 151279"/>
                <a:gd name="connsiteX83" fmla="*/ 20360 w 119514"/>
                <a:gd name="connsiteY83" fmla="*/ 96185 h 151279"/>
                <a:gd name="connsiteX84" fmla="*/ 20360 w 119514"/>
                <a:gd name="connsiteY84" fmla="*/ 97107 h 151279"/>
                <a:gd name="connsiteX85" fmla="*/ 21102 w 119514"/>
                <a:gd name="connsiteY85" fmla="*/ 97678 h 151279"/>
                <a:gd name="connsiteX86" fmla="*/ 32278 w 119514"/>
                <a:gd name="connsiteY86" fmla="*/ 100443 h 151279"/>
                <a:gd name="connsiteX87" fmla="*/ 30702 w 119514"/>
                <a:gd name="connsiteY87" fmla="*/ 110979 h 151279"/>
                <a:gd name="connsiteX88" fmla="*/ 31073 w 119514"/>
                <a:gd name="connsiteY88" fmla="*/ 111945 h 151279"/>
                <a:gd name="connsiteX89" fmla="*/ 34829 w 119514"/>
                <a:gd name="connsiteY89" fmla="*/ 115238 h 151279"/>
                <a:gd name="connsiteX90" fmla="*/ 35618 w 119514"/>
                <a:gd name="connsiteY90" fmla="*/ 115545 h 151279"/>
                <a:gd name="connsiteX91" fmla="*/ 40812 w 119514"/>
                <a:gd name="connsiteY91" fmla="*/ 115545 h 151279"/>
                <a:gd name="connsiteX92" fmla="*/ 40812 w 119514"/>
                <a:gd name="connsiteY92" fmla="*/ 121296 h 151279"/>
                <a:gd name="connsiteX93" fmla="*/ 41044 w 119514"/>
                <a:gd name="connsiteY93" fmla="*/ 121954 h 151279"/>
                <a:gd name="connsiteX94" fmla="*/ 47769 w 119514"/>
                <a:gd name="connsiteY94" fmla="*/ 130734 h 151279"/>
                <a:gd name="connsiteX95" fmla="*/ 47769 w 119514"/>
                <a:gd name="connsiteY95" fmla="*/ 133017 h 151279"/>
                <a:gd name="connsiteX96" fmla="*/ 44290 w 119514"/>
                <a:gd name="connsiteY96" fmla="*/ 137275 h 151279"/>
                <a:gd name="connsiteX97" fmla="*/ 40534 w 119514"/>
                <a:gd name="connsiteY97" fmla="*/ 137451 h 151279"/>
                <a:gd name="connsiteX98" fmla="*/ 40534 w 119514"/>
                <a:gd name="connsiteY98" fmla="*/ 135388 h 151279"/>
                <a:gd name="connsiteX99" fmla="*/ 40116 w 119514"/>
                <a:gd name="connsiteY99" fmla="*/ 134554 h 151279"/>
                <a:gd name="connsiteX100" fmla="*/ 39189 w 119514"/>
                <a:gd name="connsiteY100" fmla="*/ 134290 h 151279"/>
                <a:gd name="connsiteX101" fmla="*/ 35154 w 119514"/>
                <a:gd name="connsiteY101" fmla="*/ 134817 h 151279"/>
                <a:gd name="connsiteX102" fmla="*/ 34505 w 119514"/>
                <a:gd name="connsiteY102" fmla="*/ 135124 h 151279"/>
                <a:gd name="connsiteX103" fmla="*/ 30795 w 119514"/>
                <a:gd name="connsiteY103" fmla="*/ 138549 h 151279"/>
                <a:gd name="connsiteX104" fmla="*/ 30702 w 119514"/>
                <a:gd name="connsiteY104" fmla="*/ 138637 h 151279"/>
                <a:gd name="connsiteX105" fmla="*/ 30423 w 119514"/>
                <a:gd name="connsiteY105" fmla="*/ 138549 h 151279"/>
                <a:gd name="connsiteX106" fmla="*/ 24441 w 119514"/>
                <a:gd name="connsiteY106" fmla="*/ 136442 h 151279"/>
                <a:gd name="connsiteX107" fmla="*/ 24023 w 119514"/>
                <a:gd name="connsiteY107" fmla="*/ 136354 h 151279"/>
                <a:gd name="connsiteX108" fmla="*/ 11873 w 119514"/>
                <a:gd name="connsiteY108" fmla="*/ 136354 h 151279"/>
                <a:gd name="connsiteX109" fmla="*/ 10713 w 119514"/>
                <a:gd name="connsiteY109" fmla="*/ 137451 h 151279"/>
                <a:gd name="connsiteX110" fmla="*/ 10713 w 119514"/>
                <a:gd name="connsiteY110" fmla="*/ 141578 h 151279"/>
                <a:gd name="connsiteX111" fmla="*/ 1159 w 119514"/>
                <a:gd name="connsiteY111" fmla="*/ 141578 h 151279"/>
                <a:gd name="connsiteX112" fmla="*/ 0 w 119514"/>
                <a:gd name="connsiteY112" fmla="*/ 142675 h 151279"/>
                <a:gd name="connsiteX113" fmla="*/ 0 w 119514"/>
                <a:gd name="connsiteY113" fmla="*/ 150182 h 151279"/>
                <a:gd name="connsiteX114" fmla="*/ 1159 w 119514"/>
                <a:gd name="connsiteY114" fmla="*/ 151280 h 151279"/>
                <a:gd name="connsiteX115" fmla="*/ 2319 w 119514"/>
                <a:gd name="connsiteY115" fmla="*/ 150182 h 151279"/>
                <a:gd name="connsiteX116" fmla="*/ 2319 w 119514"/>
                <a:gd name="connsiteY116" fmla="*/ 143773 h 151279"/>
                <a:gd name="connsiteX117" fmla="*/ 11873 w 119514"/>
                <a:gd name="connsiteY117" fmla="*/ 143773 h 151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19514" h="151279">
                  <a:moveTo>
                    <a:pt x="11826" y="143948"/>
                  </a:moveTo>
                  <a:cubicBezTo>
                    <a:pt x="12475" y="143948"/>
                    <a:pt x="12986" y="143465"/>
                    <a:pt x="12986" y="142851"/>
                  </a:cubicBezTo>
                  <a:lnTo>
                    <a:pt x="12986" y="138724"/>
                  </a:lnTo>
                  <a:lnTo>
                    <a:pt x="23792" y="138724"/>
                  </a:lnTo>
                  <a:lnTo>
                    <a:pt x="28197" y="140305"/>
                  </a:lnTo>
                  <a:lnTo>
                    <a:pt x="30562" y="141139"/>
                  </a:lnTo>
                  <a:cubicBezTo>
                    <a:pt x="30980" y="141270"/>
                    <a:pt x="31444" y="141183"/>
                    <a:pt x="31768" y="140875"/>
                  </a:cubicBezTo>
                  <a:lnTo>
                    <a:pt x="34087" y="138724"/>
                  </a:lnTo>
                  <a:lnTo>
                    <a:pt x="35850" y="137100"/>
                  </a:lnTo>
                  <a:lnTo>
                    <a:pt x="38215" y="136793"/>
                  </a:lnTo>
                  <a:lnTo>
                    <a:pt x="38215" y="138724"/>
                  </a:lnTo>
                  <a:cubicBezTo>
                    <a:pt x="38215" y="139032"/>
                    <a:pt x="38354" y="139295"/>
                    <a:pt x="38586" y="139514"/>
                  </a:cubicBezTo>
                  <a:cubicBezTo>
                    <a:pt x="38818" y="139734"/>
                    <a:pt x="39096" y="139822"/>
                    <a:pt x="39421" y="139822"/>
                  </a:cubicBezTo>
                  <a:lnTo>
                    <a:pt x="44940" y="139558"/>
                  </a:lnTo>
                  <a:cubicBezTo>
                    <a:pt x="45264" y="139558"/>
                    <a:pt x="45589" y="139383"/>
                    <a:pt x="45774" y="139119"/>
                  </a:cubicBezTo>
                  <a:lnTo>
                    <a:pt x="47676" y="136793"/>
                  </a:lnTo>
                  <a:lnTo>
                    <a:pt x="49809" y="134159"/>
                  </a:lnTo>
                  <a:cubicBezTo>
                    <a:pt x="49809" y="134159"/>
                    <a:pt x="50041" y="133720"/>
                    <a:pt x="50041" y="133500"/>
                  </a:cubicBezTo>
                  <a:lnTo>
                    <a:pt x="50041" y="130471"/>
                  </a:lnTo>
                  <a:cubicBezTo>
                    <a:pt x="50041" y="130252"/>
                    <a:pt x="49948" y="130032"/>
                    <a:pt x="49809" y="129813"/>
                  </a:cubicBezTo>
                  <a:lnTo>
                    <a:pt x="43084" y="121033"/>
                  </a:lnTo>
                  <a:lnTo>
                    <a:pt x="43084" y="114535"/>
                  </a:lnTo>
                  <a:cubicBezTo>
                    <a:pt x="43084" y="113921"/>
                    <a:pt x="42574" y="113438"/>
                    <a:pt x="41925" y="113438"/>
                  </a:cubicBezTo>
                  <a:lnTo>
                    <a:pt x="35989" y="113438"/>
                  </a:lnTo>
                  <a:lnTo>
                    <a:pt x="33021" y="110848"/>
                  </a:lnTo>
                  <a:lnTo>
                    <a:pt x="34690" y="99873"/>
                  </a:lnTo>
                  <a:cubicBezTo>
                    <a:pt x="34783" y="99302"/>
                    <a:pt x="34412" y="98775"/>
                    <a:pt x="33855" y="98643"/>
                  </a:cubicBezTo>
                  <a:lnTo>
                    <a:pt x="22957" y="95966"/>
                  </a:lnTo>
                  <a:lnTo>
                    <a:pt x="24673" y="92102"/>
                  </a:lnTo>
                  <a:lnTo>
                    <a:pt x="35896" y="76649"/>
                  </a:lnTo>
                  <a:lnTo>
                    <a:pt x="40116" y="76649"/>
                  </a:lnTo>
                  <a:lnTo>
                    <a:pt x="41090" y="81259"/>
                  </a:lnTo>
                  <a:cubicBezTo>
                    <a:pt x="41137" y="81566"/>
                    <a:pt x="41322" y="81786"/>
                    <a:pt x="41600" y="81961"/>
                  </a:cubicBezTo>
                  <a:cubicBezTo>
                    <a:pt x="41879" y="82137"/>
                    <a:pt x="42203" y="82181"/>
                    <a:pt x="42481" y="82093"/>
                  </a:cubicBezTo>
                  <a:lnTo>
                    <a:pt x="60754" y="77967"/>
                  </a:lnTo>
                  <a:cubicBezTo>
                    <a:pt x="61264" y="77835"/>
                    <a:pt x="61635" y="77396"/>
                    <a:pt x="61635" y="76913"/>
                  </a:cubicBezTo>
                  <a:lnTo>
                    <a:pt x="61635" y="72742"/>
                  </a:lnTo>
                  <a:lnTo>
                    <a:pt x="65995" y="63743"/>
                  </a:lnTo>
                  <a:lnTo>
                    <a:pt x="77728" y="59221"/>
                  </a:lnTo>
                  <a:cubicBezTo>
                    <a:pt x="78053" y="59089"/>
                    <a:pt x="78285" y="58870"/>
                    <a:pt x="78377" y="58563"/>
                  </a:cubicBezTo>
                  <a:lnTo>
                    <a:pt x="84267" y="43373"/>
                  </a:lnTo>
                  <a:lnTo>
                    <a:pt x="93636" y="39730"/>
                  </a:lnTo>
                  <a:cubicBezTo>
                    <a:pt x="94053" y="39554"/>
                    <a:pt x="94378" y="39159"/>
                    <a:pt x="94378" y="38720"/>
                  </a:cubicBezTo>
                  <a:lnTo>
                    <a:pt x="94378" y="33145"/>
                  </a:lnTo>
                  <a:lnTo>
                    <a:pt x="106204" y="22477"/>
                  </a:lnTo>
                  <a:cubicBezTo>
                    <a:pt x="106528" y="22170"/>
                    <a:pt x="106668" y="21687"/>
                    <a:pt x="106482" y="21292"/>
                  </a:cubicBezTo>
                  <a:cubicBezTo>
                    <a:pt x="106297" y="20896"/>
                    <a:pt x="105879" y="20589"/>
                    <a:pt x="105415" y="20589"/>
                  </a:cubicBezTo>
                  <a:lnTo>
                    <a:pt x="102355" y="20589"/>
                  </a:lnTo>
                  <a:lnTo>
                    <a:pt x="104998" y="15585"/>
                  </a:lnTo>
                  <a:cubicBezTo>
                    <a:pt x="105184" y="15277"/>
                    <a:pt x="105184" y="14882"/>
                    <a:pt x="104998" y="14575"/>
                  </a:cubicBezTo>
                  <a:lnTo>
                    <a:pt x="102679" y="10404"/>
                  </a:lnTo>
                  <a:lnTo>
                    <a:pt x="113439" y="5927"/>
                  </a:lnTo>
                  <a:cubicBezTo>
                    <a:pt x="113439" y="5927"/>
                    <a:pt x="113717" y="5795"/>
                    <a:pt x="113810" y="5663"/>
                  </a:cubicBezTo>
                  <a:lnTo>
                    <a:pt x="119514" y="0"/>
                  </a:lnTo>
                  <a:lnTo>
                    <a:pt x="119421" y="88"/>
                  </a:lnTo>
                  <a:cubicBezTo>
                    <a:pt x="119421" y="88"/>
                    <a:pt x="119004" y="263"/>
                    <a:pt x="118772" y="263"/>
                  </a:cubicBezTo>
                  <a:lnTo>
                    <a:pt x="116082" y="263"/>
                  </a:lnTo>
                  <a:lnTo>
                    <a:pt x="112326" y="3995"/>
                  </a:lnTo>
                  <a:lnTo>
                    <a:pt x="100639" y="8868"/>
                  </a:lnTo>
                  <a:cubicBezTo>
                    <a:pt x="100360" y="9000"/>
                    <a:pt x="100128" y="9219"/>
                    <a:pt x="99989" y="9526"/>
                  </a:cubicBezTo>
                  <a:cubicBezTo>
                    <a:pt x="99897" y="9834"/>
                    <a:pt x="99897" y="10141"/>
                    <a:pt x="100036" y="10404"/>
                  </a:cubicBezTo>
                  <a:lnTo>
                    <a:pt x="102679" y="15102"/>
                  </a:lnTo>
                  <a:lnTo>
                    <a:pt x="99479" y="21204"/>
                  </a:lnTo>
                  <a:cubicBezTo>
                    <a:pt x="99294" y="21555"/>
                    <a:pt x="99340" y="21950"/>
                    <a:pt x="99525" y="22257"/>
                  </a:cubicBezTo>
                  <a:cubicBezTo>
                    <a:pt x="99758" y="22565"/>
                    <a:pt x="100128" y="22784"/>
                    <a:pt x="100499" y="22784"/>
                  </a:cubicBezTo>
                  <a:lnTo>
                    <a:pt x="102540" y="22784"/>
                  </a:lnTo>
                  <a:lnTo>
                    <a:pt x="92476" y="31871"/>
                  </a:lnTo>
                  <a:cubicBezTo>
                    <a:pt x="92476" y="31871"/>
                    <a:pt x="92105" y="32354"/>
                    <a:pt x="92105" y="32662"/>
                  </a:cubicBezTo>
                  <a:lnTo>
                    <a:pt x="92105" y="37974"/>
                  </a:lnTo>
                  <a:lnTo>
                    <a:pt x="82969" y="41529"/>
                  </a:lnTo>
                  <a:cubicBezTo>
                    <a:pt x="82644" y="41661"/>
                    <a:pt x="82412" y="41881"/>
                    <a:pt x="82320" y="42188"/>
                  </a:cubicBezTo>
                  <a:lnTo>
                    <a:pt x="76430" y="57377"/>
                  </a:lnTo>
                  <a:lnTo>
                    <a:pt x="64742" y="61855"/>
                  </a:lnTo>
                  <a:cubicBezTo>
                    <a:pt x="64464" y="61943"/>
                    <a:pt x="64232" y="62163"/>
                    <a:pt x="64140" y="62426"/>
                  </a:cubicBezTo>
                  <a:lnTo>
                    <a:pt x="59502" y="72040"/>
                  </a:lnTo>
                  <a:cubicBezTo>
                    <a:pt x="59502" y="72040"/>
                    <a:pt x="59409" y="72347"/>
                    <a:pt x="59409" y="72479"/>
                  </a:cubicBezTo>
                  <a:lnTo>
                    <a:pt x="59409" y="75991"/>
                  </a:lnTo>
                  <a:lnTo>
                    <a:pt x="43224" y="79635"/>
                  </a:lnTo>
                  <a:lnTo>
                    <a:pt x="42296" y="75245"/>
                  </a:lnTo>
                  <a:cubicBezTo>
                    <a:pt x="42203" y="74718"/>
                    <a:pt x="41693" y="74367"/>
                    <a:pt x="41137" y="74367"/>
                  </a:cubicBezTo>
                  <a:lnTo>
                    <a:pt x="35339" y="74367"/>
                  </a:lnTo>
                  <a:cubicBezTo>
                    <a:pt x="34968" y="74367"/>
                    <a:pt x="34597" y="74542"/>
                    <a:pt x="34365" y="74850"/>
                  </a:cubicBezTo>
                  <a:lnTo>
                    <a:pt x="22679" y="90961"/>
                  </a:lnTo>
                  <a:lnTo>
                    <a:pt x="20360" y="96185"/>
                  </a:lnTo>
                  <a:cubicBezTo>
                    <a:pt x="20220" y="96492"/>
                    <a:pt x="20220" y="96800"/>
                    <a:pt x="20360" y="97107"/>
                  </a:cubicBezTo>
                  <a:cubicBezTo>
                    <a:pt x="20499" y="97414"/>
                    <a:pt x="20777" y="97590"/>
                    <a:pt x="21102" y="97678"/>
                  </a:cubicBezTo>
                  <a:lnTo>
                    <a:pt x="32278" y="100443"/>
                  </a:lnTo>
                  <a:lnTo>
                    <a:pt x="30702" y="110979"/>
                  </a:lnTo>
                  <a:cubicBezTo>
                    <a:pt x="30655" y="111331"/>
                    <a:pt x="30795" y="111682"/>
                    <a:pt x="31073" y="111945"/>
                  </a:cubicBezTo>
                  <a:lnTo>
                    <a:pt x="34829" y="115238"/>
                  </a:lnTo>
                  <a:cubicBezTo>
                    <a:pt x="34829" y="115238"/>
                    <a:pt x="35339" y="115545"/>
                    <a:pt x="35618" y="115545"/>
                  </a:cubicBezTo>
                  <a:lnTo>
                    <a:pt x="40812" y="115545"/>
                  </a:lnTo>
                  <a:lnTo>
                    <a:pt x="40812" y="121296"/>
                  </a:lnTo>
                  <a:cubicBezTo>
                    <a:pt x="40812" y="121515"/>
                    <a:pt x="40905" y="121735"/>
                    <a:pt x="41044" y="121954"/>
                  </a:cubicBezTo>
                  <a:lnTo>
                    <a:pt x="47769" y="130734"/>
                  </a:lnTo>
                  <a:lnTo>
                    <a:pt x="47769" y="133017"/>
                  </a:lnTo>
                  <a:lnTo>
                    <a:pt x="44290" y="137275"/>
                  </a:lnTo>
                  <a:lnTo>
                    <a:pt x="40534" y="137451"/>
                  </a:lnTo>
                  <a:lnTo>
                    <a:pt x="40534" y="135388"/>
                  </a:lnTo>
                  <a:cubicBezTo>
                    <a:pt x="40534" y="135080"/>
                    <a:pt x="40394" y="134773"/>
                    <a:pt x="40116" y="134554"/>
                  </a:cubicBezTo>
                  <a:cubicBezTo>
                    <a:pt x="39884" y="134334"/>
                    <a:pt x="39560" y="134247"/>
                    <a:pt x="39189" y="134290"/>
                  </a:cubicBezTo>
                  <a:lnTo>
                    <a:pt x="35154" y="134817"/>
                  </a:lnTo>
                  <a:cubicBezTo>
                    <a:pt x="34922" y="134817"/>
                    <a:pt x="34690" y="134949"/>
                    <a:pt x="34505" y="135124"/>
                  </a:cubicBezTo>
                  <a:lnTo>
                    <a:pt x="30795" y="138549"/>
                  </a:lnTo>
                  <a:lnTo>
                    <a:pt x="30702" y="138637"/>
                  </a:lnTo>
                  <a:lnTo>
                    <a:pt x="30423" y="138549"/>
                  </a:lnTo>
                  <a:lnTo>
                    <a:pt x="24441" y="136442"/>
                  </a:lnTo>
                  <a:cubicBezTo>
                    <a:pt x="24441" y="136442"/>
                    <a:pt x="24162" y="136354"/>
                    <a:pt x="24023" y="136354"/>
                  </a:cubicBezTo>
                  <a:lnTo>
                    <a:pt x="11873" y="136354"/>
                  </a:lnTo>
                  <a:cubicBezTo>
                    <a:pt x="11223" y="136354"/>
                    <a:pt x="10713" y="136837"/>
                    <a:pt x="10713" y="137451"/>
                  </a:cubicBezTo>
                  <a:lnTo>
                    <a:pt x="10713" y="141578"/>
                  </a:lnTo>
                  <a:lnTo>
                    <a:pt x="1159" y="141578"/>
                  </a:lnTo>
                  <a:cubicBezTo>
                    <a:pt x="510" y="141578"/>
                    <a:pt x="0" y="142061"/>
                    <a:pt x="0" y="142675"/>
                  </a:cubicBezTo>
                  <a:lnTo>
                    <a:pt x="0" y="150182"/>
                  </a:lnTo>
                  <a:cubicBezTo>
                    <a:pt x="0" y="150797"/>
                    <a:pt x="510" y="151280"/>
                    <a:pt x="1159" y="151280"/>
                  </a:cubicBezTo>
                  <a:cubicBezTo>
                    <a:pt x="1809" y="151280"/>
                    <a:pt x="2319" y="150797"/>
                    <a:pt x="2319" y="150182"/>
                  </a:cubicBezTo>
                  <a:lnTo>
                    <a:pt x="2319" y="143773"/>
                  </a:lnTo>
                  <a:lnTo>
                    <a:pt x="11873" y="143773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4" name="Freeform: Shape 2603">
              <a:extLst>
                <a:ext uri="{FF2B5EF4-FFF2-40B4-BE49-F238E27FC236}">
                  <a16:creationId xmlns:a16="http://schemas.microsoft.com/office/drawing/2014/main" id="{3CA472FB-481C-2D68-CDCA-7391A9119715}"/>
                </a:ext>
              </a:extLst>
            </p:cNvPr>
            <p:cNvSpPr>
              <a:spLocks/>
            </p:cNvSpPr>
            <p:nvPr/>
          </p:nvSpPr>
          <p:spPr>
            <a:xfrm>
              <a:off x="7439765" y="3297101"/>
              <a:ext cx="277" cy="327"/>
            </a:xfrm>
            <a:custGeom>
              <a:avLst/>
              <a:gdLst>
                <a:gd name="connsiteX0" fmla="*/ 186 w 185"/>
                <a:gd name="connsiteY0" fmla="*/ 219 h 219"/>
                <a:gd name="connsiteX1" fmla="*/ 0 w 185"/>
                <a:gd name="connsiteY1" fmla="*/ 0 h 219"/>
                <a:gd name="connsiteX2" fmla="*/ 186 w 185"/>
                <a:gd name="connsiteY2" fmla="*/ 219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219">
                  <a:moveTo>
                    <a:pt x="186" y="219"/>
                  </a:moveTo>
                  <a:cubicBezTo>
                    <a:pt x="186" y="219"/>
                    <a:pt x="46" y="88"/>
                    <a:pt x="0" y="0"/>
                  </a:cubicBezTo>
                  <a:cubicBezTo>
                    <a:pt x="0" y="88"/>
                    <a:pt x="93" y="132"/>
                    <a:pt x="186" y="2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5" name="Freeform: Shape 2604">
              <a:extLst>
                <a:ext uri="{FF2B5EF4-FFF2-40B4-BE49-F238E27FC236}">
                  <a16:creationId xmlns:a16="http://schemas.microsoft.com/office/drawing/2014/main" id="{CE1F795C-C15D-C407-CCF1-DC6915301E17}"/>
                </a:ext>
              </a:extLst>
            </p:cNvPr>
            <p:cNvSpPr>
              <a:spLocks/>
            </p:cNvSpPr>
            <p:nvPr/>
          </p:nvSpPr>
          <p:spPr>
            <a:xfrm>
              <a:off x="7440665" y="3295069"/>
              <a:ext cx="31566" cy="16708"/>
            </a:xfrm>
            <a:custGeom>
              <a:avLst/>
              <a:gdLst>
                <a:gd name="connsiteX0" fmla="*/ 20545 w 21148"/>
                <a:gd name="connsiteY0" fmla="*/ 9219 h 11194"/>
                <a:gd name="connsiteX1" fmla="*/ 20823 w 21148"/>
                <a:gd name="connsiteY1" fmla="*/ 9043 h 11194"/>
                <a:gd name="connsiteX2" fmla="*/ 7281 w 21148"/>
                <a:gd name="connsiteY2" fmla="*/ 9043 h 11194"/>
                <a:gd name="connsiteX3" fmla="*/ 7281 w 21148"/>
                <a:gd name="connsiteY3" fmla="*/ 2195 h 11194"/>
                <a:gd name="connsiteX4" fmla="*/ 6400 w 21148"/>
                <a:gd name="connsiteY4" fmla="*/ 1141 h 11194"/>
                <a:gd name="connsiteX5" fmla="*/ 1345 w 21148"/>
                <a:gd name="connsiteY5" fmla="*/ 0 h 11194"/>
                <a:gd name="connsiteX6" fmla="*/ 1531 w 21148"/>
                <a:gd name="connsiteY6" fmla="*/ 615 h 11194"/>
                <a:gd name="connsiteX7" fmla="*/ 742 w 21148"/>
                <a:gd name="connsiteY7" fmla="*/ 1975 h 11194"/>
                <a:gd name="connsiteX8" fmla="*/ 418 w 21148"/>
                <a:gd name="connsiteY8" fmla="*/ 2019 h 11194"/>
                <a:gd name="connsiteX9" fmla="*/ 0 w 21148"/>
                <a:gd name="connsiteY9" fmla="*/ 1888 h 11194"/>
                <a:gd name="connsiteX10" fmla="*/ 139 w 21148"/>
                <a:gd name="connsiteY10" fmla="*/ 1975 h 11194"/>
                <a:gd name="connsiteX11" fmla="*/ 4916 w 21148"/>
                <a:gd name="connsiteY11" fmla="*/ 3029 h 11194"/>
                <a:gd name="connsiteX12" fmla="*/ 4916 w 21148"/>
                <a:gd name="connsiteY12" fmla="*/ 10097 h 11194"/>
                <a:gd name="connsiteX13" fmla="*/ 6075 w 21148"/>
                <a:gd name="connsiteY13" fmla="*/ 11194 h 11194"/>
                <a:gd name="connsiteX14" fmla="*/ 21148 w 21148"/>
                <a:gd name="connsiteY14" fmla="*/ 11194 h 11194"/>
                <a:gd name="connsiteX15" fmla="*/ 20174 w 21148"/>
                <a:gd name="connsiteY15" fmla="*/ 10712 h 11194"/>
                <a:gd name="connsiteX16" fmla="*/ 20499 w 21148"/>
                <a:gd name="connsiteY16" fmla="*/ 9175 h 11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148" h="11194">
                  <a:moveTo>
                    <a:pt x="20545" y="9219"/>
                  </a:moveTo>
                  <a:lnTo>
                    <a:pt x="20823" y="9043"/>
                  </a:lnTo>
                  <a:lnTo>
                    <a:pt x="7281" y="9043"/>
                  </a:lnTo>
                  <a:lnTo>
                    <a:pt x="7281" y="2195"/>
                  </a:lnTo>
                  <a:cubicBezTo>
                    <a:pt x="7281" y="1668"/>
                    <a:pt x="6910" y="1229"/>
                    <a:pt x="6400" y="1141"/>
                  </a:cubicBezTo>
                  <a:lnTo>
                    <a:pt x="1345" y="0"/>
                  </a:lnTo>
                  <a:lnTo>
                    <a:pt x="1531" y="615"/>
                  </a:lnTo>
                  <a:cubicBezTo>
                    <a:pt x="1716" y="1185"/>
                    <a:pt x="1391" y="1800"/>
                    <a:pt x="742" y="1975"/>
                  </a:cubicBezTo>
                  <a:cubicBezTo>
                    <a:pt x="649" y="1975"/>
                    <a:pt x="510" y="2019"/>
                    <a:pt x="418" y="2019"/>
                  </a:cubicBezTo>
                  <a:cubicBezTo>
                    <a:pt x="278" y="2019"/>
                    <a:pt x="139" y="1932"/>
                    <a:pt x="0" y="1888"/>
                  </a:cubicBezTo>
                  <a:cubicBezTo>
                    <a:pt x="46" y="1888"/>
                    <a:pt x="93" y="1975"/>
                    <a:pt x="139" y="1975"/>
                  </a:cubicBezTo>
                  <a:lnTo>
                    <a:pt x="4916" y="3029"/>
                  </a:lnTo>
                  <a:lnTo>
                    <a:pt x="4916" y="10097"/>
                  </a:lnTo>
                  <a:cubicBezTo>
                    <a:pt x="4916" y="10712"/>
                    <a:pt x="5426" y="11194"/>
                    <a:pt x="6075" y="11194"/>
                  </a:cubicBezTo>
                  <a:lnTo>
                    <a:pt x="21148" y="11194"/>
                  </a:lnTo>
                  <a:cubicBezTo>
                    <a:pt x="20777" y="11194"/>
                    <a:pt x="20406" y="11019"/>
                    <a:pt x="20174" y="10712"/>
                  </a:cubicBezTo>
                  <a:cubicBezTo>
                    <a:pt x="19803" y="10185"/>
                    <a:pt x="19942" y="9526"/>
                    <a:pt x="20499" y="917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6" name="Freeform: Shape 2605">
              <a:extLst>
                <a:ext uri="{FF2B5EF4-FFF2-40B4-BE49-F238E27FC236}">
                  <a16:creationId xmlns:a16="http://schemas.microsoft.com/office/drawing/2014/main" id="{1ED351E1-DDE4-0EF0-137F-F10A6727080B}"/>
                </a:ext>
              </a:extLst>
            </p:cNvPr>
            <p:cNvSpPr>
              <a:spLocks/>
            </p:cNvSpPr>
            <p:nvPr/>
          </p:nvSpPr>
          <p:spPr>
            <a:xfrm>
              <a:off x="7429143" y="3250593"/>
              <a:ext cx="17198" cy="47621"/>
            </a:xfrm>
            <a:custGeom>
              <a:avLst/>
              <a:gdLst>
                <a:gd name="connsiteX0" fmla="*/ 8276 w 11522"/>
                <a:gd name="connsiteY0" fmla="*/ 20008 h 31904"/>
                <a:gd name="connsiteX1" fmla="*/ 8090 w 11522"/>
                <a:gd name="connsiteY1" fmla="*/ 18910 h 31904"/>
                <a:gd name="connsiteX2" fmla="*/ 6281 w 11522"/>
                <a:gd name="connsiteY2" fmla="*/ 16847 h 31904"/>
                <a:gd name="connsiteX3" fmla="*/ 10734 w 11522"/>
                <a:gd name="connsiteY3" fmla="*/ 15442 h 31904"/>
                <a:gd name="connsiteX4" fmla="*/ 11522 w 11522"/>
                <a:gd name="connsiteY4" fmla="*/ 14388 h 31904"/>
                <a:gd name="connsiteX5" fmla="*/ 11522 w 11522"/>
                <a:gd name="connsiteY5" fmla="*/ 11096 h 31904"/>
                <a:gd name="connsiteX6" fmla="*/ 10363 w 11522"/>
                <a:gd name="connsiteY6" fmla="*/ 9998 h 31904"/>
                <a:gd name="connsiteX7" fmla="*/ 4287 w 11522"/>
                <a:gd name="connsiteY7" fmla="*/ 9998 h 31904"/>
                <a:gd name="connsiteX8" fmla="*/ 5076 w 11522"/>
                <a:gd name="connsiteY8" fmla="*/ 8242 h 31904"/>
                <a:gd name="connsiteX9" fmla="*/ 5076 w 11522"/>
                <a:gd name="connsiteY9" fmla="*/ 7408 h 31904"/>
                <a:gd name="connsiteX10" fmla="*/ 2339 w 11522"/>
                <a:gd name="connsiteY10" fmla="*/ 1043 h 31904"/>
                <a:gd name="connsiteX11" fmla="*/ 2200 w 11522"/>
                <a:gd name="connsiteY11" fmla="*/ 692 h 31904"/>
                <a:gd name="connsiteX12" fmla="*/ 670 w 11522"/>
                <a:gd name="connsiteY12" fmla="*/ 77 h 31904"/>
                <a:gd name="connsiteX13" fmla="*/ 21 w 11522"/>
                <a:gd name="connsiteY13" fmla="*/ 1175 h 31904"/>
                <a:gd name="connsiteX14" fmla="*/ 21 w 11522"/>
                <a:gd name="connsiteY14" fmla="*/ 1526 h 31904"/>
                <a:gd name="connsiteX15" fmla="*/ 299 w 11522"/>
                <a:gd name="connsiteY15" fmla="*/ 2228 h 31904"/>
                <a:gd name="connsiteX16" fmla="*/ 2710 w 11522"/>
                <a:gd name="connsiteY16" fmla="*/ 7847 h 31904"/>
                <a:gd name="connsiteX17" fmla="*/ 1458 w 11522"/>
                <a:gd name="connsiteY17" fmla="*/ 10745 h 31904"/>
                <a:gd name="connsiteX18" fmla="*/ 1551 w 11522"/>
                <a:gd name="connsiteY18" fmla="*/ 11754 h 31904"/>
                <a:gd name="connsiteX19" fmla="*/ 2525 w 11522"/>
                <a:gd name="connsiteY19" fmla="*/ 12237 h 31904"/>
                <a:gd name="connsiteX20" fmla="*/ 9203 w 11522"/>
                <a:gd name="connsiteY20" fmla="*/ 12237 h 31904"/>
                <a:gd name="connsiteX21" fmla="*/ 9203 w 11522"/>
                <a:gd name="connsiteY21" fmla="*/ 13642 h 31904"/>
                <a:gd name="connsiteX22" fmla="*/ 3916 w 11522"/>
                <a:gd name="connsiteY22" fmla="*/ 15310 h 31904"/>
                <a:gd name="connsiteX23" fmla="*/ 3174 w 11522"/>
                <a:gd name="connsiteY23" fmla="*/ 16057 h 31904"/>
                <a:gd name="connsiteX24" fmla="*/ 3406 w 11522"/>
                <a:gd name="connsiteY24" fmla="*/ 17066 h 31904"/>
                <a:gd name="connsiteX25" fmla="*/ 5864 w 11522"/>
                <a:gd name="connsiteY25" fmla="*/ 19876 h 31904"/>
                <a:gd name="connsiteX26" fmla="*/ 4658 w 11522"/>
                <a:gd name="connsiteY26" fmla="*/ 22861 h 31904"/>
                <a:gd name="connsiteX27" fmla="*/ 4658 w 11522"/>
                <a:gd name="connsiteY27" fmla="*/ 23564 h 31904"/>
                <a:gd name="connsiteX28" fmla="*/ 6513 w 11522"/>
                <a:gd name="connsiteY28" fmla="*/ 29271 h 31904"/>
                <a:gd name="connsiteX29" fmla="*/ 7116 w 11522"/>
                <a:gd name="connsiteY29" fmla="*/ 31114 h 31904"/>
                <a:gd name="connsiteX30" fmla="*/ 7209 w 11522"/>
                <a:gd name="connsiteY30" fmla="*/ 31246 h 31904"/>
                <a:gd name="connsiteX31" fmla="*/ 7394 w 11522"/>
                <a:gd name="connsiteY31" fmla="*/ 31466 h 31904"/>
                <a:gd name="connsiteX32" fmla="*/ 7812 w 11522"/>
                <a:gd name="connsiteY32" fmla="*/ 31773 h 31904"/>
                <a:gd name="connsiteX33" fmla="*/ 8229 w 11522"/>
                <a:gd name="connsiteY33" fmla="*/ 31905 h 31904"/>
                <a:gd name="connsiteX34" fmla="*/ 8554 w 11522"/>
                <a:gd name="connsiteY34" fmla="*/ 31861 h 31904"/>
                <a:gd name="connsiteX35" fmla="*/ 9343 w 11522"/>
                <a:gd name="connsiteY35" fmla="*/ 30500 h 31904"/>
                <a:gd name="connsiteX36" fmla="*/ 9157 w 11522"/>
                <a:gd name="connsiteY36" fmla="*/ 29885 h 31904"/>
                <a:gd name="connsiteX37" fmla="*/ 7024 w 11522"/>
                <a:gd name="connsiteY37" fmla="*/ 23344 h 31904"/>
                <a:gd name="connsiteX38" fmla="*/ 8322 w 11522"/>
                <a:gd name="connsiteY38" fmla="*/ 20139 h 3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522" h="31904">
                  <a:moveTo>
                    <a:pt x="8276" y="20008"/>
                  </a:moveTo>
                  <a:cubicBezTo>
                    <a:pt x="8415" y="19657"/>
                    <a:pt x="8368" y="19218"/>
                    <a:pt x="8090" y="18910"/>
                  </a:cubicBezTo>
                  <a:lnTo>
                    <a:pt x="6281" y="16847"/>
                  </a:lnTo>
                  <a:lnTo>
                    <a:pt x="10734" y="15442"/>
                  </a:lnTo>
                  <a:cubicBezTo>
                    <a:pt x="11197" y="15310"/>
                    <a:pt x="11522" y="14871"/>
                    <a:pt x="11522" y="14388"/>
                  </a:cubicBezTo>
                  <a:lnTo>
                    <a:pt x="11522" y="11096"/>
                  </a:lnTo>
                  <a:cubicBezTo>
                    <a:pt x="11522" y="10481"/>
                    <a:pt x="11012" y="9998"/>
                    <a:pt x="10363" y="9998"/>
                  </a:cubicBezTo>
                  <a:lnTo>
                    <a:pt x="4287" y="9998"/>
                  </a:lnTo>
                  <a:lnTo>
                    <a:pt x="5076" y="8242"/>
                  </a:lnTo>
                  <a:cubicBezTo>
                    <a:pt x="5215" y="7979"/>
                    <a:pt x="5215" y="7672"/>
                    <a:pt x="5076" y="7408"/>
                  </a:cubicBezTo>
                  <a:lnTo>
                    <a:pt x="2339" y="1043"/>
                  </a:lnTo>
                  <a:lnTo>
                    <a:pt x="2200" y="692"/>
                  </a:lnTo>
                  <a:cubicBezTo>
                    <a:pt x="1968" y="121"/>
                    <a:pt x="1273" y="-142"/>
                    <a:pt x="670" y="77"/>
                  </a:cubicBezTo>
                  <a:cubicBezTo>
                    <a:pt x="206" y="253"/>
                    <a:pt x="21" y="692"/>
                    <a:pt x="21" y="1175"/>
                  </a:cubicBezTo>
                  <a:cubicBezTo>
                    <a:pt x="21" y="1306"/>
                    <a:pt x="-26" y="1394"/>
                    <a:pt x="21" y="1526"/>
                  </a:cubicBezTo>
                  <a:lnTo>
                    <a:pt x="299" y="2228"/>
                  </a:lnTo>
                  <a:lnTo>
                    <a:pt x="2710" y="7847"/>
                  </a:lnTo>
                  <a:lnTo>
                    <a:pt x="1458" y="10745"/>
                  </a:lnTo>
                  <a:cubicBezTo>
                    <a:pt x="1319" y="11096"/>
                    <a:pt x="1365" y="11447"/>
                    <a:pt x="1551" y="11754"/>
                  </a:cubicBezTo>
                  <a:cubicBezTo>
                    <a:pt x="1783" y="12062"/>
                    <a:pt x="2107" y="12237"/>
                    <a:pt x="2525" y="12237"/>
                  </a:cubicBezTo>
                  <a:lnTo>
                    <a:pt x="9203" y="12237"/>
                  </a:lnTo>
                  <a:lnTo>
                    <a:pt x="9203" y="13642"/>
                  </a:lnTo>
                  <a:lnTo>
                    <a:pt x="3916" y="15310"/>
                  </a:lnTo>
                  <a:cubicBezTo>
                    <a:pt x="3545" y="15442"/>
                    <a:pt x="3267" y="15706"/>
                    <a:pt x="3174" y="16057"/>
                  </a:cubicBezTo>
                  <a:cubicBezTo>
                    <a:pt x="3081" y="16408"/>
                    <a:pt x="3174" y="16803"/>
                    <a:pt x="3406" y="17066"/>
                  </a:cubicBezTo>
                  <a:lnTo>
                    <a:pt x="5864" y="19876"/>
                  </a:lnTo>
                  <a:lnTo>
                    <a:pt x="4658" y="22861"/>
                  </a:lnTo>
                  <a:cubicBezTo>
                    <a:pt x="4566" y="23081"/>
                    <a:pt x="4566" y="23344"/>
                    <a:pt x="4658" y="23564"/>
                  </a:cubicBezTo>
                  <a:lnTo>
                    <a:pt x="6513" y="29271"/>
                  </a:lnTo>
                  <a:lnTo>
                    <a:pt x="7116" y="31114"/>
                  </a:lnTo>
                  <a:cubicBezTo>
                    <a:pt x="7116" y="31114"/>
                    <a:pt x="7209" y="31202"/>
                    <a:pt x="7209" y="31246"/>
                  </a:cubicBezTo>
                  <a:cubicBezTo>
                    <a:pt x="7209" y="31334"/>
                    <a:pt x="7302" y="31378"/>
                    <a:pt x="7394" y="31466"/>
                  </a:cubicBezTo>
                  <a:cubicBezTo>
                    <a:pt x="7534" y="31597"/>
                    <a:pt x="7673" y="31685"/>
                    <a:pt x="7812" y="31773"/>
                  </a:cubicBezTo>
                  <a:cubicBezTo>
                    <a:pt x="7951" y="31817"/>
                    <a:pt x="8090" y="31905"/>
                    <a:pt x="8229" y="31905"/>
                  </a:cubicBezTo>
                  <a:cubicBezTo>
                    <a:pt x="8322" y="31905"/>
                    <a:pt x="8461" y="31905"/>
                    <a:pt x="8554" y="31861"/>
                  </a:cubicBezTo>
                  <a:cubicBezTo>
                    <a:pt x="9157" y="31685"/>
                    <a:pt x="9528" y="31071"/>
                    <a:pt x="9343" y="30500"/>
                  </a:cubicBezTo>
                  <a:lnTo>
                    <a:pt x="9157" y="29885"/>
                  </a:lnTo>
                  <a:lnTo>
                    <a:pt x="7024" y="23344"/>
                  </a:lnTo>
                  <a:lnTo>
                    <a:pt x="8322" y="2013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7" name="Freeform: Shape 2606">
              <a:extLst>
                <a:ext uri="{FF2B5EF4-FFF2-40B4-BE49-F238E27FC236}">
                  <a16:creationId xmlns:a16="http://schemas.microsoft.com/office/drawing/2014/main" id="{9F7257AB-A7F4-7E85-AF75-5D97B520DF24}"/>
                </a:ext>
              </a:extLst>
            </p:cNvPr>
            <p:cNvSpPr>
              <a:spLocks/>
            </p:cNvSpPr>
            <p:nvPr/>
          </p:nvSpPr>
          <p:spPr>
            <a:xfrm>
              <a:off x="7430351" y="3225940"/>
              <a:ext cx="87706" cy="28045"/>
            </a:xfrm>
            <a:custGeom>
              <a:avLst/>
              <a:gdLst>
                <a:gd name="connsiteX0" fmla="*/ 44105 w 58759"/>
                <a:gd name="connsiteY0" fmla="*/ 12907 h 18789"/>
                <a:gd name="connsiteX1" fmla="*/ 33716 w 58759"/>
                <a:gd name="connsiteY1" fmla="*/ 14707 h 18789"/>
                <a:gd name="connsiteX2" fmla="*/ 32974 w 58759"/>
                <a:gd name="connsiteY2" fmla="*/ 15146 h 18789"/>
                <a:gd name="connsiteX3" fmla="*/ 31861 w 58759"/>
                <a:gd name="connsiteY3" fmla="*/ 16550 h 18789"/>
                <a:gd name="connsiteX4" fmla="*/ 26574 w 58759"/>
                <a:gd name="connsiteY4" fmla="*/ 16550 h 18789"/>
                <a:gd name="connsiteX5" fmla="*/ 19525 w 58759"/>
                <a:gd name="connsiteY5" fmla="*/ 13741 h 18789"/>
                <a:gd name="connsiteX6" fmla="*/ 19154 w 58759"/>
                <a:gd name="connsiteY6" fmla="*/ 13653 h 18789"/>
                <a:gd name="connsiteX7" fmla="*/ 9600 w 58759"/>
                <a:gd name="connsiteY7" fmla="*/ 12863 h 18789"/>
                <a:gd name="connsiteX8" fmla="*/ 9090 w 58759"/>
                <a:gd name="connsiteY8" fmla="*/ 12907 h 18789"/>
                <a:gd name="connsiteX9" fmla="*/ 4638 w 58759"/>
                <a:gd name="connsiteY9" fmla="*/ 14443 h 18789"/>
                <a:gd name="connsiteX10" fmla="*/ 835 w 58759"/>
                <a:gd name="connsiteY10" fmla="*/ 14443 h 18789"/>
                <a:gd name="connsiteX11" fmla="*/ 603 w 58759"/>
                <a:gd name="connsiteY11" fmla="*/ 14531 h 18789"/>
                <a:gd name="connsiteX12" fmla="*/ 1670 w 58759"/>
                <a:gd name="connsiteY12" fmla="*/ 14750 h 18789"/>
                <a:gd name="connsiteX13" fmla="*/ 1994 w 58759"/>
                <a:gd name="connsiteY13" fmla="*/ 15541 h 18789"/>
                <a:gd name="connsiteX14" fmla="*/ 1670 w 58759"/>
                <a:gd name="connsiteY14" fmla="*/ 16331 h 18789"/>
                <a:gd name="connsiteX15" fmla="*/ 835 w 58759"/>
                <a:gd name="connsiteY15" fmla="*/ 16638 h 18789"/>
                <a:gd name="connsiteX16" fmla="*/ 0 w 58759"/>
                <a:gd name="connsiteY16" fmla="*/ 16287 h 18789"/>
                <a:gd name="connsiteX17" fmla="*/ 835 w 58759"/>
                <a:gd name="connsiteY17" fmla="*/ 16638 h 18789"/>
                <a:gd name="connsiteX18" fmla="*/ 4870 w 58759"/>
                <a:gd name="connsiteY18" fmla="*/ 16638 h 18789"/>
                <a:gd name="connsiteX19" fmla="*/ 5241 w 58759"/>
                <a:gd name="connsiteY19" fmla="*/ 16594 h 18789"/>
                <a:gd name="connsiteX20" fmla="*/ 9647 w 58759"/>
                <a:gd name="connsiteY20" fmla="*/ 15102 h 18789"/>
                <a:gd name="connsiteX21" fmla="*/ 18783 w 58759"/>
                <a:gd name="connsiteY21" fmla="*/ 15848 h 18789"/>
                <a:gd name="connsiteX22" fmla="*/ 25879 w 58759"/>
                <a:gd name="connsiteY22" fmla="*/ 18701 h 18789"/>
                <a:gd name="connsiteX23" fmla="*/ 26342 w 58759"/>
                <a:gd name="connsiteY23" fmla="*/ 18789 h 18789"/>
                <a:gd name="connsiteX24" fmla="*/ 32418 w 58759"/>
                <a:gd name="connsiteY24" fmla="*/ 18789 h 18789"/>
                <a:gd name="connsiteX25" fmla="*/ 33345 w 58759"/>
                <a:gd name="connsiteY25" fmla="*/ 18350 h 18789"/>
                <a:gd name="connsiteX26" fmla="*/ 34505 w 58759"/>
                <a:gd name="connsiteY26" fmla="*/ 16858 h 18789"/>
                <a:gd name="connsiteX27" fmla="*/ 44800 w 58759"/>
                <a:gd name="connsiteY27" fmla="*/ 15102 h 18789"/>
                <a:gd name="connsiteX28" fmla="*/ 45357 w 58759"/>
                <a:gd name="connsiteY28" fmla="*/ 14838 h 18789"/>
                <a:gd name="connsiteX29" fmla="*/ 53009 w 58759"/>
                <a:gd name="connsiteY29" fmla="*/ 8122 h 18789"/>
                <a:gd name="connsiteX30" fmla="*/ 58760 w 58759"/>
                <a:gd name="connsiteY30" fmla="*/ 1405 h 18789"/>
                <a:gd name="connsiteX31" fmla="*/ 58203 w 58759"/>
                <a:gd name="connsiteY31" fmla="*/ 1405 h 18789"/>
                <a:gd name="connsiteX32" fmla="*/ 57462 w 58759"/>
                <a:gd name="connsiteY32" fmla="*/ 1098 h 18789"/>
                <a:gd name="connsiteX33" fmla="*/ 57322 w 58759"/>
                <a:gd name="connsiteY33" fmla="*/ 878 h 18789"/>
                <a:gd name="connsiteX34" fmla="*/ 57090 w 58759"/>
                <a:gd name="connsiteY34" fmla="*/ 527 h 18789"/>
                <a:gd name="connsiteX35" fmla="*/ 56951 w 58759"/>
                <a:gd name="connsiteY35" fmla="*/ 0 h 18789"/>
                <a:gd name="connsiteX36" fmla="*/ 51340 w 58759"/>
                <a:gd name="connsiteY36" fmla="*/ 6585 h 18789"/>
                <a:gd name="connsiteX37" fmla="*/ 44058 w 58759"/>
                <a:gd name="connsiteY37" fmla="*/ 12951 h 18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8759" h="18789">
                  <a:moveTo>
                    <a:pt x="44105" y="12907"/>
                  </a:moveTo>
                  <a:lnTo>
                    <a:pt x="33716" y="14707"/>
                  </a:lnTo>
                  <a:cubicBezTo>
                    <a:pt x="33438" y="14750"/>
                    <a:pt x="33160" y="14926"/>
                    <a:pt x="32974" y="15146"/>
                  </a:cubicBezTo>
                  <a:lnTo>
                    <a:pt x="31861" y="16550"/>
                  </a:lnTo>
                  <a:lnTo>
                    <a:pt x="26574" y="16550"/>
                  </a:lnTo>
                  <a:lnTo>
                    <a:pt x="19525" y="13741"/>
                  </a:lnTo>
                  <a:cubicBezTo>
                    <a:pt x="19525" y="13741"/>
                    <a:pt x="19293" y="13653"/>
                    <a:pt x="19154" y="13653"/>
                  </a:cubicBezTo>
                  <a:lnTo>
                    <a:pt x="9600" y="12863"/>
                  </a:lnTo>
                  <a:cubicBezTo>
                    <a:pt x="9600" y="12863"/>
                    <a:pt x="9275" y="12863"/>
                    <a:pt x="9090" y="12907"/>
                  </a:cubicBezTo>
                  <a:lnTo>
                    <a:pt x="4638" y="14443"/>
                  </a:lnTo>
                  <a:lnTo>
                    <a:pt x="835" y="14443"/>
                  </a:lnTo>
                  <a:cubicBezTo>
                    <a:pt x="835" y="14443"/>
                    <a:pt x="696" y="14531"/>
                    <a:pt x="603" y="14531"/>
                  </a:cubicBezTo>
                  <a:cubicBezTo>
                    <a:pt x="974" y="14443"/>
                    <a:pt x="1345" y="14531"/>
                    <a:pt x="1670" y="14750"/>
                  </a:cubicBezTo>
                  <a:cubicBezTo>
                    <a:pt x="1855" y="14970"/>
                    <a:pt x="1994" y="15233"/>
                    <a:pt x="1994" y="15541"/>
                  </a:cubicBezTo>
                  <a:cubicBezTo>
                    <a:pt x="1994" y="15848"/>
                    <a:pt x="1855" y="16111"/>
                    <a:pt x="1670" y="16331"/>
                  </a:cubicBezTo>
                  <a:cubicBezTo>
                    <a:pt x="1438" y="16506"/>
                    <a:pt x="1159" y="16638"/>
                    <a:pt x="835" y="16638"/>
                  </a:cubicBezTo>
                  <a:cubicBezTo>
                    <a:pt x="510" y="16638"/>
                    <a:pt x="185" y="16506"/>
                    <a:pt x="0" y="16287"/>
                  </a:cubicBezTo>
                  <a:cubicBezTo>
                    <a:pt x="232" y="16506"/>
                    <a:pt x="510" y="16638"/>
                    <a:pt x="835" y="16638"/>
                  </a:cubicBezTo>
                  <a:lnTo>
                    <a:pt x="4870" y="16638"/>
                  </a:lnTo>
                  <a:cubicBezTo>
                    <a:pt x="4870" y="16638"/>
                    <a:pt x="5148" y="16638"/>
                    <a:pt x="5241" y="16594"/>
                  </a:cubicBezTo>
                  <a:lnTo>
                    <a:pt x="9647" y="15102"/>
                  </a:lnTo>
                  <a:lnTo>
                    <a:pt x="18783" y="15848"/>
                  </a:lnTo>
                  <a:lnTo>
                    <a:pt x="25879" y="18701"/>
                  </a:lnTo>
                  <a:cubicBezTo>
                    <a:pt x="25879" y="18701"/>
                    <a:pt x="26157" y="18789"/>
                    <a:pt x="26342" y="18789"/>
                  </a:cubicBezTo>
                  <a:lnTo>
                    <a:pt x="32418" y="18789"/>
                  </a:lnTo>
                  <a:cubicBezTo>
                    <a:pt x="32789" y="18789"/>
                    <a:pt x="33113" y="18614"/>
                    <a:pt x="33345" y="18350"/>
                  </a:cubicBezTo>
                  <a:lnTo>
                    <a:pt x="34505" y="16858"/>
                  </a:lnTo>
                  <a:lnTo>
                    <a:pt x="44800" y="15102"/>
                  </a:lnTo>
                  <a:cubicBezTo>
                    <a:pt x="44800" y="15102"/>
                    <a:pt x="45218" y="14970"/>
                    <a:pt x="45357" y="14838"/>
                  </a:cubicBezTo>
                  <a:lnTo>
                    <a:pt x="53009" y="8122"/>
                  </a:lnTo>
                  <a:lnTo>
                    <a:pt x="58760" y="1405"/>
                  </a:lnTo>
                  <a:lnTo>
                    <a:pt x="58203" y="1405"/>
                  </a:lnTo>
                  <a:cubicBezTo>
                    <a:pt x="57925" y="1405"/>
                    <a:pt x="57647" y="1273"/>
                    <a:pt x="57462" y="1098"/>
                  </a:cubicBezTo>
                  <a:cubicBezTo>
                    <a:pt x="57369" y="1054"/>
                    <a:pt x="57369" y="966"/>
                    <a:pt x="57322" y="878"/>
                  </a:cubicBezTo>
                  <a:cubicBezTo>
                    <a:pt x="57230" y="790"/>
                    <a:pt x="57137" y="702"/>
                    <a:pt x="57090" y="527"/>
                  </a:cubicBezTo>
                  <a:lnTo>
                    <a:pt x="56951" y="0"/>
                  </a:lnTo>
                  <a:lnTo>
                    <a:pt x="51340" y="6585"/>
                  </a:lnTo>
                  <a:lnTo>
                    <a:pt x="44058" y="12951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8" name="Freeform: Shape 2607">
              <a:extLst>
                <a:ext uri="{FF2B5EF4-FFF2-40B4-BE49-F238E27FC236}">
                  <a16:creationId xmlns:a16="http://schemas.microsoft.com/office/drawing/2014/main" id="{54BF2684-738A-9252-B297-FD930BC21088}"/>
                </a:ext>
              </a:extLst>
            </p:cNvPr>
            <p:cNvSpPr>
              <a:spLocks/>
            </p:cNvSpPr>
            <p:nvPr/>
          </p:nvSpPr>
          <p:spPr>
            <a:xfrm>
              <a:off x="7429936" y="3249071"/>
              <a:ext cx="277" cy="656"/>
            </a:xfrm>
            <a:custGeom>
              <a:avLst/>
              <a:gdLst>
                <a:gd name="connsiteX0" fmla="*/ 0 w 185"/>
                <a:gd name="connsiteY0" fmla="*/ 0 h 439"/>
                <a:gd name="connsiteX1" fmla="*/ 0 w 185"/>
                <a:gd name="connsiteY1" fmla="*/ 0 h 439"/>
                <a:gd name="connsiteX2" fmla="*/ 185 w 185"/>
                <a:gd name="connsiteY2" fmla="*/ 439 h 439"/>
                <a:gd name="connsiteX3" fmla="*/ 0 w 185"/>
                <a:gd name="connsiteY3" fmla="*/ 0 h 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" h="439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139" y="307"/>
                    <a:pt x="185" y="439"/>
                  </a:cubicBezTo>
                  <a:cubicBezTo>
                    <a:pt x="93" y="307"/>
                    <a:pt x="0" y="176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9" name="Freeform: Shape 2608">
              <a:extLst>
                <a:ext uri="{FF2B5EF4-FFF2-40B4-BE49-F238E27FC236}">
                  <a16:creationId xmlns:a16="http://schemas.microsoft.com/office/drawing/2014/main" id="{3B527020-BF8B-18E6-D594-189FD17C2FDC}"/>
                </a:ext>
              </a:extLst>
            </p:cNvPr>
            <p:cNvSpPr>
              <a:spLocks/>
            </p:cNvSpPr>
            <p:nvPr/>
          </p:nvSpPr>
          <p:spPr>
            <a:xfrm>
              <a:off x="7429936" y="3247531"/>
              <a:ext cx="3460" cy="3176"/>
            </a:xfrm>
            <a:custGeom>
              <a:avLst/>
              <a:gdLst>
                <a:gd name="connsiteX0" fmla="*/ 1159 w 2318"/>
                <a:gd name="connsiteY0" fmla="*/ 2129 h 2128"/>
                <a:gd name="connsiteX1" fmla="*/ 1994 w 2318"/>
                <a:gd name="connsiteY1" fmla="*/ 1822 h 2128"/>
                <a:gd name="connsiteX2" fmla="*/ 2319 w 2318"/>
                <a:gd name="connsiteY2" fmla="*/ 1031 h 2128"/>
                <a:gd name="connsiteX3" fmla="*/ 1994 w 2318"/>
                <a:gd name="connsiteY3" fmla="*/ 241 h 2128"/>
                <a:gd name="connsiteX4" fmla="*/ 928 w 2318"/>
                <a:gd name="connsiteY4" fmla="*/ 22 h 2128"/>
                <a:gd name="connsiteX5" fmla="*/ 881 w 2318"/>
                <a:gd name="connsiteY5" fmla="*/ 22 h 2128"/>
                <a:gd name="connsiteX6" fmla="*/ 510 w 2318"/>
                <a:gd name="connsiteY6" fmla="*/ 153 h 2128"/>
                <a:gd name="connsiteX7" fmla="*/ 325 w 2318"/>
                <a:gd name="connsiteY7" fmla="*/ 241 h 2128"/>
                <a:gd name="connsiteX8" fmla="*/ 185 w 2318"/>
                <a:gd name="connsiteY8" fmla="*/ 549 h 2128"/>
                <a:gd name="connsiteX9" fmla="*/ 0 w 2318"/>
                <a:gd name="connsiteY9" fmla="*/ 1031 h 2128"/>
                <a:gd name="connsiteX10" fmla="*/ 0 w 2318"/>
                <a:gd name="connsiteY10" fmla="*/ 1031 h 2128"/>
                <a:gd name="connsiteX11" fmla="*/ 185 w 2318"/>
                <a:gd name="connsiteY11" fmla="*/ 1470 h 2128"/>
                <a:gd name="connsiteX12" fmla="*/ 325 w 2318"/>
                <a:gd name="connsiteY12" fmla="*/ 1778 h 2128"/>
                <a:gd name="connsiteX13" fmla="*/ 325 w 2318"/>
                <a:gd name="connsiteY13" fmla="*/ 1778 h 2128"/>
                <a:gd name="connsiteX14" fmla="*/ 1159 w 2318"/>
                <a:gd name="connsiteY14" fmla="*/ 2129 h 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18" h="2128">
                  <a:moveTo>
                    <a:pt x="1159" y="2129"/>
                  </a:moveTo>
                  <a:cubicBezTo>
                    <a:pt x="1484" y="2129"/>
                    <a:pt x="1762" y="1997"/>
                    <a:pt x="1994" y="1822"/>
                  </a:cubicBezTo>
                  <a:cubicBezTo>
                    <a:pt x="2180" y="1602"/>
                    <a:pt x="2319" y="1339"/>
                    <a:pt x="2319" y="1031"/>
                  </a:cubicBezTo>
                  <a:cubicBezTo>
                    <a:pt x="2319" y="724"/>
                    <a:pt x="2180" y="461"/>
                    <a:pt x="1994" y="241"/>
                  </a:cubicBezTo>
                  <a:cubicBezTo>
                    <a:pt x="1716" y="-22"/>
                    <a:pt x="1298" y="-22"/>
                    <a:pt x="928" y="22"/>
                  </a:cubicBezTo>
                  <a:cubicBezTo>
                    <a:pt x="928" y="22"/>
                    <a:pt x="928" y="22"/>
                    <a:pt x="881" y="22"/>
                  </a:cubicBezTo>
                  <a:cubicBezTo>
                    <a:pt x="742" y="22"/>
                    <a:pt x="649" y="66"/>
                    <a:pt x="510" y="153"/>
                  </a:cubicBezTo>
                  <a:cubicBezTo>
                    <a:pt x="464" y="153"/>
                    <a:pt x="371" y="153"/>
                    <a:pt x="325" y="241"/>
                  </a:cubicBezTo>
                  <a:cubicBezTo>
                    <a:pt x="232" y="329"/>
                    <a:pt x="232" y="461"/>
                    <a:pt x="185" y="549"/>
                  </a:cubicBezTo>
                  <a:cubicBezTo>
                    <a:pt x="93" y="724"/>
                    <a:pt x="0" y="856"/>
                    <a:pt x="0" y="1031"/>
                  </a:cubicBezTo>
                  <a:cubicBezTo>
                    <a:pt x="0" y="1031"/>
                    <a:pt x="0" y="1031"/>
                    <a:pt x="0" y="1031"/>
                  </a:cubicBezTo>
                  <a:cubicBezTo>
                    <a:pt x="0" y="1207"/>
                    <a:pt x="93" y="1339"/>
                    <a:pt x="185" y="1470"/>
                  </a:cubicBezTo>
                  <a:cubicBezTo>
                    <a:pt x="232" y="1558"/>
                    <a:pt x="232" y="1690"/>
                    <a:pt x="325" y="1778"/>
                  </a:cubicBezTo>
                  <a:lnTo>
                    <a:pt x="325" y="1778"/>
                  </a:lnTo>
                  <a:cubicBezTo>
                    <a:pt x="325" y="1778"/>
                    <a:pt x="835" y="2129"/>
                    <a:pt x="1159" y="212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0" name="Freeform: Shape 2609">
              <a:extLst>
                <a:ext uri="{FF2B5EF4-FFF2-40B4-BE49-F238E27FC236}">
                  <a16:creationId xmlns:a16="http://schemas.microsoft.com/office/drawing/2014/main" id="{BCC057BE-43CA-80F1-AD17-60513C89F26B}"/>
                </a:ext>
              </a:extLst>
            </p:cNvPr>
            <p:cNvSpPr>
              <a:spLocks/>
            </p:cNvSpPr>
            <p:nvPr/>
          </p:nvSpPr>
          <p:spPr>
            <a:xfrm>
              <a:off x="7538894" y="3265124"/>
              <a:ext cx="28504" cy="47572"/>
            </a:xfrm>
            <a:custGeom>
              <a:avLst/>
              <a:gdLst>
                <a:gd name="connsiteX0" fmla="*/ 9090 w 19096"/>
                <a:gd name="connsiteY0" fmla="*/ 2019 h 31871"/>
                <a:gd name="connsiteX1" fmla="*/ 8719 w 19096"/>
                <a:gd name="connsiteY1" fmla="*/ 1800 h 31871"/>
                <a:gd name="connsiteX2" fmla="*/ 8534 w 19096"/>
                <a:gd name="connsiteY2" fmla="*/ 1405 h 31871"/>
                <a:gd name="connsiteX3" fmla="*/ 8394 w 19096"/>
                <a:gd name="connsiteY3" fmla="*/ 1098 h 31871"/>
                <a:gd name="connsiteX4" fmla="*/ 8394 w 19096"/>
                <a:gd name="connsiteY4" fmla="*/ 1010 h 31871"/>
                <a:gd name="connsiteX5" fmla="*/ 8394 w 19096"/>
                <a:gd name="connsiteY5" fmla="*/ 878 h 31871"/>
                <a:gd name="connsiteX6" fmla="*/ 8580 w 19096"/>
                <a:gd name="connsiteY6" fmla="*/ 0 h 31871"/>
                <a:gd name="connsiteX7" fmla="*/ 5194 w 19096"/>
                <a:gd name="connsiteY7" fmla="*/ 0 h 31871"/>
                <a:gd name="connsiteX8" fmla="*/ 4035 w 19096"/>
                <a:gd name="connsiteY8" fmla="*/ 1098 h 31871"/>
                <a:gd name="connsiteX9" fmla="*/ 4035 w 19096"/>
                <a:gd name="connsiteY9" fmla="*/ 3556 h 31871"/>
                <a:gd name="connsiteX10" fmla="*/ 4823 w 19096"/>
                <a:gd name="connsiteY10" fmla="*/ 4609 h 31871"/>
                <a:gd name="connsiteX11" fmla="*/ 11409 w 19096"/>
                <a:gd name="connsiteY11" fmla="*/ 6892 h 31871"/>
                <a:gd name="connsiteX12" fmla="*/ 11177 w 19096"/>
                <a:gd name="connsiteY12" fmla="*/ 7990 h 31871"/>
                <a:gd name="connsiteX13" fmla="*/ 5194 w 19096"/>
                <a:gd name="connsiteY13" fmla="*/ 7990 h 31871"/>
                <a:gd name="connsiteX14" fmla="*/ 4128 w 19096"/>
                <a:gd name="connsiteY14" fmla="*/ 8692 h 31871"/>
                <a:gd name="connsiteX15" fmla="*/ 4452 w 19096"/>
                <a:gd name="connsiteY15" fmla="*/ 9921 h 31871"/>
                <a:gd name="connsiteX16" fmla="*/ 14934 w 19096"/>
                <a:gd name="connsiteY16" fmla="*/ 18745 h 31871"/>
                <a:gd name="connsiteX17" fmla="*/ 16603 w 19096"/>
                <a:gd name="connsiteY17" fmla="*/ 24628 h 31871"/>
                <a:gd name="connsiteX18" fmla="*/ 14052 w 19096"/>
                <a:gd name="connsiteY18" fmla="*/ 25638 h 31871"/>
                <a:gd name="connsiteX19" fmla="*/ 13681 w 19096"/>
                <a:gd name="connsiteY19" fmla="*/ 25857 h 31871"/>
                <a:gd name="connsiteX20" fmla="*/ 10481 w 19096"/>
                <a:gd name="connsiteY20" fmla="*/ 28886 h 31871"/>
                <a:gd name="connsiteX21" fmla="*/ 7420 w 19096"/>
                <a:gd name="connsiteY21" fmla="*/ 22872 h 31871"/>
                <a:gd name="connsiteX22" fmla="*/ 6632 w 19096"/>
                <a:gd name="connsiteY22" fmla="*/ 22301 h 31871"/>
                <a:gd name="connsiteX23" fmla="*/ 5658 w 19096"/>
                <a:gd name="connsiteY23" fmla="*/ 22477 h 31871"/>
                <a:gd name="connsiteX24" fmla="*/ 0 w 19096"/>
                <a:gd name="connsiteY24" fmla="*/ 26559 h 31871"/>
                <a:gd name="connsiteX25" fmla="*/ 557 w 19096"/>
                <a:gd name="connsiteY25" fmla="*/ 26691 h 31871"/>
                <a:gd name="connsiteX26" fmla="*/ 696 w 19096"/>
                <a:gd name="connsiteY26" fmla="*/ 26779 h 31871"/>
                <a:gd name="connsiteX27" fmla="*/ 1020 w 19096"/>
                <a:gd name="connsiteY27" fmla="*/ 27042 h 31871"/>
                <a:gd name="connsiteX28" fmla="*/ 1299 w 19096"/>
                <a:gd name="connsiteY28" fmla="*/ 27350 h 31871"/>
                <a:gd name="connsiteX29" fmla="*/ 1391 w 19096"/>
                <a:gd name="connsiteY29" fmla="*/ 27438 h 31871"/>
                <a:gd name="connsiteX30" fmla="*/ 1623 w 19096"/>
                <a:gd name="connsiteY30" fmla="*/ 28184 h 31871"/>
                <a:gd name="connsiteX31" fmla="*/ 5936 w 19096"/>
                <a:gd name="connsiteY31" fmla="*/ 25067 h 31871"/>
                <a:gd name="connsiteX32" fmla="*/ 9090 w 19096"/>
                <a:gd name="connsiteY32" fmla="*/ 31257 h 31871"/>
                <a:gd name="connsiteX33" fmla="*/ 9925 w 19096"/>
                <a:gd name="connsiteY33" fmla="*/ 31871 h 31871"/>
                <a:gd name="connsiteX34" fmla="*/ 10110 w 19096"/>
                <a:gd name="connsiteY34" fmla="*/ 31871 h 31871"/>
                <a:gd name="connsiteX35" fmla="*/ 10945 w 19096"/>
                <a:gd name="connsiteY35" fmla="*/ 31564 h 31871"/>
                <a:gd name="connsiteX36" fmla="*/ 15119 w 19096"/>
                <a:gd name="connsiteY36" fmla="*/ 27613 h 31871"/>
                <a:gd name="connsiteX37" fmla="*/ 18365 w 19096"/>
                <a:gd name="connsiteY37" fmla="*/ 26340 h 31871"/>
                <a:gd name="connsiteX38" fmla="*/ 19061 w 19096"/>
                <a:gd name="connsiteY38" fmla="*/ 25023 h 31871"/>
                <a:gd name="connsiteX39" fmla="*/ 17020 w 19096"/>
                <a:gd name="connsiteY39" fmla="*/ 17911 h 31871"/>
                <a:gd name="connsiteX40" fmla="*/ 16650 w 19096"/>
                <a:gd name="connsiteY40" fmla="*/ 17384 h 31871"/>
                <a:gd name="connsiteX41" fmla="*/ 8209 w 19096"/>
                <a:gd name="connsiteY41" fmla="*/ 10229 h 31871"/>
                <a:gd name="connsiteX42" fmla="*/ 12104 w 19096"/>
                <a:gd name="connsiteY42" fmla="*/ 10229 h 31871"/>
                <a:gd name="connsiteX43" fmla="*/ 13264 w 19096"/>
                <a:gd name="connsiteY43" fmla="*/ 9351 h 31871"/>
                <a:gd name="connsiteX44" fmla="*/ 13820 w 19096"/>
                <a:gd name="connsiteY44" fmla="*/ 6453 h 31871"/>
                <a:gd name="connsiteX45" fmla="*/ 13078 w 19096"/>
                <a:gd name="connsiteY45" fmla="*/ 5224 h 31871"/>
                <a:gd name="connsiteX46" fmla="*/ 6307 w 19096"/>
                <a:gd name="connsiteY46" fmla="*/ 2897 h 31871"/>
                <a:gd name="connsiteX47" fmla="*/ 6307 w 19096"/>
                <a:gd name="connsiteY47" fmla="*/ 2283 h 31871"/>
                <a:gd name="connsiteX48" fmla="*/ 9507 w 19096"/>
                <a:gd name="connsiteY48" fmla="*/ 2283 h 31871"/>
                <a:gd name="connsiteX49" fmla="*/ 9275 w 19096"/>
                <a:gd name="connsiteY49" fmla="*/ 2283 h 31871"/>
                <a:gd name="connsiteX50" fmla="*/ 8997 w 19096"/>
                <a:gd name="connsiteY50" fmla="*/ 2107 h 3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9096" h="31871">
                  <a:moveTo>
                    <a:pt x="9090" y="2019"/>
                  </a:moveTo>
                  <a:cubicBezTo>
                    <a:pt x="9090" y="2019"/>
                    <a:pt x="8858" y="1888"/>
                    <a:pt x="8719" y="1800"/>
                  </a:cubicBezTo>
                  <a:cubicBezTo>
                    <a:pt x="8626" y="1668"/>
                    <a:pt x="8580" y="1580"/>
                    <a:pt x="8534" y="1405"/>
                  </a:cubicBezTo>
                  <a:cubicBezTo>
                    <a:pt x="8534" y="1317"/>
                    <a:pt x="8394" y="1229"/>
                    <a:pt x="8394" y="1098"/>
                  </a:cubicBezTo>
                  <a:cubicBezTo>
                    <a:pt x="8394" y="1098"/>
                    <a:pt x="8394" y="1054"/>
                    <a:pt x="8394" y="1010"/>
                  </a:cubicBezTo>
                  <a:cubicBezTo>
                    <a:pt x="8394" y="1010"/>
                    <a:pt x="8394" y="922"/>
                    <a:pt x="8394" y="878"/>
                  </a:cubicBezTo>
                  <a:lnTo>
                    <a:pt x="8580" y="0"/>
                  </a:lnTo>
                  <a:lnTo>
                    <a:pt x="5194" y="0"/>
                  </a:lnTo>
                  <a:cubicBezTo>
                    <a:pt x="4545" y="0"/>
                    <a:pt x="4035" y="483"/>
                    <a:pt x="4035" y="1098"/>
                  </a:cubicBezTo>
                  <a:lnTo>
                    <a:pt x="4035" y="3556"/>
                  </a:lnTo>
                  <a:cubicBezTo>
                    <a:pt x="4035" y="4039"/>
                    <a:pt x="4359" y="4434"/>
                    <a:pt x="4823" y="4609"/>
                  </a:cubicBezTo>
                  <a:lnTo>
                    <a:pt x="11409" y="6892"/>
                  </a:lnTo>
                  <a:lnTo>
                    <a:pt x="11177" y="7990"/>
                  </a:lnTo>
                  <a:lnTo>
                    <a:pt x="5194" y="7990"/>
                  </a:lnTo>
                  <a:cubicBezTo>
                    <a:pt x="4731" y="7990"/>
                    <a:pt x="4267" y="8253"/>
                    <a:pt x="4128" y="8692"/>
                  </a:cubicBezTo>
                  <a:cubicBezTo>
                    <a:pt x="3942" y="9131"/>
                    <a:pt x="4081" y="9614"/>
                    <a:pt x="4452" y="9921"/>
                  </a:cubicBezTo>
                  <a:lnTo>
                    <a:pt x="14934" y="18745"/>
                  </a:lnTo>
                  <a:lnTo>
                    <a:pt x="16603" y="24628"/>
                  </a:lnTo>
                  <a:lnTo>
                    <a:pt x="14052" y="25638"/>
                  </a:lnTo>
                  <a:cubicBezTo>
                    <a:pt x="14052" y="25638"/>
                    <a:pt x="13774" y="25769"/>
                    <a:pt x="13681" y="25857"/>
                  </a:cubicBezTo>
                  <a:lnTo>
                    <a:pt x="10481" y="28886"/>
                  </a:lnTo>
                  <a:lnTo>
                    <a:pt x="7420" y="22872"/>
                  </a:lnTo>
                  <a:cubicBezTo>
                    <a:pt x="7281" y="22565"/>
                    <a:pt x="7003" y="22345"/>
                    <a:pt x="6632" y="22301"/>
                  </a:cubicBezTo>
                  <a:cubicBezTo>
                    <a:pt x="6307" y="22213"/>
                    <a:pt x="5936" y="22301"/>
                    <a:pt x="5658" y="22477"/>
                  </a:cubicBezTo>
                  <a:lnTo>
                    <a:pt x="0" y="26559"/>
                  </a:lnTo>
                  <a:lnTo>
                    <a:pt x="557" y="26691"/>
                  </a:lnTo>
                  <a:cubicBezTo>
                    <a:pt x="557" y="26691"/>
                    <a:pt x="649" y="26779"/>
                    <a:pt x="696" y="26779"/>
                  </a:cubicBezTo>
                  <a:cubicBezTo>
                    <a:pt x="835" y="26823"/>
                    <a:pt x="928" y="26911"/>
                    <a:pt x="1020" y="27042"/>
                  </a:cubicBezTo>
                  <a:cubicBezTo>
                    <a:pt x="1113" y="27130"/>
                    <a:pt x="1206" y="27218"/>
                    <a:pt x="1299" y="27350"/>
                  </a:cubicBezTo>
                  <a:cubicBezTo>
                    <a:pt x="1299" y="27350"/>
                    <a:pt x="1391" y="27394"/>
                    <a:pt x="1391" y="27438"/>
                  </a:cubicBezTo>
                  <a:lnTo>
                    <a:pt x="1623" y="28184"/>
                  </a:lnTo>
                  <a:lnTo>
                    <a:pt x="5936" y="25067"/>
                  </a:lnTo>
                  <a:lnTo>
                    <a:pt x="9090" y="31257"/>
                  </a:lnTo>
                  <a:cubicBezTo>
                    <a:pt x="9275" y="31564"/>
                    <a:pt x="9554" y="31784"/>
                    <a:pt x="9925" y="31871"/>
                  </a:cubicBezTo>
                  <a:cubicBezTo>
                    <a:pt x="9971" y="31871"/>
                    <a:pt x="10064" y="31871"/>
                    <a:pt x="10110" y="31871"/>
                  </a:cubicBezTo>
                  <a:cubicBezTo>
                    <a:pt x="10435" y="31871"/>
                    <a:pt x="10713" y="31740"/>
                    <a:pt x="10945" y="31564"/>
                  </a:cubicBezTo>
                  <a:lnTo>
                    <a:pt x="15119" y="27613"/>
                  </a:lnTo>
                  <a:lnTo>
                    <a:pt x="18365" y="26340"/>
                  </a:lnTo>
                  <a:cubicBezTo>
                    <a:pt x="18922" y="26121"/>
                    <a:pt x="19200" y="25594"/>
                    <a:pt x="19061" y="25023"/>
                  </a:cubicBezTo>
                  <a:lnTo>
                    <a:pt x="17020" y="17911"/>
                  </a:lnTo>
                  <a:cubicBezTo>
                    <a:pt x="17020" y="17911"/>
                    <a:pt x="16835" y="17516"/>
                    <a:pt x="16650" y="17384"/>
                  </a:cubicBezTo>
                  <a:lnTo>
                    <a:pt x="8209" y="10229"/>
                  </a:lnTo>
                  <a:lnTo>
                    <a:pt x="12104" y="10229"/>
                  </a:lnTo>
                  <a:cubicBezTo>
                    <a:pt x="12661" y="10229"/>
                    <a:pt x="13125" y="9834"/>
                    <a:pt x="13264" y="9351"/>
                  </a:cubicBezTo>
                  <a:lnTo>
                    <a:pt x="13820" y="6453"/>
                  </a:lnTo>
                  <a:cubicBezTo>
                    <a:pt x="13913" y="5927"/>
                    <a:pt x="13589" y="5400"/>
                    <a:pt x="13078" y="5224"/>
                  </a:cubicBezTo>
                  <a:lnTo>
                    <a:pt x="6307" y="2897"/>
                  </a:lnTo>
                  <a:lnTo>
                    <a:pt x="6307" y="2283"/>
                  </a:lnTo>
                  <a:lnTo>
                    <a:pt x="9507" y="2283"/>
                  </a:lnTo>
                  <a:cubicBezTo>
                    <a:pt x="9507" y="2283"/>
                    <a:pt x="9368" y="2283"/>
                    <a:pt x="9275" y="2283"/>
                  </a:cubicBezTo>
                  <a:cubicBezTo>
                    <a:pt x="9136" y="2283"/>
                    <a:pt x="9090" y="2151"/>
                    <a:pt x="8997" y="210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1" name="Freeform: Shape 2610">
              <a:extLst>
                <a:ext uri="{FF2B5EF4-FFF2-40B4-BE49-F238E27FC236}">
                  <a16:creationId xmlns:a16="http://schemas.microsoft.com/office/drawing/2014/main" id="{58EB9FA9-63BD-0AE5-19C9-C9AC4EC09045}"/>
                </a:ext>
              </a:extLst>
            </p:cNvPr>
            <p:cNvSpPr>
              <a:spLocks/>
            </p:cNvSpPr>
            <p:nvPr/>
          </p:nvSpPr>
          <p:spPr>
            <a:xfrm>
              <a:off x="7470608" y="3286455"/>
              <a:ext cx="69325" cy="25388"/>
            </a:xfrm>
            <a:custGeom>
              <a:avLst/>
              <a:gdLst>
                <a:gd name="connsiteX0" fmla="*/ 45703 w 46445"/>
                <a:gd name="connsiteY0" fmla="*/ 12400 h 17009"/>
                <a:gd name="connsiteX1" fmla="*/ 46445 w 46445"/>
                <a:gd name="connsiteY1" fmla="*/ 12488 h 17009"/>
                <a:gd name="connsiteX2" fmla="*/ 46306 w 46445"/>
                <a:gd name="connsiteY2" fmla="*/ 12400 h 17009"/>
                <a:gd name="connsiteX3" fmla="*/ 45750 w 46445"/>
                <a:gd name="connsiteY3" fmla="*/ 12269 h 17009"/>
                <a:gd name="connsiteX4" fmla="*/ 38608 w 46445"/>
                <a:gd name="connsiteY4" fmla="*/ 10601 h 17009"/>
                <a:gd name="connsiteX5" fmla="*/ 35686 w 46445"/>
                <a:gd name="connsiteY5" fmla="*/ 6123 h 17009"/>
                <a:gd name="connsiteX6" fmla="*/ 34712 w 46445"/>
                <a:gd name="connsiteY6" fmla="*/ 5596 h 17009"/>
                <a:gd name="connsiteX7" fmla="*/ 28312 w 46445"/>
                <a:gd name="connsiteY7" fmla="*/ 5596 h 17009"/>
                <a:gd name="connsiteX8" fmla="*/ 15512 w 46445"/>
                <a:gd name="connsiteY8" fmla="*/ 108 h 17009"/>
                <a:gd name="connsiteX9" fmla="*/ 14399 w 46445"/>
                <a:gd name="connsiteY9" fmla="*/ 196 h 17009"/>
                <a:gd name="connsiteX10" fmla="*/ 5726 w 46445"/>
                <a:gd name="connsiteY10" fmla="*/ 5772 h 17009"/>
                <a:gd name="connsiteX11" fmla="*/ 5216 w 46445"/>
                <a:gd name="connsiteY11" fmla="*/ 6562 h 17009"/>
                <a:gd name="connsiteX12" fmla="*/ 4428 w 46445"/>
                <a:gd name="connsiteY12" fmla="*/ 12532 h 17009"/>
                <a:gd name="connsiteX13" fmla="*/ 810 w 46445"/>
                <a:gd name="connsiteY13" fmla="*/ 14815 h 17009"/>
                <a:gd name="connsiteX14" fmla="*/ 532 w 46445"/>
                <a:gd name="connsiteY14" fmla="*/ 14991 h 17009"/>
                <a:gd name="connsiteX15" fmla="*/ 207 w 46445"/>
                <a:gd name="connsiteY15" fmla="*/ 16527 h 17009"/>
                <a:gd name="connsiteX16" fmla="*/ 1181 w 46445"/>
                <a:gd name="connsiteY16" fmla="*/ 17010 h 17009"/>
                <a:gd name="connsiteX17" fmla="*/ 1830 w 46445"/>
                <a:gd name="connsiteY17" fmla="*/ 16834 h 17009"/>
                <a:gd name="connsiteX18" fmla="*/ 1923 w 46445"/>
                <a:gd name="connsiteY18" fmla="*/ 16747 h 17009"/>
                <a:gd name="connsiteX19" fmla="*/ 6144 w 46445"/>
                <a:gd name="connsiteY19" fmla="*/ 14069 h 17009"/>
                <a:gd name="connsiteX20" fmla="*/ 6654 w 46445"/>
                <a:gd name="connsiteY20" fmla="*/ 13278 h 17009"/>
                <a:gd name="connsiteX21" fmla="*/ 7442 w 46445"/>
                <a:gd name="connsiteY21" fmla="*/ 7308 h 17009"/>
                <a:gd name="connsiteX22" fmla="*/ 15187 w 46445"/>
                <a:gd name="connsiteY22" fmla="*/ 2347 h 17009"/>
                <a:gd name="connsiteX23" fmla="*/ 27616 w 46445"/>
                <a:gd name="connsiteY23" fmla="*/ 7703 h 17009"/>
                <a:gd name="connsiteX24" fmla="*/ 28080 w 46445"/>
                <a:gd name="connsiteY24" fmla="*/ 7791 h 17009"/>
                <a:gd name="connsiteX25" fmla="*/ 34109 w 46445"/>
                <a:gd name="connsiteY25" fmla="*/ 7791 h 17009"/>
                <a:gd name="connsiteX26" fmla="*/ 36938 w 46445"/>
                <a:gd name="connsiteY26" fmla="*/ 12093 h 17009"/>
                <a:gd name="connsiteX27" fmla="*/ 37634 w 46445"/>
                <a:gd name="connsiteY27" fmla="*/ 12576 h 17009"/>
                <a:gd name="connsiteX28" fmla="*/ 45100 w 46445"/>
                <a:gd name="connsiteY28" fmla="*/ 14332 h 17009"/>
                <a:gd name="connsiteX29" fmla="*/ 44915 w 46445"/>
                <a:gd name="connsiteY29" fmla="*/ 13761 h 17009"/>
                <a:gd name="connsiteX30" fmla="*/ 45657 w 46445"/>
                <a:gd name="connsiteY30" fmla="*/ 12400 h 17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6445" h="17009">
                  <a:moveTo>
                    <a:pt x="45703" y="12400"/>
                  </a:moveTo>
                  <a:cubicBezTo>
                    <a:pt x="45981" y="12313"/>
                    <a:pt x="46213" y="12400"/>
                    <a:pt x="46445" y="12488"/>
                  </a:cubicBezTo>
                  <a:cubicBezTo>
                    <a:pt x="46399" y="12488"/>
                    <a:pt x="46399" y="12400"/>
                    <a:pt x="46306" y="12400"/>
                  </a:cubicBezTo>
                  <a:lnTo>
                    <a:pt x="45750" y="12269"/>
                  </a:lnTo>
                  <a:lnTo>
                    <a:pt x="38608" y="10601"/>
                  </a:lnTo>
                  <a:lnTo>
                    <a:pt x="35686" y="6123"/>
                  </a:lnTo>
                  <a:cubicBezTo>
                    <a:pt x="35454" y="5815"/>
                    <a:pt x="35083" y="5596"/>
                    <a:pt x="34712" y="5596"/>
                  </a:cubicBezTo>
                  <a:lnTo>
                    <a:pt x="28312" y="5596"/>
                  </a:lnTo>
                  <a:lnTo>
                    <a:pt x="15512" y="108"/>
                  </a:lnTo>
                  <a:cubicBezTo>
                    <a:pt x="15141" y="-67"/>
                    <a:pt x="14723" y="-23"/>
                    <a:pt x="14399" y="196"/>
                  </a:cubicBezTo>
                  <a:lnTo>
                    <a:pt x="5726" y="5772"/>
                  </a:lnTo>
                  <a:cubicBezTo>
                    <a:pt x="5448" y="5947"/>
                    <a:pt x="5262" y="6211"/>
                    <a:pt x="5216" y="6562"/>
                  </a:cubicBezTo>
                  <a:lnTo>
                    <a:pt x="4428" y="12532"/>
                  </a:lnTo>
                  <a:lnTo>
                    <a:pt x="810" y="14815"/>
                  </a:lnTo>
                  <a:lnTo>
                    <a:pt x="532" y="14991"/>
                  </a:lnTo>
                  <a:cubicBezTo>
                    <a:pt x="-25" y="15342"/>
                    <a:pt x="-164" y="16000"/>
                    <a:pt x="207" y="16527"/>
                  </a:cubicBezTo>
                  <a:cubicBezTo>
                    <a:pt x="439" y="16834"/>
                    <a:pt x="810" y="17010"/>
                    <a:pt x="1181" y="17010"/>
                  </a:cubicBezTo>
                  <a:cubicBezTo>
                    <a:pt x="1413" y="17010"/>
                    <a:pt x="1645" y="16966"/>
                    <a:pt x="1830" y="16834"/>
                  </a:cubicBezTo>
                  <a:lnTo>
                    <a:pt x="1923" y="16747"/>
                  </a:lnTo>
                  <a:lnTo>
                    <a:pt x="6144" y="14069"/>
                  </a:lnTo>
                  <a:cubicBezTo>
                    <a:pt x="6422" y="13893"/>
                    <a:pt x="6607" y="13630"/>
                    <a:pt x="6654" y="13278"/>
                  </a:cubicBezTo>
                  <a:lnTo>
                    <a:pt x="7442" y="7308"/>
                  </a:lnTo>
                  <a:lnTo>
                    <a:pt x="15187" y="2347"/>
                  </a:lnTo>
                  <a:lnTo>
                    <a:pt x="27616" y="7703"/>
                  </a:lnTo>
                  <a:cubicBezTo>
                    <a:pt x="27616" y="7703"/>
                    <a:pt x="27941" y="7791"/>
                    <a:pt x="28080" y="7791"/>
                  </a:cubicBezTo>
                  <a:lnTo>
                    <a:pt x="34109" y="7791"/>
                  </a:lnTo>
                  <a:lnTo>
                    <a:pt x="36938" y="12093"/>
                  </a:lnTo>
                  <a:cubicBezTo>
                    <a:pt x="37077" y="12313"/>
                    <a:pt x="37355" y="12488"/>
                    <a:pt x="37634" y="12576"/>
                  </a:cubicBezTo>
                  <a:lnTo>
                    <a:pt x="45100" y="14332"/>
                  </a:lnTo>
                  <a:lnTo>
                    <a:pt x="44915" y="13761"/>
                  </a:lnTo>
                  <a:cubicBezTo>
                    <a:pt x="44729" y="13191"/>
                    <a:pt x="45054" y="12576"/>
                    <a:pt x="45657" y="1240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2" name="Freeform: Shape 2611">
              <a:extLst>
                <a:ext uri="{FF2B5EF4-FFF2-40B4-BE49-F238E27FC236}">
                  <a16:creationId xmlns:a16="http://schemas.microsoft.com/office/drawing/2014/main" id="{05E3B9D9-6AA5-EA70-847F-A164022DF8E8}"/>
                </a:ext>
              </a:extLst>
            </p:cNvPr>
            <p:cNvSpPr>
              <a:spLocks/>
            </p:cNvSpPr>
            <p:nvPr/>
          </p:nvSpPr>
          <p:spPr>
            <a:xfrm>
              <a:off x="7540487" y="3305423"/>
              <a:ext cx="414" cy="459"/>
            </a:xfrm>
            <a:custGeom>
              <a:avLst/>
              <a:gdLst>
                <a:gd name="connsiteX0" fmla="*/ 0 w 278"/>
                <a:gd name="connsiteY0" fmla="*/ 0 h 307"/>
                <a:gd name="connsiteX1" fmla="*/ 278 w 278"/>
                <a:gd name="connsiteY1" fmla="*/ 307 h 307"/>
                <a:gd name="connsiteX2" fmla="*/ 0 w 278"/>
                <a:gd name="connsiteY2" fmla="*/ 0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8" h="307">
                  <a:moveTo>
                    <a:pt x="0" y="0"/>
                  </a:moveTo>
                  <a:cubicBezTo>
                    <a:pt x="0" y="0"/>
                    <a:pt x="186" y="176"/>
                    <a:pt x="278" y="307"/>
                  </a:cubicBezTo>
                  <a:cubicBezTo>
                    <a:pt x="232" y="176"/>
                    <a:pt x="139" y="88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3" name="Freeform: Shape 2612">
              <a:extLst>
                <a:ext uri="{FF2B5EF4-FFF2-40B4-BE49-F238E27FC236}">
                  <a16:creationId xmlns:a16="http://schemas.microsoft.com/office/drawing/2014/main" id="{97FF4FF4-D5AE-8B5C-22FE-E5D96B98D620}"/>
                </a:ext>
              </a:extLst>
            </p:cNvPr>
            <p:cNvSpPr>
              <a:spLocks/>
            </p:cNvSpPr>
            <p:nvPr/>
          </p:nvSpPr>
          <p:spPr>
            <a:xfrm>
              <a:off x="7530034" y="3211850"/>
              <a:ext cx="56831" cy="56548"/>
            </a:xfrm>
            <a:custGeom>
              <a:avLst/>
              <a:gdLst>
                <a:gd name="connsiteX0" fmla="*/ 1623 w 38075"/>
                <a:gd name="connsiteY0" fmla="*/ 9614 h 37885"/>
                <a:gd name="connsiteX1" fmla="*/ 1623 w 38075"/>
                <a:gd name="connsiteY1" fmla="*/ 10141 h 37885"/>
                <a:gd name="connsiteX2" fmla="*/ 6307 w 38075"/>
                <a:gd name="connsiteY2" fmla="*/ 6717 h 37885"/>
                <a:gd name="connsiteX3" fmla="*/ 13867 w 38075"/>
                <a:gd name="connsiteY3" fmla="*/ 2239 h 37885"/>
                <a:gd name="connsiteX4" fmla="*/ 21751 w 38075"/>
                <a:gd name="connsiteY4" fmla="*/ 2239 h 37885"/>
                <a:gd name="connsiteX5" fmla="*/ 27780 w 38075"/>
                <a:gd name="connsiteY5" fmla="*/ 8034 h 37885"/>
                <a:gd name="connsiteX6" fmla="*/ 28197 w 38075"/>
                <a:gd name="connsiteY6" fmla="*/ 8297 h 37885"/>
                <a:gd name="connsiteX7" fmla="*/ 35850 w 38075"/>
                <a:gd name="connsiteY7" fmla="*/ 10931 h 37885"/>
                <a:gd name="connsiteX8" fmla="*/ 35850 w 38075"/>
                <a:gd name="connsiteY8" fmla="*/ 15321 h 37885"/>
                <a:gd name="connsiteX9" fmla="*/ 32093 w 38075"/>
                <a:gd name="connsiteY9" fmla="*/ 20677 h 37885"/>
                <a:gd name="connsiteX10" fmla="*/ 26574 w 38075"/>
                <a:gd name="connsiteY10" fmla="*/ 26296 h 37885"/>
                <a:gd name="connsiteX11" fmla="*/ 26296 w 38075"/>
                <a:gd name="connsiteY11" fmla="*/ 26735 h 37885"/>
                <a:gd name="connsiteX12" fmla="*/ 24672 w 38075"/>
                <a:gd name="connsiteY12" fmla="*/ 31915 h 37885"/>
                <a:gd name="connsiteX13" fmla="*/ 17530 w 38075"/>
                <a:gd name="connsiteY13" fmla="*/ 35691 h 37885"/>
                <a:gd name="connsiteX14" fmla="*/ 16928 w 38075"/>
                <a:gd name="connsiteY14" fmla="*/ 35691 h 37885"/>
                <a:gd name="connsiteX15" fmla="*/ 16649 w 38075"/>
                <a:gd name="connsiteY15" fmla="*/ 37008 h 37885"/>
                <a:gd name="connsiteX16" fmla="*/ 15490 w 38075"/>
                <a:gd name="connsiteY16" fmla="*/ 37886 h 37885"/>
                <a:gd name="connsiteX17" fmla="*/ 17809 w 38075"/>
                <a:gd name="connsiteY17" fmla="*/ 37886 h 37885"/>
                <a:gd name="connsiteX18" fmla="*/ 18365 w 38075"/>
                <a:gd name="connsiteY18" fmla="*/ 37754 h 37885"/>
                <a:gd name="connsiteX19" fmla="*/ 26203 w 38075"/>
                <a:gd name="connsiteY19" fmla="*/ 33627 h 37885"/>
                <a:gd name="connsiteX20" fmla="*/ 26759 w 38075"/>
                <a:gd name="connsiteY20" fmla="*/ 32969 h 37885"/>
                <a:gd name="connsiteX21" fmla="*/ 28429 w 38075"/>
                <a:gd name="connsiteY21" fmla="*/ 27613 h 37885"/>
                <a:gd name="connsiteX22" fmla="*/ 33855 w 38075"/>
                <a:gd name="connsiteY22" fmla="*/ 22038 h 37885"/>
                <a:gd name="connsiteX23" fmla="*/ 37890 w 38075"/>
                <a:gd name="connsiteY23" fmla="*/ 16287 h 37885"/>
                <a:gd name="connsiteX24" fmla="*/ 38076 w 38075"/>
                <a:gd name="connsiteY24" fmla="*/ 15672 h 37885"/>
                <a:gd name="connsiteX25" fmla="*/ 38076 w 38075"/>
                <a:gd name="connsiteY25" fmla="*/ 10185 h 37885"/>
                <a:gd name="connsiteX26" fmla="*/ 37334 w 38075"/>
                <a:gd name="connsiteY26" fmla="*/ 9175 h 37885"/>
                <a:gd name="connsiteX27" fmla="*/ 29171 w 38075"/>
                <a:gd name="connsiteY27" fmla="*/ 6322 h 37885"/>
                <a:gd name="connsiteX28" fmla="*/ 23003 w 38075"/>
                <a:gd name="connsiteY28" fmla="*/ 351 h 37885"/>
                <a:gd name="connsiteX29" fmla="*/ 22168 w 38075"/>
                <a:gd name="connsiteY29" fmla="*/ 0 h 37885"/>
                <a:gd name="connsiteX30" fmla="*/ 13449 w 38075"/>
                <a:gd name="connsiteY30" fmla="*/ 0 h 37885"/>
                <a:gd name="connsiteX31" fmla="*/ 12846 w 38075"/>
                <a:gd name="connsiteY31" fmla="*/ 176 h 37885"/>
                <a:gd name="connsiteX32" fmla="*/ 4916 w 38075"/>
                <a:gd name="connsiteY32" fmla="*/ 4917 h 37885"/>
                <a:gd name="connsiteX33" fmla="*/ 0 w 38075"/>
                <a:gd name="connsiteY33" fmla="*/ 8517 h 37885"/>
                <a:gd name="connsiteX34" fmla="*/ 417 w 38075"/>
                <a:gd name="connsiteY34" fmla="*/ 8517 h 37885"/>
                <a:gd name="connsiteX35" fmla="*/ 1577 w 38075"/>
                <a:gd name="connsiteY35" fmla="*/ 9614 h 3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8075" h="37885">
                  <a:moveTo>
                    <a:pt x="1623" y="9614"/>
                  </a:moveTo>
                  <a:lnTo>
                    <a:pt x="1623" y="10141"/>
                  </a:lnTo>
                  <a:lnTo>
                    <a:pt x="6307" y="6717"/>
                  </a:lnTo>
                  <a:lnTo>
                    <a:pt x="13867" y="2239"/>
                  </a:lnTo>
                  <a:lnTo>
                    <a:pt x="21751" y="2239"/>
                  </a:lnTo>
                  <a:lnTo>
                    <a:pt x="27780" y="8034"/>
                  </a:lnTo>
                  <a:cubicBezTo>
                    <a:pt x="27780" y="8034"/>
                    <a:pt x="28058" y="8253"/>
                    <a:pt x="28197" y="8297"/>
                  </a:cubicBezTo>
                  <a:lnTo>
                    <a:pt x="35850" y="10931"/>
                  </a:lnTo>
                  <a:lnTo>
                    <a:pt x="35850" y="15321"/>
                  </a:lnTo>
                  <a:lnTo>
                    <a:pt x="32093" y="20677"/>
                  </a:lnTo>
                  <a:lnTo>
                    <a:pt x="26574" y="26296"/>
                  </a:lnTo>
                  <a:cubicBezTo>
                    <a:pt x="26574" y="26296"/>
                    <a:pt x="26342" y="26560"/>
                    <a:pt x="26296" y="26735"/>
                  </a:cubicBezTo>
                  <a:lnTo>
                    <a:pt x="24672" y="31915"/>
                  </a:lnTo>
                  <a:lnTo>
                    <a:pt x="17530" y="35691"/>
                  </a:lnTo>
                  <a:lnTo>
                    <a:pt x="16928" y="35691"/>
                  </a:lnTo>
                  <a:lnTo>
                    <a:pt x="16649" y="37008"/>
                  </a:lnTo>
                  <a:cubicBezTo>
                    <a:pt x="16510" y="37535"/>
                    <a:pt x="16046" y="37886"/>
                    <a:pt x="15490" y="37886"/>
                  </a:cubicBezTo>
                  <a:lnTo>
                    <a:pt x="17809" y="37886"/>
                  </a:lnTo>
                  <a:cubicBezTo>
                    <a:pt x="17809" y="37886"/>
                    <a:pt x="18180" y="37842"/>
                    <a:pt x="18365" y="37754"/>
                  </a:cubicBezTo>
                  <a:lnTo>
                    <a:pt x="26203" y="33627"/>
                  </a:lnTo>
                  <a:cubicBezTo>
                    <a:pt x="26481" y="33496"/>
                    <a:pt x="26667" y="33232"/>
                    <a:pt x="26759" y="32969"/>
                  </a:cubicBezTo>
                  <a:lnTo>
                    <a:pt x="28429" y="27613"/>
                  </a:lnTo>
                  <a:lnTo>
                    <a:pt x="33855" y="22038"/>
                  </a:lnTo>
                  <a:lnTo>
                    <a:pt x="37890" y="16287"/>
                  </a:lnTo>
                  <a:cubicBezTo>
                    <a:pt x="37890" y="16287"/>
                    <a:pt x="38076" y="15892"/>
                    <a:pt x="38076" y="15672"/>
                  </a:cubicBezTo>
                  <a:lnTo>
                    <a:pt x="38076" y="10185"/>
                  </a:lnTo>
                  <a:cubicBezTo>
                    <a:pt x="38076" y="9746"/>
                    <a:pt x="37751" y="9307"/>
                    <a:pt x="37334" y="9175"/>
                  </a:cubicBezTo>
                  <a:lnTo>
                    <a:pt x="29171" y="6322"/>
                  </a:lnTo>
                  <a:lnTo>
                    <a:pt x="23003" y="351"/>
                  </a:lnTo>
                  <a:cubicBezTo>
                    <a:pt x="23003" y="351"/>
                    <a:pt x="22493" y="0"/>
                    <a:pt x="22168" y="0"/>
                  </a:cubicBezTo>
                  <a:lnTo>
                    <a:pt x="13449" y="0"/>
                  </a:lnTo>
                  <a:cubicBezTo>
                    <a:pt x="13449" y="0"/>
                    <a:pt x="13032" y="44"/>
                    <a:pt x="12846" y="176"/>
                  </a:cubicBezTo>
                  <a:lnTo>
                    <a:pt x="4916" y="4917"/>
                  </a:lnTo>
                  <a:lnTo>
                    <a:pt x="0" y="8517"/>
                  </a:lnTo>
                  <a:lnTo>
                    <a:pt x="417" y="8517"/>
                  </a:lnTo>
                  <a:cubicBezTo>
                    <a:pt x="1067" y="8517"/>
                    <a:pt x="1577" y="9000"/>
                    <a:pt x="1577" y="961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4" name="Freeform: Shape 2613">
              <a:extLst>
                <a:ext uri="{FF2B5EF4-FFF2-40B4-BE49-F238E27FC236}">
                  <a16:creationId xmlns:a16="http://schemas.microsoft.com/office/drawing/2014/main" id="{975AA6AD-17CE-9E56-FE81-55C82BD70F28}"/>
                </a:ext>
              </a:extLst>
            </p:cNvPr>
            <p:cNvSpPr>
              <a:spLocks/>
            </p:cNvSpPr>
            <p:nvPr/>
          </p:nvSpPr>
          <p:spPr>
            <a:xfrm>
              <a:off x="7551494" y="3266632"/>
              <a:ext cx="206" cy="590"/>
            </a:xfrm>
            <a:custGeom>
              <a:avLst/>
              <a:gdLst>
                <a:gd name="connsiteX0" fmla="*/ 93 w 138"/>
                <a:gd name="connsiteY0" fmla="*/ 395 h 395"/>
                <a:gd name="connsiteX1" fmla="*/ 0 w 138"/>
                <a:gd name="connsiteY1" fmla="*/ 0 h 395"/>
                <a:gd name="connsiteX2" fmla="*/ 0 w 138"/>
                <a:gd name="connsiteY2" fmla="*/ 88 h 395"/>
                <a:gd name="connsiteX3" fmla="*/ 139 w 138"/>
                <a:gd name="connsiteY3" fmla="*/ 395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" h="395">
                  <a:moveTo>
                    <a:pt x="93" y="395"/>
                  </a:moveTo>
                  <a:cubicBezTo>
                    <a:pt x="93" y="395"/>
                    <a:pt x="0" y="132"/>
                    <a:pt x="0" y="0"/>
                  </a:cubicBezTo>
                  <a:cubicBezTo>
                    <a:pt x="0" y="0"/>
                    <a:pt x="0" y="44"/>
                    <a:pt x="0" y="88"/>
                  </a:cubicBezTo>
                  <a:cubicBezTo>
                    <a:pt x="0" y="219"/>
                    <a:pt x="93" y="263"/>
                    <a:pt x="139" y="3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5" name="Freeform: Shape 2614">
              <a:extLst>
                <a:ext uri="{FF2B5EF4-FFF2-40B4-BE49-F238E27FC236}">
                  <a16:creationId xmlns:a16="http://schemas.microsoft.com/office/drawing/2014/main" id="{AF7DE298-805D-88E1-1742-845AD90D040D}"/>
                </a:ext>
              </a:extLst>
            </p:cNvPr>
            <p:cNvSpPr>
              <a:spLocks/>
            </p:cNvSpPr>
            <p:nvPr/>
          </p:nvSpPr>
          <p:spPr>
            <a:xfrm>
              <a:off x="7551908" y="3267811"/>
              <a:ext cx="553" cy="327"/>
            </a:xfrm>
            <a:custGeom>
              <a:avLst/>
              <a:gdLst>
                <a:gd name="connsiteX0" fmla="*/ 371 w 371"/>
                <a:gd name="connsiteY0" fmla="*/ 219 h 219"/>
                <a:gd name="connsiteX1" fmla="*/ 0 w 371"/>
                <a:gd name="connsiteY1" fmla="*/ 0 h 219"/>
                <a:gd name="connsiteX2" fmla="*/ 371 w 371"/>
                <a:gd name="connsiteY2" fmla="*/ 219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219">
                  <a:moveTo>
                    <a:pt x="371" y="219"/>
                  </a:moveTo>
                  <a:cubicBezTo>
                    <a:pt x="371" y="219"/>
                    <a:pt x="93" y="88"/>
                    <a:pt x="0" y="0"/>
                  </a:cubicBezTo>
                  <a:cubicBezTo>
                    <a:pt x="93" y="132"/>
                    <a:pt x="232" y="176"/>
                    <a:pt x="371" y="2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6" name="Freeform: Shape 2615">
              <a:extLst>
                <a:ext uri="{FF2B5EF4-FFF2-40B4-BE49-F238E27FC236}">
                  <a16:creationId xmlns:a16="http://schemas.microsoft.com/office/drawing/2014/main" id="{4A6F5165-E171-3530-178F-101FC07F37EF}"/>
                </a:ext>
              </a:extLst>
            </p:cNvPr>
            <p:cNvSpPr>
              <a:spLocks/>
            </p:cNvSpPr>
            <p:nvPr/>
          </p:nvSpPr>
          <p:spPr>
            <a:xfrm>
              <a:off x="7517296" y="3224563"/>
              <a:ext cx="13429" cy="3276"/>
            </a:xfrm>
            <a:custGeom>
              <a:avLst/>
              <a:gdLst>
                <a:gd name="connsiteX0" fmla="*/ 278 w 8997"/>
                <a:gd name="connsiteY0" fmla="*/ 2195 h 2195"/>
                <a:gd name="connsiteX1" fmla="*/ 0 w 8997"/>
                <a:gd name="connsiteY1" fmla="*/ 2195 h 2195"/>
                <a:gd name="connsiteX2" fmla="*/ 7838 w 8997"/>
                <a:gd name="connsiteY2" fmla="*/ 2195 h 2195"/>
                <a:gd name="connsiteX3" fmla="*/ 7838 w 8997"/>
                <a:gd name="connsiteY3" fmla="*/ 1098 h 2195"/>
                <a:gd name="connsiteX4" fmla="*/ 8997 w 8997"/>
                <a:gd name="connsiteY4" fmla="*/ 0 h 2195"/>
                <a:gd name="connsiteX5" fmla="*/ 928 w 8997"/>
                <a:gd name="connsiteY5" fmla="*/ 0 h 2195"/>
                <a:gd name="connsiteX6" fmla="*/ 1159 w 8997"/>
                <a:gd name="connsiteY6" fmla="*/ 834 h 2195"/>
                <a:gd name="connsiteX7" fmla="*/ 278 w 8997"/>
                <a:gd name="connsiteY7" fmla="*/ 2151 h 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97" h="2195">
                  <a:moveTo>
                    <a:pt x="278" y="2195"/>
                  </a:moveTo>
                  <a:cubicBezTo>
                    <a:pt x="278" y="2195"/>
                    <a:pt x="93" y="2195"/>
                    <a:pt x="0" y="2195"/>
                  </a:cubicBezTo>
                  <a:lnTo>
                    <a:pt x="7838" y="2195"/>
                  </a:lnTo>
                  <a:lnTo>
                    <a:pt x="7838" y="1098"/>
                  </a:lnTo>
                  <a:cubicBezTo>
                    <a:pt x="7838" y="483"/>
                    <a:pt x="8348" y="0"/>
                    <a:pt x="8997" y="0"/>
                  </a:cubicBezTo>
                  <a:lnTo>
                    <a:pt x="928" y="0"/>
                  </a:lnTo>
                  <a:lnTo>
                    <a:pt x="1159" y="834"/>
                  </a:lnTo>
                  <a:cubicBezTo>
                    <a:pt x="1299" y="1405"/>
                    <a:pt x="928" y="2019"/>
                    <a:pt x="278" y="215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7" name="Freeform: Shape 2616">
              <a:extLst>
                <a:ext uri="{FF2B5EF4-FFF2-40B4-BE49-F238E27FC236}">
                  <a16:creationId xmlns:a16="http://schemas.microsoft.com/office/drawing/2014/main" id="{9C5DD44B-06B1-BB36-AFA2-DE16752AE580}"/>
                </a:ext>
              </a:extLst>
            </p:cNvPr>
            <p:cNvSpPr>
              <a:spLocks/>
            </p:cNvSpPr>
            <p:nvPr/>
          </p:nvSpPr>
          <p:spPr>
            <a:xfrm>
              <a:off x="7515983" y="3227118"/>
              <a:ext cx="207" cy="327"/>
            </a:xfrm>
            <a:custGeom>
              <a:avLst/>
              <a:gdLst>
                <a:gd name="connsiteX0" fmla="*/ 139 w 139"/>
                <a:gd name="connsiteY0" fmla="*/ 219 h 219"/>
                <a:gd name="connsiteX1" fmla="*/ 0 w 139"/>
                <a:gd name="connsiteY1" fmla="*/ 0 h 219"/>
                <a:gd name="connsiteX2" fmla="*/ 139 w 139"/>
                <a:gd name="connsiteY2" fmla="*/ 219 h 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" h="219">
                  <a:moveTo>
                    <a:pt x="139" y="219"/>
                  </a:moveTo>
                  <a:cubicBezTo>
                    <a:pt x="139" y="219"/>
                    <a:pt x="46" y="88"/>
                    <a:pt x="0" y="0"/>
                  </a:cubicBezTo>
                  <a:cubicBezTo>
                    <a:pt x="46" y="88"/>
                    <a:pt x="93" y="176"/>
                    <a:pt x="139" y="21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8" name="Freeform: Shape 2617">
              <a:extLst>
                <a:ext uri="{FF2B5EF4-FFF2-40B4-BE49-F238E27FC236}">
                  <a16:creationId xmlns:a16="http://schemas.microsoft.com/office/drawing/2014/main" id="{3F0C67DE-0693-594F-44E6-F3F4319D97A4}"/>
                </a:ext>
              </a:extLst>
            </p:cNvPr>
            <p:cNvSpPr>
              <a:spLocks/>
            </p:cNvSpPr>
            <p:nvPr/>
          </p:nvSpPr>
          <p:spPr>
            <a:xfrm>
              <a:off x="7528996" y="3224563"/>
              <a:ext cx="28061" cy="43837"/>
            </a:xfrm>
            <a:custGeom>
              <a:avLst/>
              <a:gdLst>
                <a:gd name="connsiteX0" fmla="*/ 17345 w 18800"/>
                <a:gd name="connsiteY0" fmla="*/ 28491 h 29369"/>
                <a:gd name="connsiteX1" fmla="*/ 17623 w 18800"/>
                <a:gd name="connsiteY1" fmla="*/ 27174 h 29369"/>
                <a:gd name="connsiteX2" fmla="*/ 18783 w 18800"/>
                <a:gd name="connsiteY2" fmla="*/ 21906 h 29369"/>
                <a:gd name="connsiteX3" fmla="*/ 18133 w 18800"/>
                <a:gd name="connsiteY3" fmla="*/ 20677 h 29369"/>
                <a:gd name="connsiteX4" fmla="*/ 8301 w 18800"/>
                <a:gd name="connsiteY4" fmla="*/ 16419 h 29369"/>
                <a:gd name="connsiteX5" fmla="*/ 2319 w 18800"/>
                <a:gd name="connsiteY5" fmla="*/ 7902 h 29369"/>
                <a:gd name="connsiteX6" fmla="*/ 2319 w 18800"/>
                <a:gd name="connsiteY6" fmla="*/ 1098 h 29369"/>
                <a:gd name="connsiteX7" fmla="*/ 1159 w 18800"/>
                <a:gd name="connsiteY7" fmla="*/ 0 h 29369"/>
                <a:gd name="connsiteX8" fmla="*/ 0 w 18800"/>
                <a:gd name="connsiteY8" fmla="*/ 1098 h 29369"/>
                <a:gd name="connsiteX9" fmla="*/ 0 w 18800"/>
                <a:gd name="connsiteY9" fmla="*/ 8209 h 29369"/>
                <a:gd name="connsiteX10" fmla="*/ 185 w 18800"/>
                <a:gd name="connsiteY10" fmla="*/ 8824 h 29369"/>
                <a:gd name="connsiteX11" fmla="*/ 6539 w 18800"/>
                <a:gd name="connsiteY11" fmla="*/ 17867 h 29369"/>
                <a:gd name="connsiteX12" fmla="*/ 7003 w 18800"/>
                <a:gd name="connsiteY12" fmla="*/ 18262 h 29369"/>
                <a:gd name="connsiteX13" fmla="*/ 16325 w 18800"/>
                <a:gd name="connsiteY13" fmla="*/ 22301 h 29369"/>
                <a:gd name="connsiteX14" fmla="*/ 15258 w 18800"/>
                <a:gd name="connsiteY14" fmla="*/ 27174 h 29369"/>
                <a:gd name="connsiteX15" fmla="*/ 15073 w 18800"/>
                <a:gd name="connsiteY15" fmla="*/ 28052 h 29369"/>
                <a:gd name="connsiteX16" fmla="*/ 15073 w 18800"/>
                <a:gd name="connsiteY16" fmla="*/ 28184 h 29369"/>
                <a:gd name="connsiteX17" fmla="*/ 15165 w 18800"/>
                <a:gd name="connsiteY17" fmla="*/ 28579 h 29369"/>
                <a:gd name="connsiteX18" fmla="*/ 15351 w 18800"/>
                <a:gd name="connsiteY18" fmla="*/ 28974 h 29369"/>
                <a:gd name="connsiteX19" fmla="*/ 15722 w 18800"/>
                <a:gd name="connsiteY19" fmla="*/ 29194 h 29369"/>
                <a:gd name="connsiteX20" fmla="*/ 16000 w 18800"/>
                <a:gd name="connsiteY20" fmla="*/ 29369 h 29369"/>
                <a:gd name="connsiteX21" fmla="*/ 16232 w 18800"/>
                <a:gd name="connsiteY21" fmla="*/ 29369 h 29369"/>
                <a:gd name="connsiteX22" fmla="*/ 17391 w 18800"/>
                <a:gd name="connsiteY22" fmla="*/ 28491 h 2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00" h="29369">
                  <a:moveTo>
                    <a:pt x="17345" y="28491"/>
                  </a:moveTo>
                  <a:lnTo>
                    <a:pt x="17623" y="27174"/>
                  </a:lnTo>
                  <a:lnTo>
                    <a:pt x="18783" y="21906"/>
                  </a:lnTo>
                  <a:cubicBezTo>
                    <a:pt x="18876" y="21423"/>
                    <a:pt x="18597" y="20896"/>
                    <a:pt x="18133" y="20677"/>
                  </a:cubicBezTo>
                  <a:lnTo>
                    <a:pt x="8301" y="16419"/>
                  </a:lnTo>
                  <a:lnTo>
                    <a:pt x="2319" y="7902"/>
                  </a:lnTo>
                  <a:lnTo>
                    <a:pt x="2319" y="1098"/>
                  </a:lnTo>
                  <a:cubicBezTo>
                    <a:pt x="2319" y="483"/>
                    <a:pt x="1809" y="0"/>
                    <a:pt x="1159" y="0"/>
                  </a:cubicBezTo>
                  <a:cubicBezTo>
                    <a:pt x="510" y="0"/>
                    <a:pt x="0" y="483"/>
                    <a:pt x="0" y="1098"/>
                  </a:cubicBezTo>
                  <a:lnTo>
                    <a:pt x="0" y="8209"/>
                  </a:lnTo>
                  <a:cubicBezTo>
                    <a:pt x="0" y="8209"/>
                    <a:pt x="46" y="8648"/>
                    <a:pt x="185" y="8824"/>
                  </a:cubicBezTo>
                  <a:lnTo>
                    <a:pt x="6539" y="17867"/>
                  </a:lnTo>
                  <a:cubicBezTo>
                    <a:pt x="6539" y="17867"/>
                    <a:pt x="6817" y="18175"/>
                    <a:pt x="7003" y="18262"/>
                  </a:cubicBezTo>
                  <a:lnTo>
                    <a:pt x="16325" y="22301"/>
                  </a:lnTo>
                  <a:lnTo>
                    <a:pt x="15258" y="27174"/>
                  </a:lnTo>
                  <a:lnTo>
                    <a:pt x="15073" y="28052"/>
                  </a:lnTo>
                  <a:cubicBezTo>
                    <a:pt x="15073" y="28052"/>
                    <a:pt x="15073" y="28140"/>
                    <a:pt x="15073" y="28184"/>
                  </a:cubicBezTo>
                  <a:cubicBezTo>
                    <a:pt x="15073" y="28316"/>
                    <a:pt x="15073" y="28447"/>
                    <a:pt x="15165" y="28579"/>
                  </a:cubicBezTo>
                  <a:cubicBezTo>
                    <a:pt x="15165" y="28711"/>
                    <a:pt x="15212" y="28842"/>
                    <a:pt x="15351" y="28974"/>
                  </a:cubicBezTo>
                  <a:cubicBezTo>
                    <a:pt x="15444" y="29062"/>
                    <a:pt x="15583" y="29150"/>
                    <a:pt x="15722" y="29194"/>
                  </a:cubicBezTo>
                  <a:cubicBezTo>
                    <a:pt x="15815" y="29237"/>
                    <a:pt x="15861" y="29369"/>
                    <a:pt x="16000" y="29369"/>
                  </a:cubicBezTo>
                  <a:cubicBezTo>
                    <a:pt x="16093" y="29369"/>
                    <a:pt x="16139" y="29369"/>
                    <a:pt x="16232" y="29369"/>
                  </a:cubicBezTo>
                  <a:cubicBezTo>
                    <a:pt x="16789" y="29369"/>
                    <a:pt x="17252" y="29018"/>
                    <a:pt x="17391" y="2849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9" name="Freeform: Shape 2618">
              <a:extLst>
                <a:ext uri="{FF2B5EF4-FFF2-40B4-BE49-F238E27FC236}">
                  <a16:creationId xmlns:a16="http://schemas.microsoft.com/office/drawing/2014/main" id="{1A918637-A6A0-C9CD-11E2-08C2D96ADDFE}"/>
                </a:ext>
              </a:extLst>
            </p:cNvPr>
            <p:cNvSpPr>
              <a:spLocks/>
            </p:cNvSpPr>
            <p:nvPr/>
          </p:nvSpPr>
          <p:spPr>
            <a:xfrm>
              <a:off x="7499989" y="3214734"/>
              <a:ext cx="19145" cy="13235"/>
            </a:xfrm>
            <a:custGeom>
              <a:avLst/>
              <a:gdLst>
                <a:gd name="connsiteX0" fmla="*/ 1113 w 12826"/>
                <a:gd name="connsiteY0" fmla="*/ 878 h 8867"/>
                <a:gd name="connsiteX1" fmla="*/ 1159 w 12826"/>
                <a:gd name="connsiteY1" fmla="*/ 1010 h 8867"/>
                <a:gd name="connsiteX2" fmla="*/ 1020 w 12826"/>
                <a:gd name="connsiteY2" fmla="*/ 1273 h 8867"/>
                <a:gd name="connsiteX3" fmla="*/ 835 w 12826"/>
                <a:gd name="connsiteY3" fmla="*/ 1668 h 8867"/>
                <a:gd name="connsiteX4" fmla="*/ 510 w 12826"/>
                <a:gd name="connsiteY4" fmla="*/ 1844 h 8867"/>
                <a:gd name="connsiteX5" fmla="*/ 232 w 12826"/>
                <a:gd name="connsiteY5" fmla="*/ 2019 h 8867"/>
                <a:gd name="connsiteX6" fmla="*/ 0 w 12826"/>
                <a:gd name="connsiteY6" fmla="*/ 2019 h 8867"/>
                <a:gd name="connsiteX7" fmla="*/ 0 w 12826"/>
                <a:gd name="connsiteY7" fmla="*/ 2019 h 8867"/>
                <a:gd name="connsiteX8" fmla="*/ 0 w 12826"/>
                <a:gd name="connsiteY8" fmla="*/ 2019 h 8867"/>
                <a:gd name="connsiteX9" fmla="*/ 2922 w 12826"/>
                <a:gd name="connsiteY9" fmla="*/ 2151 h 8867"/>
                <a:gd name="connsiteX10" fmla="*/ 2922 w 12826"/>
                <a:gd name="connsiteY10" fmla="*/ 5312 h 8867"/>
                <a:gd name="connsiteX11" fmla="*/ 3432 w 12826"/>
                <a:gd name="connsiteY11" fmla="*/ 6234 h 8867"/>
                <a:gd name="connsiteX12" fmla="*/ 4498 w 12826"/>
                <a:gd name="connsiteY12" fmla="*/ 6366 h 8867"/>
                <a:gd name="connsiteX13" fmla="*/ 9647 w 12826"/>
                <a:gd name="connsiteY13" fmla="*/ 4522 h 8867"/>
                <a:gd name="connsiteX14" fmla="*/ 10388 w 12826"/>
                <a:gd name="connsiteY14" fmla="*/ 7463 h 8867"/>
                <a:gd name="connsiteX15" fmla="*/ 10528 w 12826"/>
                <a:gd name="connsiteY15" fmla="*/ 7990 h 8867"/>
                <a:gd name="connsiteX16" fmla="*/ 10760 w 12826"/>
                <a:gd name="connsiteY16" fmla="*/ 8341 h 8867"/>
                <a:gd name="connsiteX17" fmla="*/ 10899 w 12826"/>
                <a:gd name="connsiteY17" fmla="*/ 8561 h 8867"/>
                <a:gd name="connsiteX18" fmla="*/ 11641 w 12826"/>
                <a:gd name="connsiteY18" fmla="*/ 8868 h 8867"/>
                <a:gd name="connsiteX19" fmla="*/ 11919 w 12826"/>
                <a:gd name="connsiteY19" fmla="*/ 8868 h 8867"/>
                <a:gd name="connsiteX20" fmla="*/ 12800 w 12826"/>
                <a:gd name="connsiteY20" fmla="*/ 7551 h 8867"/>
                <a:gd name="connsiteX21" fmla="*/ 12568 w 12826"/>
                <a:gd name="connsiteY21" fmla="*/ 6717 h 8867"/>
                <a:gd name="connsiteX22" fmla="*/ 11641 w 12826"/>
                <a:gd name="connsiteY22" fmla="*/ 2897 h 8867"/>
                <a:gd name="connsiteX23" fmla="*/ 11038 w 12826"/>
                <a:gd name="connsiteY23" fmla="*/ 2195 h 8867"/>
                <a:gd name="connsiteX24" fmla="*/ 10064 w 12826"/>
                <a:gd name="connsiteY24" fmla="*/ 2151 h 8867"/>
                <a:gd name="connsiteX25" fmla="*/ 5241 w 12826"/>
                <a:gd name="connsiteY25" fmla="*/ 3863 h 8867"/>
                <a:gd name="connsiteX26" fmla="*/ 5241 w 12826"/>
                <a:gd name="connsiteY26" fmla="*/ 1229 h 8867"/>
                <a:gd name="connsiteX27" fmla="*/ 4128 w 12826"/>
                <a:gd name="connsiteY27" fmla="*/ 132 h 8867"/>
                <a:gd name="connsiteX28" fmla="*/ 974 w 12826"/>
                <a:gd name="connsiteY28" fmla="*/ 0 h 8867"/>
                <a:gd name="connsiteX29" fmla="*/ 1159 w 12826"/>
                <a:gd name="connsiteY29" fmla="*/ 834 h 8867"/>
                <a:gd name="connsiteX30" fmla="*/ 1159 w 12826"/>
                <a:gd name="connsiteY30" fmla="*/ 966 h 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826" h="8867">
                  <a:moveTo>
                    <a:pt x="1113" y="878"/>
                  </a:moveTo>
                  <a:cubicBezTo>
                    <a:pt x="1113" y="878"/>
                    <a:pt x="1159" y="966"/>
                    <a:pt x="1159" y="1010"/>
                  </a:cubicBezTo>
                  <a:cubicBezTo>
                    <a:pt x="1159" y="1098"/>
                    <a:pt x="1067" y="1185"/>
                    <a:pt x="1020" y="1273"/>
                  </a:cubicBezTo>
                  <a:cubicBezTo>
                    <a:pt x="974" y="1405"/>
                    <a:pt x="928" y="1537"/>
                    <a:pt x="835" y="1668"/>
                  </a:cubicBezTo>
                  <a:cubicBezTo>
                    <a:pt x="742" y="1756"/>
                    <a:pt x="649" y="1800"/>
                    <a:pt x="510" y="1844"/>
                  </a:cubicBezTo>
                  <a:cubicBezTo>
                    <a:pt x="418" y="1888"/>
                    <a:pt x="325" y="2019"/>
                    <a:pt x="232" y="2019"/>
                  </a:cubicBezTo>
                  <a:cubicBezTo>
                    <a:pt x="139" y="2019"/>
                    <a:pt x="93" y="2019"/>
                    <a:pt x="0" y="2019"/>
                  </a:cubicBezTo>
                  <a:cubicBezTo>
                    <a:pt x="0" y="2019"/>
                    <a:pt x="0" y="2019"/>
                    <a:pt x="0" y="2019"/>
                  </a:cubicBezTo>
                  <a:cubicBezTo>
                    <a:pt x="0" y="2019"/>
                    <a:pt x="0" y="2019"/>
                    <a:pt x="0" y="2019"/>
                  </a:cubicBezTo>
                  <a:lnTo>
                    <a:pt x="2922" y="2151"/>
                  </a:lnTo>
                  <a:lnTo>
                    <a:pt x="2922" y="5312"/>
                  </a:lnTo>
                  <a:cubicBezTo>
                    <a:pt x="2922" y="5663"/>
                    <a:pt x="3107" y="6014"/>
                    <a:pt x="3432" y="6234"/>
                  </a:cubicBezTo>
                  <a:cubicBezTo>
                    <a:pt x="3757" y="6453"/>
                    <a:pt x="4174" y="6497"/>
                    <a:pt x="4498" y="6366"/>
                  </a:cubicBezTo>
                  <a:lnTo>
                    <a:pt x="9647" y="4522"/>
                  </a:lnTo>
                  <a:lnTo>
                    <a:pt x="10388" y="7463"/>
                  </a:lnTo>
                  <a:lnTo>
                    <a:pt x="10528" y="7990"/>
                  </a:lnTo>
                  <a:cubicBezTo>
                    <a:pt x="10528" y="7990"/>
                    <a:pt x="10667" y="8209"/>
                    <a:pt x="10760" y="8341"/>
                  </a:cubicBezTo>
                  <a:cubicBezTo>
                    <a:pt x="10806" y="8429"/>
                    <a:pt x="10852" y="8517"/>
                    <a:pt x="10899" y="8561"/>
                  </a:cubicBezTo>
                  <a:cubicBezTo>
                    <a:pt x="11131" y="8736"/>
                    <a:pt x="11362" y="8868"/>
                    <a:pt x="11641" y="8868"/>
                  </a:cubicBezTo>
                  <a:cubicBezTo>
                    <a:pt x="11734" y="8868"/>
                    <a:pt x="11826" y="8868"/>
                    <a:pt x="11919" y="8868"/>
                  </a:cubicBezTo>
                  <a:cubicBezTo>
                    <a:pt x="12522" y="8736"/>
                    <a:pt x="12939" y="8122"/>
                    <a:pt x="12800" y="7551"/>
                  </a:cubicBezTo>
                  <a:lnTo>
                    <a:pt x="12568" y="6717"/>
                  </a:lnTo>
                  <a:lnTo>
                    <a:pt x="11641" y="2897"/>
                  </a:lnTo>
                  <a:cubicBezTo>
                    <a:pt x="11548" y="2590"/>
                    <a:pt x="11362" y="2327"/>
                    <a:pt x="11038" y="2195"/>
                  </a:cubicBezTo>
                  <a:cubicBezTo>
                    <a:pt x="10760" y="2063"/>
                    <a:pt x="10388" y="2019"/>
                    <a:pt x="10064" y="2151"/>
                  </a:cubicBezTo>
                  <a:lnTo>
                    <a:pt x="5241" y="3863"/>
                  </a:lnTo>
                  <a:lnTo>
                    <a:pt x="5241" y="1229"/>
                  </a:lnTo>
                  <a:cubicBezTo>
                    <a:pt x="5241" y="658"/>
                    <a:pt x="4731" y="176"/>
                    <a:pt x="4128" y="132"/>
                  </a:cubicBezTo>
                  <a:lnTo>
                    <a:pt x="974" y="0"/>
                  </a:lnTo>
                  <a:lnTo>
                    <a:pt x="1159" y="834"/>
                  </a:lnTo>
                  <a:cubicBezTo>
                    <a:pt x="1159" y="834"/>
                    <a:pt x="1159" y="922"/>
                    <a:pt x="1159" y="96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0" name="Freeform: Shape 2619">
              <a:extLst>
                <a:ext uri="{FF2B5EF4-FFF2-40B4-BE49-F238E27FC236}">
                  <a16:creationId xmlns:a16="http://schemas.microsoft.com/office/drawing/2014/main" id="{347C440A-F3DA-7586-149B-22FCFE5F38A7}"/>
                </a:ext>
              </a:extLst>
            </p:cNvPr>
            <p:cNvSpPr>
              <a:spLocks/>
            </p:cNvSpPr>
            <p:nvPr/>
          </p:nvSpPr>
          <p:spPr>
            <a:xfrm>
              <a:off x="7444606" y="3182824"/>
              <a:ext cx="38492" cy="15530"/>
            </a:xfrm>
            <a:custGeom>
              <a:avLst/>
              <a:gdLst>
                <a:gd name="connsiteX0" fmla="*/ 931 w 25788"/>
                <a:gd name="connsiteY0" fmla="*/ 88 h 10404"/>
                <a:gd name="connsiteX1" fmla="*/ 3 w 25788"/>
                <a:gd name="connsiteY1" fmla="*/ 966 h 10404"/>
                <a:gd name="connsiteX2" fmla="*/ 1023 w 25788"/>
                <a:gd name="connsiteY2" fmla="*/ 2151 h 10404"/>
                <a:gd name="connsiteX3" fmla="*/ 1394 w 25788"/>
                <a:gd name="connsiteY3" fmla="*/ 2151 h 10404"/>
                <a:gd name="connsiteX4" fmla="*/ 12896 w 25788"/>
                <a:gd name="connsiteY4" fmla="*/ 3249 h 10404"/>
                <a:gd name="connsiteX5" fmla="*/ 24027 w 25788"/>
                <a:gd name="connsiteY5" fmla="*/ 10404 h 10404"/>
                <a:gd name="connsiteX6" fmla="*/ 24027 w 25788"/>
                <a:gd name="connsiteY6" fmla="*/ 9834 h 10404"/>
                <a:gd name="connsiteX7" fmla="*/ 24119 w 25788"/>
                <a:gd name="connsiteY7" fmla="*/ 9570 h 10404"/>
                <a:gd name="connsiteX8" fmla="*/ 24119 w 25788"/>
                <a:gd name="connsiteY8" fmla="*/ 9307 h 10404"/>
                <a:gd name="connsiteX9" fmla="*/ 24258 w 25788"/>
                <a:gd name="connsiteY9" fmla="*/ 9219 h 10404"/>
                <a:gd name="connsiteX10" fmla="*/ 24583 w 25788"/>
                <a:gd name="connsiteY10" fmla="*/ 8956 h 10404"/>
                <a:gd name="connsiteX11" fmla="*/ 24954 w 25788"/>
                <a:gd name="connsiteY11" fmla="*/ 8824 h 10404"/>
                <a:gd name="connsiteX12" fmla="*/ 25140 w 25788"/>
                <a:gd name="connsiteY12" fmla="*/ 8780 h 10404"/>
                <a:gd name="connsiteX13" fmla="*/ 25418 w 25788"/>
                <a:gd name="connsiteY13" fmla="*/ 8868 h 10404"/>
                <a:gd name="connsiteX14" fmla="*/ 25696 w 25788"/>
                <a:gd name="connsiteY14" fmla="*/ 8868 h 10404"/>
                <a:gd name="connsiteX15" fmla="*/ 25789 w 25788"/>
                <a:gd name="connsiteY15" fmla="*/ 8868 h 10404"/>
                <a:gd name="connsiteX16" fmla="*/ 13916 w 25788"/>
                <a:gd name="connsiteY16" fmla="*/ 1317 h 10404"/>
                <a:gd name="connsiteX17" fmla="*/ 13360 w 25788"/>
                <a:gd name="connsiteY17" fmla="*/ 1141 h 10404"/>
                <a:gd name="connsiteX18" fmla="*/ 2229 w 25788"/>
                <a:gd name="connsiteY18" fmla="*/ 88 h 10404"/>
                <a:gd name="connsiteX19" fmla="*/ 1163 w 25788"/>
                <a:gd name="connsiteY19" fmla="*/ 0 h 10404"/>
                <a:gd name="connsiteX20" fmla="*/ 792 w 25788"/>
                <a:gd name="connsiteY20" fmla="*/ 88 h 1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788" h="10404">
                  <a:moveTo>
                    <a:pt x="931" y="88"/>
                  </a:moveTo>
                  <a:cubicBezTo>
                    <a:pt x="467" y="176"/>
                    <a:pt x="50" y="483"/>
                    <a:pt x="3" y="966"/>
                  </a:cubicBezTo>
                  <a:cubicBezTo>
                    <a:pt x="-43" y="1580"/>
                    <a:pt x="421" y="2107"/>
                    <a:pt x="1023" y="2151"/>
                  </a:cubicBezTo>
                  <a:lnTo>
                    <a:pt x="1394" y="2151"/>
                  </a:lnTo>
                  <a:cubicBezTo>
                    <a:pt x="1394" y="2151"/>
                    <a:pt x="12896" y="3249"/>
                    <a:pt x="12896" y="3249"/>
                  </a:cubicBezTo>
                  <a:lnTo>
                    <a:pt x="24027" y="10404"/>
                  </a:lnTo>
                  <a:lnTo>
                    <a:pt x="24027" y="9834"/>
                  </a:lnTo>
                  <a:cubicBezTo>
                    <a:pt x="24027" y="9834"/>
                    <a:pt x="24119" y="9658"/>
                    <a:pt x="24119" y="9570"/>
                  </a:cubicBezTo>
                  <a:cubicBezTo>
                    <a:pt x="24119" y="9482"/>
                    <a:pt x="24119" y="9395"/>
                    <a:pt x="24119" y="9307"/>
                  </a:cubicBezTo>
                  <a:cubicBezTo>
                    <a:pt x="24119" y="9263"/>
                    <a:pt x="24212" y="9263"/>
                    <a:pt x="24258" y="9219"/>
                  </a:cubicBezTo>
                  <a:cubicBezTo>
                    <a:pt x="24351" y="9087"/>
                    <a:pt x="24444" y="9043"/>
                    <a:pt x="24583" y="8956"/>
                  </a:cubicBezTo>
                  <a:cubicBezTo>
                    <a:pt x="24722" y="8868"/>
                    <a:pt x="24815" y="8824"/>
                    <a:pt x="24954" y="8824"/>
                  </a:cubicBezTo>
                  <a:cubicBezTo>
                    <a:pt x="25001" y="8824"/>
                    <a:pt x="25047" y="8780"/>
                    <a:pt x="25140" y="8780"/>
                  </a:cubicBezTo>
                  <a:cubicBezTo>
                    <a:pt x="25232" y="8780"/>
                    <a:pt x="25325" y="8868"/>
                    <a:pt x="25418" y="8868"/>
                  </a:cubicBezTo>
                  <a:cubicBezTo>
                    <a:pt x="25511" y="8868"/>
                    <a:pt x="25604" y="8868"/>
                    <a:pt x="25696" y="8868"/>
                  </a:cubicBezTo>
                  <a:lnTo>
                    <a:pt x="25789" y="8868"/>
                  </a:lnTo>
                  <a:cubicBezTo>
                    <a:pt x="25789" y="8868"/>
                    <a:pt x="13916" y="1317"/>
                    <a:pt x="13916" y="1317"/>
                  </a:cubicBezTo>
                  <a:cubicBezTo>
                    <a:pt x="13731" y="1229"/>
                    <a:pt x="13592" y="1141"/>
                    <a:pt x="13360" y="1141"/>
                  </a:cubicBezTo>
                  <a:lnTo>
                    <a:pt x="2229" y="88"/>
                  </a:lnTo>
                  <a:lnTo>
                    <a:pt x="1163" y="0"/>
                  </a:lnTo>
                  <a:cubicBezTo>
                    <a:pt x="1163" y="0"/>
                    <a:pt x="931" y="88"/>
                    <a:pt x="792" y="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1" name="Freeform: Shape 2620">
              <a:extLst>
                <a:ext uri="{FF2B5EF4-FFF2-40B4-BE49-F238E27FC236}">
                  <a16:creationId xmlns:a16="http://schemas.microsoft.com/office/drawing/2014/main" id="{7AFFE777-D2E4-93D0-8875-91EDBAD7F2D7}"/>
                </a:ext>
              </a:extLst>
            </p:cNvPr>
            <p:cNvSpPr>
              <a:spLocks/>
            </p:cNvSpPr>
            <p:nvPr/>
          </p:nvSpPr>
          <p:spPr>
            <a:xfrm>
              <a:off x="7480469" y="3197108"/>
              <a:ext cx="19451" cy="22998"/>
            </a:xfrm>
            <a:custGeom>
              <a:avLst/>
              <a:gdLst>
                <a:gd name="connsiteX0" fmla="*/ 788 w 13031"/>
                <a:gd name="connsiteY0" fmla="*/ 13390 h 15408"/>
                <a:gd name="connsiteX1" fmla="*/ 5983 w 13031"/>
                <a:gd name="connsiteY1" fmla="*/ 15321 h 15408"/>
                <a:gd name="connsiteX2" fmla="*/ 6400 w 13031"/>
                <a:gd name="connsiteY2" fmla="*/ 15409 h 15408"/>
                <a:gd name="connsiteX3" fmla="*/ 6864 w 13031"/>
                <a:gd name="connsiteY3" fmla="*/ 15321 h 15408"/>
                <a:gd name="connsiteX4" fmla="*/ 10667 w 13031"/>
                <a:gd name="connsiteY4" fmla="*/ 13785 h 15408"/>
                <a:gd name="connsiteX5" fmla="*/ 13032 w 13031"/>
                <a:gd name="connsiteY5" fmla="*/ 13872 h 15408"/>
                <a:gd name="connsiteX6" fmla="*/ 13032 w 13031"/>
                <a:gd name="connsiteY6" fmla="*/ 13872 h 15408"/>
                <a:gd name="connsiteX7" fmla="*/ 11919 w 13031"/>
                <a:gd name="connsiteY7" fmla="*/ 12995 h 15408"/>
                <a:gd name="connsiteX8" fmla="*/ 11641 w 13031"/>
                <a:gd name="connsiteY8" fmla="*/ 11633 h 15408"/>
                <a:gd name="connsiteX9" fmla="*/ 10481 w 13031"/>
                <a:gd name="connsiteY9" fmla="*/ 11633 h 15408"/>
                <a:gd name="connsiteX10" fmla="*/ 9971 w 13031"/>
                <a:gd name="connsiteY10" fmla="*/ 11633 h 15408"/>
                <a:gd name="connsiteX11" fmla="*/ 6354 w 13031"/>
                <a:gd name="connsiteY11" fmla="*/ 13082 h 15408"/>
                <a:gd name="connsiteX12" fmla="*/ 2319 w 13031"/>
                <a:gd name="connsiteY12" fmla="*/ 11590 h 15408"/>
                <a:gd name="connsiteX13" fmla="*/ 2319 w 13031"/>
                <a:gd name="connsiteY13" fmla="*/ 2063 h 15408"/>
                <a:gd name="connsiteX14" fmla="*/ 603 w 13031"/>
                <a:gd name="connsiteY14" fmla="*/ 1229 h 15408"/>
                <a:gd name="connsiteX15" fmla="*/ 93 w 13031"/>
                <a:gd name="connsiteY15" fmla="*/ 0 h 15408"/>
                <a:gd name="connsiteX16" fmla="*/ 0 w 13031"/>
                <a:gd name="connsiteY16" fmla="*/ 263 h 15408"/>
                <a:gd name="connsiteX17" fmla="*/ 0 w 13031"/>
                <a:gd name="connsiteY17" fmla="*/ 12336 h 15408"/>
                <a:gd name="connsiteX18" fmla="*/ 742 w 13031"/>
                <a:gd name="connsiteY18" fmla="*/ 13346 h 1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031" h="15408">
                  <a:moveTo>
                    <a:pt x="788" y="13390"/>
                  </a:moveTo>
                  <a:lnTo>
                    <a:pt x="5983" y="15321"/>
                  </a:lnTo>
                  <a:cubicBezTo>
                    <a:pt x="5983" y="15321"/>
                    <a:pt x="6261" y="15409"/>
                    <a:pt x="6400" y="15409"/>
                  </a:cubicBezTo>
                  <a:cubicBezTo>
                    <a:pt x="6539" y="15409"/>
                    <a:pt x="6725" y="15409"/>
                    <a:pt x="6864" y="15321"/>
                  </a:cubicBezTo>
                  <a:lnTo>
                    <a:pt x="10667" y="13785"/>
                  </a:lnTo>
                  <a:lnTo>
                    <a:pt x="13032" y="13872"/>
                  </a:lnTo>
                  <a:cubicBezTo>
                    <a:pt x="13032" y="13872"/>
                    <a:pt x="13032" y="13872"/>
                    <a:pt x="13032" y="13872"/>
                  </a:cubicBezTo>
                  <a:cubicBezTo>
                    <a:pt x="12475" y="13872"/>
                    <a:pt x="12012" y="13521"/>
                    <a:pt x="11919" y="12995"/>
                  </a:cubicBezTo>
                  <a:lnTo>
                    <a:pt x="11641" y="11633"/>
                  </a:lnTo>
                  <a:lnTo>
                    <a:pt x="10481" y="11633"/>
                  </a:lnTo>
                  <a:cubicBezTo>
                    <a:pt x="10481" y="11633"/>
                    <a:pt x="10157" y="11633"/>
                    <a:pt x="9971" y="11633"/>
                  </a:cubicBezTo>
                  <a:lnTo>
                    <a:pt x="6354" y="13082"/>
                  </a:lnTo>
                  <a:lnTo>
                    <a:pt x="2319" y="11590"/>
                  </a:lnTo>
                  <a:lnTo>
                    <a:pt x="2319" y="2063"/>
                  </a:lnTo>
                  <a:lnTo>
                    <a:pt x="603" y="1229"/>
                  </a:lnTo>
                  <a:cubicBezTo>
                    <a:pt x="139" y="1010"/>
                    <a:pt x="-46" y="483"/>
                    <a:pt x="93" y="0"/>
                  </a:cubicBezTo>
                  <a:cubicBezTo>
                    <a:pt x="93" y="88"/>
                    <a:pt x="0" y="132"/>
                    <a:pt x="0" y="263"/>
                  </a:cubicBezTo>
                  <a:lnTo>
                    <a:pt x="0" y="12336"/>
                  </a:lnTo>
                  <a:cubicBezTo>
                    <a:pt x="0" y="12775"/>
                    <a:pt x="278" y="13214"/>
                    <a:pt x="742" y="1334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2" name="Freeform: Shape 2621">
              <a:extLst>
                <a:ext uri="{FF2B5EF4-FFF2-40B4-BE49-F238E27FC236}">
                  <a16:creationId xmlns:a16="http://schemas.microsoft.com/office/drawing/2014/main" id="{F779F97B-1BC1-C566-A52F-5D9ADAA23A84}"/>
                </a:ext>
              </a:extLst>
            </p:cNvPr>
            <p:cNvSpPr>
              <a:spLocks/>
            </p:cNvSpPr>
            <p:nvPr/>
          </p:nvSpPr>
          <p:spPr>
            <a:xfrm>
              <a:off x="7500752" y="3217224"/>
              <a:ext cx="484" cy="262"/>
            </a:xfrm>
            <a:custGeom>
              <a:avLst/>
              <a:gdLst>
                <a:gd name="connsiteX0" fmla="*/ 325 w 324"/>
                <a:gd name="connsiteY0" fmla="*/ 0 h 175"/>
                <a:gd name="connsiteX1" fmla="*/ 0 w 324"/>
                <a:gd name="connsiteY1" fmla="*/ 176 h 175"/>
                <a:gd name="connsiteX2" fmla="*/ 325 w 324"/>
                <a:gd name="connsiteY2" fmla="*/ 0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175">
                  <a:moveTo>
                    <a:pt x="325" y="0"/>
                  </a:moveTo>
                  <a:cubicBezTo>
                    <a:pt x="325" y="0"/>
                    <a:pt x="139" y="132"/>
                    <a:pt x="0" y="176"/>
                  </a:cubicBezTo>
                  <a:cubicBezTo>
                    <a:pt x="139" y="132"/>
                    <a:pt x="232" y="88"/>
                    <a:pt x="32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3" name="Freeform: Shape 2622">
              <a:extLst>
                <a:ext uri="{FF2B5EF4-FFF2-40B4-BE49-F238E27FC236}">
                  <a16:creationId xmlns:a16="http://schemas.microsoft.com/office/drawing/2014/main" id="{4057935B-FBD8-8A75-4FF7-F51F85B5A9F3}"/>
                </a:ext>
              </a:extLst>
            </p:cNvPr>
            <p:cNvSpPr>
              <a:spLocks/>
            </p:cNvSpPr>
            <p:nvPr/>
          </p:nvSpPr>
          <p:spPr>
            <a:xfrm>
              <a:off x="7501514" y="3216044"/>
              <a:ext cx="207" cy="590"/>
            </a:xfrm>
            <a:custGeom>
              <a:avLst/>
              <a:gdLst>
                <a:gd name="connsiteX0" fmla="*/ 93 w 139"/>
                <a:gd name="connsiteY0" fmla="*/ 0 h 395"/>
                <a:gd name="connsiteX1" fmla="*/ 0 w 139"/>
                <a:gd name="connsiteY1" fmla="*/ 395 h 395"/>
                <a:gd name="connsiteX2" fmla="*/ 139 w 139"/>
                <a:gd name="connsiteY2" fmla="*/ 132 h 395"/>
                <a:gd name="connsiteX3" fmla="*/ 93 w 139"/>
                <a:gd name="connsiteY3" fmla="*/ 0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" h="395">
                  <a:moveTo>
                    <a:pt x="93" y="0"/>
                  </a:moveTo>
                  <a:cubicBezTo>
                    <a:pt x="93" y="0"/>
                    <a:pt x="93" y="263"/>
                    <a:pt x="0" y="395"/>
                  </a:cubicBezTo>
                  <a:cubicBezTo>
                    <a:pt x="0" y="307"/>
                    <a:pt x="139" y="219"/>
                    <a:pt x="139" y="132"/>
                  </a:cubicBezTo>
                  <a:cubicBezTo>
                    <a:pt x="139" y="88"/>
                    <a:pt x="139" y="44"/>
                    <a:pt x="93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4" name="Freeform: Shape 2623">
              <a:extLst>
                <a:ext uri="{FF2B5EF4-FFF2-40B4-BE49-F238E27FC236}">
                  <a16:creationId xmlns:a16="http://schemas.microsoft.com/office/drawing/2014/main" id="{BDFABD89-D45C-2599-4FAA-2F9BB07C4371}"/>
                </a:ext>
              </a:extLst>
            </p:cNvPr>
            <p:cNvSpPr>
              <a:spLocks/>
            </p:cNvSpPr>
            <p:nvPr/>
          </p:nvSpPr>
          <p:spPr>
            <a:xfrm>
              <a:off x="7480954" y="3196255"/>
              <a:ext cx="484" cy="393"/>
            </a:xfrm>
            <a:custGeom>
              <a:avLst/>
              <a:gdLst>
                <a:gd name="connsiteX0" fmla="*/ 0 w 324"/>
                <a:gd name="connsiteY0" fmla="*/ 263 h 263"/>
                <a:gd name="connsiteX1" fmla="*/ 325 w 324"/>
                <a:gd name="connsiteY1" fmla="*/ 0 h 263"/>
                <a:gd name="connsiteX2" fmla="*/ 0 w 324"/>
                <a:gd name="connsiteY2" fmla="*/ 263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263">
                  <a:moveTo>
                    <a:pt x="0" y="263"/>
                  </a:moveTo>
                  <a:cubicBezTo>
                    <a:pt x="0" y="263"/>
                    <a:pt x="185" y="88"/>
                    <a:pt x="325" y="0"/>
                  </a:cubicBezTo>
                  <a:cubicBezTo>
                    <a:pt x="185" y="88"/>
                    <a:pt x="93" y="132"/>
                    <a:pt x="0" y="2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5" name="Freeform: Shape 2624">
              <a:extLst>
                <a:ext uri="{FF2B5EF4-FFF2-40B4-BE49-F238E27FC236}">
                  <a16:creationId xmlns:a16="http://schemas.microsoft.com/office/drawing/2014/main" id="{94803922-2E32-B4CB-41D0-363823F41C37}"/>
                </a:ext>
              </a:extLst>
            </p:cNvPr>
            <p:cNvSpPr>
              <a:spLocks/>
            </p:cNvSpPr>
            <p:nvPr/>
          </p:nvSpPr>
          <p:spPr>
            <a:xfrm>
              <a:off x="7481991" y="3195863"/>
              <a:ext cx="623" cy="130"/>
            </a:xfrm>
            <a:custGeom>
              <a:avLst/>
              <a:gdLst>
                <a:gd name="connsiteX0" fmla="*/ 185 w 417"/>
                <a:gd name="connsiteY0" fmla="*/ 44 h 87"/>
                <a:gd name="connsiteX1" fmla="*/ 0 w 417"/>
                <a:gd name="connsiteY1" fmla="*/ 88 h 87"/>
                <a:gd name="connsiteX2" fmla="*/ 417 w 417"/>
                <a:gd name="connsiteY2" fmla="*/ 88 h 87"/>
                <a:gd name="connsiteX3" fmla="*/ 139 w 417"/>
                <a:gd name="connsiteY3" fmla="*/ 0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7" h="87">
                  <a:moveTo>
                    <a:pt x="185" y="44"/>
                  </a:moveTo>
                  <a:cubicBezTo>
                    <a:pt x="185" y="44"/>
                    <a:pt x="93" y="88"/>
                    <a:pt x="0" y="88"/>
                  </a:cubicBezTo>
                  <a:cubicBezTo>
                    <a:pt x="139" y="88"/>
                    <a:pt x="278" y="88"/>
                    <a:pt x="417" y="88"/>
                  </a:cubicBezTo>
                  <a:cubicBezTo>
                    <a:pt x="324" y="88"/>
                    <a:pt x="278" y="0"/>
                    <a:pt x="139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6" name="Freeform: Shape 2625">
              <a:extLst>
                <a:ext uri="{FF2B5EF4-FFF2-40B4-BE49-F238E27FC236}">
                  <a16:creationId xmlns:a16="http://schemas.microsoft.com/office/drawing/2014/main" id="{9030BA32-7191-15E5-BC20-2476D2D97AFD}"/>
                </a:ext>
              </a:extLst>
            </p:cNvPr>
            <p:cNvSpPr>
              <a:spLocks/>
            </p:cNvSpPr>
            <p:nvPr/>
          </p:nvSpPr>
          <p:spPr>
            <a:xfrm>
              <a:off x="7480671" y="3196030"/>
              <a:ext cx="21050" cy="21718"/>
            </a:xfrm>
            <a:custGeom>
              <a:avLst/>
              <a:gdLst>
                <a:gd name="connsiteX0" fmla="*/ 1303 w 14103"/>
                <a:gd name="connsiteY0" fmla="*/ 19 h 14550"/>
                <a:gd name="connsiteX1" fmla="*/ 886 w 14103"/>
                <a:gd name="connsiteY1" fmla="*/ 19 h 14550"/>
                <a:gd name="connsiteX2" fmla="*/ 515 w 14103"/>
                <a:gd name="connsiteY2" fmla="*/ 151 h 14550"/>
                <a:gd name="connsiteX3" fmla="*/ 190 w 14103"/>
                <a:gd name="connsiteY3" fmla="*/ 415 h 14550"/>
                <a:gd name="connsiteX4" fmla="*/ 51 w 14103"/>
                <a:gd name="connsiteY4" fmla="*/ 502 h 14550"/>
                <a:gd name="connsiteX5" fmla="*/ 51 w 14103"/>
                <a:gd name="connsiteY5" fmla="*/ 766 h 14550"/>
                <a:gd name="connsiteX6" fmla="*/ 561 w 14103"/>
                <a:gd name="connsiteY6" fmla="*/ 1995 h 14550"/>
                <a:gd name="connsiteX7" fmla="*/ 2277 w 14103"/>
                <a:gd name="connsiteY7" fmla="*/ 2829 h 14550"/>
                <a:gd name="connsiteX8" fmla="*/ 10532 w 14103"/>
                <a:gd name="connsiteY8" fmla="*/ 6956 h 14550"/>
                <a:gd name="connsiteX9" fmla="*/ 11599 w 14103"/>
                <a:gd name="connsiteY9" fmla="*/ 12312 h 14550"/>
                <a:gd name="connsiteX10" fmla="*/ 11877 w 14103"/>
                <a:gd name="connsiteY10" fmla="*/ 13672 h 14550"/>
                <a:gd name="connsiteX11" fmla="*/ 12990 w 14103"/>
                <a:gd name="connsiteY11" fmla="*/ 14550 h 14550"/>
                <a:gd name="connsiteX12" fmla="*/ 12990 w 14103"/>
                <a:gd name="connsiteY12" fmla="*/ 14550 h 14550"/>
                <a:gd name="connsiteX13" fmla="*/ 13222 w 14103"/>
                <a:gd name="connsiteY13" fmla="*/ 14550 h 14550"/>
                <a:gd name="connsiteX14" fmla="*/ 13500 w 14103"/>
                <a:gd name="connsiteY14" fmla="*/ 14375 h 14550"/>
                <a:gd name="connsiteX15" fmla="*/ 13825 w 14103"/>
                <a:gd name="connsiteY15" fmla="*/ 14199 h 14550"/>
                <a:gd name="connsiteX16" fmla="*/ 14010 w 14103"/>
                <a:gd name="connsiteY16" fmla="*/ 13804 h 14550"/>
                <a:gd name="connsiteX17" fmla="*/ 14103 w 14103"/>
                <a:gd name="connsiteY17" fmla="*/ 13409 h 14550"/>
                <a:gd name="connsiteX18" fmla="*/ 14103 w 14103"/>
                <a:gd name="connsiteY18" fmla="*/ 13277 h 14550"/>
                <a:gd name="connsiteX19" fmla="*/ 13918 w 14103"/>
                <a:gd name="connsiteY19" fmla="*/ 12443 h 14550"/>
                <a:gd name="connsiteX20" fmla="*/ 12619 w 14103"/>
                <a:gd name="connsiteY20" fmla="*/ 6078 h 14550"/>
                <a:gd name="connsiteX21" fmla="*/ 12016 w 14103"/>
                <a:gd name="connsiteY21" fmla="*/ 5331 h 14550"/>
                <a:gd name="connsiteX22" fmla="*/ 1674 w 14103"/>
                <a:gd name="connsiteY22" fmla="*/ 151 h 14550"/>
                <a:gd name="connsiteX23" fmla="*/ 1581 w 14103"/>
                <a:gd name="connsiteY23" fmla="*/ 151 h 14550"/>
                <a:gd name="connsiteX24" fmla="*/ 1303 w 14103"/>
                <a:gd name="connsiteY24" fmla="*/ 63 h 14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03" h="14550">
                  <a:moveTo>
                    <a:pt x="1303" y="19"/>
                  </a:moveTo>
                  <a:cubicBezTo>
                    <a:pt x="1303" y="19"/>
                    <a:pt x="1025" y="-24"/>
                    <a:pt x="886" y="19"/>
                  </a:cubicBezTo>
                  <a:cubicBezTo>
                    <a:pt x="747" y="19"/>
                    <a:pt x="608" y="107"/>
                    <a:pt x="515" y="151"/>
                  </a:cubicBezTo>
                  <a:cubicBezTo>
                    <a:pt x="375" y="239"/>
                    <a:pt x="283" y="283"/>
                    <a:pt x="190" y="415"/>
                  </a:cubicBezTo>
                  <a:cubicBezTo>
                    <a:pt x="190" y="458"/>
                    <a:pt x="97" y="458"/>
                    <a:pt x="51" y="502"/>
                  </a:cubicBezTo>
                  <a:cubicBezTo>
                    <a:pt x="5" y="590"/>
                    <a:pt x="51" y="678"/>
                    <a:pt x="51" y="766"/>
                  </a:cubicBezTo>
                  <a:cubicBezTo>
                    <a:pt x="-88" y="1249"/>
                    <a:pt x="51" y="1732"/>
                    <a:pt x="561" y="1995"/>
                  </a:cubicBezTo>
                  <a:lnTo>
                    <a:pt x="2277" y="2829"/>
                  </a:lnTo>
                  <a:lnTo>
                    <a:pt x="10532" y="6956"/>
                  </a:lnTo>
                  <a:lnTo>
                    <a:pt x="11599" y="12312"/>
                  </a:lnTo>
                  <a:lnTo>
                    <a:pt x="11877" y="13672"/>
                  </a:lnTo>
                  <a:cubicBezTo>
                    <a:pt x="11970" y="14199"/>
                    <a:pt x="12434" y="14550"/>
                    <a:pt x="12990" y="14550"/>
                  </a:cubicBezTo>
                  <a:cubicBezTo>
                    <a:pt x="12990" y="14550"/>
                    <a:pt x="12990" y="14550"/>
                    <a:pt x="12990" y="14550"/>
                  </a:cubicBezTo>
                  <a:cubicBezTo>
                    <a:pt x="13083" y="14550"/>
                    <a:pt x="13129" y="14550"/>
                    <a:pt x="13222" y="14550"/>
                  </a:cubicBezTo>
                  <a:cubicBezTo>
                    <a:pt x="13361" y="14550"/>
                    <a:pt x="13407" y="14419"/>
                    <a:pt x="13500" y="14375"/>
                  </a:cubicBezTo>
                  <a:cubicBezTo>
                    <a:pt x="13593" y="14331"/>
                    <a:pt x="13732" y="14287"/>
                    <a:pt x="13825" y="14199"/>
                  </a:cubicBezTo>
                  <a:cubicBezTo>
                    <a:pt x="13918" y="14068"/>
                    <a:pt x="13964" y="13980"/>
                    <a:pt x="14010" y="13804"/>
                  </a:cubicBezTo>
                  <a:cubicBezTo>
                    <a:pt x="14010" y="13672"/>
                    <a:pt x="14103" y="13541"/>
                    <a:pt x="14103" y="13409"/>
                  </a:cubicBezTo>
                  <a:cubicBezTo>
                    <a:pt x="14103" y="13365"/>
                    <a:pt x="14103" y="13321"/>
                    <a:pt x="14103" y="13277"/>
                  </a:cubicBezTo>
                  <a:lnTo>
                    <a:pt x="13918" y="12443"/>
                  </a:lnTo>
                  <a:lnTo>
                    <a:pt x="12619" y="6078"/>
                  </a:lnTo>
                  <a:cubicBezTo>
                    <a:pt x="12573" y="5770"/>
                    <a:pt x="12341" y="5463"/>
                    <a:pt x="12016" y="5331"/>
                  </a:cubicBezTo>
                  <a:lnTo>
                    <a:pt x="1674" y="151"/>
                  </a:lnTo>
                  <a:lnTo>
                    <a:pt x="1581" y="151"/>
                  </a:lnTo>
                  <a:cubicBezTo>
                    <a:pt x="1581" y="151"/>
                    <a:pt x="1396" y="107"/>
                    <a:pt x="1303" y="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7" name="Freeform: Shape 2626">
              <a:extLst>
                <a:ext uri="{FF2B5EF4-FFF2-40B4-BE49-F238E27FC236}">
                  <a16:creationId xmlns:a16="http://schemas.microsoft.com/office/drawing/2014/main" id="{C64FAB2C-B41A-A5CD-A1F1-AB560E1D7D41}"/>
                </a:ext>
              </a:extLst>
            </p:cNvPr>
            <p:cNvSpPr>
              <a:spLocks/>
            </p:cNvSpPr>
            <p:nvPr/>
          </p:nvSpPr>
          <p:spPr>
            <a:xfrm>
              <a:off x="7766919" y="3462163"/>
              <a:ext cx="12944" cy="4193"/>
            </a:xfrm>
            <a:custGeom>
              <a:avLst/>
              <a:gdLst>
                <a:gd name="connsiteX0" fmla="*/ 8626 w 8672"/>
                <a:gd name="connsiteY0" fmla="*/ 1141 h 2809"/>
                <a:gd name="connsiteX1" fmla="*/ 8673 w 8672"/>
                <a:gd name="connsiteY1" fmla="*/ 1141 h 2809"/>
                <a:gd name="connsiteX2" fmla="*/ 8626 w 8672"/>
                <a:gd name="connsiteY2" fmla="*/ 1141 h 2809"/>
                <a:gd name="connsiteX3" fmla="*/ 1716 w 8672"/>
                <a:gd name="connsiteY3" fmla="*/ 0 h 2809"/>
                <a:gd name="connsiteX4" fmla="*/ 1067 w 8672"/>
                <a:gd name="connsiteY4" fmla="*/ 1317 h 2809"/>
                <a:gd name="connsiteX5" fmla="*/ 974 w 8672"/>
                <a:gd name="connsiteY5" fmla="*/ 1449 h 2809"/>
                <a:gd name="connsiteX6" fmla="*/ 835 w 8672"/>
                <a:gd name="connsiteY6" fmla="*/ 1624 h 2809"/>
                <a:gd name="connsiteX7" fmla="*/ 278 w 8672"/>
                <a:gd name="connsiteY7" fmla="*/ 1932 h 2809"/>
                <a:gd name="connsiteX8" fmla="*/ 185 w 8672"/>
                <a:gd name="connsiteY8" fmla="*/ 1975 h 2809"/>
                <a:gd name="connsiteX9" fmla="*/ 0 w 8672"/>
                <a:gd name="connsiteY9" fmla="*/ 1975 h 2809"/>
                <a:gd name="connsiteX10" fmla="*/ 4962 w 8672"/>
                <a:gd name="connsiteY10" fmla="*/ 2810 h 2809"/>
                <a:gd name="connsiteX11" fmla="*/ 7931 w 8672"/>
                <a:gd name="connsiteY11" fmla="*/ 1317 h 2809"/>
                <a:gd name="connsiteX12" fmla="*/ 8255 w 8672"/>
                <a:gd name="connsiteY12" fmla="*/ 1317 h 2809"/>
                <a:gd name="connsiteX13" fmla="*/ 8673 w 8672"/>
                <a:gd name="connsiteY13" fmla="*/ 1317 h 2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672" h="2809">
                  <a:moveTo>
                    <a:pt x="8626" y="1141"/>
                  </a:moveTo>
                  <a:cubicBezTo>
                    <a:pt x="8626" y="1141"/>
                    <a:pt x="8626" y="1141"/>
                    <a:pt x="8673" y="1141"/>
                  </a:cubicBezTo>
                  <a:cubicBezTo>
                    <a:pt x="8673" y="1141"/>
                    <a:pt x="8673" y="1141"/>
                    <a:pt x="8626" y="1141"/>
                  </a:cubicBezTo>
                  <a:lnTo>
                    <a:pt x="1716" y="0"/>
                  </a:lnTo>
                  <a:lnTo>
                    <a:pt x="1067" y="1317"/>
                  </a:lnTo>
                  <a:cubicBezTo>
                    <a:pt x="1067" y="1317"/>
                    <a:pt x="974" y="1405"/>
                    <a:pt x="974" y="1449"/>
                  </a:cubicBezTo>
                  <a:cubicBezTo>
                    <a:pt x="974" y="1537"/>
                    <a:pt x="881" y="1580"/>
                    <a:pt x="835" y="1624"/>
                  </a:cubicBezTo>
                  <a:cubicBezTo>
                    <a:pt x="696" y="1756"/>
                    <a:pt x="510" y="1888"/>
                    <a:pt x="278" y="1932"/>
                  </a:cubicBezTo>
                  <a:cubicBezTo>
                    <a:pt x="278" y="1932"/>
                    <a:pt x="232" y="1975"/>
                    <a:pt x="185" y="1975"/>
                  </a:cubicBezTo>
                  <a:lnTo>
                    <a:pt x="0" y="1975"/>
                  </a:lnTo>
                  <a:cubicBezTo>
                    <a:pt x="0" y="1975"/>
                    <a:pt x="4962" y="2810"/>
                    <a:pt x="4962" y="2810"/>
                  </a:cubicBezTo>
                  <a:lnTo>
                    <a:pt x="7931" y="1317"/>
                  </a:lnTo>
                  <a:cubicBezTo>
                    <a:pt x="7931" y="1317"/>
                    <a:pt x="8116" y="1317"/>
                    <a:pt x="8255" y="1317"/>
                  </a:cubicBezTo>
                  <a:cubicBezTo>
                    <a:pt x="8394" y="1317"/>
                    <a:pt x="8534" y="1229"/>
                    <a:pt x="8673" y="131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8" name="Freeform: Shape 2627">
              <a:extLst>
                <a:ext uri="{FF2B5EF4-FFF2-40B4-BE49-F238E27FC236}">
                  <a16:creationId xmlns:a16="http://schemas.microsoft.com/office/drawing/2014/main" id="{71E514EA-C04E-EB39-29DA-ACC4442BF19A}"/>
                </a:ext>
              </a:extLst>
            </p:cNvPr>
            <p:cNvSpPr>
              <a:spLocks/>
            </p:cNvSpPr>
            <p:nvPr/>
          </p:nvSpPr>
          <p:spPr>
            <a:xfrm>
              <a:off x="7763943" y="3428745"/>
              <a:ext cx="9926" cy="35449"/>
            </a:xfrm>
            <a:custGeom>
              <a:avLst/>
              <a:gdLst>
                <a:gd name="connsiteX0" fmla="*/ 0 w 6650"/>
                <a:gd name="connsiteY0" fmla="*/ 12687 h 23749"/>
                <a:gd name="connsiteX1" fmla="*/ 417 w 6650"/>
                <a:gd name="connsiteY1" fmla="*/ 13609 h 23749"/>
                <a:gd name="connsiteX2" fmla="*/ 4081 w 6650"/>
                <a:gd name="connsiteY2" fmla="*/ 16375 h 23749"/>
                <a:gd name="connsiteX3" fmla="*/ 1252 w 6650"/>
                <a:gd name="connsiteY3" fmla="*/ 22169 h 23749"/>
                <a:gd name="connsiteX4" fmla="*/ 1901 w 6650"/>
                <a:gd name="connsiteY4" fmla="*/ 22082 h 23749"/>
                <a:gd name="connsiteX5" fmla="*/ 3200 w 6650"/>
                <a:gd name="connsiteY5" fmla="*/ 23048 h 23749"/>
                <a:gd name="connsiteX6" fmla="*/ 2968 w 6650"/>
                <a:gd name="connsiteY6" fmla="*/ 23750 h 23749"/>
                <a:gd name="connsiteX7" fmla="*/ 3061 w 6650"/>
                <a:gd name="connsiteY7" fmla="*/ 23618 h 23749"/>
                <a:gd name="connsiteX8" fmla="*/ 3710 w 6650"/>
                <a:gd name="connsiteY8" fmla="*/ 22301 h 23749"/>
                <a:gd name="connsiteX9" fmla="*/ 6539 w 6650"/>
                <a:gd name="connsiteY9" fmla="*/ 16463 h 23749"/>
                <a:gd name="connsiteX10" fmla="*/ 6214 w 6650"/>
                <a:gd name="connsiteY10" fmla="*/ 15146 h 23749"/>
                <a:gd name="connsiteX11" fmla="*/ 2365 w 6650"/>
                <a:gd name="connsiteY11" fmla="*/ 12204 h 23749"/>
                <a:gd name="connsiteX12" fmla="*/ 2829 w 6650"/>
                <a:gd name="connsiteY12" fmla="*/ 6190 h 23749"/>
                <a:gd name="connsiteX13" fmla="*/ 5009 w 6650"/>
                <a:gd name="connsiteY13" fmla="*/ 0 h 23749"/>
                <a:gd name="connsiteX14" fmla="*/ 4591 w 6650"/>
                <a:gd name="connsiteY14" fmla="*/ 219 h 23749"/>
                <a:gd name="connsiteX15" fmla="*/ 4313 w 6650"/>
                <a:gd name="connsiteY15" fmla="*/ 219 h 23749"/>
                <a:gd name="connsiteX16" fmla="*/ 4035 w 6650"/>
                <a:gd name="connsiteY16" fmla="*/ 307 h 23749"/>
                <a:gd name="connsiteX17" fmla="*/ 2412 w 6650"/>
                <a:gd name="connsiteY17" fmla="*/ 307 h 23749"/>
                <a:gd name="connsiteX18" fmla="*/ 557 w 6650"/>
                <a:gd name="connsiteY18" fmla="*/ 5707 h 23749"/>
                <a:gd name="connsiteX19" fmla="*/ 0 w 6650"/>
                <a:gd name="connsiteY19" fmla="*/ 12555 h 2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650" h="23749">
                  <a:moveTo>
                    <a:pt x="0" y="12687"/>
                  </a:moveTo>
                  <a:cubicBezTo>
                    <a:pt x="0" y="13038"/>
                    <a:pt x="139" y="13389"/>
                    <a:pt x="417" y="13609"/>
                  </a:cubicBezTo>
                  <a:lnTo>
                    <a:pt x="4081" y="16375"/>
                  </a:lnTo>
                  <a:lnTo>
                    <a:pt x="1252" y="22169"/>
                  </a:lnTo>
                  <a:lnTo>
                    <a:pt x="1901" y="22082"/>
                  </a:lnTo>
                  <a:cubicBezTo>
                    <a:pt x="2504" y="21994"/>
                    <a:pt x="3107" y="22433"/>
                    <a:pt x="3200" y="23048"/>
                  </a:cubicBezTo>
                  <a:cubicBezTo>
                    <a:pt x="3200" y="23311"/>
                    <a:pt x="3107" y="23531"/>
                    <a:pt x="2968" y="23750"/>
                  </a:cubicBezTo>
                  <a:cubicBezTo>
                    <a:pt x="2968" y="23706"/>
                    <a:pt x="3061" y="23662"/>
                    <a:pt x="3061" y="23618"/>
                  </a:cubicBezTo>
                  <a:lnTo>
                    <a:pt x="3710" y="22301"/>
                  </a:lnTo>
                  <a:lnTo>
                    <a:pt x="6539" y="16463"/>
                  </a:lnTo>
                  <a:cubicBezTo>
                    <a:pt x="6771" y="16024"/>
                    <a:pt x="6632" y="15453"/>
                    <a:pt x="6214" y="15146"/>
                  </a:cubicBezTo>
                  <a:lnTo>
                    <a:pt x="2365" y="12204"/>
                  </a:lnTo>
                  <a:lnTo>
                    <a:pt x="2829" y="6190"/>
                  </a:lnTo>
                  <a:lnTo>
                    <a:pt x="5009" y="0"/>
                  </a:lnTo>
                  <a:lnTo>
                    <a:pt x="4591" y="219"/>
                  </a:lnTo>
                  <a:cubicBezTo>
                    <a:pt x="4591" y="219"/>
                    <a:pt x="4406" y="219"/>
                    <a:pt x="4313" y="219"/>
                  </a:cubicBezTo>
                  <a:cubicBezTo>
                    <a:pt x="4220" y="219"/>
                    <a:pt x="4128" y="307"/>
                    <a:pt x="4035" y="307"/>
                  </a:cubicBezTo>
                  <a:lnTo>
                    <a:pt x="2412" y="307"/>
                  </a:lnTo>
                  <a:lnTo>
                    <a:pt x="557" y="5707"/>
                  </a:lnTo>
                  <a:lnTo>
                    <a:pt x="0" y="12555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9" name="Freeform: Shape 2628">
              <a:extLst>
                <a:ext uri="{FF2B5EF4-FFF2-40B4-BE49-F238E27FC236}">
                  <a16:creationId xmlns:a16="http://schemas.microsoft.com/office/drawing/2014/main" id="{AE486490-A9C4-77CD-C9CA-6C259B0B4D57}"/>
                </a:ext>
              </a:extLst>
            </p:cNvPr>
            <p:cNvSpPr>
              <a:spLocks/>
            </p:cNvSpPr>
            <p:nvPr/>
          </p:nvSpPr>
          <p:spPr>
            <a:xfrm>
              <a:off x="7767265" y="3464456"/>
              <a:ext cx="830" cy="459"/>
            </a:xfrm>
            <a:custGeom>
              <a:avLst/>
              <a:gdLst>
                <a:gd name="connsiteX0" fmla="*/ 557 w 556"/>
                <a:gd name="connsiteY0" fmla="*/ 0 h 307"/>
                <a:gd name="connsiteX1" fmla="*/ 0 w 556"/>
                <a:gd name="connsiteY1" fmla="*/ 307 h 307"/>
                <a:gd name="connsiteX2" fmla="*/ 557 w 556"/>
                <a:gd name="connsiteY2" fmla="*/ 0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6" h="307">
                  <a:moveTo>
                    <a:pt x="557" y="0"/>
                  </a:moveTo>
                  <a:cubicBezTo>
                    <a:pt x="557" y="0"/>
                    <a:pt x="232" y="219"/>
                    <a:pt x="0" y="307"/>
                  </a:cubicBezTo>
                  <a:cubicBezTo>
                    <a:pt x="232" y="307"/>
                    <a:pt x="371" y="176"/>
                    <a:pt x="557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0" name="Freeform: Shape 2629">
              <a:extLst>
                <a:ext uri="{FF2B5EF4-FFF2-40B4-BE49-F238E27FC236}">
                  <a16:creationId xmlns:a16="http://schemas.microsoft.com/office/drawing/2014/main" id="{53B853AC-E798-AB70-B6B9-28D314AFD83C}"/>
                </a:ext>
              </a:extLst>
            </p:cNvPr>
            <p:cNvSpPr>
              <a:spLocks/>
            </p:cNvSpPr>
            <p:nvPr/>
          </p:nvSpPr>
          <p:spPr>
            <a:xfrm>
              <a:off x="7779795" y="3463867"/>
              <a:ext cx="553" cy="262"/>
            </a:xfrm>
            <a:custGeom>
              <a:avLst/>
              <a:gdLst>
                <a:gd name="connsiteX0" fmla="*/ 46 w 371"/>
                <a:gd name="connsiteY0" fmla="*/ 0 h 175"/>
                <a:gd name="connsiteX1" fmla="*/ 0 w 371"/>
                <a:gd name="connsiteY1" fmla="*/ 0 h 175"/>
                <a:gd name="connsiteX2" fmla="*/ 371 w 371"/>
                <a:gd name="connsiteY2" fmla="*/ 176 h 175"/>
                <a:gd name="connsiteX3" fmla="*/ 46 w 371"/>
                <a:gd name="connsiteY3" fmla="*/ 0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" h="175">
                  <a:moveTo>
                    <a:pt x="46" y="0"/>
                  </a:moveTo>
                  <a:cubicBezTo>
                    <a:pt x="46" y="0"/>
                    <a:pt x="46" y="0"/>
                    <a:pt x="0" y="0"/>
                  </a:cubicBezTo>
                  <a:cubicBezTo>
                    <a:pt x="139" y="0"/>
                    <a:pt x="232" y="88"/>
                    <a:pt x="371" y="176"/>
                  </a:cubicBezTo>
                  <a:cubicBezTo>
                    <a:pt x="278" y="132"/>
                    <a:pt x="186" y="44"/>
                    <a:pt x="4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1" name="Freeform: Shape 2630">
              <a:extLst>
                <a:ext uri="{FF2B5EF4-FFF2-40B4-BE49-F238E27FC236}">
                  <a16:creationId xmlns:a16="http://schemas.microsoft.com/office/drawing/2014/main" id="{9F5BE3AC-AD8D-99D6-C7DC-68C525C64D14}"/>
                </a:ext>
              </a:extLst>
            </p:cNvPr>
            <p:cNvSpPr>
              <a:spLocks/>
            </p:cNvSpPr>
            <p:nvPr/>
          </p:nvSpPr>
          <p:spPr>
            <a:xfrm>
              <a:off x="7765119" y="3463867"/>
              <a:ext cx="32213" cy="121485"/>
            </a:xfrm>
            <a:custGeom>
              <a:avLst/>
              <a:gdLst>
                <a:gd name="connsiteX0" fmla="*/ 17855 w 21581"/>
                <a:gd name="connsiteY0" fmla="*/ 60275 h 81390"/>
                <a:gd name="connsiteX1" fmla="*/ 12754 w 21581"/>
                <a:gd name="connsiteY1" fmla="*/ 52197 h 81390"/>
                <a:gd name="connsiteX2" fmla="*/ 10852 w 21581"/>
                <a:gd name="connsiteY2" fmla="*/ 43373 h 81390"/>
                <a:gd name="connsiteX3" fmla="*/ 13635 w 21581"/>
                <a:gd name="connsiteY3" fmla="*/ 35998 h 81390"/>
                <a:gd name="connsiteX4" fmla="*/ 13218 w 21581"/>
                <a:gd name="connsiteY4" fmla="*/ 34725 h 81390"/>
                <a:gd name="connsiteX5" fmla="*/ 3200 w 21581"/>
                <a:gd name="connsiteY5" fmla="*/ 28140 h 81390"/>
                <a:gd name="connsiteX6" fmla="*/ 9507 w 21581"/>
                <a:gd name="connsiteY6" fmla="*/ 23267 h 81390"/>
                <a:gd name="connsiteX7" fmla="*/ 20406 w 21581"/>
                <a:gd name="connsiteY7" fmla="*/ 23267 h 81390"/>
                <a:gd name="connsiteX8" fmla="*/ 21473 w 21581"/>
                <a:gd name="connsiteY8" fmla="*/ 22609 h 81390"/>
                <a:gd name="connsiteX9" fmla="*/ 21287 w 21581"/>
                <a:gd name="connsiteY9" fmla="*/ 21423 h 81390"/>
                <a:gd name="connsiteX10" fmla="*/ 14609 w 21581"/>
                <a:gd name="connsiteY10" fmla="*/ 14004 h 81390"/>
                <a:gd name="connsiteX11" fmla="*/ 13728 w 21581"/>
                <a:gd name="connsiteY11" fmla="*/ 13609 h 81390"/>
                <a:gd name="connsiteX12" fmla="*/ 10064 w 21581"/>
                <a:gd name="connsiteY12" fmla="*/ 13609 h 81390"/>
                <a:gd name="connsiteX13" fmla="*/ 3293 w 21581"/>
                <a:gd name="connsiteY13" fmla="*/ 8692 h 81390"/>
                <a:gd name="connsiteX14" fmla="*/ 3293 w 21581"/>
                <a:gd name="connsiteY14" fmla="*/ 5488 h 81390"/>
                <a:gd name="connsiteX15" fmla="*/ 9415 w 21581"/>
                <a:gd name="connsiteY15" fmla="*/ 2371 h 81390"/>
                <a:gd name="connsiteX16" fmla="*/ 8812 w 21581"/>
                <a:gd name="connsiteY16" fmla="*/ 1712 h 81390"/>
                <a:gd name="connsiteX17" fmla="*/ 8904 w 21581"/>
                <a:gd name="connsiteY17" fmla="*/ 176 h 81390"/>
                <a:gd name="connsiteX18" fmla="*/ 9415 w 21581"/>
                <a:gd name="connsiteY18" fmla="*/ 0 h 81390"/>
                <a:gd name="connsiteX19" fmla="*/ 9090 w 21581"/>
                <a:gd name="connsiteY19" fmla="*/ 0 h 81390"/>
                <a:gd name="connsiteX20" fmla="*/ 6122 w 21581"/>
                <a:gd name="connsiteY20" fmla="*/ 1493 h 81390"/>
                <a:gd name="connsiteX21" fmla="*/ 1531 w 21581"/>
                <a:gd name="connsiteY21" fmla="*/ 3819 h 81390"/>
                <a:gd name="connsiteX22" fmla="*/ 928 w 21581"/>
                <a:gd name="connsiteY22" fmla="*/ 4785 h 81390"/>
                <a:gd name="connsiteX23" fmla="*/ 928 w 21581"/>
                <a:gd name="connsiteY23" fmla="*/ 9175 h 81390"/>
                <a:gd name="connsiteX24" fmla="*/ 1391 w 21581"/>
                <a:gd name="connsiteY24" fmla="*/ 10053 h 81390"/>
                <a:gd name="connsiteX25" fmla="*/ 8904 w 21581"/>
                <a:gd name="connsiteY25" fmla="*/ 15541 h 81390"/>
                <a:gd name="connsiteX26" fmla="*/ 9600 w 21581"/>
                <a:gd name="connsiteY26" fmla="*/ 15760 h 81390"/>
                <a:gd name="connsiteX27" fmla="*/ 13125 w 21581"/>
                <a:gd name="connsiteY27" fmla="*/ 15760 h 81390"/>
                <a:gd name="connsiteX28" fmla="*/ 17809 w 21581"/>
                <a:gd name="connsiteY28" fmla="*/ 20984 h 81390"/>
                <a:gd name="connsiteX29" fmla="*/ 8997 w 21581"/>
                <a:gd name="connsiteY29" fmla="*/ 20984 h 81390"/>
                <a:gd name="connsiteX30" fmla="*/ 8255 w 21581"/>
                <a:gd name="connsiteY30" fmla="*/ 21248 h 81390"/>
                <a:gd name="connsiteX31" fmla="*/ 418 w 21581"/>
                <a:gd name="connsiteY31" fmla="*/ 27306 h 81390"/>
                <a:gd name="connsiteX32" fmla="*/ 0 w 21581"/>
                <a:gd name="connsiteY32" fmla="*/ 28184 h 81390"/>
                <a:gd name="connsiteX33" fmla="*/ 510 w 21581"/>
                <a:gd name="connsiteY33" fmla="*/ 29062 h 81390"/>
                <a:gd name="connsiteX34" fmla="*/ 11084 w 21581"/>
                <a:gd name="connsiteY34" fmla="*/ 35998 h 81390"/>
                <a:gd name="connsiteX35" fmla="*/ 8487 w 21581"/>
                <a:gd name="connsiteY35" fmla="*/ 42890 h 81390"/>
                <a:gd name="connsiteX36" fmla="*/ 8487 w 21581"/>
                <a:gd name="connsiteY36" fmla="*/ 43461 h 81390"/>
                <a:gd name="connsiteX37" fmla="*/ 10528 w 21581"/>
                <a:gd name="connsiteY37" fmla="*/ 52768 h 81390"/>
                <a:gd name="connsiteX38" fmla="*/ 10667 w 21581"/>
                <a:gd name="connsiteY38" fmla="*/ 53119 h 81390"/>
                <a:gd name="connsiteX39" fmla="*/ 15722 w 21581"/>
                <a:gd name="connsiteY39" fmla="*/ 61109 h 81390"/>
                <a:gd name="connsiteX40" fmla="*/ 16742 w 21581"/>
                <a:gd name="connsiteY40" fmla="*/ 78362 h 81390"/>
                <a:gd name="connsiteX41" fmla="*/ 16881 w 21581"/>
                <a:gd name="connsiteY41" fmla="*/ 80337 h 81390"/>
                <a:gd name="connsiteX42" fmla="*/ 18041 w 21581"/>
                <a:gd name="connsiteY42" fmla="*/ 81391 h 81390"/>
                <a:gd name="connsiteX43" fmla="*/ 18087 w 21581"/>
                <a:gd name="connsiteY43" fmla="*/ 81391 h 81390"/>
                <a:gd name="connsiteX44" fmla="*/ 19200 w 21581"/>
                <a:gd name="connsiteY44" fmla="*/ 80249 h 81390"/>
                <a:gd name="connsiteX45" fmla="*/ 19061 w 21581"/>
                <a:gd name="connsiteY45" fmla="*/ 78098 h 81390"/>
                <a:gd name="connsiteX46" fmla="*/ 18041 w 21581"/>
                <a:gd name="connsiteY46" fmla="*/ 60758 h 81390"/>
                <a:gd name="connsiteX47" fmla="*/ 17855 w 21581"/>
                <a:gd name="connsiteY47" fmla="*/ 60231 h 81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1581" h="81390">
                  <a:moveTo>
                    <a:pt x="17855" y="60275"/>
                  </a:moveTo>
                  <a:lnTo>
                    <a:pt x="12754" y="52197"/>
                  </a:lnTo>
                  <a:lnTo>
                    <a:pt x="10852" y="43373"/>
                  </a:lnTo>
                  <a:lnTo>
                    <a:pt x="13635" y="35998"/>
                  </a:lnTo>
                  <a:cubicBezTo>
                    <a:pt x="13821" y="35515"/>
                    <a:pt x="13635" y="34988"/>
                    <a:pt x="13218" y="34725"/>
                  </a:cubicBezTo>
                  <a:lnTo>
                    <a:pt x="3200" y="28140"/>
                  </a:lnTo>
                  <a:lnTo>
                    <a:pt x="9507" y="23267"/>
                  </a:lnTo>
                  <a:lnTo>
                    <a:pt x="20406" y="23267"/>
                  </a:lnTo>
                  <a:cubicBezTo>
                    <a:pt x="20870" y="23267"/>
                    <a:pt x="21287" y="23004"/>
                    <a:pt x="21473" y="22609"/>
                  </a:cubicBezTo>
                  <a:cubicBezTo>
                    <a:pt x="21658" y="22213"/>
                    <a:pt x="21612" y="21774"/>
                    <a:pt x="21287" y="21423"/>
                  </a:cubicBezTo>
                  <a:lnTo>
                    <a:pt x="14609" y="14004"/>
                  </a:lnTo>
                  <a:cubicBezTo>
                    <a:pt x="14377" y="13741"/>
                    <a:pt x="14052" y="13609"/>
                    <a:pt x="13728" y="13609"/>
                  </a:cubicBezTo>
                  <a:lnTo>
                    <a:pt x="10064" y="13609"/>
                  </a:lnTo>
                  <a:lnTo>
                    <a:pt x="3293" y="8692"/>
                  </a:lnTo>
                  <a:lnTo>
                    <a:pt x="3293" y="5488"/>
                  </a:lnTo>
                  <a:lnTo>
                    <a:pt x="9415" y="2371"/>
                  </a:lnTo>
                  <a:lnTo>
                    <a:pt x="8812" y="1712"/>
                  </a:lnTo>
                  <a:cubicBezTo>
                    <a:pt x="8394" y="1273"/>
                    <a:pt x="8441" y="571"/>
                    <a:pt x="8904" y="176"/>
                  </a:cubicBezTo>
                  <a:cubicBezTo>
                    <a:pt x="9044" y="44"/>
                    <a:pt x="9229" y="44"/>
                    <a:pt x="9415" y="0"/>
                  </a:cubicBezTo>
                  <a:cubicBezTo>
                    <a:pt x="9322" y="0"/>
                    <a:pt x="9183" y="0"/>
                    <a:pt x="9090" y="0"/>
                  </a:cubicBezTo>
                  <a:lnTo>
                    <a:pt x="6122" y="1493"/>
                  </a:lnTo>
                  <a:lnTo>
                    <a:pt x="1531" y="3819"/>
                  </a:lnTo>
                  <a:cubicBezTo>
                    <a:pt x="1159" y="3995"/>
                    <a:pt x="928" y="4390"/>
                    <a:pt x="928" y="4785"/>
                  </a:cubicBezTo>
                  <a:lnTo>
                    <a:pt x="928" y="9175"/>
                  </a:lnTo>
                  <a:cubicBezTo>
                    <a:pt x="928" y="9526"/>
                    <a:pt x="1113" y="9834"/>
                    <a:pt x="1391" y="10053"/>
                  </a:cubicBezTo>
                  <a:lnTo>
                    <a:pt x="8904" y="15541"/>
                  </a:lnTo>
                  <a:cubicBezTo>
                    <a:pt x="8904" y="15541"/>
                    <a:pt x="9368" y="15760"/>
                    <a:pt x="9600" y="15760"/>
                  </a:cubicBezTo>
                  <a:lnTo>
                    <a:pt x="13125" y="15760"/>
                  </a:lnTo>
                  <a:lnTo>
                    <a:pt x="17809" y="20984"/>
                  </a:lnTo>
                  <a:lnTo>
                    <a:pt x="8997" y="20984"/>
                  </a:lnTo>
                  <a:cubicBezTo>
                    <a:pt x="8719" y="20984"/>
                    <a:pt x="8487" y="21072"/>
                    <a:pt x="8255" y="21248"/>
                  </a:cubicBezTo>
                  <a:lnTo>
                    <a:pt x="418" y="27306"/>
                  </a:lnTo>
                  <a:cubicBezTo>
                    <a:pt x="139" y="27525"/>
                    <a:pt x="0" y="27833"/>
                    <a:pt x="0" y="28184"/>
                  </a:cubicBezTo>
                  <a:cubicBezTo>
                    <a:pt x="0" y="28535"/>
                    <a:pt x="186" y="28842"/>
                    <a:pt x="510" y="29062"/>
                  </a:cubicBezTo>
                  <a:lnTo>
                    <a:pt x="11084" y="35998"/>
                  </a:lnTo>
                  <a:lnTo>
                    <a:pt x="8487" y="42890"/>
                  </a:lnTo>
                  <a:cubicBezTo>
                    <a:pt x="8487" y="42890"/>
                    <a:pt x="8394" y="43285"/>
                    <a:pt x="8487" y="43461"/>
                  </a:cubicBezTo>
                  <a:lnTo>
                    <a:pt x="10528" y="52768"/>
                  </a:lnTo>
                  <a:cubicBezTo>
                    <a:pt x="10528" y="52768"/>
                    <a:pt x="10621" y="52987"/>
                    <a:pt x="10667" y="53119"/>
                  </a:cubicBezTo>
                  <a:lnTo>
                    <a:pt x="15722" y="61109"/>
                  </a:lnTo>
                  <a:lnTo>
                    <a:pt x="16742" y="78362"/>
                  </a:lnTo>
                  <a:lnTo>
                    <a:pt x="16881" y="80337"/>
                  </a:lnTo>
                  <a:cubicBezTo>
                    <a:pt x="16881" y="80908"/>
                    <a:pt x="17438" y="81391"/>
                    <a:pt x="18041" y="81391"/>
                  </a:cubicBezTo>
                  <a:lnTo>
                    <a:pt x="18087" y="81391"/>
                  </a:lnTo>
                  <a:cubicBezTo>
                    <a:pt x="18737" y="81391"/>
                    <a:pt x="19200" y="80820"/>
                    <a:pt x="19200" y="80249"/>
                  </a:cubicBezTo>
                  <a:lnTo>
                    <a:pt x="19061" y="78098"/>
                  </a:lnTo>
                  <a:lnTo>
                    <a:pt x="18041" y="60758"/>
                  </a:lnTo>
                  <a:cubicBezTo>
                    <a:pt x="18041" y="60758"/>
                    <a:pt x="17994" y="60406"/>
                    <a:pt x="17855" y="6023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2" name="Freeform: Shape 2631">
              <a:extLst>
                <a:ext uri="{FF2B5EF4-FFF2-40B4-BE49-F238E27FC236}">
                  <a16:creationId xmlns:a16="http://schemas.microsoft.com/office/drawing/2014/main" id="{6F72D633-6EC5-FF02-9C33-4E6CD227F1E3}"/>
                </a:ext>
              </a:extLst>
            </p:cNvPr>
            <p:cNvSpPr>
              <a:spLocks/>
            </p:cNvSpPr>
            <p:nvPr/>
          </p:nvSpPr>
          <p:spPr>
            <a:xfrm>
              <a:off x="7537683" y="3304872"/>
              <a:ext cx="63235" cy="62668"/>
            </a:xfrm>
            <a:custGeom>
              <a:avLst/>
              <a:gdLst>
                <a:gd name="connsiteX0" fmla="*/ 2157 w 42365"/>
                <a:gd name="connsiteY0" fmla="*/ 676 h 41985"/>
                <a:gd name="connsiteX1" fmla="*/ 1878 w 42365"/>
                <a:gd name="connsiteY1" fmla="*/ 368 h 41985"/>
                <a:gd name="connsiteX2" fmla="*/ 1554 w 42365"/>
                <a:gd name="connsiteY2" fmla="*/ 105 h 41985"/>
                <a:gd name="connsiteX3" fmla="*/ 812 w 42365"/>
                <a:gd name="connsiteY3" fmla="*/ 17 h 41985"/>
                <a:gd name="connsiteX4" fmla="*/ 70 w 42365"/>
                <a:gd name="connsiteY4" fmla="*/ 1378 h 41985"/>
                <a:gd name="connsiteX5" fmla="*/ 255 w 42365"/>
                <a:gd name="connsiteY5" fmla="*/ 1949 h 41985"/>
                <a:gd name="connsiteX6" fmla="*/ 2528 w 42365"/>
                <a:gd name="connsiteY6" fmla="*/ 8753 h 41985"/>
                <a:gd name="connsiteX7" fmla="*/ 2760 w 42365"/>
                <a:gd name="connsiteY7" fmla="*/ 9148 h 41985"/>
                <a:gd name="connsiteX8" fmla="*/ 5496 w 42365"/>
                <a:gd name="connsiteY8" fmla="*/ 12134 h 41985"/>
                <a:gd name="connsiteX9" fmla="*/ 5496 w 42365"/>
                <a:gd name="connsiteY9" fmla="*/ 22406 h 41985"/>
                <a:gd name="connsiteX10" fmla="*/ 5774 w 42365"/>
                <a:gd name="connsiteY10" fmla="*/ 23109 h 41985"/>
                <a:gd name="connsiteX11" fmla="*/ 10968 w 42365"/>
                <a:gd name="connsiteY11" fmla="*/ 28860 h 41985"/>
                <a:gd name="connsiteX12" fmla="*/ 12081 w 42365"/>
                <a:gd name="connsiteY12" fmla="*/ 29211 h 41985"/>
                <a:gd name="connsiteX13" fmla="*/ 12963 w 42365"/>
                <a:gd name="connsiteY13" fmla="*/ 28464 h 41985"/>
                <a:gd name="connsiteX14" fmla="*/ 14122 w 42365"/>
                <a:gd name="connsiteY14" fmla="*/ 24865 h 41985"/>
                <a:gd name="connsiteX15" fmla="*/ 17971 w 42365"/>
                <a:gd name="connsiteY15" fmla="*/ 28903 h 41985"/>
                <a:gd name="connsiteX16" fmla="*/ 18343 w 42365"/>
                <a:gd name="connsiteY16" fmla="*/ 29167 h 41985"/>
                <a:gd name="connsiteX17" fmla="*/ 28082 w 42365"/>
                <a:gd name="connsiteY17" fmla="*/ 33250 h 41985"/>
                <a:gd name="connsiteX18" fmla="*/ 28082 w 42365"/>
                <a:gd name="connsiteY18" fmla="*/ 35576 h 41985"/>
                <a:gd name="connsiteX19" fmla="*/ 28685 w 42365"/>
                <a:gd name="connsiteY19" fmla="*/ 36542 h 41985"/>
                <a:gd name="connsiteX20" fmla="*/ 39398 w 42365"/>
                <a:gd name="connsiteY20" fmla="*/ 41986 h 41985"/>
                <a:gd name="connsiteX21" fmla="*/ 41067 w 42365"/>
                <a:gd name="connsiteY21" fmla="*/ 40976 h 41985"/>
                <a:gd name="connsiteX22" fmla="*/ 41438 w 42365"/>
                <a:gd name="connsiteY22" fmla="*/ 40932 h 41985"/>
                <a:gd name="connsiteX23" fmla="*/ 41856 w 42365"/>
                <a:gd name="connsiteY23" fmla="*/ 40844 h 41985"/>
                <a:gd name="connsiteX24" fmla="*/ 42227 w 42365"/>
                <a:gd name="connsiteY24" fmla="*/ 41020 h 41985"/>
                <a:gd name="connsiteX25" fmla="*/ 42366 w 42365"/>
                <a:gd name="connsiteY25" fmla="*/ 41064 h 41985"/>
                <a:gd name="connsiteX26" fmla="*/ 42227 w 42365"/>
                <a:gd name="connsiteY26" fmla="*/ 40932 h 41985"/>
                <a:gd name="connsiteX27" fmla="*/ 30354 w 42365"/>
                <a:gd name="connsiteY27" fmla="*/ 34918 h 41985"/>
                <a:gd name="connsiteX28" fmla="*/ 30354 w 42365"/>
                <a:gd name="connsiteY28" fmla="*/ 32547 h 41985"/>
                <a:gd name="connsiteX29" fmla="*/ 29659 w 42365"/>
                <a:gd name="connsiteY29" fmla="*/ 31537 h 41985"/>
                <a:gd name="connsiteX30" fmla="*/ 19456 w 42365"/>
                <a:gd name="connsiteY30" fmla="*/ 27235 h 41985"/>
                <a:gd name="connsiteX31" fmla="*/ 14400 w 42365"/>
                <a:gd name="connsiteY31" fmla="*/ 21923 h 41985"/>
                <a:gd name="connsiteX32" fmla="*/ 13287 w 42365"/>
                <a:gd name="connsiteY32" fmla="*/ 21572 h 41985"/>
                <a:gd name="connsiteX33" fmla="*/ 12453 w 42365"/>
                <a:gd name="connsiteY33" fmla="*/ 22318 h 41985"/>
                <a:gd name="connsiteX34" fmla="*/ 11340 w 42365"/>
                <a:gd name="connsiteY34" fmla="*/ 25874 h 41985"/>
                <a:gd name="connsiteX35" fmla="*/ 7768 w 42365"/>
                <a:gd name="connsiteY35" fmla="*/ 21923 h 41985"/>
                <a:gd name="connsiteX36" fmla="*/ 7768 w 42365"/>
                <a:gd name="connsiteY36" fmla="*/ 11651 h 41985"/>
                <a:gd name="connsiteX37" fmla="*/ 7490 w 42365"/>
                <a:gd name="connsiteY37" fmla="*/ 10948 h 41985"/>
                <a:gd name="connsiteX38" fmla="*/ 4615 w 42365"/>
                <a:gd name="connsiteY38" fmla="*/ 7831 h 41985"/>
                <a:gd name="connsiteX39" fmla="*/ 2481 w 42365"/>
                <a:gd name="connsiteY39" fmla="*/ 1378 h 41985"/>
                <a:gd name="connsiteX40" fmla="*/ 2249 w 42365"/>
                <a:gd name="connsiteY40" fmla="*/ 632 h 41985"/>
                <a:gd name="connsiteX41" fmla="*/ 2157 w 42365"/>
                <a:gd name="connsiteY41" fmla="*/ 544 h 4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2365" h="41985">
                  <a:moveTo>
                    <a:pt x="2157" y="676"/>
                  </a:moveTo>
                  <a:cubicBezTo>
                    <a:pt x="2157" y="676"/>
                    <a:pt x="1971" y="456"/>
                    <a:pt x="1878" y="368"/>
                  </a:cubicBezTo>
                  <a:cubicBezTo>
                    <a:pt x="1786" y="281"/>
                    <a:pt x="1693" y="193"/>
                    <a:pt x="1554" y="105"/>
                  </a:cubicBezTo>
                  <a:cubicBezTo>
                    <a:pt x="1322" y="17"/>
                    <a:pt x="1090" y="-27"/>
                    <a:pt x="812" y="17"/>
                  </a:cubicBezTo>
                  <a:cubicBezTo>
                    <a:pt x="209" y="193"/>
                    <a:pt x="-162" y="807"/>
                    <a:pt x="70" y="1378"/>
                  </a:cubicBezTo>
                  <a:lnTo>
                    <a:pt x="255" y="1949"/>
                  </a:lnTo>
                  <a:lnTo>
                    <a:pt x="2528" y="8753"/>
                  </a:lnTo>
                  <a:cubicBezTo>
                    <a:pt x="2528" y="8753"/>
                    <a:pt x="2667" y="9017"/>
                    <a:pt x="2760" y="9148"/>
                  </a:cubicBezTo>
                  <a:lnTo>
                    <a:pt x="5496" y="12134"/>
                  </a:lnTo>
                  <a:lnTo>
                    <a:pt x="5496" y="22406"/>
                  </a:lnTo>
                  <a:cubicBezTo>
                    <a:pt x="5496" y="22670"/>
                    <a:pt x="5589" y="22933"/>
                    <a:pt x="5774" y="23109"/>
                  </a:cubicBezTo>
                  <a:lnTo>
                    <a:pt x="10968" y="28860"/>
                  </a:lnTo>
                  <a:cubicBezTo>
                    <a:pt x="11247" y="29167"/>
                    <a:pt x="11664" y="29299"/>
                    <a:pt x="12081" y="29211"/>
                  </a:cubicBezTo>
                  <a:cubicBezTo>
                    <a:pt x="12499" y="29123"/>
                    <a:pt x="12824" y="28860"/>
                    <a:pt x="12963" y="28464"/>
                  </a:cubicBezTo>
                  <a:lnTo>
                    <a:pt x="14122" y="24865"/>
                  </a:lnTo>
                  <a:lnTo>
                    <a:pt x="17971" y="28903"/>
                  </a:lnTo>
                  <a:cubicBezTo>
                    <a:pt x="17971" y="28903"/>
                    <a:pt x="18203" y="29123"/>
                    <a:pt x="18343" y="29167"/>
                  </a:cubicBezTo>
                  <a:lnTo>
                    <a:pt x="28082" y="33250"/>
                  </a:lnTo>
                  <a:lnTo>
                    <a:pt x="28082" y="35576"/>
                  </a:lnTo>
                  <a:cubicBezTo>
                    <a:pt x="28082" y="35971"/>
                    <a:pt x="28313" y="36366"/>
                    <a:pt x="28685" y="36542"/>
                  </a:cubicBezTo>
                  <a:lnTo>
                    <a:pt x="39398" y="41986"/>
                  </a:lnTo>
                  <a:lnTo>
                    <a:pt x="41067" y="40976"/>
                  </a:lnTo>
                  <a:cubicBezTo>
                    <a:pt x="41067" y="40976"/>
                    <a:pt x="41299" y="40976"/>
                    <a:pt x="41438" y="40932"/>
                  </a:cubicBezTo>
                  <a:cubicBezTo>
                    <a:pt x="41577" y="40932"/>
                    <a:pt x="41717" y="40844"/>
                    <a:pt x="41856" y="40844"/>
                  </a:cubicBezTo>
                  <a:cubicBezTo>
                    <a:pt x="41995" y="40844"/>
                    <a:pt x="42088" y="40932"/>
                    <a:pt x="42227" y="41020"/>
                  </a:cubicBezTo>
                  <a:cubicBezTo>
                    <a:pt x="42273" y="41020"/>
                    <a:pt x="42320" y="41020"/>
                    <a:pt x="42366" y="41064"/>
                  </a:cubicBezTo>
                  <a:cubicBezTo>
                    <a:pt x="42320" y="41064"/>
                    <a:pt x="42320" y="40932"/>
                    <a:pt x="42227" y="40932"/>
                  </a:cubicBezTo>
                  <a:lnTo>
                    <a:pt x="30354" y="34918"/>
                  </a:lnTo>
                  <a:lnTo>
                    <a:pt x="30354" y="32547"/>
                  </a:lnTo>
                  <a:cubicBezTo>
                    <a:pt x="30354" y="32108"/>
                    <a:pt x="30076" y="31713"/>
                    <a:pt x="29659" y="31537"/>
                  </a:cubicBezTo>
                  <a:lnTo>
                    <a:pt x="19456" y="27235"/>
                  </a:lnTo>
                  <a:lnTo>
                    <a:pt x="14400" y="21923"/>
                  </a:lnTo>
                  <a:cubicBezTo>
                    <a:pt x="14122" y="21616"/>
                    <a:pt x="13705" y="21484"/>
                    <a:pt x="13287" y="21572"/>
                  </a:cubicBezTo>
                  <a:cubicBezTo>
                    <a:pt x="12870" y="21660"/>
                    <a:pt x="12545" y="21967"/>
                    <a:pt x="12453" y="22318"/>
                  </a:cubicBezTo>
                  <a:lnTo>
                    <a:pt x="11340" y="25874"/>
                  </a:lnTo>
                  <a:lnTo>
                    <a:pt x="7768" y="21923"/>
                  </a:lnTo>
                  <a:lnTo>
                    <a:pt x="7768" y="11651"/>
                  </a:lnTo>
                  <a:cubicBezTo>
                    <a:pt x="7768" y="11387"/>
                    <a:pt x="7676" y="11124"/>
                    <a:pt x="7490" y="10948"/>
                  </a:cubicBezTo>
                  <a:lnTo>
                    <a:pt x="4615" y="7831"/>
                  </a:lnTo>
                  <a:lnTo>
                    <a:pt x="2481" y="1378"/>
                  </a:lnTo>
                  <a:lnTo>
                    <a:pt x="2249" y="632"/>
                  </a:lnTo>
                  <a:cubicBezTo>
                    <a:pt x="2249" y="632"/>
                    <a:pt x="2157" y="588"/>
                    <a:pt x="2157" y="5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3" name="Freeform: Shape 2632">
              <a:extLst>
                <a:ext uri="{FF2B5EF4-FFF2-40B4-BE49-F238E27FC236}">
                  <a16:creationId xmlns:a16="http://schemas.microsoft.com/office/drawing/2014/main" id="{5875C072-69EB-9E9A-3EC3-C00AC0B64E29}"/>
                </a:ext>
              </a:extLst>
            </p:cNvPr>
            <p:cNvSpPr>
              <a:spLocks/>
            </p:cNvSpPr>
            <p:nvPr/>
          </p:nvSpPr>
          <p:spPr>
            <a:xfrm>
              <a:off x="7599674" y="3362037"/>
              <a:ext cx="170568" cy="67492"/>
            </a:xfrm>
            <a:custGeom>
              <a:avLst/>
              <a:gdLst>
                <a:gd name="connsiteX0" fmla="*/ 1159 w 114273"/>
                <a:gd name="connsiteY0" fmla="*/ 3073 h 45217"/>
                <a:gd name="connsiteX1" fmla="*/ 835 w 114273"/>
                <a:gd name="connsiteY1" fmla="*/ 4609 h 45217"/>
                <a:gd name="connsiteX2" fmla="*/ 0 w 114273"/>
                <a:gd name="connsiteY2" fmla="*/ 5092 h 45217"/>
                <a:gd name="connsiteX3" fmla="*/ 2829 w 114273"/>
                <a:gd name="connsiteY3" fmla="*/ 7990 h 45217"/>
                <a:gd name="connsiteX4" fmla="*/ 3849 w 114273"/>
                <a:gd name="connsiteY4" fmla="*/ 8341 h 45217"/>
                <a:gd name="connsiteX5" fmla="*/ 4730 w 114273"/>
                <a:gd name="connsiteY5" fmla="*/ 7726 h 45217"/>
                <a:gd name="connsiteX6" fmla="*/ 7606 w 114273"/>
                <a:gd name="connsiteY6" fmla="*/ 2063 h 45217"/>
                <a:gd name="connsiteX7" fmla="*/ 17299 w 114273"/>
                <a:gd name="connsiteY7" fmla="*/ 2063 h 45217"/>
                <a:gd name="connsiteX8" fmla="*/ 17299 w 114273"/>
                <a:gd name="connsiteY8" fmla="*/ 5927 h 45217"/>
                <a:gd name="connsiteX9" fmla="*/ 18226 w 114273"/>
                <a:gd name="connsiteY9" fmla="*/ 7024 h 45217"/>
                <a:gd name="connsiteX10" fmla="*/ 25275 w 114273"/>
                <a:gd name="connsiteY10" fmla="*/ 8297 h 45217"/>
                <a:gd name="connsiteX11" fmla="*/ 29635 w 114273"/>
                <a:gd name="connsiteY11" fmla="*/ 15014 h 45217"/>
                <a:gd name="connsiteX12" fmla="*/ 30609 w 114273"/>
                <a:gd name="connsiteY12" fmla="*/ 15541 h 45217"/>
                <a:gd name="connsiteX13" fmla="*/ 36174 w 114273"/>
                <a:gd name="connsiteY13" fmla="*/ 15541 h 45217"/>
                <a:gd name="connsiteX14" fmla="*/ 38771 w 114273"/>
                <a:gd name="connsiteY14" fmla="*/ 22213 h 45217"/>
                <a:gd name="connsiteX15" fmla="*/ 40116 w 114273"/>
                <a:gd name="connsiteY15" fmla="*/ 22916 h 45217"/>
                <a:gd name="connsiteX16" fmla="*/ 47815 w 114273"/>
                <a:gd name="connsiteY16" fmla="*/ 21160 h 45217"/>
                <a:gd name="connsiteX17" fmla="*/ 55467 w 114273"/>
                <a:gd name="connsiteY17" fmla="*/ 29720 h 45217"/>
                <a:gd name="connsiteX18" fmla="*/ 56348 w 114273"/>
                <a:gd name="connsiteY18" fmla="*/ 30115 h 45217"/>
                <a:gd name="connsiteX19" fmla="*/ 64140 w 114273"/>
                <a:gd name="connsiteY19" fmla="*/ 30115 h 45217"/>
                <a:gd name="connsiteX20" fmla="*/ 65948 w 114273"/>
                <a:gd name="connsiteY20" fmla="*/ 37491 h 45217"/>
                <a:gd name="connsiteX21" fmla="*/ 67061 w 114273"/>
                <a:gd name="connsiteY21" fmla="*/ 38325 h 45217"/>
                <a:gd name="connsiteX22" fmla="*/ 75085 w 114273"/>
                <a:gd name="connsiteY22" fmla="*/ 38325 h 45217"/>
                <a:gd name="connsiteX23" fmla="*/ 77635 w 114273"/>
                <a:gd name="connsiteY23" fmla="*/ 42715 h 45217"/>
                <a:gd name="connsiteX24" fmla="*/ 78656 w 114273"/>
                <a:gd name="connsiteY24" fmla="*/ 43285 h 45217"/>
                <a:gd name="connsiteX25" fmla="*/ 87514 w 114273"/>
                <a:gd name="connsiteY25" fmla="*/ 43285 h 45217"/>
                <a:gd name="connsiteX26" fmla="*/ 88673 w 114273"/>
                <a:gd name="connsiteY26" fmla="*/ 42188 h 45217"/>
                <a:gd name="connsiteX27" fmla="*/ 88673 w 114273"/>
                <a:gd name="connsiteY27" fmla="*/ 40256 h 45217"/>
                <a:gd name="connsiteX28" fmla="*/ 93914 w 114273"/>
                <a:gd name="connsiteY28" fmla="*/ 40256 h 45217"/>
                <a:gd name="connsiteX29" fmla="*/ 96465 w 114273"/>
                <a:gd name="connsiteY29" fmla="*/ 44646 h 45217"/>
                <a:gd name="connsiteX30" fmla="*/ 97485 w 114273"/>
                <a:gd name="connsiteY30" fmla="*/ 45217 h 45217"/>
                <a:gd name="connsiteX31" fmla="*/ 113995 w 114273"/>
                <a:gd name="connsiteY31" fmla="*/ 45217 h 45217"/>
                <a:gd name="connsiteX32" fmla="*/ 114273 w 114273"/>
                <a:gd name="connsiteY32" fmla="*/ 45129 h 45217"/>
                <a:gd name="connsiteX33" fmla="*/ 112975 w 114273"/>
                <a:gd name="connsiteY33" fmla="*/ 44646 h 45217"/>
                <a:gd name="connsiteX34" fmla="*/ 113439 w 114273"/>
                <a:gd name="connsiteY34" fmla="*/ 43154 h 45217"/>
                <a:gd name="connsiteX35" fmla="*/ 113717 w 114273"/>
                <a:gd name="connsiteY35" fmla="*/ 43022 h 45217"/>
                <a:gd name="connsiteX36" fmla="*/ 98181 w 114273"/>
                <a:gd name="connsiteY36" fmla="*/ 43022 h 45217"/>
                <a:gd name="connsiteX37" fmla="*/ 95630 w 114273"/>
                <a:gd name="connsiteY37" fmla="*/ 38632 h 45217"/>
                <a:gd name="connsiteX38" fmla="*/ 94609 w 114273"/>
                <a:gd name="connsiteY38" fmla="*/ 38061 h 45217"/>
                <a:gd name="connsiteX39" fmla="*/ 87560 w 114273"/>
                <a:gd name="connsiteY39" fmla="*/ 38061 h 45217"/>
                <a:gd name="connsiteX40" fmla="*/ 86401 w 114273"/>
                <a:gd name="connsiteY40" fmla="*/ 39159 h 45217"/>
                <a:gd name="connsiteX41" fmla="*/ 86401 w 114273"/>
                <a:gd name="connsiteY41" fmla="*/ 41090 h 45217"/>
                <a:gd name="connsiteX42" fmla="*/ 79351 w 114273"/>
                <a:gd name="connsiteY42" fmla="*/ 41090 h 45217"/>
                <a:gd name="connsiteX43" fmla="*/ 76801 w 114273"/>
                <a:gd name="connsiteY43" fmla="*/ 36700 h 45217"/>
                <a:gd name="connsiteX44" fmla="*/ 75780 w 114273"/>
                <a:gd name="connsiteY44" fmla="*/ 36130 h 45217"/>
                <a:gd name="connsiteX45" fmla="*/ 67989 w 114273"/>
                <a:gd name="connsiteY45" fmla="*/ 36130 h 45217"/>
                <a:gd name="connsiteX46" fmla="*/ 66180 w 114273"/>
                <a:gd name="connsiteY46" fmla="*/ 28754 h 45217"/>
                <a:gd name="connsiteX47" fmla="*/ 65067 w 114273"/>
                <a:gd name="connsiteY47" fmla="*/ 27920 h 45217"/>
                <a:gd name="connsiteX48" fmla="*/ 56905 w 114273"/>
                <a:gd name="connsiteY48" fmla="*/ 27920 h 45217"/>
                <a:gd name="connsiteX49" fmla="*/ 49113 w 114273"/>
                <a:gd name="connsiteY49" fmla="*/ 19272 h 45217"/>
                <a:gd name="connsiteX50" fmla="*/ 47954 w 114273"/>
                <a:gd name="connsiteY50" fmla="*/ 18921 h 45217"/>
                <a:gd name="connsiteX51" fmla="*/ 40534 w 114273"/>
                <a:gd name="connsiteY51" fmla="*/ 20633 h 45217"/>
                <a:gd name="connsiteX52" fmla="*/ 37983 w 114273"/>
                <a:gd name="connsiteY52" fmla="*/ 14136 h 45217"/>
                <a:gd name="connsiteX53" fmla="*/ 36916 w 114273"/>
                <a:gd name="connsiteY53" fmla="*/ 13433 h 45217"/>
                <a:gd name="connsiteX54" fmla="*/ 31165 w 114273"/>
                <a:gd name="connsiteY54" fmla="*/ 13433 h 45217"/>
                <a:gd name="connsiteX55" fmla="*/ 26852 w 114273"/>
                <a:gd name="connsiteY55" fmla="*/ 6804 h 45217"/>
                <a:gd name="connsiteX56" fmla="*/ 26064 w 114273"/>
                <a:gd name="connsiteY56" fmla="*/ 6322 h 45217"/>
                <a:gd name="connsiteX57" fmla="*/ 19478 w 114273"/>
                <a:gd name="connsiteY57" fmla="*/ 5136 h 45217"/>
                <a:gd name="connsiteX58" fmla="*/ 19478 w 114273"/>
                <a:gd name="connsiteY58" fmla="*/ 1098 h 45217"/>
                <a:gd name="connsiteX59" fmla="*/ 18319 w 114273"/>
                <a:gd name="connsiteY59" fmla="*/ 0 h 45217"/>
                <a:gd name="connsiteX60" fmla="*/ 6724 w 114273"/>
                <a:gd name="connsiteY60" fmla="*/ 0 h 45217"/>
                <a:gd name="connsiteX61" fmla="*/ 5658 w 114273"/>
                <a:gd name="connsiteY61" fmla="*/ 615 h 45217"/>
                <a:gd name="connsiteX62" fmla="*/ 3200 w 114273"/>
                <a:gd name="connsiteY62" fmla="*/ 5444 h 45217"/>
                <a:gd name="connsiteX63" fmla="*/ 881 w 114273"/>
                <a:gd name="connsiteY63" fmla="*/ 3073 h 45217"/>
                <a:gd name="connsiteX64" fmla="*/ 695 w 114273"/>
                <a:gd name="connsiteY64" fmla="*/ 2985 h 45217"/>
                <a:gd name="connsiteX65" fmla="*/ 557 w 114273"/>
                <a:gd name="connsiteY65" fmla="*/ 2941 h 45217"/>
                <a:gd name="connsiteX66" fmla="*/ 1020 w 114273"/>
                <a:gd name="connsiteY66" fmla="*/ 3249 h 4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14273" h="45217">
                  <a:moveTo>
                    <a:pt x="1159" y="3073"/>
                  </a:moveTo>
                  <a:cubicBezTo>
                    <a:pt x="1530" y="3600"/>
                    <a:pt x="1345" y="4258"/>
                    <a:pt x="835" y="4609"/>
                  </a:cubicBezTo>
                  <a:lnTo>
                    <a:pt x="0" y="5092"/>
                  </a:lnTo>
                  <a:lnTo>
                    <a:pt x="2829" y="7990"/>
                  </a:lnTo>
                  <a:cubicBezTo>
                    <a:pt x="3107" y="8253"/>
                    <a:pt x="3478" y="8385"/>
                    <a:pt x="3849" y="8341"/>
                  </a:cubicBezTo>
                  <a:cubicBezTo>
                    <a:pt x="4220" y="8297"/>
                    <a:pt x="4545" y="8078"/>
                    <a:pt x="4730" y="7726"/>
                  </a:cubicBezTo>
                  <a:lnTo>
                    <a:pt x="7606" y="2063"/>
                  </a:lnTo>
                  <a:lnTo>
                    <a:pt x="17299" y="2063"/>
                  </a:lnTo>
                  <a:lnTo>
                    <a:pt x="17299" y="5927"/>
                  </a:lnTo>
                  <a:cubicBezTo>
                    <a:pt x="17299" y="6453"/>
                    <a:pt x="17670" y="6892"/>
                    <a:pt x="18226" y="7024"/>
                  </a:cubicBezTo>
                  <a:lnTo>
                    <a:pt x="25275" y="8297"/>
                  </a:lnTo>
                  <a:lnTo>
                    <a:pt x="29635" y="15014"/>
                  </a:lnTo>
                  <a:cubicBezTo>
                    <a:pt x="29867" y="15321"/>
                    <a:pt x="30238" y="15541"/>
                    <a:pt x="30609" y="15541"/>
                  </a:cubicBezTo>
                  <a:lnTo>
                    <a:pt x="36174" y="15541"/>
                  </a:lnTo>
                  <a:lnTo>
                    <a:pt x="38771" y="22213"/>
                  </a:lnTo>
                  <a:cubicBezTo>
                    <a:pt x="38957" y="22740"/>
                    <a:pt x="39560" y="23048"/>
                    <a:pt x="40116" y="22916"/>
                  </a:cubicBezTo>
                  <a:lnTo>
                    <a:pt x="47815" y="21160"/>
                  </a:lnTo>
                  <a:lnTo>
                    <a:pt x="55467" y="29720"/>
                  </a:lnTo>
                  <a:cubicBezTo>
                    <a:pt x="55699" y="29984"/>
                    <a:pt x="56024" y="30115"/>
                    <a:pt x="56348" y="30115"/>
                  </a:cubicBezTo>
                  <a:lnTo>
                    <a:pt x="64140" y="30115"/>
                  </a:lnTo>
                  <a:lnTo>
                    <a:pt x="65948" y="37491"/>
                  </a:lnTo>
                  <a:cubicBezTo>
                    <a:pt x="66088" y="37974"/>
                    <a:pt x="66551" y="38325"/>
                    <a:pt x="67061" y="38325"/>
                  </a:cubicBezTo>
                  <a:lnTo>
                    <a:pt x="75085" y="38325"/>
                  </a:lnTo>
                  <a:lnTo>
                    <a:pt x="77635" y="42715"/>
                  </a:lnTo>
                  <a:cubicBezTo>
                    <a:pt x="77821" y="43066"/>
                    <a:pt x="78238" y="43285"/>
                    <a:pt x="78656" y="43285"/>
                  </a:cubicBezTo>
                  <a:lnTo>
                    <a:pt x="87514" y="43285"/>
                  </a:lnTo>
                  <a:cubicBezTo>
                    <a:pt x="88163" y="43285"/>
                    <a:pt x="88673" y="42803"/>
                    <a:pt x="88673" y="42188"/>
                  </a:cubicBezTo>
                  <a:lnTo>
                    <a:pt x="88673" y="40256"/>
                  </a:lnTo>
                  <a:lnTo>
                    <a:pt x="93914" y="40256"/>
                  </a:lnTo>
                  <a:lnTo>
                    <a:pt x="96465" y="44646"/>
                  </a:lnTo>
                  <a:cubicBezTo>
                    <a:pt x="96650" y="44998"/>
                    <a:pt x="97068" y="45217"/>
                    <a:pt x="97485" y="45217"/>
                  </a:cubicBezTo>
                  <a:lnTo>
                    <a:pt x="113995" y="45217"/>
                  </a:lnTo>
                  <a:cubicBezTo>
                    <a:pt x="113995" y="45217"/>
                    <a:pt x="114181" y="45129"/>
                    <a:pt x="114273" y="45129"/>
                  </a:cubicBezTo>
                  <a:cubicBezTo>
                    <a:pt x="113763" y="45261"/>
                    <a:pt x="113253" y="45129"/>
                    <a:pt x="112975" y="44646"/>
                  </a:cubicBezTo>
                  <a:cubicBezTo>
                    <a:pt x="112650" y="44120"/>
                    <a:pt x="112882" y="43461"/>
                    <a:pt x="113439" y="43154"/>
                  </a:cubicBezTo>
                  <a:lnTo>
                    <a:pt x="113717" y="43022"/>
                  </a:lnTo>
                  <a:lnTo>
                    <a:pt x="98181" y="43022"/>
                  </a:lnTo>
                  <a:lnTo>
                    <a:pt x="95630" y="38632"/>
                  </a:lnTo>
                  <a:cubicBezTo>
                    <a:pt x="95444" y="38281"/>
                    <a:pt x="95027" y="38061"/>
                    <a:pt x="94609" y="38061"/>
                  </a:cubicBezTo>
                  <a:lnTo>
                    <a:pt x="87560" y="38061"/>
                  </a:lnTo>
                  <a:cubicBezTo>
                    <a:pt x="86911" y="38061"/>
                    <a:pt x="86401" y="38544"/>
                    <a:pt x="86401" y="39159"/>
                  </a:cubicBezTo>
                  <a:lnTo>
                    <a:pt x="86401" y="41090"/>
                  </a:lnTo>
                  <a:lnTo>
                    <a:pt x="79351" y="41090"/>
                  </a:lnTo>
                  <a:lnTo>
                    <a:pt x="76801" y="36700"/>
                  </a:lnTo>
                  <a:cubicBezTo>
                    <a:pt x="76615" y="36349"/>
                    <a:pt x="76198" y="36130"/>
                    <a:pt x="75780" y="36130"/>
                  </a:cubicBezTo>
                  <a:lnTo>
                    <a:pt x="67989" y="36130"/>
                  </a:lnTo>
                  <a:lnTo>
                    <a:pt x="66180" y="28754"/>
                  </a:lnTo>
                  <a:cubicBezTo>
                    <a:pt x="66041" y="28272"/>
                    <a:pt x="65577" y="27920"/>
                    <a:pt x="65067" y="27920"/>
                  </a:cubicBezTo>
                  <a:lnTo>
                    <a:pt x="56905" y="27920"/>
                  </a:lnTo>
                  <a:lnTo>
                    <a:pt x="49113" y="19272"/>
                  </a:lnTo>
                  <a:cubicBezTo>
                    <a:pt x="48835" y="18965"/>
                    <a:pt x="48371" y="18789"/>
                    <a:pt x="47954" y="18921"/>
                  </a:cubicBezTo>
                  <a:lnTo>
                    <a:pt x="40534" y="20633"/>
                  </a:lnTo>
                  <a:lnTo>
                    <a:pt x="37983" y="14136"/>
                  </a:lnTo>
                  <a:cubicBezTo>
                    <a:pt x="37797" y="13697"/>
                    <a:pt x="37380" y="13433"/>
                    <a:pt x="36916" y="13433"/>
                  </a:cubicBezTo>
                  <a:lnTo>
                    <a:pt x="31165" y="13433"/>
                  </a:lnTo>
                  <a:lnTo>
                    <a:pt x="26852" y="6804"/>
                  </a:lnTo>
                  <a:cubicBezTo>
                    <a:pt x="26667" y="6541"/>
                    <a:pt x="26389" y="6365"/>
                    <a:pt x="26064" y="6322"/>
                  </a:cubicBezTo>
                  <a:lnTo>
                    <a:pt x="19478" y="5136"/>
                  </a:lnTo>
                  <a:lnTo>
                    <a:pt x="19478" y="1098"/>
                  </a:lnTo>
                  <a:cubicBezTo>
                    <a:pt x="19478" y="483"/>
                    <a:pt x="18968" y="0"/>
                    <a:pt x="18319" y="0"/>
                  </a:cubicBezTo>
                  <a:lnTo>
                    <a:pt x="6724" y="0"/>
                  </a:lnTo>
                  <a:cubicBezTo>
                    <a:pt x="6261" y="0"/>
                    <a:pt x="5890" y="263"/>
                    <a:pt x="5658" y="615"/>
                  </a:cubicBezTo>
                  <a:lnTo>
                    <a:pt x="3200" y="5444"/>
                  </a:lnTo>
                  <a:lnTo>
                    <a:pt x="881" y="3073"/>
                  </a:lnTo>
                  <a:cubicBezTo>
                    <a:pt x="881" y="3073"/>
                    <a:pt x="742" y="3073"/>
                    <a:pt x="695" y="2985"/>
                  </a:cubicBezTo>
                  <a:cubicBezTo>
                    <a:pt x="695" y="2985"/>
                    <a:pt x="603" y="2985"/>
                    <a:pt x="557" y="2941"/>
                  </a:cubicBezTo>
                  <a:cubicBezTo>
                    <a:pt x="695" y="3029"/>
                    <a:pt x="881" y="3073"/>
                    <a:pt x="1020" y="324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4" name="Freeform: Shape 2633">
              <a:extLst>
                <a:ext uri="{FF2B5EF4-FFF2-40B4-BE49-F238E27FC236}">
                  <a16:creationId xmlns:a16="http://schemas.microsoft.com/office/drawing/2014/main" id="{70586F0A-1921-F5F6-C1A3-7548F8939815}"/>
                </a:ext>
              </a:extLst>
            </p:cNvPr>
            <p:cNvSpPr>
              <a:spLocks/>
            </p:cNvSpPr>
            <p:nvPr/>
          </p:nvSpPr>
          <p:spPr>
            <a:xfrm>
              <a:off x="7599535" y="3365903"/>
              <a:ext cx="623" cy="130"/>
            </a:xfrm>
            <a:custGeom>
              <a:avLst/>
              <a:gdLst>
                <a:gd name="connsiteX0" fmla="*/ 0 w 417"/>
                <a:gd name="connsiteY0" fmla="*/ 88 h 87"/>
                <a:gd name="connsiteX1" fmla="*/ 417 w 417"/>
                <a:gd name="connsiteY1" fmla="*/ 0 h 87"/>
                <a:gd name="connsiteX2" fmla="*/ 0 w 417"/>
                <a:gd name="connsiteY2" fmla="*/ 88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87">
                  <a:moveTo>
                    <a:pt x="0" y="88"/>
                  </a:moveTo>
                  <a:cubicBezTo>
                    <a:pt x="0" y="88"/>
                    <a:pt x="278" y="0"/>
                    <a:pt x="417" y="0"/>
                  </a:cubicBezTo>
                  <a:cubicBezTo>
                    <a:pt x="278" y="0"/>
                    <a:pt x="139" y="0"/>
                    <a:pt x="0" y="88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5" name="Freeform: Shape 2634">
              <a:extLst>
                <a:ext uri="{FF2B5EF4-FFF2-40B4-BE49-F238E27FC236}">
                  <a16:creationId xmlns:a16="http://schemas.microsoft.com/office/drawing/2014/main" id="{80DB4748-2EB5-6F3E-B535-8FCC7160EC07}"/>
                </a:ext>
              </a:extLst>
            </p:cNvPr>
            <p:cNvSpPr>
              <a:spLocks/>
            </p:cNvSpPr>
            <p:nvPr/>
          </p:nvSpPr>
          <p:spPr>
            <a:xfrm>
              <a:off x="7577314" y="3366100"/>
              <a:ext cx="191335" cy="100386"/>
            </a:xfrm>
            <a:custGeom>
              <a:avLst/>
              <a:gdLst>
                <a:gd name="connsiteX0" fmla="*/ 127259 w 128186"/>
                <a:gd name="connsiteY0" fmla="*/ 66201 h 67254"/>
                <a:gd name="connsiteX1" fmla="*/ 127816 w 128186"/>
                <a:gd name="connsiteY1" fmla="*/ 65894 h 67254"/>
                <a:gd name="connsiteX2" fmla="*/ 127955 w 128186"/>
                <a:gd name="connsiteY2" fmla="*/ 65718 h 67254"/>
                <a:gd name="connsiteX3" fmla="*/ 128187 w 128186"/>
                <a:gd name="connsiteY3" fmla="*/ 65016 h 67254"/>
                <a:gd name="connsiteX4" fmla="*/ 126888 w 128186"/>
                <a:gd name="connsiteY4" fmla="*/ 64050 h 67254"/>
                <a:gd name="connsiteX5" fmla="*/ 126239 w 128186"/>
                <a:gd name="connsiteY5" fmla="*/ 64138 h 67254"/>
                <a:gd name="connsiteX6" fmla="*/ 116685 w 128186"/>
                <a:gd name="connsiteY6" fmla="*/ 65148 h 67254"/>
                <a:gd name="connsiteX7" fmla="*/ 110795 w 128186"/>
                <a:gd name="connsiteY7" fmla="*/ 63567 h 67254"/>
                <a:gd name="connsiteX8" fmla="*/ 110471 w 128186"/>
                <a:gd name="connsiteY8" fmla="*/ 63567 h 67254"/>
                <a:gd name="connsiteX9" fmla="*/ 105972 w 128186"/>
                <a:gd name="connsiteY9" fmla="*/ 63567 h 67254"/>
                <a:gd name="connsiteX10" fmla="*/ 96279 w 128186"/>
                <a:gd name="connsiteY10" fmla="*/ 61153 h 67254"/>
                <a:gd name="connsiteX11" fmla="*/ 96001 w 128186"/>
                <a:gd name="connsiteY11" fmla="*/ 61153 h 67254"/>
                <a:gd name="connsiteX12" fmla="*/ 92569 w 128186"/>
                <a:gd name="connsiteY12" fmla="*/ 61153 h 67254"/>
                <a:gd name="connsiteX13" fmla="*/ 90018 w 128186"/>
                <a:gd name="connsiteY13" fmla="*/ 57509 h 67254"/>
                <a:gd name="connsiteX14" fmla="*/ 88581 w 128186"/>
                <a:gd name="connsiteY14" fmla="*/ 57114 h 67254"/>
                <a:gd name="connsiteX15" fmla="*/ 84175 w 128186"/>
                <a:gd name="connsiteY15" fmla="*/ 59089 h 67254"/>
                <a:gd name="connsiteX16" fmla="*/ 73786 w 128186"/>
                <a:gd name="connsiteY16" fmla="*/ 53822 h 67254"/>
                <a:gd name="connsiteX17" fmla="*/ 72488 w 128186"/>
                <a:gd name="connsiteY17" fmla="*/ 49870 h 67254"/>
                <a:gd name="connsiteX18" fmla="*/ 71653 w 128186"/>
                <a:gd name="connsiteY18" fmla="*/ 49124 h 67254"/>
                <a:gd name="connsiteX19" fmla="*/ 58343 w 128186"/>
                <a:gd name="connsiteY19" fmla="*/ 46095 h 67254"/>
                <a:gd name="connsiteX20" fmla="*/ 48047 w 128186"/>
                <a:gd name="connsiteY20" fmla="*/ 46095 h 67254"/>
                <a:gd name="connsiteX21" fmla="*/ 38308 w 128186"/>
                <a:gd name="connsiteY21" fmla="*/ 43549 h 67254"/>
                <a:gd name="connsiteX22" fmla="*/ 36777 w 128186"/>
                <a:gd name="connsiteY22" fmla="*/ 40212 h 67254"/>
                <a:gd name="connsiteX23" fmla="*/ 35711 w 128186"/>
                <a:gd name="connsiteY23" fmla="*/ 39554 h 67254"/>
                <a:gd name="connsiteX24" fmla="*/ 29125 w 128186"/>
                <a:gd name="connsiteY24" fmla="*/ 39554 h 67254"/>
                <a:gd name="connsiteX25" fmla="*/ 21705 w 128186"/>
                <a:gd name="connsiteY25" fmla="*/ 34198 h 67254"/>
                <a:gd name="connsiteX26" fmla="*/ 9832 w 128186"/>
                <a:gd name="connsiteY26" fmla="*/ 28711 h 67254"/>
                <a:gd name="connsiteX27" fmla="*/ 9322 w 128186"/>
                <a:gd name="connsiteY27" fmla="*/ 28579 h 67254"/>
                <a:gd name="connsiteX28" fmla="*/ 5751 w 128186"/>
                <a:gd name="connsiteY28" fmla="*/ 28579 h 67254"/>
                <a:gd name="connsiteX29" fmla="*/ 2365 w 128186"/>
                <a:gd name="connsiteY29" fmla="*/ 25111 h 67254"/>
                <a:gd name="connsiteX30" fmla="*/ 2365 w 128186"/>
                <a:gd name="connsiteY30" fmla="*/ 21116 h 67254"/>
                <a:gd name="connsiteX31" fmla="*/ 5983 w 128186"/>
                <a:gd name="connsiteY31" fmla="*/ 18438 h 67254"/>
                <a:gd name="connsiteX32" fmla="*/ 6447 w 128186"/>
                <a:gd name="connsiteY32" fmla="*/ 17560 h 67254"/>
                <a:gd name="connsiteX33" fmla="*/ 6447 w 128186"/>
                <a:gd name="connsiteY33" fmla="*/ 7726 h 67254"/>
                <a:gd name="connsiteX34" fmla="*/ 14934 w 128186"/>
                <a:gd name="connsiteY34" fmla="*/ 2502 h 67254"/>
                <a:gd name="connsiteX35" fmla="*/ 15768 w 128186"/>
                <a:gd name="connsiteY35" fmla="*/ 2019 h 67254"/>
                <a:gd name="connsiteX36" fmla="*/ 16093 w 128186"/>
                <a:gd name="connsiteY36" fmla="*/ 483 h 67254"/>
                <a:gd name="connsiteX37" fmla="*/ 15629 w 128186"/>
                <a:gd name="connsiteY37" fmla="*/ 176 h 67254"/>
                <a:gd name="connsiteX38" fmla="*/ 15258 w 128186"/>
                <a:gd name="connsiteY38" fmla="*/ 0 h 67254"/>
                <a:gd name="connsiteX39" fmla="*/ 14841 w 128186"/>
                <a:gd name="connsiteY39" fmla="*/ 88 h 67254"/>
                <a:gd name="connsiteX40" fmla="*/ 14470 w 128186"/>
                <a:gd name="connsiteY40" fmla="*/ 132 h 67254"/>
                <a:gd name="connsiteX41" fmla="*/ 12800 w 128186"/>
                <a:gd name="connsiteY41" fmla="*/ 1141 h 67254"/>
                <a:gd name="connsiteX42" fmla="*/ 4591 w 128186"/>
                <a:gd name="connsiteY42" fmla="*/ 6146 h 67254"/>
                <a:gd name="connsiteX43" fmla="*/ 4081 w 128186"/>
                <a:gd name="connsiteY43" fmla="*/ 7068 h 67254"/>
                <a:gd name="connsiteX44" fmla="*/ 4081 w 128186"/>
                <a:gd name="connsiteY44" fmla="*/ 16945 h 67254"/>
                <a:gd name="connsiteX45" fmla="*/ 464 w 128186"/>
                <a:gd name="connsiteY45" fmla="*/ 19623 h 67254"/>
                <a:gd name="connsiteX46" fmla="*/ 0 w 128186"/>
                <a:gd name="connsiteY46" fmla="*/ 20501 h 67254"/>
                <a:gd name="connsiteX47" fmla="*/ 0 w 128186"/>
                <a:gd name="connsiteY47" fmla="*/ 25418 h 67254"/>
                <a:gd name="connsiteX48" fmla="*/ 325 w 128186"/>
                <a:gd name="connsiteY48" fmla="*/ 26164 h 67254"/>
                <a:gd name="connsiteX49" fmla="*/ 4359 w 128186"/>
                <a:gd name="connsiteY49" fmla="*/ 30291 h 67254"/>
                <a:gd name="connsiteX50" fmla="*/ 5194 w 128186"/>
                <a:gd name="connsiteY50" fmla="*/ 30642 h 67254"/>
                <a:gd name="connsiteX51" fmla="*/ 8997 w 128186"/>
                <a:gd name="connsiteY51" fmla="*/ 30642 h 67254"/>
                <a:gd name="connsiteX52" fmla="*/ 20453 w 128186"/>
                <a:gd name="connsiteY52" fmla="*/ 35910 h 67254"/>
                <a:gd name="connsiteX53" fmla="*/ 27966 w 128186"/>
                <a:gd name="connsiteY53" fmla="*/ 41398 h 67254"/>
                <a:gd name="connsiteX54" fmla="*/ 28661 w 128186"/>
                <a:gd name="connsiteY54" fmla="*/ 41617 h 67254"/>
                <a:gd name="connsiteX55" fmla="*/ 34829 w 128186"/>
                <a:gd name="connsiteY55" fmla="*/ 41617 h 67254"/>
                <a:gd name="connsiteX56" fmla="*/ 36267 w 128186"/>
                <a:gd name="connsiteY56" fmla="*/ 44778 h 67254"/>
                <a:gd name="connsiteX57" fmla="*/ 37009 w 128186"/>
                <a:gd name="connsiteY57" fmla="*/ 45393 h 67254"/>
                <a:gd name="connsiteX58" fmla="*/ 47444 w 128186"/>
                <a:gd name="connsiteY58" fmla="*/ 48114 h 67254"/>
                <a:gd name="connsiteX59" fmla="*/ 47769 w 128186"/>
                <a:gd name="connsiteY59" fmla="*/ 48114 h 67254"/>
                <a:gd name="connsiteX60" fmla="*/ 57925 w 128186"/>
                <a:gd name="connsiteY60" fmla="*/ 48114 h 67254"/>
                <a:gd name="connsiteX61" fmla="*/ 70355 w 128186"/>
                <a:gd name="connsiteY61" fmla="*/ 50968 h 67254"/>
                <a:gd name="connsiteX62" fmla="*/ 71607 w 128186"/>
                <a:gd name="connsiteY62" fmla="*/ 54787 h 67254"/>
                <a:gd name="connsiteX63" fmla="*/ 72163 w 128186"/>
                <a:gd name="connsiteY63" fmla="*/ 55446 h 67254"/>
                <a:gd name="connsiteX64" fmla="*/ 83479 w 128186"/>
                <a:gd name="connsiteY64" fmla="*/ 61197 h 67254"/>
                <a:gd name="connsiteX65" fmla="*/ 84500 w 128186"/>
                <a:gd name="connsiteY65" fmla="*/ 61197 h 67254"/>
                <a:gd name="connsiteX66" fmla="*/ 88534 w 128186"/>
                <a:gd name="connsiteY66" fmla="*/ 59397 h 67254"/>
                <a:gd name="connsiteX67" fmla="*/ 90900 w 128186"/>
                <a:gd name="connsiteY67" fmla="*/ 62733 h 67254"/>
                <a:gd name="connsiteX68" fmla="*/ 91873 w 128186"/>
                <a:gd name="connsiteY68" fmla="*/ 63216 h 67254"/>
                <a:gd name="connsiteX69" fmla="*/ 95769 w 128186"/>
                <a:gd name="connsiteY69" fmla="*/ 63216 h 67254"/>
                <a:gd name="connsiteX70" fmla="*/ 105462 w 128186"/>
                <a:gd name="connsiteY70" fmla="*/ 65631 h 67254"/>
                <a:gd name="connsiteX71" fmla="*/ 105740 w 128186"/>
                <a:gd name="connsiteY71" fmla="*/ 65631 h 67254"/>
                <a:gd name="connsiteX72" fmla="*/ 110192 w 128186"/>
                <a:gd name="connsiteY72" fmla="*/ 65631 h 67254"/>
                <a:gd name="connsiteX73" fmla="*/ 116129 w 128186"/>
                <a:gd name="connsiteY73" fmla="*/ 67255 h 67254"/>
                <a:gd name="connsiteX74" fmla="*/ 116454 w 128186"/>
                <a:gd name="connsiteY74" fmla="*/ 67255 h 67254"/>
                <a:gd name="connsiteX75" fmla="*/ 116593 w 128186"/>
                <a:gd name="connsiteY75" fmla="*/ 67255 h 67254"/>
                <a:gd name="connsiteX76" fmla="*/ 126842 w 128186"/>
                <a:gd name="connsiteY76" fmla="*/ 66157 h 67254"/>
                <a:gd name="connsiteX77" fmla="*/ 127027 w 128186"/>
                <a:gd name="connsiteY77" fmla="*/ 66157 h 67254"/>
                <a:gd name="connsiteX78" fmla="*/ 127120 w 128186"/>
                <a:gd name="connsiteY78" fmla="*/ 66070 h 6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28186" h="67254">
                  <a:moveTo>
                    <a:pt x="127259" y="66201"/>
                  </a:moveTo>
                  <a:cubicBezTo>
                    <a:pt x="127259" y="66201"/>
                    <a:pt x="127677" y="66070"/>
                    <a:pt x="127816" y="65894"/>
                  </a:cubicBezTo>
                  <a:cubicBezTo>
                    <a:pt x="127862" y="65850"/>
                    <a:pt x="127909" y="65806"/>
                    <a:pt x="127955" y="65718"/>
                  </a:cubicBezTo>
                  <a:cubicBezTo>
                    <a:pt x="128094" y="65499"/>
                    <a:pt x="128187" y="65279"/>
                    <a:pt x="128187" y="65016"/>
                  </a:cubicBezTo>
                  <a:cubicBezTo>
                    <a:pt x="128140" y="64401"/>
                    <a:pt x="127537" y="63962"/>
                    <a:pt x="126888" y="64050"/>
                  </a:cubicBezTo>
                  <a:lnTo>
                    <a:pt x="126239" y="64138"/>
                  </a:lnTo>
                  <a:lnTo>
                    <a:pt x="116685" y="65148"/>
                  </a:lnTo>
                  <a:lnTo>
                    <a:pt x="110795" y="63567"/>
                  </a:lnTo>
                  <a:cubicBezTo>
                    <a:pt x="110795" y="63567"/>
                    <a:pt x="110610" y="63567"/>
                    <a:pt x="110471" y="63567"/>
                  </a:cubicBezTo>
                  <a:lnTo>
                    <a:pt x="105972" y="63567"/>
                  </a:lnTo>
                  <a:lnTo>
                    <a:pt x="96279" y="61153"/>
                  </a:lnTo>
                  <a:cubicBezTo>
                    <a:pt x="96279" y="61153"/>
                    <a:pt x="96094" y="61153"/>
                    <a:pt x="96001" y="61153"/>
                  </a:cubicBezTo>
                  <a:lnTo>
                    <a:pt x="92569" y="61153"/>
                  </a:lnTo>
                  <a:lnTo>
                    <a:pt x="90018" y="57509"/>
                  </a:lnTo>
                  <a:cubicBezTo>
                    <a:pt x="89694" y="57070"/>
                    <a:pt x="89091" y="56894"/>
                    <a:pt x="88581" y="57114"/>
                  </a:cubicBezTo>
                  <a:lnTo>
                    <a:pt x="84175" y="59089"/>
                  </a:lnTo>
                  <a:lnTo>
                    <a:pt x="73786" y="53822"/>
                  </a:lnTo>
                  <a:lnTo>
                    <a:pt x="72488" y="49870"/>
                  </a:lnTo>
                  <a:cubicBezTo>
                    <a:pt x="72349" y="49519"/>
                    <a:pt x="72070" y="49212"/>
                    <a:pt x="71653" y="49124"/>
                  </a:cubicBezTo>
                  <a:lnTo>
                    <a:pt x="58343" y="46095"/>
                  </a:lnTo>
                  <a:lnTo>
                    <a:pt x="48047" y="46095"/>
                  </a:lnTo>
                  <a:lnTo>
                    <a:pt x="38308" y="43549"/>
                  </a:lnTo>
                  <a:lnTo>
                    <a:pt x="36777" y="40212"/>
                  </a:lnTo>
                  <a:cubicBezTo>
                    <a:pt x="36592" y="39817"/>
                    <a:pt x="36174" y="39554"/>
                    <a:pt x="35711" y="39554"/>
                  </a:cubicBezTo>
                  <a:lnTo>
                    <a:pt x="29125" y="39554"/>
                  </a:lnTo>
                  <a:lnTo>
                    <a:pt x="21705" y="34198"/>
                  </a:lnTo>
                  <a:lnTo>
                    <a:pt x="9832" y="28711"/>
                  </a:lnTo>
                  <a:cubicBezTo>
                    <a:pt x="9832" y="28711"/>
                    <a:pt x="9507" y="28579"/>
                    <a:pt x="9322" y="28579"/>
                  </a:cubicBezTo>
                  <a:lnTo>
                    <a:pt x="5751" y="28579"/>
                  </a:lnTo>
                  <a:lnTo>
                    <a:pt x="2365" y="25111"/>
                  </a:lnTo>
                  <a:lnTo>
                    <a:pt x="2365" y="21116"/>
                  </a:lnTo>
                  <a:lnTo>
                    <a:pt x="5983" y="18438"/>
                  </a:lnTo>
                  <a:cubicBezTo>
                    <a:pt x="6261" y="18219"/>
                    <a:pt x="6447" y="17911"/>
                    <a:pt x="6447" y="17560"/>
                  </a:cubicBezTo>
                  <a:lnTo>
                    <a:pt x="6447" y="7726"/>
                  </a:lnTo>
                  <a:lnTo>
                    <a:pt x="14934" y="2502"/>
                  </a:lnTo>
                  <a:lnTo>
                    <a:pt x="15768" y="2019"/>
                  </a:lnTo>
                  <a:cubicBezTo>
                    <a:pt x="16325" y="1668"/>
                    <a:pt x="16464" y="1010"/>
                    <a:pt x="16093" y="483"/>
                  </a:cubicBezTo>
                  <a:cubicBezTo>
                    <a:pt x="16000" y="307"/>
                    <a:pt x="15815" y="263"/>
                    <a:pt x="15629" y="176"/>
                  </a:cubicBezTo>
                  <a:cubicBezTo>
                    <a:pt x="15490" y="88"/>
                    <a:pt x="15397" y="44"/>
                    <a:pt x="15258" y="0"/>
                  </a:cubicBezTo>
                  <a:cubicBezTo>
                    <a:pt x="15119" y="0"/>
                    <a:pt x="14980" y="0"/>
                    <a:pt x="14841" y="88"/>
                  </a:cubicBezTo>
                  <a:cubicBezTo>
                    <a:pt x="14702" y="88"/>
                    <a:pt x="14609" y="88"/>
                    <a:pt x="14470" y="132"/>
                  </a:cubicBezTo>
                  <a:lnTo>
                    <a:pt x="12800" y="1141"/>
                  </a:lnTo>
                  <a:lnTo>
                    <a:pt x="4591" y="6146"/>
                  </a:lnTo>
                  <a:cubicBezTo>
                    <a:pt x="4267" y="6366"/>
                    <a:pt x="4081" y="6673"/>
                    <a:pt x="4081" y="7068"/>
                  </a:cubicBezTo>
                  <a:lnTo>
                    <a:pt x="4081" y="16945"/>
                  </a:lnTo>
                  <a:lnTo>
                    <a:pt x="464" y="19623"/>
                  </a:lnTo>
                  <a:cubicBezTo>
                    <a:pt x="186" y="19843"/>
                    <a:pt x="0" y="20150"/>
                    <a:pt x="0" y="20501"/>
                  </a:cubicBezTo>
                  <a:lnTo>
                    <a:pt x="0" y="25418"/>
                  </a:lnTo>
                  <a:cubicBezTo>
                    <a:pt x="0" y="25682"/>
                    <a:pt x="93" y="25945"/>
                    <a:pt x="325" y="26164"/>
                  </a:cubicBezTo>
                  <a:lnTo>
                    <a:pt x="4359" y="30291"/>
                  </a:lnTo>
                  <a:cubicBezTo>
                    <a:pt x="4591" y="30511"/>
                    <a:pt x="4870" y="30642"/>
                    <a:pt x="5194" y="30642"/>
                  </a:cubicBezTo>
                  <a:lnTo>
                    <a:pt x="8997" y="30642"/>
                  </a:lnTo>
                  <a:lnTo>
                    <a:pt x="20453" y="35910"/>
                  </a:lnTo>
                  <a:lnTo>
                    <a:pt x="27966" y="41398"/>
                  </a:lnTo>
                  <a:cubicBezTo>
                    <a:pt x="27966" y="41398"/>
                    <a:pt x="28429" y="41617"/>
                    <a:pt x="28661" y="41617"/>
                  </a:cubicBezTo>
                  <a:lnTo>
                    <a:pt x="34829" y="41617"/>
                  </a:lnTo>
                  <a:lnTo>
                    <a:pt x="36267" y="44778"/>
                  </a:lnTo>
                  <a:cubicBezTo>
                    <a:pt x="36406" y="45085"/>
                    <a:pt x="36685" y="45305"/>
                    <a:pt x="37009" y="45393"/>
                  </a:cubicBezTo>
                  <a:lnTo>
                    <a:pt x="47444" y="48114"/>
                  </a:lnTo>
                  <a:cubicBezTo>
                    <a:pt x="47444" y="48114"/>
                    <a:pt x="47630" y="48114"/>
                    <a:pt x="47769" y="48114"/>
                  </a:cubicBezTo>
                  <a:lnTo>
                    <a:pt x="57925" y="48114"/>
                  </a:lnTo>
                  <a:cubicBezTo>
                    <a:pt x="57925" y="48114"/>
                    <a:pt x="70355" y="50968"/>
                    <a:pt x="70355" y="50968"/>
                  </a:cubicBezTo>
                  <a:lnTo>
                    <a:pt x="71607" y="54787"/>
                  </a:lnTo>
                  <a:cubicBezTo>
                    <a:pt x="71699" y="55051"/>
                    <a:pt x="71885" y="55314"/>
                    <a:pt x="72163" y="55446"/>
                  </a:cubicBezTo>
                  <a:lnTo>
                    <a:pt x="83479" y="61197"/>
                  </a:lnTo>
                  <a:cubicBezTo>
                    <a:pt x="83804" y="61372"/>
                    <a:pt x="84175" y="61372"/>
                    <a:pt x="84500" y="61197"/>
                  </a:cubicBezTo>
                  <a:lnTo>
                    <a:pt x="88534" y="59397"/>
                  </a:lnTo>
                  <a:lnTo>
                    <a:pt x="90900" y="62733"/>
                  </a:lnTo>
                  <a:cubicBezTo>
                    <a:pt x="91131" y="63040"/>
                    <a:pt x="91456" y="63216"/>
                    <a:pt x="91873" y="63216"/>
                  </a:cubicBezTo>
                  <a:lnTo>
                    <a:pt x="95769" y="63216"/>
                  </a:lnTo>
                  <a:lnTo>
                    <a:pt x="105462" y="65631"/>
                  </a:lnTo>
                  <a:cubicBezTo>
                    <a:pt x="105462" y="65631"/>
                    <a:pt x="105648" y="65631"/>
                    <a:pt x="105740" y="65631"/>
                  </a:cubicBezTo>
                  <a:lnTo>
                    <a:pt x="110192" y="65631"/>
                  </a:lnTo>
                  <a:lnTo>
                    <a:pt x="116129" y="67255"/>
                  </a:lnTo>
                  <a:cubicBezTo>
                    <a:pt x="116129" y="67255"/>
                    <a:pt x="116314" y="67255"/>
                    <a:pt x="116454" y="67255"/>
                  </a:cubicBezTo>
                  <a:cubicBezTo>
                    <a:pt x="116454" y="67255"/>
                    <a:pt x="116546" y="67255"/>
                    <a:pt x="116593" y="67255"/>
                  </a:cubicBezTo>
                  <a:lnTo>
                    <a:pt x="126842" y="66157"/>
                  </a:lnTo>
                  <a:lnTo>
                    <a:pt x="127027" y="66157"/>
                  </a:lnTo>
                  <a:cubicBezTo>
                    <a:pt x="127027" y="66157"/>
                    <a:pt x="127074" y="66114"/>
                    <a:pt x="127120" y="6607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6" name="Freeform: Shape 2635">
              <a:extLst>
                <a:ext uri="{FF2B5EF4-FFF2-40B4-BE49-F238E27FC236}">
                  <a16:creationId xmlns:a16="http://schemas.microsoft.com/office/drawing/2014/main" id="{4CEA781A-7697-17D7-A2AF-6EFCFB444A04}"/>
                </a:ext>
              </a:extLst>
            </p:cNvPr>
            <p:cNvSpPr>
              <a:spLocks/>
            </p:cNvSpPr>
            <p:nvPr/>
          </p:nvSpPr>
          <p:spPr>
            <a:xfrm>
              <a:off x="7863115" y="3568971"/>
              <a:ext cx="14148" cy="40298"/>
            </a:xfrm>
            <a:custGeom>
              <a:avLst/>
              <a:gdLst>
                <a:gd name="connsiteX0" fmla="*/ 3959 w 9478"/>
                <a:gd name="connsiteY0" fmla="*/ 11721 h 26998"/>
                <a:gd name="connsiteX1" fmla="*/ 7531 w 9478"/>
                <a:gd name="connsiteY1" fmla="*/ 15102 h 26998"/>
                <a:gd name="connsiteX2" fmla="*/ 8783 w 9478"/>
                <a:gd name="connsiteY2" fmla="*/ 15321 h 26998"/>
                <a:gd name="connsiteX3" fmla="*/ 9478 w 9478"/>
                <a:gd name="connsiteY3" fmla="*/ 14311 h 26998"/>
                <a:gd name="connsiteX4" fmla="*/ 9478 w 9478"/>
                <a:gd name="connsiteY4" fmla="*/ 2853 h 26998"/>
                <a:gd name="connsiteX5" fmla="*/ 9339 w 9478"/>
                <a:gd name="connsiteY5" fmla="*/ 2151 h 26998"/>
                <a:gd name="connsiteX6" fmla="*/ 7067 w 9478"/>
                <a:gd name="connsiteY6" fmla="*/ 658 h 26998"/>
                <a:gd name="connsiteX7" fmla="*/ 7067 w 9478"/>
                <a:gd name="connsiteY7" fmla="*/ 658 h 26998"/>
                <a:gd name="connsiteX8" fmla="*/ 6603 w 9478"/>
                <a:gd name="connsiteY8" fmla="*/ 0 h 26998"/>
                <a:gd name="connsiteX9" fmla="*/ 7206 w 9478"/>
                <a:gd name="connsiteY9" fmla="*/ 3073 h 26998"/>
                <a:gd name="connsiteX10" fmla="*/ 7206 w 9478"/>
                <a:gd name="connsiteY10" fmla="*/ 11677 h 26998"/>
                <a:gd name="connsiteX11" fmla="*/ 4562 w 9478"/>
                <a:gd name="connsiteY11" fmla="*/ 9175 h 26998"/>
                <a:gd name="connsiteX12" fmla="*/ 3588 w 9478"/>
                <a:gd name="connsiteY12" fmla="*/ 8868 h 26998"/>
                <a:gd name="connsiteX13" fmla="*/ 2754 w 9478"/>
                <a:gd name="connsiteY13" fmla="*/ 9395 h 26998"/>
                <a:gd name="connsiteX14" fmla="*/ 156 w 9478"/>
                <a:gd name="connsiteY14" fmla="*/ 13785 h 26998"/>
                <a:gd name="connsiteX15" fmla="*/ 17 w 9478"/>
                <a:gd name="connsiteY15" fmla="*/ 14575 h 26998"/>
                <a:gd name="connsiteX16" fmla="*/ 17 w 9478"/>
                <a:gd name="connsiteY16" fmla="*/ 14707 h 26998"/>
                <a:gd name="connsiteX17" fmla="*/ 2615 w 9478"/>
                <a:gd name="connsiteY17" fmla="*/ 26121 h 26998"/>
                <a:gd name="connsiteX18" fmla="*/ 3728 w 9478"/>
                <a:gd name="connsiteY18" fmla="*/ 26999 h 26998"/>
                <a:gd name="connsiteX19" fmla="*/ 3959 w 9478"/>
                <a:gd name="connsiteY19" fmla="*/ 26999 h 26998"/>
                <a:gd name="connsiteX20" fmla="*/ 4841 w 9478"/>
                <a:gd name="connsiteY20" fmla="*/ 25682 h 26998"/>
                <a:gd name="connsiteX21" fmla="*/ 3867 w 9478"/>
                <a:gd name="connsiteY21" fmla="*/ 21336 h 26998"/>
                <a:gd name="connsiteX22" fmla="*/ 2336 w 9478"/>
                <a:gd name="connsiteY22" fmla="*/ 14575 h 26998"/>
                <a:gd name="connsiteX23" fmla="*/ 3959 w 9478"/>
                <a:gd name="connsiteY23" fmla="*/ 11809 h 2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78" h="26998">
                  <a:moveTo>
                    <a:pt x="3959" y="11721"/>
                  </a:moveTo>
                  <a:lnTo>
                    <a:pt x="7531" y="15102"/>
                  </a:lnTo>
                  <a:cubicBezTo>
                    <a:pt x="7855" y="15409"/>
                    <a:pt x="8365" y="15497"/>
                    <a:pt x="8783" y="15321"/>
                  </a:cubicBezTo>
                  <a:cubicBezTo>
                    <a:pt x="9200" y="15146"/>
                    <a:pt x="9478" y="14750"/>
                    <a:pt x="9478" y="14311"/>
                  </a:cubicBezTo>
                  <a:lnTo>
                    <a:pt x="9478" y="2853"/>
                  </a:lnTo>
                  <a:cubicBezTo>
                    <a:pt x="9478" y="2853"/>
                    <a:pt x="9339" y="2151"/>
                    <a:pt x="9339" y="2151"/>
                  </a:cubicBezTo>
                  <a:lnTo>
                    <a:pt x="7067" y="658"/>
                  </a:lnTo>
                  <a:cubicBezTo>
                    <a:pt x="7067" y="658"/>
                    <a:pt x="7067" y="658"/>
                    <a:pt x="7067" y="658"/>
                  </a:cubicBezTo>
                  <a:cubicBezTo>
                    <a:pt x="6835" y="483"/>
                    <a:pt x="6649" y="263"/>
                    <a:pt x="6603" y="0"/>
                  </a:cubicBezTo>
                  <a:lnTo>
                    <a:pt x="7206" y="3073"/>
                  </a:lnTo>
                  <a:lnTo>
                    <a:pt x="7206" y="11677"/>
                  </a:lnTo>
                  <a:lnTo>
                    <a:pt x="4562" y="9175"/>
                  </a:lnTo>
                  <a:cubicBezTo>
                    <a:pt x="4330" y="8912"/>
                    <a:pt x="3959" y="8824"/>
                    <a:pt x="3588" y="8868"/>
                  </a:cubicBezTo>
                  <a:cubicBezTo>
                    <a:pt x="3217" y="8912"/>
                    <a:pt x="2893" y="9131"/>
                    <a:pt x="2754" y="9395"/>
                  </a:cubicBezTo>
                  <a:lnTo>
                    <a:pt x="156" y="13785"/>
                  </a:lnTo>
                  <a:cubicBezTo>
                    <a:pt x="17" y="14004"/>
                    <a:pt x="-29" y="14311"/>
                    <a:pt x="17" y="14575"/>
                  </a:cubicBezTo>
                  <a:lnTo>
                    <a:pt x="17" y="14707"/>
                  </a:lnTo>
                  <a:cubicBezTo>
                    <a:pt x="17" y="14707"/>
                    <a:pt x="2615" y="26121"/>
                    <a:pt x="2615" y="26121"/>
                  </a:cubicBezTo>
                  <a:cubicBezTo>
                    <a:pt x="2707" y="26647"/>
                    <a:pt x="3217" y="26999"/>
                    <a:pt x="3728" y="26999"/>
                  </a:cubicBezTo>
                  <a:cubicBezTo>
                    <a:pt x="3820" y="26999"/>
                    <a:pt x="3913" y="26999"/>
                    <a:pt x="3959" y="26999"/>
                  </a:cubicBezTo>
                  <a:cubicBezTo>
                    <a:pt x="4562" y="26867"/>
                    <a:pt x="4980" y="26296"/>
                    <a:pt x="4841" y="25682"/>
                  </a:cubicBezTo>
                  <a:lnTo>
                    <a:pt x="3867" y="21336"/>
                  </a:lnTo>
                  <a:lnTo>
                    <a:pt x="2336" y="14575"/>
                  </a:lnTo>
                  <a:lnTo>
                    <a:pt x="3959" y="1180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7" name="Freeform: Shape 2636">
              <a:extLst>
                <a:ext uri="{FF2B5EF4-FFF2-40B4-BE49-F238E27FC236}">
                  <a16:creationId xmlns:a16="http://schemas.microsoft.com/office/drawing/2014/main" id="{14099E33-B7B8-217E-19E1-F895EA1C2121}"/>
                </a:ext>
              </a:extLst>
            </p:cNvPr>
            <p:cNvSpPr>
              <a:spLocks/>
            </p:cNvSpPr>
            <p:nvPr/>
          </p:nvSpPr>
          <p:spPr>
            <a:xfrm>
              <a:off x="7777983" y="3463349"/>
              <a:ext cx="98241" cy="106277"/>
            </a:xfrm>
            <a:custGeom>
              <a:avLst/>
              <a:gdLst>
                <a:gd name="connsiteX0" fmla="*/ 63776 w 65817"/>
                <a:gd name="connsiteY0" fmla="*/ 69884 h 71201"/>
                <a:gd name="connsiteX1" fmla="*/ 65400 w 65817"/>
                <a:gd name="connsiteY1" fmla="*/ 69621 h 71201"/>
                <a:gd name="connsiteX2" fmla="*/ 65817 w 65817"/>
                <a:gd name="connsiteY2" fmla="*/ 69884 h 71201"/>
                <a:gd name="connsiteX3" fmla="*/ 62153 w 65817"/>
                <a:gd name="connsiteY3" fmla="*/ 50305 h 71201"/>
                <a:gd name="connsiteX4" fmla="*/ 61504 w 65817"/>
                <a:gd name="connsiteY4" fmla="*/ 49515 h 71201"/>
                <a:gd name="connsiteX5" fmla="*/ 60437 w 65817"/>
                <a:gd name="connsiteY5" fmla="*/ 49559 h 71201"/>
                <a:gd name="connsiteX6" fmla="*/ 48750 w 65817"/>
                <a:gd name="connsiteY6" fmla="*/ 56231 h 71201"/>
                <a:gd name="connsiteX7" fmla="*/ 43092 w 65817"/>
                <a:gd name="connsiteY7" fmla="*/ 50656 h 71201"/>
                <a:gd name="connsiteX8" fmla="*/ 43881 w 65817"/>
                <a:gd name="connsiteY8" fmla="*/ 42271 h 71201"/>
                <a:gd name="connsiteX9" fmla="*/ 50605 w 65817"/>
                <a:gd name="connsiteY9" fmla="*/ 36915 h 71201"/>
                <a:gd name="connsiteX10" fmla="*/ 61458 w 65817"/>
                <a:gd name="connsiteY10" fmla="*/ 32876 h 71201"/>
                <a:gd name="connsiteX11" fmla="*/ 62153 w 65817"/>
                <a:gd name="connsiteY11" fmla="*/ 31560 h 71201"/>
                <a:gd name="connsiteX12" fmla="*/ 60113 w 65817"/>
                <a:gd name="connsiteY12" fmla="*/ 24448 h 71201"/>
                <a:gd name="connsiteX13" fmla="*/ 59000 w 65817"/>
                <a:gd name="connsiteY13" fmla="*/ 23658 h 71201"/>
                <a:gd name="connsiteX14" fmla="*/ 46061 w 65817"/>
                <a:gd name="connsiteY14" fmla="*/ 23658 h 71201"/>
                <a:gd name="connsiteX15" fmla="*/ 29457 w 65817"/>
                <a:gd name="connsiteY15" fmla="*/ 22297 h 71201"/>
                <a:gd name="connsiteX16" fmla="*/ 23150 w 65817"/>
                <a:gd name="connsiteY16" fmla="*/ 19443 h 71201"/>
                <a:gd name="connsiteX17" fmla="*/ 24217 w 65817"/>
                <a:gd name="connsiteY17" fmla="*/ 11234 h 71201"/>
                <a:gd name="connsiteX18" fmla="*/ 24495 w 65817"/>
                <a:gd name="connsiteY18" fmla="*/ 9258 h 71201"/>
                <a:gd name="connsiteX19" fmla="*/ 24356 w 65817"/>
                <a:gd name="connsiteY19" fmla="*/ 8556 h 71201"/>
                <a:gd name="connsiteX20" fmla="*/ 20877 w 65817"/>
                <a:gd name="connsiteY20" fmla="*/ 3068 h 71201"/>
                <a:gd name="connsiteX21" fmla="*/ 19764 w 65817"/>
                <a:gd name="connsiteY21" fmla="*/ 2542 h 71201"/>
                <a:gd name="connsiteX22" fmla="*/ 18791 w 65817"/>
                <a:gd name="connsiteY22" fmla="*/ 3244 h 71201"/>
                <a:gd name="connsiteX23" fmla="*/ 16889 w 65817"/>
                <a:gd name="connsiteY23" fmla="*/ 8161 h 71201"/>
                <a:gd name="connsiteX24" fmla="*/ 12715 w 65817"/>
                <a:gd name="connsiteY24" fmla="*/ 6361 h 71201"/>
                <a:gd name="connsiteX25" fmla="*/ 10860 w 65817"/>
                <a:gd name="connsiteY25" fmla="*/ 786 h 71201"/>
                <a:gd name="connsiteX26" fmla="*/ 10211 w 65817"/>
                <a:gd name="connsiteY26" fmla="*/ 83 h 71201"/>
                <a:gd name="connsiteX27" fmla="*/ 9237 w 65817"/>
                <a:gd name="connsiteY27" fmla="*/ 83 h 71201"/>
                <a:gd name="connsiteX28" fmla="*/ 3950 w 65817"/>
                <a:gd name="connsiteY28" fmla="*/ 2717 h 71201"/>
                <a:gd name="connsiteX29" fmla="*/ 1956 w 65817"/>
                <a:gd name="connsiteY29" fmla="*/ 610 h 71201"/>
                <a:gd name="connsiteX30" fmla="*/ 1678 w 65817"/>
                <a:gd name="connsiteY30" fmla="*/ 478 h 71201"/>
                <a:gd name="connsiteX31" fmla="*/ 1306 w 65817"/>
                <a:gd name="connsiteY31" fmla="*/ 303 h 71201"/>
                <a:gd name="connsiteX32" fmla="*/ 889 w 65817"/>
                <a:gd name="connsiteY32" fmla="*/ 303 h 71201"/>
                <a:gd name="connsiteX33" fmla="*/ 379 w 65817"/>
                <a:gd name="connsiteY33" fmla="*/ 478 h 71201"/>
                <a:gd name="connsiteX34" fmla="*/ 286 w 65817"/>
                <a:gd name="connsiteY34" fmla="*/ 2015 h 71201"/>
                <a:gd name="connsiteX35" fmla="*/ 889 w 65817"/>
                <a:gd name="connsiteY35" fmla="*/ 2673 h 71201"/>
                <a:gd name="connsiteX36" fmla="*/ 2883 w 65817"/>
                <a:gd name="connsiteY36" fmla="*/ 4780 h 71201"/>
                <a:gd name="connsiteX37" fmla="*/ 4275 w 65817"/>
                <a:gd name="connsiteY37" fmla="*/ 5000 h 71201"/>
                <a:gd name="connsiteX38" fmla="*/ 9144 w 65817"/>
                <a:gd name="connsiteY38" fmla="*/ 2585 h 71201"/>
                <a:gd name="connsiteX39" fmla="*/ 10767 w 65817"/>
                <a:gd name="connsiteY39" fmla="*/ 7371 h 71201"/>
                <a:gd name="connsiteX40" fmla="*/ 11417 w 65817"/>
                <a:gd name="connsiteY40" fmla="*/ 8029 h 71201"/>
                <a:gd name="connsiteX41" fmla="*/ 17214 w 65817"/>
                <a:gd name="connsiteY41" fmla="*/ 10488 h 71201"/>
                <a:gd name="connsiteX42" fmla="*/ 18141 w 65817"/>
                <a:gd name="connsiteY42" fmla="*/ 10488 h 71201"/>
                <a:gd name="connsiteX43" fmla="*/ 18791 w 65817"/>
                <a:gd name="connsiteY43" fmla="*/ 9829 h 71201"/>
                <a:gd name="connsiteX44" fmla="*/ 20275 w 65817"/>
                <a:gd name="connsiteY44" fmla="*/ 5966 h 71201"/>
                <a:gd name="connsiteX45" fmla="*/ 22315 w 65817"/>
                <a:gd name="connsiteY45" fmla="*/ 9170 h 71201"/>
                <a:gd name="connsiteX46" fmla="*/ 22315 w 65817"/>
                <a:gd name="connsiteY46" fmla="*/ 9653 h 71201"/>
                <a:gd name="connsiteX47" fmla="*/ 20924 w 65817"/>
                <a:gd name="connsiteY47" fmla="*/ 19794 h 71201"/>
                <a:gd name="connsiteX48" fmla="*/ 21573 w 65817"/>
                <a:gd name="connsiteY48" fmla="*/ 20936 h 71201"/>
                <a:gd name="connsiteX49" fmla="*/ 22083 w 65817"/>
                <a:gd name="connsiteY49" fmla="*/ 21155 h 71201"/>
                <a:gd name="connsiteX50" fmla="*/ 28808 w 65817"/>
                <a:gd name="connsiteY50" fmla="*/ 24228 h 71201"/>
                <a:gd name="connsiteX51" fmla="*/ 29226 w 65817"/>
                <a:gd name="connsiteY51" fmla="*/ 24316 h 71201"/>
                <a:gd name="connsiteX52" fmla="*/ 46153 w 65817"/>
                <a:gd name="connsiteY52" fmla="*/ 25677 h 71201"/>
                <a:gd name="connsiteX53" fmla="*/ 58304 w 65817"/>
                <a:gd name="connsiteY53" fmla="*/ 25677 h 71201"/>
                <a:gd name="connsiteX54" fmla="*/ 59835 w 65817"/>
                <a:gd name="connsiteY54" fmla="*/ 31033 h 71201"/>
                <a:gd name="connsiteX55" fmla="*/ 49771 w 65817"/>
                <a:gd name="connsiteY55" fmla="*/ 34808 h 71201"/>
                <a:gd name="connsiteX56" fmla="*/ 49446 w 65817"/>
                <a:gd name="connsiteY56" fmla="*/ 34984 h 71201"/>
                <a:gd name="connsiteX57" fmla="*/ 42211 w 65817"/>
                <a:gd name="connsiteY57" fmla="*/ 40735 h 71201"/>
                <a:gd name="connsiteX58" fmla="*/ 41794 w 65817"/>
                <a:gd name="connsiteY58" fmla="*/ 41481 h 71201"/>
                <a:gd name="connsiteX59" fmla="*/ 40913 w 65817"/>
                <a:gd name="connsiteY59" fmla="*/ 50788 h 71201"/>
                <a:gd name="connsiteX60" fmla="*/ 41237 w 65817"/>
                <a:gd name="connsiteY60" fmla="*/ 51622 h 71201"/>
                <a:gd name="connsiteX61" fmla="*/ 47916 w 65817"/>
                <a:gd name="connsiteY61" fmla="*/ 58207 h 71201"/>
                <a:gd name="connsiteX62" fmla="*/ 49353 w 65817"/>
                <a:gd name="connsiteY62" fmla="*/ 58382 h 71201"/>
                <a:gd name="connsiteX63" fmla="*/ 60391 w 65817"/>
                <a:gd name="connsiteY63" fmla="*/ 52061 h 71201"/>
                <a:gd name="connsiteX64" fmla="*/ 63823 w 65817"/>
                <a:gd name="connsiteY64" fmla="*/ 70543 h 71201"/>
                <a:gd name="connsiteX65" fmla="*/ 63823 w 65817"/>
                <a:gd name="connsiteY65" fmla="*/ 70543 h 71201"/>
                <a:gd name="connsiteX66" fmla="*/ 64287 w 65817"/>
                <a:gd name="connsiteY66" fmla="*/ 71201 h 71201"/>
                <a:gd name="connsiteX67" fmla="*/ 64009 w 65817"/>
                <a:gd name="connsiteY67" fmla="*/ 69709 h 7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5817" h="71201">
                  <a:moveTo>
                    <a:pt x="63776" y="69884"/>
                  </a:moveTo>
                  <a:cubicBezTo>
                    <a:pt x="64148" y="69401"/>
                    <a:pt x="64890" y="69270"/>
                    <a:pt x="65400" y="69621"/>
                  </a:cubicBezTo>
                  <a:lnTo>
                    <a:pt x="65817" y="69884"/>
                  </a:lnTo>
                  <a:lnTo>
                    <a:pt x="62153" y="50305"/>
                  </a:lnTo>
                  <a:cubicBezTo>
                    <a:pt x="62107" y="49954"/>
                    <a:pt x="61829" y="49646"/>
                    <a:pt x="61504" y="49515"/>
                  </a:cubicBezTo>
                  <a:cubicBezTo>
                    <a:pt x="61133" y="49383"/>
                    <a:pt x="60762" y="49383"/>
                    <a:pt x="60437" y="49559"/>
                  </a:cubicBezTo>
                  <a:lnTo>
                    <a:pt x="48750" y="56231"/>
                  </a:lnTo>
                  <a:lnTo>
                    <a:pt x="43092" y="50656"/>
                  </a:lnTo>
                  <a:lnTo>
                    <a:pt x="43881" y="42271"/>
                  </a:lnTo>
                  <a:lnTo>
                    <a:pt x="50605" y="36915"/>
                  </a:lnTo>
                  <a:lnTo>
                    <a:pt x="61458" y="32876"/>
                  </a:lnTo>
                  <a:cubicBezTo>
                    <a:pt x="62014" y="32657"/>
                    <a:pt x="62293" y="32130"/>
                    <a:pt x="62153" y="31560"/>
                  </a:cubicBezTo>
                  <a:lnTo>
                    <a:pt x="60113" y="24448"/>
                  </a:lnTo>
                  <a:cubicBezTo>
                    <a:pt x="59974" y="23965"/>
                    <a:pt x="59510" y="23658"/>
                    <a:pt x="59000" y="23658"/>
                  </a:cubicBezTo>
                  <a:lnTo>
                    <a:pt x="46061" y="23658"/>
                  </a:lnTo>
                  <a:cubicBezTo>
                    <a:pt x="46061" y="23658"/>
                    <a:pt x="29457" y="22297"/>
                    <a:pt x="29457" y="22297"/>
                  </a:cubicBezTo>
                  <a:lnTo>
                    <a:pt x="23150" y="19443"/>
                  </a:lnTo>
                  <a:lnTo>
                    <a:pt x="24217" y="11234"/>
                  </a:lnTo>
                  <a:lnTo>
                    <a:pt x="24495" y="9258"/>
                  </a:lnTo>
                  <a:cubicBezTo>
                    <a:pt x="24495" y="8995"/>
                    <a:pt x="24495" y="8775"/>
                    <a:pt x="24356" y="8556"/>
                  </a:cubicBezTo>
                  <a:lnTo>
                    <a:pt x="20877" y="3068"/>
                  </a:lnTo>
                  <a:cubicBezTo>
                    <a:pt x="20646" y="2717"/>
                    <a:pt x="20228" y="2498"/>
                    <a:pt x="19764" y="2542"/>
                  </a:cubicBezTo>
                  <a:cubicBezTo>
                    <a:pt x="19301" y="2542"/>
                    <a:pt x="18930" y="2849"/>
                    <a:pt x="18791" y="3244"/>
                  </a:cubicBezTo>
                  <a:lnTo>
                    <a:pt x="16889" y="8161"/>
                  </a:lnTo>
                  <a:lnTo>
                    <a:pt x="12715" y="6361"/>
                  </a:lnTo>
                  <a:lnTo>
                    <a:pt x="10860" y="786"/>
                  </a:lnTo>
                  <a:cubicBezTo>
                    <a:pt x="10767" y="478"/>
                    <a:pt x="10489" y="215"/>
                    <a:pt x="10211" y="83"/>
                  </a:cubicBezTo>
                  <a:cubicBezTo>
                    <a:pt x="9886" y="-49"/>
                    <a:pt x="9515" y="-5"/>
                    <a:pt x="9237" y="83"/>
                  </a:cubicBezTo>
                  <a:lnTo>
                    <a:pt x="3950" y="2717"/>
                  </a:lnTo>
                  <a:lnTo>
                    <a:pt x="1956" y="610"/>
                  </a:lnTo>
                  <a:cubicBezTo>
                    <a:pt x="1956" y="610"/>
                    <a:pt x="1770" y="522"/>
                    <a:pt x="1678" y="478"/>
                  </a:cubicBezTo>
                  <a:cubicBezTo>
                    <a:pt x="1538" y="390"/>
                    <a:pt x="1445" y="347"/>
                    <a:pt x="1306" y="303"/>
                  </a:cubicBezTo>
                  <a:cubicBezTo>
                    <a:pt x="1167" y="303"/>
                    <a:pt x="1028" y="303"/>
                    <a:pt x="889" y="303"/>
                  </a:cubicBezTo>
                  <a:cubicBezTo>
                    <a:pt x="703" y="303"/>
                    <a:pt x="518" y="347"/>
                    <a:pt x="379" y="478"/>
                  </a:cubicBezTo>
                  <a:cubicBezTo>
                    <a:pt x="-85" y="873"/>
                    <a:pt x="-131" y="1576"/>
                    <a:pt x="286" y="2015"/>
                  </a:cubicBezTo>
                  <a:lnTo>
                    <a:pt x="889" y="2673"/>
                  </a:lnTo>
                  <a:lnTo>
                    <a:pt x="2883" y="4780"/>
                  </a:lnTo>
                  <a:cubicBezTo>
                    <a:pt x="3254" y="5176"/>
                    <a:pt x="3811" y="5263"/>
                    <a:pt x="4275" y="5000"/>
                  </a:cubicBezTo>
                  <a:lnTo>
                    <a:pt x="9144" y="2585"/>
                  </a:lnTo>
                  <a:lnTo>
                    <a:pt x="10767" y="7371"/>
                  </a:lnTo>
                  <a:cubicBezTo>
                    <a:pt x="10860" y="7678"/>
                    <a:pt x="11092" y="7897"/>
                    <a:pt x="11417" y="8029"/>
                  </a:cubicBezTo>
                  <a:lnTo>
                    <a:pt x="17214" y="10488"/>
                  </a:lnTo>
                  <a:cubicBezTo>
                    <a:pt x="17492" y="10619"/>
                    <a:pt x="17863" y="10619"/>
                    <a:pt x="18141" y="10488"/>
                  </a:cubicBezTo>
                  <a:cubicBezTo>
                    <a:pt x="18420" y="10356"/>
                    <a:pt x="18651" y="10136"/>
                    <a:pt x="18791" y="9829"/>
                  </a:cubicBezTo>
                  <a:lnTo>
                    <a:pt x="20275" y="5966"/>
                  </a:lnTo>
                  <a:lnTo>
                    <a:pt x="22315" y="9170"/>
                  </a:lnTo>
                  <a:lnTo>
                    <a:pt x="22315" y="9653"/>
                  </a:lnTo>
                  <a:cubicBezTo>
                    <a:pt x="22315" y="9653"/>
                    <a:pt x="20924" y="19794"/>
                    <a:pt x="20924" y="19794"/>
                  </a:cubicBezTo>
                  <a:cubicBezTo>
                    <a:pt x="20877" y="20277"/>
                    <a:pt x="21110" y="20716"/>
                    <a:pt x="21573" y="20936"/>
                  </a:cubicBezTo>
                  <a:lnTo>
                    <a:pt x="22083" y="21155"/>
                  </a:lnTo>
                  <a:lnTo>
                    <a:pt x="28808" y="24228"/>
                  </a:lnTo>
                  <a:cubicBezTo>
                    <a:pt x="28808" y="24228"/>
                    <a:pt x="29086" y="24316"/>
                    <a:pt x="29226" y="24316"/>
                  </a:cubicBezTo>
                  <a:lnTo>
                    <a:pt x="46153" y="25677"/>
                  </a:lnTo>
                  <a:lnTo>
                    <a:pt x="58304" y="25677"/>
                  </a:lnTo>
                  <a:lnTo>
                    <a:pt x="59835" y="31033"/>
                  </a:lnTo>
                  <a:lnTo>
                    <a:pt x="49771" y="34808"/>
                  </a:lnTo>
                  <a:cubicBezTo>
                    <a:pt x="49771" y="34808"/>
                    <a:pt x="49539" y="34896"/>
                    <a:pt x="49446" y="34984"/>
                  </a:cubicBezTo>
                  <a:lnTo>
                    <a:pt x="42211" y="40735"/>
                  </a:lnTo>
                  <a:cubicBezTo>
                    <a:pt x="41979" y="40910"/>
                    <a:pt x="41840" y="41174"/>
                    <a:pt x="41794" y="41481"/>
                  </a:cubicBezTo>
                  <a:lnTo>
                    <a:pt x="40913" y="50788"/>
                  </a:lnTo>
                  <a:cubicBezTo>
                    <a:pt x="40913" y="51095"/>
                    <a:pt x="41005" y="51402"/>
                    <a:pt x="41237" y="51622"/>
                  </a:cubicBezTo>
                  <a:lnTo>
                    <a:pt x="47916" y="58207"/>
                  </a:lnTo>
                  <a:cubicBezTo>
                    <a:pt x="48287" y="58558"/>
                    <a:pt x="48890" y="58646"/>
                    <a:pt x="49353" y="58382"/>
                  </a:cubicBezTo>
                  <a:lnTo>
                    <a:pt x="60391" y="52061"/>
                  </a:lnTo>
                  <a:lnTo>
                    <a:pt x="63823" y="70543"/>
                  </a:lnTo>
                  <a:lnTo>
                    <a:pt x="63823" y="70543"/>
                  </a:lnTo>
                  <a:cubicBezTo>
                    <a:pt x="63869" y="70850"/>
                    <a:pt x="64055" y="71070"/>
                    <a:pt x="64287" y="71201"/>
                  </a:cubicBezTo>
                  <a:cubicBezTo>
                    <a:pt x="63776" y="70850"/>
                    <a:pt x="63684" y="70192"/>
                    <a:pt x="64009" y="69709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8" name="Freeform: Shape 2637">
              <a:extLst>
                <a:ext uri="{FF2B5EF4-FFF2-40B4-BE49-F238E27FC236}">
                  <a16:creationId xmlns:a16="http://schemas.microsoft.com/office/drawing/2014/main" id="{8B5B1D19-AEDE-AD0A-0A66-F6AD7AE95A84}"/>
                </a:ext>
              </a:extLst>
            </p:cNvPr>
            <p:cNvSpPr>
              <a:spLocks/>
            </p:cNvSpPr>
            <p:nvPr/>
          </p:nvSpPr>
          <p:spPr>
            <a:xfrm>
              <a:off x="7785471" y="3417343"/>
              <a:ext cx="195903" cy="41085"/>
            </a:xfrm>
            <a:custGeom>
              <a:avLst/>
              <a:gdLst>
                <a:gd name="connsiteX0" fmla="*/ 0 w 131247"/>
                <a:gd name="connsiteY0" fmla="*/ 20809 h 27525"/>
                <a:gd name="connsiteX1" fmla="*/ 3757 w 131247"/>
                <a:gd name="connsiteY1" fmla="*/ 25462 h 27525"/>
                <a:gd name="connsiteX2" fmla="*/ 4499 w 131247"/>
                <a:gd name="connsiteY2" fmla="*/ 25857 h 27525"/>
                <a:gd name="connsiteX3" fmla="*/ 14934 w 131247"/>
                <a:gd name="connsiteY3" fmla="*/ 27525 h 27525"/>
                <a:gd name="connsiteX4" fmla="*/ 15119 w 131247"/>
                <a:gd name="connsiteY4" fmla="*/ 27525 h 27525"/>
                <a:gd name="connsiteX5" fmla="*/ 15537 w 131247"/>
                <a:gd name="connsiteY5" fmla="*/ 27438 h 27525"/>
                <a:gd name="connsiteX6" fmla="*/ 22076 w 131247"/>
                <a:gd name="connsiteY6" fmla="*/ 25111 h 27525"/>
                <a:gd name="connsiteX7" fmla="*/ 27734 w 131247"/>
                <a:gd name="connsiteY7" fmla="*/ 27394 h 27525"/>
                <a:gd name="connsiteX8" fmla="*/ 28336 w 131247"/>
                <a:gd name="connsiteY8" fmla="*/ 27481 h 27525"/>
                <a:gd name="connsiteX9" fmla="*/ 46238 w 131247"/>
                <a:gd name="connsiteY9" fmla="*/ 25550 h 27525"/>
                <a:gd name="connsiteX10" fmla="*/ 72905 w 131247"/>
                <a:gd name="connsiteY10" fmla="*/ 24189 h 27525"/>
                <a:gd name="connsiteX11" fmla="*/ 73276 w 131247"/>
                <a:gd name="connsiteY11" fmla="*/ 24101 h 27525"/>
                <a:gd name="connsiteX12" fmla="*/ 79351 w 131247"/>
                <a:gd name="connsiteY12" fmla="*/ 21906 h 27525"/>
                <a:gd name="connsiteX13" fmla="*/ 80001 w 131247"/>
                <a:gd name="connsiteY13" fmla="*/ 21292 h 27525"/>
                <a:gd name="connsiteX14" fmla="*/ 81670 w 131247"/>
                <a:gd name="connsiteY14" fmla="*/ 17384 h 27525"/>
                <a:gd name="connsiteX15" fmla="*/ 87700 w 131247"/>
                <a:gd name="connsiteY15" fmla="*/ 11677 h 27525"/>
                <a:gd name="connsiteX16" fmla="*/ 99897 w 131247"/>
                <a:gd name="connsiteY16" fmla="*/ 7902 h 27525"/>
                <a:gd name="connsiteX17" fmla="*/ 100314 w 131247"/>
                <a:gd name="connsiteY17" fmla="*/ 7683 h 27525"/>
                <a:gd name="connsiteX18" fmla="*/ 106946 w 131247"/>
                <a:gd name="connsiteY18" fmla="*/ 2195 h 27525"/>
                <a:gd name="connsiteX19" fmla="*/ 118308 w 131247"/>
                <a:gd name="connsiteY19" fmla="*/ 2195 h 27525"/>
                <a:gd name="connsiteX20" fmla="*/ 129671 w 131247"/>
                <a:gd name="connsiteY20" fmla="*/ 9965 h 27525"/>
                <a:gd name="connsiteX21" fmla="*/ 130088 w 131247"/>
                <a:gd name="connsiteY21" fmla="*/ 9131 h 27525"/>
                <a:gd name="connsiteX22" fmla="*/ 130366 w 131247"/>
                <a:gd name="connsiteY22" fmla="*/ 8912 h 27525"/>
                <a:gd name="connsiteX23" fmla="*/ 130599 w 131247"/>
                <a:gd name="connsiteY23" fmla="*/ 8648 h 27525"/>
                <a:gd name="connsiteX24" fmla="*/ 131248 w 131247"/>
                <a:gd name="connsiteY24" fmla="*/ 8341 h 27525"/>
                <a:gd name="connsiteX25" fmla="*/ 119375 w 131247"/>
                <a:gd name="connsiteY25" fmla="*/ 219 h 27525"/>
                <a:gd name="connsiteX26" fmla="*/ 118680 w 131247"/>
                <a:gd name="connsiteY26" fmla="*/ 0 h 27525"/>
                <a:gd name="connsiteX27" fmla="*/ 106529 w 131247"/>
                <a:gd name="connsiteY27" fmla="*/ 0 h 27525"/>
                <a:gd name="connsiteX28" fmla="*/ 105787 w 131247"/>
                <a:gd name="connsiteY28" fmla="*/ 263 h 27525"/>
                <a:gd name="connsiteX29" fmla="*/ 99016 w 131247"/>
                <a:gd name="connsiteY29" fmla="*/ 5883 h 27525"/>
                <a:gd name="connsiteX30" fmla="*/ 86772 w 131247"/>
                <a:gd name="connsiteY30" fmla="*/ 9658 h 27525"/>
                <a:gd name="connsiteX31" fmla="*/ 86308 w 131247"/>
                <a:gd name="connsiteY31" fmla="*/ 9921 h 27525"/>
                <a:gd name="connsiteX32" fmla="*/ 79954 w 131247"/>
                <a:gd name="connsiteY32" fmla="*/ 15980 h 27525"/>
                <a:gd name="connsiteX33" fmla="*/ 79676 w 131247"/>
                <a:gd name="connsiteY33" fmla="*/ 16331 h 27525"/>
                <a:gd name="connsiteX34" fmla="*/ 78146 w 131247"/>
                <a:gd name="connsiteY34" fmla="*/ 20018 h 27525"/>
                <a:gd name="connsiteX35" fmla="*/ 72720 w 131247"/>
                <a:gd name="connsiteY35" fmla="*/ 21994 h 27525"/>
                <a:gd name="connsiteX36" fmla="*/ 52685 w 131247"/>
                <a:gd name="connsiteY36" fmla="*/ 23048 h 27525"/>
                <a:gd name="connsiteX37" fmla="*/ 52685 w 131247"/>
                <a:gd name="connsiteY37" fmla="*/ 24189 h 27525"/>
                <a:gd name="connsiteX38" fmla="*/ 51525 w 131247"/>
                <a:gd name="connsiteY38" fmla="*/ 25286 h 27525"/>
                <a:gd name="connsiteX39" fmla="*/ 50366 w 131247"/>
                <a:gd name="connsiteY39" fmla="*/ 24189 h 27525"/>
                <a:gd name="connsiteX40" fmla="*/ 50366 w 131247"/>
                <a:gd name="connsiteY40" fmla="*/ 23135 h 27525"/>
                <a:gd name="connsiteX41" fmla="*/ 46192 w 131247"/>
                <a:gd name="connsiteY41" fmla="*/ 23355 h 27525"/>
                <a:gd name="connsiteX42" fmla="*/ 28522 w 131247"/>
                <a:gd name="connsiteY42" fmla="*/ 25243 h 27525"/>
                <a:gd name="connsiteX43" fmla="*/ 22725 w 131247"/>
                <a:gd name="connsiteY43" fmla="*/ 22872 h 27525"/>
                <a:gd name="connsiteX44" fmla="*/ 21844 w 131247"/>
                <a:gd name="connsiteY44" fmla="*/ 22872 h 27525"/>
                <a:gd name="connsiteX45" fmla="*/ 15165 w 131247"/>
                <a:gd name="connsiteY45" fmla="*/ 25243 h 27525"/>
                <a:gd name="connsiteX46" fmla="*/ 5472 w 131247"/>
                <a:gd name="connsiteY46" fmla="*/ 23706 h 27525"/>
                <a:gd name="connsiteX47" fmla="*/ 2226 w 131247"/>
                <a:gd name="connsiteY47" fmla="*/ 19667 h 27525"/>
                <a:gd name="connsiteX48" fmla="*/ 2226 w 131247"/>
                <a:gd name="connsiteY48" fmla="*/ 12994 h 27525"/>
                <a:gd name="connsiteX49" fmla="*/ 1670 w 131247"/>
                <a:gd name="connsiteY49" fmla="*/ 13302 h 27525"/>
                <a:gd name="connsiteX50" fmla="*/ 1113 w 131247"/>
                <a:gd name="connsiteY50" fmla="*/ 13433 h 27525"/>
                <a:gd name="connsiteX51" fmla="*/ 371 w 131247"/>
                <a:gd name="connsiteY51" fmla="*/ 13170 h 27525"/>
                <a:gd name="connsiteX52" fmla="*/ 232 w 131247"/>
                <a:gd name="connsiteY52" fmla="*/ 13038 h 27525"/>
                <a:gd name="connsiteX53" fmla="*/ 93 w 131247"/>
                <a:gd name="connsiteY53" fmla="*/ 12907 h 27525"/>
                <a:gd name="connsiteX54" fmla="*/ 93 w 131247"/>
                <a:gd name="connsiteY54" fmla="*/ 12599 h 27525"/>
                <a:gd name="connsiteX55" fmla="*/ 0 w 131247"/>
                <a:gd name="connsiteY55" fmla="*/ 12336 h 27525"/>
                <a:gd name="connsiteX56" fmla="*/ 0 w 131247"/>
                <a:gd name="connsiteY56" fmla="*/ 20018 h 27525"/>
                <a:gd name="connsiteX57" fmla="*/ 232 w 131247"/>
                <a:gd name="connsiteY57" fmla="*/ 20677 h 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1247" h="27525">
                  <a:moveTo>
                    <a:pt x="0" y="20809"/>
                  </a:moveTo>
                  <a:lnTo>
                    <a:pt x="3757" y="25462"/>
                  </a:lnTo>
                  <a:cubicBezTo>
                    <a:pt x="3757" y="25462"/>
                    <a:pt x="4174" y="25813"/>
                    <a:pt x="4499" y="25857"/>
                  </a:cubicBezTo>
                  <a:lnTo>
                    <a:pt x="14934" y="27525"/>
                  </a:lnTo>
                  <a:cubicBezTo>
                    <a:pt x="14934" y="27525"/>
                    <a:pt x="15073" y="27525"/>
                    <a:pt x="15119" y="27525"/>
                  </a:cubicBezTo>
                  <a:cubicBezTo>
                    <a:pt x="15258" y="27525"/>
                    <a:pt x="15397" y="27525"/>
                    <a:pt x="15537" y="27438"/>
                  </a:cubicBezTo>
                  <a:lnTo>
                    <a:pt x="22076" y="25111"/>
                  </a:lnTo>
                  <a:lnTo>
                    <a:pt x="27734" y="27394"/>
                  </a:lnTo>
                  <a:cubicBezTo>
                    <a:pt x="27734" y="27394"/>
                    <a:pt x="28105" y="27481"/>
                    <a:pt x="28336" y="27481"/>
                  </a:cubicBezTo>
                  <a:lnTo>
                    <a:pt x="46238" y="25550"/>
                  </a:lnTo>
                  <a:lnTo>
                    <a:pt x="72905" y="24189"/>
                  </a:lnTo>
                  <a:cubicBezTo>
                    <a:pt x="72905" y="24189"/>
                    <a:pt x="73137" y="24189"/>
                    <a:pt x="73276" y="24101"/>
                  </a:cubicBezTo>
                  <a:lnTo>
                    <a:pt x="79351" y="21906"/>
                  </a:lnTo>
                  <a:cubicBezTo>
                    <a:pt x="79676" y="21818"/>
                    <a:pt x="79908" y="21555"/>
                    <a:pt x="80001" y="21292"/>
                  </a:cubicBezTo>
                  <a:lnTo>
                    <a:pt x="81670" y="17384"/>
                  </a:lnTo>
                  <a:lnTo>
                    <a:pt x="87700" y="11677"/>
                  </a:lnTo>
                  <a:lnTo>
                    <a:pt x="99897" y="7902"/>
                  </a:lnTo>
                  <a:cubicBezTo>
                    <a:pt x="99897" y="7902"/>
                    <a:pt x="100175" y="7770"/>
                    <a:pt x="100314" y="7683"/>
                  </a:cubicBezTo>
                  <a:lnTo>
                    <a:pt x="106946" y="2195"/>
                  </a:lnTo>
                  <a:lnTo>
                    <a:pt x="118308" y="2195"/>
                  </a:lnTo>
                  <a:lnTo>
                    <a:pt x="129671" y="9965"/>
                  </a:lnTo>
                  <a:lnTo>
                    <a:pt x="130088" y="9131"/>
                  </a:lnTo>
                  <a:cubicBezTo>
                    <a:pt x="130088" y="9131"/>
                    <a:pt x="130274" y="8999"/>
                    <a:pt x="130366" y="8912"/>
                  </a:cubicBezTo>
                  <a:cubicBezTo>
                    <a:pt x="130459" y="8824"/>
                    <a:pt x="130506" y="8692"/>
                    <a:pt x="130599" y="8648"/>
                  </a:cubicBezTo>
                  <a:lnTo>
                    <a:pt x="131248" y="8341"/>
                  </a:lnTo>
                  <a:lnTo>
                    <a:pt x="119375" y="219"/>
                  </a:lnTo>
                  <a:cubicBezTo>
                    <a:pt x="119375" y="219"/>
                    <a:pt x="118958" y="0"/>
                    <a:pt x="118680" y="0"/>
                  </a:cubicBezTo>
                  <a:lnTo>
                    <a:pt x="106529" y="0"/>
                  </a:lnTo>
                  <a:cubicBezTo>
                    <a:pt x="106250" y="0"/>
                    <a:pt x="105972" y="88"/>
                    <a:pt x="105787" y="263"/>
                  </a:cubicBezTo>
                  <a:lnTo>
                    <a:pt x="99016" y="5883"/>
                  </a:lnTo>
                  <a:lnTo>
                    <a:pt x="86772" y="9658"/>
                  </a:lnTo>
                  <a:cubicBezTo>
                    <a:pt x="86772" y="9658"/>
                    <a:pt x="86447" y="9790"/>
                    <a:pt x="86308" y="9921"/>
                  </a:cubicBezTo>
                  <a:lnTo>
                    <a:pt x="79954" y="15980"/>
                  </a:lnTo>
                  <a:cubicBezTo>
                    <a:pt x="79954" y="15980"/>
                    <a:pt x="79769" y="16199"/>
                    <a:pt x="79676" y="16331"/>
                  </a:cubicBezTo>
                  <a:lnTo>
                    <a:pt x="78146" y="20018"/>
                  </a:lnTo>
                  <a:lnTo>
                    <a:pt x="72720" y="21994"/>
                  </a:lnTo>
                  <a:lnTo>
                    <a:pt x="52685" y="23048"/>
                  </a:lnTo>
                  <a:lnTo>
                    <a:pt x="52685" y="24189"/>
                  </a:lnTo>
                  <a:cubicBezTo>
                    <a:pt x="52685" y="24804"/>
                    <a:pt x="52174" y="25286"/>
                    <a:pt x="51525" y="25286"/>
                  </a:cubicBezTo>
                  <a:cubicBezTo>
                    <a:pt x="50876" y="25286"/>
                    <a:pt x="50366" y="24804"/>
                    <a:pt x="50366" y="24189"/>
                  </a:cubicBezTo>
                  <a:lnTo>
                    <a:pt x="50366" y="23135"/>
                  </a:lnTo>
                  <a:lnTo>
                    <a:pt x="46192" y="23355"/>
                  </a:lnTo>
                  <a:lnTo>
                    <a:pt x="28522" y="25243"/>
                  </a:lnTo>
                  <a:lnTo>
                    <a:pt x="22725" y="22872"/>
                  </a:lnTo>
                  <a:cubicBezTo>
                    <a:pt x="22447" y="22740"/>
                    <a:pt x="22122" y="22740"/>
                    <a:pt x="21844" y="22872"/>
                  </a:cubicBezTo>
                  <a:lnTo>
                    <a:pt x="15165" y="25243"/>
                  </a:lnTo>
                  <a:lnTo>
                    <a:pt x="5472" y="23706"/>
                  </a:lnTo>
                  <a:lnTo>
                    <a:pt x="2226" y="19667"/>
                  </a:lnTo>
                  <a:lnTo>
                    <a:pt x="2226" y="12994"/>
                  </a:lnTo>
                  <a:lnTo>
                    <a:pt x="1670" y="13302"/>
                  </a:lnTo>
                  <a:cubicBezTo>
                    <a:pt x="1670" y="13302"/>
                    <a:pt x="1299" y="13433"/>
                    <a:pt x="1113" y="13433"/>
                  </a:cubicBezTo>
                  <a:cubicBezTo>
                    <a:pt x="835" y="13433"/>
                    <a:pt x="603" y="13302"/>
                    <a:pt x="371" y="13170"/>
                  </a:cubicBezTo>
                  <a:cubicBezTo>
                    <a:pt x="325" y="13170"/>
                    <a:pt x="278" y="13082"/>
                    <a:pt x="232" y="13038"/>
                  </a:cubicBezTo>
                  <a:cubicBezTo>
                    <a:pt x="232" y="12994"/>
                    <a:pt x="139" y="12950"/>
                    <a:pt x="93" y="12907"/>
                  </a:cubicBezTo>
                  <a:cubicBezTo>
                    <a:pt x="46" y="12819"/>
                    <a:pt x="93" y="12731"/>
                    <a:pt x="93" y="12599"/>
                  </a:cubicBezTo>
                  <a:cubicBezTo>
                    <a:pt x="93" y="12512"/>
                    <a:pt x="0" y="12424"/>
                    <a:pt x="0" y="12336"/>
                  </a:cubicBezTo>
                  <a:lnTo>
                    <a:pt x="0" y="20018"/>
                  </a:lnTo>
                  <a:cubicBezTo>
                    <a:pt x="0" y="20238"/>
                    <a:pt x="93" y="20501"/>
                    <a:pt x="232" y="2067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9" name="Freeform: Shape 2638">
              <a:extLst>
                <a:ext uri="{FF2B5EF4-FFF2-40B4-BE49-F238E27FC236}">
                  <a16:creationId xmlns:a16="http://schemas.microsoft.com/office/drawing/2014/main" id="{8C03EB9E-5736-E19C-55CF-EA7BB888F05B}"/>
                </a:ext>
              </a:extLst>
            </p:cNvPr>
            <p:cNvSpPr>
              <a:spLocks/>
            </p:cNvSpPr>
            <p:nvPr/>
          </p:nvSpPr>
          <p:spPr>
            <a:xfrm>
              <a:off x="7872795" y="3430841"/>
              <a:ext cx="111930" cy="145272"/>
            </a:xfrm>
            <a:custGeom>
              <a:avLst/>
              <a:gdLst>
                <a:gd name="connsiteX0" fmla="*/ 72558 w 74988"/>
                <a:gd name="connsiteY0" fmla="*/ 1756 h 97326"/>
                <a:gd name="connsiteX1" fmla="*/ 71538 w 74988"/>
                <a:gd name="connsiteY1" fmla="*/ 1185 h 97326"/>
                <a:gd name="connsiteX2" fmla="*/ 71770 w 74988"/>
                <a:gd name="connsiteY2" fmla="*/ 0 h 97326"/>
                <a:gd name="connsiteX3" fmla="*/ 71492 w 74988"/>
                <a:gd name="connsiteY3" fmla="*/ 219 h 97326"/>
                <a:gd name="connsiteX4" fmla="*/ 71074 w 74988"/>
                <a:gd name="connsiteY4" fmla="*/ 1054 h 97326"/>
                <a:gd name="connsiteX5" fmla="*/ 69451 w 74988"/>
                <a:gd name="connsiteY5" fmla="*/ 4346 h 97326"/>
                <a:gd name="connsiteX6" fmla="*/ 69451 w 74988"/>
                <a:gd name="connsiteY6" fmla="*/ 5268 h 97326"/>
                <a:gd name="connsiteX7" fmla="*/ 71074 w 74988"/>
                <a:gd name="connsiteY7" fmla="*/ 8736 h 97326"/>
                <a:gd name="connsiteX8" fmla="*/ 67178 w 74988"/>
                <a:gd name="connsiteY8" fmla="*/ 5883 h 97326"/>
                <a:gd name="connsiteX9" fmla="*/ 66158 w 74988"/>
                <a:gd name="connsiteY9" fmla="*/ 5707 h 97326"/>
                <a:gd name="connsiteX10" fmla="*/ 55723 w 74988"/>
                <a:gd name="connsiteY10" fmla="*/ 8604 h 97326"/>
                <a:gd name="connsiteX11" fmla="*/ 55213 w 74988"/>
                <a:gd name="connsiteY11" fmla="*/ 8912 h 97326"/>
                <a:gd name="connsiteX12" fmla="*/ 47885 w 74988"/>
                <a:gd name="connsiteY12" fmla="*/ 16506 h 97326"/>
                <a:gd name="connsiteX13" fmla="*/ 41856 w 74988"/>
                <a:gd name="connsiteY13" fmla="*/ 18087 h 97326"/>
                <a:gd name="connsiteX14" fmla="*/ 41207 w 74988"/>
                <a:gd name="connsiteY14" fmla="*/ 18526 h 97326"/>
                <a:gd name="connsiteX15" fmla="*/ 38332 w 74988"/>
                <a:gd name="connsiteY15" fmla="*/ 22389 h 97326"/>
                <a:gd name="connsiteX16" fmla="*/ 38193 w 74988"/>
                <a:gd name="connsiteY16" fmla="*/ 23443 h 97326"/>
                <a:gd name="connsiteX17" fmla="*/ 40882 w 74988"/>
                <a:gd name="connsiteY17" fmla="*/ 30115 h 97326"/>
                <a:gd name="connsiteX18" fmla="*/ 36940 w 74988"/>
                <a:gd name="connsiteY18" fmla="*/ 36788 h 97326"/>
                <a:gd name="connsiteX19" fmla="*/ 32581 w 74988"/>
                <a:gd name="connsiteY19" fmla="*/ 39115 h 97326"/>
                <a:gd name="connsiteX20" fmla="*/ 31978 w 74988"/>
                <a:gd name="connsiteY20" fmla="*/ 39993 h 97326"/>
                <a:gd name="connsiteX21" fmla="*/ 31700 w 74988"/>
                <a:gd name="connsiteY21" fmla="*/ 43285 h 97326"/>
                <a:gd name="connsiteX22" fmla="*/ 31885 w 74988"/>
                <a:gd name="connsiteY22" fmla="*/ 43944 h 97326"/>
                <a:gd name="connsiteX23" fmla="*/ 33879 w 74988"/>
                <a:gd name="connsiteY23" fmla="*/ 47017 h 97326"/>
                <a:gd name="connsiteX24" fmla="*/ 25624 w 74988"/>
                <a:gd name="connsiteY24" fmla="*/ 64621 h 97326"/>
                <a:gd name="connsiteX25" fmla="*/ 19456 w 74988"/>
                <a:gd name="connsiteY25" fmla="*/ 61592 h 97326"/>
                <a:gd name="connsiteX26" fmla="*/ 18065 w 74988"/>
                <a:gd name="connsiteY26" fmla="*/ 61855 h 97326"/>
                <a:gd name="connsiteX27" fmla="*/ 16952 w 74988"/>
                <a:gd name="connsiteY27" fmla="*/ 63040 h 97326"/>
                <a:gd name="connsiteX28" fmla="*/ 14633 w 74988"/>
                <a:gd name="connsiteY28" fmla="*/ 60231 h 97326"/>
                <a:gd name="connsiteX29" fmla="*/ 13381 w 74988"/>
                <a:gd name="connsiteY29" fmla="*/ 59880 h 97326"/>
                <a:gd name="connsiteX30" fmla="*/ 12592 w 74988"/>
                <a:gd name="connsiteY30" fmla="*/ 60889 h 97326"/>
                <a:gd name="connsiteX31" fmla="*/ 12036 w 74988"/>
                <a:gd name="connsiteY31" fmla="*/ 77659 h 97326"/>
                <a:gd name="connsiteX32" fmla="*/ 8511 w 74988"/>
                <a:gd name="connsiteY32" fmla="*/ 77659 h 97326"/>
                <a:gd name="connsiteX33" fmla="*/ 7352 w 74988"/>
                <a:gd name="connsiteY33" fmla="*/ 78757 h 97326"/>
                <a:gd name="connsiteX34" fmla="*/ 7352 w 74988"/>
                <a:gd name="connsiteY34" fmla="*/ 84508 h 97326"/>
                <a:gd name="connsiteX35" fmla="*/ 7723 w 74988"/>
                <a:gd name="connsiteY35" fmla="*/ 85342 h 97326"/>
                <a:gd name="connsiteX36" fmla="*/ 9949 w 74988"/>
                <a:gd name="connsiteY36" fmla="*/ 87229 h 97326"/>
                <a:gd name="connsiteX37" fmla="*/ 9949 w 74988"/>
                <a:gd name="connsiteY37" fmla="*/ 91005 h 97326"/>
                <a:gd name="connsiteX38" fmla="*/ 6795 w 74988"/>
                <a:gd name="connsiteY38" fmla="*/ 94824 h 97326"/>
                <a:gd name="connsiteX39" fmla="*/ 2250 w 74988"/>
                <a:gd name="connsiteY39" fmla="*/ 91839 h 97326"/>
                <a:gd name="connsiteX40" fmla="*/ 1833 w 74988"/>
                <a:gd name="connsiteY40" fmla="*/ 91575 h 97326"/>
                <a:gd name="connsiteX41" fmla="*/ 210 w 74988"/>
                <a:gd name="connsiteY41" fmla="*/ 91839 h 97326"/>
                <a:gd name="connsiteX42" fmla="*/ 488 w 74988"/>
                <a:gd name="connsiteY42" fmla="*/ 93331 h 97326"/>
                <a:gd name="connsiteX43" fmla="*/ 488 w 74988"/>
                <a:gd name="connsiteY43" fmla="*/ 93331 h 97326"/>
                <a:gd name="connsiteX44" fmla="*/ 2760 w 74988"/>
                <a:gd name="connsiteY44" fmla="*/ 94824 h 97326"/>
                <a:gd name="connsiteX45" fmla="*/ 6285 w 74988"/>
                <a:gd name="connsiteY45" fmla="*/ 97151 h 97326"/>
                <a:gd name="connsiteX46" fmla="*/ 6934 w 74988"/>
                <a:gd name="connsiteY46" fmla="*/ 97326 h 97326"/>
                <a:gd name="connsiteX47" fmla="*/ 7862 w 74988"/>
                <a:gd name="connsiteY47" fmla="*/ 96887 h 97326"/>
                <a:gd name="connsiteX48" fmla="*/ 11897 w 74988"/>
                <a:gd name="connsiteY48" fmla="*/ 91971 h 97326"/>
                <a:gd name="connsiteX49" fmla="*/ 12128 w 74988"/>
                <a:gd name="connsiteY49" fmla="*/ 91312 h 97326"/>
                <a:gd name="connsiteX50" fmla="*/ 12128 w 74988"/>
                <a:gd name="connsiteY50" fmla="*/ 86659 h 97326"/>
                <a:gd name="connsiteX51" fmla="*/ 11758 w 74988"/>
                <a:gd name="connsiteY51" fmla="*/ 85825 h 97326"/>
                <a:gd name="connsiteX52" fmla="*/ 9531 w 74988"/>
                <a:gd name="connsiteY52" fmla="*/ 83937 h 97326"/>
                <a:gd name="connsiteX53" fmla="*/ 9531 w 74988"/>
                <a:gd name="connsiteY53" fmla="*/ 79766 h 97326"/>
                <a:gd name="connsiteX54" fmla="*/ 13010 w 74988"/>
                <a:gd name="connsiteY54" fmla="*/ 79766 h 97326"/>
                <a:gd name="connsiteX55" fmla="*/ 14169 w 74988"/>
                <a:gd name="connsiteY55" fmla="*/ 78713 h 97326"/>
                <a:gd name="connsiteX56" fmla="*/ 14633 w 74988"/>
                <a:gd name="connsiteY56" fmla="*/ 63875 h 97326"/>
                <a:gd name="connsiteX57" fmla="*/ 15839 w 74988"/>
                <a:gd name="connsiteY57" fmla="*/ 65323 h 97326"/>
                <a:gd name="connsiteX58" fmla="*/ 16720 w 74988"/>
                <a:gd name="connsiteY58" fmla="*/ 65762 h 97326"/>
                <a:gd name="connsiteX59" fmla="*/ 16720 w 74988"/>
                <a:gd name="connsiteY59" fmla="*/ 65762 h 97326"/>
                <a:gd name="connsiteX60" fmla="*/ 17601 w 74988"/>
                <a:gd name="connsiteY60" fmla="*/ 65411 h 97326"/>
                <a:gd name="connsiteX61" fmla="*/ 19039 w 74988"/>
                <a:gd name="connsiteY61" fmla="*/ 63875 h 97326"/>
                <a:gd name="connsiteX62" fmla="*/ 25485 w 74988"/>
                <a:gd name="connsiteY62" fmla="*/ 67035 h 97326"/>
                <a:gd name="connsiteX63" fmla="*/ 26413 w 74988"/>
                <a:gd name="connsiteY63" fmla="*/ 67079 h 97326"/>
                <a:gd name="connsiteX64" fmla="*/ 27108 w 74988"/>
                <a:gd name="connsiteY64" fmla="*/ 66509 h 97326"/>
                <a:gd name="connsiteX65" fmla="*/ 36106 w 74988"/>
                <a:gd name="connsiteY65" fmla="*/ 47280 h 97326"/>
                <a:gd name="connsiteX66" fmla="*/ 36013 w 74988"/>
                <a:gd name="connsiteY66" fmla="*/ 46271 h 97326"/>
                <a:gd name="connsiteX67" fmla="*/ 33879 w 74988"/>
                <a:gd name="connsiteY67" fmla="*/ 43022 h 97326"/>
                <a:gd name="connsiteX68" fmla="*/ 34065 w 74988"/>
                <a:gd name="connsiteY68" fmla="*/ 40651 h 97326"/>
                <a:gd name="connsiteX69" fmla="*/ 38146 w 74988"/>
                <a:gd name="connsiteY69" fmla="*/ 38456 h 97326"/>
                <a:gd name="connsiteX70" fmla="*/ 38610 w 74988"/>
                <a:gd name="connsiteY70" fmla="*/ 38017 h 97326"/>
                <a:gd name="connsiteX71" fmla="*/ 42969 w 74988"/>
                <a:gd name="connsiteY71" fmla="*/ 30598 h 97326"/>
                <a:gd name="connsiteX72" fmla="*/ 43016 w 74988"/>
                <a:gd name="connsiteY72" fmla="*/ 29676 h 97326"/>
                <a:gd name="connsiteX73" fmla="*/ 40326 w 74988"/>
                <a:gd name="connsiteY73" fmla="*/ 23091 h 97326"/>
                <a:gd name="connsiteX74" fmla="*/ 42645 w 74988"/>
                <a:gd name="connsiteY74" fmla="*/ 20062 h 97326"/>
                <a:gd name="connsiteX75" fmla="*/ 48628 w 74988"/>
                <a:gd name="connsiteY75" fmla="*/ 18526 h 97326"/>
                <a:gd name="connsiteX76" fmla="*/ 49184 w 74988"/>
                <a:gd name="connsiteY76" fmla="*/ 18219 h 97326"/>
                <a:gd name="connsiteX77" fmla="*/ 56511 w 74988"/>
                <a:gd name="connsiteY77" fmla="*/ 10624 h 97326"/>
                <a:gd name="connsiteX78" fmla="*/ 66065 w 74988"/>
                <a:gd name="connsiteY78" fmla="*/ 7990 h 97326"/>
                <a:gd name="connsiteX79" fmla="*/ 73115 w 74988"/>
                <a:gd name="connsiteY79" fmla="*/ 13126 h 97326"/>
                <a:gd name="connsiteX80" fmla="*/ 74552 w 74988"/>
                <a:gd name="connsiteY80" fmla="*/ 13126 h 97326"/>
                <a:gd name="connsiteX81" fmla="*/ 74877 w 74988"/>
                <a:gd name="connsiteY81" fmla="*/ 11809 h 97326"/>
                <a:gd name="connsiteX82" fmla="*/ 71631 w 74988"/>
                <a:gd name="connsiteY82" fmla="*/ 4873 h 97326"/>
                <a:gd name="connsiteX83" fmla="*/ 73254 w 74988"/>
                <a:gd name="connsiteY83" fmla="*/ 1537 h 97326"/>
                <a:gd name="connsiteX84" fmla="*/ 72929 w 74988"/>
                <a:gd name="connsiteY84" fmla="*/ 1712 h 97326"/>
                <a:gd name="connsiteX85" fmla="*/ 72373 w 74988"/>
                <a:gd name="connsiteY85" fmla="*/ 1844 h 9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74988" h="97326">
                  <a:moveTo>
                    <a:pt x="72558" y="1756"/>
                  </a:moveTo>
                  <a:cubicBezTo>
                    <a:pt x="72141" y="1756"/>
                    <a:pt x="71723" y="1537"/>
                    <a:pt x="71538" y="1185"/>
                  </a:cubicBezTo>
                  <a:cubicBezTo>
                    <a:pt x="71306" y="746"/>
                    <a:pt x="71445" y="307"/>
                    <a:pt x="71770" y="0"/>
                  </a:cubicBezTo>
                  <a:cubicBezTo>
                    <a:pt x="71677" y="88"/>
                    <a:pt x="71584" y="132"/>
                    <a:pt x="71492" y="219"/>
                  </a:cubicBezTo>
                  <a:lnTo>
                    <a:pt x="71074" y="1054"/>
                  </a:lnTo>
                  <a:lnTo>
                    <a:pt x="69451" y="4346"/>
                  </a:lnTo>
                  <a:cubicBezTo>
                    <a:pt x="69312" y="4653"/>
                    <a:pt x="69312" y="4961"/>
                    <a:pt x="69451" y="5268"/>
                  </a:cubicBezTo>
                  <a:lnTo>
                    <a:pt x="71074" y="8736"/>
                  </a:lnTo>
                  <a:lnTo>
                    <a:pt x="67178" y="5883"/>
                  </a:lnTo>
                  <a:cubicBezTo>
                    <a:pt x="66900" y="5663"/>
                    <a:pt x="66529" y="5619"/>
                    <a:pt x="66158" y="5707"/>
                  </a:cubicBezTo>
                  <a:lnTo>
                    <a:pt x="55723" y="8604"/>
                  </a:lnTo>
                  <a:cubicBezTo>
                    <a:pt x="55723" y="8604"/>
                    <a:pt x="55352" y="8780"/>
                    <a:pt x="55213" y="8912"/>
                  </a:cubicBezTo>
                  <a:lnTo>
                    <a:pt x="47885" y="16506"/>
                  </a:lnTo>
                  <a:lnTo>
                    <a:pt x="41856" y="18087"/>
                  </a:lnTo>
                  <a:cubicBezTo>
                    <a:pt x="41578" y="18175"/>
                    <a:pt x="41393" y="18306"/>
                    <a:pt x="41207" y="18526"/>
                  </a:cubicBezTo>
                  <a:lnTo>
                    <a:pt x="38332" y="22389"/>
                  </a:lnTo>
                  <a:cubicBezTo>
                    <a:pt x="38100" y="22696"/>
                    <a:pt x="38053" y="23091"/>
                    <a:pt x="38193" y="23443"/>
                  </a:cubicBezTo>
                  <a:lnTo>
                    <a:pt x="40882" y="30115"/>
                  </a:lnTo>
                  <a:lnTo>
                    <a:pt x="36940" y="36788"/>
                  </a:lnTo>
                  <a:lnTo>
                    <a:pt x="32581" y="39115"/>
                  </a:lnTo>
                  <a:cubicBezTo>
                    <a:pt x="32256" y="39290"/>
                    <a:pt x="32024" y="39598"/>
                    <a:pt x="31978" y="39993"/>
                  </a:cubicBezTo>
                  <a:lnTo>
                    <a:pt x="31700" y="43285"/>
                  </a:lnTo>
                  <a:cubicBezTo>
                    <a:pt x="31700" y="43505"/>
                    <a:pt x="31700" y="43768"/>
                    <a:pt x="31885" y="43944"/>
                  </a:cubicBezTo>
                  <a:lnTo>
                    <a:pt x="33879" y="47017"/>
                  </a:lnTo>
                  <a:lnTo>
                    <a:pt x="25624" y="64621"/>
                  </a:lnTo>
                  <a:lnTo>
                    <a:pt x="19456" y="61592"/>
                  </a:lnTo>
                  <a:cubicBezTo>
                    <a:pt x="18992" y="61372"/>
                    <a:pt x="18390" y="61460"/>
                    <a:pt x="18065" y="61855"/>
                  </a:cubicBezTo>
                  <a:lnTo>
                    <a:pt x="16952" y="63040"/>
                  </a:lnTo>
                  <a:lnTo>
                    <a:pt x="14633" y="60231"/>
                  </a:lnTo>
                  <a:cubicBezTo>
                    <a:pt x="14355" y="59880"/>
                    <a:pt x="13798" y="59704"/>
                    <a:pt x="13381" y="59880"/>
                  </a:cubicBezTo>
                  <a:cubicBezTo>
                    <a:pt x="12917" y="60011"/>
                    <a:pt x="12592" y="60406"/>
                    <a:pt x="12592" y="60889"/>
                  </a:cubicBezTo>
                  <a:lnTo>
                    <a:pt x="12036" y="77659"/>
                  </a:lnTo>
                  <a:lnTo>
                    <a:pt x="8511" y="77659"/>
                  </a:lnTo>
                  <a:cubicBezTo>
                    <a:pt x="7862" y="77659"/>
                    <a:pt x="7352" y="78142"/>
                    <a:pt x="7352" y="78757"/>
                  </a:cubicBezTo>
                  <a:lnTo>
                    <a:pt x="7352" y="84508"/>
                  </a:lnTo>
                  <a:cubicBezTo>
                    <a:pt x="7352" y="84815"/>
                    <a:pt x="7491" y="85122"/>
                    <a:pt x="7723" y="85342"/>
                  </a:cubicBezTo>
                  <a:lnTo>
                    <a:pt x="9949" y="87229"/>
                  </a:lnTo>
                  <a:lnTo>
                    <a:pt x="9949" y="91005"/>
                  </a:lnTo>
                  <a:lnTo>
                    <a:pt x="6795" y="94824"/>
                  </a:lnTo>
                  <a:lnTo>
                    <a:pt x="2250" y="91839"/>
                  </a:lnTo>
                  <a:lnTo>
                    <a:pt x="1833" y="91575"/>
                  </a:lnTo>
                  <a:cubicBezTo>
                    <a:pt x="1323" y="91224"/>
                    <a:pt x="581" y="91356"/>
                    <a:pt x="210" y="91839"/>
                  </a:cubicBezTo>
                  <a:cubicBezTo>
                    <a:pt x="-161" y="92322"/>
                    <a:pt x="-22" y="92980"/>
                    <a:pt x="488" y="93331"/>
                  </a:cubicBezTo>
                  <a:cubicBezTo>
                    <a:pt x="488" y="93331"/>
                    <a:pt x="488" y="93331"/>
                    <a:pt x="488" y="93331"/>
                  </a:cubicBezTo>
                  <a:lnTo>
                    <a:pt x="2760" y="94824"/>
                  </a:lnTo>
                  <a:lnTo>
                    <a:pt x="6285" y="97151"/>
                  </a:lnTo>
                  <a:cubicBezTo>
                    <a:pt x="6285" y="97151"/>
                    <a:pt x="6702" y="97326"/>
                    <a:pt x="6934" y="97326"/>
                  </a:cubicBezTo>
                  <a:cubicBezTo>
                    <a:pt x="7259" y="97326"/>
                    <a:pt x="7630" y="97195"/>
                    <a:pt x="7862" y="96887"/>
                  </a:cubicBezTo>
                  <a:lnTo>
                    <a:pt x="11897" y="91971"/>
                  </a:lnTo>
                  <a:cubicBezTo>
                    <a:pt x="11897" y="91971"/>
                    <a:pt x="12128" y="91532"/>
                    <a:pt x="12128" y="91312"/>
                  </a:cubicBezTo>
                  <a:lnTo>
                    <a:pt x="12128" y="86659"/>
                  </a:lnTo>
                  <a:cubicBezTo>
                    <a:pt x="12128" y="86351"/>
                    <a:pt x="11989" y="86044"/>
                    <a:pt x="11758" y="85825"/>
                  </a:cubicBezTo>
                  <a:lnTo>
                    <a:pt x="9531" y="83937"/>
                  </a:lnTo>
                  <a:lnTo>
                    <a:pt x="9531" y="79766"/>
                  </a:lnTo>
                  <a:lnTo>
                    <a:pt x="13010" y="79766"/>
                  </a:lnTo>
                  <a:cubicBezTo>
                    <a:pt x="13613" y="79766"/>
                    <a:pt x="14169" y="79284"/>
                    <a:pt x="14169" y="78713"/>
                  </a:cubicBezTo>
                  <a:lnTo>
                    <a:pt x="14633" y="63875"/>
                  </a:lnTo>
                  <a:lnTo>
                    <a:pt x="15839" y="65323"/>
                  </a:lnTo>
                  <a:cubicBezTo>
                    <a:pt x="16071" y="65587"/>
                    <a:pt x="16395" y="65718"/>
                    <a:pt x="16720" y="65762"/>
                  </a:cubicBezTo>
                  <a:lnTo>
                    <a:pt x="16720" y="65762"/>
                  </a:lnTo>
                  <a:cubicBezTo>
                    <a:pt x="17045" y="65762"/>
                    <a:pt x="17369" y="65631"/>
                    <a:pt x="17601" y="65411"/>
                  </a:cubicBezTo>
                  <a:lnTo>
                    <a:pt x="19039" y="63875"/>
                  </a:lnTo>
                  <a:lnTo>
                    <a:pt x="25485" y="67035"/>
                  </a:lnTo>
                  <a:cubicBezTo>
                    <a:pt x="25763" y="67167"/>
                    <a:pt x="26088" y="67211"/>
                    <a:pt x="26413" y="67079"/>
                  </a:cubicBezTo>
                  <a:cubicBezTo>
                    <a:pt x="26691" y="66991"/>
                    <a:pt x="26969" y="66772"/>
                    <a:pt x="27108" y="66509"/>
                  </a:cubicBezTo>
                  <a:lnTo>
                    <a:pt x="36106" y="47280"/>
                  </a:lnTo>
                  <a:cubicBezTo>
                    <a:pt x="36245" y="46929"/>
                    <a:pt x="36245" y="46578"/>
                    <a:pt x="36013" y="46271"/>
                  </a:cubicBezTo>
                  <a:lnTo>
                    <a:pt x="33879" y="43022"/>
                  </a:lnTo>
                  <a:lnTo>
                    <a:pt x="34065" y="40651"/>
                  </a:lnTo>
                  <a:lnTo>
                    <a:pt x="38146" y="38456"/>
                  </a:lnTo>
                  <a:cubicBezTo>
                    <a:pt x="38146" y="38456"/>
                    <a:pt x="38471" y="38193"/>
                    <a:pt x="38610" y="38017"/>
                  </a:cubicBezTo>
                  <a:lnTo>
                    <a:pt x="42969" y="30598"/>
                  </a:lnTo>
                  <a:cubicBezTo>
                    <a:pt x="43155" y="30335"/>
                    <a:pt x="43155" y="29984"/>
                    <a:pt x="43016" y="29676"/>
                  </a:cubicBezTo>
                  <a:lnTo>
                    <a:pt x="40326" y="23091"/>
                  </a:lnTo>
                  <a:lnTo>
                    <a:pt x="42645" y="20062"/>
                  </a:lnTo>
                  <a:lnTo>
                    <a:pt x="48628" y="18526"/>
                  </a:lnTo>
                  <a:cubicBezTo>
                    <a:pt x="48628" y="18526"/>
                    <a:pt x="49045" y="18350"/>
                    <a:pt x="49184" y="18219"/>
                  </a:cubicBezTo>
                  <a:lnTo>
                    <a:pt x="56511" y="10624"/>
                  </a:lnTo>
                  <a:lnTo>
                    <a:pt x="66065" y="7990"/>
                  </a:lnTo>
                  <a:lnTo>
                    <a:pt x="73115" y="13126"/>
                  </a:lnTo>
                  <a:cubicBezTo>
                    <a:pt x="73532" y="13433"/>
                    <a:pt x="74135" y="13433"/>
                    <a:pt x="74552" y="13126"/>
                  </a:cubicBezTo>
                  <a:cubicBezTo>
                    <a:pt x="74970" y="12819"/>
                    <a:pt x="75109" y="12292"/>
                    <a:pt x="74877" y="11809"/>
                  </a:cubicBezTo>
                  <a:lnTo>
                    <a:pt x="71631" y="4873"/>
                  </a:lnTo>
                  <a:lnTo>
                    <a:pt x="73254" y="1537"/>
                  </a:lnTo>
                  <a:lnTo>
                    <a:pt x="72929" y="1712"/>
                  </a:lnTo>
                  <a:cubicBezTo>
                    <a:pt x="72929" y="1712"/>
                    <a:pt x="72558" y="1844"/>
                    <a:pt x="72373" y="1844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0" name="Freeform: Shape 2639">
              <a:extLst>
                <a:ext uri="{FF2B5EF4-FFF2-40B4-BE49-F238E27FC236}">
                  <a16:creationId xmlns:a16="http://schemas.microsoft.com/office/drawing/2014/main" id="{9F6D0499-7ECA-6D3E-3B31-4F85A1C15323}"/>
                </a:ext>
              </a:extLst>
            </p:cNvPr>
            <p:cNvSpPr>
              <a:spLocks/>
            </p:cNvSpPr>
            <p:nvPr/>
          </p:nvSpPr>
          <p:spPr>
            <a:xfrm>
              <a:off x="7768220" y="3421188"/>
              <a:ext cx="20295" cy="15156"/>
            </a:xfrm>
            <a:custGeom>
              <a:avLst/>
              <a:gdLst>
                <a:gd name="connsiteX0" fmla="*/ 612 w 13597"/>
                <a:gd name="connsiteY0" fmla="*/ 3438 h 10154"/>
                <a:gd name="connsiteX1" fmla="*/ 148 w 13597"/>
                <a:gd name="connsiteY1" fmla="*/ 4931 h 10154"/>
                <a:gd name="connsiteX2" fmla="*/ 1447 w 13597"/>
                <a:gd name="connsiteY2" fmla="*/ 5413 h 10154"/>
                <a:gd name="connsiteX3" fmla="*/ 1725 w 13597"/>
                <a:gd name="connsiteY3" fmla="*/ 5413 h 10154"/>
                <a:gd name="connsiteX4" fmla="*/ 2143 w 13597"/>
                <a:gd name="connsiteY4" fmla="*/ 5194 h 10154"/>
                <a:gd name="connsiteX5" fmla="*/ 7662 w 13597"/>
                <a:gd name="connsiteY5" fmla="*/ 2384 h 10154"/>
                <a:gd name="connsiteX6" fmla="*/ 11325 w 13597"/>
                <a:gd name="connsiteY6" fmla="*/ 3570 h 10154"/>
                <a:gd name="connsiteX7" fmla="*/ 11325 w 13597"/>
                <a:gd name="connsiteY7" fmla="*/ 9891 h 10154"/>
                <a:gd name="connsiteX8" fmla="*/ 11418 w 13597"/>
                <a:gd name="connsiteY8" fmla="*/ 10155 h 10154"/>
                <a:gd name="connsiteX9" fmla="*/ 11882 w 13597"/>
                <a:gd name="connsiteY9" fmla="*/ 8926 h 10154"/>
                <a:gd name="connsiteX10" fmla="*/ 13598 w 13597"/>
                <a:gd name="connsiteY10" fmla="*/ 7960 h 10154"/>
                <a:gd name="connsiteX11" fmla="*/ 13598 w 13597"/>
                <a:gd name="connsiteY11" fmla="*/ 2736 h 10154"/>
                <a:gd name="connsiteX12" fmla="*/ 12809 w 13597"/>
                <a:gd name="connsiteY12" fmla="*/ 1682 h 10154"/>
                <a:gd name="connsiteX13" fmla="*/ 7893 w 13597"/>
                <a:gd name="connsiteY13" fmla="*/ 58 h 10154"/>
                <a:gd name="connsiteX14" fmla="*/ 6966 w 13597"/>
                <a:gd name="connsiteY14" fmla="*/ 145 h 10154"/>
                <a:gd name="connsiteX15" fmla="*/ 844 w 13597"/>
                <a:gd name="connsiteY15" fmla="*/ 3262 h 10154"/>
                <a:gd name="connsiteX16" fmla="*/ 566 w 13597"/>
                <a:gd name="connsiteY16" fmla="*/ 3394 h 10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597" h="10154">
                  <a:moveTo>
                    <a:pt x="612" y="3438"/>
                  </a:moveTo>
                  <a:cubicBezTo>
                    <a:pt x="56" y="3701"/>
                    <a:pt x="-176" y="4404"/>
                    <a:pt x="148" y="4931"/>
                  </a:cubicBezTo>
                  <a:cubicBezTo>
                    <a:pt x="380" y="5370"/>
                    <a:pt x="937" y="5501"/>
                    <a:pt x="1447" y="5413"/>
                  </a:cubicBezTo>
                  <a:cubicBezTo>
                    <a:pt x="1540" y="5413"/>
                    <a:pt x="1632" y="5413"/>
                    <a:pt x="1725" y="5413"/>
                  </a:cubicBezTo>
                  <a:lnTo>
                    <a:pt x="2143" y="5194"/>
                  </a:lnTo>
                  <a:lnTo>
                    <a:pt x="7662" y="2384"/>
                  </a:lnTo>
                  <a:lnTo>
                    <a:pt x="11325" y="3570"/>
                  </a:lnTo>
                  <a:lnTo>
                    <a:pt x="11325" y="9891"/>
                  </a:lnTo>
                  <a:cubicBezTo>
                    <a:pt x="11325" y="9891"/>
                    <a:pt x="11418" y="10067"/>
                    <a:pt x="11418" y="10155"/>
                  </a:cubicBezTo>
                  <a:cubicBezTo>
                    <a:pt x="11279" y="9672"/>
                    <a:pt x="11418" y="9189"/>
                    <a:pt x="11882" y="8926"/>
                  </a:cubicBezTo>
                  <a:lnTo>
                    <a:pt x="13598" y="7960"/>
                  </a:lnTo>
                  <a:lnTo>
                    <a:pt x="13598" y="2736"/>
                  </a:lnTo>
                  <a:cubicBezTo>
                    <a:pt x="13598" y="2253"/>
                    <a:pt x="13273" y="1858"/>
                    <a:pt x="12809" y="1682"/>
                  </a:cubicBezTo>
                  <a:lnTo>
                    <a:pt x="7893" y="58"/>
                  </a:lnTo>
                  <a:cubicBezTo>
                    <a:pt x="7569" y="-30"/>
                    <a:pt x="7244" y="-30"/>
                    <a:pt x="6966" y="145"/>
                  </a:cubicBezTo>
                  <a:lnTo>
                    <a:pt x="844" y="3262"/>
                  </a:lnTo>
                  <a:lnTo>
                    <a:pt x="566" y="3394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1" name="Freeform: Shape 2640">
              <a:extLst>
                <a:ext uri="{FF2B5EF4-FFF2-40B4-BE49-F238E27FC236}">
                  <a16:creationId xmlns:a16="http://schemas.microsoft.com/office/drawing/2014/main" id="{4809C57F-2388-7C6F-209F-709489F4A411}"/>
                </a:ext>
              </a:extLst>
            </p:cNvPr>
            <p:cNvSpPr>
              <a:spLocks/>
            </p:cNvSpPr>
            <p:nvPr/>
          </p:nvSpPr>
          <p:spPr>
            <a:xfrm>
              <a:off x="7785541" y="3436935"/>
              <a:ext cx="207" cy="196"/>
            </a:xfrm>
            <a:custGeom>
              <a:avLst/>
              <a:gdLst>
                <a:gd name="connsiteX0" fmla="*/ 139 w 139"/>
                <a:gd name="connsiteY0" fmla="*/ 132 h 131"/>
                <a:gd name="connsiteX1" fmla="*/ 0 w 139"/>
                <a:gd name="connsiteY1" fmla="*/ 0 h 131"/>
                <a:gd name="connsiteX2" fmla="*/ 139 w 139"/>
                <a:gd name="connsiteY2" fmla="*/ 132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" h="131">
                  <a:moveTo>
                    <a:pt x="139" y="132"/>
                  </a:moveTo>
                  <a:cubicBezTo>
                    <a:pt x="139" y="132"/>
                    <a:pt x="46" y="44"/>
                    <a:pt x="0" y="0"/>
                  </a:cubicBezTo>
                  <a:cubicBezTo>
                    <a:pt x="0" y="44"/>
                    <a:pt x="93" y="88"/>
                    <a:pt x="139" y="132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2" name="Freeform: Shape 2641">
              <a:extLst>
                <a:ext uri="{FF2B5EF4-FFF2-40B4-BE49-F238E27FC236}">
                  <a16:creationId xmlns:a16="http://schemas.microsoft.com/office/drawing/2014/main" id="{49CBC349-B9B0-8D83-1259-64B30D2D0F41}"/>
                </a:ext>
              </a:extLst>
            </p:cNvPr>
            <p:cNvSpPr>
              <a:spLocks/>
            </p:cNvSpPr>
            <p:nvPr/>
          </p:nvSpPr>
          <p:spPr>
            <a:xfrm>
              <a:off x="7849713" y="3432151"/>
              <a:ext cx="14190" cy="23064"/>
            </a:xfrm>
            <a:custGeom>
              <a:avLst/>
              <a:gdLst>
                <a:gd name="connsiteX0" fmla="*/ 1438 w 9507"/>
                <a:gd name="connsiteY0" fmla="*/ 3512 h 15452"/>
                <a:gd name="connsiteX1" fmla="*/ 7188 w 9507"/>
                <a:gd name="connsiteY1" fmla="*/ 6234 h 15452"/>
                <a:gd name="connsiteX2" fmla="*/ 7188 w 9507"/>
                <a:gd name="connsiteY2" fmla="*/ 14355 h 15452"/>
                <a:gd name="connsiteX3" fmla="*/ 8348 w 9507"/>
                <a:gd name="connsiteY3" fmla="*/ 15453 h 15452"/>
                <a:gd name="connsiteX4" fmla="*/ 9507 w 9507"/>
                <a:gd name="connsiteY4" fmla="*/ 14355 h 15452"/>
                <a:gd name="connsiteX5" fmla="*/ 9507 w 9507"/>
                <a:gd name="connsiteY5" fmla="*/ 5575 h 15452"/>
                <a:gd name="connsiteX6" fmla="*/ 8858 w 9507"/>
                <a:gd name="connsiteY6" fmla="*/ 4610 h 15452"/>
                <a:gd name="connsiteX7" fmla="*/ 2922 w 9507"/>
                <a:gd name="connsiteY7" fmla="*/ 1800 h 15452"/>
                <a:gd name="connsiteX8" fmla="*/ 2644 w 9507"/>
                <a:gd name="connsiteY8" fmla="*/ 790 h 15452"/>
                <a:gd name="connsiteX9" fmla="*/ 1113 w 9507"/>
                <a:gd name="connsiteY9" fmla="*/ 790 h 15452"/>
                <a:gd name="connsiteX10" fmla="*/ 835 w 9507"/>
                <a:gd name="connsiteY10" fmla="*/ 702 h 15452"/>
                <a:gd name="connsiteX11" fmla="*/ 417 w 9507"/>
                <a:gd name="connsiteY11" fmla="*/ 527 h 15452"/>
                <a:gd name="connsiteX12" fmla="*/ 185 w 9507"/>
                <a:gd name="connsiteY12" fmla="*/ 220 h 15452"/>
                <a:gd name="connsiteX13" fmla="*/ 0 w 9507"/>
                <a:gd name="connsiteY13" fmla="*/ 0 h 15452"/>
                <a:gd name="connsiteX14" fmla="*/ 835 w 9507"/>
                <a:gd name="connsiteY14" fmla="*/ 2854 h 15452"/>
                <a:gd name="connsiteX15" fmla="*/ 1438 w 9507"/>
                <a:gd name="connsiteY15" fmla="*/ 3556 h 1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" h="15452">
                  <a:moveTo>
                    <a:pt x="1438" y="3512"/>
                  </a:moveTo>
                  <a:lnTo>
                    <a:pt x="7188" y="6234"/>
                  </a:lnTo>
                  <a:lnTo>
                    <a:pt x="7188" y="14355"/>
                  </a:lnTo>
                  <a:cubicBezTo>
                    <a:pt x="7188" y="14970"/>
                    <a:pt x="7699" y="15453"/>
                    <a:pt x="8348" y="15453"/>
                  </a:cubicBezTo>
                  <a:cubicBezTo>
                    <a:pt x="8997" y="15453"/>
                    <a:pt x="9507" y="14970"/>
                    <a:pt x="9507" y="14355"/>
                  </a:cubicBezTo>
                  <a:lnTo>
                    <a:pt x="9507" y="5575"/>
                  </a:lnTo>
                  <a:cubicBezTo>
                    <a:pt x="9507" y="5180"/>
                    <a:pt x="9275" y="4785"/>
                    <a:pt x="8858" y="4610"/>
                  </a:cubicBezTo>
                  <a:lnTo>
                    <a:pt x="2922" y="1800"/>
                  </a:lnTo>
                  <a:lnTo>
                    <a:pt x="2644" y="790"/>
                  </a:lnTo>
                  <a:lnTo>
                    <a:pt x="1113" y="790"/>
                  </a:lnTo>
                  <a:cubicBezTo>
                    <a:pt x="1113" y="790"/>
                    <a:pt x="927" y="702"/>
                    <a:pt x="835" y="702"/>
                  </a:cubicBezTo>
                  <a:cubicBezTo>
                    <a:pt x="695" y="702"/>
                    <a:pt x="557" y="615"/>
                    <a:pt x="417" y="527"/>
                  </a:cubicBezTo>
                  <a:cubicBezTo>
                    <a:pt x="278" y="439"/>
                    <a:pt x="232" y="351"/>
                    <a:pt x="185" y="220"/>
                  </a:cubicBezTo>
                  <a:cubicBezTo>
                    <a:pt x="139" y="132"/>
                    <a:pt x="46" y="88"/>
                    <a:pt x="0" y="0"/>
                  </a:cubicBezTo>
                  <a:lnTo>
                    <a:pt x="835" y="2854"/>
                  </a:lnTo>
                  <a:cubicBezTo>
                    <a:pt x="927" y="3161"/>
                    <a:pt x="1159" y="3380"/>
                    <a:pt x="1438" y="355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3" name="Freeform: Shape 2642">
              <a:extLst>
                <a:ext uri="{FF2B5EF4-FFF2-40B4-BE49-F238E27FC236}">
                  <a16:creationId xmlns:a16="http://schemas.microsoft.com/office/drawing/2014/main" id="{3CD3CC92-D05E-ED80-7413-C5C3A59F1962}"/>
                </a:ext>
              </a:extLst>
            </p:cNvPr>
            <p:cNvSpPr>
              <a:spLocks/>
            </p:cNvSpPr>
            <p:nvPr/>
          </p:nvSpPr>
          <p:spPr>
            <a:xfrm>
              <a:off x="7785188" y="3414694"/>
              <a:ext cx="67362" cy="22830"/>
            </a:xfrm>
            <a:custGeom>
              <a:avLst/>
              <a:gdLst>
                <a:gd name="connsiteX0" fmla="*/ 52 w 45130"/>
                <a:gd name="connsiteY0" fmla="*/ 14462 h 15295"/>
                <a:gd name="connsiteX1" fmla="*/ 52 w 45130"/>
                <a:gd name="connsiteY1" fmla="*/ 14769 h 15295"/>
                <a:gd name="connsiteX2" fmla="*/ 191 w 45130"/>
                <a:gd name="connsiteY2" fmla="*/ 14901 h 15295"/>
                <a:gd name="connsiteX3" fmla="*/ 330 w 45130"/>
                <a:gd name="connsiteY3" fmla="*/ 15032 h 15295"/>
                <a:gd name="connsiteX4" fmla="*/ 1072 w 45130"/>
                <a:gd name="connsiteY4" fmla="*/ 15296 h 15295"/>
                <a:gd name="connsiteX5" fmla="*/ 1628 w 45130"/>
                <a:gd name="connsiteY5" fmla="*/ 15164 h 15295"/>
                <a:gd name="connsiteX6" fmla="*/ 2185 w 45130"/>
                <a:gd name="connsiteY6" fmla="*/ 14857 h 15295"/>
                <a:gd name="connsiteX7" fmla="*/ 9141 w 45130"/>
                <a:gd name="connsiteY7" fmla="*/ 11038 h 15295"/>
                <a:gd name="connsiteX8" fmla="*/ 9373 w 45130"/>
                <a:gd name="connsiteY8" fmla="*/ 10862 h 15295"/>
                <a:gd name="connsiteX9" fmla="*/ 18185 w 45130"/>
                <a:gd name="connsiteY9" fmla="*/ 2521 h 15295"/>
                <a:gd name="connsiteX10" fmla="*/ 23194 w 45130"/>
                <a:gd name="connsiteY10" fmla="*/ 6340 h 15295"/>
                <a:gd name="connsiteX11" fmla="*/ 23936 w 45130"/>
                <a:gd name="connsiteY11" fmla="*/ 6604 h 15295"/>
                <a:gd name="connsiteX12" fmla="*/ 41605 w 45130"/>
                <a:gd name="connsiteY12" fmla="*/ 6604 h 15295"/>
                <a:gd name="connsiteX13" fmla="*/ 43136 w 45130"/>
                <a:gd name="connsiteY13" fmla="*/ 11652 h 15295"/>
                <a:gd name="connsiteX14" fmla="*/ 43321 w 45130"/>
                <a:gd name="connsiteY14" fmla="*/ 11872 h 15295"/>
                <a:gd name="connsiteX15" fmla="*/ 43089 w 45130"/>
                <a:gd name="connsiteY15" fmla="*/ 11345 h 15295"/>
                <a:gd name="connsiteX16" fmla="*/ 44249 w 45130"/>
                <a:gd name="connsiteY16" fmla="*/ 10247 h 15295"/>
                <a:gd name="connsiteX17" fmla="*/ 45130 w 45130"/>
                <a:gd name="connsiteY17" fmla="*/ 10247 h 15295"/>
                <a:gd name="connsiteX18" fmla="*/ 43600 w 45130"/>
                <a:gd name="connsiteY18" fmla="*/ 5199 h 15295"/>
                <a:gd name="connsiteX19" fmla="*/ 42487 w 45130"/>
                <a:gd name="connsiteY19" fmla="*/ 4409 h 15295"/>
                <a:gd name="connsiteX20" fmla="*/ 24353 w 45130"/>
                <a:gd name="connsiteY20" fmla="*/ 4409 h 15295"/>
                <a:gd name="connsiteX21" fmla="*/ 18881 w 45130"/>
                <a:gd name="connsiteY21" fmla="*/ 238 h 15295"/>
                <a:gd name="connsiteX22" fmla="*/ 17350 w 45130"/>
                <a:gd name="connsiteY22" fmla="*/ 326 h 15295"/>
                <a:gd name="connsiteX23" fmla="*/ 7889 w 45130"/>
                <a:gd name="connsiteY23" fmla="*/ 9282 h 15295"/>
                <a:gd name="connsiteX24" fmla="*/ 2231 w 45130"/>
                <a:gd name="connsiteY24" fmla="*/ 12355 h 15295"/>
                <a:gd name="connsiteX25" fmla="*/ 515 w 45130"/>
                <a:gd name="connsiteY25" fmla="*/ 13320 h 15295"/>
                <a:gd name="connsiteX26" fmla="*/ 52 w 45130"/>
                <a:gd name="connsiteY26" fmla="*/ 14550 h 15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130" h="15295">
                  <a:moveTo>
                    <a:pt x="52" y="14462"/>
                  </a:moveTo>
                  <a:cubicBezTo>
                    <a:pt x="52" y="14462"/>
                    <a:pt x="52" y="14637"/>
                    <a:pt x="52" y="14769"/>
                  </a:cubicBezTo>
                  <a:cubicBezTo>
                    <a:pt x="52" y="14813"/>
                    <a:pt x="144" y="14857"/>
                    <a:pt x="191" y="14901"/>
                  </a:cubicBezTo>
                  <a:cubicBezTo>
                    <a:pt x="191" y="14945"/>
                    <a:pt x="283" y="14989"/>
                    <a:pt x="330" y="15032"/>
                  </a:cubicBezTo>
                  <a:cubicBezTo>
                    <a:pt x="562" y="15208"/>
                    <a:pt x="793" y="15296"/>
                    <a:pt x="1072" y="15296"/>
                  </a:cubicBezTo>
                  <a:cubicBezTo>
                    <a:pt x="1257" y="15296"/>
                    <a:pt x="1489" y="15252"/>
                    <a:pt x="1628" y="15164"/>
                  </a:cubicBezTo>
                  <a:lnTo>
                    <a:pt x="2185" y="14857"/>
                  </a:lnTo>
                  <a:lnTo>
                    <a:pt x="9141" y="11038"/>
                  </a:lnTo>
                  <a:cubicBezTo>
                    <a:pt x="9141" y="11038"/>
                    <a:pt x="9327" y="10950"/>
                    <a:pt x="9373" y="10862"/>
                  </a:cubicBezTo>
                  <a:lnTo>
                    <a:pt x="18185" y="2521"/>
                  </a:lnTo>
                  <a:lnTo>
                    <a:pt x="23194" y="6340"/>
                  </a:lnTo>
                  <a:cubicBezTo>
                    <a:pt x="23194" y="6340"/>
                    <a:pt x="23657" y="6604"/>
                    <a:pt x="23936" y="6604"/>
                  </a:cubicBezTo>
                  <a:lnTo>
                    <a:pt x="41605" y="6604"/>
                  </a:lnTo>
                  <a:lnTo>
                    <a:pt x="43136" y="11652"/>
                  </a:lnTo>
                  <a:cubicBezTo>
                    <a:pt x="43136" y="11652"/>
                    <a:pt x="43275" y="11784"/>
                    <a:pt x="43321" y="11872"/>
                  </a:cubicBezTo>
                  <a:cubicBezTo>
                    <a:pt x="43229" y="11696"/>
                    <a:pt x="43089" y="11564"/>
                    <a:pt x="43089" y="11345"/>
                  </a:cubicBezTo>
                  <a:cubicBezTo>
                    <a:pt x="43089" y="10730"/>
                    <a:pt x="43600" y="10247"/>
                    <a:pt x="44249" y="10247"/>
                  </a:cubicBezTo>
                  <a:lnTo>
                    <a:pt x="45130" y="10247"/>
                  </a:lnTo>
                  <a:lnTo>
                    <a:pt x="43600" y="5199"/>
                  </a:lnTo>
                  <a:cubicBezTo>
                    <a:pt x="43461" y="4716"/>
                    <a:pt x="42997" y="4409"/>
                    <a:pt x="42487" y="4409"/>
                  </a:cubicBezTo>
                  <a:lnTo>
                    <a:pt x="24353" y="4409"/>
                  </a:lnTo>
                  <a:lnTo>
                    <a:pt x="18881" y="238"/>
                  </a:lnTo>
                  <a:cubicBezTo>
                    <a:pt x="18417" y="-113"/>
                    <a:pt x="17768" y="-69"/>
                    <a:pt x="17350" y="326"/>
                  </a:cubicBezTo>
                  <a:lnTo>
                    <a:pt x="7889" y="9282"/>
                  </a:lnTo>
                  <a:lnTo>
                    <a:pt x="2231" y="12355"/>
                  </a:lnTo>
                  <a:lnTo>
                    <a:pt x="515" y="13320"/>
                  </a:lnTo>
                  <a:cubicBezTo>
                    <a:pt x="52" y="13584"/>
                    <a:pt x="-88" y="14067"/>
                    <a:pt x="52" y="1455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4" name="Freeform: Shape 2643">
              <a:extLst>
                <a:ext uri="{FF2B5EF4-FFF2-40B4-BE49-F238E27FC236}">
                  <a16:creationId xmlns:a16="http://schemas.microsoft.com/office/drawing/2014/main" id="{C7059F44-58B0-F484-42C4-46AB7E44C1F9}"/>
                </a:ext>
              </a:extLst>
            </p:cNvPr>
            <p:cNvSpPr>
              <a:spLocks/>
            </p:cNvSpPr>
            <p:nvPr/>
          </p:nvSpPr>
          <p:spPr>
            <a:xfrm>
              <a:off x="7850334" y="3432872"/>
              <a:ext cx="623" cy="262"/>
            </a:xfrm>
            <a:custGeom>
              <a:avLst/>
              <a:gdLst>
                <a:gd name="connsiteX0" fmla="*/ 418 w 417"/>
                <a:gd name="connsiteY0" fmla="*/ 176 h 175"/>
                <a:gd name="connsiteX1" fmla="*/ 0 w 417"/>
                <a:gd name="connsiteY1" fmla="*/ 0 h 175"/>
                <a:gd name="connsiteX2" fmla="*/ 418 w 417"/>
                <a:gd name="connsiteY2" fmla="*/ 176 h 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" h="175">
                  <a:moveTo>
                    <a:pt x="418" y="176"/>
                  </a:moveTo>
                  <a:cubicBezTo>
                    <a:pt x="418" y="176"/>
                    <a:pt x="139" y="88"/>
                    <a:pt x="0" y="0"/>
                  </a:cubicBezTo>
                  <a:cubicBezTo>
                    <a:pt x="139" y="88"/>
                    <a:pt x="278" y="132"/>
                    <a:pt x="418" y="17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5" name="Freeform: Shape 2644">
              <a:extLst>
                <a:ext uri="{FF2B5EF4-FFF2-40B4-BE49-F238E27FC236}">
                  <a16:creationId xmlns:a16="http://schemas.microsoft.com/office/drawing/2014/main" id="{8DF7BA29-6EF5-BE05-5F3E-5605B58542D3}"/>
                </a:ext>
              </a:extLst>
            </p:cNvPr>
            <p:cNvSpPr>
              <a:spLocks/>
            </p:cNvSpPr>
            <p:nvPr/>
          </p:nvSpPr>
          <p:spPr>
            <a:xfrm>
              <a:off x="7849574" y="3389559"/>
              <a:ext cx="138172" cy="43706"/>
            </a:xfrm>
            <a:custGeom>
              <a:avLst/>
              <a:gdLst>
                <a:gd name="connsiteX0" fmla="*/ 0 w 92569"/>
                <a:gd name="connsiteY0" fmla="*/ 28184 h 29281"/>
                <a:gd name="connsiteX1" fmla="*/ 232 w 92569"/>
                <a:gd name="connsiteY1" fmla="*/ 28711 h 29281"/>
                <a:gd name="connsiteX2" fmla="*/ 464 w 92569"/>
                <a:gd name="connsiteY2" fmla="*/ 29018 h 29281"/>
                <a:gd name="connsiteX3" fmla="*/ 881 w 92569"/>
                <a:gd name="connsiteY3" fmla="*/ 29194 h 29281"/>
                <a:gd name="connsiteX4" fmla="*/ 1159 w 92569"/>
                <a:gd name="connsiteY4" fmla="*/ 29281 h 29281"/>
                <a:gd name="connsiteX5" fmla="*/ 17391 w 92569"/>
                <a:gd name="connsiteY5" fmla="*/ 29281 h 29281"/>
                <a:gd name="connsiteX6" fmla="*/ 18551 w 92569"/>
                <a:gd name="connsiteY6" fmla="*/ 28316 h 29281"/>
                <a:gd name="connsiteX7" fmla="*/ 19247 w 92569"/>
                <a:gd name="connsiteY7" fmla="*/ 22828 h 29281"/>
                <a:gd name="connsiteX8" fmla="*/ 21658 w 92569"/>
                <a:gd name="connsiteY8" fmla="*/ 20633 h 29281"/>
                <a:gd name="connsiteX9" fmla="*/ 28986 w 92569"/>
                <a:gd name="connsiteY9" fmla="*/ 14750 h 29281"/>
                <a:gd name="connsiteX10" fmla="*/ 38911 w 92569"/>
                <a:gd name="connsiteY10" fmla="*/ 12073 h 29281"/>
                <a:gd name="connsiteX11" fmla="*/ 39281 w 92569"/>
                <a:gd name="connsiteY11" fmla="*/ 11897 h 29281"/>
                <a:gd name="connsiteX12" fmla="*/ 46238 w 92569"/>
                <a:gd name="connsiteY12" fmla="*/ 6980 h 29281"/>
                <a:gd name="connsiteX13" fmla="*/ 46656 w 92569"/>
                <a:gd name="connsiteY13" fmla="*/ 6410 h 29281"/>
                <a:gd name="connsiteX14" fmla="*/ 47861 w 92569"/>
                <a:gd name="connsiteY14" fmla="*/ 2283 h 29281"/>
                <a:gd name="connsiteX15" fmla="*/ 51015 w 92569"/>
                <a:gd name="connsiteY15" fmla="*/ 2283 h 29281"/>
                <a:gd name="connsiteX16" fmla="*/ 58853 w 92569"/>
                <a:gd name="connsiteY16" fmla="*/ 6805 h 29281"/>
                <a:gd name="connsiteX17" fmla="*/ 59966 w 92569"/>
                <a:gd name="connsiteY17" fmla="*/ 6805 h 29281"/>
                <a:gd name="connsiteX18" fmla="*/ 69566 w 92569"/>
                <a:gd name="connsiteY18" fmla="*/ 2239 h 29281"/>
                <a:gd name="connsiteX19" fmla="*/ 73276 w 92569"/>
                <a:gd name="connsiteY19" fmla="*/ 2239 h 29281"/>
                <a:gd name="connsiteX20" fmla="*/ 76847 w 92569"/>
                <a:gd name="connsiteY20" fmla="*/ 8034 h 29281"/>
                <a:gd name="connsiteX21" fmla="*/ 76847 w 92569"/>
                <a:gd name="connsiteY21" fmla="*/ 14663 h 29281"/>
                <a:gd name="connsiteX22" fmla="*/ 78007 w 92569"/>
                <a:gd name="connsiteY22" fmla="*/ 15760 h 29281"/>
                <a:gd name="connsiteX23" fmla="*/ 84036 w 92569"/>
                <a:gd name="connsiteY23" fmla="*/ 15760 h 29281"/>
                <a:gd name="connsiteX24" fmla="*/ 91920 w 92569"/>
                <a:gd name="connsiteY24" fmla="*/ 20414 h 29281"/>
                <a:gd name="connsiteX25" fmla="*/ 91920 w 92569"/>
                <a:gd name="connsiteY25" fmla="*/ 19799 h 29281"/>
                <a:gd name="connsiteX26" fmla="*/ 92013 w 92569"/>
                <a:gd name="connsiteY26" fmla="*/ 19580 h 29281"/>
                <a:gd name="connsiteX27" fmla="*/ 92013 w 92569"/>
                <a:gd name="connsiteY27" fmla="*/ 19360 h 29281"/>
                <a:gd name="connsiteX28" fmla="*/ 92569 w 92569"/>
                <a:gd name="connsiteY28" fmla="*/ 18175 h 29281"/>
                <a:gd name="connsiteX29" fmla="*/ 85010 w 92569"/>
                <a:gd name="connsiteY29" fmla="*/ 13697 h 29281"/>
                <a:gd name="connsiteX30" fmla="*/ 84407 w 92569"/>
                <a:gd name="connsiteY30" fmla="*/ 13521 h 29281"/>
                <a:gd name="connsiteX31" fmla="*/ 79212 w 92569"/>
                <a:gd name="connsiteY31" fmla="*/ 13521 h 29281"/>
                <a:gd name="connsiteX32" fmla="*/ 79212 w 92569"/>
                <a:gd name="connsiteY32" fmla="*/ 7683 h 29281"/>
                <a:gd name="connsiteX33" fmla="*/ 79073 w 92569"/>
                <a:gd name="connsiteY33" fmla="*/ 7112 h 29281"/>
                <a:gd name="connsiteX34" fmla="*/ 75038 w 92569"/>
                <a:gd name="connsiteY34" fmla="*/ 527 h 29281"/>
                <a:gd name="connsiteX35" fmla="*/ 74018 w 92569"/>
                <a:gd name="connsiteY35" fmla="*/ 0 h 29281"/>
                <a:gd name="connsiteX36" fmla="*/ 69380 w 92569"/>
                <a:gd name="connsiteY36" fmla="*/ 0 h 29281"/>
                <a:gd name="connsiteX37" fmla="*/ 68870 w 92569"/>
                <a:gd name="connsiteY37" fmla="*/ 132 h 29281"/>
                <a:gd name="connsiteX38" fmla="*/ 59595 w 92569"/>
                <a:gd name="connsiteY38" fmla="*/ 4522 h 29281"/>
                <a:gd name="connsiteX39" fmla="*/ 52035 w 92569"/>
                <a:gd name="connsiteY39" fmla="*/ 176 h 29281"/>
                <a:gd name="connsiteX40" fmla="*/ 51433 w 92569"/>
                <a:gd name="connsiteY40" fmla="*/ 0 h 29281"/>
                <a:gd name="connsiteX41" fmla="*/ 47073 w 92569"/>
                <a:gd name="connsiteY41" fmla="*/ 0 h 29281"/>
                <a:gd name="connsiteX42" fmla="*/ 45960 w 92569"/>
                <a:gd name="connsiteY42" fmla="*/ 790 h 29281"/>
                <a:gd name="connsiteX43" fmla="*/ 44615 w 92569"/>
                <a:gd name="connsiteY43" fmla="*/ 5356 h 29281"/>
                <a:gd name="connsiteX44" fmla="*/ 38122 w 92569"/>
                <a:gd name="connsiteY44" fmla="*/ 9965 h 29281"/>
                <a:gd name="connsiteX45" fmla="*/ 28197 w 92569"/>
                <a:gd name="connsiteY45" fmla="*/ 12643 h 29281"/>
                <a:gd name="connsiteX46" fmla="*/ 27780 w 92569"/>
                <a:gd name="connsiteY46" fmla="*/ 12863 h 29281"/>
                <a:gd name="connsiteX47" fmla="*/ 20174 w 92569"/>
                <a:gd name="connsiteY47" fmla="*/ 18965 h 29281"/>
                <a:gd name="connsiteX48" fmla="*/ 17438 w 92569"/>
                <a:gd name="connsiteY48" fmla="*/ 21467 h 29281"/>
                <a:gd name="connsiteX49" fmla="*/ 17113 w 92569"/>
                <a:gd name="connsiteY49" fmla="*/ 22126 h 29281"/>
                <a:gd name="connsiteX50" fmla="*/ 16510 w 92569"/>
                <a:gd name="connsiteY50" fmla="*/ 27042 h 29281"/>
                <a:gd name="connsiteX51" fmla="*/ 1345 w 92569"/>
                <a:gd name="connsiteY51" fmla="*/ 27042 h 29281"/>
                <a:gd name="connsiteX52" fmla="*/ 185 w 92569"/>
                <a:gd name="connsiteY52" fmla="*/ 28140 h 2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92569" h="29281">
                  <a:moveTo>
                    <a:pt x="0" y="28184"/>
                  </a:moveTo>
                  <a:cubicBezTo>
                    <a:pt x="0" y="28184"/>
                    <a:pt x="139" y="28535"/>
                    <a:pt x="232" y="28711"/>
                  </a:cubicBezTo>
                  <a:cubicBezTo>
                    <a:pt x="325" y="28842"/>
                    <a:pt x="371" y="28930"/>
                    <a:pt x="464" y="29018"/>
                  </a:cubicBezTo>
                  <a:cubicBezTo>
                    <a:pt x="603" y="29106"/>
                    <a:pt x="742" y="29150"/>
                    <a:pt x="881" y="29194"/>
                  </a:cubicBezTo>
                  <a:cubicBezTo>
                    <a:pt x="974" y="29194"/>
                    <a:pt x="1020" y="29281"/>
                    <a:pt x="1159" y="29281"/>
                  </a:cubicBezTo>
                  <a:lnTo>
                    <a:pt x="17391" y="29281"/>
                  </a:lnTo>
                  <a:cubicBezTo>
                    <a:pt x="17994" y="29281"/>
                    <a:pt x="18458" y="28886"/>
                    <a:pt x="18551" y="28316"/>
                  </a:cubicBezTo>
                  <a:lnTo>
                    <a:pt x="19247" y="22828"/>
                  </a:lnTo>
                  <a:lnTo>
                    <a:pt x="21658" y="20633"/>
                  </a:lnTo>
                  <a:lnTo>
                    <a:pt x="28986" y="14750"/>
                  </a:lnTo>
                  <a:lnTo>
                    <a:pt x="38911" y="12073"/>
                  </a:lnTo>
                  <a:cubicBezTo>
                    <a:pt x="38911" y="12073"/>
                    <a:pt x="39189" y="11985"/>
                    <a:pt x="39281" y="11897"/>
                  </a:cubicBezTo>
                  <a:lnTo>
                    <a:pt x="46238" y="6980"/>
                  </a:lnTo>
                  <a:cubicBezTo>
                    <a:pt x="46238" y="6980"/>
                    <a:pt x="46609" y="6629"/>
                    <a:pt x="46656" y="6410"/>
                  </a:cubicBezTo>
                  <a:lnTo>
                    <a:pt x="47861" y="2283"/>
                  </a:lnTo>
                  <a:lnTo>
                    <a:pt x="51015" y="2283"/>
                  </a:lnTo>
                  <a:lnTo>
                    <a:pt x="58853" y="6805"/>
                  </a:lnTo>
                  <a:cubicBezTo>
                    <a:pt x="59177" y="6980"/>
                    <a:pt x="59595" y="7024"/>
                    <a:pt x="59966" y="6805"/>
                  </a:cubicBezTo>
                  <a:lnTo>
                    <a:pt x="69566" y="2239"/>
                  </a:lnTo>
                  <a:lnTo>
                    <a:pt x="73276" y="2239"/>
                  </a:lnTo>
                  <a:lnTo>
                    <a:pt x="76847" y="8034"/>
                  </a:lnTo>
                  <a:lnTo>
                    <a:pt x="76847" y="14663"/>
                  </a:lnTo>
                  <a:cubicBezTo>
                    <a:pt x="76847" y="15277"/>
                    <a:pt x="77357" y="15760"/>
                    <a:pt x="78007" y="15760"/>
                  </a:cubicBezTo>
                  <a:lnTo>
                    <a:pt x="84036" y="15760"/>
                  </a:lnTo>
                  <a:lnTo>
                    <a:pt x="91920" y="20414"/>
                  </a:lnTo>
                  <a:lnTo>
                    <a:pt x="91920" y="19799"/>
                  </a:lnTo>
                  <a:cubicBezTo>
                    <a:pt x="91920" y="19799"/>
                    <a:pt x="92013" y="19667"/>
                    <a:pt x="92013" y="19580"/>
                  </a:cubicBezTo>
                  <a:cubicBezTo>
                    <a:pt x="92013" y="19492"/>
                    <a:pt x="92013" y="19448"/>
                    <a:pt x="92013" y="19360"/>
                  </a:cubicBezTo>
                  <a:lnTo>
                    <a:pt x="92569" y="18175"/>
                  </a:lnTo>
                  <a:lnTo>
                    <a:pt x="85010" y="13697"/>
                  </a:lnTo>
                  <a:cubicBezTo>
                    <a:pt x="85010" y="13697"/>
                    <a:pt x="84592" y="13521"/>
                    <a:pt x="84407" y="13521"/>
                  </a:cubicBezTo>
                  <a:lnTo>
                    <a:pt x="79212" y="13521"/>
                  </a:lnTo>
                  <a:lnTo>
                    <a:pt x="79212" y="7683"/>
                  </a:lnTo>
                  <a:cubicBezTo>
                    <a:pt x="79212" y="7683"/>
                    <a:pt x="79166" y="7287"/>
                    <a:pt x="79073" y="7112"/>
                  </a:cubicBezTo>
                  <a:lnTo>
                    <a:pt x="75038" y="527"/>
                  </a:lnTo>
                  <a:cubicBezTo>
                    <a:pt x="74853" y="176"/>
                    <a:pt x="74435" y="0"/>
                    <a:pt x="74018" y="0"/>
                  </a:cubicBezTo>
                  <a:lnTo>
                    <a:pt x="69380" y="0"/>
                  </a:lnTo>
                  <a:cubicBezTo>
                    <a:pt x="69380" y="0"/>
                    <a:pt x="69009" y="0"/>
                    <a:pt x="68870" y="132"/>
                  </a:cubicBezTo>
                  <a:lnTo>
                    <a:pt x="59595" y="4522"/>
                  </a:lnTo>
                  <a:lnTo>
                    <a:pt x="52035" y="176"/>
                  </a:lnTo>
                  <a:cubicBezTo>
                    <a:pt x="52035" y="176"/>
                    <a:pt x="51664" y="0"/>
                    <a:pt x="51433" y="0"/>
                  </a:cubicBezTo>
                  <a:lnTo>
                    <a:pt x="47073" y="0"/>
                  </a:lnTo>
                  <a:cubicBezTo>
                    <a:pt x="46563" y="0"/>
                    <a:pt x="46099" y="351"/>
                    <a:pt x="45960" y="790"/>
                  </a:cubicBezTo>
                  <a:lnTo>
                    <a:pt x="44615" y="5356"/>
                  </a:lnTo>
                  <a:lnTo>
                    <a:pt x="38122" y="9965"/>
                  </a:lnTo>
                  <a:lnTo>
                    <a:pt x="28197" y="12643"/>
                  </a:lnTo>
                  <a:cubicBezTo>
                    <a:pt x="28197" y="12643"/>
                    <a:pt x="27873" y="12775"/>
                    <a:pt x="27780" y="12863"/>
                  </a:cubicBezTo>
                  <a:lnTo>
                    <a:pt x="20174" y="18965"/>
                  </a:lnTo>
                  <a:lnTo>
                    <a:pt x="17438" y="21467"/>
                  </a:lnTo>
                  <a:cubicBezTo>
                    <a:pt x="17438" y="21467"/>
                    <a:pt x="17113" y="21862"/>
                    <a:pt x="17113" y="22126"/>
                  </a:cubicBezTo>
                  <a:lnTo>
                    <a:pt x="16510" y="27042"/>
                  </a:lnTo>
                  <a:lnTo>
                    <a:pt x="1345" y="27042"/>
                  </a:lnTo>
                  <a:cubicBezTo>
                    <a:pt x="696" y="27042"/>
                    <a:pt x="185" y="27525"/>
                    <a:pt x="185" y="2814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" name="Freeform: Shape 2645">
              <a:extLst>
                <a:ext uri="{FF2B5EF4-FFF2-40B4-BE49-F238E27FC236}">
                  <a16:creationId xmlns:a16="http://schemas.microsoft.com/office/drawing/2014/main" id="{14C39788-693E-1187-40EC-3229755125F6}"/>
                </a:ext>
              </a:extLst>
            </p:cNvPr>
            <p:cNvSpPr>
              <a:spLocks/>
            </p:cNvSpPr>
            <p:nvPr/>
          </p:nvSpPr>
          <p:spPr>
            <a:xfrm>
              <a:off x="7979404" y="3418784"/>
              <a:ext cx="10762" cy="14545"/>
            </a:xfrm>
            <a:custGeom>
              <a:avLst/>
              <a:gdLst>
                <a:gd name="connsiteX0" fmla="*/ 5588 w 7210"/>
                <a:gd name="connsiteY0" fmla="*/ 1229 h 9745"/>
                <a:gd name="connsiteX1" fmla="*/ 4985 w 7210"/>
                <a:gd name="connsiteY1" fmla="*/ 0 h 9745"/>
                <a:gd name="connsiteX2" fmla="*/ 4892 w 7210"/>
                <a:gd name="connsiteY2" fmla="*/ 219 h 9745"/>
                <a:gd name="connsiteX3" fmla="*/ 4892 w 7210"/>
                <a:gd name="connsiteY3" fmla="*/ 5575 h 9745"/>
                <a:gd name="connsiteX4" fmla="*/ 1228 w 7210"/>
                <a:gd name="connsiteY4" fmla="*/ 7419 h 9745"/>
                <a:gd name="connsiteX5" fmla="*/ 579 w 7210"/>
                <a:gd name="connsiteY5" fmla="*/ 7726 h 9745"/>
                <a:gd name="connsiteX6" fmla="*/ 347 w 7210"/>
                <a:gd name="connsiteY6" fmla="*/ 7990 h 9745"/>
                <a:gd name="connsiteX7" fmla="*/ 115 w 7210"/>
                <a:gd name="connsiteY7" fmla="*/ 9175 h 9745"/>
                <a:gd name="connsiteX8" fmla="*/ 1135 w 7210"/>
                <a:gd name="connsiteY8" fmla="*/ 9746 h 9745"/>
                <a:gd name="connsiteX9" fmla="*/ 1692 w 7210"/>
                <a:gd name="connsiteY9" fmla="*/ 9614 h 9745"/>
                <a:gd name="connsiteX10" fmla="*/ 2017 w 7210"/>
                <a:gd name="connsiteY10" fmla="*/ 9438 h 9745"/>
                <a:gd name="connsiteX11" fmla="*/ 6608 w 7210"/>
                <a:gd name="connsiteY11" fmla="*/ 7156 h 9745"/>
                <a:gd name="connsiteX12" fmla="*/ 7211 w 7210"/>
                <a:gd name="connsiteY12" fmla="*/ 6190 h 9745"/>
                <a:gd name="connsiteX13" fmla="*/ 7211 w 7210"/>
                <a:gd name="connsiteY13" fmla="*/ 395 h 9745"/>
                <a:gd name="connsiteX14" fmla="*/ 7118 w 7210"/>
                <a:gd name="connsiteY14" fmla="*/ 615 h 9745"/>
                <a:gd name="connsiteX15" fmla="*/ 5588 w 7210"/>
                <a:gd name="connsiteY15" fmla="*/ 1185 h 9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10" h="9745">
                  <a:moveTo>
                    <a:pt x="5588" y="1229"/>
                  </a:moveTo>
                  <a:cubicBezTo>
                    <a:pt x="5077" y="1010"/>
                    <a:pt x="4892" y="527"/>
                    <a:pt x="4985" y="0"/>
                  </a:cubicBezTo>
                  <a:cubicBezTo>
                    <a:pt x="4985" y="88"/>
                    <a:pt x="4892" y="132"/>
                    <a:pt x="4892" y="219"/>
                  </a:cubicBezTo>
                  <a:lnTo>
                    <a:pt x="4892" y="5575"/>
                  </a:lnTo>
                  <a:lnTo>
                    <a:pt x="1228" y="7419"/>
                  </a:lnTo>
                  <a:lnTo>
                    <a:pt x="579" y="7726"/>
                  </a:lnTo>
                  <a:cubicBezTo>
                    <a:pt x="579" y="7726"/>
                    <a:pt x="440" y="7902"/>
                    <a:pt x="347" y="7990"/>
                  </a:cubicBezTo>
                  <a:cubicBezTo>
                    <a:pt x="22" y="8341"/>
                    <a:pt x="-117" y="8780"/>
                    <a:pt x="115" y="9175"/>
                  </a:cubicBezTo>
                  <a:cubicBezTo>
                    <a:pt x="301" y="9526"/>
                    <a:pt x="718" y="9746"/>
                    <a:pt x="1135" y="9746"/>
                  </a:cubicBezTo>
                  <a:cubicBezTo>
                    <a:pt x="1321" y="9746"/>
                    <a:pt x="1507" y="9746"/>
                    <a:pt x="1692" y="9614"/>
                  </a:cubicBezTo>
                  <a:lnTo>
                    <a:pt x="2017" y="9438"/>
                  </a:lnTo>
                  <a:lnTo>
                    <a:pt x="6608" y="7156"/>
                  </a:lnTo>
                  <a:cubicBezTo>
                    <a:pt x="6979" y="6980"/>
                    <a:pt x="7211" y="6585"/>
                    <a:pt x="7211" y="6190"/>
                  </a:cubicBezTo>
                  <a:lnTo>
                    <a:pt x="7211" y="395"/>
                  </a:lnTo>
                  <a:lnTo>
                    <a:pt x="7118" y="615"/>
                  </a:lnTo>
                  <a:cubicBezTo>
                    <a:pt x="6840" y="1185"/>
                    <a:pt x="6191" y="1405"/>
                    <a:pt x="5588" y="118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" name="Freeform: Shape 2646">
              <a:extLst>
                <a:ext uri="{FF2B5EF4-FFF2-40B4-BE49-F238E27FC236}">
                  <a16:creationId xmlns:a16="http://schemas.microsoft.com/office/drawing/2014/main" id="{8DB34183-0A9C-53CD-C414-200DAFFB2878}"/>
                </a:ext>
              </a:extLst>
            </p:cNvPr>
            <p:cNvSpPr>
              <a:spLocks/>
            </p:cNvSpPr>
            <p:nvPr/>
          </p:nvSpPr>
          <p:spPr>
            <a:xfrm>
              <a:off x="8100510" y="3538370"/>
              <a:ext cx="143907" cy="50456"/>
            </a:xfrm>
            <a:custGeom>
              <a:avLst/>
              <a:gdLst>
                <a:gd name="connsiteX0" fmla="*/ 94331 w 96412"/>
                <a:gd name="connsiteY0" fmla="*/ 30028 h 33803"/>
                <a:gd name="connsiteX1" fmla="*/ 90157 w 96412"/>
                <a:gd name="connsiteY1" fmla="*/ 27569 h 33803"/>
                <a:gd name="connsiteX2" fmla="*/ 89462 w 96412"/>
                <a:gd name="connsiteY2" fmla="*/ 27394 h 33803"/>
                <a:gd name="connsiteX3" fmla="*/ 82783 w 96412"/>
                <a:gd name="connsiteY3" fmla="*/ 27920 h 33803"/>
                <a:gd name="connsiteX4" fmla="*/ 78238 w 96412"/>
                <a:gd name="connsiteY4" fmla="*/ 23355 h 33803"/>
                <a:gd name="connsiteX5" fmla="*/ 77404 w 96412"/>
                <a:gd name="connsiteY5" fmla="*/ 23004 h 33803"/>
                <a:gd name="connsiteX6" fmla="*/ 72766 w 96412"/>
                <a:gd name="connsiteY6" fmla="*/ 23004 h 33803"/>
                <a:gd name="connsiteX7" fmla="*/ 70865 w 96412"/>
                <a:gd name="connsiteY7" fmla="*/ 16419 h 33803"/>
                <a:gd name="connsiteX8" fmla="*/ 76244 w 96412"/>
                <a:gd name="connsiteY8" fmla="*/ 10843 h 33803"/>
                <a:gd name="connsiteX9" fmla="*/ 76522 w 96412"/>
                <a:gd name="connsiteY9" fmla="*/ 9965 h 33803"/>
                <a:gd name="connsiteX10" fmla="*/ 76012 w 96412"/>
                <a:gd name="connsiteY10" fmla="*/ 9175 h 33803"/>
                <a:gd name="connsiteX11" fmla="*/ 71978 w 96412"/>
                <a:gd name="connsiteY11" fmla="*/ 6717 h 33803"/>
                <a:gd name="connsiteX12" fmla="*/ 71096 w 96412"/>
                <a:gd name="connsiteY12" fmla="*/ 6585 h 33803"/>
                <a:gd name="connsiteX13" fmla="*/ 65531 w 96412"/>
                <a:gd name="connsiteY13" fmla="*/ 7858 h 33803"/>
                <a:gd name="connsiteX14" fmla="*/ 62795 w 96412"/>
                <a:gd name="connsiteY14" fmla="*/ 5970 h 33803"/>
                <a:gd name="connsiteX15" fmla="*/ 61357 w 96412"/>
                <a:gd name="connsiteY15" fmla="*/ 6058 h 33803"/>
                <a:gd name="connsiteX16" fmla="*/ 59224 w 96412"/>
                <a:gd name="connsiteY16" fmla="*/ 7902 h 33803"/>
                <a:gd name="connsiteX17" fmla="*/ 49577 w 96412"/>
                <a:gd name="connsiteY17" fmla="*/ 263 h 33803"/>
                <a:gd name="connsiteX18" fmla="*/ 48093 w 96412"/>
                <a:gd name="connsiteY18" fmla="*/ 263 h 33803"/>
                <a:gd name="connsiteX19" fmla="*/ 41740 w 96412"/>
                <a:gd name="connsiteY19" fmla="*/ 5180 h 33803"/>
                <a:gd name="connsiteX20" fmla="*/ 41322 w 96412"/>
                <a:gd name="connsiteY20" fmla="*/ 6014 h 33803"/>
                <a:gd name="connsiteX21" fmla="*/ 41322 w 96412"/>
                <a:gd name="connsiteY21" fmla="*/ 9131 h 33803"/>
                <a:gd name="connsiteX22" fmla="*/ 37937 w 96412"/>
                <a:gd name="connsiteY22" fmla="*/ 7990 h 33803"/>
                <a:gd name="connsiteX23" fmla="*/ 36545 w 96412"/>
                <a:gd name="connsiteY23" fmla="*/ 8517 h 33803"/>
                <a:gd name="connsiteX24" fmla="*/ 35154 w 96412"/>
                <a:gd name="connsiteY24" fmla="*/ 10975 h 33803"/>
                <a:gd name="connsiteX25" fmla="*/ 30702 w 96412"/>
                <a:gd name="connsiteY25" fmla="*/ 7902 h 33803"/>
                <a:gd name="connsiteX26" fmla="*/ 29496 w 96412"/>
                <a:gd name="connsiteY26" fmla="*/ 7814 h 33803"/>
                <a:gd name="connsiteX27" fmla="*/ 28847 w 96412"/>
                <a:gd name="connsiteY27" fmla="*/ 8780 h 33803"/>
                <a:gd name="connsiteX28" fmla="*/ 28847 w 96412"/>
                <a:gd name="connsiteY28" fmla="*/ 12687 h 33803"/>
                <a:gd name="connsiteX29" fmla="*/ 26018 w 96412"/>
                <a:gd name="connsiteY29" fmla="*/ 9175 h 33803"/>
                <a:gd name="connsiteX30" fmla="*/ 24997 w 96412"/>
                <a:gd name="connsiteY30" fmla="*/ 8736 h 33803"/>
                <a:gd name="connsiteX31" fmla="*/ 24070 w 96412"/>
                <a:gd name="connsiteY31" fmla="*/ 9307 h 33803"/>
                <a:gd name="connsiteX32" fmla="*/ 22539 w 96412"/>
                <a:gd name="connsiteY32" fmla="*/ 12029 h 33803"/>
                <a:gd name="connsiteX33" fmla="*/ 17391 w 96412"/>
                <a:gd name="connsiteY33" fmla="*/ 10185 h 33803"/>
                <a:gd name="connsiteX34" fmla="*/ 15907 w 96412"/>
                <a:gd name="connsiteY34" fmla="*/ 10756 h 33803"/>
                <a:gd name="connsiteX35" fmla="*/ 14191 w 96412"/>
                <a:gd name="connsiteY35" fmla="*/ 14224 h 33803"/>
                <a:gd name="connsiteX36" fmla="*/ 6632 w 96412"/>
                <a:gd name="connsiteY36" fmla="*/ 9219 h 33803"/>
                <a:gd name="connsiteX37" fmla="*/ 5009 w 96412"/>
                <a:gd name="connsiteY37" fmla="*/ 9482 h 33803"/>
                <a:gd name="connsiteX38" fmla="*/ 0 w 96412"/>
                <a:gd name="connsiteY38" fmla="*/ 16243 h 33803"/>
                <a:gd name="connsiteX39" fmla="*/ 835 w 96412"/>
                <a:gd name="connsiteY39" fmla="*/ 16506 h 33803"/>
                <a:gd name="connsiteX40" fmla="*/ 1113 w 96412"/>
                <a:gd name="connsiteY40" fmla="*/ 16726 h 33803"/>
                <a:gd name="connsiteX41" fmla="*/ 1391 w 96412"/>
                <a:gd name="connsiteY41" fmla="*/ 16901 h 33803"/>
                <a:gd name="connsiteX42" fmla="*/ 1901 w 96412"/>
                <a:gd name="connsiteY42" fmla="*/ 17560 h 33803"/>
                <a:gd name="connsiteX43" fmla="*/ 6261 w 96412"/>
                <a:gd name="connsiteY43" fmla="*/ 11721 h 33803"/>
                <a:gd name="connsiteX44" fmla="*/ 14006 w 96412"/>
                <a:gd name="connsiteY44" fmla="*/ 16858 h 33803"/>
                <a:gd name="connsiteX45" fmla="*/ 14980 w 96412"/>
                <a:gd name="connsiteY45" fmla="*/ 17033 h 33803"/>
                <a:gd name="connsiteX46" fmla="*/ 15722 w 96412"/>
                <a:gd name="connsiteY46" fmla="*/ 16463 h 33803"/>
                <a:gd name="connsiteX47" fmla="*/ 17577 w 96412"/>
                <a:gd name="connsiteY47" fmla="*/ 12731 h 33803"/>
                <a:gd name="connsiteX48" fmla="*/ 22679 w 96412"/>
                <a:gd name="connsiteY48" fmla="*/ 14575 h 33803"/>
                <a:gd name="connsiteX49" fmla="*/ 24116 w 96412"/>
                <a:gd name="connsiteY49" fmla="*/ 14048 h 33803"/>
                <a:gd name="connsiteX50" fmla="*/ 25276 w 96412"/>
                <a:gd name="connsiteY50" fmla="*/ 11985 h 33803"/>
                <a:gd name="connsiteX51" fmla="*/ 29125 w 96412"/>
                <a:gd name="connsiteY51" fmla="*/ 16682 h 33803"/>
                <a:gd name="connsiteX52" fmla="*/ 30423 w 96412"/>
                <a:gd name="connsiteY52" fmla="*/ 17033 h 33803"/>
                <a:gd name="connsiteX53" fmla="*/ 31212 w 96412"/>
                <a:gd name="connsiteY53" fmla="*/ 15980 h 33803"/>
                <a:gd name="connsiteX54" fmla="*/ 31212 w 96412"/>
                <a:gd name="connsiteY54" fmla="*/ 11019 h 33803"/>
                <a:gd name="connsiteX55" fmla="*/ 34876 w 96412"/>
                <a:gd name="connsiteY55" fmla="*/ 13565 h 33803"/>
                <a:gd name="connsiteX56" fmla="*/ 35803 w 96412"/>
                <a:gd name="connsiteY56" fmla="*/ 13741 h 33803"/>
                <a:gd name="connsiteX57" fmla="*/ 36545 w 96412"/>
                <a:gd name="connsiteY57" fmla="*/ 13170 h 33803"/>
                <a:gd name="connsiteX58" fmla="*/ 38122 w 96412"/>
                <a:gd name="connsiteY58" fmla="*/ 10448 h 33803"/>
                <a:gd name="connsiteX59" fmla="*/ 42111 w 96412"/>
                <a:gd name="connsiteY59" fmla="*/ 11765 h 33803"/>
                <a:gd name="connsiteX60" fmla="*/ 43177 w 96412"/>
                <a:gd name="connsiteY60" fmla="*/ 11634 h 33803"/>
                <a:gd name="connsiteX61" fmla="*/ 43687 w 96412"/>
                <a:gd name="connsiteY61" fmla="*/ 10756 h 33803"/>
                <a:gd name="connsiteX62" fmla="*/ 43687 w 96412"/>
                <a:gd name="connsiteY62" fmla="*/ 6629 h 33803"/>
                <a:gd name="connsiteX63" fmla="*/ 48882 w 96412"/>
                <a:gd name="connsiteY63" fmla="*/ 2590 h 33803"/>
                <a:gd name="connsiteX64" fmla="*/ 58575 w 96412"/>
                <a:gd name="connsiteY64" fmla="*/ 10229 h 33803"/>
                <a:gd name="connsiteX65" fmla="*/ 60105 w 96412"/>
                <a:gd name="connsiteY65" fmla="*/ 10229 h 33803"/>
                <a:gd name="connsiteX66" fmla="*/ 62285 w 96412"/>
                <a:gd name="connsiteY66" fmla="*/ 8341 h 33803"/>
                <a:gd name="connsiteX67" fmla="*/ 64696 w 96412"/>
                <a:gd name="connsiteY67" fmla="*/ 10009 h 33803"/>
                <a:gd name="connsiteX68" fmla="*/ 65670 w 96412"/>
                <a:gd name="connsiteY68" fmla="*/ 10185 h 33803"/>
                <a:gd name="connsiteX69" fmla="*/ 71282 w 96412"/>
                <a:gd name="connsiteY69" fmla="*/ 8912 h 33803"/>
                <a:gd name="connsiteX70" fmla="*/ 73786 w 96412"/>
                <a:gd name="connsiteY70" fmla="*/ 10448 h 33803"/>
                <a:gd name="connsiteX71" fmla="*/ 68917 w 96412"/>
                <a:gd name="connsiteY71" fmla="*/ 15541 h 33803"/>
                <a:gd name="connsiteX72" fmla="*/ 68638 w 96412"/>
                <a:gd name="connsiteY72" fmla="*/ 16550 h 33803"/>
                <a:gd name="connsiteX73" fmla="*/ 70957 w 96412"/>
                <a:gd name="connsiteY73" fmla="*/ 24496 h 33803"/>
                <a:gd name="connsiteX74" fmla="*/ 72070 w 96412"/>
                <a:gd name="connsiteY74" fmla="*/ 25286 h 33803"/>
                <a:gd name="connsiteX75" fmla="*/ 77079 w 96412"/>
                <a:gd name="connsiteY75" fmla="*/ 25286 h 33803"/>
                <a:gd name="connsiteX76" fmla="*/ 81670 w 96412"/>
                <a:gd name="connsiteY76" fmla="*/ 29896 h 33803"/>
                <a:gd name="connsiteX77" fmla="*/ 82598 w 96412"/>
                <a:gd name="connsiteY77" fmla="*/ 30247 h 33803"/>
                <a:gd name="connsiteX78" fmla="*/ 89462 w 96412"/>
                <a:gd name="connsiteY78" fmla="*/ 29720 h 33803"/>
                <a:gd name="connsiteX79" fmla="*/ 92383 w 96412"/>
                <a:gd name="connsiteY79" fmla="*/ 31433 h 33803"/>
                <a:gd name="connsiteX80" fmla="*/ 93126 w 96412"/>
                <a:gd name="connsiteY80" fmla="*/ 31871 h 33803"/>
                <a:gd name="connsiteX81" fmla="*/ 94331 w 96412"/>
                <a:gd name="connsiteY81" fmla="*/ 33364 h 33803"/>
                <a:gd name="connsiteX82" fmla="*/ 95259 w 96412"/>
                <a:gd name="connsiteY82" fmla="*/ 33803 h 33803"/>
                <a:gd name="connsiteX83" fmla="*/ 95955 w 96412"/>
                <a:gd name="connsiteY83" fmla="*/ 33584 h 33803"/>
                <a:gd name="connsiteX84" fmla="*/ 96186 w 96412"/>
                <a:gd name="connsiteY84" fmla="*/ 32047 h 33803"/>
                <a:gd name="connsiteX85" fmla="*/ 95259 w 96412"/>
                <a:gd name="connsiteY85" fmla="*/ 30862 h 33803"/>
                <a:gd name="connsiteX86" fmla="*/ 94888 w 96412"/>
                <a:gd name="connsiteY86" fmla="*/ 30379 h 33803"/>
                <a:gd name="connsiteX87" fmla="*/ 94563 w 96412"/>
                <a:gd name="connsiteY87" fmla="*/ 30115 h 33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96412" h="33803">
                  <a:moveTo>
                    <a:pt x="94331" y="30028"/>
                  </a:moveTo>
                  <a:lnTo>
                    <a:pt x="90157" y="27569"/>
                  </a:lnTo>
                  <a:cubicBezTo>
                    <a:pt x="90157" y="27569"/>
                    <a:pt x="89694" y="27350"/>
                    <a:pt x="89462" y="27394"/>
                  </a:cubicBezTo>
                  <a:lnTo>
                    <a:pt x="82783" y="27920"/>
                  </a:lnTo>
                  <a:lnTo>
                    <a:pt x="78238" y="23355"/>
                  </a:lnTo>
                  <a:cubicBezTo>
                    <a:pt x="78238" y="23355"/>
                    <a:pt x="77728" y="23004"/>
                    <a:pt x="77404" y="23004"/>
                  </a:cubicBezTo>
                  <a:lnTo>
                    <a:pt x="72766" y="23004"/>
                  </a:lnTo>
                  <a:lnTo>
                    <a:pt x="70865" y="16419"/>
                  </a:lnTo>
                  <a:lnTo>
                    <a:pt x="76244" y="10843"/>
                  </a:lnTo>
                  <a:cubicBezTo>
                    <a:pt x="76476" y="10624"/>
                    <a:pt x="76569" y="10273"/>
                    <a:pt x="76522" y="9965"/>
                  </a:cubicBezTo>
                  <a:cubicBezTo>
                    <a:pt x="76522" y="9658"/>
                    <a:pt x="76291" y="9351"/>
                    <a:pt x="76012" y="9175"/>
                  </a:cubicBezTo>
                  <a:lnTo>
                    <a:pt x="71978" y="6717"/>
                  </a:lnTo>
                  <a:cubicBezTo>
                    <a:pt x="71699" y="6541"/>
                    <a:pt x="71375" y="6497"/>
                    <a:pt x="71096" y="6585"/>
                  </a:cubicBezTo>
                  <a:lnTo>
                    <a:pt x="65531" y="7858"/>
                  </a:lnTo>
                  <a:lnTo>
                    <a:pt x="62795" y="5970"/>
                  </a:lnTo>
                  <a:cubicBezTo>
                    <a:pt x="62331" y="5663"/>
                    <a:pt x="61728" y="5707"/>
                    <a:pt x="61357" y="6058"/>
                  </a:cubicBezTo>
                  <a:lnTo>
                    <a:pt x="59224" y="7902"/>
                  </a:lnTo>
                  <a:lnTo>
                    <a:pt x="49577" y="263"/>
                  </a:lnTo>
                  <a:cubicBezTo>
                    <a:pt x="49160" y="-88"/>
                    <a:pt x="48511" y="-88"/>
                    <a:pt x="48093" y="263"/>
                  </a:cubicBezTo>
                  <a:lnTo>
                    <a:pt x="41740" y="5180"/>
                  </a:lnTo>
                  <a:cubicBezTo>
                    <a:pt x="41461" y="5400"/>
                    <a:pt x="41322" y="5707"/>
                    <a:pt x="41322" y="6014"/>
                  </a:cubicBezTo>
                  <a:lnTo>
                    <a:pt x="41322" y="9131"/>
                  </a:lnTo>
                  <a:lnTo>
                    <a:pt x="37937" y="7990"/>
                  </a:lnTo>
                  <a:cubicBezTo>
                    <a:pt x="37380" y="7814"/>
                    <a:pt x="36777" y="7990"/>
                    <a:pt x="36545" y="8517"/>
                  </a:cubicBezTo>
                  <a:lnTo>
                    <a:pt x="35154" y="10975"/>
                  </a:lnTo>
                  <a:lnTo>
                    <a:pt x="30702" y="7902"/>
                  </a:lnTo>
                  <a:cubicBezTo>
                    <a:pt x="30331" y="7639"/>
                    <a:pt x="29867" y="7639"/>
                    <a:pt x="29496" y="7814"/>
                  </a:cubicBezTo>
                  <a:cubicBezTo>
                    <a:pt x="29125" y="7990"/>
                    <a:pt x="28847" y="8385"/>
                    <a:pt x="28847" y="8780"/>
                  </a:cubicBezTo>
                  <a:lnTo>
                    <a:pt x="28847" y="12687"/>
                  </a:lnTo>
                  <a:lnTo>
                    <a:pt x="26018" y="9175"/>
                  </a:lnTo>
                  <a:cubicBezTo>
                    <a:pt x="25786" y="8868"/>
                    <a:pt x="25368" y="8692"/>
                    <a:pt x="24997" y="8736"/>
                  </a:cubicBezTo>
                  <a:cubicBezTo>
                    <a:pt x="24626" y="8736"/>
                    <a:pt x="24255" y="9000"/>
                    <a:pt x="24070" y="9307"/>
                  </a:cubicBezTo>
                  <a:lnTo>
                    <a:pt x="22539" y="12029"/>
                  </a:lnTo>
                  <a:lnTo>
                    <a:pt x="17391" y="10185"/>
                  </a:lnTo>
                  <a:cubicBezTo>
                    <a:pt x="16835" y="9965"/>
                    <a:pt x="16186" y="10185"/>
                    <a:pt x="15907" y="10756"/>
                  </a:cubicBezTo>
                  <a:lnTo>
                    <a:pt x="14191" y="14224"/>
                  </a:lnTo>
                  <a:lnTo>
                    <a:pt x="6632" y="9219"/>
                  </a:lnTo>
                  <a:cubicBezTo>
                    <a:pt x="6122" y="8868"/>
                    <a:pt x="5380" y="9000"/>
                    <a:pt x="5009" y="9482"/>
                  </a:cubicBezTo>
                  <a:lnTo>
                    <a:pt x="0" y="16243"/>
                  </a:lnTo>
                  <a:lnTo>
                    <a:pt x="835" y="16506"/>
                  </a:lnTo>
                  <a:cubicBezTo>
                    <a:pt x="835" y="16506"/>
                    <a:pt x="1020" y="16638"/>
                    <a:pt x="1113" y="16726"/>
                  </a:cubicBezTo>
                  <a:cubicBezTo>
                    <a:pt x="1206" y="16770"/>
                    <a:pt x="1345" y="16814"/>
                    <a:pt x="1391" y="16901"/>
                  </a:cubicBezTo>
                  <a:lnTo>
                    <a:pt x="1901" y="17560"/>
                  </a:lnTo>
                  <a:lnTo>
                    <a:pt x="6261" y="11721"/>
                  </a:lnTo>
                  <a:lnTo>
                    <a:pt x="14006" y="16858"/>
                  </a:lnTo>
                  <a:cubicBezTo>
                    <a:pt x="14284" y="17033"/>
                    <a:pt x="14655" y="17121"/>
                    <a:pt x="14980" y="17033"/>
                  </a:cubicBezTo>
                  <a:cubicBezTo>
                    <a:pt x="15304" y="16945"/>
                    <a:pt x="15583" y="16726"/>
                    <a:pt x="15722" y="16463"/>
                  </a:cubicBezTo>
                  <a:lnTo>
                    <a:pt x="17577" y="12731"/>
                  </a:lnTo>
                  <a:lnTo>
                    <a:pt x="22679" y="14575"/>
                  </a:lnTo>
                  <a:cubicBezTo>
                    <a:pt x="23235" y="14794"/>
                    <a:pt x="23838" y="14575"/>
                    <a:pt x="24116" y="14048"/>
                  </a:cubicBezTo>
                  <a:lnTo>
                    <a:pt x="25276" y="11985"/>
                  </a:lnTo>
                  <a:lnTo>
                    <a:pt x="29125" y="16682"/>
                  </a:lnTo>
                  <a:cubicBezTo>
                    <a:pt x="29449" y="17033"/>
                    <a:pt x="29960" y="17209"/>
                    <a:pt x="30423" y="17033"/>
                  </a:cubicBezTo>
                  <a:cubicBezTo>
                    <a:pt x="30887" y="16901"/>
                    <a:pt x="31212" y="16463"/>
                    <a:pt x="31212" y="15980"/>
                  </a:cubicBezTo>
                  <a:lnTo>
                    <a:pt x="31212" y="11019"/>
                  </a:lnTo>
                  <a:lnTo>
                    <a:pt x="34876" y="13565"/>
                  </a:lnTo>
                  <a:cubicBezTo>
                    <a:pt x="35154" y="13741"/>
                    <a:pt x="35525" y="13829"/>
                    <a:pt x="35803" y="13741"/>
                  </a:cubicBezTo>
                  <a:cubicBezTo>
                    <a:pt x="36128" y="13653"/>
                    <a:pt x="36406" y="13477"/>
                    <a:pt x="36545" y="13170"/>
                  </a:cubicBezTo>
                  <a:lnTo>
                    <a:pt x="38122" y="10448"/>
                  </a:lnTo>
                  <a:lnTo>
                    <a:pt x="42111" y="11765"/>
                  </a:lnTo>
                  <a:cubicBezTo>
                    <a:pt x="42481" y="11897"/>
                    <a:pt x="42853" y="11853"/>
                    <a:pt x="43177" y="11634"/>
                  </a:cubicBezTo>
                  <a:cubicBezTo>
                    <a:pt x="43502" y="11414"/>
                    <a:pt x="43687" y="11107"/>
                    <a:pt x="43687" y="10756"/>
                  </a:cubicBezTo>
                  <a:lnTo>
                    <a:pt x="43687" y="6629"/>
                  </a:lnTo>
                  <a:lnTo>
                    <a:pt x="48882" y="2590"/>
                  </a:lnTo>
                  <a:lnTo>
                    <a:pt x="58575" y="10229"/>
                  </a:lnTo>
                  <a:cubicBezTo>
                    <a:pt x="59038" y="10580"/>
                    <a:pt x="59688" y="10580"/>
                    <a:pt x="60105" y="10229"/>
                  </a:cubicBezTo>
                  <a:lnTo>
                    <a:pt x="62285" y="8341"/>
                  </a:lnTo>
                  <a:lnTo>
                    <a:pt x="64696" y="10009"/>
                  </a:lnTo>
                  <a:cubicBezTo>
                    <a:pt x="64975" y="10185"/>
                    <a:pt x="65346" y="10273"/>
                    <a:pt x="65670" y="10185"/>
                  </a:cubicBezTo>
                  <a:lnTo>
                    <a:pt x="71282" y="8912"/>
                  </a:lnTo>
                  <a:lnTo>
                    <a:pt x="73786" y="10448"/>
                  </a:lnTo>
                  <a:lnTo>
                    <a:pt x="68917" y="15541"/>
                  </a:lnTo>
                  <a:cubicBezTo>
                    <a:pt x="68638" y="15804"/>
                    <a:pt x="68546" y="16199"/>
                    <a:pt x="68638" y="16550"/>
                  </a:cubicBezTo>
                  <a:lnTo>
                    <a:pt x="70957" y="24496"/>
                  </a:lnTo>
                  <a:cubicBezTo>
                    <a:pt x="71096" y="24979"/>
                    <a:pt x="71560" y="25286"/>
                    <a:pt x="72070" y="25286"/>
                  </a:cubicBezTo>
                  <a:lnTo>
                    <a:pt x="77079" y="25286"/>
                  </a:lnTo>
                  <a:lnTo>
                    <a:pt x="81670" y="29896"/>
                  </a:lnTo>
                  <a:cubicBezTo>
                    <a:pt x="81902" y="30115"/>
                    <a:pt x="82273" y="30291"/>
                    <a:pt x="82598" y="30247"/>
                  </a:cubicBezTo>
                  <a:lnTo>
                    <a:pt x="89462" y="29720"/>
                  </a:lnTo>
                  <a:lnTo>
                    <a:pt x="92383" y="31433"/>
                  </a:lnTo>
                  <a:lnTo>
                    <a:pt x="93126" y="31871"/>
                  </a:lnTo>
                  <a:lnTo>
                    <a:pt x="94331" y="33364"/>
                  </a:lnTo>
                  <a:cubicBezTo>
                    <a:pt x="94563" y="33628"/>
                    <a:pt x="94888" y="33803"/>
                    <a:pt x="95259" y="33803"/>
                  </a:cubicBezTo>
                  <a:cubicBezTo>
                    <a:pt x="95491" y="33803"/>
                    <a:pt x="95769" y="33715"/>
                    <a:pt x="95955" y="33584"/>
                  </a:cubicBezTo>
                  <a:cubicBezTo>
                    <a:pt x="96465" y="33232"/>
                    <a:pt x="96558" y="32530"/>
                    <a:pt x="96186" y="32047"/>
                  </a:cubicBezTo>
                  <a:lnTo>
                    <a:pt x="95259" y="30862"/>
                  </a:lnTo>
                  <a:lnTo>
                    <a:pt x="94888" y="30379"/>
                  </a:lnTo>
                  <a:cubicBezTo>
                    <a:pt x="94888" y="30379"/>
                    <a:pt x="94702" y="30159"/>
                    <a:pt x="94563" y="3011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" name="Freeform: Shape 2647">
              <a:extLst>
                <a:ext uri="{FF2B5EF4-FFF2-40B4-BE49-F238E27FC236}">
                  <a16:creationId xmlns:a16="http://schemas.microsoft.com/office/drawing/2014/main" id="{F94453C7-DBC7-CA0B-D04A-B05447F0B263}"/>
                </a:ext>
              </a:extLst>
            </p:cNvPr>
            <p:cNvSpPr>
              <a:spLocks/>
            </p:cNvSpPr>
            <p:nvPr/>
          </p:nvSpPr>
          <p:spPr>
            <a:xfrm>
              <a:off x="7986774" y="3410003"/>
              <a:ext cx="114981" cy="183540"/>
            </a:xfrm>
            <a:custGeom>
              <a:avLst/>
              <a:gdLst>
                <a:gd name="connsiteX0" fmla="*/ 46 w 77032"/>
                <a:gd name="connsiteY0" fmla="*/ 5883 h 122964"/>
                <a:gd name="connsiteX1" fmla="*/ 649 w 77032"/>
                <a:gd name="connsiteY1" fmla="*/ 7112 h 122964"/>
                <a:gd name="connsiteX2" fmla="*/ 2180 w 77032"/>
                <a:gd name="connsiteY2" fmla="*/ 6541 h 122964"/>
                <a:gd name="connsiteX3" fmla="*/ 2272 w 77032"/>
                <a:gd name="connsiteY3" fmla="*/ 6321 h 122964"/>
                <a:gd name="connsiteX4" fmla="*/ 4174 w 77032"/>
                <a:gd name="connsiteY4" fmla="*/ 2107 h 122964"/>
                <a:gd name="connsiteX5" fmla="*/ 7188 w 77032"/>
                <a:gd name="connsiteY5" fmla="*/ 2107 h 122964"/>
                <a:gd name="connsiteX6" fmla="*/ 12754 w 77032"/>
                <a:gd name="connsiteY6" fmla="*/ 8736 h 122964"/>
                <a:gd name="connsiteX7" fmla="*/ 14423 w 77032"/>
                <a:gd name="connsiteY7" fmla="*/ 18043 h 122964"/>
                <a:gd name="connsiteX8" fmla="*/ 14980 w 77032"/>
                <a:gd name="connsiteY8" fmla="*/ 18789 h 122964"/>
                <a:gd name="connsiteX9" fmla="*/ 15954 w 77032"/>
                <a:gd name="connsiteY9" fmla="*/ 18877 h 122964"/>
                <a:gd name="connsiteX10" fmla="*/ 19339 w 77032"/>
                <a:gd name="connsiteY10" fmla="*/ 17779 h 122964"/>
                <a:gd name="connsiteX11" fmla="*/ 21658 w 77032"/>
                <a:gd name="connsiteY11" fmla="*/ 18614 h 122964"/>
                <a:gd name="connsiteX12" fmla="*/ 21658 w 77032"/>
                <a:gd name="connsiteY12" fmla="*/ 36481 h 122964"/>
                <a:gd name="connsiteX13" fmla="*/ 18041 w 77032"/>
                <a:gd name="connsiteY13" fmla="*/ 42276 h 122964"/>
                <a:gd name="connsiteX14" fmla="*/ 17948 w 77032"/>
                <a:gd name="connsiteY14" fmla="*/ 43241 h 122964"/>
                <a:gd name="connsiteX15" fmla="*/ 19107 w 77032"/>
                <a:gd name="connsiteY15" fmla="*/ 46139 h 122964"/>
                <a:gd name="connsiteX16" fmla="*/ 14516 w 77032"/>
                <a:gd name="connsiteY16" fmla="*/ 50266 h 122964"/>
                <a:gd name="connsiteX17" fmla="*/ 12522 w 77032"/>
                <a:gd name="connsiteY17" fmla="*/ 49080 h 122964"/>
                <a:gd name="connsiteX18" fmla="*/ 11455 w 77032"/>
                <a:gd name="connsiteY18" fmla="*/ 48992 h 122964"/>
                <a:gd name="connsiteX19" fmla="*/ 10760 w 77032"/>
                <a:gd name="connsiteY19" fmla="*/ 49739 h 122964"/>
                <a:gd name="connsiteX20" fmla="*/ 9554 w 77032"/>
                <a:gd name="connsiteY20" fmla="*/ 54085 h 122964"/>
                <a:gd name="connsiteX21" fmla="*/ 3757 w 77032"/>
                <a:gd name="connsiteY21" fmla="*/ 58826 h 122964"/>
                <a:gd name="connsiteX22" fmla="*/ 3339 w 77032"/>
                <a:gd name="connsiteY22" fmla="*/ 59616 h 122964"/>
                <a:gd name="connsiteX23" fmla="*/ 3664 w 77032"/>
                <a:gd name="connsiteY23" fmla="*/ 60450 h 122964"/>
                <a:gd name="connsiteX24" fmla="*/ 4731 w 77032"/>
                <a:gd name="connsiteY24" fmla="*/ 61460 h 122964"/>
                <a:gd name="connsiteX25" fmla="*/ 2041 w 77032"/>
                <a:gd name="connsiteY25" fmla="*/ 65367 h 122964"/>
                <a:gd name="connsiteX26" fmla="*/ 1855 w 77032"/>
                <a:gd name="connsiteY26" fmla="*/ 66070 h 122964"/>
                <a:gd name="connsiteX27" fmla="*/ 2133 w 77032"/>
                <a:gd name="connsiteY27" fmla="*/ 69625 h 122964"/>
                <a:gd name="connsiteX28" fmla="*/ 2736 w 77032"/>
                <a:gd name="connsiteY28" fmla="*/ 70504 h 122964"/>
                <a:gd name="connsiteX29" fmla="*/ 6354 w 77032"/>
                <a:gd name="connsiteY29" fmla="*/ 72435 h 122964"/>
                <a:gd name="connsiteX30" fmla="*/ 2041 w 77032"/>
                <a:gd name="connsiteY30" fmla="*/ 79152 h 122964"/>
                <a:gd name="connsiteX31" fmla="*/ 2041 w 77032"/>
                <a:gd name="connsiteY31" fmla="*/ 80249 h 122964"/>
                <a:gd name="connsiteX32" fmla="*/ 3061 w 77032"/>
                <a:gd name="connsiteY32" fmla="*/ 80820 h 122964"/>
                <a:gd name="connsiteX33" fmla="*/ 7142 w 77032"/>
                <a:gd name="connsiteY33" fmla="*/ 80820 h 122964"/>
                <a:gd name="connsiteX34" fmla="*/ 7884 w 77032"/>
                <a:gd name="connsiteY34" fmla="*/ 80600 h 122964"/>
                <a:gd name="connsiteX35" fmla="*/ 14516 w 77032"/>
                <a:gd name="connsiteY35" fmla="*/ 75640 h 122964"/>
                <a:gd name="connsiteX36" fmla="*/ 23328 w 77032"/>
                <a:gd name="connsiteY36" fmla="*/ 76035 h 122964"/>
                <a:gd name="connsiteX37" fmla="*/ 20267 w 77032"/>
                <a:gd name="connsiteY37" fmla="*/ 78932 h 122964"/>
                <a:gd name="connsiteX38" fmla="*/ 19942 w 77032"/>
                <a:gd name="connsiteY38" fmla="*/ 79766 h 122964"/>
                <a:gd name="connsiteX39" fmla="*/ 20406 w 77032"/>
                <a:gd name="connsiteY39" fmla="*/ 80557 h 122964"/>
                <a:gd name="connsiteX40" fmla="*/ 24858 w 77032"/>
                <a:gd name="connsiteY40" fmla="*/ 83805 h 122964"/>
                <a:gd name="connsiteX41" fmla="*/ 24858 w 77032"/>
                <a:gd name="connsiteY41" fmla="*/ 90654 h 122964"/>
                <a:gd name="connsiteX42" fmla="*/ 26018 w 77032"/>
                <a:gd name="connsiteY42" fmla="*/ 91751 h 122964"/>
                <a:gd name="connsiteX43" fmla="*/ 34412 w 77032"/>
                <a:gd name="connsiteY43" fmla="*/ 91751 h 122964"/>
                <a:gd name="connsiteX44" fmla="*/ 34412 w 77032"/>
                <a:gd name="connsiteY44" fmla="*/ 93639 h 122964"/>
                <a:gd name="connsiteX45" fmla="*/ 30562 w 77032"/>
                <a:gd name="connsiteY45" fmla="*/ 96053 h 122964"/>
                <a:gd name="connsiteX46" fmla="*/ 30052 w 77032"/>
                <a:gd name="connsiteY46" fmla="*/ 96975 h 122964"/>
                <a:gd name="connsiteX47" fmla="*/ 30052 w 77032"/>
                <a:gd name="connsiteY47" fmla="*/ 101672 h 122964"/>
                <a:gd name="connsiteX48" fmla="*/ 28615 w 77032"/>
                <a:gd name="connsiteY48" fmla="*/ 107423 h 122964"/>
                <a:gd name="connsiteX49" fmla="*/ 28847 w 77032"/>
                <a:gd name="connsiteY49" fmla="*/ 108345 h 122964"/>
                <a:gd name="connsiteX50" fmla="*/ 29774 w 77032"/>
                <a:gd name="connsiteY50" fmla="*/ 108740 h 122964"/>
                <a:gd name="connsiteX51" fmla="*/ 40348 w 77032"/>
                <a:gd name="connsiteY51" fmla="*/ 108740 h 122964"/>
                <a:gd name="connsiteX52" fmla="*/ 44383 w 77032"/>
                <a:gd name="connsiteY52" fmla="*/ 116906 h 122964"/>
                <a:gd name="connsiteX53" fmla="*/ 45450 w 77032"/>
                <a:gd name="connsiteY53" fmla="*/ 117520 h 122964"/>
                <a:gd name="connsiteX54" fmla="*/ 52963 w 77032"/>
                <a:gd name="connsiteY54" fmla="*/ 117520 h 122964"/>
                <a:gd name="connsiteX55" fmla="*/ 53566 w 77032"/>
                <a:gd name="connsiteY55" fmla="*/ 117345 h 122964"/>
                <a:gd name="connsiteX56" fmla="*/ 58992 w 77032"/>
                <a:gd name="connsiteY56" fmla="*/ 114228 h 122964"/>
                <a:gd name="connsiteX57" fmla="*/ 59548 w 77032"/>
                <a:gd name="connsiteY57" fmla="*/ 115896 h 122964"/>
                <a:gd name="connsiteX58" fmla="*/ 60429 w 77032"/>
                <a:gd name="connsiteY58" fmla="*/ 115413 h 122964"/>
                <a:gd name="connsiteX59" fmla="*/ 61960 w 77032"/>
                <a:gd name="connsiteY59" fmla="*/ 115940 h 122964"/>
                <a:gd name="connsiteX60" fmla="*/ 61403 w 77032"/>
                <a:gd name="connsiteY60" fmla="*/ 117389 h 122964"/>
                <a:gd name="connsiteX61" fmla="*/ 60244 w 77032"/>
                <a:gd name="connsiteY61" fmla="*/ 118047 h 122964"/>
                <a:gd name="connsiteX62" fmla="*/ 61682 w 77032"/>
                <a:gd name="connsiteY62" fmla="*/ 122218 h 122964"/>
                <a:gd name="connsiteX63" fmla="*/ 62795 w 77032"/>
                <a:gd name="connsiteY63" fmla="*/ 122964 h 122964"/>
                <a:gd name="connsiteX64" fmla="*/ 71189 w 77032"/>
                <a:gd name="connsiteY64" fmla="*/ 122964 h 122964"/>
                <a:gd name="connsiteX65" fmla="*/ 72348 w 77032"/>
                <a:gd name="connsiteY65" fmla="*/ 121867 h 122964"/>
                <a:gd name="connsiteX66" fmla="*/ 72348 w 77032"/>
                <a:gd name="connsiteY66" fmla="*/ 116379 h 122964"/>
                <a:gd name="connsiteX67" fmla="*/ 72256 w 77032"/>
                <a:gd name="connsiteY67" fmla="*/ 115940 h 122964"/>
                <a:gd name="connsiteX68" fmla="*/ 67340 w 77032"/>
                <a:gd name="connsiteY68" fmla="*/ 104833 h 122964"/>
                <a:gd name="connsiteX69" fmla="*/ 69751 w 77032"/>
                <a:gd name="connsiteY69" fmla="*/ 102551 h 122964"/>
                <a:gd name="connsiteX70" fmla="*/ 75688 w 77032"/>
                <a:gd name="connsiteY70" fmla="*/ 104438 h 122964"/>
                <a:gd name="connsiteX71" fmla="*/ 75456 w 77032"/>
                <a:gd name="connsiteY71" fmla="*/ 104175 h 122964"/>
                <a:gd name="connsiteX72" fmla="*/ 75688 w 77032"/>
                <a:gd name="connsiteY72" fmla="*/ 102638 h 122964"/>
                <a:gd name="connsiteX73" fmla="*/ 77033 w 77032"/>
                <a:gd name="connsiteY73" fmla="*/ 102682 h 122964"/>
                <a:gd name="connsiteX74" fmla="*/ 76754 w 77032"/>
                <a:gd name="connsiteY74" fmla="*/ 102463 h 122964"/>
                <a:gd name="connsiteX75" fmla="*/ 75920 w 77032"/>
                <a:gd name="connsiteY75" fmla="*/ 102199 h 122964"/>
                <a:gd name="connsiteX76" fmla="*/ 69798 w 77032"/>
                <a:gd name="connsiteY76" fmla="*/ 100268 h 122964"/>
                <a:gd name="connsiteX77" fmla="*/ 68592 w 77032"/>
                <a:gd name="connsiteY77" fmla="*/ 100531 h 122964"/>
                <a:gd name="connsiteX78" fmla="*/ 65114 w 77032"/>
                <a:gd name="connsiteY78" fmla="*/ 103824 h 122964"/>
                <a:gd name="connsiteX79" fmla="*/ 64882 w 77032"/>
                <a:gd name="connsiteY79" fmla="*/ 105009 h 122964"/>
                <a:gd name="connsiteX80" fmla="*/ 70030 w 77032"/>
                <a:gd name="connsiteY80" fmla="*/ 116599 h 122964"/>
                <a:gd name="connsiteX81" fmla="*/ 70030 w 77032"/>
                <a:gd name="connsiteY81" fmla="*/ 120769 h 122964"/>
                <a:gd name="connsiteX82" fmla="*/ 63629 w 77032"/>
                <a:gd name="connsiteY82" fmla="*/ 120769 h 122964"/>
                <a:gd name="connsiteX83" fmla="*/ 60708 w 77032"/>
                <a:gd name="connsiteY83" fmla="*/ 112209 h 122964"/>
                <a:gd name="connsiteX84" fmla="*/ 60012 w 77032"/>
                <a:gd name="connsiteY84" fmla="*/ 111506 h 122964"/>
                <a:gd name="connsiteX85" fmla="*/ 58992 w 77032"/>
                <a:gd name="connsiteY85" fmla="*/ 111594 h 122964"/>
                <a:gd name="connsiteX86" fmla="*/ 52592 w 77032"/>
                <a:gd name="connsiteY86" fmla="*/ 115282 h 122964"/>
                <a:gd name="connsiteX87" fmla="*/ 46099 w 77032"/>
                <a:gd name="connsiteY87" fmla="*/ 115282 h 122964"/>
                <a:gd name="connsiteX88" fmla="*/ 42064 w 77032"/>
                <a:gd name="connsiteY88" fmla="*/ 107116 h 122964"/>
                <a:gd name="connsiteX89" fmla="*/ 40997 w 77032"/>
                <a:gd name="connsiteY89" fmla="*/ 106501 h 122964"/>
                <a:gd name="connsiteX90" fmla="*/ 31165 w 77032"/>
                <a:gd name="connsiteY90" fmla="*/ 106501 h 122964"/>
                <a:gd name="connsiteX91" fmla="*/ 32325 w 77032"/>
                <a:gd name="connsiteY91" fmla="*/ 101848 h 122964"/>
                <a:gd name="connsiteX92" fmla="*/ 32325 w 77032"/>
                <a:gd name="connsiteY92" fmla="*/ 97502 h 122964"/>
                <a:gd name="connsiteX93" fmla="*/ 36174 w 77032"/>
                <a:gd name="connsiteY93" fmla="*/ 95087 h 122964"/>
                <a:gd name="connsiteX94" fmla="*/ 36684 w 77032"/>
                <a:gd name="connsiteY94" fmla="*/ 94166 h 122964"/>
                <a:gd name="connsiteX95" fmla="*/ 36684 w 77032"/>
                <a:gd name="connsiteY95" fmla="*/ 90610 h 122964"/>
                <a:gd name="connsiteX96" fmla="*/ 35525 w 77032"/>
                <a:gd name="connsiteY96" fmla="*/ 89512 h 122964"/>
                <a:gd name="connsiteX97" fmla="*/ 27131 w 77032"/>
                <a:gd name="connsiteY97" fmla="*/ 89512 h 122964"/>
                <a:gd name="connsiteX98" fmla="*/ 27131 w 77032"/>
                <a:gd name="connsiteY98" fmla="*/ 83191 h 122964"/>
                <a:gd name="connsiteX99" fmla="*/ 26667 w 77032"/>
                <a:gd name="connsiteY99" fmla="*/ 82313 h 122964"/>
                <a:gd name="connsiteX100" fmla="*/ 22771 w 77032"/>
                <a:gd name="connsiteY100" fmla="*/ 79503 h 122964"/>
                <a:gd name="connsiteX101" fmla="*/ 26760 w 77032"/>
                <a:gd name="connsiteY101" fmla="*/ 75728 h 122964"/>
                <a:gd name="connsiteX102" fmla="*/ 27038 w 77032"/>
                <a:gd name="connsiteY102" fmla="*/ 74542 h 122964"/>
                <a:gd name="connsiteX103" fmla="*/ 26018 w 77032"/>
                <a:gd name="connsiteY103" fmla="*/ 73840 h 122964"/>
                <a:gd name="connsiteX104" fmla="*/ 14145 w 77032"/>
                <a:gd name="connsiteY104" fmla="*/ 73313 h 122964"/>
                <a:gd name="connsiteX105" fmla="*/ 13357 w 77032"/>
                <a:gd name="connsiteY105" fmla="*/ 73533 h 122964"/>
                <a:gd name="connsiteX106" fmla="*/ 6725 w 77032"/>
                <a:gd name="connsiteY106" fmla="*/ 78493 h 122964"/>
                <a:gd name="connsiteX107" fmla="*/ 5148 w 77032"/>
                <a:gd name="connsiteY107" fmla="*/ 78493 h 122964"/>
                <a:gd name="connsiteX108" fmla="*/ 8997 w 77032"/>
                <a:gd name="connsiteY108" fmla="*/ 72479 h 122964"/>
                <a:gd name="connsiteX109" fmla="*/ 9136 w 77032"/>
                <a:gd name="connsiteY109" fmla="*/ 71645 h 122964"/>
                <a:gd name="connsiteX110" fmla="*/ 8580 w 77032"/>
                <a:gd name="connsiteY110" fmla="*/ 70986 h 122964"/>
                <a:gd name="connsiteX111" fmla="*/ 4498 w 77032"/>
                <a:gd name="connsiteY111" fmla="*/ 68791 h 122964"/>
                <a:gd name="connsiteX112" fmla="*/ 4267 w 77032"/>
                <a:gd name="connsiteY112" fmla="*/ 66201 h 122964"/>
                <a:gd name="connsiteX113" fmla="*/ 7235 w 77032"/>
                <a:gd name="connsiteY113" fmla="*/ 61855 h 122964"/>
                <a:gd name="connsiteX114" fmla="*/ 7096 w 77032"/>
                <a:gd name="connsiteY114" fmla="*/ 60494 h 122964"/>
                <a:gd name="connsiteX115" fmla="*/ 6261 w 77032"/>
                <a:gd name="connsiteY115" fmla="*/ 59704 h 122964"/>
                <a:gd name="connsiteX116" fmla="*/ 11409 w 77032"/>
                <a:gd name="connsiteY116" fmla="*/ 55534 h 122964"/>
                <a:gd name="connsiteX117" fmla="*/ 11780 w 77032"/>
                <a:gd name="connsiteY117" fmla="*/ 55007 h 122964"/>
                <a:gd name="connsiteX118" fmla="*/ 12661 w 77032"/>
                <a:gd name="connsiteY118" fmla="*/ 51802 h 122964"/>
                <a:gd name="connsiteX119" fmla="*/ 14099 w 77032"/>
                <a:gd name="connsiteY119" fmla="*/ 52636 h 122964"/>
                <a:gd name="connsiteX120" fmla="*/ 15536 w 77032"/>
                <a:gd name="connsiteY120" fmla="*/ 52504 h 122964"/>
                <a:gd name="connsiteX121" fmla="*/ 21333 w 77032"/>
                <a:gd name="connsiteY121" fmla="*/ 47280 h 122964"/>
                <a:gd name="connsiteX122" fmla="*/ 21612 w 77032"/>
                <a:gd name="connsiteY122" fmla="*/ 46095 h 122964"/>
                <a:gd name="connsiteX123" fmla="*/ 20360 w 77032"/>
                <a:gd name="connsiteY123" fmla="*/ 43022 h 122964"/>
                <a:gd name="connsiteX124" fmla="*/ 23838 w 77032"/>
                <a:gd name="connsiteY124" fmla="*/ 37447 h 122964"/>
                <a:gd name="connsiteX125" fmla="*/ 24023 w 77032"/>
                <a:gd name="connsiteY125" fmla="*/ 36876 h 122964"/>
                <a:gd name="connsiteX126" fmla="*/ 24023 w 77032"/>
                <a:gd name="connsiteY126" fmla="*/ 17955 h 122964"/>
                <a:gd name="connsiteX127" fmla="*/ 23281 w 77032"/>
                <a:gd name="connsiteY127" fmla="*/ 16945 h 122964"/>
                <a:gd name="connsiteX128" fmla="*/ 19803 w 77032"/>
                <a:gd name="connsiteY128" fmla="*/ 15716 h 122964"/>
                <a:gd name="connsiteX129" fmla="*/ 19015 w 77032"/>
                <a:gd name="connsiteY129" fmla="*/ 15716 h 122964"/>
                <a:gd name="connsiteX130" fmla="*/ 16510 w 77032"/>
                <a:gd name="connsiteY130" fmla="*/ 16506 h 122964"/>
                <a:gd name="connsiteX131" fmla="*/ 14980 w 77032"/>
                <a:gd name="connsiteY131" fmla="*/ 8165 h 122964"/>
                <a:gd name="connsiteX132" fmla="*/ 14748 w 77032"/>
                <a:gd name="connsiteY132" fmla="*/ 7683 h 122964"/>
                <a:gd name="connsiteX133" fmla="*/ 8673 w 77032"/>
                <a:gd name="connsiteY133" fmla="*/ 395 h 122964"/>
                <a:gd name="connsiteX134" fmla="*/ 7745 w 77032"/>
                <a:gd name="connsiteY134" fmla="*/ 0 h 122964"/>
                <a:gd name="connsiteX135" fmla="*/ 3385 w 77032"/>
                <a:gd name="connsiteY135" fmla="*/ 0 h 122964"/>
                <a:gd name="connsiteX136" fmla="*/ 2319 w 77032"/>
                <a:gd name="connsiteY136" fmla="*/ 658 h 122964"/>
                <a:gd name="connsiteX137" fmla="*/ 557 w 77032"/>
                <a:gd name="connsiteY137" fmla="*/ 4566 h 122964"/>
                <a:gd name="connsiteX138" fmla="*/ 0 w 77032"/>
                <a:gd name="connsiteY138" fmla="*/ 5751 h 122964"/>
                <a:gd name="connsiteX139" fmla="*/ 0 w 77032"/>
                <a:gd name="connsiteY139" fmla="*/ 5970 h 12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77032" h="122964">
                  <a:moveTo>
                    <a:pt x="46" y="5883"/>
                  </a:moveTo>
                  <a:cubicBezTo>
                    <a:pt x="-46" y="6365"/>
                    <a:pt x="139" y="6892"/>
                    <a:pt x="649" y="7112"/>
                  </a:cubicBezTo>
                  <a:cubicBezTo>
                    <a:pt x="1206" y="7331"/>
                    <a:pt x="1901" y="7112"/>
                    <a:pt x="2180" y="6541"/>
                  </a:cubicBezTo>
                  <a:lnTo>
                    <a:pt x="2272" y="6321"/>
                  </a:lnTo>
                  <a:lnTo>
                    <a:pt x="4174" y="2107"/>
                  </a:lnTo>
                  <a:lnTo>
                    <a:pt x="7188" y="2107"/>
                  </a:lnTo>
                  <a:lnTo>
                    <a:pt x="12754" y="8736"/>
                  </a:lnTo>
                  <a:lnTo>
                    <a:pt x="14423" y="18043"/>
                  </a:lnTo>
                  <a:cubicBezTo>
                    <a:pt x="14470" y="18350"/>
                    <a:pt x="14702" y="18658"/>
                    <a:pt x="14980" y="18789"/>
                  </a:cubicBezTo>
                  <a:cubicBezTo>
                    <a:pt x="15258" y="18965"/>
                    <a:pt x="15629" y="19009"/>
                    <a:pt x="15954" y="18877"/>
                  </a:cubicBezTo>
                  <a:lnTo>
                    <a:pt x="19339" y="17779"/>
                  </a:lnTo>
                  <a:lnTo>
                    <a:pt x="21658" y="18614"/>
                  </a:lnTo>
                  <a:lnTo>
                    <a:pt x="21658" y="36481"/>
                  </a:lnTo>
                  <a:lnTo>
                    <a:pt x="18041" y="42276"/>
                  </a:lnTo>
                  <a:cubicBezTo>
                    <a:pt x="17855" y="42583"/>
                    <a:pt x="17809" y="42934"/>
                    <a:pt x="17948" y="43241"/>
                  </a:cubicBezTo>
                  <a:lnTo>
                    <a:pt x="19107" y="46139"/>
                  </a:lnTo>
                  <a:lnTo>
                    <a:pt x="14516" y="50266"/>
                  </a:lnTo>
                  <a:lnTo>
                    <a:pt x="12522" y="49080"/>
                  </a:lnTo>
                  <a:cubicBezTo>
                    <a:pt x="12197" y="48861"/>
                    <a:pt x="11826" y="48861"/>
                    <a:pt x="11455" y="48992"/>
                  </a:cubicBezTo>
                  <a:cubicBezTo>
                    <a:pt x="11130" y="49124"/>
                    <a:pt x="10852" y="49388"/>
                    <a:pt x="10760" y="49739"/>
                  </a:cubicBezTo>
                  <a:lnTo>
                    <a:pt x="9554" y="54085"/>
                  </a:lnTo>
                  <a:lnTo>
                    <a:pt x="3757" y="58826"/>
                  </a:lnTo>
                  <a:cubicBezTo>
                    <a:pt x="3525" y="59046"/>
                    <a:pt x="3385" y="59309"/>
                    <a:pt x="3339" y="59616"/>
                  </a:cubicBezTo>
                  <a:cubicBezTo>
                    <a:pt x="3339" y="59924"/>
                    <a:pt x="3432" y="60231"/>
                    <a:pt x="3664" y="60450"/>
                  </a:cubicBezTo>
                  <a:lnTo>
                    <a:pt x="4731" y="61460"/>
                  </a:lnTo>
                  <a:lnTo>
                    <a:pt x="2041" y="65367"/>
                  </a:lnTo>
                  <a:cubicBezTo>
                    <a:pt x="2041" y="65367"/>
                    <a:pt x="1855" y="65806"/>
                    <a:pt x="1855" y="66070"/>
                  </a:cubicBezTo>
                  <a:lnTo>
                    <a:pt x="2133" y="69625"/>
                  </a:lnTo>
                  <a:cubicBezTo>
                    <a:pt x="2133" y="69977"/>
                    <a:pt x="2365" y="70328"/>
                    <a:pt x="2736" y="70504"/>
                  </a:cubicBezTo>
                  <a:lnTo>
                    <a:pt x="6354" y="72435"/>
                  </a:lnTo>
                  <a:lnTo>
                    <a:pt x="2041" y="79152"/>
                  </a:lnTo>
                  <a:cubicBezTo>
                    <a:pt x="1809" y="79503"/>
                    <a:pt x="1809" y="79898"/>
                    <a:pt x="2041" y="80249"/>
                  </a:cubicBezTo>
                  <a:cubicBezTo>
                    <a:pt x="2226" y="80600"/>
                    <a:pt x="2644" y="80820"/>
                    <a:pt x="3061" y="80820"/>
                  </a:cubicBezTo>
                  <a:lnTo>
                    <a:pt x="7142" y="80820"/>
                  </a:lnTo>
                  <a:cubicBezTo>
                    <a:pt x="7420" y="80820"/>
                    <a:pt x="7652" y="80732"/>
                    <a:pt x="7884" y="80600"/>
                  </a:cubicBezTo>
                  <a:lnTo>
                    <a:pt x="14516" y="75640"/>
                  </a:lnTo>
                  <a:lnTo>
                    <a:pt x="23328" y="76035"/>
                  </a:lnTo>
                  <a:lnTo>
                    <a:pt x="20267" y="78932"/>
                  </a:lnTo>
                  <a:cubicBezTo>
                    <a:pt x="20035" y="79152"/>
                    <a:pt x="19896" y="79459"/>
                    <a:pt x="19942" y="79766"/>
                  </a:cubicBezTo>
                  <a:cubicBezTo>
                    <a:pt x="19942" y="80074"/>
                    <a:pt x="20128" y="80381"/>
                    <a:pt x="20406" y="80557"/>
                  </a:cubicBezTo>
                  <a:lnTo>
                    <a:pt x="24858" y="83805"/>
                  </a:lnTo>
                  <a:lnTo>
                    <a:pt x="24858" y="90654"/>
                  </a:lnTo>
                  <a:cubicBezTo>
                    <a:pt x="24858" y="91268"/>
                    <a:pt x="25368" y="91751"/>
                    <a:pt x="26018" y="91751"/>
                  </a:cubicBezTo>
                  <a:lnTo>
                    <a:pt x="34412" y="91751"/>
                  </a:lnTo>
                  <a:lnTo>
                    <a:pt x="34412" y="93639"/>
                  </a:lnTo>
                  <a:lnTo>
                    <a:pt x="30562" y="96053"/>
                  </a:lnTo>
                  <a:cubicBezTo>
                    <a:pt x="30238" y="96273"/>
                    <a:pt x="30052" y="96580"/>
                    <a:pt x="30052" y="96975"/>
                  </a:cubicBezTo>
                  <a:lnTo>
                    <a:pt x="30052" y="101672"/>
                  </a:lnTo>
                  <a:cubicBezTo>
                    <a:pt x="30052" y="101672"/>
                    <a:pt x="28615" y="107423"/>
                    <a:pt x="28615" y="107423"/>
                  </a:cubicBezTo>
                  <a:cubicBezTo>
                    <a:pt x="28522" y="107731"/>
                    <a:pt x="28615" y="108082"/>
                    <a:pt x="28847" y="108345"/>
                  </a:cubicBezTo>
                  <a:cubicBezTo>
                    <a:pt x="29079" y="108609"/>
                    <a:pt x="29403" y="108740"/>
                    <a:pt x="29774" y="108740"/>
                  </a:cubicBezTo>
                  <a:lnTo>
                    <a:pt x="40348" y="108740"/>
                  </a:lnTo>
                  <a:lnTo>
                    <a:pt x="44383" y="116906"/>
                  </a:lnTo>
                  <a:cubicBezTo>
                    <a:pt x="44568" y="117301"/>
                    <a:pt x="44986" y="117520"/>
                    <a:pt x="45450" y="117520"/>
                  </a:cubicBezTo>
                  <a:lnTo>
                    <a:pt x="52963" y="117520"/>
                  </a:lnTo>
                  <a:cubicBezTo>
                    <a:pt x="52963" y="117520"/>
                    <a:pt x="53380" y="117477"/>
                    <a:pt x="53566" y="117345"/>
                  </a:cubicBezTo>
                  <a:lnTo>
                    <a:pt x="58992" y="114228"/>
                  </a:lnTo>
                  <a:lnTo>
                    <a:pt x="59548" y="115896"/>
                  </a:lnTo>
                  <a:cubicBezTo>
                    <a:pt x="59873" y="115721"/>
                    <a:pt x="60105" y="115545"/>
                    <a:pt x="60429" y="115413"/>
                  </a:cubicBezTo>
                  <a:cubicBezTo>
                    <a:pt x="60986" y="115150"/>
                    <a:pt x="61682" y="115413"/>
                    <a:pt x="61960" y="115940"/>
                  </a:cubicBezTo>
                  <a:cubicBezTo>
                    <a:pt x="62238" y="116467"/>
                    <a:pt x="61960" y="117125"/>
                    <a:pt x="61403" y="117389"/>
                  </a:cubicBezTo>
                  <a:cubicBezTo>
                    <a:pt x="60940" y="117564"/>
                    <a:pt x="60662" y="117828"/>
                    <a:pt x="60244" y="118047"/>
                  </a:cubicBezTo>
                  <a:lnTo>
                    <a:pt x="61682" y="122218"/>
                  </a:lnTo>
                  <a:cubicBezTo>
                    <a:pt x="61821" y="122657"/>
                    <a:pt x="62285" y="122964"/>
                    <a:pt x="62795" y="122964"/>
                  </a:cubicBezTo>
                  <a:lnTo>
                    <a:pt x="71189" y="122964"/>
                  </a:lnTo>
                  <a:cubicBezTo>
                    <a:pt x="71838" y="122964"/>
                    <a:pt x="72348" y="122481"/>
                    <a:pt x="72348" y="121867"/>
                  </a:cubicBezTo>
                  <a:lnTo>
                    <a:pt x="72348" y="116379"/>
                  </a:lnTo>
                  <a:cubicBezTo>
                    <a:pt x="72348" y="116379"/>
                    <a:pt x="72348" y="116072"/>
                    <a:pt x="72256" y="115940"/>
                  </a:cubicBezTo>
                  <a:lnTo>
                    <a:pt x="67340" y="104833"/>
                  </a:lnTo>
                  <a:lnTo>
                    <a:pt x="69751" y="102551"/>
                  </a:lnTo>
                  <a:lnTo>
                    <a:pt x="75688" y="104438"/>
                  </a:lnTo>
                  <a:lnTo>
                    <a:pt x="75456" y="104175"/>
                  </a:lnTo>
                  <a:cubicBezTo>
                    <a:pt x="75085" y="103692"/>
                    <a:pt x="75178" y="102990"/>
                    <a:pt x="75688" y="102638"/>
                  </a:cubicBezTo>
                  <a:cubicBezTo>
                    <a:pt x="76105" y="102331"/>
                    <a:pt x="76615" y="102419"/>
                    <a:pt x="77033" y="102682"/>
                  </a:cubicBezTo>
                  <a:cubicBezTo>
                    <a:pt x="76940" y="102594"/>
                    <a:pt x="76894" y="102507"/>
                    <a:pt x="76754" y="102463"/>
                  </a:cubicBezTo>
                  <a:lnTo>
                    <a:pt x="75920" y="102199"/>
                  </a:lnTo>
                  <a:lnTo>
                    <a:pt x="69798" y="100268"/>
                  </a:lnTo>
                  <a:cubicBezTo>
                    <a:pt x="69380" y="100136"/>
                    <a:pt x="68917" y="100268"/>
                    <a:pt x="68592" y="100531"/>
                  </a:cubicBezTo>
                  <a:lnTo>
                    <a:pt x="65114" y="103824"/>
                  </a:lnTo>
                  <a:cubicBezTo>
                    <a:pt x="64789" y="104131"/>
                    <a:pt x="64696" y="104614"/>
                    <a:pt x="64882" y="105009"/>
                  </a:cubicBezTo>
                  <a:lnTo>
                    <a:pt x="70030" y="116599"/>
                  </a:lnTo>
                  <a:lnTo>
                    <a:pt x="70030" y="120769"/>
                  </a:lnTo>
                  <a:lnTo>
                    <a:pt x="63629" y="120769"/>
                  </a:lnTo>
                  <a:lnTo>
                    <a:pt x="60708" y="112209"/>
                  </a:lnTo>
                  <a:cubicBezTo>
                    <a:pt x="60615" y="111901"/>
                    <a:pt x="60337" y="111638"/>
                    <a:pt x="60012" y="111506"/>
                  </a:cubicBezTo>
                  <a:cubicBezTo>
                    <a:pt x="59688" y="111374"/>
                    <a:pt x="59316" y="111418"/>
                    <a:pt x="58992" y="111594"/>
                  </a:cubicBezTo>
                  <a:lnTo>
                    <a:pt x="52592" y="115282"/>
                  </a:lnTo>
                  <a:lnTo>
                    <a:pt x="46099" y="115282"/>
                  </a:lnTo>
                  <a:lnTo>
                    <a:pt x="42064" y="107116"/>
                  </a:lnTo>
                  <a:cubicBezTo>
                    <a:pt x="41879" y="106721"/>
                    <a:pt x="41461" y="106501"/>
                    <a:pt x="40997" y="106501"/>
                  </a:cubicBezTo>
                  <a:lnTo>
                    <a:pt x="31165" y="106501"/>
                  </a:lnTo>
                  <a:lnTo>
                    <a:pt x="32325" y="101848"/>
                  </a:lnTo>
                  <a:lnTo>
                    <a:pt x="32325" y="97502"/>
                  </a:lnTo>
                  <a:lnTo>
                    <a:pt x="36174" y="95087"/>
                  </a:lnTo>
                  <a:cubicBezTo>
                    <a:pt x="36499" y="94868"/>
                    <a:pt x="36684" y="94561"/>
                    <a:pt x="36684" y="94166"/>
                  </a:cubicBezTo>
                  <a:lnTo>
                    <a:pt x="36684" y="90610"/>
                  </a:lnTo>
                  <a:cubicBezTo>
                    <a:pt x="36684" y="89995"/>
                    <a:pt x="36174" y="89512"/>
                    <a:pt x="35525" y="89512"/>
                  </a:cubicBezTo>
                  <a:lnTo>
                    <a:pt x="27131" y="89512"/>
                  </a:lnTo>
                  <a:lnTo>
                    <a:pt x="27131" y="83191"/>
                  </a:lnTo>
                  <a:cubicBezTo>
                    <a:pt x="27131" y="82839"/>
                    <a:pt x="26945" y="82532"/>
                    <a:pt x="26667" y="82313"/>
                  </a:cubicBezTo>
                  <a:lnTo>
                    <a:pt x="22771" y="79503"/>
                  </a:lnTo>
                  <a:lnTo>
                    <a:pt x="26760" y="75728"/>
                  </a:lnTo>
                  <a:cubicBezTo>
                    <a:pt x="27084" y="75420"/>
                    <a:pt x="27177" y="74981"/>
                    <a:pt x="27038" y="74542"/>
                  </a:cubicBezTo>
                  <a:cubicBezTo>
                    <a:pt x="26852" y="74147"/>
                    <a:pt x="26482" y="73840"/>
                    <a:pt x="26018" y="73840"/>
                  </a:cubicBezTo>
                  <a:lnTo>
                    <a:pt x="14145" y="73313"/>
                  </a:lnTo>
                  <a:cubicBezTo>
                    <a:pt x="13867" y="73313"/>
                    <a:pt x="13589" y="73401"/>
                    <a:pt x="13357" y="73533"/>
                  </a:cubicBezTo>
                  <a:lnTo>
                    <a:pt x="6725" y="78493"/>
                  </a:lnTo>
                  <a:lnTo>
                    <a:pt x="5148" y="78493"/>
                  </a:lnTo>
                  <a:lnTo>
                    <a:pt x="8997" y="72479"/>
                  </a:lnTo>
                  <a:cubicBezTo>
                    <a:pt x="9183" y="72216"/>
                    <a:pt x="9183" y="71908"/>
                    <a:pt x="9136" y="71645"/>
                  </a:cubicBezTo>
                  <a:cubicBezTo>
                    <a:pt x="9044" y="71338"/>
                    <a:pt x="8858" y="71118"/>
                    <a:pt x="8580" y="70986"/>
                  </a:cubicBezTo>
                  <a:lnTo>
                    <a:pt x="4498" y="68791"/>
                  </a:lnTo>
                  <a:lnTo>
                    <a:pt x="4267" y="66201"/>
                  </a:lnTo>
                  <a:lnTo>
                    <a:pt x="7235" y="61855"/>
                  </a:lnTo>
                  <a:cubicBezTo>
                    <a:pt x="7513" y="61416"/>
                    <a:pt x="7467" y="60845"/>
                    <a:pt x="7096" y="60494"/>
                  </a:cubicBezTo>
                  <a:lnTo>
                    <a:pt x="6261" y="59704"/>
                  </a:lnTo>
                  <a:lnTo>
                    <a:pt x="11409" y="55534"/>
                  </a:lnTo>
                  <a:cubicBezTo>
                    <a:pt x="11409" y="55534"/>
                    <a:pt x="11733" y="55182"/>
                    <a:pt x="11780" y="55007"/>
                  </a:cubicBezTo>
                  <a:lnTo>
                    <a:pt x="12661" y="51802"/>
                  </a:lnTo>
                  <a:lnTo>
                    <a:pt x="14099" y="52636"/>
                  </a:lnTo>
                  <a:cubicBezTo>
                    <a:pt x="14563" y="52900"/>
                    <a:pt x="15119" y="52856"/>
                    <a:pt x="15536" y="52504"/>
                  </a:cubicBezTo>
                  <a:lnTo>
                    <a:pt x="21333" y="47280"/>
                  </a:lnTo>
                  <a:cubicBezTo>
                    <a:pt x="21658" y="46973"/>
                    <a:pt x="21797" y="46490"/>
                    <a:pt x="21612" y="46095"/>
                  </a:cubicBezTo>
                  <a:lnTo>
                    <a:pt x="20360" y="43022"/>
                  </a:lnTo>
                  <a:lnTo>
                    <a:pt x="23838" y="37447"/>
                  </a:lnTo>
                  <a:cubicBezTo>
                    <a:pt x="23838" y="37447"/>
                    <a:pt x="24023" y="37095"/>
                    <a:pt x="24023" y="36876"/>
                  </a:cubicBezTo>
                  <a:lnTo>
                    <a:pt x="24023" y="17955"/>
                  </a:lnTo>
                  <a:cubicBezTo>
                    <a:pt x="24023" y="17516"/>
                    <a:pt x="23745" y="17077"/>
                    <a:pt x="23281" y="16945"/>
                  </a:cubicBezTo>
                  <a:lnTo>
                    <a:pt x="19803" y="15716"/>
                  </a:lnTo>
                  <a:cubicBezTo>
                    <a:pt x="19571" y="15628"/>
                    <a:pt x="19293" y="15628"/>
                    <a:pt x="19015" y="15716"/>
                  </a:cubicBezTo>
                  <a:lnTo>
                    <a:pt x="16510" y="16506"/>
                  </a:lnTo>
                  <a:lnTo>
                    <a:pt x="14980" y="8165"/>
                  </a:lnTo>
                  <a:cubicBezTo>
                    <a:pt x="14980" y="8165"/>
                    <a:pt x="14887" y="7814"/>
                    <a:pt x="14748" y="7683"/>
                  </a:cubicBezTo>
                  <a:lnTo>
                    <a:pt x="8673" y="395"/>
                  </a:lnTo>
                  <a:cubicBezTo>
                    <a:pt x="8441" y="132"/>
                    <a:pt x="8116" y="0"/>
                    <a:pt x="7745" y="0"/>
                  </a:cubicBezTo>
                  <a:lnTo>
                    <a:pt x="3385" y="0"/>
                  </a:lnTo>
                  <a:cubicBezTo>
                    <a:pt x="2922" y="0"/>
                    <a:pt x="2504" y="263"/>
                    <a:pt x="2319" y="658"/>
                  </a:cubicBezTo>
                  <a:lnTo>
                    <a:pt x="557" y="4566"/>
                  </a:lnTo>
                  <a:lnTo>
                    <a:pt x="0" y="5751"/>
                  </a:lnTo>
                  <a:cubicBezTo>
                    <a:pt x="0" y="5751"/>
                    <a:pt x="0" y="5883"/>
                    <a:pt x="0" y="597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" name="Freeform: Shape 2648">
              <a:extLst>
                <a:ext uri="{FF2B5EF4-FFF2-40B4-BE49-F238E27FC236}">
                  <a16:creationId xmlns:a16="http://schemas.microsoft.com/office/drawing/2014/main" id="{F5DF5336-1D48-BED4-408E-D749F30F5A01}"/>
                </a:ext>
              </a:extLst>
            </p:cNvPr>
            <p:cNvSpPr>
              <a:spLocks/>
            </p:cNvSpPr>
            <p:nvPr/>
          </p:nvSpPr>
          <p:spPr>
            <a:xfrm>
              <a:off x="8050463" y="3582118"/>
              <a:ext cx="28958" cy="29968"/>
            </a:xfrm>
            <a:custGeom>
              <a:avLst/>
              <a:gdLst>
                <a:gd name="connsiteX0" fmla="*/ 1345 w 19401"/>
                <a:gd name="connsiteY0" fmla="*/ 19156 h 20077"/>
                <a:gd name="connsiteX1" fmla="*/ 1670 w 19401"/>
                <a:gd name="connsiteY1" fmla="*/ 19419 h 20077"/>
                <a:gd name="connsiteX2" fmla="*/ 1808 w 19401"/>
                <a:gd name="connsiteY2" fmla="*/ 19551 h 20077"/>
                <a:gd name="connsiteX3" fmla="*/ 2041 w 19401"/>
                <a:gd name="connsiteY3" fmla="*/ 20078 h 20077"/>
                <a:gd name="connsiteX4" fmla="*/ 5751 w 19401"/>
                <a:gd name="connsiteY4" fmla="*/ 13712 h 20077"/>
                <a:gd name="connsiteX5" fmla="*/ 11455 w 19401"/>
                <a:gd name="connsiteY5" fmla="*/ 13712 h 20077"/>
                <a:gd name="connsiteX6" fmla="*/ 12336 w 19401"/>
                <a:gd name="connsiteY6" fmla="*/ 13317 h 20077"/>
                <a:gd name="connsiteX7" fmla="*/ 12568 w 19401"/>
                <a:gd name="connsiteY7" fmla="*/ 12395 h 20077"/>
                <a:gd name="connsiteX8" fmla="*/ 17577 w 19401"/>
                <a:gd name="connsiteY8" fmla="*/ 2737 h 20077"/>
                <a:gd name="connsiteX9" fmla="*/ 18736 w 19401"/>
                <a:gd name="connsiteY9" fmla="*/ 2079 h 20077"/>
                <a:gd name="connsiteX10" fmla="*/ 19293 w 19401"/>
                <a:gd name="connsiteY10" fmla="*/ 630 h 20077"/>
                <a:gd name="connsiteX11" fmla="*/ 17762 w 19401"/>
                <a:gd name="connsiteY11" fmla="*/ 103 h 20077"/>
                <a:gd name="connsiteX12" fmla="*/ 16881 w 19401"/>
                <a:gd name="connsiteY12" fmla="*/ 586 h 20077"/>
                <a:gd name="connsiteX13" fmla="*/ 10157 w 19401"/>
                <a:gd name="connsiteY13" fmla="*/ 11517 h 20077"/>
                <a:gd name="connsiteX14" fmla="*/ 5055 w 19401"/>
                <a:gd name="connsiteY14" fmla="*/ 11517 h 20077"/>
                <a:gd name="connsiteX15" fmla="*/ 4035 w 19401"/>
                <a:gd name="connsiteY15" fmla="*/ 12088 h 20077"/>
                <a:gd name="connsiteX16" fmla="*/ 0 w 19401"/>
                <a:gd name="connsiteY16" fmla="*/ 18936 h 20077"/>
                <a:gd name="connsiteX17" fmla="*/ 695 w 19401"/>
                <a:gd name="connsiteY17" fmla="*/ 18936 h 20077"/>
                <a:gd name="connsiteX18" fmla="*/ 881 w 19401"/>
                <a:gd name="connsiteY18" fmla="*/ 19024 h 20077"/>
                <a:gd name="connsiteX19" fmla="*/ 1252 w 19401"/>
                <a:gd name="connsiteY19" fmla="*/ 19156 h 20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01" h="20077">
                  <a:moveTo>
                    <a:pt x="1345" y="19156"/>
                  </a:moveTo>
                  <a:cubicBezTo>
                    <a:pt x="1345" y="19156"/>
                    <a:pt x="1577" y="19288"/>
                    <a:pt x="1670" y="19419"/>
                  </a:cubicBezTo>
                  <a:cubicBezTo>
                    <a:pt x="1670" y="19463"/>
                    <a:pt x="1808" y="19507"/>
                    <a:pt x="1808" y="19551"/>
                  </a:cubicBezTo>
                  <a:lnTo>
                    <a:pt x="2041" y="20078"/>
                  </a:lnTo>
                  <a:lnTo>
                    <a:pt x="5751" y="13712"/>
                  </a:lnTo>
                  <a:lnTo>
                    <a:pt x="11455" y="13712"/>
                  </a:lnTo>
                  <a:cubicBezTo>
                    <a:pt x="11826" y="13712"/>
                    <a:pt x="12151" y="13581"/>
                    <a:pt x="12336" y="13317"/>
                  </a:cubicBezTo>
                  <a:cubicBezTo>
                    <a:pt x="12568" y="13054"/>
                    <a:pt x="12661" y="12703"/>
                    <a:pt x="12568" y="12395"/>
                  </a:cubicBezTo>
                  <a:cubicBezTo>
                    <a:pt x="12522" y="12132"/>
                    <a:pt x="11362" y="6249"/>
                    <a:pt x="17577" y="2737"/>
                  </a:cubicBezTo>
                  <a:cubicBezTo>
                    <a:pt x="17948" y="2518"/>
                    <a:pt x="18273" y="2298"/>
                    <a:pt x="18736" y="2079"/>
                  </a:cubicBezTo>
                  <a:cubicBezTo>
                    <a:pt x="19293" y="1815"/>
                    <a:pt x="19571" y="1157"/>
                    <a:pt x="19293" y="630"/>
                  </a:cubicBezTo>
                  <a:cubicBezTo>
                    <a:pt x="19015" y="103"/>
                    <a:pt x="18319" y="-160"/>
                    <a:pt x="17762" y="103"/>
                  </a:cubicBezTo>
                  <a:cubicBezTo>
                    <a:pt x="17438" y="235"/>
                    <a:pt x="17159" y="411"/>
                    <a:pt x="16881" y="586"/>
                  </a:cubicBezTo>
                  <a:cubicBezTo>
                    <a:pt x="10667" y="3791"/>
                    <a:pt x="10064" y="9059"/>
                    <a:pt x="10157" y="11517"/>
                  </a:cubicBezTo>
                  <a:lnTo>
                    <a:pt x="5055" y="11517"/>
                  </a:lnTo>
                  <a:cubicBezTo>
                    <a:pt x="4638" y="11517"/>
                    <a:pt x="4267" y="11737"/>
                    <a:pt x="4035" y="12088"/>
                  </a:cubicBezTo>
                  <a:lnTo>
                    <a:pt x="0" y="18936"/>
                  </a:lnTo>
                  <a:lnTo>
                    <a:pt x="695" y="18936"/>
                  </a:lnTo>
                  <a:cubicBezTo>
                    <a:pt x="695" y="18936"/>
                    <a:pt x="835" y="18980"/>
                    <a:pt x="881" y="19024"/>
                  </a:cubicBezTo>
                  <a:cubicBezTo>
                    <a:pt x="1020" y="19024"/>
                    <a:pt x="1159" y="19112"/>
                    <a:pt x="1252" y="19156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" name="Freeform: Shape 2649">
              <a:extLst>
                <a:ext uri="{FF2B5EF4-FFF2-40B4-BE49-F238E27FC236}">
                  <a16:creationId xmlns:a16="http://schemas.microsoft.com/office/drawing/2014/main" id="{A7544585-AE91-1F3B-6E5E-E92FF43BDC0B}"/>
                </a:ext>
              </a:extLst>
            </p:cNvPr>
            <p:cNvSpPr>
              <a:spLocks/>
            </p:cNvSpPr>
            <p:nvPr/>
          </p:nvSpPr>
          <p:spPr>
            <a:xfrm>
              <a:off x="7987068" y="3610712"/>
              <a:ext cx="65053" cy="248346"/>
            </a:xfrm>
            <a:custGeom>
              <a:avLst/>
              <a:gdLst>
                <a:gd name="connsiteX0" fmla="*/ 21508 w 43583"/>
                <a:gd name="connsiteY0" fmla="*/ 161860 h 166381"/>
                <a:gd name="connsiteX1" fmla="*/ 23734 w 43583"/>
                <a:gd name="connsiteY1" fmla="*/ 150972 h 166381"/>
                <a:gd name="connsiteX2" fmla="*/ 33010 w 43583"/>
                <a:gd name="connsiteY2" fmla="*/ 142983 h 166381"/>
                <a:gd name="connsiteX3" fmla="*/ 33288 w 43583"/>
                <a:gd name="connsiteY3" fmla="*/ 142675 h 166381"/>
                <a:gd name="connsiteX4" fmla="*/ 37926 w 43583"/>
                <a:gd name="connsiteY4" fmla="*/ 133895 h 166381"/>
                <a:gd name="connsiteX5" fmla="*/ 37926 w 43583"/>
                <a:gd name="connsiteY5" fmla="*/ 132842 h 166381"/>
                <a:gd name="connsiteX6" fmla="*/ 32824 w 43583"/>
                <a:gd name="connsiteY6" fmla="*/ 124764 h 166381"/>
                <a:gd name="connsiteX7" fmla="*/ 29995 w 43583"/>
                <a:gd name="connsiteY7" fmla="*/ 112560 h 166381"/>
                <a:gd name="connsiteX8" fmla="*/ 29995 w 43583"/>
                <a:gd name="connsiteY8" fmla="*/ 102419 h 166381"/>
                <a:gd name="connsiteX9" fmla="*/ 29439 w 43583"/>
                <a:gd name="connsiteY9" fmla="*/ 101497 h 166381"/>
                <a:gd name="connsiteX10" fmla="*/ 14969 w 43583"/>
                <a:gd name="connsiteY10" fmla="*/ 83366 h 166381"/>
                <a:gd name="connsiteX11" fmla="*/ 19514 w 43583"/>
                <a:gd name="connsiteY11" fmla="*/ 81215 h 166381"/>
                <a:gd name="connsiteX12" fmla="*/ 20163 w 43583"/>
                <a:gd name="connsiteY12" fmla="*/ 80337 h 166381"/>
                <a:gd name="connsiteX13" fmla="*/ 20952 w 43583"/>
                <a:gd name="connsiteY13" fmla="*/ 71206 h 166381"/>
                <a:gd name="connsiteX14" fmla="*/ 25728 w 43583"/>
                <a:gd name="connsiteY14" fmla="*/ 69801 h 166381"/>
                <a:gd name="connsiteX15" fmla="*/ 26517 w 43583"/>
                <a:gd name="connsiteY15" fmla="*/ 68748 h 166381"/>
                <a:gd name="connsiteX16" fmla="*/ 26517 w 43583"/>
                <a:gd name="connsiteY16" fmla="*/ 63831 h 166381"/>
                <a:gd name="connsiteX17" fmla="*/ 25358 w 43583"/>
                <a:gd name="connsiteY17" fmla="*/ 62733 h 166381"/>
                <a:gd name="connsiteX18" fmla="*/ 19421 w 43583"/>
                <a:gd name="connsiteY18" fmla="*/ 62733 h 166381"/>
                <a:gd name="connsiteX19" fmla="*/ 17845 w 43583"/>
                <a:gd name="connsiteY19" fmla="*/ 52153 h 166381"/>
                <a:gd name="connsiteX20" fmla="*/ 17473 w 43583"/>
                <a:gd name="connsiteY20" fmla="*/ 51495 h 166381"/>
                <a:gd name="connsiteX21" fmla="*/ 6250 w 43583"/>
                <a:gd name="connsiteY21" fmla="*/ 41925 h 166381"/>
                <a:gd name="connsiteX22" fmla="*/ 6250 w 43583"/>
                <a:gd name="connsiteY22" fmla="*/ 35296 h 166381"/>
                <a:gd name="connsiteX23" fmla="*/ 5972 w 43583"/>
                <a:gd name="connsiteY23" fmla="*/ 34593 h 166381"/>
                <a:gd name="connsiteX24" fmla="*/ 3097 w 43583"/>
                <a:gd name="connsiteY24" fmla="*/ 31476 h 166381"/>
                <a:gd name="connsiteX25" fmla="*/ 7781 w 43583"/>
                <a:gd name="connsiteY25" fmla="*/ 30072 h 166381"/>
                <a:gd name="connsiteX26" fmla="*/ 8569 w 43583"/>
                <a:gd name="connsiteY26" fmla="*/ 28930 h 166381"/>
                <a:gd name="connsiteX27" fmla="*/ 8013 w 43583"/>
                <a:gd name="connsiteY27" fmla="*/ 22872 h 166381"/>
                <a:gd name="connsiteX28" fmla="*/ 11444 w 43583"/>
                <a:gd name="connsiteY28" fmla="*/ 13390 h 166381"/>
                <a:gd name="connsiteX29" fmla="*/ 25404 w 43583"/>
                <a:gd name="connsiteY29" fmla="*/ 13390 h 166381"/>
                <a:gd name="connsiteX30" fmla="*/ 26517 w 43583"/>
                <a:gd name="connsiteY30" fmla="*/ 12599 h 166381"/>
                <a:gd name="connsiteX31" fmla="*/ 28279 w 43583"/>
                <a:gd name="connsiteY31" fmla="*/ 7068 h 166381"/>
                <a:gd name="connsiteX32" fmla="*/ 33520 w 43583"/>
                <a:gd name="connsiteY32" fmla="*/ 7068 h 166381"/>
                <a:gd name="connsiteX33" fmla="*/ 34494 w 43583"/>
                <a:gd name="connsiteY33" fmla="*/ 6585 h 166381"/>
                <a:gd name="connsiteX34" fmla="*/ 37647 w 43583"/>
                <a:gd name="connsiteY34" fmla="*/ 2151 h 166381"/>
                <a:gd name="connsiteX35" fmla="*/ 42656 w 43583"/>
                <a:gd name="connsiteY35" fmla="*/ 2151 h 166381"/>
                <a:gd name="connsiteX36" fmla="*/ 42332 w 43583"/>
                <a:gd name="connsiteY36" fmla="*/ 1537 h 166381"/>
                <a:gd name="connsiteX37" fmla="*/ 42888 w 43583"/>
                <a:gd name="connsiteY37" fmla="*/ 88 h 166381"/>
                <a:gd name="connsiteX38" fmla="*/ 43584 w 43583"/>
                <a:gd name="connsiteY38" fmla="*/ 88 h 166381"/>
                <a:gd name="connsiteX39" fmla="*/ 43398 w 43583"/>
                <a:gd name="connsiteY39" fmla="*/ 0 h 166381"/>
                <a:gd name="connsiteX40" fmla="*/ 37045 w 43583"/>
                <a:gd name="connsiteY40" fmla="*/ 0 h 166381"/>
                <a:gd name="connsiteX41" fmla="*/ 36071 w 43583"/>
                <a:gd name="connsiteY41" fmla="*/ 483 h 166381"/>
                <a:gd name="connsiteX42" fmla="*/ 32917 w 43583"/>
                <a:gd name="connsiteY42" fmla="*/ 4917 h 166381"/>
                <a:gd name="connsiteX43" fmla="*/ 27445 w 43583"/>
                <a:gd name="connsiteY43" fmla="*/ 4917 h 166381"/>
                <a:gd name="connsiteX44" fmla="*/ 26331 w 43583"/>
                <a:gd name="connsiteY44" fmla="*/ 5707 h 166381"/>
                <a:gd name="connsiteX45" fmla="*/ 24569 w 43583"/>
                <a:gd name="connsiteY45" fmla="*/ 11238 h 166381"/>
                <a:gd name="connsiteX46" fmla="*/ 10656 w 43583"/>
                <a:gd name="connsiteY46" fmla="*/ 11238 h 166381"/>
                <a:gd name="connsiteX47" fmla="*/ 9543 w 43583"/>
                <a:gd name="connsiteY47" fmla="*/ 11985 h 166381"/>
                <a:gd name="connsiteX48" fmla="*/ 5786 w 43583"/>
                <a:gd name="connsiteY48" fmla="*/ 22433 h 166381"/>
                <a:gd name="connsiteX49" fmla="*/ 5740 w 43583"/>
                <a:gd name="connsiteY49" fmla="*/ 22872 h 166381"/>
                <a:gd name="connsiteX50" fmla="*/ 6250 w 43583"/>
                <a:gd name="connsiteY50" fmla="*/ 28316 h 166381"/>
                <a:gd name="connsiteX51" fmla="*/ 778 w 43583"/>
                <a:gd name="connsiteY51" fmla="*/ 29984 h 166381"/>
                <a:gd name="connsiteX52" fmla="*/ 36 w 43583"/>
                <a:gd name="connsiteY52" fmla="*/ 30730 h 166381"/>
                <a:gd name="connsiteX53" fmla="*/ 267 w 43583"/>
                <a:gd name="connsiteY53" fmla="*/ 31740 h 166381"/>
                <a:gd name="connsiteX54" fmla="*/ 4024 w 43583"/>
                <a:gd name="connsiteY54" fmla="*/ 35822 h 166381"/>
                <a:gd name="connsiteX55" fmla="*/ 4024 w 43583"/>
                <a:gd name="connsiteY55" fmla="*/ 42539 h 166381"/>
                <a:gd name="connsiteX56" fmla="*/ 4395 w 43583"/>
                <a:gd name="connsiteY56" fmla="*/ 43373 h 166381"/>
                <a:gd name="connsiteX57" fmla="*/ 15665 w 43583"/>
                <a:gd name="connsiteY57" fmla="*/ 52987 h 166381"/>
                <a:gd name="connsiteX58" fmla="*/ 17334 w 43583"/>
                <a:gd name="connsiteY58" fmla="*/ 64138 h 166381"/>
                <a:gd name="connsiteX59" fmla="*/ 18494 w 43583"/>
                <a:gd name="connsiteY59" fmla="*/ 65060 h 166381"/>
                <a:gd name="connsiteX60" fmla="*/ 24291 w 43583"/>
                <a:gd name="connsiteY60" fmla="*/ 65060 h 166381"/>
                <a:gd name="connsiteX61" fmla="*/ 24291 w 43583"/>
                <a:gd name="connsiteY61" fmla="*/ 68089 h 166381"/>
                <a:gd name="connsiteX62" fmla="*/ 19607 w 43583"/>
                <a:gd name="connsiteY62" fmla="*/ 69494 h 166381"/>
                <a:gd name="connsiteX63" fmla="*/ 18818 w 43583"/>
                <a:gd name="connsiteY63" fmla="*/ 70460 h 166381"/>
                <a:gd name="connsiteX64" fmla="*/ 17984 w 43583"/>
                <a:gd name="connsiteY64" fmla="*/ 79723 h 166381"/>
                <a:gd name="connsiteX65" fmla="*/ 13346 w 43583"/>
                <a:gd name="connsiteY65" fmla="*/ 81918 h 166381"/>
                <a:gd name="connsiteX66" fmla="*/ 12696 w 43583"/>
                <a:gd name="connsiteY66" fmla="*/ 82883 h 166381"/>
                <a:gd name="connsiteX67" fmla="*/ 27769 w 43583"/>
                <a:gd name="connsiteY67" fmla="*/ 103253 h 166381"/>
                <a:gd name="connsiteX68" fmla="*/ 27769 w 43583"/>
                <a:gd name="connsiteY68" fmla="*/ 113043 h 166381"/>
                <a:gd name="connsiteX69" fmla="*/ 30691 w 43583"/>
                <a:gd name="connsiteY69" fmla="*/ 125686 h 166381"/>
                <a:gd name="connsiteX70" fmla="*/ 30830 w 43583"/>
                <a:gd name="connsiteY70" fmla="*/ 126037 h 166381"/>
                <a:gd name="connsiteX71" fmla="*/ 35700 w 43583"/>
                <a:gd name="connsiteY71" fmla="*/ 133764 h 166381"/>
                <a:gd name="connsiteX72" fmla="*/ 31433 w 43583"/>
                <a:gd name="connsiteY72" fmla="*/ 141841 h 166381"/>
                <a:gd name="connsiteX73" fmla="*/ 22018 w 43583"/>
                <a:gd name="connsiteY73" fmla="*/ 149919 h 166381"/>
                <a:gd name="connsiteX74" fmla="*/ 21648 w 43583"/>
                <a:gd name="connsiteY74" fmla="*/ 150534 h 166381"/>
                <a:gd name="connsiteX75" fmla="*/ 19421 w 43583"/>
                <a:gd name="connsiteY75" fmla="*/ 161421 h 166381"/>
                <a:gd name="connsiteX76" fmla="*/ 18215 w 43583"/>
                <a:gd name="connsiteY76" fmla="*/ 162386 h 166381"/>
                <a:gd name="connsiteX77" fmla="*/ 15665 w 43583"/>
                <a:gd name="connsiteY77" fmla="*/ 164450 h 166381"/>
                <a:gd name="connsiteX78" fmla="*/ 15526 w 43583"/>
                <a:gd name="connsiteY78" fmla="*/ 165986 h 166381"/>
                <a:gd name="connsiteX79" fmla="*/ 16407 w 43583"/>
                <a:gd name="connsiteY79" fmla="*/ 166381 h 166381"/>
                <a:gd name="connsiteX80" fmla="*/ 17149 w 43583"/>
                <a:gd name="connsiteY80" fmla="*/ 166118 h 166381"/>
                <a:gd name="connsiteX81" fmla="*/ 18169 w 43583"/>
                <a:gd name="connsiteY81" fmla="*/ 165284 h 166381"/>
                <a:gd name="connsiteX82" fmla="*/ 21230 w 43583"/>
                <a:gd name="connsiteY82" fmla="*/ 162825 h 166381"/>
                <a:gd name="connsiteX83" fmla="*/ 21601 w 43583"/>
                <a:gd name="connsiteY83" fmla="*/ 162211 h 166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43583" h="166381">
                  <a:moveTo>
                    <a:pt x="21508" y="161860"/>
                  </a:moveTo>
                  <a:lnTo>
                    <a:pt x="23734" y="150972"/>
                  </a:lnTo>
                  <a:lnTo>
                    <a:pt x="33010" y="142983"/>
                  </a:lnTo>
                  <a:cubicBezTo>
                    <a:pt x="33010" y="142983"/>
                    <a:pt x="33195" y="142763"/>
                    <a:pt x="33288" y="142675"/>
                  </a:cubicBezTo>
                  <a:lnTo>
                    <a:pt x="37926" y="133895"/>
                  </a:lnTo>
                  <a:cubicBezTo>
                    <a:pt x="38111" y="133544"/>
                    <a:pt x="38111" y="133149"/>
                    <a:pt x="37926" y="132842"/>
                  </a:cubicBezTo>
                  <a:lnTo>
                    <a:pt x="32824" y="124764"/>
                  </a:lnTo>
                  <a:lnTo>
                    <a:pt x="29995" y="112560"/>
                  </a:lnTo>
                  <a:lnTo>
                    <a:pt x="29995" y="102419"/>
                  </a:lnTo>
                  <a:cubicBezTo>
                    <a:pt x="29995" y="102024"/>
                    <a:pt x="29764" y="101673"/>
                    <a:pt x="29439" y="101497"/>
                  </a:cubicBezTo>
                  <a:cubicBezTo>
                    <a:pt x="29300" y="101409"/>
                    <a:pt x="15526" y="93551"/>
                    <a:pt x="14969" y="83366"/>
                  </a:cubicBezTo>
                  <a:lnTo>
                    <a:pt x="19514" y="81215"/>
                  </a:lnTo>
                  <a:cubicBezTo>
                    <a:pt x="19885" y="81040"/>
                    <a:pt x="20117" y="80688"/>
                    <a:pt x="20163" y="80337"/>
                  </a:cubicBezTo>
                  <a:lnTo>
                    <a:pt x="20952" y="71206"/>
                  </a:lnTo>
                  <a:lnTo>
                    <a:pt x="25728" y="69801"/>
                  </a:lnTo>
                  <a:cubicBezTo>
                    <a:pt x="26192" y="69670"/>
                    <a:pt x="26517" y="69231"/>
                    <a:pt x="26517" y="68748"/>
                  </a:cubicBezTo>
                  <a:lnTo>
                    <a:pt x="26517" y="63831"/>
                  </a:lnTo>
                  <a:cubicBezTo>
                    <a:pt x="26517" y="63216"/>
                    <a:pt x="26007" y="62733"/>
                    <a:pt x="25358" y="62733"/>
                  </a:cubicBezTo>
                  <a:lnTo>
                    <a:pt x="19421" y="62733"/>
                  </a:lnTo>
                  <a:lnTo>
                    <a:pt x="17845" y="52153"/>
                  </a:lnTo>
                  <a:cubicBezTo>
                    <a:pt x="17845" y="51890"/>
                    <a:pt x="17659" y="51670"/>
                    <a:pt x="17473" y="51495"/>
                  </a:cubicBezTo>
                  <a:lnTo>
                    <a:pt x="6250" y="41925"/>
                  </a:lnTo>
                  <a:lnTo>
                    <a:pt x="6250" y="35296"/>
                  </a:lnTo>
                  <a:cubicBezTo>
                    <a:pt x="6250" y="35032"/>
                    <a:pt x="6157" y="34769"/>
                    <a:pt x="5972" y="34593"/>
                  </a:cubicBezTo>
                  <a:lnTo>
                    <a:pt x="3097" y="31476"/>
                  </a:lnTo>
                  <a:lnTo>
                    <a:pt x="7781" y="30072"/>
                  </a:lnTo>
                  <a:cubicBezTo>
                    <a:pt x="8291" y="29896"/>
                    <a:pt x="8615" y="29457"/>
                    <a:pt x="8569" y="28930"/>
                  </a:cubicBezTo>
                  <a:lnTo>
                    <a:pt x="8013" y="22872"/>
                  </a:lnTo>
                  <a:lnTo>
                    <a:pt x="11444" y="13390"/>
                  </a:lnTo>
                  <a:lnTo>
                    <a:pt x="25404" y="13390"/>
                  </a:lnTo>
                  <a:cubicBezTo>
                    <a:pt x="25914" y="13390"/>
                    <a:pt x="26378" y="13082"/>
                    <a:pt x="26517" y="12599"/>
                  </a:cubicBezTo>
                  <a:lnTo>
                    <a:pt x="28279" y="7068"/>
                  </a:lnTo>
                  <a:lnTo>
                    <a:pt x="33520" y="7068"/>
                  </a:lnTo>
                  <a:cubicBezTo>
                    <a:pt x="33891" y="7068"/>
                    <a:pt x="34262" y="6892"/>
                    <a:pt x="34494" y="6585"/>
                  </a:cubicBezTo>
                  <a:lnTo>
                    <a:pt x="37647" y="2151"/>
                  </a:lnTo>
                  <a:lnTo>
                    <a:pt x="42656" y="2151"/>
                  </a:lnTo>
                  <a:lnTo>
                    <a:pt x="42332" y="1537"/>
                  </a:lnTo>
                  <a:cubicBezTo>
                    <a:pt x="42053" y="1010"/>
                    <a:pt x="42332" y="351"/>
                    <a:pt x="42888" y="88"/>
                  </a:cubicBezTo>
                  <a:cubicBezTo>
                    <a:pt x="43120" y="0"/>
                    <a:pt x="43352" y="44"/>
                    <a:pt x="43584" y="88"/>
                  </a:cubicBezTo>
                  <a:cubicBezTo>
                    <a:pt x="43491" y="88"/>
                    <a:pt x="43445" y="0"/>
                    <a:pt x="43398" y="0"/>
                  </a:cubicBezTo>
                  <a:lnTo>
                    <a:pt x="37045" y="0"/>
                  </a:lnTo>
                  <a:cubicBezTo>
                    <a:pt x="36674" y="0"/>
                    <a:pt x="36303" y="176"/>
                    <a:pt x="36071" y="483"/>
                  </a:cubicBezTo>
                  <a:lnTo>
                    <a:pt x="32917" y="4917"/>
                  </a:lnTo>
                  <a:lnTo>
                    <a:pt x="27445" y="4917"/>
                  </a:lnTo>
                  <a:cubicBezTo>
                    <a:pt x="26934" y="4917"/>
                    <a:pt x="26471" y="5224"/>
                    <a:pt x="26331" y="5707"/>
                  </a:cubicBezTo>
                  <a:lnTo>
                    <a:pt x="24569" y="11238"/>
                  </a:lnTo>
                  <a:lnTo>
                    <a:pt x="10656" y="11238"/>
                  </a:lnTo>
                  <a:cubicBezTo>
                    <a:pt x="10146" y="11238"/>
                    <a:pt x="9729" y="11546"/>
                    <a:pt x="9543" y="11985"/>
                  </a:cubicBezTo>
                  <a:lnTo>
                    <a:pt x="5786" y="22433"/>
                  </a:lnTo>
                  <a:cubicBezTo>
                    <a:pt x="5786" y="22433"/>
                    <a:pt x="5694" y="22740"/>
                    <a:pt x="5740" y="22872"/>
                  </a:cubicBezTo>
                  <a:lnTo>
                    <a:pt x="6250" y="28316"/>
                  </a:lnTo>
                  <a:lnTo>
                    <a:pt x="778" y="29984"/>
                  </a:lnTo>
                  <a:cubicBezTo>
                    <a:pt x="407" y="30116"/>
                    <a:pt x="128" y="30379"/>
                    <a:pt x="36" y="30730"/>
                  </a:cubicBezTo>
                  <a:cubicBezTo>
                    <a:pt x="-57" y="31081"/>
                    <a:pt x="36" y="31476"/>
                    <a:pt x="267" y="31740"/>
                  </a:cubicBezTo>
                  <a:lnTo>
                    <a:pt x="4024" y="35822"/>
                  </a:lnTo>
                  <a:lnTo>
                    <a:pt x="4024" y="42539"/>
                  </a:lnTo>
                  <a:cubicBezTo>
                    <a:pt x="4024" y="42847"/>
                    <a:pt x="4163" y="43154"/>
                    <a:pt x="4395" y="43373"/>
                  </a:cubicBezTo>
                  <a:lnTo>
                    <a:pt x="15665" y="52987"/>
                  </a:lnTo>
                  <a:lnTo>
                    <a:pt x="17334" y="64138"/>
                  </a:lnTo>
                  <a:cubicBezTo>
                    <a:pt x="17427" y="64665"/>
                    <a:pt x="17891" y="65060"/>
                    <a:pt x="18494" y="65060"/>
                  </a:cubicBezTo>
                  <a:lnTo>
                    <a:pt x="24291" y="65060"/>
                  </a:lnTo>
                  <a:lnTo>
                    <a:pt x="24291" y="68089"/>
                  </a:lnTo>
                  <a:lnTo>
                    <a:pt x="19607" y="69494"/>
                  </a:lnTo>
                  <a:cubicBezTo>
                    <a:pt x="19143" y="69626"/>
                    <a:pt x="18865" y="70021"/>
                    <a:pt x="18818" y="70460"/>
                  </a:cubicBezTo>
                  <a:lnTo>
                    <a:pt x="17984" y="79723"/>
                  </a:lnTo>
                  <a:lnTo>
                    <a:pt x="13346" y="81918"/>
                  </a:lnTo>
                  <a:cubicBezTo>
                    <a:pt x="12975" y="82093"/>
                    <a:pt x="12696" y="82488"/>
                    <a:pt x="12696" y="82883"/>
                  </a:cubicBezTo>
                  <a:cubicBezTo>
                    <a:pt x="12696" y="93463"/>
                    <a:pt x="24940" y="101541"/>
                    <a:pt x="27769" y="103253"/>
                  </a:cubicBezTo>
                  <a:lnTo>
                    <a:pt x="27769" y="113043"/>
                  </a:lnTo>
                  <a:cubicBezTo>
                    <a:pt x="27769" y="113043"/>
                    <a:pt x="30691" y="125686"/>
                    <a:pt x="30691" y="125686"/>
                  </a:cubicBezTo>
                  <a:cubicBezTo>
                    <a:pt x="30691" y="125818"/>
                    <a:pt x="30784" y="125905"/>
                    <a:pt x="30830" y="126037"/>
                  </a:cubicBezTo>
                  <a:lnTo>
                    <a:pt x="35700" y="133764"/>
                  </a:lnTo>
                  <a:lnTo>
                    <a:pt x="31433" y="141841"/>
                  </a:lnTo>
                  <a:lnTo>
                    <a:pt x="22018" y="149919"/>
                  </a:lnTo>
                  <a:cubicBezTo>
                    <a:pt x="22018" y="149919"/>
                    <a:pt x="21694" y="150270"/>
                    <a:pt x="21648" y="150534"/>
                  </a:cubicBezTo>
                  <a:lnTo>
                    <a:pt x="19421" y="161421"/>
                  </a:lnTo>
                  <a:lnTo>
                    <a:pt x="18215" y="162386"/>
                  </a:lnTo>
                  <a:lnTo>
                    <a:pt x="15665" y="164450"/>
                  </a:lnTo>
                  <a:cubicBezTo>
                    <a:pt x="15201" y="164845"/>
                    <a:pt x="15108" y="165547"/>
                    <a:pt x="15526" y="165986"/>
                  </a:cubicBezTo>
                  <a:cubicBezTo>
                    <a:pt x="15758" y="166250"/>
                    <a:pt x="16082" y="166381"/>
                    <a:pt x="16407" y="166381"/>
                  </a:cubicBezTo>
                  <a:cubicBezTo>
                    <a:pt x="16685" y="166381"/>
                    <a:pt x="16963" y="166294"/>
                    <a:pt x="17149" y="166118"/>
                  </a:cubicBezTo>
                  <a:lnTo>
                    <a:pt x="18169" y="165284"/>
                  </a:lnTo>
                  <a:lnTo>
                    <a:pt x="21230" y="162825"/>
                  </a:lnTo>
                  <a:cubicBezTo>
                    <a:pt x="21230" y="162825"/>
                    <a:pt x="21555" y="162430"/>
                    <a:pt x="21601" y="16221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" name="Freeform: Shape 2650">
              <a:extLst>
                <a:ext uri="{FF2B5EF4-FFF2-40B4-BE49-F238E27FC236}">
                  <a16:creationId xmlns:a16="http://schemas.microsoft.com/office/drawing/2014/main" id="{F4DC661A-79C1-6069-C597-59C9AFA2293B}"/>
                </a:ext>
              </a:extLst>
            </p:cNvPr>
            <p:cNvSpPr>
              <a:spLocks/>
            </p:cNvSpPr>
            <p:nvPr/>
          </p:nvSpPr>
          <p:spPr>
            <a:xfrm>
              <a:off x="8052469" y="3610712"/>
              <a:ext cx="484" cy="393"/>
            </a:xfrm>
            <a:custGeom>
              <a:avLst/>
              <a:gdLst>
                <a:gd name="connsiteX0" fmla="*/ 0 w 324"/>
                <a:gd name="connsiteY0" fmla="*/ 0 h 263"/>
                <a:gd name="connsiteX1" fmla="*/ 325 w 324"/>
                <a:gd name="connsiteY1" fmla="*/ 263 h 263"/>
                <a:gd name="connsiteX2" fmla="*/ 0 w 324"/>
                <a:gd name="connsiteY2" fmla="*/ 0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" h="263">
                  <a:moveTo>
                    <a:pt x="0" y="0"/>
                  </a:moveTo>
                  <a:cubicBezTo>
                    <a:pt x="0" y="0"/>
                    <a:pt x="232" y="176"/>
                    <a:pt x="325" y="263"/>
                  </a:cubicBezTo>
                  <a:cubicBezTo>
                    <a:pt x="232" y="132"/>
                    <a:pt x="139" y="88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" name="Freeform: Shape 2651">
              <a:extLst>
                <a:ext uri="{FF2B5EF4-FFF2-40B4-BE49-F238E27FC236}">
                  <a16:creationId xmlns:a16="http://schemas.microsoft.com/office/drawing/2014/main" id="{D6B3A179-F4EF-5C4F-DF8A-0C4866DDC654}"/>
                </a:ext>
              </a:extLst>
            </p:cNvPr>
            <p:cNvSpPr>
              <a:spLocks/>
            </p:cNvSpPr>
            <p:nvPr/>
          </p:nvSpPr>
          <p:spPr>
            <a:xfrm>
              <a:off x="8149833" y="3747925"/>
              <a:ext cx="79297" cy="101106"/>
            </a:xfrm>
            <a:custGeom>
              <a:avLst/>
              <a:gdLst>
                <a:gd name="connsiteX0" fmla="*/ 11989 w 53125"/>
                <a:gd name="connsiteY0" fmla="*/ 61987 h 67737"/>
                <a:gd name="connsiteX1" fmla="*/ 12592 w 53125"/>
                <a:gd name="connsiteY1" fmla="*/ 61504 h 67737"/>
                <a:gd name="connsiteX2" fmla="*/ 15003 w 53125"/>
                <a:gd name="connsiteY2" fmla="*/ 57377 h 67737"/>
                <a:gd name="connsiteX3" fmla="*/ 17554 w 53125"/>
                <a:gd name="connsiteY3" fmla="*/ 58168 h 67737"/>
                <a:gd name="connsiteX4" fmla="*/ 18296 w 53125"/>
                <a:gd name="connsiteY4" fmla="*/ 58168 h 67737"/>
                <a:gd name="connsiteX5" fmla="*/ 23861 w 53125"/>
                <a:gd name="connsiteY5" fmla="*/ 56499 h 67737"/>
                <a:gd name="connsiteX6" fmla="*/ 25716 w 53125"/>
                <a:gd name="connsiteY6" fmla="*/ 59090 h 67737"/>
                <a:gd name="connsiteX7" fmla="*/ 26690 w 53125"/>
                <a:gd name="connsiteY7" fmla="*/ 59572 h 67737"/>
                <a:gd name="connsiteX8" fmla="*/ 31328 w 53125"/>
                <a:gd name="connsiteY8" fmla="*/ 59572 h 67737"/>
                <a:gd name="connsiteX9" fmla="*/ 32487 w 53125"/>
                <a:gd name="connsiteY9" fmla="*/ 58650 h 67737"/>
                <a:gd name="connsiteX10" fmla="*/ 33044 w 53125"/>
                <a:gd name="connsiteY10" fmla="*/ 54787 h 67737"/>
                <a:gd name="connsiteX11" fmla="*/ 32626 w 53125"/>
                <a:gd name="connsiteY11" fmla="*/ 53778 h 67737"/>
                <a:gd name="connsiteX12" fmla="*/ 26644 w 53125"/>
                <a:gd name="connsiteY12" fmla="*/ 49124 h 67737"/>
                <a:gd name="connsiteX13" fmla="*/ 26458 w 53125"/>
                <a:gd name="connsiteY13" fmla="*/ 46841 h 67737"/>
                <a:gd name="connsiteX14" fmla="*/ 28313 w 53125"/>
                <a:gd name="connsiteY14" fmla="*/ 45305 h 67737"/>
                <a:gd name="connsiteX15" fmla="*/ 34528 w 53125"/>
                <a:gd name="connsiteY15" fmla="*/ 45305 h 67737"/>
                <a:gd name="connsiteX16" fmla="*/ 35363 w 53125"/>
                <a:gd name="connsiteY16" fmla="*/ 44954 h 67737"/>
                <a:gd name="connsiteX17" fmla="*/ 35687 w 53125"/>
                <a:gd name="connsiteY17" fmla="*/ 44120 h 67737"/>
                <a:gd name="connsiteX18" fmla="*/ 35502 w 53125"/>
                <a:gd name="connsiteY18" fmla="*/ 41749 h 67737"/>
                <a:gd name="connsiteX19" fmla="*/ 41206 w 53125"/>
                <a:gd name="connsiteY19" fmla="*/ 41749 h 67737"/>
                <a:gd name="connsiteX20" fmla="*/ 42134 w 53125"/>
                <a:gd name="connsiteY20" fmla="*/ 41310 h 67737"/>
                <a:gd name="connsiteX21" fmla="*/ 45844 w 53125"/>
                <a:gd name="connsiteY21" fmla="*/ 36788 h 67737"/>
                <a:gd name="connsiteX22" fmla="*/ 51966 w 53125"/>
                <a:gd name="connsiteY22" fmla="*/ 36788 h 67737"/>
                <a:gd name="connsiteX23" fmla="*/ 53125 w 53125"/>
                <a:gd name="connsiteY23" fmla="*/ 35691 h 67737"/>
                <a:gd name="connsiteX24" fmla="*/ 53125 w 53125"/>
                <a:gd name="connsiteY24" fmla="*/ 15936 h 67737"/>
                <a:gd name="connsiteX25" fmla="*/ 52893 w 53125"/>
                <a:gd name="connsiteY25" fmla="*/ 15277 h 67737"/>
                <a:gd name="connsiteX26" fmla="*/ 49229 w 53125"/>
                <a:gd name="connsiteY26" fmla="*/ 10536 h 67737"/>
                <a:gd name="connsiteX27" fmla="*/ 53032 w 53125"/>
                <a:gd name="connsiteY27" fmla="*/ 1493 h 67737"/>
                <a:gd name="connsiteX28" fmla="*/ 52893 w 53125"/>
                <a:gd name="connsiteY28" fmla="*/ 483 h 67737"/>
                <a:gd name="connsiteX29" fmla="*/ 51919 w 53125"/>
                <a:gd name="connsiteY29" fmla="*/ 0 h 67737"/>
                <a:gd name="connsiteX30" fmla="*/ 48488 w 53125"/>
                <a:gd name="connsiteY30" fmla="*/ 0 h 67737"/>
                <a:gd name="connsiteX31" fmla="*/ 48812 w 53125"/>
                <a:gd name="connsiteY31" fmla="*/ 527 h 67737"/>
                <a:gd name="connsiteX32" fmla="*/ 48858 w 53125"/>
                <a:gd name="connsiteY32" fmla="*/ 878 h 67737"/>
                <a:gd name="connsiteX33" fmla="*/ 48951 w 53125"/>
                <a:gd name="connsiteY33" fmla="*/ 1273 h 67737"/>
                <a:gd name="connsiteX34" fmla="*/ 48766 w 53125"/>
                <a:gd name="connsiteY34" fmla="*/ 1624 h 67737"/>
                <a:gd name="connsiteX35" fmla="*/ 48580 w 53125"/>
                <a:gd name="connsiteY35" fmla="*/ 1932 h 67737"/>
                <a:gd name="connsiteX36" fmla="*/ 48256 w 53125"/>
                <a:gd name="connsiteY36" fmla="*/ 2195 h 67737"/>
                <a:gd name="connsiteX37" fmla="*/ 50204 w 53125"/>
                <a:gd name="connsiteY37" fmla="*/ 2195 h 67737"/>
                <a:gd name="connsiteX38" fmla="*/ 46772 w 53125"/>
                <a:gd name="connsiteY38" fmla="*/ 10273 h 67737"/>
                <a:gd name="connsiteX39" fmla="*/ 46911 w 53125"/>
                <a:gd name="connsiteY39" fmla="*/ 11326 h 67737"/>
                <a:gd name="connsiteX40" fmla="*/ 50760 w 53125"/>
                <a:gd name="connsiteY40" fmla="*/ 16243 h 67737"/>
                <a:gd name="connsiteX41" fmla="*/ 50760 w 53125"/>
                <a:gd name="connsiteY41" fmla="*/ 34549 h 67737"/>
                <a:gd name="connsiteX42" fmla="*/ 45241 w 53125"/>
                <a:gd name="connsiteY42" fmla="*/ 34549 h 67737"/>
                <a:gd name="connsiteX43" fmla="*/ 44314 w 53125"/>
                <a:gd name="connsiteY43" fmla="*/ 34988 h 67737"/>
                <a:gd name="connsiteX44" fmla="*/ 40603 w 53125"/>
                <a:gd name="connsiteY44" fmla="*/ 39510 h 67737"/>
                <a:gd name="connsiteX45" fmla="*/ 34203 w 53125"/>
                <a:gd name="connsiteY45" fmla="*/ 39510 h 67737"/>
                <a:gd name="connsiteX46" fmla="*/ 33369 w 53125"/>
                <a:gd name="connsiteY46" fmla="*/ 39861 h 67737"/>
                <a:gd name="connsiteX47" fmla="*/ 33044 w 53125"/>
                <a:gd name="connsiteY47" fmla="*/ 40695 h 67737"/>
                <a:gd name="connsiteX48" fmla="*/ 33229 w 53125"/>
                <a:gd name="connsiteY48" fmla="*/ 43066 h 67737"/>
                <a:gd name="connsiteX49" fmla="*/ 27803 w 53125"/>
                <a:gd name="connsiteY49" fmla="*/ 43066 h 67737"/>
                <a:gd name="connsiteX50" fmla="*/ 27015 w 53125"/>
                <a:gd name="connsiteY50" fmla="*/ 43329 h 67737"/>
                <a:gd name="connsiteX51" fmla="*/ 24418 w 53125"/>
                <a:gd name="connsiteY51" fmla="*/ 45524 h 67737"/>
                <a:gd name="connsiteX52" fmla="*/ 24047 w 53125"/>
                <a:gd name="connsiteY52" fmla="*/ 46446 h 67737"/>
                <a:gd name="connsiteX53" fmla="*/ 24325 w 53125"/>
                <a:gd name="connsiteY53" fmla="*/ 49739 h 67737"/>
                <a:gd name="connsiteX54" fmla="*/ 24742 w 53125"/>
                <a:gd name="connsiteY54" fmla="*/ 50485 h 67737"/>
                <a:gd name="connsiteX55" fmla="*/ 30632 w 53125"/>
                <a:gd name="connsiteY55" fmla="*/ 55051 h 67737"/>
                <a:gd name="connsiteX56" fmla="*/ 30307 w 53125"/>
                <a:gd name="connsiteY56" fmla="*/ 57333 h 67737"/>
                <a:gd name="connsiteX57" fmla="*/ 27293 w 53125"/>
                <a:gd name="connsiteY57" fmla="*/ 57333 h 67737"/>
                <a:gd name="connsiteX58" fmla="*/ 25299 w 53125"/>
                <a:gd name="connsiteY58" fmla="*/ 54524 h 67737"/>
                <a:gd name="connsiteX59" fmla="*/ 24000 w 53125"/>
                <a:gd name="connsiteY59" fmla="*/ 54085 h 67737"/>
                <a:gd name="connsiteX60" fmla="*/ 17971 w 53125"/>
                <a:gd name="connsiteY60" fmla="*/ 55885 h 67737"/>
                <a:gd name="connsiteX61" fmla="*/ 14864 w 53125"/>
                <a:gd name="connsiteY61" fmla="*/ 54919 h 67737"/>
                <a:gd name="connsiteX62" fmla="*/ 13473 w 53125"/>
                <a:gd name="connsiteY62" fmla="*/ 55446 h 67737"/>
                <a:gd name="connsiteX63" fmla="*/ 10783 w 53125"/>
                <a:gd name="connsiteY63" fmla="*/ 60011 h 67737"/>
                <a:gd name="connsiteX64" fmla="*/ 4243 w 53125"/>
                <a:gd name="connsiteY64" fmla="*/ 62338 h 67737"/>
                <a:gd name="connsiteX65" fmla="*/ 3826 w 53125"/>
                <a:gd name="connsiteY65" fmla="*/ 62602 h 67737"/>
                <a:gd name="connsiteX66" fmla="*/ 2157 w 53125"/>
                <a:gd name="connsiteY66" fmla="*/ 64182 h 67737"/>
                <a:gd name="connsiteX67" fmla="*/ 348 w 53125"/>
                <a:gd name="connsiteY67" fmla="*/ 65894 h 67737"/>
                <a:gd name="connsiteX68" fmla="*/ 348 w 53125"/>
                <a:gd name="connsiteY68" fmla="*/ 67430 h 67737"/>
                <a:gd name="connsiteX69" fmla="*/ 1183 w 53125"/>
                <a:gd name="connsiteY69" fmla="*/ 67738 h 67737"/>
                <a:gd name="connsiteX70" fmla="*/ 2017 w 53125"/>
                <a:gd name="connsiteY70" fmla="*/ 67430 h 67737"/>
                <a:gd name="connsiteX71" fmla="*/ 3455 w 53125"/>
                <a:gd name="connsiteY71" fmla="*/ 66070 h 67737"/>
                <a:gd name="connsiteX72" fmla="*/ 5357 w 53125"/>
                <a:gd name="connsiteY72" fmla="*/ 64270 h 67737"/>
                <a:gd name="connsiteX73" fmla="*/ 12081 w 53125"/>
                <a:gd name="connsiteY73" fmla="*/ 61899 h 67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3125" h="67737">
                  <a:moveTo>
                    <a:pt x="11989" y="61987"/>
                  </a:moveTo>
                  <a:cubicBezTo>
                    <a:pt x="12267" y="61899"/>
                    <a:pt x="12452" y="61723"/>
                    <a:pt x="12592" y="61504"/>
                  </a:cubicBezTo>
                  <a:lnTo>
                    <a:pt x="15003" y="57377"/>
                  </a:lnTo>
                  <a:lnTo>
                    <a:pt x="17554" y="58168"/>
                  </a:lnTo>
                  <a:cubicBezTo>
                    <a:pt x="17554" y="58168"/>
                    <a:pt x="18018" y="58255"/>
                    <a:pt x="18296" y="58168"/>
                  </a:cubicBezTo>
                  <a:lnTo>
                    <a:pt x="23861" y="56499"/>
                  </a:lnTo>
                  <a:lnTo>
                    <a:pt x="25716" y="59090"/>
                  </a:lnTo>
                  <a:cubicBezTo>
                    <a:pt x="25948" y="59397"/>
                    <a:pt x="26273" y="59572"/>
                    <a:pt x="26690" y="59572"/>
                  </a:cubicBezTo>
                  <a:lnTo>
                    <a:pt x="31328" y="59572"/>
                  </a:lnTo>
                  <a:cubicBezTo>
                    <a:pt x="31884" y="59572"/>
                    <a:pt x="32395" y="59177"/>
                    <a:pt x="32487" y="58650"/>
                  </a:cubicBezTo>
                  <a:lnTo>
                    <a:pt x="33044" y="54787"/>
                  </a:lnTo>
                  <a:cubicBezTo>
                    <a:pt x="33090" y="54392"/>
                    <a:pt x="32951" y="54041"/>
                    <a:pt x="32626" y="53778"/>
                  </a:cubicBezTo>
                  <a:lnTo>
                    <a:pt x="26644" y="49124"/>
                  </a:lnTo>
                  <a:lnTo>
                    <a:pt x="26458" y="46841"/>
                  </a:lnTo>
                  <a:lnTo>
                    <a:pt x="28313" y="45305"/>
                  </a:lnTo>
                  <a:lnTo>
                    <a:pt x="34528" y="45305"/>
                  </a:lnTo>
                  <a:cubicBezTo>
                    <a:pt x="34853" y="45305"/>
                    <a:pt x="35177" y="45173"/>
                    <a:pt x="35363" y="44954"/>
                  </a:cubicBezTo>
                  <a:cubicBezTo>
                    <a:pt x="35595" y="44734"/>
                    <a:pt x="35687" y="44427"/>
                    <a:pt x="35687" y="44120"/>
                  </a:cubicBezTo>
                  <a:lnTo>
                    <a:pt x="35502" y="41749"/>
                  </a:lnTo>
                  <a:lnTo>
                    <a:pt x="41206" y="41749"/>
                  </a:lnTo>
                  <a:cubicBezTo>
                    <a:pt x="41577" y="41749"/>
                    <a:pt x="41902" y="41574"/>
                    <a:pt x="42134" y="41310"/>
                  </a:cubicBezTo>
                  <a:lnTo>
                    <a:pt x="45844" y="36788"/>
                  </a:lnTo>
                  <a:lnTo>
                    <a:pt x="51966" y="36788"/>
                  </a:lnTo>
                  <a:cubicBezTo>
                    <a:pt x="52615" y="36788"/>
                    <a:pt x="53125" y="36305"/>
                    <a:pt x="53125" y="35691"/>
                  </a:cubicBezTo>
                  <a:lnTo>
                    <a:pt x="53125" y="15936"/>
                  </a:lnTo>
                  <a:cubicBezTo>
                    <a:pt x="53125" y="15716"/>
                    <a:pt x="53032" y="15453"/>
                    <a:pt x="52893" y="15277"/>
                  </a:cubicBezTo>
                  <a:lnTo>
                    <a:pt x="49229" y="10536"/>
                  </a:lnTo>
                  <a:lnTo>
                    <a:pt x="53032" y="1493"/>
                  </a:lnTo>
                  <a:cubicBezTo>
                    <a:pt x="53172" y="1141"/>
                    <a:pt x="53125" y="790"/>
                    <a:pt x="52893" y="483"/>
                  </a:cubicBezTo>
                  <a:cubicBezTo>
                    <a:pt x="52661" y="176"/>
                    <a:pt x="52337" y="0"/>
                    <a:pt x="51919" y="0"/>
                  </a:cubicBezTo>
                  <a:lnTo>
                    <a:pt x="48488" y="0"/>
                  </a:lnTo>
                  <a:lnTo>
                    <a:pt x="48812" y="527"/>
                  </a:lnTo>
                  <a:cubicBezTo>
                    <a:pt x="48812" y="527"/>
                    <a:pt x="48812" y="746"/>
                    <a:pt x="48858" y="878"/>
                  </a:cubicBezTo>
                  <a:cubicBezTo>
                    <a:pt x="48858" y="1010"/>
                    <a:pt x="48951" y="1141"/>
                    <a:pt x="48951" y="1273"/>
                  </a:cubicBezTo>
                  <a:cubicBezTo>
                    <a:pt x="48951" y="1405"/>
                    <a:pt x="48812" y="1493"/>
                    <a:pt x="48766" y="1624"/>
                  </a:cubicBezTo>
                  <a:cubicBezTo>
                    <a:pt x="48719" y="1712"/>
                    <a:pt x="48673" y="1844"/>
                    <a:pt x="48580" y="1932"/>
                  </a:cubicBezTo>
                  <a:lnTo>
                    <a:pt x="48256" y="2195"/>
                  </a:lnTo>
                  <a:lnTo>
                    <a:pt x="50204" y="2195"/>
                  </a:lnTo>
                  <a:lnTo>
                    <a:pt x="46772" y="10273"/>
                  </a:lnTo>
                  <a:cubicBezTo>
                    <a:pt x="46632" y="10624"/>
                    <a:pt x="46679" y="11019"/>
                    <a:pt x="46911" y="11326"/>
                  </a:cubicBezTo>
                  <a:lnTo>
                    <a:pt x="50760" y="16243"/>
                  </a:lnTo>
                  <a:lnTo>
                    <a:pt x="50760" y="34549"/>
                  </a:lnTo>
                  <a:lnTo>
                    <a:pt x="45241" y="34549"/>
                  </a:lnTo>
                  <a:cubicBezTo>
                    <a:pt x="44870" y="34549"/>
                    <a:pt x="44545" y="34725"/>
                    <a:pt x="44314" y="34988"/>
                  </a:cubicBezTo>
                  <a:lnTo>
                    <a:pt x="40603" y="39510"/>
                  </a:lnTo>
                  <a:lnTo>
                    <a:pt x="34203" y="39510"/>
                  </a:lnTo>
                  <a:cubicBezTo>
                    <a:pt x="33879" y="39510"/>
                    <a:pt x="33554" y="39642"/>
                    <a:pt x="33369" y="39861"/>
                  </a:cubicBezTo>
                  <a:cubicBezTo>
                    <a:pt x="33137" y="40081"/>
                    <a:pt x="33044" y="40388"/>
                    <a:pt x="33044" y="40695"/>
                  </a:cubicBezTo>
                  <a:lnTo>
                    <a:pt x="33229" y="43066"/>
                  </a:lnTo>
                  <a:lnTo>
                    <a:pt x="27803" y="43066"/>
                  </a:lnTo>
                  <a:cubicBezTo>
                    <a:pt x="27525" y="43066"/>
                    <a:pt x="27247" y="43154"/>
                    <a:pt x="27015" y="43329"/>
                  </a:cubicBezTo>
                  <a:lnTo>
                    <a:pt x="24418" y="45524"/>
                  </a:lnTo>
                  <a:cubicBezTo>
                    <a:pt x="24140" y="45744"/>
                    <a:pt x="24000" y="46095"/>
                    <a:pt x="24047" y="46446"/>
                  </a:cubicBezTo>
                  <a:lnTo>
                    <a:pt x="24325" y="49739"/>
                  </a:lnTo>
                  <a:cubicBezTo>
                    <a:pt x="24325" y="50046"/>
                    <a:pt x="24510" y="50310"/>
                    <a:pt x="24742" y="50485"/>
                  </a:cubicBezTo>
                  <a:lnTo>
                    <a:pt x="30632" y="55051"/>
                  </a:lnTo>
                  <a:lnTo>
                    <a:pt x="30307" y="57333"/>
                  </a:lnTo>
                  <a:lnTo>
                    <a:pt x="27293" y="57333"/>
                  </a:lnTo>
                  <a:lnTo>
                    <a:pt x="25299" y="54524"/>
                  </a:lnTo>
                  <a:cubicBezTo>
                    <a:pt x="25021" y="54129"/>
                    <a:pt x="24464" y="53953"/>
                    <a:pt x="24000" y="54085"/>
                  </a:cubicBezTo>
                  <a:lnTo>
                    <a:pt x="17971" y="55885"/>
                  </a:lnTo>
                  <a:lnTo>
                    <a:pt x="14864" y="54919"/>
                  </a:lnTo>
                  <a:cubicBezTo>
                    <a:pt x="14308" y="54744"/>
                    <a:pt x="13751" y="54963"/>
                    <a:pt x="13473" y="55446"/>
                  </a:cubicBezTo>
                  <a:lnTo>
                    <a:pt x="10783" y="60011"/>
                  </a:lnTo>
                  <a:lnTo>
                    <a:pt x="4243" y="62338"/>
                  </a:lnTo>
                  <a:cubicBezTo>
                    <a:pt x="4243" y="62338"/>
                    <a:pt x="3965" y="62470"/>
                    <a:pt x="3826" y="62602"/>
                  </a:cubicBezTo>
                  <a:lnTo>
                    <a:pt x="2157" y="64182"/>
                  </a:lnTo>
                  <a:lnTo>
                    <a:pt x="348" y="65894"/>
                  </a:lnTo>
                  <a:cubicBezTo>
                    <a:pt x="-116" y="66333"/>
                    <a:pt x="-116" y="67036"/>
                    <a:pt x="348" y="67430"/>
                  </a:cubicBezTo>
                  <a:cubicBezTo>
                    <a:pt x="580" y="67650"/>
                    <a:pt x="858" y="67738"/>
                    <a:pt x="1183" y="67738"/>
                  </a:cubicBezTo>
                  <a:cubicBezTo>
                    <a:pt x="1507" y="67738"/>
                    <a:pt x="1786" y="67650"/>
                    <a:pt x="2017" y="67430"/>
                  </a:cubicBezTo>
                  <a:lnTo>
                    <a:pt x="3455" y="66070"/>
                  </a:lnTo>
                  <a:lnTo>
                    <a:pt x="5357" y="64270"/>
                  </a:lnTo>
                  <a:lnTo>
                    <a:pt x="12081" y="61899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" name="Freeform: Shape 2652">
              <a:extLst>
                <a:ext uri="{FF2B5EF4-FFF2-40B4-BE49-F238E27FC236}">
                  <a16:creationId xmlns:a16="http://schemas.microsoft.com/office/drawing/2014/main" id="{DA50B556-A6FA-EC84-8578-F1033F787FE9}"/>
                </a:ext>
              </a:extLst>
            </p:cNvPr>
            <p:cNvSpPr>
              <a:spLocks/>
            </p:cNvSpPr>
            <p:nvPr/>
          </p:nvSpPr>
          <p:spPr>
            <a:xfrm>
              <a:off x="8099204" y="3562849"/>
              <a:ext cx="129621" cy="186452"/>
            </a:xfrm>
            <a:custGeom>
              <a:avLst/>
              <a:gdLst>
                <a:gd name="connsiteX0" fmla="*/ 457 w 86840"/>
                <a:gd name="connsiteY0" fmla="*/ 239 h 124915"/>
                <a:gd name="connsiteX1" fmla="*/ 226 w 86840"/>
                <a:gd name="connsiteY1" fmla="*/ 1775 h 124915"/>
                <a:gd name="connsiteX2" fmla="*/ 457 w 86840"/>
                <a:gd name="connsiteY2" fmla="*/ 2039 h 124915"/>
                <a:gd name="connsiteX3" fmla="*/ 8342 w 86840"/>
                <a:gd name="connsiteY3" fmla="*/ 11916 h 124915"/>
                <a:gd name="connsiteX4" fmla="*/ 9269 w 86840"/>
                <a:gd name="connsiteY4" fmla="*/ 12355 h 124915"/>
                <a:gd name="connsiteX5" fmla="*/ 13675 w 86840"/>
                <a:gd name="connsiteY5" fmla="*/ 12355 h 124915"/>
                <a:gd name="connsiteX6" fmla="*/ 9826 w 86840"/>
                <a:gd name="connsiteY6" fmla="*/ 18940 h 124915"/>
                <a:gd name="connsiteX7" fmla="*/ 10104 w 86840"/>
                <a:gd name="connsiteY7" fmla="*/ 20345 h 124915"/>
                <a:gd name="connsiteX8" fmla="*/ 24156 w 86840"/>
                <a:gd name="connsiteY8" fmla="*/ 30793 h 124915"/>
                <a:gd name="connsiteX9" fmla="*/ 25733 w 86840"/>
                <a:gd name="connsiteY9" fmla="*/ 30662 h 124915"/>
                <a:gd name="connsiteX10" fmla="*/ 31252 w 86840"/>
                <a:gd name="connsiteY10" fmla="*/ 24954 h 124915"/>
                <a:gd name="connsiteX11" fmla="*/ 38162 w 86840"/>
                <a:gd name="connsiteY11" fmla="*/ 28028 h 124915"/>
                <a:gd name="connsiteX12" fmla="*/ 36864 w 86840"/>
                <a:gd name="connsiteY12" fmla="*/ 29125 h 124915"/>
                <a:gd name="connsiteX13" fmla="*/ 36724 w 86840"/>
                <a:gd name="connsiteY13" fmla="*/ 30618 h 124915"/>
                <a:gd name="connsiteX14" fmla="*/ 42986 w 86840"/>
                <a:gd name="connsiteY14" fmla="*/ 37817 h 124915"/>
                <a:gd name="connsiteX15" fmla="*/ 40110 w 86840"/>
                <a:gd name="connsiteY15" fmla="*/ 45763 h 124915"/>
                <a:gd name="connsiteX16" fmla="*/ 29351 w 86840"/>
                <a:gd name="connsiteY16" fmla="*/ 42032 h 124915"/>
                <a:gd name="connsiteX17" fmla="*/ 28052 w 86840"/>
                <a:gd name="connsiteY17" fmla="*/ 42383 h 124915"/>
                <a:gd name="connsiteX18" fmla="*/ 27959 w 86840"/>
                <a:gd name="connsiteY18" fmla="*/ 43656 h 124915"/>
                <a:gd name="connsiteX19" fmla="*/ 30046 w 86840"/>
                <a:gd name="connsiteY19" fmla="*/ 46992 h 124915"/>
                <a:gd name="connsiteX20" fmla="*/ 26429 w 86840"/>
                <a:gd name="connsiteY20" fmla="*/ 49978 h 124915"/>
                <a:gd name="connsiteX21" fmla="*/ 26058 w 86840"/>
                <a:gd name="connsiteY21" fmla="*/ 50943 h 124915"/>
                <a:gd name="connsiteX22" fmla="*/ 26707 w 86840"/>
                <a:gd name="connsiteY22" fmla="*/ 51778 h 124915"/>
                <a:gd name="connsiteX23" fmla="*/ 42290 w 86840"/>
                <a:gd name="connsiteY23" fmla="*/ 58406 h 124915"/>
                <a:gd name="connsiteX24" fmla="*/ 47206 w 86840"/>
                <a:gd name="connsiteY24" fmla="*/ 59592 h 124915"/>
                <a:gd name="connsiteX25" fmla="*/ 47206 w 86840"/>
                <a:gd name="connsiteY25" fmla="*/ 66133 h 124915"/>
                <a:gd name="connsiteX26" fmla="*/ 47762 w 86840"/>
                <a:gd name="connsiteY26" fmla="*/ 67055 h 124915"/>
                <a:gd name="connsiteX27" fmla="*/ 53745 w 86840"/>
                <a:gd name="connsiteY27" fmla="*/ 70435 h 124915"/>
                <a:gd name="connsiteX28" fmla="*/ 55925 w 86840"/>
                <a:gd name="connsiteY28" fmla="*/ 76625 h 124915"/>
                <a:gd name="connsiteX29" fmla="*/ 56296 w 86840"/>
                <a:gd name="connsiteY29" fmla="*/ 77108 h 124915"/>
                <a:gd name="connsiteX30" fmla="*/ 69791 w 86840"/>
                <a:gd name="connsiteY30" fmla="*/ 88039 h 124915"/>
                <a:gd name="connsiteX31" fmla="*/ 69791 w 86840"/>
                <a:gd name="connsiteY31" fmla="*/ 96599 h 124915"/>
                <a:gd name="connsiteX32" fmla="*/ 70951 w 86840"/>
                <a:gd name="connsiteY32" fmla="*/ 97697 h 124915"/>
                <a:gd name="connsiteX33" fmla="*/ 76748 w 86840"/>
                <a:gd name="connsiteY33" fmla="*/ 97697 h 124915"/>
                <a:gd name="connsiteX34" fmla="*/ 83705 w 86840"/>
                <a:gd name="connsiteY34" fmla="*/ 100989 h 124915"/>
                <a:gd name="connsiteX35" fmla="*/ 77073 w 86840"/>
                <a:gd name="connsiteY35" fmla="*/ 107048 h 124915"/>
                <a:gd name="connsiteX36" fmla="*/ 76702 w 86840"/>
                <a:gd name="connsiteY36" fmla="*/ 107750 h 124915"/>
                <a:gd name="connsiteX37" fmla="*/ 75820 w 86840"/>
                <a:gd name="connsiteY37" fmla="*/ 118198 h 124915"/>
                <a:gd name="connsiteX38" fmla="*/ 76006 w 86840"/>
                <a:gd name="connsiteY38" fmla="*/ 118857 h 124915"/>
                <a:gd name="connsiteX39" fmla="*/ 80087 w 86840"/>
                <a:gd name="connsiteY39" fmla="*/ 124915 h 124915"/>
                <a:gd name="connsiteX40" fmla="*/ 80876 w 86840"/>
                <a:gd name="connsiteY40" fmla="*/ 124300 h 124915"/>
                <a:gd name="connsiteX41" fmla="*/ 82499 w 86840"/>
                <a:gd name="connsiteY41" fmla="*/ 124432 h 124915"/>
                <a:gd name="connsiteX42" fmla="*/ 82638 w 86840"/>
                <a:gd name="connsiteY42" fmla="*/ 124915 h 124915"/>
                <a:gd name="connsiteX43" fmla="*/ 82592 w 86840"/>
                <a:gd name="connsiteY43" fmla="*/ 124564 h 124915"/>
                <a:gd name="connsiteX44" fmla="*/ 82267 w 86840"/>
                <a:gd name="connsiteY44" fmla="*/ 124037 h 124915"/>
                <a:gd name="connsiteX45" fmla="*/ 78186 w 86840"/>
                <a:gd name="connsiteY45" fmla="*/ 117979 h 124915"/>
                <a:gd name="connsiteX46" fmla="*/ 78974 w 86840"/>
                <a:gd name="connsiteY46" fmla="*/ 108321 h 124915"/>
                <a:gd name="connsiteX47" fmla="*/ 86487 w 86840"/>
                <a:gd name="connsiteY47" fmla="*/ 101472 h 124915"/>
                <a:gd name="connsiteX48" fmla="*/ 86812 w 86840"/>
                <a:gd name="connsiteY48" fmla="*/ 100507 h 124915"/>
                <a:gd name="connsiteX49" fmla="*/ 86163 w 86840"/>
                <a:gd name="connsiteY49" fmla="*/ 99673 h 124915"/>
                <a:gd name="connsiteX50" fmla="*/ 77490 w 86840"/>
                <a:gd name="connsiteY50" fmla="*/ 95546 h 124915"/>
                <a:gd name="connsiteX51" fmla="*/ 76980 w 86840"/>
                <a:gd name="connsiteY51" fmla="*/ 95414 h 124915"/>
                <a:gd name="connsiteX52" fmla="*/ 72064 w 86840"/>
                <a:gd name="connsiteY52" fmla="*/ 95414 h 124915"/>
                <a:gd name="connsiteX53" fmla="*/ 72064 w 86840"/>
                <a:gd name="connsiteY53" fmla="*/ 87468 h 124915"/>
                <a:gd name="connsiteX54" fmla="*/ 71647 w 86840"/>
                <a:gd name="connsiteY54" fmla="*/ 86634 h 124915"/>
                <a:gd name="connsiteX55" fmla="*/ 57965 w 86840"/>
                <a:gd name="connsiteY55" fmla="*/ 75571 h 124915"/>
                <a:gd name="connsiteX56" fmla="*/ 55739 w 86840"/>
                <a:gd name="connsiteY56" fmla="*/ 69294 h 124915"/>
                <a:gd name="connsiteX57" fmla="*/ 55229 w 86840"/>
                <a:gd name="connsiteY57" fmla="*/ 68679 h 124915"/>
                <a:gd name="connsiteX58" fmla="*/ 49432 w 86840"/>
                <a:gd name="connsiteY58" fmla="*/ 65430 h 124915"/>
                <a:gd name="connsiteX59" fmla="*/ 49432 w 86840"/>
                <a:gd name="connsiteY59" fmla="*/ 58670 h 124915"/>
                <a:gd name="connsiteX60" fmla="*/ 48551 w 86840"/>
                <a:gd name="connsiteY60" fmla="*/ 57616 h 124915"/>
                <a:gd name="connsiteX61" fmla="*/ 42939 w 86840"/>
                <a:gd name="connsiteY61" fmla="*/ 56299 h 124915"/>
                <a:gd name="connsiteX62" fmla="*/ 29211 w 86840"/>
                <a:gd name="connsiteY62" fmla="*/ 50417 h 124915"/>
                <a:gd name="connsiteX63" fmla="*/ 32180 w 86840"/>
                <a:gd name="connsiteY63" fmla="*/ 47958 h 124915"/>
                <a:gd name="connsiteX64" fmla="*/ 32411 w 86840"/>
                <a:gd name="connsiteY64" fmla="*/ 46553 h 124915"/>
                <a:gd name="connsiteX65" fmla="*/ 31484 w 86840"/>
                <a:gd name="connsiteY65" fmla="*/ 45105 h 124915"/>
                <a:gd name="connsiteX66" fmla="*/ 40296 w 86840"/>
                <a:gd name="connsiteY66" fmla="*/ 48134 h 124915"/>
                <a:gd name="connsiteX67" fmla="*/ 41177 w 86840"/>
                <a:gd name="connsiteY67" fmla="*/ 48134 h 124915"/>
                <a:gd name="connsiteX68" fmla="*/ 41780 w 86840"/>
                <a:gd name="connsiteY68" fmla="*/ 47519 h 124915"/>
                <a:gd name="connsiteX69" fmla="*/ 45258 w 86840"/>
                <a:gd name="connsiteY69" fmla="*/ 37905 h 124915"/>
                <a:gd name="connsiteX70" fmla="*/ 45073 w 86840"/>
                <a:gd name="connsiteY70" fmla="*/ 36852 h 124915"/>
                <a:gd name="connsiteX71" fmla="*/ 39090 w 86840"/>
                <a:gd name="connsiteY71" fmla="*/ 30003 h 124915"/>
                <a:gd name="connsiteX72" fmla="*/ 40852 w 86840"/>
                <a:gd name="connsiteY72" fmla="*/ 28510 h 124915"/>
                <a:gd name="connsiteX73" fmla="*/ 41223 w 86840"/>
                <a:gd name="connsiteY73" fmla="*/ 27545 h 124915"/>
                <a:gd name="connsiteX74" fmla="*/ 40574 w 86840"/>
                <a:gd name="connsiteY74" fmla="*/ 26710 h 124915"/>
                <a:gd name="connsiteX75" fmla="*/ 31298 w 86840"/>
                <a:gd name="connsiteY75" fmla="*/ 22584 h 124915"/>
                <a:gd name="connsiteX76" fmla="*/ 29954 w 86840"/>
                <a:gd name="connsiteY76" fmla="*/ 22847 h 124915"/>
                <a:gd name="connsiteX77" fmla="*/ 24574 w 86840"/>
                <a:gd name="connsiteY77" fmla="*/ 28423 h 124915"/>
                <a:gd name="connsiteX78" fmla="*/ 12145 w 86840"/>
                <a:gd name="connsiteY78" fmla="*/ 19204 h 124915"/>
                <a:gd name="connsiteX79" fmla="*/ 16458 w 86840"/>
                <a:gd name="connsiteY79" fmla="*/ 11784 h 124915"/>
                <a:gd name="connsiteX80" fmla="*/ 16458 w 86840"/>
                <a:gd name="connsiteY80" fmla="*/ 10687 h 124915"/>
                <a:gd name="connsiteX81" fmla="*/ 15484 w 86840"/>
                <a:gd name="connsiteY81" fmla="*/ 10160 h 124915"/>
                <a:gd name="connsiteX82" fmla="*/ 9687 w 86840"/>
                <a:gd name="connsiteY82" fmla="*/ 10160 h 124915"/>
                <a:gd name="connsiteX83" fmla="*/ 2452 w 86840"/>
                <a:gd name="connsiteY83" fmla="*/ 1073 h 124915"/>
                <a:gd name="connsiteX84" fmla="*/ 1942 w 86840"/>
                <a:gd name="connsiteY84" fmla="*/ 414 h 124915"/>
                <a:gd name="connsiteX85" fmla="*/ 1663 w 86840"/>
                <a:gd name="connsiteY85" fmla="*/ 239 h 124915"/>
                <a:gd name="connsiteX86" fmla="*/ 318 w 86840"/>
                <a:gd name="connsiteY86" fmla="*/ 195 h 12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86840" h="124915">
                  <a:moveTo>
                    <a:pt x="457" y="239"/>
                  </a:moveTo>
                  <a:cubicBezTo>
                    <a:pt x="-53" y="590"/>
                    <a:pt x="-145" y="1292"/>
                    <a:pt x="226" y="1775"/>
                  </a:cubicBezTo>
                  <a:lnTo>
                    <a:pt x="457" y="2039"/>
                  </a:lnTo>
                  <a:lnTo>
                    <a:pt x="8342" y="11916"/>
                  </a:lnTo>
                  <a:cubicBezTo>
                    <a:pt x="8573" y="12180"/>
                    <a:pt x="8898" y="12355"/>
                    <a:pt x="9269" y="12355"/>
                  </a:cubicBezTo>
                  <a:lnTo>
                    <a:pt x="13675" y="12355"/>
                  </a:lnTo>
                  <a:lnTo>
                    <a:pt x="9826" y="18940"/>
                  </a:lnTo>
                  <a:cubicBezTo>
                    <a:pt x="9547" y="19423"/>
                    <a:pt x="9687" y="19994"/>
                    <a:pt x="10104" y="20345"/>
                  </a:cubicBezTo>
                  <a:lnTo>
                    <a:pt x="24156" y="30793"/>
                  </a:lnTo>
                  <a:cubicBezTo>
                    <a:pt x="24620" y="31144"/>
                    <a:pt x="25316" y="31100"/>
                    <a:pt x="25733" y="30662"/>
                  </a:cubicBezTo>
                  <a:lnTo>
                    <a:pt x="31252" y="24954"/>
                  </a:lnTo>
                  <a:lnTo>
                    <a:pt x="38162" y="28028"/>
                  </a:lnTo>
                  <a:lnTo>
                    <a:pt x="36864" y="29125"/>
                  </a:lnTo>
                  <a:cubicBezTo>
                    <a:pt x="36400" y="29520"/>
                    <a:pt x="36354" y="30179"/>
                    <a:pt x="36724" y="30618"/>
                  </a:cubicBezTo>
                  <a:lnTo>
                    <a:pt x="42986" y="37817"/>
                  </a:lnTo>
                  <a:lnTo>
                    <a:pt x="40110" y="45763"/>
                  </a:lnTo>
                  <a:lnTo>
                    <a:pt x="29351" y="42032"/>
                  </a:lnTo>
                  <a:cubicBezTo>
                    <a:pt x="28887" y="41856"/>
                    <a:pt x="28377" y="42032"/>
                    <a:pt x="28052" y="42383"/>
                  </a:cubicBezTo>
                  <a:cubicBezTo>
                    <a:pt x="27727" y="42734"/>
                    <a:pt x="27681" y="43261"/>
                    <a:pt x="27959" y="43656"/>
                  </a:cubicBezTo>
                  <a:lnTo>
                    <a:pt x="30046" y="46992"/>
                  </a:lnTo>
                  <a:lnTo>
                    <a:pt x="26429" y="49978"/>
                  </a:lnTo>
                  <a:cubicBezTo>
                    <a:pt x="26151" y="50241"/>
                    <a:pt x="25965" y="50592"/>
                    <a:pt x="26058" y="50943"/>
                  </a:cubicBezTo>
                  <a:cubicBezTo>
                    <a:pt x="26104" y="51295"/>
                    <a:pt x="26382" y="51646"/>
                    <a:pt x="26707" y="51778"/>
                  </a:cubicBezTo>
                  <a:lnTo>
                    <a:pt x="42290" y="58406"/>
                  </a:lnTo>
                  <a:lnTo>
                    <a:pt x="47206" y="59592"/>
                  </a:lnTo>
                  <a:lnTo>
                    <a:pt x="47206" y="66133"/>
                  </a:lnTo>
                  <a:cubicBezTo>
                    <a:pt x="47206" y="66528"/>
                    <a:pt x="47438" y="66879"/>
                    <a:pt x="47762" y="67055"/>
                  </a:cubicBezTo>
                  <a:lnTo>
                    <a:pt x="53745" y="70435"/>
                  </a:lnTo>
                  <a:lnTo>
                    <a:pt x="55925" y="76625"/>
                  </a:lnTo>
                  <a:cubicBezTo>
                    <a:pt x="55925" y="76625"/>
                    <a:pt x="56110" y="76976"/>
                    <a:pt x="56296" y="77108"/>
                  </a:cubicBezTo>
                  <a:lnTo>
                    <a:pt x="69791" y="88039"/>
                  </a:lnTo>
                  <a:lnTo>
                    <a:pt x="69791" y="96599"/>
                  </a:lnTo>
                  <a:cubicBezTo>
                    <a:pt x="69791" y="97214"/>
                    <a:pt x="70302" y="97697"/>
                    <a:pt x="70951" y="97697"/>
                  </a:cubicBezTo>
                  <a:lnTo>
                    <a:pt x="76748" y="97697"/>
                  </a:lnTo>
                  <a:lnTo>
                    <a:pt x="83705" y="100989"/>
                  </a:lnTo>
                  <a:lnTo>
                    <a:pt x="77073" y="107048"/>
                  </a:lnTo>
                  <a:cubicBezTo>
                    <a:pt x="77073" y="107048"/>
                    <a:pt x="76748" y="107487"/>
                    <a:pt x="76702" y="107750"/>
                  </a:cubicBezTo>
                  <a:lnTo>
                    <a:pt x="75820" y="118198"/>
                  </a:lnTo>
                  <a:cubicBezTo>
                    <a:pt x="75820" y="118418"/>
                    <a:pt x="75820" y="118681"/>
                    <a:pt x="76006" y="118857"/>
                  </a:cubicBezTo>
                  <a:lnTo>
                    <a:pt x="80087" y="124915"/>
                  </a:lnTo>
                  <a:lnTo>
                    <a:pt x="80876" y="124300"/>
                  </a:lnTo>
                  <a:cubicBezTo>
                    <a:pt x="81386" y="123905"/>
                    <a:pt x="82082" y="123993"/>
                    <a:pt x="82499" y="124432"/>
                  </a:cubicBezTo>
                  <a:cubicBezTo>
                    <a:pt x="82592" y="124564"/>
                    <a:pt x="82592" y="124739"/>
                    <a:pt x="82638" y="124915"/>
                  </a:cubicBezTo>
                  <a:cubicBezTo>
                    <a:pt x="82638" y="124783"/>
                    <a:pt x="82638" y="124652"/>
                    <a:pt x="82592" y="124564"/>
                  </a:cubicBezTo>
                  <a:lnTo>
                    <a:pt x="82267" y="124037"/>
                  </a:lnTo>
                  <a:lnTo>
                    <a:pt x="78186" y="117979"/>
                  </a:lnTo>
                  <a:lnTo>
                    <a:pt x="78974" y="108321"/>
                  </a:lnTo>
                  <a:lnTo>
                    <a:pt x="86487" y="101472"/>
                  </a:lnTo>
                  <a:cubicBezTo>
                    <a:pt x="86766" y="101209"/>
                    <a:pt x="86905" y="100858"/>
                    <a:pt x="86812" y="100507"/>
                  </a:cubicBezTo>
                  <a:cubicBezTo>
                    <a:pt x="86766" y="100155"/>
                    <a:pt x="86534" y="99848"/>
                    <a:pt x="86163" y="99673"/>
                  </a:cubicBezTo>
                  <a:lnTo>
                    <a:pt x="77490" y="95546"/>
                  </a:lnTo>
                  <a:cubicBezTo>
                    <a:pt x="77490" y="95546"/>
                    <a:pt x="77166" y="95414"/>
                    <a:pt x="76980" y="95414"/>
                  </a:cubicBezTo>
                  <a:lnTo>
                    <a:pt x="72064" y="95414"/>
                  </a:lnTo>
                  <a:lnTo>
                    <a:pt x="72064" y="87468"/>
                  </a:lnTo>
                  <a:cubicBezTo>
                    <a:pt x="72064" y="87161"/>
                    <a:pt x="71925" y="86854"/>
                    <a:pt x="71647" y="86634"/>
                  </a:cubicBezTo>
                  <a:lnTo>
                    <a:pt x="57965" y="75571"/>
                  </a:lnTo>
                  <a:lnTo>
                    <a:pt x="55739" y="69294"/>
                  </a:lnTo>
                  <a:cubicBezTo>
                    <a:pt x="55646" y="69030"/>
                    <a:pt x="55461" y="68811"/>
                    <a:pt x="55229" y="68679"/>
                  </a:cubicBezTo>
                  <a:lnTo>
                    <a:pt x="49432" y="65430"/>
                  </a:lnTo>
                  <a:lnTo>
                    <a:pt x="49432" y="58670"/>
                  </a:lnTo>
                  <a:cubicBezTo>
                    <a:pt x="49432" y="58187"/>
                    <a:pt x="49061" y="57748"/>
                    <a:pt x="48551" y="57616"/>
                  </a:cubicBezTo>
                  <a:lnTo>
                    <a:pt x="42939" y="56299"/>
                  </a:lnTo>
                  <a:lnTo>
                    <a:pt x="29211" y="50417"/>
                  </a:lnTo>
                  <a:lnTo>
                    <a:pt x="32180" y="47958"/>
                  </a:lnTo>
                  <a:cubicBezTo>
                    <a:pt x="32597" y="47607"/>
                    <a:pt x="32690" y="47036"/>
                    <a:pt x="32411" y="46553"/>
                  </a:cubicBezTo>
                  <a:lnTo>
                    <a:pt x="31484" y="45105"/>
                  </a:lnTo>
                  <a:lnTo>
                    <a:pt x="40296" y="48134"/>
                  </a:lnTo>
                  <a:cubicBezTo>
                    <a:pt x="40574" y="48222"/>
                    <a:pt x="40899" y="48222"/>
                    <a:pt x="41177" y="48134"/>
                  </a:cubicBezTo>
                  <a:cubicBezTo>
                    <a:pt x="41455" y="48002"/>
                    <a:pt x="41687" y="47783"/>
                    <a:pt x="41780" y="47519"/>
                  </a:cubicBezTo>
                  <a:lnTo>
                    <a:pt x="45258" y="37905"/>
                  </a:lnTo>
                  <a:cubicBezTo>
                    <a:pt x="45397" y="37554"/>
                    <a:pt x="45304" y="37159"/>
                    <a:pt x="45073" y="36852"/>
                  </a:cubicBezTo>
                  <a:lnTo>
                    <a:pt x="39090" y="30003"/>
                  </a:lnTo>
                  <a:lnTo>
                    <a:pt x="40852" y="28510"/>
                  </a:lnTo>
                  <a:cubicBezTo>
                    <a:pt x="41130" y="28247"/>
                    <a:pt x="41270" y="27896"/>
                    <a:pt x="41223" y="27545"/>
                  </a:cubicBezTo>
                  <a:cubicBezTo>
                    <a:pt x="41177" y="27193"/>
                    <a:pt x="40945" y="26886"/>
                    <a:pt x="40574" y="26710"/>
                  </a:cubicBezTo>
                  <a:lnTo>
                    <a:pt x="31298" y="22584"/>
                  </a:lnTo>
                  <a:cubicBezTo>
                    <a:pt x="30835" y="22364"/>
                    <a:pt x="30278" y="22496"/>
                    <a:pt x="29954" y="22847"/>
                  </a:cubicBezTo>
                  <a:lnTo>
                    <a:pt x="24574" y="28423"/>
                  </a:lnTo>
                  <a:lnTo>
                    <a:pt x="12145" y="19204"/>
                  </a:lnTo>
                  <a:lnTo>
                    <a:pt x="16458" y="11784"/>
                  </a:lnTo>
                  <a:cubicBezTo>
                    <a:pt x="16643" y="11433"/>
                    <a:pt x="16643" y="11038"/>
                    <a:pt x="16458" y="10687"/>
                  </a:cubicBezTo>
                  <a:cubicBezTo>
                    <a:pt x="16272" y="10336"/>
                    <a:pt x="15855" y="10160"/>
                    <a:pt x="15484" y="10160"/>
                  </a:cubicBezTo>
                  <a:lnTo>
                    <a:pt x="9687" y="10160"/>
                  </a:lnTo>
                  <a:lnTo>
                    <a:pt x="2452" y="1073"/>
                  </a:lnTo>
                  <a:lnTo>
                    <a:pt x="1942" y="414"/>
                  </a:lnTo>
                  <a:cubicBezTo>
                    <a:pt x="1942" y="414"/>
                    <a:pt x="1756" y="327"/>
                    <a:pt x="1663" y="239"/>
                  </a:cubicBezTo>
                  <a:cubicBezTo>
                    <a:pt x="1246" y="-25"/>
                    <a:pt x="736" y="-112"/>
                    <a:pt x="318" y="195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" name="Freeform: Shape 2653">
              <a:extLst>
                <a:ext uri="{FF2B5EF4-FFF2-40B4-BE49-F238E27FC236}">
                  <a16:creationId xmlns:a16="http://schemas.microsoft.com/office/drawing/2014/main" id="{B11E70CA-281D-25AD-9424-BFC52A7370D5}"/>
                </a:ext>
              </a:extLst>
            </p:cNvPr>
            <p:cNvSpPr>
              <a:spLocks/>
            </p:cNvSpPr>
            <p:nvPr/>
          </p:nvSpPr>
          <p:spPr>
            <a:xfrm>
              <a:off x="8222622" y="3749890"/>
              <a:ext cx="277" cy="524"/>
            </a:xfrm>
            <a:custGeom>
              <a:avLst/>
              <a:gdLst>
                <a:gd name="connsiteX0" fmla="*/ 185 w 185"/>
                <a:gd name="connsiteY0" fmla="*/ 0 h 351"/>
                <a:gd name="connsiteX1" fmla="*/ 0 w 185"/>
                <a:gd name="connsiteY1" fmla="*/ 351 h 351"/>
                <a:gd name="connsiteX2" fmla="*/ 185 w 185"/>
                <a:gd name="connsiteY2" fmla="*/ 0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5" h="351">
                  <a:moveTo>
                    <a:pt x="185" y="0"/>
                  </a:moveTo>
                  <a:cubicBezTo>
                    <a:pt x="185" y="0"/>
                    <a:pt x="46" y="220"/>
                    <a:pt x="0" y="351"/>
                  </a:cubicBezTo>
                  <a:cubicBezTo>
                    <a:pt x="93" y="220"/>
                    <a:pt x="185" y="132"/>
                    <a:pt x="18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" name="Freeform: Shape 2654">
              <a:extLst>
                <a:ext uri="{FF2B5EF4-FFF2-40B4-BE49-F238E27FC236}">
                  <a16:creationId xmlns:a16="http://schemas.microsoft.com/office/drawing/2014/main" id="{EAE9EC5F-C836-E76C-3806-2AE8AA8F6B86}"/>
                </a:ext>
              </a:extLst>
            </p:cNvPr>
            <p:cNvSpPr>
              <a:spLocks/>
            </p:cNvSpPr>
            <p:nvPr/>
          </p:nvSpPr>
          <p:spPr>
            <a:xfrm>
              <a:off x="8104734" y="3747068"/>
              <a:ext cx="118096" cy="74573"/>
            </a:xfrm>
            <a:custGeom>
              <a:avLst/>
              <a:gdLst>
                <a:gd name="connsiteX0" fmla="*/ 9275 w 79119"/>
                <a:gd name="connsiteY0" fmla="*/ 43596 h 49961"/>
                <a:gd name="connsiteX1" fmla="*/ 6771 w 79119"/>
                <a:gd name="connsiteY1" fmla="*/ 36748 h 49961"/>
                <a:gd name="connsiteX2" fmla="*/ 8023 w 79119"/>
                <a:gd name="connsiteY2" fmla="*/ 30734 h 49961"/>
                <a:gd name="connsiteX3" fmla="*/ 7699 w 79119"/>
                <a:gd name="connsiteY3" fmla="*/ 29768 h 49961"/>
                <a:gd name="connsiteX4" fmla="*/ 2365 w 79119"/>
                <a:gd name="connsiteY4" fmla="*/ 24588 h 49961"/>
                <a:gd name="connsiteX5" fmla="*/ 2365 w 79119"/>
                <a:gd name="connsiteY5" fmla="*/ 16685 h 49961"/>
                <a:gd name="connsiteX6" fmla="*/ 4313 w 79119"/>
                <a:gd name="connsiteY6" fmla="*/ 17300 h 49961"/>
                <a:gd name="connsiteX7" fmla="*/ 5380 w 79119"/>
                <a:gd name="connsiteY7" fmla="*/ 17169 h 49961"/>
                <a:gd name="connsiteX8" fmla="*/ 5844 w 79119"/>
                <a:gd name="connsiteY8" fmla="*/ 16290 h 49961"/>
                <a:gd name="connsiteX9" fmla="*/ 5844 w 79119"/>
                <a:gd name="connsiteY9" fmla="*/ 12647 h 49961"/>
                <a:gd name="connsiteX10" fmla="*/ 13821 w 79119"/>
                <a:gd name="connsiteY10" fmla="*/ 5842 h 49961"/>
                <a:gd name="connsiteX11" fmla="*/ 41786 w 79119"/>
                <a:gd name="connsiteY11" fmla="*/ 5842 h 49961"/>
                <a:gd name="connsiteX12" fmla="*/ 51479 w 79119"/>
                <a:gd name="connsiteY12" fmla="*/ 7949 h 49961"/>
                <a:gd name="connsiteX13" fmla="*/ 57972 w 79119"/>
                <a:gd name="connsiteY13" fmla="*/ 11681 h 49961"/>
                <a:gd name="connsiteX14" fmla="*/ 59131 w 79119"/>
                <a:gd name="connsiteY14" fmla="*/ 11681 h 49961"/>
                <a:gd name="connsiteX15" fmla="*/ 59734 w 79119"/>
                <a:gd name="connsiteY15" fmla="*/ 10715 h 49961"/>
                <a:gd name="connsiteX16" fmla="*/ 59734 w 79119"/>
                <a:gd name="connsiteY16" fmla="*/ 5403 h 49961"/>
                <a:gd name="connsiteX17" fmla="*/ 67618 w 79119"/>
                <a:gd name="connsiteY17" fmla="*/ 2374 h 49961"/>
                <a:gd name="connsiteX18" fmla="*/ 72302 w 79119"/>
                <a:gd name="connsiteY18" fmla="*/ 6325 h 49961"/>
                <a:gd name="connsiteX19" fmla="*/ 73833 w 79119"/>
                <a:gd name="connsiteY19" fmla="*/ 6325 h 49961"/>
                <a:gd name="connsiteX20" fmla="*/ 78424 w 79119"/>
                <a:gd name="connsiteY20" fmla="*/ 2725 h 49961"/>
                <a:gd name="connsiteX21" fmla="*/ 78749 w 79119"/>
                <a:gd name="connsiteY21" fmla="*/ 2462 h 49961"/>
                <a:gd name="connsiteX22" fmla="*/ 78934 w 79119"/>
                <a:gd name="connsiteY22" fmla="*/ 2155 h 49961"/>
                <a:gd name="connsiteX23" fmla="*/ 79120 w 79119"/>
                <a:gd name="connsiteY23" fmla="*/ 1804 h 49961"/>
                <a:gd name="connsiteX24" fmla="*/ 79027 w 79119"/>
                <a:gd name="connsiteY24" fmla="*/ 1408 h 49961"/>
                <a:gd name="connsiteX25" fmla="*/ 78888 w 79119"/>
                <a:gd name="connsiteY25" fmla="*/ 925 h 49961"/>
                <a:gd name="connsiteX26" fmla="*/ 77265 w 79119"/>
                <a:gd name="connsiteY26" fmla="*/ 794 h 49961"/>
                <a:gd name="connsiteX27" fmla="*/ 76476 w 79119"/>
                <a:gd name="connsiteY27" fmla="*/ 1408 h 49961"/>
                <a:gd name="connsiteX28" fmla="*/ 73091 w 79119"/>
                <a:gd name="connsiteY28" fmla="*/ 4042 h 49961"/>
                <a:gd name="connsiteX29" fmla="*/ 68638 w 79119"/>
                <a:gd name="connsiteY29" fmla="*/ 267 h 49961"/>
                <a:gd name="connsiteX30" fmla="*/ 67433 w 79119"/>
                <a:gd name="connsiteY30" fmla="*/ 91 h 49961"/>
                <a:gd name="connsiteX31" fmla="*/ 58157 w 79119"/>
                <a:gd name="connsiteY31" fmla="*/ 3647 h 49961"/>
                <a:gd name="connsiteX32" fmla="*/ 57415 w 79119"/>
                <a:gd name="connsiteY32" fmla="*/ 4657 h 49961"/>
                <a:gd name="connsiteX33" fmla="*/ 57415 w 79119"/>
                <a:gd name="connsiteY33" fmla="*/ 8740 h 49961"/>
                <a:gd name="connsiteX34" fmla="*/ 52499 w 79119"/>
                <a:gd name="connsiteY34" fmla="*/ 5930 h 49961"/>
                <a:gd name="connsiteX35" fmla="*/ 52174 w 79119"/>
                <a:gd name="connsiteY35" fmla="*/ 5798 h 49961"/>
                <a:gd name="connsiteX36" fmla="*/ 48047 w 79119"/>
                <a:gd name="connsiteY36" fmla="*/ 4876 h 49961"/>
                <a:gd name="connsiteX37" fmla="*/ 46006 w 79119"/>
                <a:gd name="connsiteY37" fmla="*/ 6281 h 49961"/>
                <a:gd name="connsiteX38" fmla="*/ 45311 w 79119"/>
                <a:gd name="connsiteY38" fmla="*/ 6501 h 49961"/>
                <a:gd name="connsiteX39" fmla="*/ 44383 w 79119"/>
                <a:gd name="connsiteY39" fmla="*/ 6062 h 49961"/>
                <a:gd name="connsiteX40" fmla="*/ 44661 w 79119"/>
                <a:gd name="connsiteY40" fmla="*/ 4525 h 49961"/>
                <a:gd name="connsiteX41" fmla="*/ 45079 w 79119"/>
                <a:gd name="connsiteY41" fmla="*/ 4262 h 49961"/>
                <a:gd name="connsiteX42" fmla="*/ 42064 w 79119"/>
                <a:gd name="connsiteY42" fmla="*/ 3603 h 49961"/>
                <a:gd name="connsiteX43" fmla="*/ 13357 w 79119"/>
                <a:gd name="connsiteY43" fmla="*/ 3603 h 49961"/>
                <a:gd name="connsiteX44" fmla="*/ 12568 w 79119"/>
                <a:gd name="connsiteY44" fmla="*/ 3867 h 49961"/>
                <a:gd name="connsiteX45" fmla="*/ 3849 w 79119"/>
                <a:gd name="connsiteY45" fmla="*/ 11286 h 49961"/>
                <a:gd name="connsiteX46" fmla="*/ 3478 w 79119"/>
                <a:gd name="connsiteY46" fmla="*/ 12120 h 49961"/>
                <a:gd name="connsiteX47" fmla="*/ 3478 w 79119"/>
                <a:gd name="connsiteY47" fmla="*/ 14710 h 49961"/>
                <a:gd name="connsiteX48" fmla="*/ 1531 w 79119"/>
                <a:gd name="connsiteY48" fmla="*/ 14095 h 49961"/>
                <a:gd name="connsiteX49" fmla="*/ 464 w 79119"/>
                <a:gd name="connsiteY49" fmla="*/ 14227 h 49961"/>
                <a:gd name="connsiteX50" fmla="*/ 0 w 79119"/>
                <a:gd name="connsiteY50" fmla="*/ 15105 h 49961"/>
                <a:gd name="connsiteX51" fmla="*/ 0 w 79119"/>
                <a:gd name="connsiteY51" fmla="*/ 24983 h 49961"/>
                <a:gd name="connsiteX52" fmla="*/ 325 w 79119"/>
                <a:gd name="connsiteY52" fmla="*/ 25729 h 49961"/>
                <a:gd name="connsiteX53" fmla="*/ 5565 w 79119"/>
                <a:gd name="connsiteY53" fmla="*/ 30821 h 49961"/>
                <a:gd name="connsiteX54" fmla="*/ 4359 w 79119"/>
                <a:gd name="connsiteY54" fmla="*/ 36572 h 49961"/>
                <a:gd name="connsiteX55" fmla="*/ 4359 w 79119"/>
                <a:gd name="connsiteY55" fmla="*/ 37143 h 49961"/>
                <a:gd name="connsiteX56" fmla="*/ 5658 w 79119"/>
                <a:gd name="connsiteY56" fmla="*/ 40743 h 49961"/>
                <a:gd name="connsiteX57" fmla="*/ 6864 w 79119"/>
                <a:gd name="connsiteY57" fmla="*/ 44079 h 49961"/>
                <a:gd name="connsiteX58" fmla="*/ 6864 w 79119"/>
                <a:gd name="connsiteY58" fmla="*/ 48864 h 49961"/>
                <a:gd name="connsiteX59" fmla="*/ 8023 w 79119"/>
                <a:gd name="connsiteY59" fmla="*/ 49962 h 49961"/>
                <a:gd name="connsiteX60" fmla="*/ 9183 w 79119"/>
                <a:gd name="connsiteY60" fmla="*/ 48864 h 49961"/>
                <a:gd name="connsiteX61" fmla="*/ 9183 w 79119"/>
                <a:gd name="connsiteY61" fmla="*/ 43904 h 49961"/>
                <a:gd name="connsiteX62" fmla="*/ 9136 w 79119"/>
                <a:gd name="connsiteY62" fmla="*/ 43553 h 4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79119" h="49961">
                  <a:moveTo>
                    <a:pt x="9275" y="43596"/>
                  </a:moveTo>
                  <a:lnTo>
                    <a:pt x="6771" y="36748"/>
                  </a:lnTo>
                  <a:lnTo>
                    <a:pt x="8023" y="30734"/>
                  </a:lnTo>
                  <a:cubicBezTo>
                    <a:pt x="8116" y="30382"/>
                    <a:pt x="8023" y="30031"/>
                    <a:pt x="7699" y="29768"/>
                  </a:cubicBezTo>
                  <a:lnTo>
                    <a:pt x="2365" y="24588"/>
                  </a:lnTo>
                  <a:lnTo>
                    <a:pt x="2365" y="16685"/>
                  </a:lnTo>
                  <a:lnTo>
                    <a:pt x="4313" y="17300"/>
                  </a:lnTo>
                  <a:cubicBezTo>
                    <a:pt x="4638" y="17432"/>
                    <a:pt x="5055" y="17344"/>
                    <a:pt x="5380" y="17169"/>
                  </a:cubicBezTo>
                  <a:cubicBezTo>
                    <a:pt x="5658" y="16949"/>
                    <a:pt x="5844" y="16642"/>
                    <a:pt x="5844" y="16290"/>
                  </a:cubicBezTo>
                  <a:lnTo>
                    <a:pt x="5844" y="12647"/>
                  </a:lnTo>
                  <a:lnTo>
                    <a:pt x="13821" y="5842"/>
                  </a:lnTo>
                  <a:lnTo>
                    <a:pt x="41786" y="5842"/>
                  </a:lnTo>
                  <a:cubicBezTo>
                    <a:pt x="41786" y="5842"/>
                    <a:pt x="51479" y="7949"/>
                    <a:pt x="51479" y="7949"/>
                  </a:cubicBezTo>
                  <a:lnTo>
                    <a:pt x="57972" y="11681"/>
                  </a:lnTo>
                  <a:cubicBezTo>
                    <a:pt x="58343" y="11900"/>
                    <a:pt x="58760" y="11900"/>
                    <a:pt x="59131" y="11681"/>
                  </a:cubicBezTo>
                  <a:cubicBezTo>
                    <a:pt x="59502" y="11505"/>
                    <a:pt x="59734" y="11110"/>
                    <a:pt x="59734" y="10715"/>
                  </a:cubicBezTo>
                  <a:lnTo>
                    <a:pt x="59734" y="5403"/>
                  </a:lnTo>
                  <a:lnTo>
                    <a:pt x="67618" y="2374"/>
                  </a:lnTo>
                  <a:lnTo>
                    <a:pt x="72302" y="6325"/>
                  </a:lnTo>
                  <a:cubicBezTo>
                    <a:pt x="72720" y="6676"/>
                    <a:pt x="73369" y="6720"/>
                    <a:pt x="73833" y="6325"/>
                  </a:cubicBezTo>
                  <a:lnTo>
                    <a:pt x="78424" y="2725"/>
                  </a:lnTo>
                  <a:lnTo>
                    <a:pt x="78749" y="2462"/>
                  </a:lnTo>
                  <a:cubicBezTo>
                    <a:pt x="78749" y="2462"/>
                    <a:pt x="78841" y="2242"/>
                    <a:pt x="78934" y="2155"/>
                  </a:cubicBezTo>
                  <a:cubicBezTo>
                    <a:pt x="79027" y="2023"/>
                    <a:pt x="79120" y="1935"/>
                    <a:pt x="79120" y="1804"/>
                  </a:cubicBezTo>
                  <a:cubicBezTo>
                    <a:pt x="79120" y="1672"/>
                    <a:pt x="79120" y="1540"/>
                    <a:pt x="79027" y="1408"/>
                  </a:cubicBezTo>
                  <a:cubicBezTo>
                    <a:pt x="79027" y="1233"/>
                    <a:pt x="79027" y="1057"/>
                    <a:pt x="78888" y="925"/>
                  </a:cubicBezTo>
                  <a:cubicBezTo>
                    <a:pt x="78471" y="443"/>
                    <a:pt x="77775" y="399"/>
                    <a:pt x="77265" y="794"/>
                  </a:cubicBezTo>
                  <a:lnTo>
                    <a:pt x="76476" y="1408"/>
                  </a:lnTo>
                  <a:lnTo>
                    <a:pt x="73091" y="4042"/>
                  </a:lnTo>
                  <a:lnTo>
                    <a:pt x="68638" y="267"/>
                  </a:lnTo>
                  <a:cubicBezTo>
                    <a:pt x="68314" y="3"/>
                    <a:pt x="67850" y="-84"/>
                    <a:pt x="67433" y="91"/>
                  </a:cubicBezTo>
                  <a:lnTo>
                    <a:pt x="58157" y="3647"/>
                  </a:lnTo>
                  <a:cubicBezTo>
                    <a:pt x="57740" y="3823"/>
                    <a:pt x="57415" y="4218"/>
                    <a:pt x="57415" y="4657"/>
                  </a:cubicBezTo>
                  <a:lnTo>
                    <a:pt x="57415" y="8740"/>
                  </a:lnTo>
                  <a:lnTo>
                    <a:pt x="52499" y="5930"/>
                  </a:lnTo>
                  <a:cubicBezTo>
                    <a:pt x="52499" y="5930"/>
                    <a:pt x="52267" y="5842"/>
                    <a:pt x="52174" y="5798"/>
                  </a:cubicBezTo>
                  <a:lnTo>
                    <a:pt x="48047" y="4876"/>
                  </a:lnTo>
                  <a:lnTo>
                    <a:pt x="46006" y="6281"/>
                  </a:lnTo>
                  <a:cubicBezTo>
                    <a:pt x="46006" y="6281"/>
                    <a:pt x="45543" y="6501"/>
                    <a:pt x="45311" y="6501"/>
                  </a:cubicBezTo>
                  <a:cubicBezTo>
                    <a:pt x="44940" y="6501"/>
                    <a:pt x="44615" y="6325"/>
                    <a:pt x="44383" y="6062"/>
                  </a:cubicBezTo>
                  <a:cubicBezTo>
                    <a:pt x="44012" y="5579"/>
                    <a:pt x="44105" y="4876"/>
                    <a:pt x="44661" y="4525"/>
                  </a:cubicBezTo>
                  <a:lnTo>
                    <a:pt x="45079" y="4262"/>
                  </a:lnTo>
                  <a:lnTo>
                    <a:pt x="42064" y="3603"/>
                  </a:lnTo>
                  <a:lnTo>
                    <a:pt x="13357" y="3603"/>
                  </a:lnTo>
                  <a:cubicBezTo>
                    <a:pt x="13078" y="3603"/>
                    <a:pt x="12800" y="3691"/>
                    <a:pt x="12568" y="3867"/>
                  </a:cubicBezTo>
                  <a:lnTo>
                    <a:pt x="3849" y="11286"/>
                  </a:lnTo>
                  <a:cubicBezTo>
                    <a:pt x="3618" y="11505"/>
                    <a:pt x="3478" y="11769"/>
                    <a:pt x="3478" y="12120"/>
                  </a:cubicBezTo>
                  <a:lnTo>
                    <a:pt x="3478" y="14710"/>
                  </a:lnTo>
                  <a:lnTo>
                    <a:pt x="1531" y="14095"/>
                  </a:lnTo>
                  <a:cubicBezTo>
                    <a:pt x="1159" y="13964"/>
                    <a:pt x="789" y="14052"/>
                    <a:pt x="464" y="14227"/>
                  </a:cubicBezTo>
                  <a:cubicBezTo>
                    <a:pt x="186" y="14447"/>
                    <a:pt x="0" y="14754"/>
                    <a:pt x="0" y="15105"/>
                  </a:cubicBezTo>
                  <a:lnTo>
                    <a:pt x="0" y="24983"/>
                  </a:lnTo>
                  <a:cubicBezTo>
                    <a:pt x="0" y="25290"/>
                    <a:pt x="139" y="25553"/>
                    <a:pt x="325" y="25729"/>
                  </a:cubicBezTo>
                  <a:lnTo>
                    <a:pt x="5565" y="30821"/>
                  </a:lnTo>
                  <a:lnTo>
                    <a:pt x="4359" y="36572"/>
                  </a:lnTo>
                  <a:cubicBezTo>
                    <a:pt x="4359" y="36572"/>
                    <a:pt x="4359" y="36968"/>
                    <a:pt x="4359" y="37143"/>
                  </a:cubicBezTo>
                  <a:lnTo>
                    <a:pt x="5658" y="40743"/>
                  </a:lnTo>
                  <a:lnTo>
                    <a:pt x="6864" y="44079"/>
                  </a:lnTo>
                  <a:lnTo>
                    <a:pt x="6864" y="48864"/>
                  </a:lnTo>
                  <a:cubicBezTo>
                    <a:pt x="6864" y="49479"/>
                    <a:pt x="7374" y="49962"/>
                    <a:pt x="8023" y="49962"/>
                  </a:cubicBezTo>
                  <a:cubicBezTo>
                    <a:pt x="8673" y="49962"/>
                    <a:pt x="9183" y="49479"/>
                    <a:pt x="9183" y="48864"/>
                  </a:cubicBezTo>
                  <a:lnTo>
                    <a:pt x="9183" y="43904"/>
                  </a:lnTo>
                  <a:cubicBezTo>
                    <a:pt x="9183" y="43904"/>
                    <a:pt x="9183" y="43640"/>
                    <a:pt x="9136" y="4355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" name="Freeform: Shape 2655">
              <a:extLst>
                <a:ext uri="{FF2B5EF4-FFF2-40B4-BE49-F238E27FC236}">
                  <a16:creationId xmlns:a16="http://schemas.microsoft.com/office/drawing/2014/main" id="{03881FF2-F266-DB55-FD20-54031717FA27}"/>
                </a:ext>
              </a:extLst>
            </p:cNvPr>
            <p:cNvSpPr>
              <a:spLocks/>
            </p:cNvSpPr>
            <p:nvPr/>
          </p:nvSpPr>
          <p:spPr>
            <a:xfrm>
              <a:off x="8050161" y="3610851"/>
              <a:ext cx="133488" cy="146182"/>
            </a:xfrm>
            <a:custGeom>
              <a:avLst/>
              <a:gdLst>
                <a:gd name="connsiteX0" fmla="*/ 89385 w 89431"/>
                <a:gd name="connsiteY0" fmla="*/ 92449 h 97936"/>
                <a:gd name="connsiteX1" fmla="*/ 89385 w 89431"/>
                <a:gd name="connsiteY1" fmla="*/ 86961 h 97936"/>
                <a:gd name="connsiteX2" fmla="*/ 89293 w 89431"/>
                <a:gd name="connsiteY2" fmla="*/ 86522 h 97936"/>
                <a:gd name="connsiteX3" fmla="*/ 87994 w 89431"/>
                <a:gd name="connsiteY3" fmla="*/ 83844 h 97936"/>
                <a:gd name="connsiteX4" fmla="*/ 89385 w 89431"/>
                <a:gd name="connsiteY4" fmla="*/ 77347 h 97936"/>
                <a:gd name="connsiteX5" fmla="*/ 89385 w 89431"/>
                <a:gd name="connsiteY5" fmla="*/ 76820 h 97936"/>
                <a:gd name="connsiteX6" fmla="*/ 87067 w 89431"/>
                <a:gd name="connsiteY6" fmla="*/ 69138 h 97936"/>
                <a:gd name="connsiteX7" fmla="*/ 85954 w 89431"/>
                <a:gd name="connsiteY7" fmla="*/ 68348 h 97936"/>
                <a:gd name="connsiteX8" fmla="*/ 80945 w 89431"/>
                <a:gd name="connsiteY8" fmla="*/ 68348 h 97936"/>
                <a:gd name="connsiteX9" fmla="*/ 75797 w 89431"/>
                <a:gd name="connsiteY9" fmla="*/ 63387 h 97936"/>
                <a:gd name="connsiteX10" fmla="*/ 75797 w 89431"/>
                <a:gd name="connsiteY10" fmla="*/ 45607 h 97936"/>
                <a:gd name="connsiteX11" fmla="*/ 75519 w 89431"/>
                <a:gd name="connsiteY11" fmla="*/ 44905 h 97936"/>
                <a:gd name="connsiteX12" fmla="*/ 64806 w 89431"/>
                <a:gd name="connsiteY12" fmla="*/ 32569 h 97936"/>
                <a:gd name="connsiteX13" fmla="*/ 64249 w 89431"/>
                <a:gd name="connsiteY13" fmla="*/ 32218 h 97936"/>
                <a:gd name="connsiteX14" fmla="*/ 52655 w 89431"/>
                <a:gd name="connsiteY14" fmla="*/ 28662 h 97936"/>
                <a:gd name="connsiteX15" fmla="*/ 51634 w 89431"/>
                <a:gd name="connsiteY15" fmla="*/ 28838 h 97936"/>
                <a:gd name="connsiteX16" fmla="*/ 51171 w 89431"/>
                <a:gd name="connsiteY16" fmla="*/ 29715 h 97936"/>
                <a:gd name="connsiteX17" fmla="*/ 43657 w 89431"/>
                <a:gd name="connsiteY17" fmla="*/ 41305 h 97936"/>
                <a:gd name="connsiteX18" fmla="*/ 32341 w 89431"/>
                <a:gd name="connsiteY18" fmla="*/ 35379 h 97936"/>
                <a:gd name="connsiteX19" fmla="*/ 30996 w 89431"/>
                <a:gd name="connsiteY19" fmla="*/ 35554 h 97936"/>
                <a:gd name="connsiteX20" fmla="*/ 18706 w 89431"/>
                <a:gd name="connsiteY20" fmla="*/ 46573 h 97936"/>
                <a:gd name="connsiteX21" fmla="*/ 16619 w 89431"/>
                <a:gd name="connsiteY21" fmla="*/ 44378 h 97936"/>
                <a:gd name="connsiteX22" fmla="*/ 19727 w 89431"/>
                <a:gd name="connsiteY22" fmla="*/ 36783 h 97936"/>
                <a:gd name="connsiteX23" fmla="*/ 19727 w 89431"/>
                <a:gd name="connsiteY23" fmla="*/ 35905 h 97936"/>
                <a:gd name="connsiteX24" fmla="*/ 17501 w 89431"/>
                <a:gd name="connsiteY24" fmla="*/ 31691 h 97936"/>
                <a:gd name="connsiteX25" fmla="*/ 21953 w 89431"/>
                <a:gd name="connsiteY25" fmla="*/ 20760 h 97936"/>
                <a:gd name="connsiteX26" fmla="*/ 21953 w 89431"/>
                <a:gd name="connsiteY26" fmla="*/ 20058 h 97936"/>
                <a:gd name="connsiteX27" fmla="*/ 19773 w 89431"/>
                <a:gd name="connsiteY27" fmla="*/ 13077 h 97936"/>
                <a:gd name="connsiteX28" fmla="*/ 18521 w 89431"/>
                <a:gd name="connsiteY28" fmla="*/ 12287 h 97936"/>
                <a:gd name="connsiteX29" fmla="*/ 13744 w 89431"/>
                <a:gd name="connsiteY29" fmla="*/ 12814 h 97936"/>
                <a:gd name="connsiteX30" fmla="*/ 13002 w 89431"/>
                <a:gd name="connsiteY30" fmla="*/ 13209 h 97936"/>
                <a:gd name="connsiteX31" fmla="*/ 11889 w 89431"/>
                <a:gd name="connsiteY31" fmla="*/ 14482 h 97936"/>
                <a:gd name="connsiteX32" fmla="*/ 9106 w 89431"/>
                <a:gd name="connsiteY32" fmla="*/ 14482 h 97936"/>
                <a:gd name="connsiteX33" fmla="*/ 2428 w 89431"/>
                <a:gd name="connsiteY33" fmla="*/ 1093 h 97936"/>
                <a:gd name="connsiteX34" fmla="*/ 2196 w 89431"/>
                <a:gd name="connsiteY34" fmla="*/ 566 h 97936"/>
                <a:gd name="connsiteX35" fmla="*/ 2057 w 89431"/>
                <a:gd name="connsiteY35" fmla="*/ 434 h 97936"/>
                <a:gd name="connsiteX36" fmla="*/ 1732 w 89431"/>
                <a:gd name="connsiteY36" fmla="*/ 171 h 97936"/>
                <a:gd name="connsiteX37" fmla="*/ 1361 w 89431"/>
                <a:gd name="connsiteY37" fmla="*/ 39 h 97936"/>
                <a:gd name="connsiteX38" fmla="*/ 666 w 89431"/>
                <a:gd name="connsiteY38" fmla="*/ 39 h 97936"/>
                <a:gd name="connsiteX39" fmla="*/ 109 w 89431"/>
                <a:gd name="connsiteY39" fmla="*/ 1488 h 97936"/>
                <a:gd name="connsiteX40" fmla="*/ 434 w 89431"/>
                <a:gd name="connsiteY40" fmla="*/ 2102 h 97936"/>
                <a:gd name="connsiteX41" fmla="*/ 7344 w 89431"/>
                <a:gd name="connsiteY41" fmla="*/ 16019 h 97936"/>
                <a:gd name="connsiteX42" fmla="*/ 8411 w 89431"/>
                <a:gd name="connsiteY42" fmla="*/ 16633 h 97936"/>
                <a:gd name="connsiteX43" fmla="*/ 12492 w 89431"/>
                <a:gd name="connsiteY43" fmla="*/ 16633 h 97936"/>
                <a:gd name="connsiteX44" fmla="*/ 13373 w 89431"/>
                <a:gd name="connsiteY44" fmla="*/ 16238 h 97936"/>
                <a:gd name="connsiteX45" fmla="*/ 14532 w 89431"/>
                <a:gd name="connsiteY45" fmla="*/ 14921 h 97936"/>
                <a:gd name="connsiteX46" fmla="*/ 17872 w 89431"/>
                <a:gd name="connsiteY46" fmla="*/ 14526 h 97936"/>
                <a:gd name="connsiteX47" fmla="*/ 19634 w 89431"/>
                <a:gd name="connsiteY47" fmla="*/ 20277 h 97936"/>
                <a:gd name="connsiteX48" fmla="*/ 15135 w 89431"/>
                <a:gd name="connsiteY48" fmla="*/ 31296 h 97936"/>
                <a:gd name="connsiteX49" fmla="*/ 15135 w 89431"/>
                <a:gd name="connsiteY49" fmla="*/ 32174 h 97936"/>
                <a:gd name="connsiteX50" fmla="*/ 17361 w 89431"/>
                <a:gd name="connsiteY50" fmla="*/ 36388 h 97936"/>
                <a:gd name="connsiteX51" fmla="*/ 14208 w 89431"/>
                <a:gd name="connsiteY51" fmla="*/ 44159 h 97936"/>
                <a:gd name="connsiteX52" fmla="*/ 14440 w 89431"/>
                <a:gd name="connsiteY52" fmla="*/ 45300 h 97936"/>
                <a:gd name="connsiteX53" fmla="*/ 17779 w 89431"/>
                <a:gd name="connsiteY53" fmla="*/ 48856 h 97936"/>
                <a:gd name="connsiteX54" fmla="*/ 18614 w 89431"/>
                <a:gd name="connsiteY54" fmla="*/ 49207 h 97936"/>
                <a:gd name="connsiteX55" fmla="*/ 19448 w 89431"/>
                <a:gd name="connsiteY55" fmla="*/ 48900 h 97936"/>
                <a:gd name="connsiteX56" fmla="*/ 32017 w 89431"/>
                <a:gd name="connsiteY56" fmla="*/ 37661 h 97936"/>
                <a:gd name="connsiteX57" fmla="*/ 43286 w 89431"/>
                <a:gd name="connsiteY57" fmla="*/ 43588 h 97936"/>
                <a:gd name="connsiteX58" fmla="*/ 44539 w 89431"/>
                <a:gd name="connsiteY58" fmla="*/ 43500 h 97936"/>
                <a:gd name="connsiteX59" fmla="*/ 53397 w 89431"/>
                <a:gd name="connsiteY59" fmla="*/ 31208 h 97936"/>
                <a:gd name="connsiteX60" fmla="*/ 63275 w 89431"/>
                <a:gd name="connsiteY60" fmla="*/ 34237 h 97936"/>
                <a:gd name="connsiteX61" fmla="*/ 73524 w 89431"/>
                <a:gd name="connsiteY61" fmla="*/ 46046 h 97936"/>
                <a:gd name="connsiteX62" fmla="*/ 73524 w 89431"/>
                <a:gd name="connsiteY62" fmla="*/ 63914 h 97936"/>
                <a:gd name="connsiteX63" fmla="*/ 73849 w 89431"/>
                <a:gd name="connsiteY63" fmla="*/ 64660 h 97936"/>
                <a:gd name="connsiteX64" fmla="*/ 79646 w 89431"/>
                <a:gd name="connsiteY64" fmla="*/ 70279 h 97936"/>
                <a:gd name="connsiteX65" fmla="*/ 80481 w 89431"/>
                <a:gd name="connsiteY65" fmla="*/ 70630 h 97936"/>
                <a:gd name="connsiteX66" fmla="*/ 85119 w 89431"/>
                <a:gd name="connsiteY66" fmla="*/ 70630 h 97936"/>
                <a:gd name="connsiteX67" fmla="*/ 87113 w 89431"/>
                <a:gd name="connsiteY67" fmla="*/ 77259 h 97936"/>
                <a:gd name="connsiteX68" fmla="*/ 85722 w 89431"/>
                <a:gd name="connsiteY68" fmla="*/ 83844 h 97936"/>
                <a:gd name="connsiteX69" fmla="*/ 85814 w 89431"/>
                <a:gd name="connsiteY69" fmla="*/ 84503 h 97936"/>
                <a:gd name="connsiteX70" fmla="*/ 87159 w 89431"/>
                <a:gd name="connsiteY70" fmla="*/ 87313 h 97936"/>
                <a:gd name="connsiteX71" fmla="*/ 87159 w 89431"/>
                <a:gd name="connsiteY71" fmla="*/ 92010 h 97936"/>
                <a:gd name="connsiteX72" fmla="*/ 81779 w 89431"/>
                <a:gd name="connsiteY72" fmla="*/ 95697 h 97936"/>
                <a:gd name="connsiteX73" fmla="*/ 81362 w 89431"/>
                <a:gd name="connsiteY73" fmla="*/ 95961 h 97936"/>
                <a:gd name="connsiteX74" fmla="*/ 81084 w 89431"/>
                <a:gd name="connsiteY74" fmla="*/ 97497 h 97936"/>
                <a:gd name="connsiteX75" fmla="*/ 82011 w 89431"/>
                <a:gd name="connsiteY75" fmla="*/ 97936 h 97936"/>
                <a:gd name="connsiteX76" fmla="*/ 82707 w 89431"/>
                <a:gd name="connsiteY76" fmla="*/ 97717 h 97936"/>
                <a:gd name="connsiteX77" fmla="*/ 84748 w 89431"/>
                <a:gd name="connsiteY77" fmla="*/ 96312 h 97936"/>
                <a:gd name="connsiteX78" fmla="*/ 88968 w 89431"/>
                <a:gd name="connsiteY78" fmla="*/ 93414 h 97936"/>
                <a:gd name="connsiteX79" fmla="*/ 89432 w 89431"/>
                <a:gd name="connsiteY79" fmla="*/ 92537 h 97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89431" h="97936">
                  <a:moveTo>
                    <a:pt x="89385" y="92449"/>
                  </a:moveTo>
                  <a:lnTo>
                    <a:pt x="89385" y="86961"/>
                  </a:lnTo>
                  <a:cubicBezTo>
                    <a:pt x="89385" y="86961"/>
                    <a:pt x="89385" y="86654"/>
                    <a:pt x="89293" y="86522"/>
                  </a:cubicBezTo>
                  <a:lnTo>
                    <a:pt x="87994" y="83844"/>
                  </a:lnTo>
                  <a:lnTo>
                    <a:pt x="89385" y="77347"/>
                  </a:lnTo>
                  <a:cubicBezTo>
                    <a:pt x="89385" y="77347"/>
                    <a:pt x="89385" y="76996"/>
                    <a:pt x="89385" y="76820"/>
                  </a:cubicBezTo>
                  <a:lnTo>
                    <a:pt x="87067" y="69138"/>
                  </a:lnTo>
                  <a:cubicBezTo>
                    <a:pt x="86927" y="68655"/>
                    <a:pt x="86464" y="68348"/>
                    <a:pt x="85954" y="68348"/>
                  </a:cubicBezTo>
                  <a:lnTo>
                    <a:pt x="80945" y="68348"/>
                  </a:lnTo>
                  <a:lnTo>
                    <a:pt x="75797" y="63387"/>
                  </a:lnTo>
                  <a:lnTo>
                    <a:pt x="75797" y="45607"/>
                  </a:lnTo>
                  <a:cubicBezTo>
                    <a:pt x="75797" y="45344"/>
                    <a:pt x="75704" y="45124"/>
                    <a:pt x="75519" y="44905"/>
                  </a:cubicBezTo>
                  <a:lnTo>
                    <a:pt x="64806" y="32569"/>
                  </a:lnTo>
                  <a:cubicBezTo>
                    <a:pt x="64806" y="32569"/>
                    <a:pt x="64481" y="32306"/>
                    <a:pt x="64249" y="32218"/>
                  </a:cubicBezTo>
                  <a:lnTo>
                    <a:pt x="52655" y="28662"/>
                  </a:lnTo>
                  <a:cubicBezTo>
                    <a:pt x="52284" y="28530"/>
                    <a:pt x="51912" y="28618"/>
                    <a:pt x="51634" y="28838"/>
                  </a:cubicBezTo>
                  <a:cubicBezTo>
                    <a:pt x="51310" y="29057"/>
                    <a:pt x="51171" y="29364"/>
                    <a:pt x="51171" y="29715"/>
                  </a:cubicBezTo>
                  <a:cubicBezTo>
                    <a:pt x="51171" y="34720"/>
                    <a:pt x="45512" y="39769"/>
                    <a:pt x="43657" y="41305"/>
                  </a:cubicBezTo>
                  <a:lnTo>
                    <a:pt x="32341" y="35379"/>
                  </a:lnTo>
                  <a:cubicBezTo>
                    <a:pt x="31877" y="35159"/>
                    <a:pt x="31367" y="35203"/>
                    <a:pt x="30996" y="35554"/>
                  </a:cubicBezTo>
                  <a:lnTo>
                    <a:pt x="18706" y="46573"/>
                  </a:lnTo>
                  <a:lnTo>
                    <a:pt x="16619" y="44378"/>
                  </a:lnTo>
                  <a:lnTo>
                    <a:pt x="19727" y="36783"/>
                  </a:lnTo>
                  <a:cubicBezTo>
                    <a:pt x="19866" y="36476"/>
                    <a:pt x="19819" y="36169"/>
                    <a:pt x="19727" y="35905"/>
                  </a:cubicBezTo>
                  <a:lnTo>
                    <a:pt x="17501" y="31691"/>
                  </a:lnTo>
                  <a:lnTo>
                    <a:pt x="21953" y="20760"/>
                  </a:lnTo>
                  <a:cubicBezTo>
                    <a:pt x="22046" y="20540"/>
                    <a:pt x="22046" y="20277"/>
                    <a:pt x="21953" y="20058"/>
                  </a:cubicBezTo>
                  <a:lnTo>
                    <a:pt x="19773" y="13077"/>
                  </a:lnTo>
                  <a:cubicBezTo>
                    <a:pt x="19588" y="12551"/>
                    <a:pt x="19124" y="12243"/>
                    <a:pt x="18521" y="12287"/>
                  </a:cubicBezTo>
                  <a:lnTo>
                    <a:pt x="13744" y="12814"/>
                  </a:lnTo>
                  <a:cubicBezTo>
                    <a:pt x="13466" y="12814"/>
                    <a:pt x="13188" y="12990"/>
                    <a:pt x="13002" y="13209"/>
                  </a:cubicBezTo>
                  <a:lnTo>
                    <a:pt x="11889" y="14482"/>
                  </a:lnTo>
                  <a:lnTo>
                    <a:pt x="9106" y="14482"/>
                  </a:lnTo>
                  <a:lnTo>
                    <a:pt x="2428" y="1093"/>
                  </a:lnTo>
                  <a:lnTo>
                    <a:pt x="2196" y="566"/>
                  </a:lnTo>
                  <a:cubicBezTo>
                    <a:pt x="2196" y="566"/>
                    <a:pt x="2103" y="478"/>
                    <a:pt x="2057" y="434"/>
                  </a:cubicBezTo>
                  <a:cubicBezTo>
                    <a:pt x="1964" y="303"/>
                    <a:pt x="1872" y="215"/>
                    <a:pt x="1732" y="171"/>
                  </a:cubicBezTo>
                  <a:cubicBezTo>
                    <a:pt x="1593" y="83"/>
                    <a:pt x="1500" y="39"/>
                    <a:pt x="1361" y="39"/>
                  </a:cubicBezTo>
                  <a:cubicBezTo>
                    <a:pt x="1129" y="39"/>
                    <a:pt x="897" y="-49"/>
                    <a:pt x="666" y="39"/>
                  </a:cubicBezTo>
                  <a:cubicBezTo>
                    <a:pt x="109" y="303"/>
                    <a:pt x="-169" y="961"/>
                    <a:pt x="109" y="1488"/>
                  </a:cubicBezTo>
                  <a:lnTo>
                    <a:pt x="434" y="2102"/>
                  </a:lnTo>
                  <a:lnTo>
                    <a:pt x="7344" y="16019"/>
                  </a:lnTo>
                  <a:cubicBezTo>
                    <a:pt x="7529" y="16414"/>
                    <a:pt x="7947" y="16633"/>
                    <a:pt x="8411" y="16633"/>
                  </a:cubicBezTo>
                  <a:lnTo>
                    <a:pt x="12492" y="16633"/>
                  </a:lnTo>
                  <a:cubicBezTo>
                    <a:pt x="12816" y="16633"/>
                    <a:pt x="13141" y="16502"/>
                    <a:pt x="13373" y="16238"/>
                  </a:cubicBezTo>
                  <a:lnTo>
                    <a:pt x="14532" y="14921"/>
                  </a:lnTo>
                  <a:lnTo>
                    <a:pt x="17872" y="14526"/>
                  </a:lnTo>
                  <a:lnTo>
                    <a:pt x="19634" y="20277"/>
                  </a:lnTo>
                  <a:lnTo>
                    <a:pt x="15135" y="31296"/>
                  </a:lnTo>
                  <a:cubicBezTo>
                    <a:pt x="14996" y="31603"/>
                    <a:pt x="15043" y="31910"/>
                    <a:pt x="15135" y="32174"/>
                  </a:cubicBezTo>
                  <a:lnTo>
                    <a:pt x="17361" y="36388"/>
                  </a:lnTo>
                  <a:lnTo>
                    <a:pt x="14208" y="44159"/>
                  </a:lnTo>
                  <a:cubicBezTo>
                    <a:pt x="14069" y="44554"/>
                    <a:pt x="14115" y="44993"/>
                    <a:pt x="14440" y="45300"/>
                  </a:cubicBezTo>
                  <a:lnTo>
                    <a:pt x="17779" y="48856"/>
                  </a:lnTo>
                  <a:cubicBezTo>
                    <a:pt x="17964" y="49075"/>
                    <a:pt x="18289" y="49207"/>
                    <a:pt x="18614" y="49207"/>
                  </a:cubicBezTo>
                  <a:cubicBezTo>
                    <a:pt x="18892" y="49207"/>
                    <a:pt x="19217" y="49119"/>
                    <a:pt x="19448" y="48900"/>
                  </a:cubicBezTo>
                  <a:lnTo>
                    <a:pt x="32017" y="37661"/>
                  </a:lnTo>
                  <a:lnTo>
                    <a:pt x="43286" y="43588"/>
                  </a:lnTo>
                  <a:cubicBezTo>
                    <a:pt x="43704" y="43807"/>
                    <a:pt x="44168" y="43764"/>
                    <a:pt x="44539" y="43500"/>
                  </a:cubicBezTo>
                  <a:cubicBezTo>
                    <a:pt x="44863" y="43237"/>
                    <a:pt x="52376" y="37661"/>
                    <a:pt x="53397" y="31208"/>
                  </a:cubicBezTo>
                  <a:lnTo>
                    <a:pt x="63275" y="34237"/>
                  </a:lnTo>
                  <a:lnTo>
                    <a:pt x="73524" y="46046"/>
                  </a:lnTo>
                  <a:lnTo>
                    <a:pt x="73524" y="63914"/>
                  </a:lnTo>
                  <a:cubicBezTo>
                    <a:pt x="73524" y="64221"/>
                    <a:pt x="73663" y="64484"/>
                    <a:pt x="73849" y="64660"/>
                  </a:cubicBezTo>
                  <a:lnTo>
                    <a:pt x="79646" y="70279"/>
                  </a:lnTo>
                  <a:cubicBezTo>
                    <a:pt x="79646" y="70279"/>
                    <a:pt x="80156" y="70630"/>
                    <a:pt x="80481" y="70630"/>
                  </a:cubicBezTo>
                  <a:lnTo>
                    <a:pt x="85119" y="70630"/>
                  </a:lnTo>
                  <a:lnTo>
                    <a:pt x="87113" y="77259"/>
                  </a:lnTo>
                  <a:lnTo>
                    <a:pt x="85722" y="83844"/>
                  </a:lnTo>
                  <a:cubicBezTo>
                    <a:pt x="85675" y="84064"/>
                    <a:pt x="85722" y="84283"/>
                    <a:pt x="85814" y="84503"/>
                  </a:cubicBezTo>
                  <a:lnTo>
                    <a:pt x="87159" y="87313"/>
                  </a:lnTo>
                  <a:lnTo>
                    <a:pt x="87159" y="92010"/>
                  </a:lnTo>
                  <a:lnTo>
                    <a:pt x="81779" y="95697"/>
                  </a:lnTo>
                  <a:lnTo>
                    <a:pt x="81362" y="95961"/>
                  </a:lnTo>
                  <a:cubicBezTo>
                    <a:pt x="80852" y="96312"/>
                    <a:pt x="80713" y="97014"/>
                    <a:pt x="81084" y="97497"/>
                  </a:cubicBezTo>
                  <a:cubicBezTo>
                    <a:pt x="81316" y="97804"/>
                    <a:pt x="81640" y="97936"/>
                    <a:pt x="82011" y="97936"/>
                  </a:cubicBezTo>
                  <a:cubicBezTo>
                    <a:pt x="82243" y="97936"/>
                    <a:pt x="82475" y="97848"/>
                    <a:pt x="82707" y="97717"/>
                  </a:cubicBezTo>
                  <a:lnTo>
                    <a:pt x="84748" y="96312"/>
                  </a:lnTo>
                  <a:lnTo>
                    <a:pt x="88968" y="93414"/>
                  </a:lnTo>
                  <a:cubicBezTo>
                    <a:pt x="89293" y="93195"/>
                    <a:pt x="89432" y="92888"/>
                    <a:pt x="89432" y="92537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" name="Freeform: Shape 2656">
              <a:extLst>
                <a:ext uri="{FF2B5EF4-FFF2-40B4-BE49-F238E27FC236}">
                  <a16:creationId xmlns:a16="http://schemas.microsoft.com/office/drawing/2014/main" id="{4062ADFB-2F8C-5BA8-F41F-69D6DF562197}"/>
                </a:ext>
              </a:extLst>
            </p:cNvPr>
            <p:cNvSpPr>
              <a:spLocks/>
            </p:cNvSpPr>
            <p:nvPr/>
          </p:nvSpPr>
          <p:spPr>
            <a:xfrm>
              <a:off x="7748782" y="2808862"/>
              <a:ext cx="12459" cy="5766"/>
            </a:xfrm>
            <a:custGeom>
              <a:avLst/>
              <a:gdLst>
                <a:gd name="connsiteX0" fmla="*/ 1159 w 8347"/>
                <a:gd name="connsiteY0" fmla="*/ 1668 h 3863"/>
                <a:gd name="connsiteX1" fmla="*/ 0 w 8347"/>
                <a:gd name="connsiteY1" fmla="*/ 2766 h 3863"/>
                <a:gd name="connsiteX2" fmla="*/ 1113 w 8347"/>
                <a:gd name="connsiteY2" fmla="*/ 3863 h 3863"/>
                <a:gd name="connsiteX3" fmla="*/ 1159 w 8347"/>
                <a:gd name="connsiteY3" fmla="*/ 3863 h 3863"/>
                <a:gd name="connsiteX4" fmla="*/ 4359 w 8347"/>
                <a:gd name="connsiteY4" fmla="*/ 3863 h 3863"/>
                <a:gd name="connsiteX5" fmla="*/ 4823 w 8347"/>
                <a:gd name="connsiteY5" fmla="*/ 3775 h 3863"/>
                <a:gd name="connsiteX6" fmla="*/ 8348 w 8347"/>
                <a:gd name="connsiteY6" fmla="*/ 2239 h 3863"/>
                <a:gd name="connsiteX7" fmla="*/ 7791 w 8347"/>
                <a:gd name="connsiteY7" fmla="*/ 1580 h 3863"/>
                <a:gd name="connsiteX8" fmla="*/ 7791 w 8347"/>
                <a:gd name="connsiteY8" fmla="*/ 1449 h 3863"/>
                <a:gd name="connsiteX9" fmla="*/ 7699 w 8347"/>
                <a:gd name="connsiteY9" fmla="*/ 1361 h 3863"/>
                <a:gd name="connsiteX10" fmla="*/ 7699 w 8347"/>
                <a:gd name="connsiteY10" fmla="*/ 1098 h 3863"/>
                <a:gd name="connsiteX11" fmla="*/ 7606 w 8347"/>
                <a:gd name="connsiteY11" fmla="*/ 922 h 3863"/>
                <a:gd name="connsiteX12" fmla="*/ 7606 w 8347"/>
                <a:gd name="connsiteY12" fmla="*/ 878 h 3863"/>
                <a:gd name="connsiteX13" fmla="*/ 7652 w 8347"/>
                <a:gd name="connsiteY13" fmla="*/ 658 h 3863"/>
                <a:gd name="connsiteX14" fmla="*/ 7838 w 8347"/>
                <a:gd name="connsiteY14" fmla="*/ 351 h 3863"/>
                <a:gd name="connsiteX15" fmla="*/ 7931 w 8347"/>
                <a:gd name="connsiteY15" fmla="*/ 132 h 3863"/>
                <a:gd name="connsiteX16" fmla="*/ 7977 w 8347"/>
                <a:gd name="connsiteY16" fmla="*/ 132 h 3863"/>
                <a:gd name="connsiteX17" fmla="*/ 7977 w 8347"/>
                <a:gd name="connsiteY17" fmla="*/ 88 h 3863"/>
                <a:gd name="connsiteX18" fmla="*/ 8116 w 8347"/>
                <a:gd name="connsiteY18" fmla="*/ 88 h 3863"/>
                <a:gd name="connsiteX19" fmla="*/ 8209 w 8347"/>
                <a:gd name="connsiteY19" fmla="*/ 0 h 3863"/>
                <a:gd name="connsiteX20" fmla="*/ 4081 w 8347"/>
                <a:gd name="connsiteY20" fmla="*/ 1756 h 3863"/>
                <a:gd name="connsiteX21" fmla="*/ 1159 w 8347"/>
                <a:gd name="connsiteY21" fmla="*/ 1756 h 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347" h="3863">
                  <a:moveTo>
                    <a:pt x="1159" y="1668"/>
                  </a:moveTo>
                  <a:cubicBezTo>
                    <a:pt x="510" y="1668"/>
                    <a:pt x="0" y="2151"/>
                    <a:pt x="0" y="2766"/>
                  </a:cubicBezTo>
                  <a:cubicBezTo>
                    <a:pt x="0" y="3380"/>
                    <a:pt x="510" y="3819"/>
                    <a:pt x="1113" y="3863"/>
                  </a:cubicBezTo>
                  <a:cubicBezTo>
                    <a:pt x="1113" y="3863"/>
                    <a:pt x="1113" y="3863"/>
                    <a:pt x="1159" y="3863"/>
                  </a:cubicBezTo>
                  <a:lnTo>
                    <a:pt x="4359" y="3863"/>
                  </a:lnTo>
                  <a:cubicBezTo>
                    <a:pt x="4359" y="3863"/>
                    <a:pt x="4684" y="3863"/>
                    <a:pt x="4823" y="3775"/>
                  </a:cubicBezTo>
                  <a:lnTo>
                    <a:pt x="8348" y="2239"/>
                  </a:lnTo>
                  <a:lnTo>
                    <a:pt x="7791" y="1580"/>
                  </a:lnTo>
                  <a:cubicBezTo>
                    <a:pt x="7791" y="1580"/>
                    <a:pt x="7791" y="1493"/>
                    <a:pt x="7791" y="1449"/>
                  </a:cubicBezTo>
                  <a:cubicBezTo>
                    <a:pt x="7791" y="1449"/>
                    <a:pt x="7699" y="1405"/>
                    <a:pt x="7699" y="1361"/>
                  </a:cubicBezTo>
                  <a:cubicBezTo>
                    <a:pt x="7699" y="1273"/>
                    <a:pt x="7699" y="1185"/>
                    <a:pt x="7699" y="1098"/>
                  </a:cubicBezTo>
                  <a:cubicBezTo>
                    <a:pt x="7699" y="1010"/>
                    <a:pt x="7606" y="966"/>
                    <a:pt x="7606" y="922"/>
                  </a:cubicBezTo>
                  <a:cubicBezTo>
                    <a:pt x="7606" y="922"/>
                    <a:pt x="7606" y="922"/>
                    <a:pt x="7606" y="878"/>
                  </a:cubicBezTo>
                  <a:cubicBezTo>
                    <a:pt x="7606" y="790"/>
                    <a:pt x="7606" y="746"/>
                    <a:pt x="7652" y="658"/>
                  </a:cubicBezTo>
                  <a:cubicBezTo>
                    <a:pt x="7652" y="527"/>
                    <a:pt x="7745" y="439"/>
                    <a:pt x="7838" y="351"/>
                  </a:cubicBezTo>
                  <a:cubicBezTo>
                    <a:pt x="7838" y="307"/>
                    <a:pt x="7838" y="176"/>
                    <a:pt x="7931" y="132"/>
                  </a:cubicBezTo>
                  <a:cubicBezTo>
                    <a:pt x="7931" y="132"/>
                    <a:pt x="7931" y="132"/>
                    <a:pt x="7977" y="132"/>
                  </a:cubicBezTo>
                  <a:cubicBezTo>
                    <a:pt x="7977" y="132"/>
                    <a:pt x="7977" y="132"/>
                    <a:pt x="7977" y="88"/>
                  </a:cubicBezTo>
                  <a:cubicBezTo>
                    <a:pt x="7977" y="88"/>
                    <a:pt x="8070" y="88"/>
                    <a:pt x="8116" y="88"/>
                  </a:cubicBezTo>
                  <a:cubicBezTo>
                    <a:pt x="8116" y="88"/>
                    <a:pt x="8162" y="0"/>
                    <a:pt x="8209" y="0"/>
                  </a:cubicBezTo>
                  <a:lnTo>
                    <a:pt x="4081" y="1756"/>
                  </a:lnTo>
                  <a:lnTo>
                    <a:pt x="1159" y="1756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" name="Freeform: Shape 2657">
              <a:extLst>
                <a:ext uri="{FF2B5EF4-FFF2-40B4-BE49-F238E27FC236}">
                  <a16:creationId xmlns:a16="http://schemas.microsoft.com/office/drawing/2014/main" id="{98E6E007-AD7B-0F35-F239-7C0C40161125}"/>
                </a:ext>
              </a:extLst>
            </p:cNvPr>
            <p:cNvSpPr>
              <a:spLocks/>
            </p:cNvSpPr>
            <p:nvPr/>
          </p:nvSpPr>
          <p:spPr>
            <a:xfrm>
              <a:off x="7760828" y="2651269"/>
              <a:ext cx="1111117" cy="458294"/>
            </a:xfrm>
            <a:custGeom>
              <a:avLst/>
              <a:gdLst>
                <a:gd name="connsiteX0" fmla="*/ 684297 w 744401"/>
                <a:gd name="connsiteY0" fmla="*/ 242416 h 307037"/>
                <a:gd name="connsiteX1" fmla="*/ 684807 w 744401"/>
                <a:gd name="connsiteY1" fmla="*/ 241977 h 307037"/>
                <a:gd name="connsiteX2" fmla="*/ 689166 w 744401"/>
                <a:gd name="connsiteY2" fmla="*/ 235392 h 307037"/>
                <a:gd name="connsiteX3" fmla="*/ 689306 w 744401"/>
                <a:gd name="connsiteY3" fmla="*/ 234558 h 307037"/>
                <a:gd name="connsiteX4" fmla="*/ 687914 w 744401"/>
                <a:gd name="connsiteY4" fmla="*/ 229071 h 307037"/>
                <a:gd name="connsiteX5" fmla="*/ 689306 w 744401"/>
                <a:gd name="connsiteY5" fmla="*/ 223539 h 307037"/>
                <a:gd name="connsiteX6" fmla="*/ 689306 w 744401"/>
                <a:gd name="connsiteY6" fmla="*/ 223188 h 307037"/>
                <a:gd name="connsiteX7" fmla="*/ 687265 w 744401"/>
                <a:gd name="connsiteY7" fmla="*/ 205628 h 307037"/>
                <a:gd name="connsiteX8" fmla="*/ 686940 w 744401"/>
                <a:gd name="connsiteY8" fmla="*/ 204969 h 307037"/>
                <a:gd name="connsiteX9" fmla="*/ 683183 w 744401"/>
                <a:gd name="connsiteY9" fmla="*/ 201501 h 307037"/>
                <a:gd name="connsiteX10" fmla="*/ 686337 w 744401"/>
                <a:gd name="connsiteY10" fmla="*/ 199350 h 307037"/>
                <a:gd name="connsiteX11" fmla="*/ 691949 w 744401"/>
                <a:gd name="connsiteY11" fmla="*/ 197814 h 307037"/>
                <a:gd name="connsiteX12" fmla="*/ 692598 w 744401"/>
                <a:gd name="connsiteY12" fmla="*/ 197331 h 307037"/>
                <a:gd name="connsiteX13" fmla="*/ 696123 w 744401"/>
                <a:gd name="connsiteY13" fmla="*/ 192019 h 307037"/>
                <a:gd name="connsiteX14" fmla="*/ 700343 w 744401"/>
                <a:gd name="connsiteY14" fmla="*/ 193555 h 307037"/>
                <a:gd name="connsiteX15" fmla="*/ 711891 w 744401"/>
                <a:gd name="connsiteY15" fmla="*/ 197770 h 307037"/>
                <a:gd name="connsiteX16" fmla="*/ 711891 w 744401"/>
                <a:gd name="connsiteY16" fmla="*/ 197770 h 307037"/>
                <a:gd name="connsiteX17" fmla="*/ 712819 w 744401"/>
                <a:gd name="connsiteY17" fmla="*/ 197770 h 307037"/>
                <a:gd name="connsiteX18" fmla="*/ 717596 w 744401"/>
                <a:gd name="connsiteY18" fmla="*/ 195531 h 307037"/>
                <a:gd name="connsiteX19" fmla="*/ 718245 w 744401"/>
                <a:gd name="connsiteY19" fmla="*/ 194697 h 307037"/>
                <a:gd name="connsiteX20" fmla="*/ 719033 w 744401"/>
                <a:gd name="connsiteY20" fmla="*/ 188770 h 307037"/>
                <a:gd name="connsiteX21" fmla="*/ 723021 w 744401"/>
                <a:gd name="connsiteY21" fmla="*/ 187365 h 307037"/>
                <a:gd name="connsiteX22" fmla="*/ 723764 w 744401"/>
                <a:gd name="connsiteY22" fmla="*/ 186575 h 307037"/>
                <a:gd name="connsiteX23" fmla="*/ 726871 w 744401"/>
                <a:gd name="connsiteY23" fmla="*/ 174020 h 307037"/>
                <a:gd name="connsiteX24" fmla="*/ 730627 w 744401"/>
                <a:gd name="connsiteY24" fmla="*/ 171254 h 307037"/>
                <a:gd name="connsiteX25" fmla="*/ 730999 w 744401"/>
                <a:gd name="connsiteY25" fmla="*/ 170025 h 307037"/>
                <a:gd name="connsiteX26" fmla="*/ 729144 w 744401"/>
                <a:gd name="connsiteY26" fmla="*/ 164976 h 307037"/>
                <a:gd name="connsiteX27" fmla="*/ 734709 w 744401"/>
                <a:gd name="connsiteY27" fmla="*/ 154704 h 307037"/>
                <a:gd name="connsiteX28" fmla="*/ 734848 w 744401"/>
                <a:gd name="connsiteY28" fmla="*/ 154353 h 307037"/>
                <a:gd name="connsiteX29" fmla="*/ 735636 w 744401"/>
                <a:gd name="connsiteY29" fmla="*/ 148207 h 307037"/>
                <a:gd name="connsiteX30" fmla="*/ 739486 w 744401"/>
                <a:gd name="connsiteY30" fmla="*/ 145309 h 307037"/>
                <a:gd name="connsiteX31" fmla="*/ 744123 w 744401"/>
                <a:gd name="connsiteY31" fmla="*/ 140085 h 307037"/>
                <a:gd name="connsiteX32" fmla="*/ 744170 w 744401"/>
                <a:gd name="connsiteY32" fmla="*/ 138724 h 307037"/>
                <a:gd name="connsiteX33" fmla="*/ 739718 w 744401"/>
                <a:gd name="connsiteY33" fmla="*/ 132798 h 307037"/>
                <a:gd name="connsiteX34" fmla="*/ 744170 w 744401"/>
                <a:gd name="connsiteY34" fmla="*/ 127135 h 307037"/>
                <a:gd name="connsiteX35" fmla="*/ 744401 w 744401"/>
                <a:gd name="connsiteY35" fmla="*/ 126476 h 307037"/>
                <a:gd name="connsiteX36" fmla="*/ 744401 w 744401"/>
                <a:gd name="connsiteY36" fmla="*/ 123184 h 307037"/>
                <a:gd name="connsiteX37" fmla="*/ 743984 w 744401"/>
                <a:gd name="connsiteY37" fmla="*/ 122306 h 307037"/>
                <a:gd name="connsiteX38" fmla="*/ 743010 w 744401"/>
                <a:gd name="connsiteY38" fmla="*/ 122086 h 307037"/>
                <a:gd name="connsiteX39" fmla="*/ 731416 w 744401"/>
                <a:gd name="connsiteY39" fmla="*/ 124544 h 307037"/>
                <a:gd name="connsiteX40" fmla="*/ 731137 w 744401"/>
                <a:gd name="connsiteY40" fmla="*/ 124632 h 307037"/>
                <a:gd name="connsiteX41" fmla="*/ 723254 w 744401"/>
                <a:gd name="connsiteY41" fmla="*/ 128627 h 307037"/>
                <a:gd name="connsiteX42" fmla="*/ 716575 w 744401"/>
                <a:gd name="connsiteY42" fmla="*/ 128891 h 307037"/>
                <a:gd name="connsiteX43" fmla="*/ 715926 w 744401"/>
                <a:gd name="connsiteY43" fmla="*/ 129110 h 307037"/>
                <a:gd name="connsiteX44" fmla="*/ 708970 w 744401"/>
                <a:gd name="connsiteY44" fmla="*/ 134027 h 307037"/>
                <a:gd name="connsiteX45" fmla="*/ 708505 w 744401"/>
                <a:gd name="connsiteY45" fmla="*/ 134905 h 307037"/>
                <a:gd name="connsiteX46" fmla="*/ 708505 w 744401"/>
                <a:gd name="connsiteY46" fmla="*/ 138197 h 307037"/>
                <a:gd name="connsiteX47" fmla="*/ 684204 w 744401"/>
                <a:gd name="connsiteY47" fmla="*/ 138197 h 307037"/>
                <a:gd name="connsiteX48" fmla="*/ 679334 w 744401"/>
                <a:gd name="connsiteY48" fmla="*/ 130910 h 307037"/>
                <a:gd name="connsiteX49" fmla="*/ 680911 w 744401"/>
                <a:gd name="connsiteY49" fmla="*/ 126476 h 307037"/>
                <a:gd name="connsiteX50" fmla="*/ 680957 w 744401"/>
                <a:gd name="connsiteY50" fmla="*/ 126125 h 307037"/>
                <a:gd name="connsiteX51" fmla="*/ 680957 w 744401"/>
                <a:gd name="connsiteY51" fmla="*/ 121471 h 307037"/>
                <a:gd name="connsiteX52" fmla="*/ 680308 w 744401"/>
                <a:gd name="connsiteY52" fmla="*/ 120506 h 307037"/>
                <a:gd name="connsiteX53" fmla="*/ 676644 w 744401"/>
                <a:gd name="connsiteY53" fmla="*/ 118794 h 307037"/>
                <a:gd name="connsiteX54" fmla="*/ 679381 w 744401"/>
                <a:gd name="connsiteY54" fmla="*/ 112911 h 307037"/>
                <a:gd name="connsiteX55" fmla="*/ 679288 w 744401"/>
                <a:gd name="connsiteY55" fmla="*/ 111857 h 307037"/>
                <a:gd name="connsiteX56" fmla="*/ 678314 w 744401"/>
                <a:gd name="connsiteY56" fmla="*/ 111374 h 307037"/>
                <a:gd name="connsiteX57" fmla="*/ 672424 w 744401"/>
                <a:gd name="connsiteY57" fmla="*/ 111374 h 307037"/>
                <a:gd name="connsiteX58" fmla="*/ 658279 w 744401"/>
                <a:gd name="connsiteY58" fmla="*/ 98512 h 307037"/>
                <a:gd name="connsiteX59" fmla="*/ 657027 w 744401"/>
                <a:gd name="connsiteY59" fmla="*/ 98292 h 307037"/>
                <a:gd name="connsiteX60" fmla="*/ 656331 w 744401"/>
                <a:gd name="connsiteY60" fmla="*/ 99302 h 307037"/>
                <a:gd name="connsiteX61" fmla="*/ 656331 w 744401"/>
                <a:gd name="connsiteY61" fmla="*/ 100663 h 307037"/>
                <a:gd name="connsiteX62" fmla="*/ 653270 w 744401"/>
                <a:gd name="connsiteY62" fmla="*/ 100663 h 307037"/>
                <a:gd name="connsiteX63" fmla="*/ 646638 w 744401"/>
                <a:gd name="connsiteY63" fmla="*/ 95439 h 307037"/>
                <a:gd name="connsiteX64" fmla="*/ 645942 w 744401"/>
                <a:gd name="connsiteY64" fmla="*/ 95175 h 307037"/>
                <a:gd name="connsiteX65" fmla="*/ 633931 w 744401"/>
                <a:gd name="connsiteY65" fmla="*/ 94649 h 307037"/>
                <a:gd name="connsiteX66" fmla="*/ 630545 w 744401"/>
                <a:gd name="connsiteY66" fmla="*/ 91444 h 307037"/>
                <a:gd name="connsiteX67" fmla="*/ 630545 w 744401"/>
                <a:gd name="connsiteY67" fmla="*/ 82313 h 307037"/>
                <a:gd name="connsiteX68" fmla="*/ 630175 w 744401"/>
                <a:gd name="connsiteY68" fmla="*/ 81522 h 307037"/>
                <a:gd name="connsiteX69" fmla="*/ 627067 w 744401"/>
                <a:gd name="connsiteY69" fmla="*/ 78844 h 307037"/>
                <a:gd name="connsiteX70" fmla="*/ 627067 w 744401"/>
                <a:gd name="connsiteY70" fmla="*/ 69450 h 307037"/>
                <a:gd name="connsiteX71" fmla="*/ 626789 w 744401"/>
                <a:gd name="connsiteY71" fmla="*/ 68748 h 307037"/>
                <a:gd name="connsiteX72" fmla="*/ 620667 w 744401"/>
                <a:gd name="connsiteY72" fmla="*/ 61899 h 307037"/>
                <a:gd name="connsiteX73" fmla="*/ 620667 w 744401"/>
                <a:gd name="connsiteY73" fmla="*/ 54743 h 307037"/>
                <a:gd name="connsiteX74" fmla="*/ 620481 w 744401"/>
                <a:gd name="connsiteY74" fmla="*/ 54173 h 307037"/>
                <a:gd name="connsiteX75" fmla="*/ 612737 w 744401"/>
                <a:gd name="connsiteY75" fmla="*/ 42495 h 307037"/>
                <a:gd name="connsiteX76" fmla="*/ 615612 w 744401"/>
                <a:gd name="connsiteY76" fmla="*/ 37271 h 307037"/>
                <a:gd name="connsiteX77" fmla="*/ 615612 w 744401"/>
                <a:gd name="connsiteY77" fmla="*/ 36305 h 307037"/>
                <a:gd name="connsiteX78" fmla="*/ 614823 w 744401"/>
                <a:gd name="connsiteY78" fmla="*/ 35691 h 307037"/>
                <a:gd name="connsiteX79" fmla="*/ 610789 w 744401"/>
                <a:gd name="connsiteY79" fmla="*/ 34813 h 307037"/>
                <a:gd name="connsiteX80" fmla="*/ 610789 w 744401"/>
                <a:gd name="connsiteY80" fmla="*/ 29940 h 307037"/>
                <a:gd name="connsiteX81" fmla="*/ 610371 w 744401"/>
                <a:gd name="connsiteY81" fmla="*/ 29106 h 307037"/>
                <a:gd name="connsiteX82" fmla="*/ 604991 w 744401"/>
                <a:gd name="connsiteY82" fmla="*/ 24979 h 307037"/>
                <a:gd name="connsiteX83" fmla="*/ 606893 w 744401"/>
                <a:gd name="connsiteY83" fmla="*/ 21379 h 307037"/>
                <a:gd name="connsiteX84" fmla="*/ 606940 w 744401"/>
                <a:gd name="connsiteY84" fmla="*/ 20501 h 307037"/>
                <a:gd name="connsiteX85" fmla="*/ 606337 w 744401"/>
                <a:gd name="connsiteY85" fmla="*/ 19887 h 307037"/>
                <a:gd name="connsiteX86" fmla="*/ 601652 w 744401"/>
                <a:gd name="connsiteY86" fmla="*/ 17867 h 307037"/>
                <a:gd name="connsiteX87" fmla="*/ 602858 w 744401"/>
                <a:gd name="connsiteY87" fmla="*/ 15584 h 307037"/>
                <a:gd name="connsiteX88" fmla="*/ 602580 w 744401"/>
                <a:gd name="connsiteY88" fmla="*/ 14268 h 307037"/>
                <a:gd name="connsiteX89" fmla="*/ 599983 w 744401"/>
                <a:gd name="connsiteY89" fmla="*/ 12073 h 307037"/>
                <a:gd name="connsiteX90" fmla="*/ 599148 w 744401"/>
                <a:gd name="connsiteY90" fmla="*/ 11809 h 307037"/>
                <a:gd name="connsiteX91" fmla="*/ 594974 w 744401"/>
                <a:gd name="connsiteY91" fmla="*/ 12073 h 307037"/>
                <a:gd name="connsiteX92" fmla="*/ 590708 w 744401"/>
                <a:gd name="connsiteY92" fmla="*/ 8517 h 307037"/>
                <a:gd name="connsiteX93" fmla="*/ 589130 w 744401"/>
                <a:gd name="connsiteY93" fmla="*/ 8560 h 307037"/>
                <a:gd name="connsiteX94" fmla="*/ 586580 w 744401"/>
                <a:gd name="connsiteY94" fmla="*/ 10975 h 307037"/>
                <a:gd name="connsiteX95" fmla="*/ 568539 w 744401"/>
                <a:gd name="connsiteY95" fmla="*/ 176 h 307037"/>
                <a:gd name="connsiteX96" fmla="*/ 567797 w 744401"/>
                <a:gd name="connsiteY96" fmla="*/ 0 h 307037"/>
                <a:gd name="connsiteX97" fmla="*/ 547901 w 744401"/>
                <a:gd name="connsiteY97" fmla="*/ 2063 h 307037"/>
                <a:gd name="connsiteX98" fmla="*/ 547901 w 744401"/>
                <a:gd name="connsiteY98" fmla="*/ 1098 h 307037"/>
                <a:gd name="connsiteX99" fmla="*/ 547437 w 744401"/>
                <a:gd name="connsiteY99" fmla="*/ 219 h 307037"/>
                <a:gd name="connsiteX100" fmla="*/ 546417 w 744401"/>
                <a:gd name="connsiteY100" fmla="*/ 44 h 307037"/>
                <a:gd name="connsiteX101" fmla="*/ 521188 w 744401"/>
                <a:gd name="connsiteY101" fmla="*/ 6892 h 307037"/>
                <a:gd name="connsiteX102" fmla="*/ 520631 w 744401"/>
                <a:gd name="connsiteY102" fmla="*/ 7200 h 307037"/>
                <a:gd name="connsiteX103" fmla="*/ 509037 w 744401"/>
                <a:gd name="connsiteY103" fmla="*/ 19272 h 307037"/>
                <a:gd name="connsiteX104" fmla="*/ 508712 w 744401"/>
                <a:gd name="connsiteY104" fmla="*/ 20062 h 307037"/>
                <a:gd name="connsiteX105" fmla="*/ 508990 w 744401"/>
                <a:gd name="connsiteY105" fmla="*/ 24716 h 307037"/>
                <a:gd name="connsiteX106" fmla="*/ 509501 w 744401"/>
                <a:gd name="connsiteY106" fmla="*/ 25550 h 307037"/>
                <a:gd name="connsiteX107" fmla="*/ 510475 w 744401"/>
                <a:gd name="connsiteY107" fmla="*/ 25725 h 307037"/>
                <a:gd name="connsiteX108" fmla="*/ 516086 w 744401"/>
                <a:gd name="connsiteY108" fmla="*/ 24233 h 307037"/>
                <a:gd name="connsiteX109" fmla="*/ 520307 w 744401"/>
                <a:gd name="connsiteY109" fmla="*/ 26691 h 307037"/>
                <a:gd name="connsiteX110" fmla="*/ 520307 w 744401"/>
                <a:gd name="connsiteY110" fmla="*/ 38588 h 307037"/>
                <a:gd name="connsiteX111" fmla="*/ 509037 w 744401"/>
                <a:gd name="connsiteY111" fmla="*/ 44295 h 307037"/>
                <a:gd name="connsiteX112" fmla="*/ 508434 w 744401"/>
                <a:gd name="connsiteY112" fmla="*/ 45261 h 307037"/>
                <a:gd name="connsiteX113" fmla="*/ 508434 w 744401"/>
                <a:gd name="connsiteY113" fmla="*/ 51846 h 307037"/>
                <a:gd name="connsiteX114" fmla="*/ 492944 w 744401"/>
                <a:gd name="connsiteY114" fmla="*/ 77396 h 307037"/>
                <a:gd name="connsiteX115" fmla="*/ 492944 w 744401"/>
                <a:gd name="connsiteY115" fmla="*/ 78537 h 307037"/>
                <a:gd name="connsiteX116" fmla="*/ 494011 w 744401"/>
                <a:gd name="connsiteY116" fmla="*/ 79064 h 307037"/>
                <a:gd name="connsiteX117" fmla="*/ 496840 w 744401"/>
                <a:gd name="connsiteY117" fmla="*/ 78888 h 307037"/>
                <a:gd name="connsiteX118" fmla="*/ 496840 w 744401"/>
                <a:gd name="connsiteY118" fmla="*/ 84332 h 307037"/>
                <a:gd name="connsiteX119" fmla="*/ 475321 w 744401"/>
                <a:gd name="connsiteY119" fmla="*/ 96536 h 307037"/>
                <a:gd name="connsiteX120" fmla="*/ 460294 w 744401"/>
                <a:gd name="connsiteY120" fmla="*/ 90522 h 307037"/>
                <a:gd name="connsiteX121" fmla="*/ 451297 w 744401"/>
                <a:gd name="connsiteY121" fmla="*/ 85605 h 307037"/>
                <a:gd name="connsiteX122" fmla="*/ 450323 w 744401"/>
                <a:gd name="connsiteY122" fmla="*/ 85517 h 307037"/>
                <a:gd name="connsiteX123" fmla="*/ 441094 w 744401"/>
                <a:gd name="connsiteY123" fmla="*/ 88854 h 307037"/>
                <a:gd name="connsiteX124" fmla="*/ 440584 w 744401"/>
                <a:gd name="connsiteY124" fmla="*/ 88459 h 307037"/>
                <a:gd name="connsiteX125" fmla="*/ 436549 w 744401"/>
                <a:gd name="connsiteY125" fmla="*/ 85517 h 307037"/>
                <a:gd name="connsiteX126" fmla="*/ 430010 w 744401"/>
                <a:gd name="connsiteY126" fmla="*/ 80732 h 307037"/>
                <a:gd name="connsiteX127" fmla="*/ 429454 w 744401"/>
                <a:gd name="connsiteY127" fmla="*/ 80513 h 307037"/>
                <a:gd name="connsiteX128" fmla="*/ 419297 w 744401"/>
                <a:gd name="connsiteY128" fmla="*/ 79415 h 307037"/>
                <a:gd name="connsiteX129" fmla="*/ 418508 w 744401"/>
                <a:gd name="connsiteY129" fmla="*/ 79591 h 307037"/>
                <a:gd name="connsiteX130" fmla="*/ 408816 w 744401"/>
                <a:gd name="connsiteY130" fmla="*/ 85825 h 307037"/>
                <a:gd name="connsiteX131" fmla="*/ 404039 w 744401"/>
                <a:gd name="connsiteY131" fmla="*/ 87142 h 307037"/>
                <a:gd name="connsiteX132" fmla="*/ 403482 w 744401"/>
                <a:gd name="connsiteY132" fmla="*/ 87493 h 307037"/>
                <a:gd name="connsiteX133" fmla="*/ 394485 w 744401"/>
                <a:gd name="connsiteY133" fmla="*/ 97370 h 307037"/>
                <a:gd name="connsiteX134" fmla="*/ 371157 w 744401"/>
                <a:gd name="connsiteY134" fmla="*/ 101497 h 307037"/>
                <a:gd name="connsiteX135" fmla="*/ 361464 w 744401"/>
                <a:gd name="connsiteY135" fmla="*/ 105316 h 307037"/>
                <a:gd name="connsiteX136" fmla="*/ 359424 w 744401"/>
                <a:gd name="connsiteY136" fmla="*/ 103165 h 307037"/>
                <a:gd name="connsiteX137" fmla="*/ 357940 w 744401"/>
                <a:gd name="connsiteY137" fmla="*/ 102990 h 307037"/>
                <a:gd name="connsiteX138" fmla="*/ 353673 w 744401"/>
                <a:gd name="connsiteY138" fmla="*/ 105536 h 307037"/>
                <a:gd name="connsiteX139" fmla="*/ 343795 w 744401"/>
                <a:gd name="connsiteY139" fmla="*/ 104219 h 307037"/>
                <a:gd name="connsiteX140" fmla="*/ 336977 w 744401"/>
                <a:gd name="connsiteY140" fmla="*/ 101541 h 307037"/>
                <a:gd name="connsiteX141" fmla="*/ 336513 w 744401"/>
                <a:gd name="connsiteY141" fmla="*/ 101453 h 307037"/>
                <a:gd name="connsiteX142" fmla="*/ 328954 w 744401"/>
                <a:gd name="connsiteY142" fmla="*/ 101453 h 307037"/>
                <a:gd name="connsiteX143" fmla="*/ 324966 w 744401"/>
                <a:gd name="connsiteY143" fmla="*/ 96887 h 307037"/>
                <a:gd name="connsiteX144" fmla="*/ 324409 w 744401"/>
                <a:gd name="connsiteY144" fmla="*/ 96536 h 307037"/>
                <a:gd name="connsiteX145" fmla="*/ 319725 w 744401"/>
                <a:gd name="connsiteY145" fmla="*/ 95131 h 307037"/>
                <a:gd name="connsiteX146" fmla="*/ 319725 w 744401"/>
                <a:gd name="connsiteY146" fmla="*/ 88546 h 307037"/>
                <a:gd name="connsiteX147" fmla="*/ 318797 w 744401"/>
                <a:gd name="connsiteY147" fmla="*/ 87449 h 307037"/>
                <a:gd name="connsiteX148" fmla="*/ 308733 w 744401"/>
                <a:gd name="connsiteY148" fmla="*/ 85605 h 307037"/>
                <a:gd name="connsiteX149" fmla="*/ 302612 w 744401"/>
                <a:gd name="connsiteY149" fmla="*/ 79547 h 307037"/>
                <a:gd name="connsiteX150" fmla="*/ 301684 w 744401"/>
                <a:gd name="connsiteY150" fmla="*/ 79196 h 307037"/>
                <a:gd name="connsiteX151" fmla="*/ 293197 w 744401"/>
                <a:gd name="connsiteY151" fmla="*/ 79723 h 307037"/>
                <a:gd name="connsiteX152" fmla="*/ 289487 w 744401"/>
                <a:gd name="connsiteY152" fmla="*/ 76474 h 307037"/>
                <a:gd name="connsiteX153" fmla="*/ 288838 w 744401"/>
                <a:gd name="connsiteY153" fmla="*/ 76210 h 307037"/>
                <a:gd name="connsiteX154" fmla="*/ 276965 w 744401"/>
                <a:gd name="connsiteY154" fmla="*/ 74850 h 307037"/>
                <a:gd name="connsiteX155" fmla="*/ 276455 w 744401"/>
                <a:gd name="connsiteY155" fmla="*/ 74894 h 307037"/>
                <a:gd name="connsiteX156" fmla="*/ 263098 w 744401"/>
                <a:gd name="connsiteY156" fmla="*/ 79284 h 307037"/>
                <a:gd name="connsiteX157" fmla="*/ 262727 w 744401"/>
                <a:gd name="connsiteY157" fmla="*/ 79503 h 307037"/>
                <a:gd name="connsiteX158" fmla="*/ 258414 w 744401"/>
                <a:gd name="connsiteY158" fmla="*/ 83059 h 307037"/>
                <a:gd name="connsiteX159" fmla="*/ 245521 w 744401"/>
                <a:gd name="connsiteY159" fmla="*/ 82795 h 307037"/>
                <a:gd name="connsiteX160" fmla="*/ 245521 w 744401"/>
                <a:gd name="connsiteY160" fmla="*/ 79196 h 307037"/>
                <a:gd name="connsiteX161" fmla="*/ 244640 w 744401"/>
                <a:gd name="connsiteY161" fmla="*/ 78142 h 307037"/>
                <a:gd name="connsiteX162" fmla="*/ 234530 w 744401"/>
                <a:gd name="connsiteY162" fmla="*/ 75859 h 307037"/>
                <a:gd name="connsiteX163" fmla="*/ 234530 w 744401"/>
                <a:gd name="connsiteY163" fmla="*/ 73708 h 307037"/>
                <a:gd name="connsiteX164" fmla="*/ 233973 w 744401"/>
                <a:gd name="connsiteY164" fmla="*/ 72786 h 307037"/>
                <a:gd name="connsiteX165" fmla="*/ 229846 w 744401"/>
                <a:gd name="connsiteY165" fmla="*/ 70328 h 307037"/>
                <a:gd name="connsiteX166" fmla="*/ 228454 w 744401"/>
                <a:gd name="connsiteY166" fmla="*/ 54699 h 307037"/>
                <a:gd name="connsiteX167" fmla="*/ 227527 w 744401"/>
                <a:gd name="connsiteY167" fmla="*/ 53734 h 307037"/>
                <a:gd name="connsiteX168" fmla="*/ 220756 w 744401"/>
                <a:gd name="connsiteY168" fmla="*/ 52329 h 307037"/>
                <a:gd name="connsiteX169" fmla="*/ 214680 w 744401"/>
                <a:gd name="connsiteY169" fmla="*/ 51539 h 307037"/>
                <a:gd name="connsiteX170" fmla="*/ 205637 w 744401"/>
                <a:gd name="connsiteY170" fmla="*/ 45129 h 307037"/>
                <a:gd name="connsiteX171" fmla="*/ 204848 w 744401"/>
                <a:gd name="connsiteY171" fmla="*/ 44910 h 307037"/>
                <a:gd name="connsiteX172" fmla="*/ 193486 w 744401"/>
                <a:gd name="connsiteY172" fmla="*/ 45656 h 307037"/>
                <a:gd name="connsiteX173" fmla="*/ 190935 w 744401"/>
                <a:gd name="connsiteY173" fmla="*/ 40081 h 307037"/>
                <a:gd name="connsiteX174" fmla="*/ 189869 w 744401"/>
                <a:gd name="connsiteY174" fmla="*/ 39422 h 307037"/>
                <a:gd name="connsiteX175" fmla="*/ 182958 w 744401"/>
                <a:gd name="connsiteY175" fmla="*/ 39422 h 307037"/>
                <a:gd name="connsiteX176" fmla="*/ 176002 w 744401"/>
                <a:gd name="connsiteY176" fmla="*/ 35208 h 307037"/>
                <a:gd name="connsiteX177" fmla="*/ 175028 w 744401"/>
                <a:gd name="connsiteY177" fmla="*/ 35076 h 307037"/>
                <a:gd name="connsiteX178" fmla="*/ 174286 w 744401"/>
                <a:gd name="connsiteY178" fmla="*/ 35735 h 307037"/>
                <a:gd name="connsiteX179" fmla="*/ 171179 w 744401"/>
                <a:gd name="connsiteY179" fmla="*/ 43154 h 307037"/>
                <a:gd name="connsiteX180" fmla="*/ 165892 w 744401"/>
                <a:gd name="connsiteY180" fmla="*/ 47368 h 307037"/>
                <a:gd name="connsiteX181" fmla="*/ 165474 w 744401"/>
                <a:gd name="connsiteY181" fmla="*/ 48202 h 307037"/>
                <a:gd name="connsiteX182" fmla="*/ 165474 w 744401"/>
                <a:gd name="connsiteY182" fmla="*/ 52329 h 307037"/>
                <a:gd name="connsiteX183" fmla="*/ 161996 w 744401"/>
                <a:gd name="connsiteY183" fmla="*/ 52329 h 307037"/>
                <a:gd name="connsiteX184" fmla="*/ 160976 w 744401"/>
                <a:gd name="connsiteY184" fmla="*/ 52943 h 307037"/>
                <a:gd name="connsiteX185" fmla="*/ 155781 w 744401"/>
                <a:gd name="connsiteY185" fmla="*/ 62558 h 307037"/>
                <a:gd name="connsiteX186" fmla="*/ 156013 w 744401"/>
                <a:gd name="connsiteY186" fmla="*/ 63875 h 307037"/>
                <a:gd name="connsiteX187" fmla="*/ 160280 w 744401"/>
                <a:gd name="connsiteY187" fmla="*/ 67650 h 307037"/>
                <a:gd name="connsiteX188" fmla="*/ 160280 w 744401"/>
                <a:gd name="connsiteY188" fmla="*/ 71030 h 307037"/>
                <a:gd name="connsiteX189" fmla="*/ 160604 w 744401"/>
                <a:gd name="connsiteY189" fmla="*/ 71777 h 307037"/>
                <a:gd name="connsiteX190" fmla="*/ 165381 w 744401"/>
                <a:gd name="connsiteY190" fmla="*/ 76518 h 307037"/>
                <a:gd name="connsiteX191" fmla="*/ 164176 w 744401"/>
                <a:gd name="connsiteY191" fmla="*/ 80644 h 307037"/>
                <a:gd name="connsiteX192" fmla="*/ 158471 w 744401"/>
                <a:gd name="connsiteY192" fmla="*/ 87932 h 307037"/>
                <a:gd name="connsiteX193" fmla="*/ 157683 w 744401"/>
                <a:gd name="connsiteY193" fmla="*/ 87142 h 307037"/>
                <a:gd name="connsiteX194" fmla="*/ 156060 w 744401"/>
                <a:gd name="connsiteY194" fmla="*/ 87054 h 307037"/>
                <a:gd name="connsiteX195" fmla="*/ 150077 w 744401"/>
                <a:gd name="connsiteY195" fmla="*/ 92102 h 307037"/>
                <a:gd name="connsiteX196" fmla="*/ 147619 w 744401"/>
                <a:gd name="connsiteY196" fmla="*/ 88722 h 307037"/>
                <a:gd name="connsiteX197" fmla="*/ 146645 w 744401"/>
                <a:gd name="connsiteY197" fmla="*/ 88239 h 307037"/>
                <a:gd name="connsiteX198" fmla="*/ 136117 w 744401"/>
                <a:gd name="connsiteY198" fmla="*/ 88239 h 307037"/>
                <a:gd name="connsiteX199" fmla="*/ 127909 w 744401"/>
                <a:gd name="connsiteY199" fmla="*/ 85298 h 307037"/>
                <a:gd name="connsiteX200" fmla="*/ 126842 w 744401"/>
                <a:gd name="connsiteY200" fmla="*/ 85430 h 307037"/>
                <a:gd name="connsiteX201" fmla="*/ 122529 w 744401"/>
                <a:gd name="connsiteY201" fmla="*/ 88239 h 307037"/>
                <a:gd name="connsiteX202" fmla="*/ 109729 w 744401"/>
                <a:gd name="connsiteY202" fmla="*/ 86790 h 307037"/>
                <a:gd name="connsiteX203" fmla="*/ 102262 w 744401"/>
                <a:gd name="connsiteY203" fmla="*/ 74059 h 307037"/>
                <a:gd name="connsiteX204" fmla="*/ 101195 w 744401"/>
                <a:gd name="connsiteY204" fmla="*/ 73181 h 307037"/>
                <a:gd name="connsiteX205" fmla="*/ 83943 w 744401"/>
                <a:gd name="connsiteY205" fmla="*/ 72567 h 307037"/>
                <a:gd name="connsiteX206" fmla="*/ 82551 w 744401"/>
                <a:gd name="connsiteY206" fmla="*/ 68484 h 307037"/>
                <a:gd name="connsiteX207" fmla="*/ 81856 w 744401"/>
                <a:gd name="connsiteY207" fmla="*/ 67782 h 307037"/>
                <a:gd name="connsiteX208" fmla="*/ 80882 w 744401"/>
                <a:gd name="connsiteY208" fmla="*/ 67869 h 307037"/>
                <a:gd name="connsiteX209" fmla="*/ 76151 w 744401"/>
                <a:gd name="connsiteY209" fmla="*/ 70460 h 307037"/>
                <a:gd name="connsiteX210" fmla="*/ 71838 w 744401"/>
                <a:gd name="connsiteY210" fmla="*/ 66377 h 307037"/>
                <a:gd name="connsiteX211" fmla="*/ 70772 w 744401"/>
                <a:gd name="connsiteY211" fmla="*/ 66070 h 307037"/>
                <a:gd name="connsiteX212" fmla="*/ 69937 w 744401"/>
                <a:gd name="connsiteY212" fmla="*/ 66772 h 307037"/>
                <a:gd name="connsiteX213" fmla="*/ 68778 w 744401"/>
                <a:gd name="connsiteY213" fmla="*/ 69889 h 307037"/>
                <a:gd name="connsiteX214" fmla="*/ 61496 w 744401"/>
                <a:gd name="connsiteY214" fmla="*/ 69889 h 307037"/>
                <a:gd name="connsiteX215" fmla="*/ 60476 w 744401"/>
                <a:gd name="connsiteY215" fmla="*/ 70460 h 307037"/>
                <a:gd name="connsiteX216" fmla="*/ 56441 w 744401"/>
                <a:gd name="connsiteY216" fmla="*/ 77571 h 307037"/>
                <a:gd name="connsiteX217" fmla="*/ 49021 w 744401"/>
                <a:gd name="connsiteY217" fmla="*/ 77571 h 307037"/>
                <a:gd name="connsiteX218" fmla="*/ 48047 w 744401"/>
                <a:gd name="connsiteY218" fmla="*/ 78054 h 307037"/>
                <a:gd name="connsiteX219" fmla="*/ 45496 w 744401"/>
                <a:gd name="connsiteY219" fmla="*/ 81698 h 307037"/>
                <a:gd name="connsiteX220" fmla="*/ 41229 w 744401"/>
                <a:gd name="connsiteY220" fmla="*/ 81698 h 307037"/>
                <a:gd name="connsiteX221" fmla="*/ 34551 w 744401"/>
                <a:gd name="connsiteY221" fmla="*/ 83103 h 307037"/>
                <a:gd name="connsiteX222" fmla="*/ 33624 w 744401"/>
                <a:gd name="connsiteY222" fmla="*/ 84156 h 307037"/>
                <a:gd name="connsiteX223" fmla="*/ 33624 w 744401"/>
                <a:gd name="connsiteY223" fmla="*/ 88020 h 307037"/>
                <a:gd name="connsiteX224" fmla="*/ 30145 w 744401"/>
                <a:gd name="connsiteY224" fmla="*/ 88020 h 307037"/>
                <a:gd name="connsiteX225" fmla="*/ 29171 w 744401"/>
                <a:gd name="connsiteY225" fmla="*/ 88546 h 307037"/>
                <a:gd name="connsiteX226" fmla="*/ 29125 w 744401"/>
                <a:gd name="connsiteY226" fmla="*/ 89600 h 307037"/>
                <a:gd name="connsiteX227" fmla="*/ 30702 w 744401"/>
                <a:gd name="connsiteY227" fmla="*/ 92585 h 307037"/>
                <a:gd name="connsiteX228" fmla="*/ 25647 w 744401"/>
                <a:gd name="connsiteY228" fmla="*/ 95834 h 307037"/>
                <a:gd name="connsiteX229" fmla="*/ 21566 w 744401"/>
                <a:gd name="connsiteY229" fmla="*/ 94385 h 307037"/>
                <a:gd name="connsiteX230" fmla="*/ 20499 w 744401"/>
                <a:gd name="connsiteY230" fmla="*/ 94517 h 307037"/>
                <a:gd name="connsiteX231" fmla="*/ 19989 w 744401"/>
                <a:gd name="connsiteY231" fmla="*/ 95439 h 307037"/>
                <a:gd name="connsiteX232" fmla="*/ 19989 w 744401"/>
                <a:gd name="connsiteY232" fmla="*/ 98468 h 307037"/>
                <a:gd name="connsiteX233" fmla="*/ 5797 w 744401"/>
                <a:gd name="connsiteY233" fmla="*/ 98468 h 307037"/>
                <a:gd name="connsiteX234" fmla="*/ 4638 w 744401"/>
                <a:gd name="connsiteY234" fmla="*/ 99565 h 307037"/>
                <a:gd name="connsiteX235" fmla="*/ 4638 w 744401"/>
                <a:gd name="connsiteY235" fmla="*/ 103780 h 307037"/>
                <a:gd name="connsiteX236" fmla="*/ 93 w 744401"/>
                <a:gd name="connsiteY236" fmla="*/ 105711 h 307037"/>
                <a:gd name="connsiteX237" fmla="*/ 0 w 744401"/>
                <a:gd name="connsiteY237" fmla="*/ 105799 h 307037"/>
                <a:gd name="connsiteX238" fmla="*/ 278 w 744401"/>
                <a:gd name="connsiteY238" fmla="*/ 105711 h 307037"/>
                <a:gd name="connsiteX239" fmla="*/ 649 w 744401"/>
                <a:gd name="connsiteY239" fmla="*/ 105624 h 307037"/>
                <a:gd name="connsiteX240" fmla="*/ 928 w 744401"/>
                <a:gd name="connsiteY240" fmla="*/ 105711 h 307037"/>
                <a:gd name="connsiteX241" fmla="*/ 1391 w 744401"/>
                <a:gd name="connsiteY241" fmla="*/ 105887 h 307037"/>
                <a:gd name="connsiteX242" fmla="*/ 1391 w 744401"/>
                <a:gd name="connsiteY242" fmla="*/ 105975 h 307037"/>
                <a:gd name="connsiteX243" fmla="*/ 1438 w 744401"/>
                <a:gd name="connsiteY243" fmla="*/ 105975 h 307037"/>
                <a:gd name="connsiteX244" fmla="*/ 2365 w 744401"/>
                <a:gd name="connsiteY244" fmla="*/ 107072 h 307037"/>
                <a:gd name="connsiteX245" fmla="*/ 6215 w 744401"/>
                <a:gd name="connsiteY245" fmla="*/ 105404 h 307037"/>
                <a:gd name="connsiteX246" fmla="*/ 6910 w 744401"/>
                <a:gd name="connsiteY246" fmla="*/ 104394 h 307037"/>
                <a:gd name="connsiteX247" fmla="*/ 6910 w 744401"/>
                <a:gd name="connsiteY247" fmla="*/ 100531 h 307037"/>
                <a:gd name="connsiteX248" fmla="*/ 21102 w 744401"/>
                <a:gd name="connsiteY248" fmla="*/ 100531 h 307037"/>
                <a:gd name="connsiteX249" fmla="*/ 22261 w 744401"/>
                <a:gd name="connsiteY249" fmla="*/ 99434 h 307037"/>
                <a:gd name="connsiteX250" fmla="*/ 22261 w 744401"/>
                <a:gd name="connsiteY250" fmla="*/ 96887 h 307037"/>
                <a:gd name="connsiteX251" fmla="*/ 25322 w 744401"/>
                <a:gd name="connsiteY251" fmla="*/ 97985 h 307037"/>
                <a:gd name="connsiteX252" fmla="*/ 26389 w 744401"/>
                <a:gd name="connsiteY252" fmla="*/ 97853 h 307037"/>
                <a:gd name="connsiteX253" fmla="*/ 32742 w 744401"/>
                <a:gd name="connsiteY253" fmla="*/ 93727 h 307037"/>
                <a:gd name="connsiteX254" fmla="*/ 33113 w 744401"/>
                <a:gd name="connsiteY254" fmla="*/ 92322 h 307037"/>
                <a:gd name="connsiteX255" fmla="*/ 31908 w 744401"/>
                <a:gd name="connsiteY255" fmla="*/ 90083 h 307037"/>
                <a:gd name="connsiteX256" fmla="*/ 34690 w 744401"/>
                <a:gd name="connsiteY256" fmla="*/ 90083 h 307037"/>
                <a:gd name="connsiteX257" fmla="*/ 35850 w 744401"/>
                <a:gd name="connsiteY257" fmla="*/ 88985 h 307037"/>
                <a:gd name="connsiteX258" fmla="*/ 35850 w 744401"/>
                <a:gd name="connsiteY258" fmla="*/ 84947 h 307037"/>
                <a:gd name="connsiteX259" fmla="*/ 41368 w 744401"/>
                <a:gd name="connsiteY259" fmla="*/ 83805 h 307037"/>
                <a:gd name="connsiteX260" fmla="*/ 46006 w 744401"/>
                <a:gd name="connsiteY260" fmla="*/ 83805 h 307037"/>
                <a:gd name="connsiteX261" fmla="*/ 46980 w 744401"/>
                <a:gd name="connsiteY261" fmla="*/ 83322 h 307037"/>
                <a:gd name="connsiteX262" fmla="*/ 49531 w 744401"/>
                <a:gd name="connsiteY262" fmla="*/ 79679 h 307037"/>
                <a:gd name="connsiteX263" fmla="*/ 57044 w 744401"/>
                <a:gd name="connsiteY263" fmla="*/ 79679 h 307037"/>
                <a:gd name="connsiteX264" fmla="*/ 58064 w 744401"/>
                <a:gd name="connsiteY264" fmla="*/ 79108 h 307037"/>
                <a:gd name="connsiteX265" fmla="*/ 62099 w 744401"/>
                <a:gd name="connsiteY265" fmla="*/ 71996 h 307037"/>
                <a:gd name="connsiteX266" fmla="*/ 69519 w 744401"/>
                <a:gd name="connsiteY266" fmla="*/ 71996 h 307037"/>
                <a:gd name="connsiteX267" fmla="*/ 70632 w 744401"/>
                <a:gd name="connsiteY267" fmla="*/ 71250 h 307037"/>
                <a:gd name="connsiteX268" fmla="*/ 71468 w 744401"/>
                <a:gd name="connsiteY268" fmla="*/ 69055 h 307037"/>
                <a:gd name="connsiteX269" fmla="*/ 75085 w 744401"/>
                <a:gd name="connsiteY269" fmla="*/ 72479 h 307037"/>
                <a:gd name="connsiteX270" fmla="*/ 76476 w 744401"/>
                <a:gd name="connsiteY270" fmla="*/ 72655 h 307037"/>
                <a:gd name="connsiteX271" fmla="*/ 80743 w 744401"/>
                <a:gd name="connsiteY271" fmla="*/ 70328 h 307037"/>
                <a:gd name="connsiteX272" fmla="*/ 81346 w 744401"/>
                <a:gd name="connsiteY272" fmla="*/ 72172 h 307037"/>
                <a:gd name="connsiteX273" fmla="*/ 81902 w 744401"/>
                <a:gd name="connsiteY273" fmla="*/ 73884 h 307037"/>
                <a:gd name="connsiteX274" fmla="*/ 82969 w 744401"/>
                <a:gd name="connsiteY274" fmla="*/ 74630 h 307037"/>
                <a:gd name="connsiteX275" fmla="*/ 83386 w 744401"/>
                <a:gd name="connsiteY275" fmla="*/ 74630 h 307037"/>
                <a:gd name="connsiteX276" fmla="*/ 100175 w 744401"/>
                <a:gd name="connsiteY276" fmla="*/ 75245 h 307037"/>
                <a:gd name="connsiteX277" fmla="*/ 109311 w 744401"/>
                <a:gd name="connsiteY277" fmla="*/ 88854 h 307037"/>
                <a:gd name="connsiteX278" fmla="*/ 122761 w 744401"/>
                <a:gd name="connsiteY278" fmla="*/ 90390 h 307037"/>
                <a:gd name="connsiteX279" fmla="*/ 123503 w 744401"/>
                <a:gd name="connsiteY279" fmla="*/ 90215 h 307037"/>
                <a:gd name="connsiteX280" fmla="*/ 127630 w 744401"/>
                <a:gd name="connsiteY280" fmla="*/ 87537 h 307037"/>
                <a:gd name="connsiteX281" fmla="*/ 135468 w 744401"/>
                <a:gd name="connsiteY281" fmla="*/ 90346 h 307037"/>
                <a:gd name="connsiteX282" fmla="*/ 135885 w 744401"/>
                <a:gd name="connsiteY282" fmla="*/ 90434 h 307037"/>
                <a:gd name="connsiteX283" fmla="*/ 145996 w 744401"/>
                <a:gd name="connsiteY283" fmla="*/ 90434 h 307037"/>
                <a:gd name="connsiteX284" fmla="*/ 148825 w 744401"/>
                <a:gd name="connsiteY284" fmla="*/ 94341 h 307037"/>
                <a:gd name="connsiteX285" fmla="*/ 149660 w 744401"/>
                <a:gd name="connsiteY285" fmla="*/ 94824 h 307037"/>
                <a:gd name="connsiteX286" fmla="*/ 150587 w 744401"/>
                <a:gd name="connsiteY286" fmla="*/ 94561 h 307037"/>
                <a:gd name="connsiteX287" fmla="*/ 156709 w 744401"/>
                <a:gd name="connsiteY287" fmla="*/ 89380 h 307037"/>
                <a:gd name="connsiteX288" fmla="*/ 157683 w 744401"/>
                <a:gd name="connsiteY288" fmla="*/ 90390 h 307037"/>
                <a:gd name="connsiteX289" fmla="*/ 158610 w 744401"/>
                <a:gd name="connsiteY289" fmla="*/ 90741 h 307037"/>
                <a:gd name="connsiteX290" fmla="*/ 159491 w 744401"/>
                <a:gd name="connsiteY290" fmla="*/ 90302 h 307037"/>
                <a:gd name="connsiteX291" fmla="*/ 166170 w 744401"/>
                <a:gd name="connsiteY291" fmla="*/ 81786 h 307037"/>
                <a:gd name="connsiteX292" fmla="*/ 166355 w 744401"/>
                <a:gd name="connsiteY292" fmla="*/ 81435 h 307037"/>
                <a:gd name="connsiteX293" fmla="*/ 167793 w 744401"/>
                <a:gd name="connsiteY293" fmla="*/ 76518 h 307037"/>
                <a:gd name="connsiteX294" fmla="*/ 167515 w 744401"/>
                <a:gd name="connsiteY294" fmla="*/ 75464 h 307037"/>
                <a:gd name="connsiteX295" fmla="*/ 162599 w 744401"/>
                <a:gd name="connsiteY295" fmla="*/ 70547 h 307037"/>
                <a:gd name="connsiteX296" fmla="*/ 162599 w 744401"/>
                <a:gd name="connsiteY296" fmla="*/ 67123 h 307037"/>
                <a:gd name="connsiteX297" fmla="*/ 162228 w 744401"/>
                <a:gd name="connsiteY297" fmla="*/ 66333 h 307037"/>
                <a:gd name="connsiteX298" fmla="*/ 158239 w 744401"/>
                <a:gd name="connsiteY298" fmla="*/ 62777 h 307037"/>
                <a:gd name="connsiteX299" fmla="*/ 162738 w 744401"/>
                <a:gd name="connsiteY299" fmla="*/ 54524 h 307037"/>
                <a:gd name="connsiteX300" fmla="*/ 166680 w 744401"/>
                <a:gd name="connsiteY300" fmla="*/ 54524 h 307037"/>
                <a:gd name="connsiteX301" fmla="*/ 167839 w 744401"/>
                <a:gd name="connsiteY301" fmla="*/ 53426 h 307037"/>
                <a:gd name="connsiteX302" fmla="*/ 167839 w 744401"/>
                <a:gd name="connsiteY302" fmla="*/ 48729 h 307037"/>
                <a:gd name="connsiteX303" fmla="*/ 172941 w 744401"/>
                <a:gd name="connsiteY303" fmla="*/ 44690 h 307037"/>
                <a:gd name="connsiteX304" fmla="*/ 173265 w 744401"/>
                <a:gd name="connsiteY304" fmla="*/ 44251 h 307037"/>
                <a:gd name="connsiteX305" fmla="*/ 175955 w 744401"/>
                <a:gd name="connsiteY305" fmla="*/ 37798 h 307037"/>
                <a:gd name="connsiteX306" fmla="*/ 182031 w 744401"/>
                <a:gd name="connsiteY306" fmla="*/ 41485 h 307037"/>
                <a:gd name="connsiteX307" fmla="*/ 182634 w 744401"/>
                <a:gd name="connsiteY307" fmla="*/ 41661 h 307037"/>
                <a:gd name="connsiteX308" fmla="*/ 189127 w 744401"/>
                <a:gd name="connsiteY308" fmla="*/ 41661 h 307037"/>
                <a:gd name="connsiteX309" fmla="*/ 191724 w 744401"/>
                <a:gd name="connsiteY309" fmla="*/ 47324 h 307037"/>
                <a:gd name="connsiteX310" fmla="*/ 192883 w 744401"/>
                <a:gd name="connsiteY310" fmla="*/ 47983 h 307037"/>
                <a:gd name="connsiteX311" fmla="*/ 204616 w 744401"/>
                <a:gd name="connsiteY311" fmla="*/ 47193 h 307037"/>
                <a:gd name="connsiteX312" fmla="*/ 213521 w 744401"/>
                <a:gd name="connsiteY312" fmla="*/ 53514 h 307037"/>
                <a:gd name="connsiteX313" fmla="*/ 214078 w 744401"/>
                <a:gd name="connsiteY313" fmla="*/ 53734 h 307037"/>
                <a:gd name="connsiteX314" fmla="*/ 220385 w 744401"/>
                <a:gd name="connsiteY314" fmla="*/ 54524 h 307037"/>
                <a:gd name="connsiteX315" fmla="*/ 226228 w 744401"/>
                <a:gd name="connsiteY315" fmla="*/ 55709 h 307037"/>
                <a:gd name="connsiteX316" fmla="*/ 227620 w 744401"/>
                <a:gd name="connsiteY316" fmla="*/ 71074 h 307037"/>
                <a:gd name="connsiteX317" fmla="*/ 228176 w 744401"/>
                <a:gd name="connsiteY317" fmla="*/ 71908 h 307037"/>
                <a:gd name="connsiteX318" fmla="*/ 232257 w 744401"/>
                <a:gd name="connsiteY318" fmla="*/ 74323 h 307037"/>
                <a:gd name="connsiteX319" fmla="*/ 232257 w 744401"/>
                <a:gd name="connsiteY319" fmla="*/ 76737 h 307037"/>
                <a:gd name="connsiteX320" fmla="*/ 233139 w 744401"/>
                <a:gd name="connsiteY320" fmla="*/ 77791 h 307037"/>
                <a:gd name="connsiteX321" fmla="*/ 243249 w 744401"/>
                <a:gd name="connsiteY321" fmla="*/ 80074 h 307037"/>
                <a:gd name="connsiteX322" fmla="*/ 243249 w 744401"/>
                <a:gd name="connsiteY322" fmla="*/ 83849 h 307037"/>
                <a:gd name="connsiteX323" fmla="*/ 244408 w 744401"/>
                <a:gd name="connsiteY323" fmla="*/ 84947 h 307037"/>
                <a:gd name="connsiteX324" fmla="*/ 258878 w 744401"/>
                <a:gd name="connsiteY324" fmla="*/ 85210 h 307037"/>
                <a:gd name="connsiteX325" fmla="*/ 259666 w 744401"/>
                <a:gd name="connsiteY325" fmla="*/ 84947 h 307037"/>
                <a:gd name="connsiteX326" fmla="*/ 264119 w 744401"/>
                <a:gd name="connsiteY326" fmla="*/ 81259 h 307037"/>
                <a:gd name="connsiteX327" fmla="*/ 276965 w 744401"/>
                <a:gd name="connsiteY327" fmla="*/ 77045 h 307037"/>
                <a:gd name="connsiteX328" fmla="*/ 288188 w 744401"/>
                <a:gd name="connsiteY328" fmla="*/ 78362 h 307037"/>
                <a:gd name="connsiteX329" fmla="*/ 291991 w 744401"/>
                <a:gd name="connsiteY329" fmla="*/ 81698 h 307037"/>
                <a:gd name="connsiteX330" fmla="*/ 292873 w 744401"/>
                <a:gd name="connsiteY330" fmla="*/ 82005 h 307037"/>
                <a:gd name="connsiteX331" fmla="*/ 301313 w 744401"/>
                <a:gd name="connsiteY331" fmla="*/ 81479 h 307037"/>
                <a:gd name="connsiteX332" fmla="*/ 307296 w 744401"/>
                <a:gd name="connsiteY332" fmla="*/ 87405 h 307037"/>
                <a:gd name="connsiteX333" fmla="*/ 307899 w 744401"/>
                <a:gd name="connsiteY333" fmla="*/ 87712 h 307037"/>
                <a:gd name="connsiteX334" fmla="*/ 317406 w 744401"/>
                <a:gd name="connsiteY334" fmla="*/ 89468 h 307037"/>
                <a:gd name="connsiteX335" fmla="*/ 317406 w 744401"/>
                <a:gd name="connsiteY335" fmla="*/ 95965 h 307037"/>
                <a:gd name="connsiteX336" fmla="*/ 318194 w 744401"/>
                <a:gd name="connsiteY336" fmla="*/ 97019 h 307037"/>
                <a:gd name="connsiteX337" fmla="*/ 323389 w 744401"/>
                <a:gd name="connsiteY337" fmla="*/ 98556 h 307037"/>
                <a:gd name="connsiteX338" fmla="*/ 327516 w 744401"/>
                <a:gd name="connsiteY338" fmla="*/ 103253 h 307037"/>
                <a:gd name="connsiteX339" fmla="*/ 328397 w 744401"/>
                <a:gd name="connsiteY339" fmla="*/ 103648 h 307037"/>
                <a:gd name="connsiteX340" fmla="*/ 336282 w 744401"/>
                <a:gd name="connsiteY340" fmla="*/ 103648 h 307037"/>
                <a:gd name="connsiteX341" fmla="*/ 343006 w 744401"/>
                <a:gd name="connsiteY341" fmla="*/ 106326 h 307037"/>
                <a:gd name="connsiteX342" fmla="*/ 343285 w 744401"/>
                <a:gd name="connsiteY342" fmla="*/ 106414 h 307037"/>
                <a:gd name="connsiteX343" fmla="*/ 353719 w 744401"/>
                <a:gd name="connsiteY343" fmla="*/ 107775 h 307037"/>
                <a:gd name="connsiteX344" fmla="*/ 354508 w 744401"/>
                <a:gd name="connsiteY344" fmla="*/ 107599 h 307037"/>
                <a:gd name="connsiteX345" fmla="*/ 358311 w 744401"/>
                <a:gd name="connsiteY345" fmla="*/ 105360 h 307037"/>
                <a:gd name="connsiteX346" fmla="*/ 360259 w 744401"/>
                <a:gd name="connsiteY346" fmla="*/ 107423 h 307037"/>
                <a:gd name="connsiteX347" fmla="*/ 361557 w 744401"/>
                <a:gd name="connsiteY347" fmla="*/ 107687 h 307037"/>
                <a:gd name="connsiteX348" fmla="*/ 371760 w 744401"/>
                <a:gd name="connsiteY348" fmla="*/ 103648 h 307037"/>
                <a:gd name="connsiteX349" fmla="*/ 395227 w 744401"/>
                <a:gd name="connsiteY349" fmla="*/ 99521 h 307037"/>
                <a:gd name="connsiteX350" fmla="*/ 395876 w 744401"/>
                <a:gd name="connsiteY350" fmla="*/ 99170 h 307037"/>
                <a:gd name="connsiteX351" fmla="*/ 404920 w 744401"/>
                <a:gd name="connsiteY351" fmla="*/ 89249 h 307037"/>
                <a:gd name="connsiteX352" fmla="*/ 409511 w 744401"/>
                <a:gd name="connsiteY352" fmla="*/ 87976 h 307037"/>
                <a:gd name="connsiteX353" fmla="*/ 409836 w 744401"/>
                <a:gd name="connsiteY353" fmla="*/ 87844 h 307037"/>
                <a:gd name="connsiteX354" fmla="*/ 419343 w 744401"/>
                <a:gd name="connsiteY354" fmla="*/ 81742 h 307037"/>
                <a:gd name="connsiteX355" fmla="*/ 428758 w 744401"/>
                <a:gd name="connsiteY355" fmla="*/ 82752 h 307037"/>
                <a:gd name="connsiteX356" fmla="*/ 436456 w 744401"/>
                <a:gd name="connsiteY356" fmla="*/ 88415 h 307037"/>
                <a:gd name="connsiteX357" fmla="*/ 437059 w 744401"/>
                <a:gd name="connsiteY357" fmla="*/ 88854 h 307037"/>
                <a:gd name="connsiteX358" fmla="*/ 440120 w 744401"/>
                <a:gd name="connsiteY358" fmla="*/ 91093 h 307037"/>
                <a:gd name="connsiteX359" fmla="*/ 441233 w 744401"/>
                <a:gd name="connsiteY359" fmla="*/ 91268 h 307037"/>
                <a:gd name="connsiteX360" fmla="*/ 450555 w 744401"/>
                <a:gd name="connsiteY360" fmla="*/ 87888 h 307037"/>
                <a:gd name="connsiteX361" fmla="*/ 456677 w 744401"/>
                <a:gd name="connsiteY361" fmla="*/ 91268 h 307037"/>
                <a:gd name="connsiteX362" fmla="*/ 457141 w 744401"/>
                <a:gd name="connsiteY362" fmla="*/ 90346 h 307037"/>
                <a:gd name="connsiteX363" fmla="*/ 458718 w 744401"/>
                <a:gd name="connsiteY363" fmla="*/ 89863 h 307037"/>
                <a:gd name="connsiteX364" fmla="*/ 459228 w 744401"/>
                <a:gd name="connsiteY364" fmla="*/ 91356 h 307037"/>
                <a:gd name="connsiteX365" fmla="*/ 458671 w 744401"/>
                <a:gd name="connsiteY365" fmla="*/ 92366 h 307037"/>
                <a:gd name="connsiteX366" fmla="*/ 458857 w 744401"/>
                <a:gd name="connsiteY366" fmla="*/ 92454 h 307037"/>
                <a:gd name="connsiteX367" fmla="*/ 476248 w 744401"/>
                <a:gd name="connsiteY367" fmla="*/ 98687 h 307037"/>
                <a:gd name="connsiteX368" fmla="*/ 476666 w 744401"/>
                <a:gd name="connsiteY368" fmla="*/ 98424 h 307037"/>
                <a:gd name="connsiteX369" fmla="*/ 498185 w 744401"/>
                <a:gd name="connsiteY369" fmla="*/ 86351 h 307037"/>
                <a:gd name="connsiteX370" fmla="*/ 499020 w 744401"/>
                <a:gd name="connsiteY370" fmla="*/ 85298 h 307037"/>
                <a:gd name="connsiteX371" fmla="*/ 499020 w 744401"/>
                <a:gd name="connsiteY371" fmla="*/ 77879 h 307037"/>
                <a:gd name="connsiteX372" fmla="*/ 498648 w 744401"/>
                <a:gd name="connsiteY372" fmla="*/ 77089 h 307037"/>
                <a:gd name="connsiteX373" fmla="*/ 497767 w 744401"/>
                <a:gd name="connsiteY373" fmla="*/ 76781 h 307037"/>
                <a:gd name="connsiteX374" fmla="*/ 495866 w 744401"/>
                <a:gd name="connsiteY374" fmla="*/ 76913 h 307037"/>
                <a:gd name="connsiteX375" fmla="*/ 510428 w 744401"/>
                <a:gd name="connsiteY375" fmla="*/ 52900 h 307037"/>
                <a:gd name="connsiteX376" fmla="*/ 510567 w 744401"/>
                <a:gd name="connsiteY376" fmla="*/ 52373 h 307037"/>
                <a:gd name="connsiteX377" fmla="*/ 510567 w 744401"/>
                <a:gd name="connsiteY377" fmla="*/ 46183 h 307037"/>
                <a:gd name="connsiteX378" fmla="*/ 521837 w 744401"/>
                <a:gd name="connsiteY378" fmla="*/ 40476 h 307037"/>
                <a:gd name="connsiteX379" fmla="*/ 522440 w 744401"/>
                <a:gd name="connsiteY379" fmla="*/ 39510 h 307037"/>
                <a:gd name="connsiteX380" fmla="*/ 522440 w 744401"/>
                <a:gd name="connsiteY380" fmla="*/ 26340 h 307037"/>
                <a:gd name="connsiteX381" fmla="*/ 521884 w 744401"/>
                <a:gd name="connsiteY381" fmla="*/ 25418 h 307037"/>
                <a:gd name="connsiteX382" fmla="*/ 516689 w 744401"/>
                <a:gd name="connsiteY382" fmla="*/ 22389 h 307037"/>
                <a:gd name="connsiteX383" fmla="*/ 515762 w 744401"/>
                <a:gd name="connsiteY383" fmla="*/ 22257 h 307037"/>
                <a:gd name="connsiteX384" fmla="*/ 511078 w 744401"/>
                <a:gd name="connsiteY384" fmla="*/ 23530 h 307037"/>
                <a:gd name="connsiteX385" fmla="*/ 510892 w 744401"/>
                <a:gd name="connsiteY385" fmla="*/ 20677 h 307037"/>
                <a:gd name="connsiteX386" fmla="*/ 521930 w 744401"/>
                <a:gd name="connsiteY386" fmla="*/ 9175 h 307037"/>
                <a:gd name="connsiteX387" fmla="*/ 545350 w 744401"/>
                <a:gd name="connsiteY387" fmla="*/ 2810 h 307037"/>
                <a:gd name="connsiteX388" fmla="*/ 545350 w 744401"/>
                <a:gd name="connsiteY388" fmla="*/ 3556 h 307037"/>
                <a:gd name="connsiteX389" fmla="*/ 545721 w 744401"/>
                <a:gd name="connsiteY389" fmla="*/ 4390 h 307037"/>
                <a:gd name="connsiteX390" fmla="*/ 546603 w 744401"/>
                <a:gd name="connsiteY390" fmla="*/ 4653 h 307037"/>
                <a:gd name="connsiteX391" fmla="*/ 567380 w 744401"/>
                <a:gd name="connsiteY391" fmla="*/ 2502 h 307037"/>
                <a:gd name="connsiteX392" fmla="*/ 585884 w 744401"/>
                <a:gd name="connsiteY392" fmla="*/ 13565 h 307037"/>
                <a:gd name="connsiteX393" fmla="*/ 587321 w 744401"/>
                <a:gd name="connsiteY393" fmla="*/ 13433 h 307037"/>
                <a:gd name="connsiteX394" fmla="*/ 589733 w 744401"/>
                <a:gd name="connsiteY394" fmla="*/ 11151 h 307037"/>
                <a:gd name="connsiteX395" fmla="*/ 593536 w 744401"/>
                <a:gd name="connsiteY395" fmla="*/ 14311 h 307037"/>
                <a:gd name="connsiteX396" fmla="*/ 594371 w 744401"/>
                <a:gd name="connsiteY396" fmla="*/ 14575 h 307037"/>
                <a:gd name="connsiteX397" fmla="*/ 598545 w 744401"/>
                <a:gd name="connsiteY397" fmla="*/ 14311 h 307037"/>
                <a:gd name="connsiteX398" fmla="*/ 600122 w 744401"/>
                <a:gd name="connsiteY398" fmla="*/ 15628 h 307037"/>
                <a:gd name="connsiteX399" fmla="*/ 598777 w 744401"/>
                <a:gd name="connsiteY399" fmla="*/ 18175 h 307037"/>
                <a:gd name="connsiteX400" fmla="*/ 598731 w 744401"/>
                <a:gd name="connsiteY400" fmla="*/ 19053 h 307037"/>
                <a:gd name="connsiteX401" fmla="*/ 599334 w 744401"/>
                <a:gd name="connsiteY401" fmla="*/ 19667 h 307037"/>
                <a:gd name="connsiteX402" fmla="*/ 604018 w 744401"/>
                <a:gd name="connsiteY402" fmla="*/ 21687 h 307037"/>
                <a:gd name="connsiteX403" fmla="*/ 602255 w 744401"/>
                <a:gd name="connsiteY403" fmla="*/ 25067 h 307037"/>
                <a:gd name="connsiteX404" fmla="*/ 602580 w 744401"/>
                <a:gd name="connsiteY404" fmla="*/ 26428 h 307037"/>
                <a:gd name="connsiteX405" fmla="*/ 608238 w 744401"/>
                <a:gd name="connsiteY405" fmla="*/ 30774 h 307037"/>
                <a:gd name="connsiteX406" fmla="*/ 608238 w 744401"/>
                <a:gd name="connsiteY406" fmla="*/ 35998 h 307037"/>
                <a:gd name="connsiteX407" fmla="*/ 609119 w 744401"/>
                <a:gd name="connsiteY407" fmla="*/ 37052 h 307037"/>
                <a:gd name="connsiteX408" fmla="*/ 612597 w 744401"/>
                <a:gd name="connsiteY408" fmla="*/ 37842 h 307037"/>
                <a:gd name="connsiteX409" fmla="*/ 610093 w 744401"/>
                <a:gd name="connsiteY409" fmla="*/ 42364 h 307037"/>
                <a:gd name="connsiteX410" fmla="*/ 610093 w 744401"/>
                <a:gd name="connsiteY410" fmla="*/ 43461 h 307037"/>
                <a:gd name="connsiteX411" fmla="*/ 618023 w 744401"/>
                <a:gd name="connsiteY411" fmla="*/ 55402 h 307037"/>
                <a:gd name="connsiteX412" fmla="*/ 618023 w 744401"/>
                <a:gd name="connsiteY412" fmla="*/ 62645 h 307037"/>
                <a:gd name="connsiteX413" fmla="*/ 618302 w 744401"/>
                <a:gd name="connsiteY413" fmla="*/ 63348 h 307037"/>
                <a:gd name="connsiteX414" fmla="*/ 624423 w 744401"/>
                <a:gd name="connsiteY414" fmla="*/ 70196 h 307037"/>
                <a:gd name="connsiteX415" fmla="*/ 624423 w 744401"/>
                <a:gd name="connsiteY415" fmla="*/ 79679 h 307037"/>
                <a:gd name="connsiteX416" fmla="*/ 624795 w 744401"/>
                <a:gd name="connsiteY416" fmla="*/ 80469 h 307037"/>
                <a:gd name="connsiteX417" fmla="*/ 627902 w 744401"/>
                <a:gd name="connsiteY417" fmla="*/ 83147 h 307037"/>
                <a:gd name="connsiteX418" fmla="*/ 627902 w 744401"/>
                <a:gd name="connsiteY418" fmla="*/ 92278 h 307037"/>
                <a:gd name="connsiteX419" fmla="*/ 628227 w 744401"/>
                <a:gd name="connsiteY419" fmla="*/ 93068 h 307037"/>
                <a:gd name="connsiteX420" fmla="*/ 632261 w 744401"/>
                <a:gd name="connsiteY420" fmla="*/ 96931 h 307037"/>
                <a:gd name="connsiteX421" fmla="*/ 633050 w 744401"/>
                <a:gd name="connsiteY421" fmla="*/ 97239 h 307037"/>
                <a:gd name="connsiteX422" fmla="*/ 645108 w 744401"/>
                <a:gd name="connsiteY422" fmla="*/ 97765 h 307037"/>
                <a:gd name="connsiteX423" fmla="*/ 651786 w 744401"/>
                <a:gd name="connsiteY423" fmla="*/ 103033 h 307037"/>
                <a:gd name="connsiteX424" fmla="*/ 652528 w 744401"/>
                <a:gd name="connsiteY424" fmla="*/ 103297 h 307037"/>
                <a:gd name="connsiteX425" fmla="*/ 657166 w 744401"/>
                <a:gd name="connsiteY425" fmla="*/ 103297 h 307037"/>
                <a:gd name="connsiteX426" fmla="*/ 658325 w 744401"/>
                <a:gd name="connsiteY426" fmla="*/ 102287 h 307037"/>
                <a:gd name="connsiteX427" fmla="*/ 670847 w 744401"/>
                <a:gd name="connsiteY427" fmla="*/ 113657 h 307037"/>
                <a:gd name="connsiteX428" fmla="*/ 671636 w 744401"/>
                <a:gd name="connsiteY428" fmla="*/ 113965 h 307037"/>
                <a:gd name="connsiteX429" fmla="*/ 676227 w 744401"/>
                <a:gd name="connsiteY429" fmla="*/ 113965 h 307037"/>
                <a:gd name="connsiteX430" fmla="*/ 673769 w 744401"/>
                <a:gd name="connsiteY430" fmla="*/ 119276 h 307037"/>
                <a:gd name="connsiteX431" fmla="*/ 674325 w 744401"/>
                <a:gd name="connsiteY431" fmla="*/ 120681 h 307037"/>
                <a:gd name="connsiteX432" fmla="*/ 678314 w 744401"/>
                <a:gd name="connsiteY432" fmla="*/ 122569 h 307037"/>
                <a:gd name="connsiteX433" fmla="*/ 678314 w 744401"/>
                <a:gd name="connsiteY433" fmla="*/ 126388 h 307037"/>
                <a:gd name="connsiteX434" fmla="*/ 676644 w 744401"/>
                <a:gd name="connsiteY434" fmla="*/ 131173 h 307037"/>
                <a:gd name="connsiteX435" fmla="*/ 676783 w 744401"/>
                <a:gd name="connsiteY435" fmla="*/ 132095 h 307037"/>
                <a:gd name="connsiteX436" fmla="*/ 682303 w 744401"/>
                <a:gd name="connsiteY436" fmla="*/ 140349 h 307037"/>
                <a:gd name="connsiteX437" fmla="*/ 683276 w 744401"/>
                <a:gd name="connsiteY437" fmla="*/ 140875 h 307037"/>
                <a:gd name="connsiteX438" fmla="*/ 709340 w 744401"/>
                <a:gd name="connsiteY438" fmla="*/ 140875 h 307037"/>
                <a:gd name="connsiteX439" fmla="*/ 710500 w 744401"/>
                <a:gd name="connsiteY439" fmla="*/ 139778 h 307037"/>
                <a:gd name="connsiteX440" fmla="*/ 710500 w 744401"/>
                <a:gd name="connsiteY440" fmla="*/ 135915 h 307037"/>
                <a:gd name="connsiteX441" fmla="*/ 716714 w 744401"/>
                <a:gd name="connsiteY441" fmla="*/ 131525 h 307037"/>
                <a:gd name="connsiteX442" fmla="*/ 723300 w 744401"/>
                <a:gd name="connsiteY442" fmla="*/ 131261 h 307037"/>
                <a:gd name="connsiteX443" fmla="*/ 723810 w 744401"/>
                <a:gd name="connsiteY443" fmla="*/ 131130 h 307037"/>
                <a:gd name="connsiteX444" fmla="*/ 731787 w 744401"/>
                <a:gd name="connsiteY444" fmla="*/ 127091 h 307037"/>
                <a:gd name="connsiteX445" fmla="*/ 741804 w 744401"/>
                <a:gd name="connsiteY445" fmla="*/ 124940 h 307037"/>
                <a:gd name="connsiteX446" fmla="*/ 741804 w 744401"/>
                <a:gd name="connsiteY446" fmla="*/ 126476 h 307037"/>
                <a:gd name="connsiteX447" fmla="*/ 737120 w 744401"/>
                <a:gd name="connsiteY447" fmla="*/ 132490 h 307037"/>
                <a:gd name="connsiteX448" fmla="*/ 737120 w 744401"/>
                <a:gd name="connsiteY448" fmla="*/ 133764 h 307037"/>
                <a:gd name="connsiteX449" fmla="*/ 741526 w 744401"/>
                <a:gd name="connsiteY449" fmla="*/ 139646 h 307037"/>
                <a:gd name="connsiteX450" fmla="*/ 737630 w 744401"/>
                <a:gd name="connsiteY450" fmla="*/ 144036 h 307037"/>
                <a:gd name="connsiteX451" fmla="*/ 733596 w 744401"/>
                <a:gd name="connsiteY451" fmla="*/ 147065 h 307037"/>
                <a:gd name="connsiteX452" fmla="*/ 733178 w 744401"/>
                <a:gd name="connsiteY452" fmla="*/ 147811 h 307037"/>
                <a:gd name="connsiteX453" fmla="*/ 732343 w 744401"/>
                <a:gd name="connsiteY453" fmla="*/ 154221 h 307037"/>
                <a:gd name="connsiteX454" fmla="*/ 726639 w 744401"/>
                <a:gd name="connsiteY454" fmla="*/ 164757 h 307037"/>
                <a:gd name="connsiteX455" fmla="*/ 726593 w 744401"/>
                <a:gd name="connsiteY455" fmla="*/ 165635 h 307037"/>
                <a:gd name="connsiteX456" fmla="*/ 728355 w 744401"/>
                <a:gd name="connsiteY456" fmla="*/ 170376 h 307037"/>
                <a:gd name="connsiteX457" fmla="*/ 724969 w 744401"/>
                <a:gd name="connsiteY457" fmla="*/ 172922 h 307037"/>
                <a:gd name="connsiteX458" fmla="*/ 724552 w 744401"/>
                <a:gd name="connsiteY458" fmla="*/ 173537 h 307037"/>
                <a:gd name="connsiteX459" fmla="*/ 721491 w 744401"/>
                <a:gd name="connsiteY459" fmla="*/ 185873 h 307037"/>
                <a:gd name="connsiteX460" fmla="*/ 717456 w 744401"/>
                <a:gd name="connsiteY460" fmla="*/ 187278 h 307037"/>
                <a:gd name="connsiteX461" fmla="*/ 716714 w 744401"/>
                <a:gd name="connsiteY461" fmla="*/ 188156 h 307037"/>
                <a:gd name="connsiteX462" fmla="*/ 715926 w 744401"/>
                <a:gd name="connsiteY462" fmla="*/ 194170 h 307037"/>
                <a:gd name="connsiteX463" fmla="*/ 712401 w 744401"/>
                <a:gd name="connsiteY463" fmla="*/ 195838 h 307037"/>
                <a:gd name="connsiteX464" fmla="*/ 712123 w 744401"/>
                <a:gd name="connsiteY464" fmla="*/ 195970 h 307037"/>
                <a:gd name="connsiteX465" fmla="*/ 701317 w 744401"/>
                <a:gd name="connsiteY465" fmla="*/ 192019 h 307037"/>
                <a:gd name="connsiteX466" fmla="*/ 695937 w 744401"/>
                <a:gd name="connsiteY466" fmla="*/ 190043 h 307037"/>
                <a:gd name="connsiteX467" fmla="*/ 694546 w 744401"/>
                <a:gd name="connsiteY467" fmla="*/ 190482 h 307037"/>
                <a:gd name="connsiteX468" fmla="*/ 690743 w 744401"/>
                <a:gd name="connsiteY468" fmla="*/ 196233 h 307037"/>
                <a:gd name="connsiteX469" fmla="*/ 685363 w 744401"/>
                <a:gd name="connsiteY469" fmla="*/ 197682 h 307037"/>
                <a:gd name="connsiteX470" fmla="*/ 684992 w 744401"/>
                <a:gd name="connsiteY470" fmla="*/ 197858 h 307037"/>
                <a:gd name="connsiteX471" fmla="*/ 680540 w 744401"/>
                <a:gd name="connsiteY471" fmla="*/ 200887 h 307037"/>
                <a:gd name="connsiteX472" fmla="*/ 680076 w 744401"/>
                <a:gd name="connsiteY472" fmla="*/ 201677 h 307037"/>
                <a:gd name="connsiteX473" fmla="*/ 680401 w 744401"/>
                <a:gd name="connsiteY473" fmla="*/ 202555 h 307037"/>
                <a:gd name="connsiteX474" fmla="*/ 684807 w 744401"/>
                <a:gd name="connsiteY474" fmla="*/ 206681 h 307037"/>
                <a:gd name="connsiteX475" fmla="*/ 686755 w 744401"/>
                <a:gd name="connsiteY475" fmla="*/ 223671 h 307037"/>
                <a:gd name="connsiteX476" fmla="*/ 685363 w 744401"/>
                <a:gd name="connsiteY476" fmla="*/ 229246 h 307037"/>
                <a:gd name="connsiteX477" fmla="*/ 685363 w 744401"/>
                <a:gd name="connsiteY477" fmla="*/ 229773 h 307037"/>
                <a:gd name="connsiteX478" fmla="*/ 686708 w 744401"/>
                <a:gd name="connsiteY478" fmla="*/ 235085 h 307037"/>
                <a:gd name="connsiteX479" fmla="*/ 682813 w 744401"/>
                <a:gd name="connsiteY479" fmla="*/ 241011 h 307037"/>
                <a:gd name="connsiteX480" fmla="*/ 676737 w 744401"/>
                <a:gd name="connsiteY480" fmla="*/ 243601 h 307037"/>
                <a:gd name="connsiteX481" fmla="*/ 676041 w 744401"/>
                <a:gd name="connsiteY481" fmla="*/ 244699 h 307037"/>
                <a:gd name="connsiteX482" fmla="*/ 676737 w 744401"/>
                <a:gd name="connsiteY482" fmla="*/ 250757 h 307037"/>
                <a:gd name="connsiteX483" fmla="*/ 672563 w 744401"/>
                <a:gd name="connsiteY483" fmla="*/ 245314 h 307037"/>
                <a:gd name="connsiteX484" fmla="*/ 672563 w 744401"/>
                <a:gd name="connsiteY484" fmla="*/ 241011 h 307037"/>
                <a:gd name="connsiteX485" fmla="*/ 671450 w 744401"/>
                <a:gd name="connsiteY485" fmla="*/ 239914 h 307037"/>
                <a:gd name="connsiteX486" fmla="*/ 665653 w 744401"/>
                <a:gd name="connsiteY486" fmla="*/ 239650 h 307037"/>
                <a:gd name="connsiteX487" fmla="*/ 665606 w 744401"/>
                <a:gd name="connsiteY487" fmla="*/ 239650 h 307037"/>
                <a:gd name="connsiteX488" fmla="*/ 664493 w 744401"/>
                <a:gd name="connsiteY488" fmla="*/ 240441 h 307037"/>
                <a:gd name="connsiteX489" fmla="*/ 661943 w 744401"/>
                <a:gd name="connsiteY489" fmla="*/ 249352 h 307037"/>
                <a:gd name="connsiteX490" fmla="*/ 659809 w 744401"/>
                <a:gd name="connsiteY490" fmla="*/ 252645 h 307037"/>
                <a:gd name="connsiteX491" fmla="*/ 658465 w 744401"/>
                <a:gd name="connsiteY491" fmla="*/ 250582 h 307037"/>
                <a:gd name="connsiteX492" fmla="*/ 657490 w 744401"/>
                <a:gd name="connsiteY492" fmla="*/ 250055 h 307037"/>
                <a:gd name="connsiteX493" fmla="*/ 656517 w 744401"/>
                <a:gd name="connsiteY493" fmla="*/ 250582 h 307037"/>
                <a:gd name="connsiteX494" fmla="*/ 651369 w 744401"/>
                <a:gd name="connsiteY494" fmla="*/ 258747 h 307037"/>
                <a:gd name="connsiteX495" fmla="*/ 637919 w 744401"/>
                <a:gd name="connsiteY495" fmla="*/ 257430 h 307037"/>
                <a:gd name="connsiteX496" fmla="*/ 637085 w 744401"/>
                <a:gd name="connsiteY496" fmla="*/ 257650 h 307037"/>
                <a:gd name="connsiteX497" fmla="*/ 624331 w 744401"/>
                <a:gd name="connsiteY497" fmla="*/ 267000 h 307037"/>
                <a:gd name="connsiteX498" fmla="*/ 617189 w 744401"/>
                <a:gd name="connsiteY498" fmla="*/ 267000 h 307037"/>
                <a:gd name="connsiteX499" fmla="*/ 616307 w 744401"/>
                <a:gd name="connsiteY499" fmla="*/ 267395 h 307037"/>
                <a:gd name="connsiteX500" fmla="*/ 604667 w 744401"/>
                <a:gd name="connsiteY500" fmla="*/ 280829 h 307037"/>
                <a:gd name="connsiteX501" fmla="*/ 596643 w 744401"/>
                <a:gd name="connsiteY501" fmla="*/ 282453 h 307037"/>
                <a:gd name="connsiteX502" fmla="*/ 596180 w 744401"/>
                <a:gd name="connsiteY502" fmla="*/ 282673 h 307037"/>
                <a:gd name="connsiteX503" fmla="*/ 585281 w 744401"/>
                <a:gd name="connsiteY503" fmla="*/ 290970 h 307037"/>
                <a:gd name="connsiteX504" fmla="*/ 574243 w 744401"/>
                <a:gd name="connsiteY504" fmla="*/ 303569 h 307037"/>
                <a:gd name="connsiteX505" fmla="*/ 572805 w 744401"/>
                <a:gd name="connsiteY505" fmla="*/ 305237 h 307037"/>
                <a:gd name="connsiteX506" fmla="*/ 572945 w 744401"/>
                <a:gd name="connsiteY506" fmla="*/ 306774 h 307037"/>
                <a:gd name="connsiteX507" fmla="*/ 573687 w 744401"/>
                <a:gd name="connsiteY507" fmla="*/ 307037 h 307037"/>
                <a:gd name="connsiteX508" fmla="*/ 574568 w 744401"/>
                <a:gd name="connsiteY508" fmla="*/ 306642 h 307037"/>
                <a:gd name="connsiteX509" fmla="*/ 577026 w 744401"/>
                <a:gd name="connsiteY509" fmla="*/ 303788 h 307037"/>
                <a:gd name="connsiteX510" fmla="*/ 586858 w 744401"/>
                <a:gd name="connsiteY510" fmla="*/ 292506 h 307037"/>
                <a:gd name="connsiteX511" fmla="*/ 597386 w 744401"/>
                <a:gd name="connsiteY511" fmla="*/ 284516 h 307037"/>
                <a:gd name="connsiteX512" fmla="*/ 605502 w 744401"/>
                <a:gd name="connsiteY512" fmla="*/ 282848 h 307037"/>
                <a:gd name="connsiteX513" fmla="*/ 606151 w 744401"/>
                <a:gd name="connsiteY513" fmla="*/ 282453 h 307037"/>
                <a:gd name="connsiteX514" fmla="*/ 617699 w 744401"/>
                <a:gd name="connsiteY514" fmla="*/ 269151 h 307037"/>
                <a:gd name="connsiteX515" fmla="*/ 624702 w 744401"/>
                <a:gd name="connsiteY515" fmla="*/ 269151 h 307037"/>
                <a:gd name="connsiteX516" fmla="*/ 625398 w 744401"/>
                <a:gd name="connsiteY516" fmla="*/ 268932 h 307037"/>
                <a:gd name="connsiteX517" fmla="*/ 638059 w 744401"/>
                <a:gd name="connsiteY517" fmla="*/ 259581 h 307037"/>
                <a:gd name="connsiteX518" fmla="*/ 651786 w 744401"/>
                <a:gd name="connsiteY518" fmla="*/ 260898 h 307037"/>
                <a:gd name="connsiteX519" fmla="*/ 652899 w 744401"/>
                <a:gd name="connsiteY519" fmla="*/ 260371 h 307037"/>
                <a:gd name="connsiteX520" fmla="*/ 657444 w 744401"/>
                <a:gd name="connsiteY520" fmla="*/ 253172 h 307037"/>
                <a:gd name="connsiteX521" fmla="*/ 658743 w 744401"/>
                <a:gd name="connsiteY521" fmla="*/ 255191 h 307037"/>
                <a:gd name="connsiteX522" fmla="*/ 659717 w 744401"/>
                <a:gd name="connsiteY522" fmla="*/ 255718 h 307037"/>
                <a:gd name="connsiteX523" fmla="*/ 660691 w 744401"/>
                <a:gd name="connsiteY523" fmla="*/ 255191 h 307037"/>
                <a:gd name="connsiteX524" fmla="*/ 663890 w 744401"/>
                <a:gd name="connsiteY524" fmla="*/ 250274 h 307037"/>
                <a:gd name="connsiteX525" fmla="*/ 664030 w 744401"/>
                <a:gd name="connsiteY525" fmla="*/ 250011 h 307037"/>
                <a:gd name="connsiteX526" fmla="*/ 666395 w 744401"/>
                <a:gd name="connsiteY526" fmla="*/ 241802 h 307037"/>
                <a:gd name="connsiteX527" fmla="*/ 670152 w 744401"/>
                <a:gd name="connsiteY527" fmla="*/ 241977 h 307037"/>
                <a:gd name="connsiteX528" fmla="*/ 670152 w 744401"/>
                <a:gd name="connsiteY528" fmla="*/ 245577 h 307037"/>
                <a:gd name="connsiteX529" fmla="*/ 670383 w 744401"/>
                <a:gd name="connsiteY529" fmla="*/ 246235 h 307037"/>
                <a:gd name="connsiteX530" fmla="*/ 675903 w 744401"/>
                <a:gd name="connsiteY530" fmla="*/ 253435 h 307037"/>
                <a:gd name="connsiteX531" fmla="*/ 677340 w 744401"/>
                <a:gd name="connsiteY531" fmla="*/ 255279 h 307037"/>
                <a:gd name="connsiteX532" fmla="*/ 678685 w 744401"/>
                <a:gd name="connsiteY532" fmla="*/ 255674 h 307037"/>
                <a:gd name="connsiteX533" fmla="*/ 679427 w 744401"/>
                <a:gd name="connsiteY533" fmla="*/ 254533 h 307037"/>
                <a:gd name="connsiteX534" fmla="*/ 679102 w 744401"/>
                <a:gd name="connsiteY534" fmla="*/ 251679 h 307037"/>
                <a:gd name="connsiteX535" fmla="*/ 678546 w 744401"/>
                <a:gd name="connsiteY535" fmla="*/ 246631 h 307037"/>
                <a:gd name="connsiteX536" fmla="*/ 678546 w 744401"/>
                <a:gd name="connsiteY536" fmla="*/ 246279 h 307037"/>
                <a:gd name="connsiteX537" fmla="*/ 678360 w 744401"/>
                <a:gd name="connsiteY537" fmla="*/ 245182 h 307037"/>
                <a:gd name="connsiteX538" fmla="*/ 683972 w 744401"/>
                <a:gd name="connsiteY538" fmla="*/ 242767 h 307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</a:cxnLst>
              <a:rect l="l" t="t" r="r" b="b"/>
              <a:pathLst>
                <a:path w="744401" h="307037">
                  <a:moveTo>
                    <a:pt x="684297" y="242416"/>
                  </a:moveTo>
                  <a:cubicBezTo>
                    <a:pt x="684297" y="242416"/>
                    <a:pt x="684668" y="242197"/>
                    <a:pt x="684807" y="241977"/>
                  </a:cubicBezTo>
                  <a:lnTo>
                    <a:pt x="689166" y="235392"/>
                  </a:lnTo>
                  <a:cubicBezTo>
                    <a:pt x="689351" y="235129"/>
                    <a:pt x="689398" y="234821"/>
                    <a:pt x="689306" y="234558"/>
                  </a:cubicBezTo>
                  <a:lnTo>
                    <a:pt x="687914" y="229071"/>
                  </a:lnTo>
                  <a:lnTo>
                    <a:pt x="689306" y="223539"/>
                  </a:lnTo>
                  <a:cubicBezTo>
                    <a:pt x="689306" y="223539"/>
                    <a:pt x="689306" y="223276"/>
                    <a:pt x="689306" y="223188"/>
                  </a:cubicBezTo>
                  <a:lnTo>
                    <a:pt x="687265" y="205628"/>
                  </a:lnTo>
                  <a:cubicBezTo>
                    <a:pt x="687265" y="205365"/>
                    <a:pt x="687125" y="205145"/>
                    <a:pt x="686940" y="204969"/>
                  </a:cubicBezTo>
                  <a:lnTo>
                    <a:pt x="683183" y="201501"/>
                  </a:lnTo>
                  <a:lnTo>
                    <a:pt x="686337" y="199350"/>
                  </a:lnTo>
                  <a:lnTo>
                    <a:pt x="691949" y="197814"/>
                  </a:lnTo>
                  <a:cubicBezTo>
                    <a:pt x="692227" y="197726"/>
                    <a:pt x="692459" y="197550"/>
                    <a:pt x="692598" y="197331"/>
                  </a:cubicBezTo>
                  <a:lnTo>
                    <a:pt x="696123" y="192019"/>
                  </a:lnTo>
                  <a:lnTo>
                    <a:pt x="700343" y="193555"/>
                  </a:lnTo>
                  <a:lnTo>
                    <a:pt x="711891" y="197770"/>
                  </a:lnTo>
                  <a:lnTo>
                    <a:pt x="711891" y="197770"/>
                  </a:lnTo>
                  <a:cubicBezTo>
                    <a:pt x="712169" y="197901"/>
                    <a:pt x="712540" y="197858"/>
                    <a:pt x="712819" y="197770"/>
                  </a:cubicBezTo>
                  <a:lnTo>
                    <a:pt x="717596" y="195531"/>
                  </a:lnTo>
                  <a:cubicBezTo>
                    <a:pt x="717966" y="195355"/>
                    <a:pt x="718199" y="195048"/>
                    <a:pt x="718245" y="194697"/>
                  </a:cubicBezTo>
                  <a:lnTo>
                    <a:pt x="719033" y="188770"/>
                  </a:lnTo>
                  <a:lnTo>
                    <a:pt x="723021" y="187365"/>
                  </a:lnTo>
                  <a:cubicBezTo>
                    <a:pt x="723393" y="187234"/>
                    <a:pt x="723671" y="186926"/>
                    <a:pt x="723764" y="186575"/>
                  </a:cubicBezTo>
                  <a:lnTo>
                    <a:pt x="726871" y="174020"/>
                  </a:lnTo>
                  <a:lnTo>
                    <a:pt x="730627" y="171254"/>
                  </a:lnTo>
                  <a:cubicBezTo>
                    <a:pt x="730999" y="170947"/>
                    <a:pt x="731184" y="170464"/>
                    <a:pt x="730999" y="170025"/>
                  </a:cubicBezTo>
                  <a:lnTo>
                    <a:pt x="729144" y="164976"/>
                  </a:lnTo>
                  <a:lnTo>
                    <a:pt x="734709" y="154704"/>
                  </a:lnTo>
                  <a:cubicBezTo>
                    <a:pt x="734709" y="154704"/>
                    <a:pt x="734801" y="154484"/>
                    <a:pt x="734848" y="154353"/>
                  </a:cubicBezTo>
                  <a:lnTo>
                    <a:pt x="735636" y="148207"/>
                  </a:lnTo>
                  <a:lnTo>
                    <a:pt x="739486" y="145309"/>
                  </a:lnTo>
                  <a:lnTo>
                    <a:pt x="744123" y="140085"/>
                  </a:lnTo>
                  <a:cubicBezTo>
                    <a:pt x="744448" y="139690"/>
                    <a:pt x="744494" y="139163"/>
                    <a:pt x="744170" y="138724"/>
                  </a:cubicBezTo>
                  <a:lnTo>
                    <a:pt x="739718" y="132798"/>
                  </a:lnTo>
                  <a:lnTo>
                    <a:pt x="744170" y="127135"/>
                  </a:lnTo>
                  <a:cubicBezTo>
                    <a:pt x="744170" y="127135"/>
                    <a:pt x="744401" y="126739"/>
                    <a:pt x="744401" y="126476"/>
                  </a:cubicBezTo>
                  <a:lnTo>
                    <a:pt x="744401" y="123184"/>
                  </a:lnTo>
                  <a:cubicBezTo>
                    <a:pt x="744401" y="122832"/>
                    <a:pt x="744263" y="122525"/>
                    <a:pt x="743984" y="122306"/>
                  </a:cubicBezTo>
                  <a:cubicBezTo>
                    <a:pt x="743706" y="122086"/>
                    <a:pt x="743335" y="122042"/>
                    <a:pt x="743010" y="122086"/>
                  </a:cubicBezTo>
                  <a:lnTo>
                    <a:pt x="731416" y="124544"/>
                  </a:lnTo>
                  <a:cubicBezTo>
                    <a:pt x="731416" y="124544"/>
                    <a:pt x="731230" y="124588"/>
                    <a:pt x="731137" y="124632"/>
                  </a:cubicBezTo>
                  <a:lnTo>
                    <a:pt x="723254" y="128627"/>
                  </a:lnTo>
                  <a:lnTo>
                    <a:pt x="716575" y="128891"/>
                  </a:lnTo>
                  <a:cubicBezTo>
                    <a:pt x="716575" y="128891"/>
                    <a:pt x="716111" y="128978"/>
                    <a:pt x="715926" y="129110"/>
                  </a:cubicBezTo>
                  <a:lnTo>
                    <a:pt x="708970" y="134027"/>
                  </a:lnTo>
                  <a:cubicBezTo>
                    <a:pt x="708691" y="134246"/>
                    <a:pt x="708505" y="134554"/>
                    <a:pt x="708505" y="134905"/>
                  </a:cubicBezTo>
                  <a:lnTo>
                    <a:pt x="708505" y="138197"/>
                  </a:lnTo>
                  <a:lnTo>
                    <a:pt x="684204" y="138197"/>
                  </a:lnTo>
                  <a:lnTo>
                    <a:pt x="679334" y="130910"/>
                  </a:lnTo>
                  <a:lnTo>
                    <a:pt x="680911" y="126476"/>
                  </a:lnTo>
                  <a:cubicBezTo>
                    <a:pt x="680911" y="126476"/>
                    <a:pt x="680957" y="126257"/>
                    <a:pt x="680957" y="126125"/>
                  </a:cubicBezTo>
                  <a:lnTo>
                    <a:pt x="680957" y="121471"/>
                  </a:lnTo>
                  <a:cubicBezTo>
                    <a:pt x="680957" y="121076"/>
                    <a:pt x="680725" y="120681"/>
                    <a:pt x="680308" y="120506"/>
                  </a:cubicBezTo>
                  <a:lnTo>
                    <a:pt x="676644" y="118794"/>
                  </a:lnTo>
                  <a:lnTo>
                    <a:pt x="679381" y="112911"/>
                  </a:lnTo>
                  <a:cubicBezTo>
                    <a:pt x="679520" y="112560"/>
                    <a:pt x="679520" y="112165"/>
                    <a:pt x="679288" y="111857"/>
                  </a:cubicBezTo>
                  <a:cubicBezTo>
                    <a:pt x="679056" y="111550"/>
                    <a:pt x="678731" y="111374"/>
                    <a:pt x="678314" y="111374"/>
                  </a:cubicBezTo>
                  <a:lnTo>
                    <a:pt x="672424" y="111374"/>
                  </a:lnTo>
                  <a:lnTo>
                    <a:pt x="658279" y="98512"/>
                  </a:lnTo>
                  <a:cubicBezTo>
                    <a:pt x="657955" y="98204"/>
                    <a:pt x="657444" y="98117"/>
                    <a:pt x="657027" y="98292"/>
                  </a:cubicBezTo>
                  <a:cubicBezTo>
                    <a:pt x="656609" y="98468"/>
                    <a:pt x="656331" y="98863"/>
                    <a:pt x="656331" y="99302"/>
                  </a:cubicBezTo>
                  <a:lnTo>
                    <a:pt x="656331" y="100663"/>
                  </a:lnTo>
                  <a:lnTo>
                    <a:pt x="653270" y="100663"/>
                  </a:lnTo>
                  <a:lnTo>
                    <a:pt x="646638" y="95439"/>
                  </a:lnTo>
                  <a:cubicBezTo>
                    <a:pt x="646638" y="95439"/>
                    <a:pt x="646221" y="95175"/>
                    <a:pt x="645942" y="95175"/>
                  </a:cubicBezTo>
                  <a:lnTo>
                    <a:pt x="633931" y="94649"/>
                  </a:lnTo>
                  <a:lnTo>
                    <a:pt x="630545" y="91444"/>
                  </a:lnTo>
                  <a:lnTo>
                    <a:pt x="630545" y="82313"/>
                  </a:lnTo>
                  <a:cubicBezTo>
                    <a:pt x="630545" y="82005"/>
                    <a:pt x="630406" y="81698"/>
                    <a:pt x="630175" y="81522"/>
                  </a:cubicBezTo>
                  <a:lnTo>
                    <a:pt x="627067" y="78844"/>
                  </a:lnTo>
                  <a:lnTo>
                    <a:pt x="627067" y="69450"/>
                  </a:lnTo>
                  <a:cubicBezTo>
                    <a:pt x="627067" y="69187"/>
                    <a:pt x="626974" y="68923"/>
                    <a:pt x="626789" y="68748"/>
                  </a:cubicBezTo>
                  <a:lnTo>
                    <a:pt x="620667" y="61899"/>
                  </a:lnTo>
                  <a:lnTo>
                    <a:pt x="620667" y="54743"/>
                  </a:lnTo>
                  <a:cubicBezTo>
                    <a:pt x="620667" y="54743"/>
                    <a:pt x="620621" y="54348"/>
                    <a:pt x="620481" y="54173"/>
                  </a:cubicBezTo>
                  <a:lnTo>
                    <a:pt x="612737" y="42495"/>
                  </a:lnTo>
                  <a:lnTo>
                    <a:pt x="615612" y="37271"/>
                  </a:lnTo>
                  <a:cubicBezTo>
                    <a:pt x="615797" y="36964"/>
                    <a:pt x="615797" y="36613"/>
                    <a:pt x="615612" y="36305"/>
                  </a:cubicBezTo>
                  <a:cubicBezTo>
                    <a:pt x="615473" y="35998"/>
                    <a:pt x="615194" y="35779"/>
                    <a:pt x="614823" y="35691"/>
                  </a:cubicBezTo>
                  <a:lnTo>
                    <a:pt x="610789" y="34813"/>
                  </a:lnTo>
                  <a:lnTo>
                    <a:pt x="610789" y="29940"/>
                  </a:lnTo>
                  <a:cubicBezTo>
                    <a:pt x="610789" y="29589"/>
                    <a:pt x="610649" y="29281"/>
                    <a:pt x="610371" y="29106"/>
                  </a:cubicBezTo>
                  <a:lnTo>
                    <a:pt x="604991" y="24979"/>
                  </a:lnTo>
                  <a:lnTo>
                    <a:pt x="606893" y="21379"/>
                  </a:lnTo>
                  <a:cubicBezTo>
                    <a:pt x="607032" y="21116"/>
                    <a:pt x="607078" y="20809"/>
                    <a:pt x="606940" y="20501"/>
                  </a:cubicBezTo>
                  <a:cubicBezTo>
                    <a:pt x="606847" y="20238"/>
                    <a:pt x="606615" y="19974"/>
                    <a:pt x="606337" y="19887"/>
                  </a:cubicBezTo>
                  <a:lnTo>
                    <a:pt x="601652" y="17867"/>
                  </a:lnTo>
                  <a:lnTo>
                    <a:pt x="602858" y="15584"/>
                  </a:lnTo>
                  <a:cubicBezTo>
                    <a:pt x="603090" y="15145"/>
                    <a:pt x="602997" y="14619"/>
                    <a:pt x="602580" y="14268"/>
                  </a:cubicBezTo>
                  <a:lnTo>
                    <a:pt x="599983" y="12073"/>
                  </a:lnTo>
                  <a:cubicBezTo>
                    <a:pt x="599983" y="12073"/>
                    <a:pt x="599426" y="11765"/>
                    <a:pt x="599148" y="11809"/>
                  </a:cubicBezTo>
                  <a:lnTo>
                    <a:pt x="594974" y="12073"/>
                  </a:lnTo>
                  <a:lnTo>
                    <a:pt x="590708" y="8517"/>
                  </a:lnTo>
                  <a:cubicBezTo>
                    <a:pt x="590243" y="8122"/>
                    <a:pt x="589548" y="8165"/>
                    <a:pt x="589130" y="8560"/>
                  </a:cubicBezTo>
                  <a:lnTo>
                    <a:pt x="586580" y="10975"/>
                  </a:lnTo>
                  <a:lnTo>
                    <a:pt x="568539" y="176"/>
                  </a:lnTo>
                  <a:cubicBezTo>
                    <a:pt x="568539" y="176"/>
                    <a:pt x="568075" y="0"/>
                    <a:pt x="567797" y="0"/>
                  </a:cubicBezTo>
                  <a:lnTo>
                    <a:pt x="547901" y="2063"/>
                  </a:lnTo>
                  <a:lnTo>
                    <a:pt x="547901" y="1098"/>
                  </a:lnTo>
                  <a:cubicBezTo>
                    <a:pt x="547901" y="746"/>
                    <a:pt x="547716" y="439"/>
                    <a:pt x="547437" y="219"/>
                  </a:cubicBezTo>
                  <a:cubicBezTo>
                    <a:pt x="547159" y="0"/>
                    <a:pt x="546788" y="-44"/>
                    <a:pt x="546417" y="44"/>
                  </a:cubicBezTo>
                  <a:lnTo>
                    <a:pt x="521188" y="6892"/>
                  </a:lnTo>
                  <a:cubicBezTo>
                    <a:pt x="521188" y="6892"/>
                    <a:pt x="520817" y="7068"/>
                    <a:pt x="520631" y="7200"/>
                  </a:cubicBezTo>
                  <a:lnTo>
                    <a:pt x="509037" y="19272"/>
                  </a:lnTo>
                  <a:cubicBezTo>
                    <a:pt x="509037" y="19272"/>
                    <a:pt x="508712" y="19799"/>
                    <a:pt x="508712" y="20062"/>
                  </a:cubicBezTo>
                  <a:lnTo>
                    <a:pt x="508990" y="24716"/>
                  </a:lnTo>
                  <a:cubicBezTo>
                    <a:pt x="508990" y="25067"/>
                    <a:pt x="509176" y="25374"/>
                    <a:pt x="509501" y="25550"/>
                  </a:cubicBezTo>
                  <a:cubicBezTo>
                    <a:pt x="509779" y="25725"/>
                    <a:pt x="510150" y="25813"/>
                    <a:pt x="510475" y="25725"/>
                  </a:cubicBezTo>
                  <a:lnTo>
                    <a:pt x="516086" y="24233"/>
                  </a:lnTo>
                  <a:lnTo>
                    <a:pt x="520307" y="26691"/>
                  </a:lnTo>
                  <a:lnTo>
                    <a:pt x="520307" y="38588"/>
                  </a:lnTo>
                  <a:lnTo>
                    <a:pt x="509037" y="44295"/>
                  </a:lnTo>
                  <a:cubicBezTo>
                    <a:pt x="508666" y="44471"/>
                    <a:pt x="508434" y="44866"/>
                    <a:pt x="508434" y="45261"/>
                  </a:cubicBezTo>
                  <a:lnTo>
                    <a:pt x="508434" y="51846"/>
                  </a:lnTo>
                  <a:lnTo>
                    <a:pt x="492944" y="77396"/>
                  </a:lnTo>
                  <a:cubicBezTo>
                    <a:pt x="492712" y="77747"/>
                    <a:pt x="492758" y="78186"/>
                    <a:pt x="492944" y="78537"/>
                  </a:cubicBezTo>
                  <a:cubicBezTo>
                    <a:pt x="493130" y="78888"/>
                    <a:pt x="493593" y="79108"/>
                    <a:pt x="494011" y="79064"/>
                  </a:cubicBezTo>
                  <a:lnTo>
                    <a:pt x="496840" y="78888"/>
                  </a:lnTo>
                  <a:lnTo>
                    <a:pt x="496840" y="84332"/>
                  </a:lnTo>
                  <a:cubicBezTo>
                    <a:pt x="484782" y="88020"/>
                    <a:pt x="476712" y="95219"/>
                    <a:pt x="475321" y="96536"/>
                  </a:cubicBezTo>
                  <a:cubicBezTo>
                    <a:pt x="470590" y="97941"/>
                    <a:pt x="463031" y="92761"/>
                    <a:pt x="460294" y="90522"/>
                  </a:cubicBezTo>
                  <a:lnTo>
                    <a:pt x="451297" y="85605"/>
                  </a:lnTo>
                  <a:cubicBezTo>
                    <a:pt x="450972" y="85430"/>
                    <a:pt x="450602" y="85430"/>
                    <a:pt x="450323" y="85517"/>
                  </a:cubicBezTo>
                  <a:lnTo>
                    <a:pt x="441094" y="88854"/>
                  </a:lnTo>
                  <a:lnTo>
                    <a:pt x="440584" y="88459"/>
                  </a:lnTo>
                  <a:lnTo>
                    <a:pt x="436549" y="85517"/>
                  </a:lnTo>
                  <a:lnTo>
                    <a:pt x="430010" y="80732"/>
                  </a:lnTo>
                  <a:cubicBezTo>
                    <a:pt x="430010" y="80732"/>
                    <a:pt x="429639" y="80513"/>
                    <a:pt x="429454" y="80513"/>
                  </a:cubicBezTo>
                  <a:lnTo>
                    <a:pt x="419297" y="79415"/>
                  </a:lnTo>
                  <a:cubicBezTo>
                    <a:pt x="419019" y="79415"/>
                    <a:pt x="418740" y="79415"/>
                    <a:pt x="418508" y="79591"/>
                  </a:cubicBezTo>
                  <a:lnTo>
                    <a:pt x="408816" y="85825"/>
                  </a:lnTo>
                  <a:lnTo>
                    <a:pt x="404039" y="87142"/>
                  </a:lnTo>
                  <a:cubicBezTo>
                    <a:pt x="404039" y="87142"/>
                    <a:pt x="403621" y="87317"/>
                    <a:pt x="403482" y="87493"/>
                  </a:cubicBezTo>
                  <a:lnTo>
                    <a:pt x="394485" y="97370"/>
                  </a:lnTo>
                  <a:lnTo>
                    <a:pt x="371157" y="101497"/>
                  </a:lnTo>
                  <a:lnTo>
                    <a:pt x="361464" y="105316"/>
                  </a:lnTo>
                  <a:lnTo>
                    <a:pt x="359424" y="103165"/>
                  </a:lnTo>
                  <a:cubicBezTo>
                    <a:pt x="359053" y="102770"/>
                    <a:pt x="358404" y="102682"/>
                    <a:pt x="357940" y="102990"/>
                  </a:cubicBezTo>
                  <a:lnTo>
                    <a:pt x="353673" y="105536"/>
                  </a:lnTo>
                  <a:lnTo>
                    <a:pt x="343795" y="104219"/>
                  </a:lnTo>
                  <a:lnTo>
                    <a:pt x="336977" y="101541"/>
                  </a:lnTo>
                  <a:cubicBezTo>
                    <a:pt x="336977" y="101541"/>
                    <a:pt x="336699" y="101453"/>
                    <a:pt x="336513" y="101453"/>
                  </a:cubicBezTo>
                  <a:lnTo>
                    <a:pt x="328954" y="101453"/>
                  </a:lnTo>
                  <a:lnTo>
                    <a:pt x="324966" y="96887"/>
                  </a:lnTo>
                  <a:cubicBezTo>
                    <a:pt x="324966" y="96887"/>
                    <a:pt x="324641" y="96624"/>
                    <a:pt x="324409" y="96536"/>
                  </a:cubicBezTo>
                  <a:lnTo>
                    <a:pt x="319725" y="95131"/>
                  </a:lnTo>
                  <a:lnTo>
                    <a:pt x="319725" y="88546"/>
                  </a:lnTo>
                  <a:cubicBezTo>
                    <a:pt x="319725" y="88020"/>
                    <a:pt x="319354" y="87581"/>
                    <a:pt x="318797" y="87449"/>
                  </a:cubicBezTo>
                  <a:lnTo>
                    <a:pt x="308733" y="85605"/>
                  </a:lnTo>
                  <a:lnTo>
                    <a:pt x="302612" y="79547"/>
                  </a:lnTo>
                  <a:cubicBezTo>
                    <a:pt x="302380" y="79327"/>
                    <a:pt x="302009" y="79152"/>
                    <a:pt x="301684" y="79196"/>
                  </a:cubicBezTo>
                  <a:lnTo>
                    <a:pt x="293197" y="79723"/>
                  </a:lnTo>
                  <a:lnTo>
                    <a:pt x="289487" y="76474"/>
                  </a:lnTo>
                  <a:cubicBezTo>
                    <a:pt x="289487" y="76474"/>
                    <a:pt x="289070" y="76210"/>
                    <a:pt x="288838" y="76210"/>
                  </a:cubicBezTo>
                  <a:lnTo>
                    <a:pt x="276965" y="74850"/>
                  </a:lnTo>
                  <a:cubicBezTo>
                    <a:pt x="276965" y="74850"/>
                    <a:pt x="276594" y="74850"/>
                    <a:pt x="276455" y="74894"/>
                  </a:cubicBezTo>
                  <a:lnTo>
                    <a:pt x="263098" y="79284"/>
                  </a:lnTo>
                  <a:cubicBezTo>
                    <a:pt x="263098" y="79284"/>
                    <a:pt x="262820" y="79415"/>
                    <a:pt x="262727" y="79503"/>
                  </a:cubicBezTo>
                  <a:lnTo>
                    <a:pt x="258414" y="83059"/>
                  </a:lnTo>
                  <a:lnTo>
                    <a:pt x="245521" y="82795"/>
                  </a:lnTo>
                  <a:lnTo>
                    <a:pt x="245521" y="79196"/>
                  </a:lnTo>
                  <a:cubicBezTo>
                    <a:pt x="245521" y="78669"/>
                    <a:pt x="245150" y="78230"/>
                    <a:pt x="244640" y="78142"/>
                  </a:cubicBezTo>
                  <a:lnTo>
                    <a:pt x="234530" y="75859"/>
                  </a:lnTo>
                  <a:lnTo>
                    <a:pt x="234530" y="73708"/>
                  </a:lnTo>
                  <a:cubicBezTo>
                    <a:pt x="234530" y="73313"/>
                    <a:pt x="234344" y="72962"/>
                    <a:pt x="233973" y="72786"/>
                  </a:cubicBezTo>
                  <a:lnTo>
                    <a:pt x="229846" y="70328"/>
                  </a:lnTo>
                  <a:lnTo>
                    <a:pt x="228454" y="54699"/>
                  </a:lnTo>
                  <a:cubicBezTo>
                    <a:pt x="228454" y="54217"/>
                    <a:pt x="228037" y="53822"/>
                    <a:pt x="227527" y="53734"/>
                  </a:cubicBezTo>
                  <a:lnTo>
                    <a:pt x="220756" y="52329"/>
                  </a:lnTo>
                  <a:lnTo>
                    <a:pt x="214680" y="51539"/>
                  </a:lnTo>
                  <a:lnTo>
                    <a:pt x="205637" y="45129"/>
                  </a:lnTo>
                  <a:cubicBezTo>
                    <a:pt x="205637" y="45129"/>
                    <a:pt x="205127" y="44910"/>
                    <a:pt x="204848" y="44910"/>
                  </a:cubicBezTo>
                  <a:lnTo>
                    <a:pt x="193486" y="45656"/>
                  </a:lnTo>
                  <a:lnTo>
                    <a:pt x="190935" y="40081"/>
                  </a:lnTo>
                  <a:cubicBezTo>
                    <a:pt x="190750" y="39686"/>
                    <a:pt x="190332" y="39422"/>
                    <a:pt x="189869" y="39422"/>
                  </a:cubicBezTo>
                  <a:lnTo>
                    <a:pt x="182958" y="39422"/>
                  </a:lnTo>
                  <a:lnTo>
                    <a:pt x="176002" y="35208"/>
                  </a:lnTo>
                  <a:cubicBezTo>
                    <a:pt x="175724" y="35032"/>
                    <a:pt x="175352" y="34988"/>
                    <a:pt x="175028" y="35076"/>
                  </a:cubicBezTo>
                  <a:cubicBezTo>
                    <a:pt x="174703" y="35164"/>
                    <a:pt x="174425" y="35427"/>
                    <a:pt x="174286" y="35735"/>
                  </a:cubicBezTo>
                  <a:lnTo>
                    <a:pt x="171179" y="43154"/>
                  </a:lnTo>
                  <a:lnTo>
                    <a:pt x="165892" y="47368"/>
                  </a:lnTo>
                  <a:cubicBezTo>
                    <a:pt x="165613" y="47588"/>
                    <a:pt x="165474" y="47895"/>
                    <a:pt x="165474" y="48202"/>
                  </a:cubicBezTo>
                  <a:lnTo>
                    <a:pt x="165474" y="52329"/>
                  </a:lnTo>
                  <a:lnTo>
                    <a:pt x="161996" y="52329"/>
                  </a:lnTo>
                  <a:cubicBezTo>
                    <a:pt x="161579" y="52329"/>
                    <a:pt x="161161" y="52548"/>
                    <a:pt x="160976" y="52943"/>
                  </a:cubicBezTo>
                  <a:lnTo>
                    <a:pt x="155781" y="62558"/>
                  </a:lnTo>
                  <a:cubicBezTo>
                    <a:pt x="155549" y="62997"/>
                    <a:pt x="155642" y="63523"/>
                    <a:pt x="156013" y="63875"/>
                  </a:cubicBezTo>
                  <a:lnTo>
                    <a:pt x="160280" y="67650"/>
                  </a:lnTo>
                  <a:lnTo>
                    <a:pt x="160280" y="71030"/>
                  </a:lnTo>
                  <a:cubicBezTo>
                    <a:pt x="160280" y="71294"/>
                    <a:pt x="160373" y="71601"/>
                    <a:pt x="160604" y="71777"/>
                  </a:cubicBezTo>
                  <a:lnTo>
                    <a:pt x="165381" y="76518"/>
                  </a:lnTo>
                  <a:lnTo>
                    <a:pt x="164176" y="80644"/>
                  </a:lnTo>
                  <a:lnTo>
                    <a:pt x="158471" y="87932"/>
                  </a:lnTo>
                  <a:lnTo>
                    <a:pt x="157683" y="87142"/>
                  </a:lnTo>
                  <a:cubicBezTo>
                    <a:pt x="157265" y="86703"/>
                    <a:pt x="156523" y="86659"/>
                    <a:pt x="156060" y="87054"/>
                  </a:cubicBezTo>
                  <a:lnTo>
                    <a:pt x="150077" y="92102"/>
                  </a:lnTo>
                  <a:lnTo>
                    <a:pt x="147619" y="88722"/>
                  </a:lnTo>
                  <a:cubicBezTo>
                    <a:pt x="147387" y="88415"/>
                    <a:pt x="147062" y="88239"/>
                    <a:pt x="146645" y="88239"/>
                  </a:cubicBezTo>
                  <a:lnTo>
                    <a:pt x="136117" y="88239"/>
                  </a:lnTo>
                  <a:lnTo>
                    <a:pt x="127909" y="85298"/>
                  </a:lnTo>
                  <a:cubicBezTo>
                    <a:pt x="127537" y="85166"/>
                    <a:pt x="127166" y="85210"/>
                    <a:pt x="126842" y="85430"/>
                  </a:cubicBezTo>
                  <a:lnTo>
                    <a:pt x="122529" y="88239"/>
                  </a:lnTo>
                  <a:cubicBezTo>
                    <a:pt x="120859" y="88107"/>
                    <a:pt x="114413" y="87581"/>
                    <a:pt x="109729" y="86790"/>
                  </a:cubicBezTo>
                  <a:cubicBezTo>
                    <a:pt x="106297" y="86176"/>
                    <a:pt x="103329" y="78669"/>
                    <a:pt x="102262" y="74059"/>
                  </a:cubicBezTo>
                  <a:cubicBezTo>
                    <a:pt x="102169" y="73577"/>
                    <a:pt x="101705" y="73225"/>
                    <a:pt x="101195" y="73181"/>
                  </a:cubicBezTo>
                  <a:lnTo>
                    <a:pt x="83943" y="72567"/>
                  </a:lnTo>
                  <a:lnTo>
                    <a:pt x="82551" y="68484"/>
                  </a:lnTo>
                  <a:cubicBezTo>
                    <a:pt x="82459" y="68177"/>
                    <a:pt x="82181" y="67913"/>
                    <a:pt x="81856" y="67782"/>
                  </a:cubicBezTo>
                  <a:cubicBezTo>
                    <a:pt x="81531" y="67650"/>
                    <a:pt x="81160" y="67694"/>
                    <a:pt x="80882" y="67869"/>
                  </a:cubicBezTo>
                  <a:lnTo>
                    <a:pt x="76151" y="70460"/>
                  </a:lnTo>
                  <a:lnTo>
                    <a:pt x="71838" y="66377"/>
                  </a:lnTo>
                  <a:cubicBezTo>
                    <a:pt x="71560" y="66114"/>
                    <a:pt x="71143" y="65982"/>
                    <a:pt x="70772" y="66070"/>
                  </a:cubicBezTo>
                  <a:cubicBezTo>
                    <a:pt x="70401" y="66157"/>
                    <a:pt x="70076" y="66421"/>
                    <a:pt x="69937" y="66772"/>
                  </a:cubicBezTo>
                  <a:lnTo>
                    <a:pt x="68778" y="69889"/>
                  </a:lnTo>
                  <a:lnTo>
                    <a:pt x="61496" y="69889"/>
                  </a:lnTo>
                  <a:cubicBezTo>
                    <a:pt x="61079" y="69889"/>
                    <a:pt x="60662" y="70108"/>
                    <a:pt x="60476" y="70460"/>
                  </a:cubicBezTo>
                  <a:lnTo>
                    <a:pt x="56441" y="77571"/>
                  </a:lnTo>
                  <a:lnTo>
                    <a:pt x="49021" y="77571"/>
                  </a:lnTo>
                  <a:cubicBezTo>
                    <a:pt x="48650" y="77571"/>
                    <a:pt x="48279" y="77747"/>
                    <a:pt x="48047" y="78054"/>
                  </a:cubicBezTo>
                  <a:lnTo>
                    <a:pt x="45496" y="81698"/>
                  </a:lnTo>
                  <a:lnTo>
                    <a:pt x="41229" y="81698"/>
                  </a:lnTo>
                  <a:cubicBezTo>
                    <a:pt x="41229" y="81698"/>
                    <a:pt x="34551" y="83103"/>
                    <a:pt x="34551" y="83103"/>
                  </a:cubicBezTo>
                  <a:cubicBezTo>
                    <a:pt x="33995" y="83191"/>
                    <a:pt x="33624" y="83674"/>
                    <a:pt x="33624" y="84156"/>
                  </a:cubicBezTo>
                  <a:lnTo>
                    <a:pt x="33624" y="88020"/>
                  </a:lnTo>
                  <a:lnTo>
                    <a:pt x="30145" y="88020"/>
                  </a:lnTo>
                  <a:cubicBezTo>
                    <a:pt x="29728" y="88020"/>
                    <a:pt x="29357" y="88195"/>
                    <a:pt x="29171" y="88546"/>
                  </a:cubicBezTo>
                  <a:cubicBezTo>
                    <a:pt x="28986" y="88854"/>
                    <a:pt x="28939" y="89293"/>
                    <a:pt x="29125" y="89600"/>
                  </a:cubicBezTo>
                  <a:lnTo>
                    <a:pt x="30702" y="92585"/>
                  </a:lnTo>
                  <a:lnTo>
                    <a:pt x="25647" y="95834"/>
                  </a:lnTo>
                  <a:lnTo>
                    <a:pt x="21566" y="94385"/>
                  </a:lnTo>
                  <a:cubicBezTo>
                    <a:pt x="21194" y="94253"/>
                    <a:pt x="20823" y="94297"/>
                    <a:pt x="20499" y="94517"/>
                  </a:cubicBezTo>
                  <a:cubicBezTo>
                    <a:pt x="20174" y="94736"/>
                    <a:pt x="19989" y="95044"/>
                    <a:pt x="19989" y="95439"/>
                  </a:cubicBezTo>
                  <a:lnTo>
                    <a:pt x="19989" y="98468"/>
                  </a:lnTo>
                  <a:lnTo>
                    <a:pt x="5797" y="98468"/>
                  </a:lnTo>
                  <a:cubicBezTo>
                    <a:pt x="5148" y="98468"/>
                    <a:pt x="4638" y="98951"/>
                    <a:pt x="4638" y="99565"/>
                  </a:cubicBezTo>
                  <a:lnTo>
                    <a:pt x="4638" y="103780"/>
                  </a:lnTo>
                  <a:lnTo>
                    <a:pt x="93" y="105711"/>
                  </a:lnTo>
                  <a:cubicBezTo>
                    <a:pt x="93" y="105711"/>
                    <a:pt x="46" y="105799"/>
                    <a:pt x="0" y="105799"/>
                  </a:cubicBezTo>
                  <a:cubicBezTo>
                    <a:pt x="93" y="105755"/>
                    <a:pt x="185" y="105755"/>
                    <a:pt x="278" y="105711"/>
                  </a:cubicBezTo>
                  <a:cubicBezTo>
                    <a:pt x="418" y="105711"/>
                    <a:pt x="510" y="105624"/>
                    <a:pt x="649" y="105624"/>
                  </a:cubicBezTo>
                  <a:cubicBezTo>
                    <a:pt x="742" y="105624"/>
                    <a:pt x="835" y="105711"/>
                    <a:pt x="928" y="105711"/>
                  </a:cubicBezTo>
                  <a:cubicBezTo>
                    <a:pt x="1067" y="105755"/>
                    <a:pt x="1252" y="105755"/>
                    <a:pt x="1391" y="105887"/>
                  </a:cubicBezTo>
                  <a:cubicBezTo>
                    <a:pt x="1391" y="105887"/>
                    <a:pt x="1391" y="105975"/>
                    <a:pt x="1391" y="105975"/>
                  </a:cubicBezTo>
                  <a:cubicBezTo>
                    <a:pt x="1391" y="105975"/>
                    <a:pt x="1391" y="105975"/>
                    <a:pt x="1438" y="105975"/>
                  </a:cubicBezTo>
                  <a:lnTo>
                    <a:pt x="2365" y="107072"/>
                  </a:lnTo>
                  <a:lnTo>
                    <a:pt x="6215" y="105404"/>
                  </a:lnTo>
                  <a:cubicBezTo>
                    <a:pt x="6632" y="105228"/>
                    <a:pt x="6910" y="104833"/>
                    <a:pt x="6910" y="104394"/>
                  </a:cubicBezTo>
                  <a:lnTo>
                    <a:pt x="6910" y="100531"/>
                  </a:lnTo>
                  <a:lnTo>
                    <a:pt x="21102" y="100531"/>
                  </a:lnTo>
                  <a:cubicBezTo>
                    <a:pt x="21751" y="100531"/>
                    <a:pt x="22261" y="100048"/>
                    <a:pt x="22261" y="99434"/>
                  </a:cubicBezTo>
                  <a:lnTo>
                    <a:pt x="22261" y="96887"/>
                  </a:lnTo>
                  <a:lnTo>
                    <a:pt x="25322" y="97985"/>
                  </a:lnTo>
                  <a:cubicBezTo>
                    <a:pt x="25693" y="98117"/>
                    <a:pt x="26064" y="98073"/>
                    <a:pt x="26389" y="97853"/>
                  </a:cubicBezTo>
                  <a:lnTo>
                    <a:pt x="32742" y="93727"/>
                  </a:lnTo>
                  <a:cubicBezTo>
                    <a:pt x="33206" y="93419"/>
                    <a:pt x="33392" y="92805"/>
                    <a:pt x="33113" y="92322"/>
                  </a:cubicBezTo>
                  <a:lnTo>
                    <a:pt x="31908" y="90083"/>
                  </a:lnTo>
                  <a:lnTo>
                    <a:pt x="34690" y="90083"/>
                  </a:lnTo>
                  <a:cubicBezTo>
                    <a:pt x="35339" y="90083"/>
                    <a:pt x="35850" y="89600"/>
                    <a:pt x="35850" y="88985"/>
                  </a:cubicBezTo>
                  <a:lnTo>
                    <a:pt x="35850" y="84947"/>
                  </a:lnTo>
                  <a:lnTo>
                    <a:pt x="41368" y="83805"/>
                  </a:lnTo>
                  <a:lnTo>
                    <a:pt x="46006" y="83805"/>
                  </a:lnTo>
                  <a:cubicBezTo>
                    <a:pt x="46377" y="83805"/>
                    <a:pt x="46748" y="83630"/>
                    <a:pt x="46980" y="83322"/>
                  </a:cubicBezTo>
                  <a:lnTo>
                    <a:pt x="49531" y="79679"/>
                  </a:lnTo>
                  <a:lnTo>
                    <a:pt x="57044" y="79679"/>
                  </a:lnTo>
                  <a:cubicBezTo>
                    <a:pt x="57462" y="79679"/>
                    <a:pt x="57879" y="79459"/>
                    <a:pt x="58064" y="79108"/>
                  </a:cubicBezTo>
                  <a:lnTo>
                    <a:pt x="62099" y="71996"/>
                  </a:lnTo>
                  <a:lnTo>
                    <a:pt x="69519" y="71996"/>
                  </a:lnTo>
                  <a:cubicBezTo>
                    <a:pt x="70030" y="71996"/>
                    <a:pt x="70447" y="71689"/>
                    <a:pt x="70632" y="71250"/>
                  </a:cubicBezTo>
                  <a:lnTo>
                    <a:pt x="71468" y="69055"/>
                  </a:lnTo>
                  <a:lnTo>
                    <a:pt x="75085" y="72479"/>
                  </a:lnTo>
                  <a:cubicBezTo>
                    <a:pt x="75456" y="72830"/>
                    <a:pt x="76012" y="72918"/>
                    <a:pt x="76476" y="72655"/>
                  </a:cubicBezTo>
                  <a:lnTo>
                    <a:pt x="80743" y="70328"/>
                  </a:lnTo>
                  <a:lnTo>
                    <a:pt x="81346" y="72172"/>
                  </a:lnTo>
                  <a:lnTo>
                    <a:pt x="81902" y="73884"/>
                  </a:lnTo>
                  <a:cubicBezTo>
                    <a:pt x="82041" y="74323"/>
                    <a:pt x="82459" y="74630"/>
                    <a:pt x="82969" y="74630"/>
                  </a:cubicBezTo>
                  <a:lnTo>
                    <a:pt x="83386" y="74630"/>
                  </a:lnTo>
                  <a:cubicBezTo>
                    <a:pt x="83386" y="74630"/>
                    <a:pt x="100175" y="75245"/>
                    <a:pt x="100175" y="75245"/>
                  </a:cubicBezTo>
                  <a:cubicBezTo>
                    <a:pt x="100963" y="78318"/>
                    <a:pt x="103885" y="87888"/>
                    <a:pt x="109311" y="88854"/>
                  </a:cubicBezTo>
                  <a:cubicBezTo>
                    <a:pt x="114830" y="89820"/>
                    <a:pt x="122436" y="90346"/>
                    <a:pt x="122761" y="90390"/>
                  </a:cubicBezTo>
                  <a:cubicBezTo>
                    <a:pt x="122993" y="90390"/>
                    <a:pt x="123271" y="90346"/>
                    <a:pt x="123503" y="90215"/>
                  </a:cubicBezTo>
                  <a:lnTo>
                    <a:pt x="127630" y="87537"/>
                  </a:lnTo>
                  <a:lnTo>
                    <a:pt x="135468" y="90346"/>
                  </a:lnTo>
                  <a:cubicBezTo>
                    <a:pt x="135468" y="90346"/>
                    <a:pt x="135746" y="90434"/>
                    <a:pt x="135885" y="90434"/>
                  </a:cubicBezTo>
                  <a:lnTo>
                    <a:pt x="145996" y="90434"/>
                  </a:lnTo>
                  <a:lnTo>
                    <a:pt x="148825" y="94341"/>
                  </a:lnTo>
                  <a:cubicBezTo>
                    <a:pt x="149010" y="94605"/>
                    <a:pt x="149335" y="94780"/>
                    <a:pt x="149660" y="94824"/>
                  </a:cubicBezTo>
                  <a:cubicBezTo>
                    <a:pt x="149984" y="94868"/>
                    <a:pt x="150309" y="94780"/>
                    <a:pt x="150587" y="94561"/>
                  </a:cubicBezTo>
                  <a:lnTo>
                    <a:pt x="156709" y="89380"/>
                  </a:lnTo>
                  <a:lnTo>
                    <a:pt x="157683" y="90390"/>
                  </a:lnTo>
                  <a:cubicBezTo>
                    <a:pt x="157915" y="90654"/>
                    <a:pt x="158239" y="90741"/>
                    <a:pt x="158610" y="90741"/>
                  </a:cubicBezTo>
                  <a:cubicBezTo>
                    <a:pt x="158981" y="90741"/>
                    <a:pt x="159260" y="90566"/>
                    <a:pt x="159491" y="90302"/>
                  </a:cubicBezTo>
                  <a:lnTo>
                    <a:pt x="166170" y="81786"/>
                  </a:lnTo>
                  <a:cubicBezTo>
                    <a:pt x="166170" y="81786"/>
                    <a:pt x="166309" y="81566"/>
                    <a:pt x="166355" y="81435"/>
                  </a:cubicBezTo>
                  <a:lnTo>
                    <a:pt x="167793" y="76518"/>
                  </a:lnTo>
                  <a:cubicBezTo>
                    <a:pt x="167886" y="76167"/>
                    <a:pt x="167793" y="75728"/>
                    <a:pt x="167515" y="75464"/>
                  </a:cubicBezTo>
                  <a:lnTo>
                    <a:pt x="162599" y="70547"/>
                  </a:lnTo>
                  <a:lnTo>
                    <a:pt x="162599" y="67123"/>
                  </a:lnTo>
                  <a:cubicBezTo>
                    <a:pt x="162599" y="66816"/>
                    <a:pt x="162460" y="66509"/>
                    <a:pt x="162228" y="66333"/>
                  </a:cubicBezTo>
                  <a:lnTo>
                    <a:pt x="158239" y="62777"/>
                  </a:lnTo>
                  <a:lnTo>
                    <a:pt x="162738" y="54524"/>
                  </a:lnTo>
                  <a:lnTo>
                    <a:pt x="166680" y="54524"/>
                  </a:lnTo>
                  <a:cubicBezTo>
                    <a:pt x="167329" y="54524"/>
                    <a:pt x="167839" y="54041"/>
                    <a:pt x="167839" y="53426"/>
                  </a:cubicBezTo>
                  <a:lnTo>
                    <a:pt x="167839" y="48729"/>
                  </a:lnTo>
                  <a:lnTo>
                    <a:pt x="172941" y="44690"/>
                  </a:lnTo>
                  <a:cubicBezTo>
                    <a:pt x="172941" y="44690"/>
                    <a:pt x="173219" y="44427"/>
                    <a:pt x="173265" y="44251"/>
                  </a:cubicBezTo>
                  <a:lnTo>
                    <a:pt x="175955" y="37798"/>
                  </a:lnTo>
                  <a:lnTo>
                    <a:pt x="182031" y="41485"/>
                  </a:lnTo>
                  <a:cubicBezTo>
                    <a:pt x="182031" y="41485"/>
                    <a:pt x="182448" y="41661"/>
                    <a:pt x="182634" y="41661"/>
                  </a:cubicBezTo>
                  <a:lnTo>
                    <a:pt x="189127" y="41661"/>
                  </a:lnTo>
                  <a:lnTo>
                    <a:pt x="191724" y="47324"/>
                  </a:lnTo>
                  <a:cubicBezTo>
                    <a:pt x="191909" y="47763"/>
                    <a:pt x="192373" y="48027"/>
                    <a:pt x="192883" y="47983"/>
                  </a:cubicBezTo>
                  <a:lnTo>
                    <a:pt x="204616" y="47193"/>
                  </a:lnTo>
                  <a:lnTo>
                    <a:pt x="213521" y="53514"/>
                  </a:lnTo>
                  <a:cubicBezTo>
                    <a:pt x="213521" y="53514"/>
                    <a:pt x="213846" y="53690"/>
                    <a:pt x="214078" y="53734"/>
                  </a:cubicBezTo>
                  <a:lnTo>
                    <a:pt x="220385" y="54524"/>
                  </a:lnTo>
                  <a:lnTo>
                    <a:pt x="226228" y="55709"/>
                  </a:lnTo>
                  <a:lnTo>
                    <a:pt x="227620" y="71074"/>
                  </a:lnTo>
                  <a:cubicBezTo>
                    <a:pt x="227620" y="71425"/>
                    <a:pt x="227852" y="71733"/>
                    <a:pt x="228176" y="71908"/>
                  </a:cubicBezTo>
                  <a:lnTo>
                    <a:pt x="232257" y="74323"/>
                  </a:lnTo>
                  <a:lnTo>
                    <a:pt x="232257" y="76737"/>
                  </a:lnTo>
                  <a:cubicBezTo>
                    <a:pt x="232257" y="77264"/>
                    <a:pt x="232629" y="77703"/>
                    <a:pt x="233139" y="77791"/>
                  </a:cubicBezTo>
                  <a:lnTo>
                    <a:pt x="243249" y="80074"/>
                  </a:lnTo>
                  <a:lnTo>
                    <a:pt x="243249" y="83849"/>
                  </a:lnTo>
                  <a:cubicBezTo>
                    <a:pt x="243249" y="84464"/>
                    <a:pt x="243759" y="84947"/>
                    <a:pt x="244408" y="84947"/>
                  </a:cubicBezTo>
                  <a:lnTo>
                    <a:pt x="258878" y="85210"/>
                  </a:lnTo>
                  <a:cubicBezTo>
                    <a:pt x="259203" y="85210"/>
                    <a:pt x="259434" y="85122"/>
                    <a:pt x="259666" y="84947"/>
                  </a:cubicBezTo>
                  <a:lnTo>
                    <a:pt x="264119" y="81259"/>
                  </a:lnTo>
                  <a:lnTo>
                    <a:pt x="276965" y="77045"/>
                  </a:lnTo>
                  <a:lnTo>
                    <a:pt x="288188" y="78362"/>
                  </a:lnTo>
                  <a:lnTo>
                    <a:pt x="291991" y="81698"/>
                  </a:lnTo>
                  <a:cubicBezTo>
                    <a:pt x="291991" y="81698"/>
                    <a:pt x="292548" y="82005"/>
                    <a:pt x="292873" y="82005"/>
                  </a:cubicBezTo>
                  <a:lnTo>
                    <a:pt x="301313" y="81479"/>
                  </a:lnTo>
                  <a:lnTo>
                    <a:pt x="307296" y="87405"/>
                  </a:lnTo>
                  <a:cubicBezTo>
                    <a:pt x="307296" y="87405"/>
                    <a:pt x="307667" y="87668"/>
                    <a:pt x="307899" y="87712"/>
                  </a:cubicBezTo>
                  <a:lnTo>
                    <a:pt x="317406" y="89468"/>
                  </a:lnTo>
                  <a:lnTo>
                    <a:pt x="317406" y="95965"/>
                  </a:lnTo>
                  <a:cubicBezTo>
                    <a:pt x="317406" y="96448"/>
                    <a:pt x="317731" y="96887"/>
                    <a:pt x="318194" y="97019"/>
                  </a:cubicBezTo>
                  <a:lnTo>
                    <a:pt x="323389" y="98556"/>
                  </a:lnTo>
                  <a:lnTo>
                    <a:pt x="327516" y="103253"/>
                  </a:lnTo>
                  <a:cubicBezTo>
                    <a:pt x="327748" y="103516"/>
                    <a:pt x="328073" y="103648"/>
                    <a:pt x="328397" y="103648"/>
                  </a:cubicBezTo>
                  <a:lnTo>
                    <a:pt x="336282" y="103648"/>
                  </a:lnTo>
                  <a:lnTo>
                    <a:pt x="343006" y="106326"/>
                  </a:lnTo>
                  <a:cubicBezTo>
                    <a:pt x="343006" y="106326"/>
                    <a:pt x="343192" y="106370"/>
                    <a:pt x="343285" y="106414"/>
                  </a:cubicBezTo>
                  <a:lnTo>
                    <a:pt x="353719" y="107775"/>
                  </a:lnTo>
                  <a:cubicBezTo>
                    <a:pt x="353998" y="107775"/>
                    <a:pt x="354276" y="107775"/>
                    <a:pt x="354508" y="107599"/>
                  </a:cubicBezTo>
                  <a:lnTo>
                    <a:pt x="358311" y="105360"/>
                  </a:lnTo>
                  <a:lnTo>
                    <a:pt x="360259" y="107423"/>
                  </a:lnTo>
                  <a:cubicBezTo>
                    <a:pt x="360583" y="107775"/>
                    <a:pt x="361140" y="107906"/>
                    <a:pt x="361557" y="107687"/>
                  </a:cubicBezTo>
                  <a:lnTo>
                    <a:pt x="371760" y="103648"/>
                  </a:lnTo>
                  <a:lnTo>
                    <a:pt x="395227" y="99521"/>
                  </a:lnTo>
                  <a:cubicBezTo>
                    <a:pt x="395505" y="99478"/>
                    <a:pt x="395737" y="99346"/>
                    <a:pt x="395876" y="99170"/>
                  </a:cubicBezTo>
                  <a:lnTo>
                    <a:pt x="404920" y="89249"/>
                  </a:lnTo>
                  <a:lnTo>
                    <a:pt x="409511" y="87976"/>
                  </a:lnTo>
                  <a:cubicBezTo>
                    <a:pt x="409511" y="87976"/>
                    <a:pt x="409743" y="87888"/>
                    <a:pt x="409836" y="87844"/>
                  </a:cubicBezTo>
                  <a:lnTo>
                    <a:pt x="419343" y="81742"/>
                  </a:lnTo>
                  <a:lnTo>
                    <a:pt x="428758" y="82752"/>
                  </a:lnTo>
                  <a:lnTo>
                    <a:pt x="436456" y="88415"/>
                  </a:lnTo>
                  <a:lnTo>
                    <a:pt x="437059" y="88854"/>
                  </a:lnTo>
                  <a:lnTo>
                    <a:pt x="440120" y="91093"/>
                  </a:lnTo>
                  <a:cubicBezTo>
                    <a:pt x="440445" y="91312"/>
                    <a:pt x="440862" y="91400"/>
                    <a:pt x="441233" y="91268"/>
                  </a:cubicBezTo>
                  <a:lnTo>
                    <a:pt x="450555" y="87888"/>
                  </a:lnTo>
                  <a:lnTo>
                    <a:pt x="456677" y="91268"/>
                  </a:lnTo>
                  <a:lnTo>
                    <a:pt x="457141" y="90346"/>
                  </a:lnTo>
                  <a:cubicBezTo>
                    <a:pt x="457419" y="89820"/>
                    <a:pt x="458115" y="89600"/>
                    <a:pt x="458718" y="89863"/>
                  </a:cubicBezTo>
                  <a:cubicBezTo>
                    <a:pt x="459274" y="90127"/>
                    <a:pt x="459506" y="90785"/>
                    <a:pt x="459228" y="91356"/>
                  </a:cubicBezTo>
                  <a:lnTo>
                    <a:pt x="458671" y="92366"/>
                  </a:lnTo>
                  <a:lnTo>
                    <a:pt x="458857" y="92454"/>
                  </a:lnTo>
                  <a:cubicBezTo>
                    <a:pt x="459274" y="92805"/>
                    <a:pt x="469338" y="101058"/>
                    <a:pt x="476248" y="98687"/>
                  </a:cubicBezTo>
                  <a:cubicBezTo>
                    <a:pt x="476434" y="98643"/>
                    <a:pt x="476573" y="98556"/>
                    <a:pt x="476666" y="98424"/>
                  </a:cubicBezTo>
                  <a:cubicBezTo>
                    <a:pt x="476758" y="98336"/>
                    <a:pt x="485292" y="90083"/>
                    <a:pt x="498185" y="86351"/>
                  </a:cubicBezTo>
                  <a:cubicBezTo>
                    <a:pt x="498648" y="86220"/>
                    <a:pt x="499020" y="85781"/>
                    <a:pt x="499020" y="85298"/>
                  </a:cubicBezTo>
                  <a:lnTo>
                    <a:pt x="499020" y="77879"/>
                  </a:lnTo>
                  <a:cubicBezTo>
                    <a:pt x="499020" y="77571"/>
                    <a:pt x="498880" y="77264"/>
                    <a:pt x="498648" y="77089"/>
                  </a:cubicBezTo>
                  <a:cubicBezTo>
                    <a:pt x="498417" y="76869"/>
                    <a:pt x="498092" y="76781"/>
                    <a:pt x="497767" y="76781"/>
                  </a:cubicBezTo>
                  <a:lnTo>
                    <a:pt x="495866" y="76913"/>
                  </a:lnTo>
                  <a:lnTo>
                    <a:pt x="510428" y="52900"/>
                  </a:lnTo>
                  <a:cubicBezTo>
                    <a:pt x="510428" y="52900"/>
                    <a:pt x="510567" y="52548"/>
                    <a:pt x="510567" y="52373"/>
                  </a:cubicBezTo>
                  <a:lnTo>
                    <a:pt x="510567" y="46183"/>
                  </a:lnTo>
                  <a:lnTo>
                    <a:pt x="521837" y="40476"/>
                  </a:lnTo>
                  <a:cubicBezTo>
                    <a:pt x="522208" y="40300"/>
                    <a:pt x="522440" y="39905"/>
                    <a:pt x="522440" y="39510"/>
                  </a:cubicBezTo>
                  <a:lnTo>
                    <a:pt x="522440" y="26340"/>
                  </a:lnTo>
                  <a:cubicBezTo>
                    <a:pt x="522440" y="25945"/>
                    <a:pt x="522254" y="25594"/>
                    <a:pt x="521884" y="25418"/>
                  </a:cubicBezTo>
                  <a:lnTo>
                    <a:pt x="516689" y="22389"/>
                  </a:lnTo>
                  <a:cubicBezTo>
                    <a:pt x="516411" y="22213"/>
                    <a:pt x="516086" y="22169"/>
                    <a:pt x="515762" y="22257"/>
                  </a:cubicBezTo>
                  <a:lnTo>
                    <a:pt x="511078" y="23530"/>
                  </a:lnTo>
                  <a:lnTo>
                    <a:pt x="510892" y="20677"/>
                  </a:lnTo>
                  <a:lnTo>
                    <a:pt x="521930" y="9175"/>
                  </a:lnTo>
                  <a:lnTo>
                    <a:pt x="545350" y="2810"/>
                  </a:lnTo>
                  <a:lnTo>
                    <a:pt x="545350" y="3556"/>
                  </a:lnTo>
                  <a:cubicBezTo>
                    <a:pt x="545350" y="3863"/>
                    <a:pt x="545490" y="4170"/>
                    <a:pt x="545721" y="4390"/>
                  </a:cubicBezTo>
                  <a:cubicBezTo>
                    <a:pt x="545953" y="4609"/>
                    <a:pt x="546278" y="4697"/>
                    <a:pt x="546603" y="4653"/>
                  </a:cubicBezTo>
                  <a:lnTo>
                    <a:pt x="567380" y="2502"/>
                  </a:lnTo>
                  <a:lnTo>
                    <a:pt x="585884" y="13565"/>
                  </a:lnTo>
                  <a:cubicBezTo>
                    <a:pt x="586348" y="13828"/>
                    <a:pt x="586951" y="13785"/>
                    <a:pt x="587321" y="13433"/>
                  </a:cubicBezTo>
                  <a:lnTo>
                    <a:pt x="589733" y="11151"/>
                  </a:lnTo>
                  <a:lnTo>
                    <a:pt x="593536" y="14311"/>
                  </a:lnTo>
                  <a:cubicBezTo>
                    <a:pt x="593536" y="14311"/>
                    <a:pt x="594047" y="14575"/>
                    <a:pt x="594371" y="14575"/>
                  </a:cubicBezTo>
                  <a:lnTo>
                    <a:pt x="598545" y="14311"/>
                  </a:lnTo>
                  <a:lnTo>
                    <a:pt x="600122" y="15628"/>
                  </a:lnTo>
                  <a:lnTo>
                    <a:pt x="598777" y="18175"/>
                  </a:lnTo>
                  <a:cubicBezTo>
                    <a:pt x="598638" y="18438"/>
                    <a:pt x="598591" y="18745"/>
                    <a:pt x="598731" y="19053"/>
                  </a:cubicBezTo>
                  <a:cubicBezTo>
                    <a:pt x="598824" y="19316"/>
                    <a:pt x="599055" y="19579"/>
                    <a:pt x="599334" y="19667"/>
                  </a:cubicBezTo>
                  <a:lnTo>
                    <a:pt x="604018" y="21687"/>
                  </a:lnTo>
                  <a:lnTo>
                    <a:pt x="602255" y="25067"/>
                  </a:lnTo>
                  <a:cubicBezTo>
                    <a:pt x="602023" y="25506"/>
                    <a:pt x="602163" y="26077"/>
                    <a:pt x="602580" y="26428"/>
                  </a:cubicBezTo>
                  <a:lnTo>
                    <a:pt x="608238" y="30774"/>
                  </a:lnTo>
                  <a:lnTo>
                    <a:pt x="608238" y="35998"/>
                  </a:lnTo>
                  <a:cubicBezTo>
                    <a:pt x="608238" y="36525"/>
                    <a:pt x="608609" y="36964"/>
                    <a:pt x="609119" y="37052"/>
                  </a:cubicBezTo>
                  <a:lnTo>
                    <a:pt x="612597" y="37842"/>
                  </a:lnTo>
                  <a:lnTo>
                    <a:pt x="610093" y="42364"/>
                  </a:lnTo>
                  <a:cubicBezTo>
                    <a:pt x="609907" y="42715"/>
                    <a:pt x="609907" y="43110"/>
                    <a:pt x="610093" y="43461"/>
                  </a:cubicBezTo>
                  <a:lnTo>
                    <a:pt x="618023" y="55402"/>
                  </a:lnTo>
                  <a:lnTo>
                    <a:pt x="618023" y="62645"/>
                  </a:lnTo>
                  <a:cubicBezTo>
                    <a:pt x="618023" y="62909"/>
                    <a:pt x="618116" y="63172"/>
                    <a:pt x="618302" y="63348"/>
                  </a:cubicBezTo>
                  <a:lnTo>
                    <a:pt x="624423" y="70196"/>
                  </a:lnTo>
                  <a:lnTo>
                    <a:pt x="624423" y="79679"/>
                  </a:lnTo>
                  <a:cubicBezTo>
                    <a:pt x="624423" y="79986"/>
                    <a:pt x="624563" y="80293"/>
                    <a:pt x="624795" y="80469"/>
                  </a:cubicBezTo>
                  <a:lnTo>
                    <a:pt x="627902" y="83147"/>
                  </a:lnTo>
                  <a:lnTo>
                    <a:pt x="627902" y="92278"/>
                  </a:lnTo>
                  <a:cubicBezTo>
                    <a:pt x="627902" y="92585"/>
                    <a:pt x="628041" y="92849"/>
                    <a:pt x="628227" y="93068"/>
                  </a:cubicBezTo>
                  <a:lnTo>
                    <a:pt x="632261" y="96931"/>
                  </a:lnTo>
                  <a:cubicBezTo>
                    <a:pt x="632261" y="96931"/>
                    <a:pt x="632725" y="97239"/>
                    <a:pt x="633050" y="97239"/>
                  </a:cubicBezTo>
                  <a:lnTo>
                    <a:pt x="645108" y="97765"/>
                  </a:lnTo>
                  <a:lnTo>
                    <a:pt x="651786" y="103033"/>
                  </a:lnTo>
                  <a:cubicBezTo>
                    <a:pt x="651786" y="103033"/>
                    <a:pt x="652250" y="103297"/>
                    <a:pt x="652528" y="103297"/>
                  </a:cubicBezTo>
                  <a:lnTo>
                    <a:pt x="657166" y="103297"/>
                  </a:lnTo>
                  <a:cubicBezTo>
                    <a:pt x="657769" y="103297"/>
                    <a:pt x="658279" y="102858"/>
                    <a:pt x="658325" y="102287"/>
                  </a:cubicBezTo>
                  <a:lnTo>
                    <a:pt x="670847" y="113657"/>
                  </a:lnTo>
                  <a:cubicBezTo>
                    <a:pt x="670847" y="113657"/>
                    <a:pt x="671357" y="113965"/>
                    <a:pt x="671636" y="113965"/>
                  </a:cubicBezTo>
                  <a:lnTo>
                    <a:pt x="676227" y="113965"/>
                  </a:lnTo>
                  <a:lnTo>
                    <a:pt x="673769" y="119276"/>
                  </a:lnTo>
                  <a:cubicBezTo>
                    <a:pt x="673537" y="119803"/>
                    <a:pt x="673769" y="120418"/>
                    <a:pt x="674325" y="120681"/>
                  </a:cubicBezTo>
                  <a:lnTo>
                    <a:pt x="678314" y="122569"/>
                  </a:lnTo>
                  <a:lnTo>
                    <a:pt x="678314" y="126388"/>
                  </a:lnTo>
                  <a:lnTo>
                    <a:pt x="676644" y="131173"/>
                  </a:lnTo>
                  <a:cubicBezTo>
                    <a:pt x="676552" y="131481"/>
                    <a:pt x="676598" y="131832"/>
                    <a:pt x="676783" y="132095"/>
                  </a:cubicBezTo>
                  <a:lnTo>
                    <a:pt x="682303" y="140349"/>
                  </a:lnTo>
                  <a:cubicBezTo>
                    <a:pt x="682534" y="140656"/>
                    <a:pt x="682859" y="140875"/>
                    <a:pt x="683276" y="140875"/>
                  </a:cubicBezTo>
                  <a:lnTo>
                    <a:pt x="709340" y="140875"/>
                  </a:lnTo>
                  <a:cubicBezTo>
                    <a:pt x="709990" y="140875"/>
                    <a:pt x="710500" y="140392"/>
                    <a:pt x="710500" y="139778"/>
                  </a:cubicBezTo>
                  <a:lnTo>
                    <a:pt x="710500" y="135915"/>
                  </a:lnTo>
                  <a:lnTo>
                    <a:pt x="716714" y="131525"/>
                  </a:lnTo>
                  <a:lnTo>
                    <a:pt x="723300" y="131261"/>
                  </a:lnTo>
                  <a:cubicBezTo>
                    <a:pt x="723300" y="131261"/>
                    <a:pt x="723624" y="131217"/>
                    <a:pt x="723810" y="131130"/>
                  </a:cubicBezTo>
                  <a:lnTo>
                    <a:pt x="731787" y="127091"/>
                  </a:lnTo>
                  <a:lnTo>
                    <a:pt x="741804" y="124940"/>
                  </a:lnTo>
                  <a:lnTo>
                    <a:pt x="741804" y="126476"/>
                  </a:lnTo>
                  <a:lnTo>
                    <a:pt x="737120" y="132490"/>
                  </a:lnTo>
                  <a:cubicBezTo>
                    <a:pt x="736842" y="132885"/>
                    <a:pt x="736796" y="133368"/>
                    <a:pt x="737120" y="133764"/>
                  </a:cubicBezTo>
                  <a:lnTo>
                    <a:pt x="741526" y="139646"/>
                  </a:lnTo>
                  <a:lnTo>
                    <a:pt x="737630" y="144036"/>
                  </a:lnTo>
                  <a:lnTo>
                    <a:pt x="733596" y="147065"/>
                  </a:lnTo>
                  <a:cubicBezTo>
                    <a:pt x="733364" y="147241"/>
                    <a:pt x="733178" y="147504"/>
                    <a:pt x="733178" y="147811"/>
                  </a:cubicBezTo>
                  <a:lnTo>
                    <a:pt x="732343" y="154221"/>
                  </a:lnTo>
                  <a:lnTo>
                    <a:pt x="726639" y="164757"/>
                  </a:lnTo>
                  <a:cubicBezTo>
                    <a:pt x="726500" y="165020"/>
                    <a:pt x="726453" y="165328"/>
                    <a:pt x="726593" y="165635"/>
                  </a:cubicBezTo>
                  <a:lnTo>
                    <a:pt x="728355" y="170376"/>
                  </a:lnTo>
                  <a:lnTo>
                    <a:pt x="724969" y="172922"/>
                  </a:lnTo>
                  <a:cubicBezTo>
                    <a:pt x="724969" y="172922"/>
                    <a:pt x="724599" y="173274"/>
                    <a:pt x="724552" y="173537"/>
                  </a:cubicBezTo>
                  <a:lnTo>
                    <a:pt x="721491" y="185873"/>
                  </a:lnTo>
                  <a:lnTo>
                    <a:pt x="717456" y="187278"/>
                  </a:lnTo>
                  <a:cubicBezTo>
                    <a:pt x="717039" y="187409"/>
                    <a:pt x="716761" y="187761"/>
                    <a:pt x="716714" y="188156"/>
                  </a:cubicBezTo>
                  <a:lnTo>
                    <a:pt x="715926" y="194170"/>
                  </a:lnTo>
                  <a:lnTo>
                    <a:pt x="712401" y="195838"/>
                  </a:lnTo>
                  <a:lnTo>
                    <a:pt x="712123" y="195970"/>
                  </a:lnTo>
                  <a:lnTo>
                    <a:pt x="701317" y="192019"/>
                  </a:lnTo>
                  <a:lnTo>
                    <a:pt x="695937" y="190043"/>
                  </a:lnTo>
                  <a:cubicBezTo>
                    <a:pt x="695427" y="189868"/>
                    <a:pt x="694824" y="190043"/>
                    <a:pt x="694546" y="190482"/>
                  </a:cubicBezTo>
                  <a:lnTo>
                    <a:pt x="690743" y="196233"/>
                  </a:lnTo>
                  <a:lnTo>
                    <a:pt x="685363" y="197682"/>
                  </a:lnTo>
                  <a:cubicBezTo>
                    <a:pt x="685363" y="197682"/>
                    <a:pt x="685132" y="197770"/>
                    <a:pt x="684992" y="197858"/>
                  </a:cubicBezTo>
                  <a:lnTo>
                    <a:pt x="680540" y="200887"/>
                  </a:lnTo>
                  <a:cubicBezTo>
                    <a:pt x="680262" y="201062"/>
                    <a:pt x="680076" y="201370"/>
                    <a:pt x="680076" y="201677"/>
                  </a:cubicBezTo>
                  <a:cubicBezTo>
                    <a:pt x="680076" y="201984"/>
                    <a:pt x="680169" y="202335"/>
                    <a:pt x="680401" y="202555"/>
                  </a:cubicBezTo>
                  <a:lnTo>
                    <a:pt x="684807" y="206681"/>
                  </a:lnTo>
                  <a:lnTo>
                    <a:pt x="686755" y="223671"/>
                  </a:lnTo>
                  <a:lnTo>
                    <a:pt x="685363" y="229246"/>
                  </a:lnTo>
                  <a:cubicBezTo>
                    <a:pt x="685363" y="229246"/>
                    <a:pt x="685363" y="229597"/>
                    <a:pt x="685363" y="229773"/>
                  </a:cubicBezTo>
                  <a:lnTo>
                    <a:pt x="686708" y="235085"/>
                  </a:lnTo>
                  <a:lnTo>
                    <a:pt x="682813" y="241011"/>
                  </a:lnTo>
                  <a:lnTo>
                    <a:pt x="676737" y="243601"/>
                  </a:lnTo>
                  <a:cubicBezTo>
                    <a:pt x="676273" y="243777"/>
                    <a:pt x="675995" y="244260"/>
                    <a:pt x="676041" y="244699"/>
                  </a:cubicBezTo>
                  <a:lnTo>
                    <a:pt x="676737" y="250757"/>
                  </a:lnTo>
                  <a:lnTo>
                    <a:pt x="672563" y="245314"/>
                  </a:lnTo>
                  <a:lnTo>
                    <a:pt x="672563" y="241011"/>
                  </a:lnTo>
                  <a:cubicBezTo>
                    <a:pt x="672563" y="240441"/>
                    <a:pt x="672099" y="239958"/>
                    <a:pt x="671450" y="239914"/>
                  </a:cubicBezTo>
                  <a:lnTo>
                    <a:pt x="665653" y="239650"/>
                  </a:lnTo>
                  <a:cubicBezTo>
                    <a:pt x="665653" y="239650"/>
                    <a:pt x="665653" y="239650"/>
                    <a:pt x="665606" y="239650"/>
                  </a:cubicBezTo>
                  <a:cubicBezTo>
                    <a:pt x="665096" y="239650"/>
                    <a:pt x="664633" y="240002"/>
                    <a:pt x="664493" y="240441"/>
                  </a:cubicBezTo>
                  <a:lnTo>
                    <a:pt x="661943" y="249352"/>
                  </a:lnTo>
                  <a:lnTo>
                    <a:pt x="659809" y="252645"/>
                  </a:lnTo>
                  <a:lnTo>
                    <a:pt x="658465" y="250582"/>
                  </a:lnTo>
                  <a:cubicBezTo>
                    <a:pt x="658233" y="250274"/>
                    <a:pt x="657862" y="250055"/>
                    <a:pt x="657490" y="250055"/>
                  </a:cubicBezTo>
                  <a:cubicBezTo>
                    <a:pt x="657073" y="249923"/>
                    <a:pt x="656702" y="250274"/>
                    <a:pt x="656517" y="250582"/>
                  </a:cubicBezTo>
                  <a:lnTo>
                    <a:pt x="651369" y="258747"/>
                  </a:lnTo>
                  <a:lnTo>
                    <a:pt x="637919" y="257430"/>
                  </a:lnTo>
                  <a:cubicBezTo>
                    <a:pt x="637641" y="257430"/>
                    <a:pt x="637316" y="257474"/>
                    <a:pt x="637085" y="257650"/>
                  </a:cubicBezTo>
                  <a:lnTo>
                    <a:pt x="624331" y="267000"/>
                  </a:lnTo>
                  <a:lnTo>
                    <a:pt x="617189" y="267000"/>
                  </a:lnTo>
                  <a:cubicBezTo>
                    <a:pt x="616818" y="267000"/>
                    <a:pt x="616493" y="267132"/>
                    <a:pt x="616307" y="267395"/>
                  </a:cubicBezTo>
                  <a:lnTo>
                    <a:pt x="604667" y="280829"/>
                  </a:lnTo>
                  <a:lnTo>
                    <a:pt x="596643" y="282453"/>
                  </a:lnTo>
                  <a:cubicBezTo>
                    <a:pt x="596643" y="282453"/>
                    <a:pt x="596319" y="282541"/>
                    <a:pt x="596180" y="282673"/>
                  </a:cubicBezTo>
                  <a:lnTo>
                    <a:pt x="585281" y="290970"/>
                  </a:lnTo>
                  <a:lnTo>
                    <a:pt x="574243" y="303569"/>
                  </a:lnTo>
                  <a:lnTo>
                    <a:pt x="572805" y="305237"/>
                  </a:lnTo>
                  <a:cubicBezTo>
                    <a:pt x="572388" y="305720"/>
                    <a:pt x="572481" y="306379"/>
                    <a:pt x="572945" y="306774"/>
                  </a:cubicBezTo>
                  <a:cubicBezTo>
                    <a:pt x="573177" y="306949"/>
                    <a:pt x="573408" y="307037"/>
                    <a:pt x="573687" y="307037"/>
                  </a:cubicBezTo>
                  <a:cubicBezTo>
                    <a:pt x="574011" y="307037"/>
                    <a:pt x="574336" y="306905"/>
                    <a:pt x="574568" y="306642"/>
                  </a:cubicBezTo>
                  <a:lnTo>
                    <a:pt x="577026" y="303788"/>
                  </a:lnTo>
                  <a:lnTo>
                    <a:pt x="586858" y="292506"/>
                  </a:lnTo>
                  <a:lnTo>
                    <a:pt x="597386" y="284516"/>
                  </a:lnTo>
                  <a:lnTo>
                    <a:pt x="605502" y="282848"/>
                  </a:lnTo>
                  <a:cubicBezTo>
                    <a:pt x="605780" y="282804"/>
                    <a:pt x="605965" y="282673"/>
                    <a:pt x="606151" y="282453"/>
                  </a:cubicBezTo>
                  <a:lnTo>
                    <a:pt x="617699" y="269151"/>
                  </a:lnTo>
                  <a:lnTo>
                    <a:pt x="624702" y="269151"/>
                  </a:lnTo>
                  <a:cubicBezTo>
                    <a:pt x="624980" y="269151"/>
                    <a:pt x="625212" y="269064"/>
                    <a:pt x="625398" y="268932"/>
                  </a:cubicBezTo>
                  <a:lnTo>
                    <a:pt x="638059" y="259581"/>
                  </a:lnTo>
                  <a:lnTo>
                    <a:pt x="651786" y="260898"/>
                  </a:lnTo>
                  <a:cubicBezTo>
                    <a:pt x="652204" y="260898"/>
                    <a:pt x="652667" y="260722"/>
                    <a:pt x="652899" y="260371"/>
                  </a:cubicBezTo>
                  <a:lnTo>
                    <a:pt x="657444" y="253172"/>
                  </a:lnTo>
                  <a:lnTo>
                    <a:pt x="658743" y="255191"/>
                  </a:lnTo>
                  <a:cubicBezTo>
                    <a:pt x="658975" y="255498"/>
                    <a:pt x="659346" y="255718"/>
                    <a:pt x="659717" y="255718"/>
                  </a:cubicBezTo>
                  <a:cubicBezTo>
                    <a:pt x="660088" y="255718"/>
                    <a:pt x="660505" y="255498"/>
                    <a:pt x="660691" y="255191"/>
                  </a:cubicBezTo>
                  <a:lnTo>
                    <a:pt x="663890" y="250274"/>
                  </a:lnTo>
                  <a:cubicBezTo>
                    <a:pt x="663890" y="250274"/>
                    <a:pt x="663983" y="250099"/>
                    <a:pt x="664030" y="250011"/>
                  </a:cubicBezTo>
                  <a:lnTo>
                    <a:pt x="666395" y="241802"/>
                  </a:lnTo>
                  <a:lnTo>
                    <a:pt x="670152" y="241977"/>
                  </a:lnTo>
                  <a:lnTo>
                    <a:pt x="670152" y="245577"/>
                  </a:lnTo>
                  <a:cubicBezTo>
                    <a:pt x="670152" y="245796"/>
                    <a:pt x="670244" y="246016"/>
                    <a:pt x="670383" y="246235"/>
                  </a:cubicBezTo>
                  <a:lnTo>
                    <a:pt x="675903" y="253435"/>
                  </a:lnTo>
                  <a:lnTo>
                    <a:pt x="677340" y="255279"/>
                  </a:lnTo>
                  <a:cubicBezTo>
                    <a:pt x="677665" y="255674"/>
                    <a:pt x="678221" y="255850"/>
                    <a:pt x="678685" y="255674"/>
                  </a:cubicBezTo>
                  <a:cubicBezTo>
                    <a:pt x="679195" y="255498"/>
                    <a:pt x="679473" y="255016"/>
                    <a:pt x="679427" y="254533"/>
                  </a:cubicBezTo>
                  <a:lnTo>
                    <a:pt x="679102" y="251679"/>
                  </a:lnTo>
                  <a:lnTo>
                    <a:pt x="678546" y="246631"/>
                  </a:lnTo>
                  <a:lnTo>
                    <a:pt x="678546" y="246279"/>
                  </a:lnTo>
                  <a:cubicBezTo>
                    <a:pt x="678546" y="246279"/>
                    <a:pt x="678360" y="245182"/>
                    <a:pt x="678360" y="245182"/>
                  </a:cubicBezTo>
                  <a:lnTo>
                    <a:pt x="683972" y="242767"/>
                  </a:ln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" name="Freeform: Shape 2658">
              <a:extLst>
                <a:ext uri="{FF2B5EF4-FFF2-40B4-BE49-F238E27FC236}">
                  <a16:creationId xmlns:a16="http://schemas.microsoft.com/office/drawing/2014/main" id="{B561CDE5-1F91-8761-B54B-D14CDAA9DA66}"/>
                </a:ext>
              </a:extLst>
            </p:cNvPr>
            <p:cNvSpPr>
              <a:spLocks/>
            </p:cNvSpPr>
            <p:nvPr/>
          </p:nvSpPr>
          <p:spPr>
            <a:xfrm>
              <a:off x="7760135" y="2809386"/>
              <a:ext cx="277" cy="459"/>
            </a:xfrm>
            <a:custGeom>
              <a:avLst/>
              <a:gdLst>
                <a:gd name="connsiteX0" fmla="*/ 185 w 185"/>
                <a:gd name="connsiteY0" fmla="*/ 0 h 307"/>
                <a:gd name="connsiteX1" fmla="*/ 0 w 185"/>
                <a:gd name="connsiteY1" fmla="*/ 307 h 307"/>
                <a:gd name="connsiteX2" fmla="*/ 139 w 185"/>
                <a:gd name="connsiteY2" fmla="*/ 88 h 307"/>
                <a:gd name="connsiteX3" fmla="*/ 139 w 185"/>
                <a:gd name="connsiteY3" fmla="*/ 0 h 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" h="307">
                  <a:moveTo>
                    <a:pt x="185" y="0"/>
                  </a:moveTo>
                  <a:cubicBezTo>
                    <a:pt x="185" y="0"/>
                    <a:pt x="46" y="176"/>
                    <a:pt x="0" y="307"/>
                  </a:cubicBezTo>
                  <a:cubicBezTo>
                    <a:pt x="0" y="219"/>
                    <a:pt x="93" y="176"/>
                    <a:pt x="139" y="88"/>
                  </a:cubicBezTo>
                  <a:cubicBezTo>
                    <a:pt x="139" y="88"/>
                    <a:pt x="139" y="0"/>
                    <a:pt x="139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" name="Freeform: Shape 2659">
              <a:extLst>
                <a:ext uri="{FF2B5EF4-FFF2-40B4-BE49-F238E27FC236}">
                  <a16:creationId xmlns:a16="http://schemas.microsoft.com/office/drawing/2014/main" id="{3BDD822A-A3C5-9AB7-6F49-DA33AB6A5E85}"/>
                </a:ext>
              </a:extLst>
            </p:cNvPr>
            <p:cNvSpPr>
              <a:spLocks/>
            </p:cNvSpPr>
            <p:nvPr/>
          </p:nvSpPr>
          <p:spPr>
            <a:xfrm>
              <a:off x="7760066" y="2810499"/>
              <a:ext cx="206" cy="524"/>
            </a:xfrm>
            <a:custGeom>
              <a:avLst/>
              <a:gdLst>
                <a:gd name="connsiteX0" fmla="*/ 46 w 138"/>
                <a:gd name="connsiteY0" fmla="*/ 0 h 351"/>
                <a:gd name="connsiteX1" fmla="*/ 46 w 138"/>
                <a:gd name="connsiteY1" fmla="*/ 263 h 351"/>
                <a:gd name="connsiteX2" fmla="*/ 139 w 138"/>
                <a:gd name="connsiteY2" fmla="*/ 351 h 351"/>
                <a:gd name="connsiteX3" fmla="*/ 46 w 138"/>
                <a:gd name="connsiteY3" fmla="*/ 132 h 351"/>
                <a:gd name="connsiteX4" fmla="*/ 0 w 138"/>
                <a:gd name="connsiteY4" fmla="*/ 0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" h="351">
                  <a:moveTo>
                    <a:pt x="46" y="0"/>
                  </a:moveTo>
                  <a:cubicBezTo>
                    <a:pt x="46" y="0"/>
                    <a:pt x="46" y="176"/>
                    <a:pt x="46" y="263"/>
                  </a:cubicBezTo>
                  <a:cubicBezTo>
                    <a:pt x="46" y="307"/>
                    <a:pt x="139" y="307"/>
                    <a:pt x="139" y="351"/>
                  </a:cubicBezTo>
                  <a:cubicBezTo>
                    <a:pt x="139" y="263"/>
                    <a:pt x="139" y="220"/>
                    <a:pt x="46" y="132"/>
                  </a:cubicBezTo>
                  <a:cubicBezTo>
                    <a:pt x="46" y="132"/>
                    <a:pt x="46" y="44"/>
                    <a:pt x="0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" name="Freeform: Shape 2660">
              <a:extLst>
                <a:ext uri="{FF2B5EF4-FFF2-40B4-BE49-F238E27FC236}">
                  <a16:creationId xmlns:a16="http://schemas.microsoft.com/office/drawing/2014/main" id="{7039FBFA-E69A-3FFB-F26C-BB08908DBE47}"/>
                </a:ext>
              </a:extLst>
            </p:cNvPr>
            <p:cNvSpPr>
              <a:spLocks/>
            </p:cNvSpPr>
            <p:nvPr/>
          </p:nvSpPr>
          <p:spPr>
            <a:xfrm>
              <a:off x="7761242" y="2808599"/>
              <a:ext cx="553" cy="130"/>
            </a:xfrm>
            <a:custGeom>
              <a:avLst/>
              <a:gdLst>
                <a:gd name="connsiteX0" fmla="*/ 371 w 371"/>
                <a:gd name="connsiteY0" fmla="*/ 0 h 87"/>
                <a:gd name="connsiteX1" fmla="*/ 0 w 371"/>
                <a:gd name="connsiteY1" fmla="*/ 88 h 87"/>
                <a:gd name="connsiteX2" fmla="*/ 371 w 371"/>
                <a:gd name="connsiteY2" fmla="*/ 0 h 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" h="87">
                  <a:moveTo>
                    <a:pt x="371" y="0"/>
                  </a:moveTo>
                  <a:cubicBezTo>
                    <a:pt x="371" y="0"/>
                    <a:pt x="139" y="88"/>
                    <a:pt x="0" y="88"/>
                  </a:cubicBezTo>
                  <a:cubicBezTo>
                    <a:pt x="139" y="88"/>
                    <a:pt x="232" y="0"/>
                    <a:pt x="371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" name="Freeform: Shape 2661">
              <a:extLst>
                <a:ext uri="{FF2B5EF4-FFF2-40B4-BE49-F238E27FC236}">
                  <a16:creationId xmlns:a16="http://schemas.microsoft.com/office/drawing/2014/main" id="{0CB0C263-C0B1-B7A7-2AA8-2D0108B5FE29}"/>
                </a:ext>
              </a:extLst>
            </p:cNvPr>
            <p:cNvSpPr>
              <a:spLocks/>
            </p:cNvSpPr>
            <p:nvPr/>
          </p:nvSpPr>
          <p:spPr>
            <a:xfrm>
              <a:off x="7762282" y="2808731"/>
              <a:ext cx="762" cy="393"/>
            </a:xfrm>
            <a:custGeom>
              <a:avLst/>
              <a:gdLst>
                <a:gd name="connsiteX0" fmla="*/ 464 w 510"/>
                <a:gd name="connsiteY0" fmla="*/ 263 h 263"/>
                <a:gd name="connsiteX1" fmla="*/ 464 w 510"/>
                <a:gd name="connsiteY1" fmla="*/ 176 h 263"/>
                <a:gd name="connsiteX2" fmla="*/ 0 w 510"/>
                <a:gd name="connsiteY2" fmla="*/ 0 h 263"/>
                <a:gd name="connsiteX3" fmla="*/ 510 w 510"/>
                <a:gd name="connsiteY3" fmla="*/ 263 h 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0" h="263">
                  <a:moveTo>
                    <a:pt x="464" y="263"/>
                  </a:moveTo>
                  <a:cubicBezTo>
                    <a:pt x="464" y="263"/>
                    <a:pt x="464" y="176"/>
                    <a:pt x="464" y="176"/>
                  </a:cubicBezTo>
                  <a:cubicBezTo>
                    <a:pt x="325" y="88"/>
                    <a:pt x="185" y="88"/>
                    <a:pt x="0" y="0"/>
                  </a:cubicBezTo>
                  <a:cubicBezTo>
                    <a:pt x="185" y="44"/>
                    <a:pt x="371" y="132"/>
                    <a:pt x="510" y="263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" name="Freeform: Shape 2662">
              <a:extLst>
                <a:ext uri="{FF2B5EF4-FFF2-40B4-BE49-F238E27FC236}">
                  <a16:creationId xmlns:a16="http://schemas.microsoft.com/office/drawing/2014/main" id="{73A77481-B56C-76CC-4AAA-C76FD3265F4B}"/>
                </a:ext>
              </a:extLst>
            </p:cNvPr>
            <p:cNvSpPr>
              <a:spLocks/>
            </p:cNvSpPr>
            <p:nvPr/>
          </p:nvSpPr>
          <p:spPr>
            <a:xfrm>
              <a:off x="7760066" y="2810173"/>
              <a:ext cx="206" cy="524"/>
            </a:xfrm>
            <a:custGeom>
              <a:avLst/>
              <a:gdLst>
                <a:gd name="connsiteX0" fmla="*/ 0 w 138"/>
                <a:gd name="connsiteY0" fmla="*/ 0 h 351"/>
                <a:gd name="connsiteX1" fmla="*/ 0 w 138"/>
                <a:gd name="connsiteY1" fmla="*/ 44 h 351"/>
                <a:gd name="connsiteX2" fmla="*/ 93 w 138"/>
                <a:gd name="connsiteY2" fmla="*/ 219 h 351"/>
                <a:gd name="connsiteX3" fmla="*/ 139 w 138"/>
                <a:gd name="connsiteY3" fmla="*/ 351 h 351"/>
                <a:gd name="connsiteX4" fmla="*/ 46 w 138"/>
                <a:gd name="connsiteY4" fmla="*/ 0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" h="351">
                  <a:moveTo>
                    <a:pt x="0" y="0"/>
                  </a:moveTo>
                  <a:cubicBezTo>
                    <a:pt x="0" y="0"/>
                    <a:pt x="0" y="0"/>
                    <a:pt x="0" y="44"/>
                  </a:cubicBezTo>
                  <a:cubicBezTo>
                    <a:pt x="0" y="132"/>
                    <a:pt x="93" y="176"/>
                    <a:pt x="93" y="219"/>
                  </a:cubicBezTo>
                  <a:cubicBezTo>
                    <a:pt x="93" y="219"/>
                    <a:pt x="93" y="307"/>
                    <a:pt x="139" y="351"/>
                  </a:cubicBezTo>
                  <a:cubicBezTo>
                    <a:pt x="139" y="219"/>
                    <a:pt x="0" y="132"/>
                    <a:pt x="46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" name="Freeform: Shape 2663">
              <a:extLst>
                <a:ext uri="{FF2B5EF4-FFF2-40B4-BE49-F238E27FC236}">
                  <a16:creationId xmlns:a16="http://schemas.microsoft.com/office/drawing/2014/main" id="{64207B7F-DF90-36E9-4C5F-61279FF670D7}"/>
                </a:ext>
              </a:extLst>
            </p:cNvPr>
            <p:cNvSpPr>
              <a:spLocks/>
            </p:cNvSpPr>
            <p:nvPr/>
          </p:nvSpPr>
          <p:spPr>
            <a:xfrm>
              <a:off x="7760412" y="2808928"/>
              <a:ext cx="277" cy="524"/>
            </a:xfrm>
            <a:custGeom>
              <a:avLst/>
              <a:gdLst>
                <a:gd name="connsiteX0" fmla="*/ 139 w 185"/>
                <a:gd name="connsiteY0" fmla="*/ 44 h 351"/>
                <a:gd name="connsiteX1" fmla="*/ 93 w 185"/>
                <a:gd name="connsiteY1" fmla="*/ 44 h 351"/>
                <a:gd name="connsiteX2" fmla="*/ 0 w 185"/>
                <a:gd name="connsiteY2" fmla="*/ 263 h 351"/>
                <a:gd name="connsiteX3" fmla="*/ 0 w 185"/>
                <a:gd name="connsiteY3" fmla="*/ 351 h 351"/>
                <a:gd name="connsiteX4" fmla="*/ 185 w 185"/>
                <a:gd name="connsiteY4" fmla="*/ 0 h 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" h="351">
                  <a:moveTo>
                    <a:pt x="139" y="44"/>
                  </a:moveTo>
                  <a:cubicBezTo>
                    <a:pt x="139" y="44"/>
                    <a:pt x="139" y="44"/>
                    <a:pt x="93" y="44"/>
                  </a:cubicBezTo>
                  <a:cubicBezTo>
                    <a:pt x="46" y="88"/>
                    <a:pt x="93" y="176"/>
                    <a:pt x="0" y="263"/>
                  </a:cubicBezTo>
                  <a:cubicBezTo>
                    <a:pt x="0" y="263"/>
                    <a:pt x="0" y="307"/>
                    <a:pt x="0" y="351"/>
                  </a:cubicBezTo>
                  <a:cubicBezTo>
                    <a:pt x="46" y="219"/>
                    <a:pt x="93" y="132"/>
                    <a:pt x="185" y="0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" name="Freeform: Shape 2664">
              <a:extLst>
                <a:ext uri="{FF2B5EF4-FFF2-40B4-BE49-F238E27FC236}">
                  <a16:creationId xmlns:a16="http://schemas.microsoft.com/office/drawing/2014/main" id="{2D0B9023-51BA-6F21-CDB3-8825B456FB18}"/>
                </a:ext>
              </a:extLst>
            </p:cNvPr>
            <p:cNvSpPr>
              <a:spLocks/>
            </p:cNvSpPr>
            <p:nvPr/>
          </p:nvSpPr>
          <p:spPr>
            <a:xfrm>
              <a:off x="7759989" y="2784713"/>
              <a:ext cx="759190" cy="269415"/>
            </a:xfrm>
            <a:custGeom>
              <a:avLst/>
              <a:gdLst>
                <a:gd name="connsiteX0" fmla="*/ 423 w 508625"/>
                <a:gd name="connsiteY0" fmla="*/ 16267 h 180496"/>
                <a:gd name="connsiteX1" fmla="*/ 238 w 508625"/>
                <a:gd name="connsiteY1" fmla="*/ 16618 h 180496"/>
                <a:gd name="connsiteX2" fmla="*/ 99 w 508625"/>
                <a:gd name="connsiteY2" fmla="*/ 16838 h 180496"/>
                <a:gd name="connsiteX3" fmla="*/ 52 w 508625"/>
                <a:gd name="connsiteY3" fmla="*/ 17057 h 180496"/>
                <a:gd name="connsiteX4" fmla="*/ 145 w 508625"/>
                <a:gd name="connsiteY4" fmla="*/ 17408 h 180496"/>
                <a:gd name="connsiteX5" fmla="*/ 238 w 508625"/>
                <a:gd name="connsiteY5" fmla="*/ 17628 h 180496"/>
                <a:gd name="connsiteX6" fmla="*/ 238 w 508625"/>
                <a:gd name="connsiteY6" fmla="*/ 17760 h 180496"/>
                <a:gd name="connsiteX7" fmla="*/ 794 w 508625"/>
                <a:gd name="connsiteY7" fmla="*/ 18418 h 180496"/>
                <a:gd name="connsiteX8" fmla="*/ 3159 w 508625"/>
                <a:gd name="connsiteY8" fmla="*/ 21140 h 180496"/>
                <a:gd name="connsiteX9" fmla="*/ 238 w 508625"/>
                <a:gd name="connsiteY9" fmla="*/ 24827 h 180496"/>
                <a:gd name="connsiteX10" fmla="*/ 52 w 508625"/>
                <a:gd name="connsiteY10" fmla="*/ 25705 h 180496"/>
                <a:gd name="connsiteX11" fmla="*/ 609 w 508625"/>
                <a:gd name="connsiteY11" fmla="*/ 26452 h 180496"/>
                <a:gd name="connsiteX12" fmla="*/ 3994 w 508625"/>
                <a:gd name="connsiteY12" fmla="*/ 28252 h 180496"/>
                <a:gd name="connsiteX13" fmla="*/ 609 w 508625"/>
                <a:gd name="connsiteY13" fmla="*/ 30051 h 180496"/>
                <a:gd name="connsiteX14" fmla="*/ 6 w 508625"/>
                <a:gd name="connsiteY14" fmla="*/ 31149 h 180496"/>
                <a:gd name="connsiteX15" fmla="*/ 841 w 508625"/>
                <a:gd name="connsiteY15" fmla="*/ 32071 h 180496"/>
                <a:gd name="connsiteX16" fmla="*/ 11878 w 508625"/>
                <a:gd name="connsiteY16" fmla="*/ 35144 h 180496"/>
                <a:gd name="connsiteX17" fmla="*/ 11878 w 508625"/>
                <a:gd name="connsiteY17" fmla="*/ 39007 h 180496"/>
                <a:gd name="connsiteX18" fmla="*/ 12203 w 508625"/>
                <a:gd name="connsiteY18" fmla="*/ 39753 h 180496"/>
                <a:gd name="connsiteX19" fmla="*/ 17119 w 508625"/>
                <a:gd name="connsiteY19" fmla="*/ 44670 h 180496"/>
                <a:gd name="connsiteX20" fmla="*/ 18093 w 508625"/>
                <a:gd name="connsiteY20" fmla="*/ 45021 h 180496"/>
                <a:gd name="connsiteX21" fmla="*/ 29038 w 508625"/>
                <a:gd name="connsiteY21" fmla="*/ 43880 h 180496"/>
                <a:gd name="connsiteX22" fmla="*/ 30476 w 508625"/>
                <a:gd name="connsiteY22" fmla="*/ 47831 h 180496"/>
                <a:gd name="connsiteX23" fmla="*/ 31079 w 508625"/>
                <a:gd name="connsiteY23" fmla="*/ 48446 h 180496"/>
                <a:gd name="connsiteX24" fmla="*/ 31960 w 508625"/>
                <a:gd name="connsiteY24" fmla="*/ 48490 h 180496"/>
                <a:gd name="connsiteX25" fmla="*/ 34974 w 508625"/>
                <a:gd name="connsiteY25" fmla="*/ 47480 h 180496"/>
                <a:gd name="connsiteX26" fmla="*/ 36273 w 508625"/>
                <a:gd name="connsiteY26" fmla="*/ 50377 h 180496"/>
                <a:gd name="connsiteX27" fmla="*/ 36969 w 508625"/>
                <a:gd name="connsiteY27" fmla="*/ 50992 h 180496"/>
                <a:gd name="connsiteX28" fmla="*/ 41235 w 508625"/>
                <a:gd name="connsiteY28" fmla="*/ 52441 h 180496"/>
                <a:gd name="connsiteX29" fmla="*/ 42858 w 508625"/>
                <a:gd name="connsiteY29" fmla="*/ 61396 h 180496"/>
                <a:gd name="connsiteX30" fmla="*/ 43230 w 508625"/>
                <a:gd name="connsiteY30" fmla="*/ 62055 h 180496"/>
                <a:gd name="connsiteX31" fmla="*/ 48563 w 508625"/>
                <a:gd name="connsiteY31" fmla="*/ 66269 h 180496"/>
                <a:gd name="connsiteX32" fmla="*/ 52412 w 508625"/>
                <a:gd name="connsiteY32" fmla="*/ 74039 h 180496"/>
                <a:gd name="connsiteX33" fmla="*/ 48517 w 508625"/>
                <a:gd name="connsiteY33" fmla="*/ 76805 h 180496"/>
                <a:gd name="connsiteX34" fmla="*/ 48053 w 508625"/>
                <a:gd name="connsiteY34" fmla="*/ 77507 h 180496"/>
                <a:gd name="connsiteX35" fmla="*/ 47171 w 508625"/>
                <a:gd name="connsiteY35" fmla="*/ 82732 h 180496"/>
                <a:gd name="connsiteX36" fmla="*/ 47914 w 508625"/>
                <a:gd name="connsiteY36" fmla="*/ 83917 h 180496"/>
                <a:gd name="connsiteX37" fmla="*/ 50789 w 508625"/>
                <a:gd name="connsiteY37" fmla="*/ 84971 h 180496"/>
                <a:gd name="connsiteX38" fmla="*/ 49861 w 508625"/>
                <a:gd name="connsiteY38" fmla="*/ 89931 h 180496"/>
                <a:gd name="connsiteX39" fmla="*/ 44760 w 508625"/>
                <a:gd name="connsiteY39" fmla="*/ 97702 h 180496"/>
                <a:gd name="connsiteX40" fmla="*/ 44667 w 508625"/>
                <a:gd name="connsiteY40" fmla="*/ 98711 h 180496"/>
                <a:gd name="connsiteX41" fmla="*/ 48145 w 508625"/>
                <a:gd name="connsiteY41" fmla="*/ 106130 h 180496"/>
                <a:gd name="connsiteX42" fmla="*/ 49073 w 508625"/>
                <a:gd name="connsiteY42" fmla="*/ 106789 h 180496"/>
                <a:gd name="connsiteX43" fmla="*/ 71798 w 508625"/>
                <a:gd name="connsiteY43" fmla="*/ 109247 h 180496"/>
                <a:gd name="connsiteX44" fmla="*/ 89143 w 508625"/>
                <a:gd name="connsiteY44" fmla="*/ 109774 h 180496"/>
                <a:gd name="connsiteX45" fmla="*/ 113769 w 508625"/>
                <a:gd name="connsiteY45" fmla="*/ 126324 h 180496"/>
                <a:gd name="connsiteX46" fmla="*/ 114697 w 508625"/>
                <a:gd name="connsiteY46" fmla="*/ 126500 h 180496"/>
                <a:gd name="connsiteX47" fmla="*/ 115439 w 508625"/>
                <a:gd name="connsiteY47" fmla="*/ 125929 h 180496"/>
                <a:gd name="connsiteX48" fmla="*/ 117155 w 508625"/>
                <a:gd name="connsiteY48" fmla="*/ 122856 h 180496"/>
                <a:gd name="connsiteX49" fmla="*/ 120123 w 508625"/>
                <a:gd name="connsiteY49" fmla="*/ 124656 h 180496"/>
                <a:gd name="connsiteX50" fmla="*/ 117990 w 508625"/>
                <a:gd name="connsiteY50" fmla="*/ 128432 h 180496"/>
                <a:gd name="connsiteX51" fmla="*/ 118453 w 508625"/>
                <a:gd name="connsiteY51" fmla="*/ 129880 h 180496"/>
                <a:gd name="connsiteX52" fmla="*/ 122164 w 508625"/>
                <a:gd name="connsiteY52" fmla="*/ 131900 h 180496"/>
                <a:gd name="connsiteX53" fmla="*/ 127219 w 508625"/>
                <a:gd name="connsiteY53" fmla="*/ 144148 h 180496"/>
                <a:gd name="connsiteX54" fmla="*/ 127497 w 508625"/>
                <a:gd name="connsiteY54" fmla="*/ 144543 h 180496"/>
                <a:gd name="connsiteX55" fmla="*/ 132274 w 508625"/>
                <a:gd name="connsiteY55" fmla="*/ 149065 h 180496"/>
                <a:gd name="connsiteX56" fmla="*/ 135381 w 508625"/>
                <a:gd name="connsiteY56" fmla="*/ 155737 h 180496"/>
                <a:gd name="connsiteX57" fmla="*/ 136633 w 508625"/>
                <a:gd name="connsiteY57" fmla="*/ 156396 h 180496"/>
                <a:gd name="connsiteX58" fmla="*/ 159080 w 508625"/>
                <a:gd name="connsiteY58" fmla="*/ 156659 h 180496"/>
                <a:gd name="connsiteX59" fmla="*/ 195254 w 508625"/>
                <a:gd name="connsiteY59" fmla="*/ 158547 h 180496"/>
                <a:gd name="connsiteX60" fmla="*/ 225910 w 508625"/>
                <a:gd name="connsiteY60" fmla="*/ 166625 h 180496"/>
                <a:gd name="connsiteX61" fmla="*/ 226976 w 508625"/>
                <a:gd name="connsiteY61" fmla="*/ 167064 h 180496"/>
                <a:gd name="connsiteX62" fmla="*/ 244785 w 508625"/>
                <a:gd name="connsiteY62" fmla="*/ 173780 h 180496"/>
                <a:gd name="connsiteX63" fmla="*/ 245713 w 508625"/>
                <a:gd name="connsiteY63" fmla="*/ 174175 h 180496"/>
                <a:gd name="connsiteX64" fmla="*/ 245713 w 508625"/>
                <a:gd name="connsiteY64" fmla="*/ 174175 h 180496"/>
                <a:gd name="connsiteX65" fmla="*/ 262779 w 508625"/>
                <a:gd name="connsiteY65" fmla="*/ 173912 h 180496"/>
                <a:gd name="connsiteX66" fmla="*/ 262779 w 508625"/>
                <a:gd name="connsiteY66" fmla="*/ 179399 h 180496"/>
                <a:gd name="connsiteX67" fmla="*/ 263939 w 508625"/>
                <a:gd name="connsiteY67" fmla="*/ 180497 h 180496"/>
                <a:gd name="connsiteX68" fmla="*/ 272936 w 508625"/>
                <a:gd name="connsiteY68" fmla="*/ 180497 h 180496"/>
                <a:gd name="connsiteX69" fmla="*/ 273678 w 508625"/>
                <a:gd name="connsiteY69" fmla="*/ 180234 h 180496"/>
                <a:gd name="connsiteX70" fmla="*/ 309945 w 508625"/>
                <a:gd name="connsiteY70" fmla="*/ 162674 h 180496"/>
                <a:gd name="connsiteX71" fmla="*/ 341342 w 508625"/>
                <a:gd name="connsiteY71" fmla="*/ 162674 h 180496"/>
                <a:gd name="connsiteX72" fmla="*/ 367221 w 508625"/>
                <a:gd name="connsiteY72" fmla="*/ 145684 h 180496"/>
                <a:gd name="connsiteX73" fmla="*/ 382525 w 508625"/>
                <a:gd name="connsiteY73" fmla="*/ 137387 h 180496"/>
                <a:gd name="connsiteX74" fmla="*/ 383221 w 508625"/>
                <a:gd name="connsiteY74" fmla="*/ 136816 h 180496"/>
                <a:gd name="connsiteX75" fmla="*/ 375476 w 508625"/>
                <a:gd name="connsiteY75" fmla="*/ 121715 h 180496"/>
                <a:gd name="connsiteX76" fmla="*/ 381227 w 508625"/>
                <a:gd name="connsiteY76" fmla="*/ 108325 h 180496"/>
                <a:gd name="connsiteX77" fmla="*/ 390224 w 508625"/>
                <a:gd name="connsiteY77" fmla="*/ 108062 h 180496"/>
                <a:gd name="connsiteX78" fmla="*/ 411094 w 508625"/>
                <a:gd name="connsiteY78" fmla="*/ 115086 h 180496"/>
                <a:gd name="connsiteX79" fmla="*/ 422967 w 508625"/>
                <a:gd name="connsiteY79" fmla="*/ 100862 h 180496"/>
                <a:gd name="connsiteX80" fmla="*/ 441703 w 508625"/>
                <a:gd name="connsiteY80" fmla="*/ 99282 h 180496"/>
                <a:gd name="connsiteX81" fmla="*/ 442259 w 508625"/>
                <a:gd name="connsiteY81" fmla="*/ 99106 h 180496"/>
                <a:gd name="connsiteX82" fmla="*/ 451535 w 508625"/>
                <a:gd name="connsiteY82" fmla="*/ 93048 h 180496"/>
                <a:gd name="connsiteX83" fmla="*/ 452045 w 508625"/>
                <a:gd name="connsiteY83" fmla="*/ 92082 h 180496"/>
                <a:gd name="connsiteX84" fmla="*/ 451767 w 508625"/>
                <a:gd name="connsiteY84" fmla="*/ 88658 h 180496"/>
                <a:gd name="connsiteX85" fmla="*/ 457610 w 508625"/>
                <a:gd name="connsiteY85" fmla="*/ 81634 h 180496"/>
                <a:gd name="connsiteX86" fmla="*/ 469066 w 508625"/>
                <a:gd name="connsiteY86" fmla="*/ 79527 h 180496"/>
                <a:gd name="connsiteX87" fmla="*/ 469993 w 508625"/>
                <a:gd name="connsiteY87" fmla="*/ 78649 h 180496"/>
                <a:gd name="connsiteX88" fmla="*/ 470410 w 508625"/>
                <a:gd name="connsiteY88" fmla="*/ 76542 h 180496"/>
                <a:gd name="connsiteX89" fmla="*/ 475512 w 508625"/>
                <a:gd name="connsiteY89" fmla="*/ 76542 h 180496"/>
                <a:gd name="connsiteX90" fmla="*/ 476208 w 508625"/>
                <a:gd name="connsiteY90" fmla="*/ 76322 h 180496"/>
                <a:gd name="connsiteX91" fmla="*/ 483999 w 508625"/>
                <a:gd name="connsiteY91" fmla="*/ 70966 h 180496"/>
                <a:gd name="connsiteX92" fmla="*/ 490028 w 508625"/>
                <a:gd name="connsiteY92" fmla="*/ 74435 h 180496"/>
                <a:gd name="connsiteX93" fmla="*/ 491002 w 508625"/>
                <a:gd name="connsiteY93" fmla="*/ 74522 h 180496"/>
                <a:gd name="connsiteX94" fmla="*/ 491698 w 508625"/>
                <a:gd name="connsiteY94" fmla="*/ 73908 h 180496"/>
                <a:gd name="connsiteX95" fmla="*/ 492904 w 508625"/>
                <a:gd name="connsiteY95" fmla="*/ 71274 h 180496"/>
                <a:gd name="connsiteX96" fmla="*/ 498144 w 508625"/>
                <a:gd name="connsiteY96" fmla="*/ 74435 h 180496"/>
                <a:gd name="connsiteX97" fmla="*/ 498933 w 508625"/>
                <a:gd name="connsiteY97" fmla="*/ 74610 h 180496"/>
                <a:gd name="connsiteX98" fmla="*/ 507652 w 508625"/>
                <a:gd name="connsiteY98" fmla="*/ 73249 h 180496"/>
                <a:gd name="connsiteX99" fmla="*/ 508625 w 508625"/>
                <a:gd name="connsiteY99" fmla="*/ 72152 h 180496"/>
                <a:gd name="connsiteX100" fmla="*/ 508625 w 508625"/>
                <a:gd name="connsiteY100" fmla="*/ 63898 h 180496"/>
                <a:gd name="connsiteX101" fmla="*/ 508347 w 508625"/>
                <a:gd name="connsiteY101" fmla="*/ 63196 h 180496"/>
                <a:gd name="connsiteX102" fmla="*/ 489796 w 508625"/>
                <a:gd name="connsiteY102" fmla="*/ 42914 h 180496"/>
                <a:gd name="connsiteX103" fmla="*/ 488961 w 508625"/>
                <a:gd name="connsiteY103" fmla="*/ 42519 h 180496"/>
                <a:gd name="connsiteX104" fmla="*/ 473332 w 508625"/>
                <a:gd name="connsiteY104" fmla="*/ 41992 h 180496"/>
                <a:gd name="connsiteX105" fmla="*/ 472312 w 508625"/>
                <a:gd name="connsiteY105" fmla="*/ 42475 h 180496"/>
                <a:gd name="connsiteX106" fmla="*/ 467025 w 508625"/>
                <a:gd name="connsiteY106" fmla="*/ 50070 h 180496"/>
                <a:gd name="connsiteX107" fmla="*/ 461923 w 508625"/>
                <a:gd name="connsiteY107" fmla="*/ 44802 h 180496"/>
                <a:gd name="connsiteX108" fmla="*/ 460996 w 508625"/>
                <a:gd name="connsiteY108" fmla="*/ 44451 h 180496"/>
                <a:gd name="connsiteX109" fmla="*/ 448381 w 508625"/>
                <a:gd name="connsiteY109" fmla="*/ 44977 h 180496"/>
                <a:gd name="connsiteX110" fmla="*/ 447500 w 508625"/>
                <a:gd name="connsiteY110" fmla="*/ 45416 h 180496"/>
                <a:gd name="connsiteX111" fmla="*/ 445784 w 508625"/>
                <a:gd name="connsiteY111" fmla="*/ 47699 h 180496"/>
                <a:gd name="connsiteX112" fmla="*/ 441981 w 508625"/>
                <a:gd name="connsiteY112" fmla="*/ 44319 h 180496"/>
                <a:gd name="connsiteX113" fmla="*/ 439662 w 508625"/>
                <a:gd name="connsiteY113" fmla="*/ 39973 h 180496"/>
                <a:gd name="connsiteX114" fmla="*/ 445367 w 508625"/>
                <a:gd name="connsiteY114" fmla="*/ 37163 h 180496"/>
                <a:gd name="connsiteX115" fmla="*/ 445923 w 508625"/>
                <a:gd name="connsiteY115" fmla="*/ 36900 h 180496"/>
                <a:gd name="connsiteX116" fmla="*/ 446526 w 508625"/>
                <a:gd name="connsiteY116" fmla="*/ 35759 h 180496"/>
                <a:gd name="connsiteX117" fmla="*/ 446526 w 508625"/>
                <a:gd name="connsiteY117" fmla="*/ 35320 h 180496"/>
                <a:gd name="connsiteX118" fmla="*/ 445413 w 508625"/>
                <a:gd name="connsiteY118" fmla="*/ 28691 h 180496"/>
                <a:gd name="connsiteX119" fmla="*/ 459234 w 508625"/>
                <a:gd name="connsiteY119" fmla="*/ 2614 h 180496"/>
                <a:gd name="connsiteX120" fmla="*/ 459790 w 508625"/>
                <a:gd name="connsiteY120" fmla="*/ 1604 h 180496"/>
                <a:gd name="connsiteX121" fmla="*/ 459280 w 508625"/>
                <a:gd name="connsiteY121" fmla="*/ 112 h 180496"/>
                <a:gd name="connsiteX122" fmla="*/ 457703 w 508625"/>
                <a:gd name="connsiteY122" fmla="*/ 595 h 180496"/>
                <a:gd name="connsiteX123" fmla="*/ 457239 w 508625"/>
                <a:gd name="connsiteY123" fmla="*/ 1516 h 180496"/>
                <a:gd name="connsiteX124" fmla="*/ 443187 w 508625"/>
                <a:gd name="connsiteY124" fmla="*/ 27988 h 180496"/>
                <a:gd name="connsiteX125" fmla="*/ 443094 w 508625"/>
                <a:gd name="connsiteY125" fmla="*/ 28647 h 180496"/>
                <a:gd name="connsiteX126" fmla="*/ 444115 w 508625"/>
                <a:gd name="connsiteY126" fmla="*/ 35276 h 180496"/>
                <a:gd name="connsiteX127" fmla="*/ 437622 w 508625"/>
                <a:gd name="connsiteY127" fmla="*/ 38480 h 180496"/>
                <a:gd name="connsiteX128" fmla="*/ 437112 w 508625"/>
                <a:gd name="connsiteY128" fmla="*/ 39929 h 180496"/>
                <a:gd name="connsiteX129" fmla="*/ 439987 w 508625"/>
                <a:gd name="connsiteY129" fmla="*/ 45416 h 180496"/>
                <a:gd name="connsiteX130" fmla="*/ 440219 w 508625"/>
                <a:gd name="connsiteY130" fmla="*/ 45724 h 180496"/>
                <a:gd name="connsiteX131" fmla="*/ 445135 w 508625"/>
                <a:gd name="connsiteY131" fmla="*/ 50114 h 180496"/>
                <a:gd name="connsiteX132" fmla="*/ 446062 w 508625"/>
                <a:gd name="connsiteY132" fmla="*/ 50421 h 180496"/>
                <a:gd name="connsiteX133" fmla="*/ 446897 w 508625"/>
                <a:gd name="connsiteY133" fmla="*/ 49982 h 180496"/>
                <a:gd name="connsiteX134" fmla="*/ 449031 w 508625"/>
                <a:gd name="connsiteY134" fmla="*/ 47129 h 180496"/>
                <a:gd name="connsiteX135" fmla="*/ 460532 w 508625"/>
                <a:gd name="connsiteY135" fmla="*/ 46646 h 180496"/>
                <a:gd name="connsiteX136" fmla="*/ 466237 w 508625"/>
                <a:gd name="connsiteY136" fmla="*/ 52572 h 180496"/>
                <a:gd name="connsiteX137" fmla="*/ 467164 w 508625"/>
                <a:gd name="connsiteY137" fmla="*/ 52923 h 180496"/>
                <a:gd name="connsiteX138" fmla="*/ 468045 w 508625"/>
                <a:gd name="connsiteY138" fmla="*/ 52441 h 180496"/>
                <a:gd name="connsiteX139" fmla="*/ 469483 w 508625"/>
                <a:gd name="connsiteY139" fmla="*/ 50377 h 180496"/>
                <a:gd name="connsiteX140" fmla="*/ 473750 w 508625"/>
                <a:gd name="connsiteY140" fmla="*/ 44187 h 180496"/>
                <a:gd name="connsiteX141" fmla="*/ 474445 w 508625"/>
                <a:gd name="connsiteY141" fmla="*/ 44187 h 180496"/>
                <a:gd name="connsiteX142" fmla="*/ 488266 w 508625"/>
                <a:gd name="connsiteY142" fmla="*/ 44714 h 180496"/>
                <a:gd name="connsiteX143" fmla="*/ 506214 w 508625"/>
                <a:gd name="connsiteY143" fmla="*/ 64337 h 180496"/>
                <a:gd name="connsiteX144" fmla="*/ 506214 w 508625"/>
                <a:gd name="connsiteY144" fmla="*/ 71230 h 180496"/>
                <a:gd name="connsiteX145" fmla="*/ 498933 w 508625"/>
                <a:gd name="connsiteY145" fmla="*/ 72371 h 180496"/>
                <a:gd name="connsiteX146" fmla="*/ 492950 w 508625"/>
                <a:gd name="connsiteY146" fmla="*/ 68771 h 180496"/>
                <a:gd name="connsiteX147" fmla="*/ 491976 w 508625"/>
                <a:gd name="connsiteY147" fmla="*/ 68640 h 180496"/>
                <a:gd name="connsiteX148" fmla="*/ 491234 w 508625"/>
                <a:gd name="connsiteY148" fmla="*/ 69254 h 180496"/>
                <a:gd name="connsiteX149" fmla="*/ 490028 w 508625"/>
                <a:gd name="connsiteY149" fmla="*/ 71932 h 180496"/>
                <a:gd name="connsiteX150" fmla="*/ 484509 w 508625"/>
                <a:gd name="connsiteY150" fmla="*/ 68727 h 180496"/>
                <a:gd name="connsiteX151" fmla="*/ 483211 w 508625"/>
                <a:gd name="connsiteY151" fmla="*/ 68771 h 180496"/>
                <a:gd name="connsiteX152" fmla="*/ 475095 w 508625"/>
                <a:gd name="connsiteY152" fmla="*/ 74347 h 180496"/>
                <a:gd name="connsiteX153" fmla="*/ 469390 w 508625"/>
                <a:gd name="connsiteY153" fmla="*/ 74347 h 180496"/>
                <a:gd name="connsiteX154" fmla="*/ 468231 w 508625"/>
                <a:gd name="connsiteY154" fmla="*/ 75269 h 180496"/>
                <a:gd name="connsiteX155" fmla="*/ 467813 w 508625"/>
                <a:gd name="connsiteY155" fmla="*/ 77551 h 180496"/>
                <a:gd name="connsiteX156" fmla="*/ 456729 w 508625"/>
                <a:gd name="connsiteY156" fmla="*/ 79615 h 180496"/>
                <a:gd name="connsiteX157" fmla="*/ 456034 w 508625"/>
                <a:gd name="connsiteY157" fmla="*/ 80010 h 180496"/>
                <a:gd name="connsiteX158" fmla="*/ 449680 w 508625"/>
                <a:gd name="connsiteY158" fmla="*/ 87692 h 180496"/>
                <a:gd name="connsiteX159" fmla="*/ 449448 w 508625"/>
                <a:gd name="connsiteY159" fmla="*/ 88439 h 180496"/>
                <a:gd name="connsiteX160" fmla="*/ 449680 w 508625"/>
                <a:gd name="connsiteY160" fmla="*/ 91643 h 180496"/>
                <a:gd name="connsiteX161" fmla="*/ 441193 w 508625"/>
                <a:gd name="connsiteY161" fmla="*/ 97175 h 180496"/>
                <a:gd name="connsiteX162" fmla="*/ 422085 w 508625"/>
                <a:gd name="connsiteY162" fmla="*/ 98799 h 180496"/>
                <a:gd name="connsiteX163" fmla="*/ 421111 w 508625"/>
                <a:gd name="connsiteY163" fmla="*/ 99457 h 180496"/>
                <a:gd name="connsiteX164" fmla="*/ 410120 w 508625"/>
                <a:gd name="connsiteY164" fmla="*/ 113154 h 180496"/>
                <a:gd name="connsiteX165" fmla="*/ 391291 w 508625"/>
                <a:gd name="connsiteY165" fmla="*/ 106130 h 180496"/>
                <a:gd name="connsiteX166" fmla="*/ 390549 w 508625"/>
                <a:gd name="connsiteY166" fmla="*/ 105911 h 180496"/>
                <a:gd name="connsiteX167" fmla="*/ 380392 w 508625"/>
                <a:gd name="connsiteY167" fmla="*/ 106174 h 180496"/>
                <a:gd name="connsiteX168" fmla="*/ 379372 w 508625"/>
                <a:gd name="connsiteY168" fmla="*/ 106877 h 180496"/>
                <a:gd name="connsiteX169" fmla="*/ 373018 w 508625"/>
                <a:gd name="connsiteY169" fmla="*/ 121715 h 180496"/>
                <a:gd name="connsiteX170" fmla="*/ 373389 w 508625"/>
                <a:gd name="connsiteY170" fmla="*/ 122988 h 180496"/>
                <a:gd name="connsiteX171" fmla="*/ 381366 w 508625"/>
                <a:gd name="connsiteY171" fmla="*/ 135499 h 180496"/>
                <a:gd name="connsiteX172" fmla="*/ 365273 w 508625"/>
                <a:gd name="connsiteY172" fmla="*/ 144587 h 180496"/>
                <a:gd name="connsiteX173" fmla="*/ 341296 w 508625"/>
                <a:gd name="connsiteY173" fmla="*/ 160522 h 180496"/>
                <a:gd name="connsiteX174" fmla="*/ 309760 w 508625"/>
                <a:gd name="connsiteY174" fmla="*/ 160522 h 180496"/>
                <a:gd name="connsiteX175" fmla="*/ 309342 w 508625"/>
                <a:gd name="connsiteY175" fmla="*/ 160610 h 180496"/>
                <a:gd name="connsiteX176" fmla="*/ 272519 w 508625"/>
                <a:gd name="connsiteY176" fmla="*/ 178390 h 180496"/>
                <a:gd name="connsiteX177" fmla="*/ 265145 w 508625"/>
                <a:gd name="connsiteY177" fmla="*/ 178390 h 180496"/>
                <a:gd name="connsiteX178" fmla="*/ 265145 w 508625"/>
                <a:gd name="connsiteY178" fmla="*/ 172902 h 180496"/>
                <a:gd name="connsiteX179" fmla="*/ 264820 w 508625"/>
                <a:gd name="connsiteY179" fmla="*/ 172112 h 180496"/>
                <a:gd name="connsiteX180" fmla="*/ 263985 w 508625"/>
                <a:gd name="connsiteY180" fmla="*/ 171805 h 180496"/>
                <a:gd name="connsiteX181" fmla="*/ 246269 w 508625"/>
                <a:gd name="connsiteY181" fmla="*/ 172068 h 180496"/>
                <a:gd name="connsiteX182" fmla="*/ 227394 w 508625"/>
                <a:gd name="connsiteY182" fmla="*/ 164913 h 180496"/>
                <a:gd name="connsiteX183" fmla="*/ 194976 w 508625"/>
                <a:gd name="connsiteY183" fmla="*/ 156440 h 180496"/>
                <a:gd name="connsiteX184" fmla="*/ 159544 w 508625"/>
                <a:gd name="connsiteY184" fmla="*/ 154552 h 180496"/>
                <a:gd name="connsiteX185" fmla="*/ 137143 w 508625"/>
                <a:gd name="connsiteY185" fmla="*/ 154157 h 180496"/>
                <a:gd name="connsiteX186" fmla="*/ 134315 w 508625"/>
                <a:gd name="connsiteY186" fmla="*/ 148055 h 180496"/>
                <a:gd name="connsiteX187" fmla="*/ 134082 w 508625"/>
                <a:gd name="connsiteY187" fmla="*/ 147704 h 180496"/>
                <a:gd name="connsiteX188" fmla="*/ 129306 w 508625"/>
                <a:gd name="connsiteY188" fmla="*/ 143182 h 180496"/>
                <a:gd name="connsiteX189" fmla="*/ 124158 w 508625"/>
                <a:gd name="connsiteY189" fmla="*/ 130758 h 180496"/>
                <a:gd name="connsiteX190" fmla="*/ 123648 w 508625"/>
                <a:gd name="connsiteY190" fmla="*/ 130188 h 180496"/>
                <a:gd name="connsiteX191" fmla="*/ 120587 w 508625"/>
                <a:gd name="connsiteY191" fmla="*/ 128519 h 180496"/>
                <a:gd name="connsiteX192" fmla="*/ 122674 w 508625"/>
                <a:gd name="connsiteY192" fmla="*/ 124788 h 180496"/>
                <a:gd name="connsiteX193" fmla="*/ 122303 w 508625"/>
                <a:gd name="connsiteY193" fmla="*/ 123339 h 180496"/>
                <a:gd name="connsiteX194" fmla="*/ 117387 w 508625"/>
                <a:gd name="connsiteY194" fmla="*/ 120310 h 180496"/>
                <a:gd name="connsiteX195" fmla="*/ 116459 w 508625"/>
                <a:gd name="connsiteY195" fmla="*/ 120178 h 180496"/>
                <a:gd name="connsiteX196" fmla="*/ 115717 w 508625"/>
                <a:gd name="connsiteY196" fmla="*/ 120705 h 180496"/>
                <a:gd name="connsiteX197" fmla="*/ 114001 w 508625"/>
                <a:gd name="connsiteY197" fmla="*/ 123734 h 180496"/>
                <a:gd name="connsiteX198" fmla="*/ 90163 w 508625"/>
                <a:gd name="connsiteY198" fmla="*/ 107711 h 180496"/>
                <a:gd name="connsiteX199" fmla="*/ 89514 w 508625"/>
                <a:gd name="connsiteY199" fmla="*/ 107491 h 180496"/>
                <a:gd name="connsiteX200" fmla="*/ 71937 w 508625"/>
                <a:gd name="connsiteY200" fmla="*/ 106964 h 180496"/>
                <a:gd name="connsiteX201" fmla="*/ 50001 w 508625"/>
                <a:gd name="connsiteY201" fmla="*/ 104550 h 180496"/>
                <a:gd name="connsiteX202" fmla="*/ 47032 w 508625"/>
                <a:gd name="connsiteY202" fmla="*/ 98228 h 180496"/>
                <a:gd name="connsiteX203" fmla="*/ 51902 w 508625"/>
                <a:gd name="connsiteY203" fmla="*/ 90765 h 180496"/>
                <a:gd name="connsiteX204" fmla="*/ 52041 w 508625"/>
                <a:gd name="connsiteY204" fmla="*/ 90370 h 180496"/>
                <a:gd name="connsiteX205" fmla="*/ 53201 w 508625"/>
                <a:gd name="connsiteY205" fmla="*/ 84312 h 180496"/>
                <a:gd name="connsiteX206" fmla="*/ 52459 w 508625"/>
                <a:gd name="connsiteY206" fmla="*/ 83083 h 180496"/>
                <a:gd name="connsiteX207" fmla="*/ 49583 w 508625"/>
                <a:gd name="connsiteY207" fmla="*/ 82029 h 180496"/>
                <a:gd name="connsiteX208" fmla="*/ 50233 w 508625"/>
                <a:gd name="connsiteY208" fmla="*/ 78122 h 180496"/>
                <a:gd name="connsiteX209" fmla="*/ 54499 w 508625"/>
                <a:gd name="connsiteY209" fmla="*/ 75093 h 180496"/>
                <a:gd name="connsiteX210" fmla="*/ 54870 w 508625"/>
                <a:gd name="connsiteY210" fmla="*/ 73732 h 180496"/>
                <a:gd name="connsiteX211" fmla="*/ 50511 w 508625"/>
                <a:gd name="connsiteY211" fmla="*/ 64952 h 180496"/>
                <a:gd name="connsiteX212" fmla="*/ 50186 w 508625"/>
                <a:gd name="connsiteY212" fmla="*/ 64557 h 180496"/>
                <a:gd name="connsiteX213" fmla="*/ 44992 w 508625"/>
                <a:gd name="connsiteY213" fmla="*/ 60430 h 180496"/>
                <a:gd name="connsiteX214" fmla="*/ 43322 w 508625"/>
                <a:gd name="connsiteY214" fmla="*/ 51211 h 180496"/>
                <a:gd name="connsiteX215" fmla="*/ 42580 w 508625"/>
                <a:gd name="connsiteY215" fmla="*/ 50377 h 180496"/>
                <a:gd name="connsiteX216" fmla="*/ 38128 w 508625"/>
                <a:gd name="connsiteY216" fmla="*/ 48885 h 180496"/>
                <a:gd name="connsiteX217" fmla="*/ 36598 w 508625"/>
                <a:gd name="connsiteY217" fmla="*/ 45504 h 180496"/>
                <a:gd name="connsiteX218" fmla="*/ 35160 w 508625"/>
                <a:gd name="connsiteY218" fmla="*/ 44890 h 180496"/>
                <a:gd name="connsiteX219" fmla="*/ 32192 w 508625"/>
                <a:gd name="connsiteY219" fmla="*/ 45899 h 180496"/>
                <a:gd name="connsiteX220" fmla="*/ 30847 w 508625"/>
                <a:gd name="connsiteY220" fmla="*/ 42168 h 180496"/>
                <a:gd name="connsiteX221" fmla="*/ 29641 w 508625"/>
                <a:gd name="connsiteY221" fmla="*/ 41422 h 180496"/>
                <a:gd name="connsiteX222" fmla="*/ 18325 w 508625"/>
                <a:gd name="connsiteY222" fmla="*/ 42607 h 180496"/>
                <a:gd name="connsiteX223" fmla="*/ 14104 w 508625"/>
                <a:gd name="connsiteY223" fmla="*/ 38392 h 180496"/>
                <a:gd name="connsiteX224" fmla="*/ 14104 w 508625"/>
                <a:gd name="connsiteY224" fmla="*/ 34178 h 180496"/>
                <a:gd name="connsiteX225" fmla="*/ 13270 w 508625"/>
                <a:gd name="connsiteY225" fmla="*/ 33125 h 180496"/>
                <a:gd name="connsiteX226" fmla="*/ 4041 w 508625"/>
                <a:gd name="connsiteY226" fmla="*/ 30578 h 180496"/>
                <a:gd name="connsiteX227" fmla="*/ 6823 w 508625"/>
                <a:gd name="connsiteY227" fmla="*/ 29130 h 180496"/>
                <a:gd name="connsiteX228" fmla="*/ 7426 w 508625"/>
                <a:gd name="connsiteY228" fmla="*/ 28164 h 180496"/>
                <a:gd name="connsiteX229" fmla="*/ 6823 w 508625"/>
                <a:gd name="connsiteY229" fmla="*/ 27198 h 180496"/>
                <a:gd name="connsiteX230" fmla="*/ 2788 w 508625"/>
                <a:gd name="connsiteY230" fmla="*/ 25047 h 180496"/>
                <a:gd name="connsiteX231" fmla="*/ 5478 w 508625"/>
                <a:gd name="connsiteY231" fmla="*/ 21667 h 180496"/>
                <a:gd name="connsiteX232" fmla="*/ 5478 w 508625"/>
                <a:gd name="connsiteY232" fmla="*/ 20306 h 180496"/>
                <a:gd name="connsiteX233" fmla="*/ 2928 w 508625"/>
                <a:gd name="connsiteY233" fmla="*/ 17320 h 180496"/>
                <a:gd name="connsiteX234" fmla="*/ 2000 w 508625"/>
                <a:gd name="connsiteY234" fmla="*/ 16223 h 180496"/>
                <a:gd name="connsiteX235" fmla="*/ 1954 w 508625"/>
                <a:gd name="connsiteY235" fmla="*/ 16223 h 180496"/>
                <a:gd name="connsiteX236" fmla="*/ 1444 w 508625"/>
                <a:gd name="connsiteY236" fmla="*/ 15960 h 180496"/>
                <a:gd name="connsiteX237" fmla="*/ 1165 w 508625"/>
                <a:gd name="connsiteY237" fmla="*/ 15872 h 180496"/>
                <a:gd name="connsiteX238" fmla="*/ 794 w 508625"/>
                <a:gd name="connsiteY238" fmla="*/ 15960 h 180496"/>
                <a:gd name="connsiteX239" fmla="*/ 516 w 508625"/>
                <a:gd name="connsiteY239" fmla="*/ 16047 h 180496"/>
                <a:gd name="connsiteX240" fmla="*/ 377 w 508625"/>
                <a:gd name="connsiteY240" fmla="*/ 16047 h 180496"/>
                <a:gd name="connsiteX241" fmla="*/ 377 w 508625"/>
                <a:gd name="connsiteY241" fmla="*/ 16091 h 18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508625" h="180496">
                  <a:moveTo>
                    <a:pt x="423" y="16267"/>
                  </a:moveTo>
                  <a:cubicBezTo>
                    <a:pt x="423" y="16267"/>
                    <a:pt x="284" y="16486"/>
                    <a:pt x="238" y="16618"/>
                  </a:cubicBezTo>
                  <a:cubicBezTo>
                    <a:pt x="238" y="16706"/>
                    <a:pt x="145" y="16750"/>
                    <a:pt x="99" y="16838"/>
                  </a:cubicBezTo>
                  <a:cubicBezTo>
                    <a:pt x="99" y="16925"/>
                    <a:pt x="99" y="16969"/>
                    <a:pt x="52" y="17057"/>
                  </a:cubicBezTo>
                  <a:cubicBezTo>
                    <a:pt x="52" y="17189"/>
                    <a:pt x="145" y="17277"/>
                    <a:pt x="145" y="17408"/>
                  </a:cubicBezTo>
                  <a:cubicBezTo>
                    <a:pt x="145" y="17496"/>
                    <a:pt x="145" y="17584"/>
                    <a:pt x="238" y="17628"/>
                  </a:cubicBezTo>
                  <a:cubicBezTo>
                    <a:pt x="238" y="17628"/>
                    <a:pt x="238" y="17716"/>
                    <a:pt x="238" y="17760"/>
                  </a:cubicBezTo>
                  <a:lnTo>
                    <a:pt x="794" y="18418"/>
                  </a:lnTo>
                  <a:lnTo>
                    <a:pt x="3159" y="21140"/>
                  </a:lnTo>
                  <a:lnTo>
                    <a:pt x="238" y="24827"/>
                  </a:lnTo>
                  <a:cubicBezTo>
                    <a:pt x="52" y="25091"/>
                    <a:pt x="-41" y="25398"/>
                    <a:pt x="52" y="25705"/>
                  </a:cubicBezTo>
                  <a:cubicBezTo>
                    <a:pt x="99" y="26013"/>
                    <a:pt x="331" y="26276"/>
                    <a:pt x="609" y="26452"/>
                  </a:cubicBezTo>
                  <a:lnTo>
                    <a:pt x="3994" y="28252"/>
                  </a:lnTo>
                  <a:lnTo>
                    <a:pt x="609" y="30051"/>
                  </a:lnTo>
                  <a:cubicBezTo>
                    <a:pt x="191" y="30271"/>
                    <a:pt x="-41" y="30710"/>
                    <a:pt x="6" y="31149"/>
                  </a:cubicBezTo>
                  <a:cubicBezTo>
                    <a:pt x="52" y="31588"/>
                    <a:pt x="377" y="31939"/>
                    <a:pt x="841" y="32071"/>
                  </a:cubicBezTo>
                  <a:lnTo>
                    <a:pt x="11878" y="35144"/>
                  </a:lnTo>
                  <a:lnTo>
                    <a:pt x="11878" y="39007"/>
                  </a:lnTo>
                  <a:cubicBezTo>
                    <a:pt x="11878" y="39271"/>
                    <a:pt x="11971" y="39578"/>
                    <a:pt x="12203" y="39753"/>
                  </a:cubicBezTo>
                  <a:lnTo>
                    <a:pt x="17119" y="44670"/>
                  </a:lnTo>
                  <a:cubicBezTo>
                    <a:pt x="17351" y="44934"/>
                    <a:pt x="17722" y="45021"/>
                    <a:pt x="18093" y="45021"/>
                  </a:cubicBezTo>
                  <a:lnTo>
                    <a:pt x="29038" y="43880"/>
                  </a:lnTo>
                  <a:lnTo>
                    <a:pt x="30476" y="47831"/>
                  </a:lnTo>
                  <a:cubicBezTo>
                    <a:pt x="30569" y="48094"/>
                    <a:pt x="30800" y="48358"/>
                    <a:pt x="31079" y="48446"/>
                  </a:cubicBezTo>
                  <a:cubicBezTo>
                    <a:pt x="31357" y="48577"/>
                    <a:pt x="31682" y="48577"/>
                    <a:pt x="31960" y="48490"/>
                  </a:cubicBezTo>
                  <a:lnTo>
                    <a:pt x="34974" y="47480"/>
                  </a:lnTo>
                  <a:lnTo>
                    <a:pt x="36273" y="50377"/>
                  </a:lnTo>
                  <a:cubicBezTo>
                    <a:pt x="36412" y="50641"/>
                    <a:pt x="36644" y="50860"/>
                    <a:pt x="36969" y="50992"/>
                  </a:cubicBezTo>
                  <a:lnTo>
                    <a:pt x="41235" y="52441"/>
                  </a:lnTo>
                  <a:lnTo>
                    <a:pt x="42858" y="61396"/>
                  </a:lnTo>
                  <a:cubicBezTo>
                    <a:pt x="42858" y="61660"/>
                    <a:pt x="43044" y="61879"/>
                    <a:pt x="43230" y="62055"/>
                  </a:cubicBezTo>
                  <a:lnTo>
                    <a:pt x="48563" y="66269"/>
                  </a:lnTo>
                  <a:lnTo>
                    <a:pt x="52412" y="74039"/>
                  </a:lnTo>
                  <a:lnTo>
                    <a:pt x="48517" y="76805"/>
                  </a:lnTo>
                  <a:cubicBezTo>
                    <a:pt x="48284" y="76981"/>
                    <a:pt x="48099" y="77244"/>
                    <a:pt x="48053" y="77507"/>
                  </a:cubicBezTo>
                  <a:lnTo>
                    <a:pt x="47171" y="82732"/>
                  </a:lnTo>
                  <a:cubicBezTo>
                    <a:pt x="47079" y="83258"/>
                    <a:pt x="47404" y="83741"/>
                    <a:pt x="47914" y="83917"/>
                  </a:cubicBezTo>
                  <a:lnTo>
                    <a:pt x="50789" y="84971"/>
                  </a:lnTo>
                  <a:lnTo>
                    <a:pt x="49861" y="89931"/>
                  </a:lnTo>
                  <a:lnTo>
                    <a:pt x="44760" y="97702"/>
                  </a:lnTo>
                  <a:cubicBezTo>
                    <a:pt x="44574" y="98009"/>
                    <a:pt x="44528" y="98404"/>
                    <a:pt x="44667" y="98711"/>
                  </a:cubicBezTo>
                  <a:lnTo>
                    <a:pt x="48145" y="106130"/>
                  </a:lnTo>
                  <a:cubicBezTo>
                    <a:pt x="48331" y="106482"/>
                    <a:pt x="48656" y="106745"/>
                    <a:pt x="49073" y="106789"/>
                  </a:cubicBezTo>
                  <a:lnTo>
                    <a:pt x="71798" y="109247"/>
                  </a:lnTo>
                  <a:lnTo>
                    <a:pt x="89143" y="109774"/>
                  </a:lnTo>
                  <a:lnTo>
                    <a:pt x="113769" y="126324"/>
                  </a:lnTo>
                  <a:cubicBezTo>
                    <a:pt x="114048" y="126500"/>
                    <a:pt x="114372" y="126588"/>
                    <a:pt x="114697" y="126500"/>
                  </a:cubicBezTo>
                  <a:cubicBezTo>
                    <a:pt x="115021" y="126412"/>
                    <a:pt x="115300" y="126237"/>
                    <a:pt x="115439" y="125929"/>
                  </a:cubicBezTo>
                  <a:lnTo>
                    <a:pt x="117155" y="122856"/>
                  </a:lnTo>
                  <a:lnTo>
                    <a:pt x="120123" y="124656"/>
                  </a:lnTo>
                  <a:lnTo>
                    <a:pt x="117990" y="128432"/>
                  </a:lnTo>
                  <a:cubicBezTo>
                    <a:pt x="117711" y="128958"/>
                    <a:pt x="117897" y="129617"/>
                    <a:pt x="118453" y="129880"/>
                  </a:cubicBezTo>
                  <a:lnTo>
                    <a:pt x="122164" y="131900"/>
                  </a:lnTo>
                  <a:lnTo>
                    <a:pt x="127219" y="144148"/>
                  </a:lnTo>
                  <a:cubicBezTo>
                    <a:pt x="127219" y="144148"/>
                    <a:pt x="127358" y="144411"/>
                    <a:pt x="127497" y="144543"/>
                  </a:cubicBezTo>
                  <a:lnTo>
                    <a:pt x="132274" y="149065"/>
                  </a:lnTo>
                  <a:lnTo>
                    <a:pt x="135381" y="155737"/>
                  </a:lnTo>
                  <a:cubicBezTo>
                    <a:pt x="135613" y="156220"/>
                    <a:pt x="136123" y="156440"/>
                    <a:pt x="136633" y="156396"/>
                  </a:cubicBezTo>
                  <a:cubicBezTo>
                    <a:pt x="136726" y="156396"/>
                    <a:pt x="147532" y="154552"/>
                    <a:pt x="159080" y="156659"/>
                  </a:cubicBezTo>
                  <a:cubicBezTo>
                    <a:pt x="170952" y="158854"/>
                    <a:pt x="194002" y="158591"/>
                    <a:pt x="195254" y="158547"/>
                  </a:cubicBezTo>
                  <a:cubicBezTo>
                    <a:pt x="215382" y="153586"/>
                    <a:pt x="225492" y="166098"/>
                    <a:pt x="225910" y="166625"/>
                  </a:cubicBezTo>
                  <a:cubicBezTo>
                    <a:pt x="226141" y="166932"/>
                    <a:pt x="226559" y="167108"/>
                    <a:pt x="226976" y="167064"/>
                  </a:cubicBezTo>
                  <a:cubicBezTo>
                    <a:pt x="238060" y="166010"/>
                    <a:pt x="244739" y="173736"/>
                    <a:pt x="244785" y="173780"/>
                  </a:cubicBezTo>
                  <a:cubicBezTo>
                    <a:pt x="245017" y="174044"/>
                    <a:pt x="245342" y="174175"/>
                    <a:pt x="245713" y="174175"/>
                  </a:cubicBezTo>
                  <a:lnTo>
                    <a:pt x="245713" y="174175"/>
                  </a:lnTo>
                  <a:lnTo>
                    <a:pt x="262779" y="173912"/>
                  </a:lnTo>
                  <a:lnTo>
                    <a:pt x="262779" y="179399"/>
                  </a:lnTo>
                  <a:cubicBezTo>
                    <a:pt x="262779" y="180014"/>
                    <a:pt x="263290" y="180497"/>
                    <a:pt x="263939" y="180497"/>
                  </a:cubicBezTo>
                  <a:lnTo>
                    <a:pt x="272936" y="180497"/>
                  </a:lnTo>
                  <a:cubicBezTo>
                    <a:pt x="273214" y="180497"/>
                    <a:pt x="273493" y="180409"/>
                    <a:pt x="273678" y="180234"/>
                  </a:cubicBezTo>
                  <a:cubicBezTo>
                    <a:pt x="282536" y="172858"/>
                    <a:pt x="307395" y="163596"/>
                    <a:pt x="309945" y="162674"/>
                  </a:cubicBezTo>
                  <a:cubicBezTo>
                    <a:pt x="312264" y="162674"/>
                    <a:pt x="331882" y="162937"/>
                    <a:pt x="341342" y="162674"/>
                  </a:cubicBezTo>
                  <a:cubicBezTo>
                    <a:pt x="352148" y="162366"/>
                    <a:pt x="364067" y="150557"/>
                    <a:pt x="367221" y="145684"/>
                  </a:cubicBezTo>
                  <a:cubicBezTo>
                    <a:pt x="369633" y="141909"/>
                    <a:pt x="379094" y="138397"/>
                    <a:pt x="382525" y="137387"/>
                  </a:cubicBezTo>
                  <a:cubicBezTo>
                    <a:pt x="382804" y="137299"/>
                    <a:pt x="383082" y="137080"/>
                    <a:pt x="383221" y="136816"/>
                  </a:cubicBezTo>
                  <a:cubicBezTo>
                    <a:pt x="386328" y="130934"/>
                    <a:pt x="378027" y="123734"/>
                    <a:pt x="375476" y="121715"/>
                  </a:cubicBezTo>
                  <a:lnTo>
                    <a:pt x="381227" y="108325"/>
                  </a:lnTo>
                  <a:lnTo>
                    <a:pt x="390224" y="108062"/>
                  </a:lnTo>
                  <a:cubicBezTo>
                    <a:pt x="392729" y="109818"/>
                    <a:pt x="404648" y="117896"/>
                    <a:pt x="411094" y="115086"/>
                  </a:cubicBezTo>
                  <a:cubicBezTo>
                    <a:pt x="417030" y="112540"/>
                    <a:pt x="421807" y="103321"/>
                    <a:pt x="422967" y="100862"/>
                  </a:cubicBezTo>
                  <a:lnTo>
                    <a:pt x="441703" y="99282"/>
                  </a:lnTo>
                  <a:cubicBezTo>
                    <a:pt x="441703" y="99282"/>
                    <a:pt x="442074" y="99194"/>
                    <a:pt x="442259" y="99106"/>
                  </a:cubicBezTo>
                  <a:lnTo>
                    <a:pt x="451535" y="93048"/>
                  </a:lnTo>
                  <a:cubicBezTo>
                    <a:pt x="451860" y="92829"/>
                    <a:pt x="452045" y="92433"/>
                    <a:pt x="452045" y="92082"/>
                  </a:cubicBezTo>
                  <a:lnTo>
                    <a:pt x="451767" y="88658"/>
                  </a:lnTo>
                  <a:lnTo>
                    <a:pt x="457610" y="81634"/>
                  </a:lnTo>
                  <a:lnTo>
                    <a:pt x="469066" y="79527"/>
                  </a:lnTo>
                  <a:cubicBezTo>
                    <a:pt x="469529" y="79439"/>
                    <a:pt x="469900" y="79088"/>
                    <a:pt x="469993" y="78649"/>
                  </a:cubicBezTo>
                  <a:lnTo>
                    <a:pt x="470410" y="76542"/>
                  </a:lnTo>
                  <a:lnTo>
                    <a:pt x="475512" y="76542"/>
                  </a:lnTo>
                  <a:cubicBezTo>
                    <a:pt x="475744" y="76542"/>
                    <a:pt x="475976" y="76454"/>
                    <a:pt x="476208" y="76322"/>
                  </a:cubicBezTo>
                  <a:lnTo>
                    <a:pt x="483999" y="70966"/>
                  </a:lnTo>
                  <a:lnTo>
                    <a:pt x="490028" y="74435"/>
                  </a:lnTo>
                  <a:cubicBezTo>
                    <a:pt x="490306" y="74610"/>
                    <a:pt x="490677" y="74654"/>
                    <a:pt x="491002" y="74522"/>
                  </a:cubicBezTo>
                  <a:cubicBezTo>
                    <a:pt x="491327" y="74435"/>
                    <a:pt x="491558" y="74215"/>
                    <a:pt x="491698" y="73908"/>
                  </a:cubicBezTo>
                  <a:lnTo>
                    <a:pt x="492904" y="71274"/>
                  </a:lnTo>
                  <a:lnTo>
                    <a:pt x="498144" y="74435"/>
                  </a:lnTo>
                  <a:cubicBezTo>
                    <a:pt x="498376" y="74566"/>
                    <a:pt x="498701" y="74654"/>
                    <a:pt x="498933" y="74610"/>
                  </a:cubicBezTo>
                  <a:lnTo>
                    <a:pt x="507652" y="73249"/>
                  </a:lnTo>
                  <a:cubicBezTo>
                    <a:pt x="508208" y="73161"/>
                    <a:pt x="508625" y="72722"/>
                    <a:pt x="508625" y="72152"/>
                  </a:cubicBezTo>
                  <a:lnTo>
                    <a:pt x="508625" y="63898"/>
                  </a:lnTo>
                  <a:cubicBezTo>
                    <a:pt x="508625" y="63635"/>
                    <a:pt x="508533" y="63372"/>
                    <a:pt x="508347" y="63196"/>
                  </a:cubicBezTo>
                  <a:lnTo>
                    <a:pt x="489796" y="42914"/>
                  </a:lnTo>
                  <a:cubicBezTo>
                    <a:pt x="489564" y="42695"/>
                    <a:pt x="489286" y="42563"/>
                    <a:pt x="488961" y="42519"/>
                  </a:cubicBezTo>
                  <a:lnTo>
                    <a:pt x="473332" y="41992"/>
                  </a:lnTo>
                  <a:cubicBezTo>
                    <a:pt x="472869" y="41992"/>
                    <a:pt x="472544" y="42168"/>
                    <a:pt x="472312" y="42475"/>
                  </a:cubicBezTo>
                  <a:lnTo>
                    <a:pt x="467025" y="50070"/>
                  </a:lnTo>
                  <a:lnTo>
                    <a:pt x="461923" y="44802"/>
                  </a:lnTo>
                  <a:cubicBezTo>
                    <a:pt x="461691" y="44539"/>
                    <a:pt x="461321" y="44407"/>
                    <a:pt x="460996" y="44451"/>
                  </a:cubicBezTo>
                  <a:lnTo>
                    <a:pt x="448381" y="44977"/>
                  </a:lnTo>
                  <a:cubicBezTo>
                    <a:pt x="448010" y="44977"/>
                    <a:pt x="447686" y="45153"/>
                    <a:pt x="447500" y="45416"/>
                  </a:cubicBezTo>
                  <a:lnTo>
                    <a:pt x="445784" y="47699"/>
                  </a:lnTo>
                  <a:lnTo>
                    <a:pt x="441981" y="44319"/>
                  </a:lnTo>
                  <a:lnTo>
                    <a:pt x="439662" y="39973"/>
                  </a:lnTo>
                  <a:lnTo>
                    <a:pt x="445367" y="37163"/>
                  </a:lnTo>
                  <a:lnTo>
                    <a:pt x="445923" y="36900"/>
                  </a:lnTo>
                  <a:cubicBezTo>
                    <a:pt x="446341" y="36680"/>
                    <a:pt x="446619" y="36241"/>
                    <a:pt x="446526" y="35759"/>
                  </a:cubicBezTo>
                  <a:lnTo>
                    <a:pt x="446526" y="35320"/>
                  </a:lnTo>
                  <a:cubicBezTo>
                    <a:pt x="446526" y="35320"/>
                    <a:pt x="445413" y="28691"/>
                    <a:pt x="445413" y="28691"/>
                  </a:cubicBezTo>
                  <a:lnTo>
                    <a:pt x="459234" y="2614"/>
                  </a:lnTo>
                  <a:lnTo>
                    <a:pt x="459790" y="1604"/>
                  </a:lnTo>
                  <a:cubicBezTo>
                    <a:pt x="460068" y="1077"/>
                    <a:pt x="459837" y="419"/>
                    <a:pt x="459280" y="112"/>
                  </a:cubicBezTo>
                  <a:cubicBezTo>
                    <a:pt x="458723" y="-152"/>
                    <a:pt x="458028" y="68"/>
                    <a:pt x="457703" y="595"/>
                  </a:cubicBezTo>
                  <a:lnTo>
                    <a:pt x="457239" y="1516"/>
                  </a:lnTo>
                  <a:lnTo>
                    <a:pt x="443187" y="27988"/>
                  </a:lnTo>
                  <a:cubicBezTo>
                    <a:pt x="443187" y="27988"/>
                    <a:pt x="443048" y="28427"/>
                    <a:pt x="443094" y="28647"/>
                  </a:cubicBezTo>
                  <a:lnTo>
                    <a:pt x="444115" y="35276"/>
                  </a:lnTo>
                  <a:lnTo>
                    <a:pt x="437622" y="38480"/>
                  </a:lnTo>
                  <a:cubicBezTo>
                    <a:pt x="437065" y="38744"/>
                    <a:pt x="436833" y="39402"/>
                    <a:pt x="437112" y="39929"/>
                  </a:cubicBezTo>
                  <a:lnTo>
                    <a:pt x="439987" y="45416"/>
                  </a:lnTo>
                  <a:cubicBezTo>
                    <a:pt x="439987" y="45416"/>
                    <a:pt x="440126" y="45636"/>
                    <a:pt x="440219" y="45724"/>
                  </a:cubicBezTo>
                  <a:lnTo>
                    <a:pt x="445135" y="50114"/>
                  </a:lnTo>
                  <a:cubicBezTo>
                    <a:pt x="445367" y="50333"/>
                    <a:pt x="445691" y="50421"/>
                    <a:pt x="446062" y="50421"/>
                  </a:cubicBezTo>
                  <a:cubicBezTo>
                    <a:pt x="446387" y="50421"/>
                    <a:pt x="446712" y="50202"/>
                    <a:pt x="446897" y="49982"/>
                  </a:cubicBezTo>
                  <a:lnTo>
                    <a:pt x="449031" y="47129"/>
                  </a:lnTo>
                  <a:lnTo>
                    <a:pt x="460532" y="46646"/>
                  </a:lnTo>
                  <a:lnTo>
                    <a:pt x="466237" y="52572"/>
                  </a:lnTo>
                  <a:cubicBezTo>
                    <a:pt x="466468" y="52836"/>
                    <a:pt x="466886" y="52967"/>
                    <a:pt x="467164" y="52923"/>
                  </a:cubicBezTo>
                  <a:cubicBezTo>
                    <a:pt x="467535" y="52923"/>
                    <a:pt x="467860" y="52704"/>
                    <a:pt x="468045" y="52441"/>
                  </a:cubicBezTo>
                  <a:lnTo>
                    <a:pt x="469483" y="50377"/>
                  </a:lnTo>
                  <a:lnTo>
                    <a:pt x="473750" y="44187"/>
                  </a:lnTo>
                  <a:lnTo>
                    <a:pt x="474445" y="44187"/>
                  </a:lnTo>
                  <a:cubicBezTo>
                    <a:pt x="474445" y="44187"/>
                    <a:pt x="488266" y="44714"/>
                    <a:pt x="488266" y="44714"/>
                  </a:cubicBezTo>
                  <a:lnTo>
                    <a:pt x="506214" y="64337"/>
                  </a:lnTo>
                  <a:lnTo>
                    <a:pt x="506214" y="71230"/>
                  </a:lnTo>
                  <a:lnTo>
                    <a:pt x="498933" y="72371"/>
                  </a:lnTo>
                  <a:lnTo>
                    <a:pt x="492950" y="68771"/>
                  </a:lnTo>
                  <a:cubicBezTo>
                    <a:pt x="492671" y="68596"/>
                    <a:pt x="492301" y="68552"/>
                    <a:pt x="491976" y="68640"/>
                  </a:cubicBezTo>
                  <a:cubicBezTo>
                    <a:pt x="491651" y="68727"/>
                    <a:pt x="491373" y="68947"/>
                    <a:pt x="491234" y="69254"/>
                  </a:cubicBezTo>
                  <a:lnTo>
                    <a:pt x="490028" y="71932"/>
                  </a:lnTo>
                  <a:lnTo>
                    <a:pt x="484509" y="68727"/>
                  </a:lnTo>
                  <a:cubicBezTo>
                    <a:pt x="484092" y="68508"/>
                    <a:pt x="483628" y="68508"/>
                    <a:pt x="483211" y="68771"/>
                  </a:cubicBezTo>
                  <a:lnTo>
                    <a:pt x="475095" y="74347"/>
                  </a:lnTo>
                  <a:lnTo>
                    <a:pt x="469390" y="74347"/>
                  </a:lnTo>
                  <a:cubicBezTo>
                    <a:pt x="468834" y="74347"/>
                    <a:pt x="468370" y="74742"/>
                    <a:pt x="468231" y="75269"/>
                  </a:cubicBezTo>
                  <a:lnTo>
                    <a:pt x="467813" y="77551"/>
                  </a:lnTo>
                  <a:lnTo>
                    <a:pt x="456729" y="79615"/>
                  </a:lnTo>
                  <a:cubicBezTo>
                    <a:pt x="456451" y="79659"/>
                    <a:pt x="456219" y="79790"/>
                    <a:pt x="456034" y="80010"/>
                  </a:cubicBezTo>
                  <a:lnTo>
                    <a:pt x="449680" y="87692"/>
                  </a:lnTo>
                  <a:cubicBezTo>
                    <a:pt x="449680" y="87692"/>
                    <a:pt x="449402" y="88175"/>
                    <a:pt x="449448" y="88439"/>
                  </a:cubicBezTo>
                  <a:lnTo>
                    <a:pt x="449680" y="91643"/>
                  </a:lnTo>
                  <a:lnTo>
                    <a:pt x="441193" y="97175"/>
                  </a:lnTo>
                  <a:lnTo>
                    <a:pt x="422085" y="98799"/>
                  </a:lnTo>
                  <a:cubicBezTo>
                    <a:pt x="421668" y="98799"/>
                    <a:pt x="421297" y="99106"/>
                    <a:pt x="421111" y="99457"/>
                  </a:cubicBezTo>
                  <a:cubicBezTo>
                    <a:pt x="421065" y="99589"/>
                    <a:pt x="416010" y="110608"/>
                    <a:pt x="410120" y="113154"/>
                  </a:cubicBezTo>
                  <a:cubicBezTo>
                    <a:pt x="405436" y="115174"/>
                    <a:pt x="394955" y="108764"/>
                    <a:pt x="391291" y="106130"/>
                  </a:cubicBezTo>
                  <a:cubicBezTo>
                    <a:pt x="391105" y="105999"/>
                    <a:pt x="390827" y="105911"/>
                    <a:pt x="390549" y="105911"/>
                  </a:cubicBezTo>
                  <a:lnTo>
                    <a:pt x="380392" y="106174"/>
                  </a:lnTo>
                  <a:cubicBezTo>
                    <a:pt x="379928" y="106174"/>
                    <a:pt x="379511" y="106438"/>
                    <a:pt x="379372" y="106877"/>
                  </a:cubicBezTo>
                  <a:lnTo>
                    <a:pt x="373018" y="121715"/>
                  </a:lnTo>
                  <a:cubicBezTo>
                    <a:pt x="372833" y="122154"/>
                    <a:pt x="373018" y="122681"/>
                    <a:pt x="373389" y="122988"/>
                  </a:cubicBezTo>
                  <a:cubicBezTo>
                    <a:pt x="376218" y="125051"/>
                    <a:pt x="382989" y="131197"/>
                    <a:pt x="381366" y="135499"/>
                  </a:cubicBezTo>
                  <a:cubicBezTo>
                    <a:pt x="378908" y="136290"/>
                    <a:pt x="368334" y="139889"/>
                    <a:pt x="365273" y="144587"/>
                  </a:cubicBezTo>
                  <a:cubicBezTo>
                    <a:pt x="362398" y="149021"/>
                    <a:pt x="351082" y="160259"/>
                    <a:pt x="341296" y="160522"/>
                  </a:cubicBezTo>
                  <a:cubicBezTo>
                    <a:pt x="331279" y="160786"/>
                    <a:pt x="309945" y="160522"/>
                    <a:pt x="309760" y="160522"/>
                  </a:cubicBezTo>
                  <a:cubicBezTo>
                    <a:pt x="309621" y="160522"/>
                    <a:pt x="309481" y="160522"/>
                    <a:pt x="309342" y="160610"/>
                  </a:cubicBezTo>
                  <a:cubicBezTo>
                    <a:pt x="308229" y="161005"/>
                    <a:pt x="282397" y="170444"/>
                    <a:pt x="272519" y="178390"/>
                  </a:cubicBezTo>
                  <a:lnTo>
                    <a:pt x="265145" y="178390"/>
                  </a:lnTo>
                  <a:lnTo>
                    <a:pt x="265145" y="172902"/>
                  </a:lnTo>
                  <a:cubicBezTo>
                    <a:pt x="265145" y="172595"/>
                    <a:pt x="265006" y="172332"/>
                    <a:pt x="264820" y="172112"/>
                  </a:cubicBezTo>
                  <a:cubicBezTo>
                    <a:pt x="264635" y="171893"/>
                    <a:pt x="264403" y="171893"/>
                    <a:pt x="263985" y="171805"/>
                  </a:cubicBezTo>
                  <a:lnTo>
                    <a:pt x="246269" y="172068"/>
                  </a:lnTo>
                  <a:cubicBezTo>
                    <a:pt x="244646" y="170356"/>
                    <a:pt x="237921" y="164166"/>
                    <a:pt x="227394" y="164913"/>
                  </a:cubicBezTo>
                  <a:cubicBezTo>
                    <a:pt x="225167" y="162454"/>
                    <a:pt x="214037" y="151699"/>
                    <a:pt x="194976" y="156440"/>
                  </a:cubicBezTo>
                  <a:cubicBezTo>
                    <a:pt x="194744" y="156440"/>
                    <a:pt x="171184" y="156703"/>
                    <a:pt x="159544" y="154552"/>
                  </a:cubicBezTo>
                  <a:cubicBezTo>
                    <a:pt x="149387" y="152664"/>
                    <a:pt x="140019" y="153718"/>
                    <a:pt x="137143" y="154157"/>
                  </a:cubicBezTo>
                  <a:lnTo>
                    <a:pt x="134315" y="148055"/>
                  </a:lnTo>
                  <a:cubicBezTo>
                    <a:pt x="134315" y="148055"/>
                    <a:pt x="134175" y="147835"/>
                    <a:pt x="134082" y="147704"/>
                  </a:cubicBezTo>
                  <a:lnTo>
                    <a:pt x="129306" y="143182"/>
                  </a:lnTo>
                  <a:lnTo>
                    <a:pt x="124158" y="130758"/>
                  </a:lnTo>
                  <a:cubicBezTo>
                    <a:pt x="124065" y="130539"/>
                    <a:pt x="123880" y="130319"/>
                    <a:pt x="123648" y="130188"/>
                  </a:cubicBezTo>
                  <a:lnTo>
                    <a:pt x="120587" y="128519"/>
                  </a:lnTo>
                  <a:lnTo>
                    <a:pt x="122674" y="124788"/>
                  </a:lnTo>
                  <a:cubicBezTo>
                    <a:pt x="122952" y="124305"/>
                    <a:pt x="122767" y="123646"/>
                    <a:pt x="122303" y="123339"/>
                  </a:cubicBezTo>
                  <a:lnTo>
                    <a:pt x="117387" y="120310"/>
                  </a:lnTo>
                  <a:cubicBezTo>
                    <a:pt x="117108" y="120134"/>
                    <a:pt x="116784" y="120091"/>
                    <a:pt x="116459" y="120178"/>
                  </a:cubicBezTo>
                  <a:cubicBezTo>
                    <a:pt x="116134" y="120266"/>
                    <a:pt x="115903" y="120442"/>
                    <a:pt x="115717" y="120705"/>
                  </a:cubicBezTo>
                  <a:lnTo>
                    <a:pt x="114001" y="123734"/>
                  </a:lnTo>
                  <a:lnTo>
                    <a:pt x="90163" y="107711"/>
                  </a:lnTo>
                  <a:cubicBezTo>
                    <a:pt x="90163" y="107711"/>
                    <a:pt x="89746" y="107535"/>
                    <a:pt x="89514" y="107491"/>
                  </a:cubicBezTo>
                  <a:lnTo>
                    <a:pt x="71937" y="106964"/>
                  </a:lnTo>
                  <a:lnTo>
                    <a:pt x="50001" y="104550"/>
                  </a:lnTo>
                  <a:lnTo>
                    <a:pt x="47032" y="98228"/>
                  </a:lnTo>
                  <a:lnTo>
                    <a:pt x="51902" y="90765"/>
                  </a:lnTo>
                  <a:cubicBezTo>
                    <a:pt x="51902" y="90765"/>
                    <a:pt x="52041" y="90502"/>
                    <a:pt x="52041" y="90370"/>
                  </a:cubicBezTo>
                  <a:lnTo>
                    <a:pt x="53201" y="84312"/>
                  </a:lnTo>
                  <a:cubicBezTo>
                    <a:pt x="53293" y="83785"/>
                    <a:pt x="53015" y="83302"/>
                    <a:pt x="52459" y="83083"/>
                  </a:cubicBezTo>
                  <a:lnTo>
                    <a:pt x="49583" y="82029"/>
                  </a:lnTo>
                  <a:lnTo>
                    <a:pt x="50233" y="78122"/>
                  </a:lnTo>
                  <a:lnTo>
                    <a:pt x="54499" y="75093"/>
                  </a:lnTo>
                  <a:cubicBezTo>
                    <a:pt x="54917" y="74786"/>
                    <a:pt x="55102" y="74215"/>
                    <a:pt x="54870" y="73732"/>
                  </a:cubicBezTo>
                  <a:lnTo>
                    <a:pt x="50511" y="64952"/>
                  </a:lnTo>
                  <a:cubicBezTo>
                    <a:pt x="50511" y="64952"/>
                    <a:pt x="50325" y="64689"/>
                    <a:pt x="50186" y="64557"/>
                  </a:cubicBezTo>
                  <a:lnTo>
                    <a:pt x="44992" y="60430"/>
                  </a:lnTo>
                  <a:lnTo>
                    <a:pt x="43322" y="51211"/>
                  </a:lnTo>
                  <a:cubicBezTo>
                    <a:pt x="43276" y="50816"/>
                    <a:pt x="42951" y="50509"/>
                    <a:pt x="42580" y="50377"/>
                  </a:cubicBezTo>
                  <a:lnTo>
                    <a:pt x="38128" y="48885"/>
                  </a:lnTo>
                  <a:lnTo>
                    <a:pt x="36598" y="45504"/>
                  </a:lnTo>
                  <a:cubicBezTo>
                    <a:pt x="36366" y="44977"/>
                    <a:pt x="35716" y="44714"/>
                    <a:pt x="35160" y="44890"/>
                  </a:cubicBezTo>
                  <a:lnTo>
                    <a:pt x="32192" y="45899"/>
                  </a:lnTo>
                  <a:lnTo>
                    <a:pt x="30847" y="42168"/>
                  </a:lnTo>
                  <a:cubicBezTo>
                    <a:pt x="30661" y="41685"/>
                    <a:pt x="30151" y="41378"/>
                    <a:pt x="29641" y="41422"/>
                  </a:cubicBezTo>
                  <a:lnTo>
                    <a:pt x="18325" y="42607"/>
                  </a:lnTo>
                  <a:lnTo>
                    <a:pt x="14104" y="38392"/>
                  </a:lnTo>
                  <a:lnTo>
                    <a:pt x="14104" y="34178"/>
                  </a:lnTo>
                  <a:cubicBezTo>
                    <a:pt x="14104" y="33695"/>
                    <a:pt x="13780" y="33256"/>
                    <a:pt x="13270" y="33125"/>
                  </a:cubicBezTo>
                  <a:lnTo>
                    <a:pt x="4041" y="30578"/>
                  </a:lnTo>
                  <a:lnTo>
                    <a:pt x="6823" y="29130"/>
                  </a:lnTo>
                  <a:cubicBezTo>
                    <a:pt x="7194" y="28954"/>
                    <a:pt x="7426" y="28559"/>
                    <a:pt x="7426" y="28164"/>
                  </a:cubicBezTo>
                  <a:cubicBezTo>
                    <a:pt x="7426" y="27769"/>
                    <a:pt x="7194" y="27417"/>
                    <a:pt x="6823" y="27198"/>
                  </a:cubicBezTo>
                  <a:lnTo>
                    <a:pt x="2788" y="25047"/>
                  </a:lnTo>
                  <a:lnTo>
                    <a:pt x="5478" y="21667"/>
                  </a:lnTo>
                  <a:cubicBezTo>
                    <a:pt x="5803" y="21271"/>
                    <a:pt x="5803" y="20701"/>
                    <a:pt x="5478" y="20306"/>
                  </a:cubicBezTo>
                  <a:lnTo>
                    <a:pt x="2928" y="17320"/>
                  </a:lnTo>
                  <a:lnTo>
                    <a:pt x="2000" y="16223"/>
                  </a:lnTo>
                  <a:cubicBezTo>
                    <a:pt x="2000" y="16223"/>
                    <a:pt x="2000" y="16223"/>
                    <a:pt x="1954" y="16223"/>
                  </a:cubicBezTo>
                  <a:cubicBezTo>
                    <a:pt x="1815" y="16091"/>
                    <a:pt x="1629" y="16047"/>
                    <a:pt x="1444" y="15960"/>
                  </a:cubicBezTo>
                  <a:cubicBezTo>
                    <a:pt x="1351" y="15960"/>
                    <a:pt x="1258" y="15872"/>
                    <a:pt x="1165" y="15872"/>
                  </a:cubicBezTo>
                  <a:cubicBezTo>
                    <a:pt x="1026" y="15872"/>
                    <a:pt x="933" y="15960"/>
                    <a:pt x="794" y="15960"/>
                  </a:cubicBezTo>
                  <a:cubicBezTo>
                    <a:pt x="702" y="15960"/>
                    <a:pt x="609" y="15960"/>
                    <a:pt x="516" y="16047"/>
                  </a:cubicBezTo>
                  <a:cubicBezTo>
                    <a:pt x="516" y="16047"/>
                    <a:pt x="423" y="16047"/>
                    <a:pt x="377" y="16047"/>
                  </a:cubicBezTo>
                  <a:cubicBezTo>
                    <a:pt x="377" y="16047"/>
                    <a:pt x="377" y="16047"/>
                    <a:pt x="377" y="16091"/>
                  </a:cubicBezTo>
                  <a:close/>
                </a:path>
              </a:pathLst>
            </a:custGeom>
            <a:grpFill/>
            <a:ln w="463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852" name="Straight Connector 851">
              <a:extLst>
                <a:ext uri="{FF2B5EF4-FFF2-40B4-BE49-F238E27FC236}">
                  <a16:creationId xmlns:a16="http://schemas.microsoft.com/office/drawing/2014/main" id="{9252F52A-1CDF-B6BD-964C-553F7BC84A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2191" y="4083728"/>
              <a:ext cx="461068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2" name="TextBox 821">
            <a:extLst>
              <a:ext uri="{FF2B5EF4-FFF2-40B4-BE49-F238E27FC236}">
                <a16:creationId xmlns:a16="http://schemas.microsoft.com/office/drawing/2014/main" id="{2B383DDF-EA4C-D69B-12E8-90612F77142F}"/>
              </a:ext>
            </a:extLst>
          </p:cNvPr>
          <p:cNvSpPr txBox="1">
            <a:spLocks/>
          </p:cNvSpPr>
          <p:nvPr/>
        </p:nvSpPr>
        <p:spPr>
          <a:xfrm>
            <a:off x="3327581" y="2519471"/>
            <a:ext cx="388202" cy="134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Dundalk</a:t>
            </a:r>
          </a:p>
        </p:txBody>
      </p:sp>
      <p:sp>
        <p:nvSpPr>
          <p:cNvPr id="876" name="TextBox 875">
            <a:extLst>
              <a:ext uri="{FF2B5EF4-FFF2-40B4-BE49-F238E27FC236}">
                <a16:creationId xmlns:a16="http://schemas.microsoft.com/office/drawing/2014/main" id="{4CAA47BC-88AE-D7F8-2FC1-1B6D51EEA8DB}"/>
              </a:ext>
            </a:extLst>
          </p:cNvPr>
          <p:cNvSpPr txBox="1">
            <a:spLocks/>
          </p:cNvSpPr>
          <p:nvPr/>
        </p:nvSpPr>
        <p:spPr>
          <a:xfrm>
            <a:off x="3336997" y="2635251"/>
            <a:ext cx="375093" cy="134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London</a:t>
            </a: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D078DF08-C282-9234-88A6-FA27906EB019}"/>
              </a:ext>
            </a:extLst>
          </p:cNvPr>
          <p:cNvSpPr txBox="1">
            <a:spLocks/>
          </p:cNvSpPr>
          <p:nvPr/>
        </p:nvSpPr>
        <p:spPr>
          <a:xfrm>
            <a:off x="1237567" y="2737824"/>
            <a:ext cx="473581" cy="92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Wausau</a:t>
            </a:r>
          </a:p>
        </p:txBody>
      </p:sp>
      <p:sp>
        <p:nvSpPr>
          <p:cNvPr id="833" name="TextBox 832">
            <a:extLst>
              <a:ext uri="{FF2B5EF4-FFF2-40B4-BE49-F238E27FC236}">
                <a16:creationId xmlns:a16="http://schemas.microsoft.com/office/drawing/2014/main" id="{D9658546-AACE-414B-575F-C0E07F562EC3}"/>
              </a:ext>
            </a:extLst>
          </p:cNvPr>
          <p:cNvSpPr txBox="1">
            <a:spLocks/>
          </p:cNvSpPr>
          <p:nvPr/>
        </p:nvSpPr>
        <p:spPr>
          <a:xfrm>
            <a:off x="3325616" y="2751031"/>
            <a:ext cx="375093" cy="134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Prague</a:t>
            </a:r>
          </a:p>
        </p:txBody>
      </p:sp>
      <p:sp>
        <p:nvSpPr>
          <p:cNvPr id="853" name="TextBox 852">
            <a:extLst>
              <a:ext uri="{FF2B5EF4-FFF2-40B4-BE49-F238E27FC236}">
                <a16:creationId xmlns:a16="http://schemas.microsoft.com/office/drawing/2014/main" id="{FD769320-BF65-42DF-4875-EB70E2A6D434}"/>
              </a:ext>
            </a:extLst>
          </p:cNvPr>
          <p:cNvSpPr txBox="1">
            <a:spLocks/>
          </p:cNvSpPr>
          <p:nvPr/>
        </p:nvSpPr>
        <p:spPr>
          <a:xfrm>
            <a:off x="4868889" y="3473109"/>
            <a:ext cx="510970" cy="92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Bengaluru</a:t>
            </a:r>
          </a:p>
        </p:txBody>
      </p:sp>
      <p:sp>
        <p:nvSpPr>
          <p:cNvPr id="858" name="TextBox 857">
            <a:extLst>
              <a:ext uri="{FF2B5EF4-FFF2-40B4-BE49-F238E27FC236}">
                <a16:creationId xmlns:a16="http://schemas.microsoft.com/office/drawing/2014/main" id="{98301160-410F-AD40-E736-130845CC61B8}"/>
              </a:ext>
            </a:extLst>
          </p:cNvPr>
          <p:cNvSpPr txBox="1">
            <a:spLocks/>
          </p:cNvSpPr>
          <p:nvPr/>
        </p:nvSpPr>
        <p:spPr>
          <a:xfrm>
            <a:off x="5213895" y="3578046"/>
            <a:ext cx="510970" cy="839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Singapore</a:t>
            </a:r>
          </a:p>
        </p:txBody>
      </p:sp>
      <p:sp>
        <p:nvSpPr>
          <p:cNvPr id="891" name="TextBox 890">
            <a:extLst>
              <a:ext uri="{FF2B5EF4-FFF2-40B4-BE49-F238E27FC236}">
                <a16:creationId xmlns:a16="http://schemas.microsoft.com/office/drawing/2014/main" id="{3478E387-6859-FB57-9135-31E736766896}"/>
              </a:ext>
            </a:extLst>
          </p:cNvPr>
          <p:cNvSpPr txBox="1">
            <a:spLocks/>
          </p:cNvSpPr>
          <p:nvPr/>
        </p:nvSpPr>
        <p:spPr>
          <a:xfrm>
            <a:off x="6066241" y="3115289"/>
            <a:ext cx="502124" cy="9254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Shanghai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AD4581F-01CD-64FA-337A-48999FC37198}"/>
              </a:ext>
            </a:extLst>
          </p:cNvPr>
          <p:cNvSpPr>
            <a:spLocks/>
          </p:cNvSpPr>
          <p:nvPr/>
        </p:nvSpPr>
        <p:spPr>
          <a:xfrm>
            <a:off x="2346226" y="2788370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E737FF9-79BB-378A-15DA-7AB0FC827D6F}"/>
              </a:ext>
            </a:extLst>
          </p:cNvPr>
          <p:cNvSpPr>
            <a:spLocks/>
          </p:cNvSpPr>
          <p:nvPr/>
        </p:nvSpPr>
        <p:spPr>
          <a:xfrm>
            <a:off x="3769155" y="2532164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42EA10A-7FD9-759B-BDAA-F5158986AFD8}"/>
              </a:ext>
            </a:extLst>
          </p:cNvPr>
          <p:cNvSpPr>
            <a:spLocks/>
          </p:cNvSpPr>
          <p:nvPr/>
        </p:nvSpPr>
        <p:spPr>
          <a:xfrm>
            <a:off x="3890711" y="2592186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B4D733B-C390-53A3-9166-FB9DEBB7EB22}"/>
              </a:ext>
            </a:extLst>
          </p:cNvPr>
          <p:cNvSpPr>
            <a:spLocks/>
          </p:cNvSpPr>
          <p:nvPr/>
        </p:nvSpPr>
        <p:spPr>
          <a:xfrm>
            <a:off x="4061875" y="2668896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B8AAB18-1EB5-6F1D-ECF7-B325D728A730}"/>
              </a:ext>
            </a:extLst>
          </p:cNvPr>
          <p:cNvSpPr>
            <a:spLocks/>
          </p:cNvSpPr>
          <p:nvPr/>
        </p:nvSpPr>
        <p:spPr>
          <a:xfrm>
            <a:off x="5255122" y="3405406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FFD9E07-A258-A64E-3663-58916518E6F3}"/>
              </a:ext>
            </a:extLst>
          </p:cNvPr>
          <p:cNvSpPr>
            <a:spLocks/>
          </p:cNvSpPr>
          <p:nvPr/>
        </p:nvSpPr>
        <p:spPr>
          <a:xfrm>
            <a:off x="5976299" y="3114456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5DC988F-76DA-5CF2-1A41-92476DEB8365}"/>
              </a:ext>
            </a:extLst>
          </p:cNvPr>
          <p:cNvSpPr>
            <a:spLocks/>
          </p:cNvSpPr>
          <p:nvPr/>
        </p:nvSpPr>
        <p:spPr>
          <a:xfrm>
            <a:off x="5703079" y="3555833"/>
            <a:ext cx="67290" cy="67290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6F800F-8E90-9CD0-DEB1-E2C736C8F95B}"/>
              </a:ext>
            </a:extLst>
          </p:cNvPr>
          <p:cNvSpPr txBox="1">
            <a:spLocks/>
          </p:cNvSpPr>
          <p:nvPr/>
        </p:nvSpPr>
        <p:spPr>
          <a:xfrm>
            <a:off x="1362471" y="2894848"/>
            <a:ext cx="383723" cy="92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Denver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E1AD30-AD96-2046-872D-02755CEAA9EC}"/>
              </a:ext>
            </a:extLst>
          </p:cNvPr>
          <p:cNvSpPr>
            <a:spLocks/>
          </p:cNvSpPr>
          <p:nvPr/>
        </p:nvSpPr>
        <p:spPr>
          <a:xfrm>
            <a:off x="2136972" y="2942284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898" name="TextBox 897">
            <a:extLst>
              <a:ext uri="{FF2B5EF4-FFF2-40B4-BE49-F238E27FC236}">
                <a16:creationId xmlns:a16="http://schemas.microsoft.com/office/drawing/2014/main" id="{0D7C7020-47B2-2136-FF00-2246A0F4B660}"/>
              </a:ext>
            </a:extLst>
          </p:cNvPr>
          <p:cNvSpPr txBox="1">
            <a:spLocks/>
          </p:cNvSpPr>
          <p:nvPr/>
        </p:nvSpPr>
        <p:spPr>
          <a:xfrm>
            <a:off x="1324099" y="3051872"/>
            <a:ext cx="502704" cy="1013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Houston</a:t>
            </a:r>
          </a:p>
        </p:txBody>
      </p:sp>
      <p:sp>
        <p:nvSpPr>
          <p:cNvPr id="899" name="Oval 898">
            <a:extLst>
              <a:ext uri="{FF2B5EF4-FFF2-40B4-BE49-F238E27FC236}">
                <a16:creationId xmlns:a16="http://schemas.microsoft.com/office/drawing/2014/main" id="{7B162B2E-416A-8997-89EF-4CF99E237A82}"/>
              </a:ext>
            </a:extLst>
          </p:cNvPr>
          <p:cNvSpPr>
            <a:spLocks/>
          </p:cNvSpPr>
          <p:nvPr/>
        </p:nvSpPr>
        <p:spPr>
          <a:xfrm>
            <a:off x="2195830" y="3084407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B9983C-4A88-7E09-99D6-89292743E468}"/>
              </a:ext>
            </a:extLst>
          </p:cNvPr>
          <p:cNvSpPr>
            <a:spLocks/>
          </p:cNvSpPr>
          <p:nvPr/>
        </p:nvSpPr>
        <p:spPr>
          <a:xfrm>
            <a:off x="4152014" y="2649395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376" name="TextBox 4375">
            <a:extLst>
              <a:ext uri="{FF2B5EF4-FFF2-40B4-BE49-F238E27FC236}">
                <a16:creationId xmlns:a16="http://schemas.microsoft.com/office/drawing/2014/main" id="{FFAEC53D-724D-AF71-C655-D79E68639F83}"/>
              </a:ext>
            </a:extLst>
          </p:cNvPr>
          <p:cNvSpPr txBox="1">
            <a:spLocks/>
          </p:cNvSpPr>
          <p:nvPr/>
        </p:nvSpPr>
        <p:spPr>
          <a:xfrm>
            <a:off x="1157556" y="2576735"/>
            <a:ext cx="473581" cy="92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Alberta</a:t>
            </a:r>
          </a:p>
        </p:txBody>
      </p:sp>
      <p:sp>
        <p:nvSpPr>
          <p:cNvPr id="4377" name="Oval 4376">
            <a:extLst>
              <a:ext uri="{FF2B5EF4-FFF2-40B4-BE49-F238E27FC236}">
                <a16:creationId xmlns:a16="http://schemas.microsoft.com/office/drawing/2014/main" id="{A1752E54-2818-6CC6-8F8B-00ADBC0A0CB9}"/>
              </a:ext>
            </a:extLst>
          </p:cNvPr>
          <p:cNvSpPr>
            <a:spLocks/>
          </p:cNvSpPr>
          <p:nvPr/>
        </p:nvSpPr>
        <p:spPr>
          <a:xfrm>
            <a:off x="1916636" y="2571701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378" name="Oval 4377">
            <a:extLst>
              <a:ext uri="{FF2B5EF4-FFF2-40B4-BE49-F238E27FC236}">
                <a16:creationId xmlns:a16="http://schemas.microsoft.com/office/drawing/2014/main" id="{5FD16387-C009-FA57-74AB-53DB81083541}"/>
              </a:ext>
            </a:extLst>
          </p:cNvPr>
          <p:cNvSpPr>
            <a:spLocks/>
          </p:cNvSpPr>
          <p:nvPr/>
        </p:nvSpPr>
        <p:spPr>
          <a:xfrm>
            <a:off x="2458376" y="2900521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379" name="TextBox 4378">
            <a:extLst>
              <a:ext uri="{FF2B5EF4-FFF2-40B4-BE49-F238E27FC236}">
                <a16:creationId xmlns:a16="http://schemas.microsoft.com/office/drawing/2014/main" id="{0D2ED79A-6D2E-8D41-806B-CF4B5023E86C}"/>
              </a:ext>
            </a:extLst>
          </p:cNvPr>
          <p:cNvSpPr txBox="1">
            <a:spLocks/>
          </p:cNvSpPr>
          <p:nvPr/>
        </p:nvSpPr>
        <p:spPr>
          <a:xfrm>
            <a:off x="4746501" y="3362298"/>
            <a:ext cx="473581" cy="92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11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Hyderabad</a:t>
            </a:r>
          </a:p>
        </p:txBody>
      </p:sp>
      <p:sp>
        <p:nvSpPr>
          <p:cNvPr id="4380" name="Oval 4379">
            <a:extLst>
              <a:ext uri="{FF2B5EF4-FFF2-40B4-BE49-F238E27FC236}">
                <a16:creationId xmlns:a16="http://schemas.microsoft.com/office/drawing/2014/main" id="{453F2C41-A090-0D25-8109-70898A172CA1}"/>
              </a:ext>
            </a:extLst>
          </p:cNvPr>
          <p:cNvSpPr>
            <a:spLocks/>
          </p:cNvSpPr>
          <p:nvPr/>
        </p:nvSpPr>
        <p:spPr>
          <a:xfrm>
            <a:off x="5255122" y="3319681"/>
            <a:ext cx="47103" cy="47103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2BB938-70E4-995D-943F-7A0A2F879439}"/>
              </a:ext>
            </a:extLst>
          </p:cNvPr>
          <p:cNvSpPr/>
          <p:nvPr/>
        </p:nvSpPr>
        <p:spPr>
          <a:xfrm>
            <a:off x="10359125" y="6375225"/>
            <a:ext cx="925033" cy="295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9879A-94BA-778B-8BAE-E2947E6C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50839"/>
            <a:ext cx="7077006" cy="620712"/>
          </a:xfrm>
        </p:spPr>
        <p:txBody>
          <a:bodyPr/>
          <a:lstStyle/>
          <a:p>
            <a:r>
              <a:rPr lang="en-US"/>
              <a:t>Your strategic partner across the globe</a:t>
            </a:r>
          </a:p>
        </p:txBody>
      </p:sp>
      <p:sp>
        <p:nvSpPr>
          <p:cNvPr id="907" name="Slide Number Placeholder 906">
            <a:extLst>
              <a:ext uri="{FF2B5EF4-FFF2-40B4-BE49-F238E27FC236}">
                <a16:creationId xmlns:a16="http://schemas.microsoft.com/office/drawing/2014/main" id="{7634488C-8D8C-AD43-DF30-F9ABC02E4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686D301-FE60-48F8-86C8-DAE79CCEFCF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5A82F-3C85-F1BA-55FB-EC0BD5B62343}"/>
              </a:ext>
            </a:extLst>
          </p:cNvPr>
          <p:cNvSpPr txBox="1"/>
          <p:nvPr/>
        </p:nvSpPr>
        <p:spPr>
          <a:xfrm>
            <a:off x="3045278" y="5439400"/>
            <a:ext cx="1828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85,500+</a:t>
            </a:r>
            <a:b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annual relocation experiences</a:t>
            </a:r>
            <a:r>
              <a:rPr kumimoji="0" lang="en-US" sz="1000" b="0" i="0" u="none" strike="noStrike" kern="0" cap="none" spc="0" normalizeH="0" baseline="3000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F933E5-04D4-9E58-B513-BB0E68E0FC21}"/>
              </a:ext>
            </a:extLst>
          </p:cNvPr>
          <p:cNvSpPr txBox="1"/>
          <p:nvPr/>
        </p:nvSpPr>
        <p:spPr>
          <a:xfrm>
            <a:off x="4930154" y="5439400"/>
            <a:ext cx="12518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220+</a:t>
            </a:r>
            <a:b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clients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23D6E6-0779-D201-DA49-4A6D54A6DB0C}"/>
              </a:ext>
            </a:extLst>
          </p:cNvPr>
          <p:cNvSpPr txBox="1"/>
          <p:nvPr/>
        </p:nvSpPr>
        <p:spPr>
          <a:xfrm>
            <a:off x="8461004" y="5439400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Transferee </a:t>
            </a:r>
            <a:b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Net Promotor Score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9C6EB-B044-7B81-B5F3-562677BBCCC4}"/>
              </a:ext>
            </a:extLst>
          </p:cNvPr>
          <p:cNvSpPr txBox="1"/>
          <p:nvPr/>
        </p:nvSpPr>
        <p:spPr>
          <a:xfrm>
            <a:off x="10242522" y="5439400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Client Mobility Team</a:t>
            </a:r>
            <a:b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Net Promotor Score</a:t>
            </a:r>
          </a:p>
        </p:txBody>
      </p:sp>
      <p:sp>
        <p:nvSpPr>
          <p:cNvPr id="894" name="Content Placeholder 18">
            <a:extLst>
              <a:ext uri="{FF2B5EF4-FFF2-40B4-BE49-F238E27FC236}">
                <a16:creationId xmlns:a16="http://schemas.microsoft.com/office/drawing/2014/main" id="{7010EA28-FAFE-4C76-2944-7701940E244D}"/>
              </a:ext>
            </a:extLst>
          </p:cNvPr>
          <p:cNvSpPr txBox="1">
            <a:spLocks/>
          </p:cNvSpPr>
          <p:nvPr/>
        </p:nvSpPr>
        <p:spPr>
          <a:xfrm>
            <a:off x="310981" y="1002834"/>
            <a:ext cx="8540919" cy="266943"/>
          </a:xfrm>
          <a:prstGeom prst="rect">
            <a:avLst/>
          </a:prstGeom>
        </p:spPr>
        <p:txBody>
          <a:bodyPr vert="horz" lIns="91440" tIns="0" rIns="91440" bIns="9144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1D71D9-43BB-E064-3179-CF51D9D0FA41}"/>
              </a:ext>
            </a:extLst>
          </p:cNvPr>
          <p:cNvSpPr txBox="1"/>
          <p:nvPr/>
        </p:nvSpPr>
        <p:spPr>
          <a:xfrm>
            <a:off x="6442270" y="5439400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#1</a:t>
            </a:r>
            <a:b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D&amp;B Ranked RMC for Financial Strength</a:t>
            </a:r>
          </a:p>
        </p:txBody>
      </p:sp>
      <p:pic>
        <p:nvPicPr>
          <p:cNvPr id="53" name="Picture 52" descr="A blue and black text&#10;&#10;AI-generated content may be incorrect.">
            <a:extLst>
              <a:ext uri="{FF2B5EF4-FFF2-40B4-BE49-F238E27FC236}">
                <a16:creationId xmlns:a16="http://schemas.microsoft.com/office/drawing/2014/main" id="{8E1D8963-E9B7-4C04-180C-8EAB044CD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4" y="5439400"/>
            <a:ext cx="2209070" cy="70004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EBF02A9-CD83-19AF-163C-00C1DBBCB111}"/>
              </a:ext>
            </a:extLst>
          </p:cNvPr>
          <p:cNvGrpSpPr/>
          <p:nvPr/>
        </p:nvGrpSpPr>
        <p:grpSpPr>
          <a:xfrm>
            <a:off x="8312843" y="406948"/>
            <a:ext cx="3428442" cy="4847392"/>
            <a:chOff x="8312843" y="406948"/>
            <a:chExt cx="3428442" cy="4847392"/>
          </a:xfrm>
        </p:grpSpPr>
        <p:sp>
          <p:nvSpPr>
            <p:cNvPr id="54" name="Rectangle: Diagonal Corners Rounded 53">
              <a:extLst>
                <a:ext uri="{FF2B5EF4-FFF2-40B4-BE49-F238E27FC236}">
                  <a16:creationId xmlns:a16="http://schemas.microsoft.com/office/drawing/2014/main" id="{D357DAE7-CF34-9FF9-B2A5-86756CD00D18}"/>
                </a:ext>
              </a:extLst>
            </p:cNvPr>
            <p:cNvSpPr/>
            <p:nvPr/>
          </p:nvSpPr>
          <p:spPr>
            <a:xfrm>
              <a:off x="8312843" y="406948"/>
              <a:ext cx="3428442" cy="4847392"/>
            </a:xfrm>
            <a:prstGeom prst="round2DiagRect">
              <a:avLst>
                <a:gd name="adj1" fmla="val 16667"/>
                <a:gd name="adj2" fmla="val 0"/>
              </a:avLst>
            </a:prstGeom>
            <a:gradFill>
              <a:gsLst>
                <a:gs pos="5505">
                  <a:schemeClr val="bg2">
                    <a:lumMod val="75000"/>
                  </a:schemeClr>
                </a:gs>
                <a:gs pos="48000">
                  <a:srgbClr val="132072"/>
                </a:gs>
                <a:gs pos="100000">
                  <a:schemeClr val="tx2"/>
                </a:gs>
              </a:gsLst>
              <a:lin ang="18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16EFC66-00EF-42C4-1896-77D2FCA86F97}"/>
                </a:ext>
              </a:extLst>
            </p:cNvPr>
            <p:cNvSpPr txBox="1"/>
            <p:nvPr/>
          </p:nvSpPr>
          <p:spPr>
            <a:xfrm>
              <a:off x="8804808" y="553655"/>
              <a:ext cx="2060158" cy="634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How Graebel differentiates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Rectangle 1">
              <a:extLst>
                <a:ext uri="{FF2B5EF4-FFF2-40B4-BE49-F238E27FC236}">
                  <a16:creationId xmlns:a16="http://schemas.microsoft.com/office/drawing/2014/main" id="{6142815A-473B-CBB9-DE06-CCD42D5CC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5709" y="1577838"/>
              <a:ext cx="2496519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MSP model</a:t>
              </a: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 with 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zero financial stake in the supply chain</a:t>
              </a:r>
              <a:endPara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People-first mobility 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supported by personalized service and technology tailored to client needs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Customizable technology </a:t>
              </a: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delivering real-time data, robust reporting, and seamless integration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Transparent, open-book pricing </a:t>
              </a: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for f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ull cost visibility and performance tracking ensure accountability and trust</a:t>
              </a:r>
              <a:endPara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50922595-535A-1AB0-6B2C-8345F3797C02}"/>
                </a:ext>
              </a:extLst>
            </p:cNvPr>
            <p:cNvCxnSpPr>
              <a:cxnSpLocks/>
            </p:cNvCxnSpPr>
            <p:nvPr/>
          </p:nvCxnSpPr>
          <p:spPr>
            <a:xfrm>
              <a:off x="8778095" y="1318749"/>
              <a:ext cx="2294561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346A5230-563A-4805-3405-FA29C0EEE4F3}"/>
                </a:ext>
              </a:extLst>
            </p:cNvPr>
            <p:cNvGrpSpPr/>
            <p:nvPr/>
          </p:nvGrpSpPr>
          <p:grpSpPr>
            <a:xfrm>
              <a:off x="8642690" y="1671431"/>
              <a:ext cx="282194" cy="290475"/>
              <a:chOff x="643253" y="2792841"/>
              <a:chExt cx="487889" cy="502206"/>
            </a:xfrm>
            <a:solidFill>
              <a:schemeClr val="tx2"/>
            </a:solidFill>
            <a:effectLst/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C339DBF6-F24B-AC5A-BF5B-A3D2F4EA40B6}"/>
                  </a:ext>
                </a:extLst>
              </p:cNvPr>
              <p:cNvSpPr/>
              <p:nvPr/>
            </p:nvSpPr>
            <p:spPr>
              <a:xfrm>
                <a:off x="643253" y="2828323"/>
                <a:ext cx="466724" cy="46672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57" name="Graphic 15">
                <a:extLst>
                  <a:ext uri="{FF2B5EF4-FFF2-40B4-BE49-F238E27FC236}">
                    <a16:creationId xmlns:a16="http://schemas.microsoft.com/office/drawing/2014/main" id="{0EE7B148-A4DC-315C-E047-40EC55735E1B}"/>
                  </a:ext>
                </a:extLst>
              </p:cNvPr>
              <p:cNvSpPr/>
              <p:nvPr/>
            </p:nvSpPr>
            <p:spPr>
              <a:xfrm>
                <a:off x="745985" y="2792841"/>
                <a:ext cx="385157" cy="346641"/>
              </a:xfrm>
              <a:custGeom>
                <a:avLst/>
                <a:gdLst>
                  <a:gd name="connsiteX0" fmla="*/ 0 w 198063"/>
                  <a:gd name="connsiteY0" fmla="*/ 118838 h 178257"/>
                  <a:gd name="connsiteX1" fmla="*/ 59419 w 198063"/>
                  <a:gd name="connsiteY1" fmla="*/ 178257 h 178257"/>
                  <a:gd name="connsiteX2" fmla="*/ 198063 w 198063"/>
                  <a:gd name="connsiteY2" fmla="*/ 0 h 17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8063" h="178257">
                    <a:moveTo>
                      <a:pt x="0" y="118838"/>
                    </a:moveTo>
                    <a:lnTo>
                      <a:pt x="59419" y="178257"/>
                    </a:lnTo>
                    <a:lnTo>
                      <a:pt x="198063" y="0"/>
                    </a:lnTo>
                  </a:path>
                </a:pathLst>
              </a:custGeom>
              <a:noFill/>
              <a:ln w="381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FCE2C6BF-DDED-73E5-CAC3-48589BEBF089}"/>
                </a:ext>
              </a:extLst>
            </p:cNvPr>
            <p:cNvGrpSpPr/>
            <p:nvPr/>
          </p:nvGrpSpPr>
          <p:grpSpPr>
            <a:xfrm>
              <a:off x="8642690" y="2254763"/>
              <a:ext cx="282194" cy="290475"/>
              <a:chOff x="643253" y="2792841"/>
              <a:chExt cx="487889" cy="502206"/>
            </a:xfrm>
            <a:solidFill>
              <a:schemeClr val="tx2"/>
            </a:solidFill>
            <a:effectLst/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FA04610A-A1E0-28B3-04CD-37482B34439C}"/>
                  </a:ext>
                </a:extLst>
              </p:cNvPr>
              <p:cNvSpPr/>
              <p:nvPr/>
            </p:nvSpPr>
            <p:spPr>
              <a:xfrm>
                <a:off x="643253" y="2828323"/>
                <a:ext cx="466724" cy="46672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65" name="Graphic 15">
                <a:extLst>
                  <a:ext uri="{FF2B5EF4-FFF2-40B4-BE49-F238E27FC236}">
                    <a16:creationId xmlns:a16="http://schemas.microsoft.com/office/drawing/2014/main" id="{A9830489-793E-30A8-A732-428282AEE824}"/>
                  </a:ext>
                </a:extLst>
              </p:cNvPr>
              <p:cNvSpPr/>
              <p:nvPr/>
            </p:nvSpPr>
            <p:spPr>
              <a:xfrm>
                <a:off x="745985" y="2792841"/>
                <a:ext cx="385157" cy="346641"/>
              </a:xfrm>
              <a:custGeom>
                <a:avLst/>
                <a:gdLst>
                  <a:gd name="connsiteX0" fmla="*/ 0 w 198063"/>
                  <a:gd name="connsiteY0" fmla="*/ 118838 h 178257"/>
                  <a:gd name="connsiteX1" fmla="*/ 59419 w 198063"/>
                  <a:gd name="connsiteY1" fmla="*/ 178257 h 178257"/>
                  <a:gd name="connsiteX2" fmla="*/ 198063 w 198063"/>
                  <a:gd name="connsiteY2" fmla="*/ 0 h 17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8063" h="178257">
                    <a:moveTo>
                      <a:pt x="0" y="118838"/>
                    </a:moveTo>
                    <a:lnTo>
                      <a:pt x="59419" y="178257"/>
                    </a:lnTo>
                    <a:lnTo>
                      <a:pt x="198063" y="0"/>
                    </a:lnTo>
                  </a:path>
                </a:pathLst>
              </a:custGeom>
              <a:noFill/>
              <a:ln w="381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ED0086AE-9DF1-B820-F6A5-81BD96174487}"/>
                </a:ext>
              </a:extLst>
            </p:cNvPr>
            <p:cNvGrpSpPr/>
            <p:nvPr/>
          </p:nvGrpSpPr>
          <p:grpSpPr>
            <a:xfrm>
              <a:off x="8642690" y="3172628"/>
              <a:ext cx="282194" cy="290475"/>
              <a:chOff x="643253" y="2792841"/>
              <a:chExt cx="487889" cy="502206"/>
            </a:xfrm>
            <a:solidFill>
              <a:schemeClr val="tx2"/>
            </a:solidFill>
            <a:effectLst/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6A472E3D-3750-FDF7-7D83-939F68179993}"/>
                  </a:ext>
                </a:extLst>
              </p:cNvPr>
              <p:cNvSpPr/>
              <p:nvPr/>
            </p:nvSpPr>
            <p:spPr>
              <a:xfrm>
                <a:off x="643253" y="2828323"/>
                <a:ext cx="466724" cy="46672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69" name="Graphic 15">
                <a:extLst>
                  <a:ext uri="{FF2B5EF4-FFF2-40B4-BE49-F238E27FC236}">
                    <a16:creationId xmlns:a16="http://schemas.microsoft.com/office/drawing/2014/main" id="{078D74B9-65C1-139C-0F01-7C2F133A97B7}"/>
                  </a:ext>
                </a:extLst>
              </p:cNvPr>
              <p:cNvSpPr/>
              <p:nvPr/>
            </p:nvSpPr>
            <p:spPr>
              <a:xfrm>
                <a:off x="745985" y="2792841"/>
                <a:ext cx="385157" cy="346641"/>
              </a:xfrm>
              <a:custGeom>
                <a:avLst/>
                <a:gdLst>
                  <a:gd name="connsiteX0" fmla="*/ 0 w 198063"/>
                  <a:gd name="connsiteY0" fmla="*/ 118838 h 178257"/>
                  <a:gd name="connsiteX1" fmla="*/ 59419 w 198063"/>
                  <a:gd name="connsiteY1" fmla="*/ 178257 h 178257"/>
                  <a:gd name="connsiteX2" fmla="*/ 198063 w 198063"/>
                  <a:gd name="connsiteY2" fmla="*/ 0 h 17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8063" h="178257">
                    <a:moveTo>
                      <a:pt x="0" y="118838"/>
                    </a:moveTo>
                    <a:lnTo>
                      <a:pt x="59419" y="178257"/>
                    </a:lnTo>
                    <a:lnTo>
                      <a:pt x="198063" y="0"/>
                    </a:lnTo>
                  </a:path>
                </a:pathLst>
              </a:custGeom>
              <a:noFill/>
              <a:ln w="381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09BF8B64-DE99-12E7-5ED9-701C3DC54BDC}"/>
                </a:ext>
              </a:extLst>
            </p:cNvPr>
            <p:cNvGrpSpPr/>
            <p:nvPr/>
          </p:nvGrpSpPr>
          <p:grpSpPr>
            <a:xfrm>
              <a:off x="8642690" y="4105338"/>
              <a:ext cx="282194" cy="290475"/>
              <a:chOff x="643253" y="2792841"/>
              <a:chExt cx="487889" cy="502206"/>
            </a:xfrm>
            <a:solidFill>
              <a:schemeClr val="tx2"/>
            </a:solidFill>
            <a:effectLst/>
          </p:grpSpPr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75864DEB-7F0A-5E8B-A9AA-B021232D74F9}"/>
                  </a:ext>
                </a:extLst>
              </p:cNvPr>
              <p:cNvSpPr/>
              <p:nvPr/>
            </p:nvSpPr>
            <p:spPr>
              <a:xfrm>
                <a:off x="643253" y="2828323"/>
                <a:ext cx="466724" cy="46672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72" name="Graphic 15">
                <a:extLst>
                  <a:ext uri="{FF2B5EF4-FFF2-40B4-BE49-F238E27FC236}">
                    <a16:creationId xmlns:a16="http://schemas.microsoft.com/office/drawing/2014/main" id="{03D3DE26-2671-C315-59C4-C9247EA0B8FC}"/>
                  </a:ext>
                </a:extLst>
              </p:cNvPr>
              <p:cNvSpPr/>
              <p:nvPr/>
            </p:nvSpPr>
            <p:spPr>
              <a:xfrm>
                <a:off x="745985" y="2792841"/>
                <a:ext cx="385157" cy="346641"/>
              </a:xfrm>
              <a:custGeom>
                <a:avLst/>
                <a:gdLst>
                  <a:gd name="connsiteX0" fmla="*/ 0 w 198063"/>
                  <a:gd name="connsiteY0" fmla="*/ 118838 h 178257"/>
                  <a:gd name="connsiteX1" fmla="*/ 59419 w 198063"/>
                  <a:gd name="connsiteY1" fmla="*/ 178257 h 178257"/>
                  <a:gd name="connsiteX2" fmla="*/ 198063 w 198063"/>
                  <a:gd name="connsiteY2" fmla="*/ 0 h 17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8063" h="178257">
                    <a:moveTo>
                      <a:pt x="0" y="118838"/>
                    </a:moveTo>
                    <a:lnTo>
                      <a:pt x="59419" y="178257"/>
                    </a:lnTo>
                    <a:lnTo>
                      <a:pt x="198063" y="0"/>
                    </a:lnTo>
                  </a:path>
                </a:pathLst>
              </a:custGeom>
              <a:noFill/>
              <a:ln w="381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1DD4094-16CA-F558-AFB3-234261F18481}"/>
              </a:ext>
            </a:extLst>
          </p:cNvPr>
          <p:cNvSpPr txBox="1"/>
          <p:nvPr/>
        </p:nvSpPr>
        <p:spPr>
          <a:xfrm>
            <a:off x="354465" y="4078688"/>
            <a:ext cx="214375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Global Coverage </a:t>
            </a:r>
            <a:b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195+ countries</a:t>
            </a:r>
          </a:p>
        </p:txBody>
      </p:sp>
    </p:spTree>
    <p:extLst>
      <p:ext uri="{BB962C8B-B14F-4D97-AF65-F5344CB8AC3E}">
        <p14:creationId xmlns:p14="http://schemas.microsoft.com/office/powerpoint/2010/main" val="275200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" fill="hold"/>
                                        <p:tgtEl>
                                          <p:spTgt spid="1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1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750" fill="hold"/>
                                        <p:tgtEl>
                                          <p:spTgt spid="18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10" fill="hold"/>
                                        <p:tgtEl>
                                          <p:spTgt spid="1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10" fill="hold"/>
                                        <p:tgtEl>
                                          <p:spTgt spid="5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750" fill="hold"/>
                                        <p:tgtEl>
                                          <p:spTgt spid="5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10" fill="hold"/>
                                        <p:tgtEl>
                                          <p:spTgt spid="5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750" fill="hold"/>
                                        <p:tgtEl>
                                          <p:spTgt spid="5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" dur="10" fill="hold"/>
                                        <p:tgtEl>
                                          <p:spTgt spid="5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750" fill="hold"/>
                                        <p:tgtEl>
                                          <p:spTgt spid="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10" fill="hold"/>
                                        <p:tgtEl>
                                          <p:spTgt spid="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17" grpId="0"/>
      <p:bldP spid="17" grpId="1"/>
      <p:bldP spid="17" grpId="2"/>
      <p:bldP spid="18" grpId="0"/>
      <p:bldP spid="18" grpId="1"/>
      <p:bldP spid="18" grpId="2"/>
      <p:bldP spid="19" grpId="0"/>
      <p:bldP spid="19" grpId="1"/>
      <p:bldP spid="19" grpId="2"/>
      <p:bldP spid="52" grpId="0"/>
      <p:bldP spid="52" grpId="1"/>
      <p:bldP spid="52" grpId="2"/>
      <p:bldP spid="6" grpId="0"/>
      <p:bldP spid="6" grpId="1"/>
      <p:bldP spid="6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E336-20DA-DD4E-E379-07DE05F4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9D9F0D94-F1CA-9F65-D7BC-5A2EAA7E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92" y="280071"/>
            <a:ext cx="11183935" cy="620712"/>
          </a:xfrm>
        </p:spPr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Global Mobility as a Service (</a:t>
            </a:r>
            <a:r>
              <a:rPr lang="en-US" err="1">
                <a:solidFill>
                  <a:schemeClr val="bg2"/>
                </a:solidFill>
              </a:rPr>
              <a:t>GMaaS</a:t>
            </a:r>
            <a:r>
              <a:rPr lang="en-US">
                <a:solidFill>
                  <a:schemeClr val="bg2"/>
                </a:solidFill>
              </a:rPr>
              <a:t>)</a:t>
            </a:r>
            <a:endParaRPr lang="en-US" sz="2400"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54F27347-5967-A501-39C7-8BD1FE294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A711BB5-CEE6-42C5-BCE8-1AD92792A7D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73AD0-91C7-492B-BDF8-EEDA1B951E41}"/>
              </a:ext>
            </a:extLst>
          </p:cNvPr>
          <p:cNvSpPr txBox="1"/>
          <p:nvPr/>
        </p:nvSpPr>
        <p:spPr>
          <a:xfrm>
            <a:off x="4989443" y="2725821"/>
            <a:ext cx="1552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Global Mobility as a Service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GMaaS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F9128B6-8F55-A1C7-4043-7419599B31E7}"/>
              </a:ext>
            </a:extLst>
          </p:cNvPr>
          <p:cNvSpPr/>
          <p:nvPr/>
        </p:nvSpPr>
        <p:spPr>
          <a:xfrm rot="8059555">
            <a:off x="5798991" y="1803762"/>
            <a:ext cx="1440000" cy="1440000"/>
          </a:xfrm>
          <a:custGeom>
            <a:avLst/>
            <a:gdLst>
              <a:gd name="connsiteX0" fmla="*/ 300006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7531 h 1800000"/>
              <a:gd name="connsiteX3" fmla="*/ 5273 w 1800000"/>
              <a:gd name="connsiteY3" fmla="*/ 1800000 h 1800000"/>
              <a:gd name="connsiteX4" fmla="*/ 0 w 1800000"/>
              <a:gd name="connsiteY4" fmla="*/ 1800000 h 1800000"/>
              <a:gd name="connsiteX5" fmla="*/ 0 w 1800000"/>
              <a:gd name="connsiteY5" fmla="*/ 300006 h 1800000"/>
              <a:gd name="connsiteX6" fmla="*/ 300006 w 1800000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0000" h="1800000">
                <a:moveTo>
                  <a:pt x="300006" y="0"/>
                </a:moveTo>
                <a:lnTo>
                  <a:pt x="1800000" y="0"/>
                </a:lnTo>
                <a:lnTo>
                  <a:pt x="1800000" y="17531"/>
                </a:lnTo>
                <a:lnTo>
                  <a:pt x="5273" y="1800000"/>
                </a:lnTo>
                <a:lnTo>
                  <a:pt x="0" y="1800000"/>
                </a:lnTo>
                <a:lnTo>
                  <a:pt x="0" y="300006"/>
                </a:lnTo>
                <a:cubicBezTo>
                  <a:pt x="0" y="134317"/>
                  <a:pt x="134317" y="0"/>
                  <a:pt x="300006" y="0"/>
                </a:cubicBezTo>
                <a:close/>
              </a:path>
            </a:pathLst>
          </a:custGeom>
          <a:gradFill>
            <a:gsLst>
              <a:gs pos="34000">
                <a:schemeClr val="bg2"/>
              </a:gs>
              <a:gs pos="100000">
                <a:schemeClr val="tx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41F7D7-36A5-BC8B-2185-DA919153728A}"/>
              </a:ext>
            </a:extLst>
          </p:cNvPr>
          <p:cNvSpPr/>
          <p:nvPr/>
        </p:nvSpPr>
        <p:spPr>
          <a:xfrm rot="10787086">
            <a:off x="5997263" y="2576670"/>
            <a:ext cx="1440000" cy="1440000"/>
          </a:xfrm>
          <a:custGeom>
            <a:avLst/>
            <a:gdLst>
              <a:gd name="connsiteX0" fmla="*/ 300006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7531 h 1800000"/>
              <a:gd name="connsiteX3" fmla="*/ 5273 w 1800000"/>
              <a:gd name="connsiteY3" fmla="*/ 1800000 h 1800000"/>
              <a:gd name="connsiteX4" fmla="*/ 0 w 1800000"/>
              <a:gd name="connsiteY4" fmla="*/ 1800000 h 1800000"/>
              <a:gd name="connsiteX5" fmla="*/ 0 w 1800000"/>
              <a:gd name="connsiteY5" fmla="*/ 300006 h 1800000"/>
              <a:gd name="connsiteX6" fmla="*/ 300006 w 1800000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0000" h="1800000">
                <a:moveTo>
                  <a:pt x="300006" y="0"/>
                </a:moveTo>
                <a:lnTo>
                  <a:pt x="1800000" y="0"/>
                </a:lnTo>
                <a:lnTo>
                  <a:pt x="1800000" y="17531"/>
                </a:lnTo>
                <a:lnTo>
                  <a:pt x="5273" y="1800000"/>
                </a:lnTo>
                <a:lnTo>
                  <a:pt x="0" y="1800000"/>
                </a:lnTo>
                <a:lnTo>
                  <a:pt x="0" y="300006"/>
                </a:lnTo>
                <a:cubicBezTo>
                  <a:pt x="0" y="134317"/>
                  <a:pt x="134317" y="0"/>
                  <a:pt x="300006" y="0"/>
                </a:cubicBezTo>
                <a:close/>
              </a:path>
            </a:pathLst>
          </a:custGeom>
          <a:gradFill>
            <a:gsLst>
              <a:gs pos="34000">
                <a:schemeClr val="bg2"/>
              </a:gs>
              <a:gs pos="100000">
                <a:schemeClr val="tx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8D3F9B7-D6D9-4E61-BFBE-A4B9FC8999F8}"/>
              </a:ext>
            </a:extLst>
          </p:cNvPr>
          <p:cNvSpPr/>
          <p:nvPr/>
        </p:nvSpPr>
        <p:spPr>
          <a:xfrm rot="13563731">
            <a:off x="5586685" y="3246152"/>
            <a:ext cx="1440000" cy="1440000"/>
          </a:xfrm>
          <a:custGeom>
            <a:avLst/>
            <a:gdLst>
              <a:gd name="connsiteX0" fmla="*/ 300006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7531 h 1800000"/>
              <a:gd name="connsiteX3" fmla="*/ 5273 w 1800000"/>
              <a:gd name="connsiteY3" fmla="*/ 1800000 h 1800000"/>
              <a:gd name="connsiteX4" fmla="*/ 0 w 1800000"/>
              <a:gd name="connsiteY4" fmla="*/ 1800000 h 1800000"/>
              <a:gd name="connsiteX5" fmla="*/ 0 w 1800000"/>
              <a:gd name="connsiteY5" fmla="*/ 300006 h 1800000"/>
              <a:gd name="connsiteX6" fmla="*/ 300006 w 1800000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0000" h="1800000">
                <a:moveTo>
                  <a:pt x="300006" y="0"/>
                </a:moveTo>
                <a:lnTo>
                  <a:pt x="1800000" y="0"/>
                </a:lnTo>
                <a:lnTo>
                  <a:pt x="1800000" y="17531"/>
                </a:lnTo>
                <a:lnTo>
                  <a:pt x="5273" y="1800000"/>
                </a:lnTo>
                <a:lnTo>
                  <a:pt x="0" y="1800000"/>
                </a:lnTo>
                <a:lnTo>
                  <a:pt x="0" y="300006"/>
                </a:lnTo>
                <a:cubicBezTo>
                  <a:pt x="0" y="134317"/>
                  <a:pt x="134317" y="0"/>
                  <a:pt x="300006" y="0"/>
                </a:cubicBezTo>
                <a:close/>
              </a:path>
            </a:pathLst>
          </a:custGeom>
          <a:gradFill>
            <a:gsLst>
              <a:gs pos="34000">
                <a:schemeClr val="bg2"/>
              </a:gs>
              <a:gs pos="100000">
                <a:schemeClr val="tx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58CF50D-9616-3BBD-C0B5-3946CF45FDC8}"/>
              </a:ext>
            </a:extLst>
          </p:cNvPr>
          <p:cNvSpPr/>
          <p:nvPr/>
        </p:nvSpPr>
        <p:spPr>
          <a:xfrm rot="16407690">
            <a:off x="4865677" y="3400036"/>
            <a:ext cx="1440000" cy="1440000"/>
          </a:xfrm>
          <a:custGeom>
            <a:avLst/>
            <a:gdLst>
              <a:gd name="connsiteX0" fmla="*/ 300006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7531 h 1800000"/>
              <a:gd name="connsiteX3" fmla="*/ 5273 w 1800000"/>
              <a:gd name="connsiteY3" fmla="*/ 1800000 h 1800000"/>
              <a:gd name="connsiteX4" fmla="*/ 0 w 1800000"/>
              <a:gd name="connsiteY4" fmla="*/ 1800000 h 1800000"/>
              <a:gd name="connsiteX5" fmla="*/ 0 w 1800000"/>
              <a:gd name="connsiteY5" fmla="*/ 300006 h 1800000"/>
              <a:gd name="connsiteX6" fmla="*/ 300006 w 1800000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0000" h="1800000">
                <a:moveTo>
                  <a:pt x="300006" y="0"/>
                </a:moveTo>
                <a:lnTo>
                  <a:pt x="1800000" y="0"/>
                </a:lnTo>
                <a:lnTo>
                  <a:pt x="1800000" y="17531"/>
                </a:lnTo>
                <a:lnTo>
                  <a:pt x="5273" y="1800000"/>
                </a:lnTo>
                <a:lnTo>
                  <a:pt x="0" y="1800000"/>
                </a:lnTo>
                <a:lnTo>
                  <a:pt x="0" y="300006"/>
                </a:lnTo>
                <a:cubicBezTo>
                  <a:pt x="0" y="134317"/>
                  <a:pt x="134317" y="0"/>
                  <a:pt x="300006" y="0"/>
                </a:cubicBezTo>
                <a:close/>
              </a:path>
            </a:pathLst>
          </a:custGeom>
          <a:gradFill>
            <a:gsLst>
              <a:gs pos="34000">
                <a:schemeClr val="bg2"/>
              </a:gs>
              <a:gs pos="100000">
                <a:schemeClr val="tx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ED57B62-4911-A5A1-236C-658FC50B7302}"/>
              </a:ext>
            </a:extLst>
          </p:cNvPr>
          <p:cNvSpPr/>
          <p:nvPr/>
        </p:nvSpPr>
        <p:spPr>
          <a:xfrm rot="19103549">
            <a:off x="4227660" y="2981254"/>
            <a:ext cx="1440000" cy="1440000"/>
          </a:xfrm>
          <a:custGeom>
            <a:avLst/>
            <a:gdLst>
              <a:gd name="connsiteX0" fmla="*/ 300006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7531 h 1800000"/>
              <a:gd name="connsiteX3" fmla="*/ 5273 w 1800000"/>
              <a:gd name="connsiteY3" fmla="*/ 1800000 h 1800000"/>
              <a:gd name="connsiteX4" fmla="*/ 0 w 1800000"/>
              <a:gd name="connsiteY4" fmla="*/ 1800000 h 1800000"/>
              <a:gd name="connsiteX5" fmla="*/ 0 w 1800000"/>
              <a:gd name="connsiteY5" fmla="*/ 300006 h 1800000"/>
              <a:gd name="connsiteX6" fmla="*/ 300006 w 1800000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0000" h="1800000">
                <a:moveTo>
                  <a:pt x="300006" y="0"/>
                </a:moveTo>
                <a:lnTo>
                  <a:pt x="1800000" y="0"/>
                </a:lnTo>
                <a:lnTo>
                  <a:pt x="1800000" y="17531"/>
                </a:lnTo>
                <a:lnTo>
                  <a:pt x="5273" y="1800000"/>
                </a:lnTo>
                <a:lnTo>
                  <a:pt x="0" y="1800000"/>
                </a:lnTo>
                <a:lnTo>
                  <a:pt x="0" y="300006"/>
                </a:lnTo>
                <a:cubicBezTo>
                  <a:pt x="0" y="134317"/>
                  <a:pt x="134317" y="0"/>
                  <a:pt x="300006" y="0"/>
                </a:cubicBezTo>
                <a:close/>
              </a:path>
            </a:pathLst>
          </a:custGeom>
          <a:gradFill>
            <a:gsLst>
              <a:gs pos="34000">
                <a:schemeClr val="bg2"/>
              </a:gs>
              <a:gs pos="100000">
                <a:schemeClr val="tx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B10075A-0AFD-1D10-37B0-CB02A8C83120}"/>
              </a:ext>
            </a:extLst>
          </p:cNvPr>
          <p:cNvSpPr/>
          <p:nvPr/>
        </p:nvSpPr>
        <p:spPr>
          <a:xfrm rot="21594853">
            <a:off x="4021255" y="2231071"/>
            <a:ext cx="1440000" cy="1440000"/>
          </a:xfrm>
          <a:custGeom>
            <a:avLst/>
            <a:gdLst>
              <a:gd name="connsiteX0" fmla="*/ 300006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7531 h 1800000"/>
              <a:gd name="connsiteX3" fmla="*/ 5273 w 1800000"/>
              <a:gd name="connsiteY3" fmla="*/ 1800000 h 1800000"/>
              <a:gd name="connsiteX4" fmla="*/ 0 w 1800000"/>
              <a:gd name="connsiteY4" fmla="*/ 1800000 h 1800000"/>
              <a:gd name="connsiteX5" fmla="*/ 0 w 1800000"/>
              <a:gd name="connsiteY5" fmla="*/ 300006 h 1800000"/>
              <a:gd name="connsiteX6" fmla="*/ 300006 w 1800000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0000" h="1800000">
                <a:moveTo>
                  <a:pt x="300006" y="0"/>
                </a:moveTo>
                <a:lnTo>
                  <a:pt x="1800000" y="0"/>
                </a:lnTo>
                <a:lnTo>
                  <a:pt x="1800000" y="17531"/>
                </a:lnTo>
                <a:lnTo>
                  <a:pt x="5273" y="1800000"/>
                </a:lnTo>
                <a:lnTo>
                  <a:pt x="0" y="1800000"/>
                </a:lnTo>
                <a:lnTo>
                  <a:pt x="0" y="300006"/>
                </a:lnTo>
                <a:cubicBezTo>
                  <a:pt x="0" y="134317"/>
                  <a:pt x="134317" y="0"/>
                  <a:pt x="300006" y="0"/>
                </a:cubicBezTo>
                <a:close/>
              </a:path>
            </a:pathLst>
          </a:custGeom>
          <a:gradFill>
            <a:gsLst>
              <a:gs pos="34000">
                <a:schemeClr val="bg2"/>
              </a:gs>
              <a:gs pos="100000">
                <a:schemeClr val="tx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F6B0D2-34D8-6D43-F690-151FA1416ECF}"/>
              </a:ext>
            </a:extLst>
          </p:cNvPr>
          <p:cNvSpPr txBox="1"/>
          <p:nvPr/>
        </p:nvSpPr>
        <p:spPr>
          <a:xfrm>
            <a:off x="1069845" y="1843657"/>
            <a:ext cx="2748563" cy="8463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Continuous improvement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AI, automation, and digital self-service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Innovation labs and co-creation sessions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80DEF0-C5E6-EC93-40D7-044D0D9E48DD}"/>
              </a:ext>
            </a:extLst>
          </p:cNvPr>
          <p:cNvSpPr txBox="1"/>
          <p:nvPr/>
        </p:nvSpPr>
        <p:spPr>
          <a:xfrm>
            <a:off x="1002237" y="3287613"/>
            <a:ext cx="2934345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Alignment with workforce and talent objectives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Policy optimization and program design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Data analytics to link mobility with business impact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2AC8B-6DDF-E68B-6604-94B9CC195996}"/>
              </a:ext>
            </a:extLst>
          </p:cNvPr>
          <p:cNvSpPr txBox="1"/>
          <p:nvPr/>
        </p:nvSpPr>
        <p:spPr>
          <a:xfrm>
            <a:off x="1002238" y="4717254"/>
            <a:ext cx="2928972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Curated, best-in-class, cross-category global partner network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Transparent performance tracking and supplier accountability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Scalable and zero conflict of interest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3F1D18-6B6A-CCAE-0FCA-E1E93F08F3FB}"/>
              </a:ext>
            </a:extLst>
          </p:cNvPr>
          <p:cNvGrpSpPr/>
          <p:nvPr/>
        </p:nvGrpSpPr>
        <p:grpSpPr>
          <a:xfrm>
            <a:off x="1959152" y="3093825"/>
            <a:ext cx="2140413" cy="182880"/>
            <a:chOff x="-6723634" y="1974271"/>
            <a:chExt cx="12227720" cy="253405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1A7ED78-38FD-33D2-0D4C-D3BB58C09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723634" y="2097863"/>
              <a:ext cx="11722636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47A0018-1932-43FA-D7BE-36C5BC3D4A4F}"/>
                </a:ext>
              </a:extLst>
            </p:cNvPr>
            <p:cNvSpPr/>
            <p:nvPr/>
          </p:nvSpPr>
          <p:spPr>
            <a:xfrm>
              <a:off x="4459331" y="1974271"/>
              <a:ext cx="1044755" cy="253405"/>
            </a:xfrm>
            <a:prstGeom prst="ellipse">
              <a:avLst/>
            </a:prstGeom>
            <a:solidFill>
              <a:schemeClr val="bg2"/>
            </a:solidFill>
            <a:ln w="34925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500974-EF07-5840-8B78-6E2ADC3F300D}"/>
              </a:ext>
            </a:extLst>
          </p:cNvPr>
          <p:cNvGrpSpPr/>
          <p:nvPr/>
        </p:nvGrpSpPr>
        <p:grpSpPr>
          <a:xfrm>
            <a:off x="2621050" y="4397254"/>
            <a:ext cx="2066366" cy="182880"/>
            <a:chOff x="2921066" y="5038704"/>
            <a:chExt cx="2066366" cy="182880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B9DED0-DED3-EBC7-5A98-A6A4762B79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066" y="5128156"/>
              <a:ext cx="190800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AC90834-1761-FE7F-FBF7-A5CC20172EA2}"/>
                </a:ext>
              </a:extLst>
            </p:cNvPr>
            <p:cNvSpPr/>
            <p:nvPr/>
          </p:nvSpPr>
          <p:spPr>
            <a:xfrm>
              <a:off x="4804552" y="5038704"/>
              <a:ext cx="182880" cy="182880"/>
            </a:xfrm>
            <a:prstGeom prst="ellipse">
              <a:avLst/>
            </a:prstGeom>
            <a:solidFill>
              <a:schemeClr val="bg2"/>
            </a:solidFill>
            <a:ln w="34925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DABB5C3-3227-8630-BC65-DF86C8EC6D4F}"/>
              </a:ext>
            </a:extLst>
          </p:cNvPr>
          <p:cNvSpPr txBox="1"/>
          <p:nvPr/>
        </p:nvSpPr>
        <p:spPr>
          <a:xfrm>
            <a:off x="1002238" y="2974566"/>
            <a:ext cx="1017481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Strategy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322712-78BC-34A0-0D44-E84FBBB3F5A9}"/>
              </a:ext>
            </a:extLst>
          </p:cNvPr>
          <p:cNvSpPr txBox="1"/>
          <p:nvPr/>
        </p:nvSpPr>
        <p:spPr>
          <a:xfrm>
            <a:off x="1069846" y="1544604"/>
            <a:ext cx="129282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Innovation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F31E86-F3E5-5238-7067-125604173B95}"/>
              </a:ext>
            </a:extLst>
          </p:cNvPr>
          <p:cNvSpPr txBox="1"/>
          <p:nvPr/>
        </p:nvSpPr>
        <p:spPr>
          <a:xfrm>
            <a:off x="1094914" y="4349496"/>
            <a:ext cx="1526996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Supply Chain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5CA5B-EC4B-14C0-3C85-CC95B5DDB0F1}"/>
              </a:ext>
            </a:extLst>
          </p:cNvPr>
          <p:cNvSpPr txBox="1"/>
          <p:nvPr/>
        </p:nvSpPr>
        <p:spPr>
          <a:xfrm>
            <a:off x="4945166" y="5138140"/>
            <a:ext cx="1430405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Technology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A26C47-EF07-CF0C-3BBD-BF1A62EA82A7}"/>
              </a:ext>
            </a:extLst>
          </p:cNvPr>
          <p:cNvSpPr txBox="1"/>
          <p:nvPr/>
        </p:nvSpPr>
        <p:spPr>
          <a:xfrm>
            <a:off x="5092058" y="5461891"/>
            <a:ext cx="2757892" cy="11849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globalCONNECT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 platform for case tracking, analytics, &amp; employee experience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API integration &amp; systems interfaces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Real-time dashboards for data-driven decisions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4A7A3E-A3D0-8ACB-0320-352D4AAE2E76}"/>
              </a:ext>
            </a:extLst>
          </p:cNvPr>
          <p:cNvGrpSpPr/>
          <p:nvPr/>
        </p:nvGrpSpPr>
        <p:grpSpPr>
          <a:xfrm rot="5400000">
            <a:off x="5371653" y="4856295"/>
            <a:ext cx="444806" cy="182880"/>
            <a:chOff x="6403987" y="5371708"/>
            <a:chExt cx="438410" cy="182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CD6A108-57C9-66EC-FC56-98D55FE807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7574" y="5463005"/>
              <a:ext cx="354823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D03B0F4-EFA8-322A-368F-5A1DA8A7F1E4}"/>
                </a:ext>
              </a:extLst>
            </p:cNvPr>
            <p:cNvSpPr/>
            <p:nvPr/>
          </p:nvSpPr>
          <p:spPr>
            <a:xfrm rot="16200000">
              <a:off x="6403987" y="5371708"/>
              <a:ext cx="182880" cy="182880"/>
            </a:xfrm>
            <a:prstGeom prst="ellipse">
              <a:avLst/>
            </a:prstGeom>
            <a:solidFill>
              <a:schemeClr val="bg2"/>
            </a:solidFill>
            <a:ln w="34925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24E73D6-2BCB-8EE4-949E-2F4D0BC71D26}"/>
              </a:ext>
            </a:extLst>
          </p:cNvPr>
          <p:cNvSpPr txBox="1"/>
          <p:nvPr/>
        </p:nvSpPr>
        <p:spPr>
          <a:xfrm>
            <a:off x="8613427" y="3311586"/>
            <a:ext cx="2940454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Montserrat Bold" charset="0"/>
                <a:cs typeface="Arial"/>
                <a:sym typeface="Arial"/>
              </a:rPr>
              <a:t>Operating models &amp; location strategies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  <a:sym typeface="Arial"/>
              </a:rPr>
              <a:t>Integrated case management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Montserrat Bold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  <a:sym typeface="Arial"/>
              </a:rPr>
              <a:t>SLAs and robust governance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Montserrat Bold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CE5EB1-9A7D-28AE-EBBB-028C2B2239B2}"/>
              </a:ext>
            </a:extLst>
          </p:cNvPr>
          <p:cNvSpPr txBox="1"/>
          <p:nvPr/>
        </p:nvSpPr>
        <p:spPr>
          <a:xfrm>
            <a:off x="8572238" y="1795718"/>
            <a:ext cx="3204376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Integrated risk controls across the ecosystem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Proactive monitoring of global 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compliance obligations and changes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Policy governance aligned with 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lt"/>
                <a:cs typeface="Arial"/>
                <a:sym typeface="Arial"/>
              </a:rPr>
              <a:t>internal audit and legal frameworks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CC2972-773C-CBCB-32CE-4BB01E3FAD1D}"/>
              </a:ext>
            </a:extLst>
          </p:cNvPr>
          <p:cNvGrpSpPr/>
          <p:nvPr/>
        </p:nvGrpSpPr>
        <p:grpSpPr>
          <a:xfrm>
            <a:off x="7357191" y="3086386"/>
            <a:ext cx="1440000" cy="182880"/>
            <a:chOff x="6391320" y="2097170"/>
            <a:chExt cx="1440000" cy="1828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C664D2-C9CB-4DF5-2233-45D2535323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20" y="2188610"/>
              <a:ext cx="1440000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A5D3F48-F016-7A01-45D1-09CF2C8EDE78}"/>
                </a:ext>
              </a:extLst>
            </p:cNvPr>
            <p:cNvSpPr/>
            <p:nvPr/>
          </p:nvSpPr>
          <p:spPr>
            <a:xfrm flipH="1">
              <a:off x="6403987" y="2097170"/>
              <a:ext cx="182880" cy="182880"/>
            </a:xfrm>
            <a:prstGeom prst="ellipse">
              <a:avLst/>
            </a:prstGeom>
            <a:solidFill>
              <a:schemeClr val="bg2"/>
            </a:solidFill>
            <a:ln w="34925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92E59D-37DA-8453-03A5-31D8E52E01A8}"/>
              </a:ext>
            </a:extLst>
          </p:cNvPr>
          <p:cNvGrpSpPr/>
          <p:nvPr/>
        </p:nvGrpSpPr>
        <p:grpSpPr>
          <a:xfrm>
            <a:off x="6741045" y="4371375"/>
            <a:ext cx="1844490" cy="182880"/>
            <a:chOff x="7574472" y="3339857"/>
            <a:chExt cx="1844490" cy="182880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22ACF81-9353-26B7-7DD0-80E6189890A3}"/>
                </a:ext>
              </a:extLst>
            </p:cNvPr>
            <p:cNvCxnSpPr>
              <a:cxnSpLocks/>
            </p:cNvCxnSpPr>
            <p:nvPr/>
          </p:nvCxnSpPr>
          <p:spPr>
            <a:xfrm>
              <a:off x="7654962" y="3429309"/>
              <a:ext cx="1764000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44662CB-58C3-EF9C-3867-6350ECAEA46F}"/>
                </a:ext>
              </a:extLst>
            </p:cNvPr>
            <p:cNvSpPr/>
            <p:nvPr/>
          </p:nvSpPr>
          <p:spPr>
            <a:xfrm flipH="1">
              <a:off x="7574472" y="3339857"/>
              <a:ext cx="182880" cy="182880"/>
            </a:xfrm>
            <a:prstGeom prst="ellipse">
              <a:avLst/>
            </a:prstGeom>
            <a:solidFill>
              <a:schemeClr val="bg2"/>
            </a:solidFill>
            <a:ln w="34925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9B7EA84-4FE0-0BDA-AE98-AA0E50F84E79}"/>
              </a:ext>
            </a:extLst>
          </p:cNvPr>
          <p:cNvSpPr txBox="1"/>
          <p:nvPr/>
        </p:nvSpPr>
        <p:spPr>
          <a:xfrm>
            <a:off x="8613427" y="4526041"/>
            <a:ext cx="3163187" cy="12234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  <a:sym typeface="Arial"/>
              </a:rPr>
              <a:t>From cost estimates to balance sheets, expense management to supplier payments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  <a:sym typeface="Arial"/>
              </a:rPr>
              <a:t>Flexible funding &amp; billing solutions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  <a:sym typeface="Arial"/>
              </a:rPr>
              <a:t>Client data table integration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  <a:sym typeface="Arial"/>
              </a:rPr>
              <a:t>Predictive modeling and accruals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  <a:sym typeface="Arial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  <a:sym typeface="Arial"/>
              </a:rPr>
              <a:t>to manage spend and forecast future expenditure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7F64E-9786-B3BC-07E9-27DEDE5581CE}"/>
              </a:ext>
            </a:extLst>
          </p:cNvPr>
          <p:cNvSpPr txBox="1"/>
          <p:nvPr/>
        </p:nvSpPr>
        <p:spPr>
          <a:xfrm>
            <a:off x="8572238" y="1485118"/>
            <a:ext cx="1387521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Montserrat Bold" charset="0"/>
                <a:cs typeface="Arial"/>
                <a:sym typeface="Arial"/>
              </a:rPr>
              <a:t>Compliance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B0E642-66AC-A6E0-22E0-F26CC22804A0}"/>
              </a:ext>
            </a:extLst>
          </p:cNvPr>
          <p:cNvSpPr txBox="1"/>
          <p:nvPr/>
        </p:nvSpPr>
        <p:spPr>
          <a:xfrm>
            <a:off x="8613427" y="3018514"/>
            <a:ext cx="1274614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Montserrat Bold" charset="0"/>
                <a:cs typeface="Arial"/>
                <a:sym typeface="Arial"/>
              </a:rPr>
              <a:t>Operations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03F5A7-4145-3D23-A0B2-C87D29361513}"/>
              </a:ext>
            </a:extLst>
          </p:cNvPr>
          <p:cNvSpPr txBox="1"/>
          <p:nvPr/>
        </p:nvSpPr>
        <p:spPr>
          <a:xfrm>
            <a:off x="8613427" y="4227119"/>
            <a:ext cx="1815206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Mobility Finance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 panose="020B0604020202020204"/>
              <a:ea typeface="+mn-ea"/>
              <a:cs typeface="Arial"/>
              <a:sym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601737-D279-70FA-B9A1-5536F110F692}"/>
              </a:ext>
            </a:extLst>
          </p:cNvPr>
          <p:cNvGrpSpPr/>
          <p:nvPr/>
        </p:nvGrpSpPr>
        <p:grpSpPr>
          <a:xfrm>
            <a:off x="6558989" y="1541164"/>
            <a:ext cx="1866006" cy="172583"/>
            <a:chOff x="7416878" y="4530289"/>
            <a:chExt cx="1763034" cy="182880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BB15E01-6CA6-09C3-E90C-BE2C7FCC7517}"/>
                </a:ext>
              </a:extLst>
            </p:cNvPr>
            <p:cNvCxnSpPr>
              <a:cxnSpLocks/>
            </p:cNvCxnSpPr>
            <p:nvPr/>
          </p:nvCxnSpPr>
          <p:spPr>
            <a:xfrm>
              <a:off x="7595912" y="4605963"/>
              <a:ext cx="1584000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3CA46F8-D14D-4786-0AE7-2FCECAC719A1}"/>
                </a:ext>
              </a:extLst>
            </p:cNvPr>
            <p:cNvSpPr/>
            <p:nvPr/>
          </p:nvSpPr>
          <p:spPr>
            <a:xfrm flipH="1">
              <a:off x="7416878" y="4530289"/>
              <a:ext cx="182880" cy="182880"/>
            </a:xfrm>
            <a:prstGeom prst="ellipse">
              <a:avLst/>
            </a:prstGeom>
            <a:solidFill>
              <a:schemeClr val="bg2"/>
            </a:solidFill>
            <a:ln w="34925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A0DAE9E-1B40-1F7E-E713-0105BFBFB5CA}"/>
              </a:ext>
            </a:extLst>
          </p:cNvPr>
          <p:cNvSpPr/>
          <p:nvPr/>
        </p:nvSpPr>
        <p:spPr>
          <a:xfrm rot="2494270">
            <a:off x="4338486" y="1578838"/>
            <a:ext cx="1440000" cy="1440000"/>
          </a:xfrm>
          <a:custGeom>
            <a:avLst/>
            <a:gdLst>
              <a:gd name="connsiteX0" fmla="*/ 300006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7531 h 1800000"/>
              <a:gd name="connsiteX3" fmla="*/ 5273 w 1800000"/>
              <a:gd name="connsiteY3" fmla="*/ 1800000 h 1800000"/>
              <a:gd name="connsiteX4" fmla="*/ 0 w 1800000"/>
              <a:gd name="connsiteY4" fmla="*/ 1800000 h 1800000"/>
              <a:gd name="connsiteX5" fmla="*/ 0 w 1800000"/>
              <a:gd name="connsiteY5" fmla="*/ 300006 h 1800000"/>
              <a:gd name="connsiteX6" fmla="*/ 300006 w 1800000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0000" h="1800000">
                <a:moveTo>
                  <a:pt x="300006" y="0"/>
                </a:moveTo>
                <a:lnTo>
                  <a:pt x="1800000" y="0"/>
                </a:lnTo>
                <a:lnTo>
                  <a:pt x="1800000" y="17531"/>
                </a:lnTo>
                <a:lnTo>
                  <a:pt x="5273" y="1800000"/>
                </a:lnTo>
                <a:lnTo>
                  <a:pt x="0" y="1800000"/>
                </a:lnTo>
                <a:lnTo>
                  <a:pt x="0" y="300006"/>
                </a:lnTo>
                <a:cubicBezTo>
                  <a:pt x="0" y="134317"/>
                  <a:pt x="134317" y="0"/>
                  <a:pt x="300006" y="0"/>
                </a:cubicBezTo>
                <a:close/>
              </a:path>
            </a:pathLst>
          </a:custGeom>
          <a:gradFill>
            <a:gsLst>
              <a:gs pos="34000">
                <a:schemeClr val="bg2"/>
              </a:gs>
              <a:gs pos="100000">
                <a:schemeClr val="tx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D84C4FC-9830-38E6-7B83-95D34B8A365A}"/>
              </a:ext>
            </a:extLst>
          </p:cNvPr>
          <p:cNvSpPr/>
          <p:nvPr/>
        </p:nvSpPr>
        <p:spPr>
          <a:xfrm rot="5400000">
            <a:off x="5093395" y="1383010"/>
            <a:ext cx="1440000" cy="1440000"/>
          </a:xfrm>
          <a:custGeom>
            <a:avLst/>
            <a:gdLst>
              <a:gd name="connsiteX0" fmla="*/ 300006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7531 h 1800000"/>
              <a:gd name="connsiteX3" fmla="*/ 5273 w 1800000"/>
              <a:gd name="connsiteY3" fmla="*/ 1800000 h 1800000"/>
              <a:gd name="connsiteX4" fmla="*/ 0 w 1800000"/>
              <a:gd name="connsiteY4" fmla="*/ 1800000 h 1800000"/>
              <a:gd name="connsiteX5" fmla="*/ 0 w 1800000"/>
              <a:gd name="connsiteY5" fmla="*/ 300006 h 1800000"/>
              <a:gd name="connsiteX6" fmla="*/ 300006 w 1800000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0000" h="1800000">
                <a:moveTo>
                  <a:pt x="300006" y="0"/>
                </a:moveTo>
                <a:lnTo>
                  <a:pt x="1800000" y="0"/>
                </a:lnTo>
                <a:lnTo>
                  <a:pt x="1800000" y="17531"/>
                </a:lnTo>
                <a:lnTo>
                  <a:pt x="5273" y="1800000"/>
                </a:lnTo>
                <a:lnTo>
                  <a:pt x="0" y="1800000"/>
                </a:lnTo>
                <a:lnTo>
                  <a:pt x="0" y="300006"/>
                </a:lnTo>
                <a:cubicBezTo>
                  <a:pt x="0" y="134317"/>
                  <a:pt x="134317" y="0"/>
                  <a:pt x="300006" y="0"/>
                </a:cubicBezTo>
                <a:close/>
              </a:path>
            </a:pathLst>
          </a:custGeom>
          <a:gradFill>
            <a:gsLst>
              <a:gs pos="34000">
                <a:schemeClr val="bg2"/>
              </a:gs>
              <a:gs pos="100000">
                <a:schemeClr val="tx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43EF6D-05E1-644C-4AE8-ABDEF286C87A}"/>
              </a:ext>
            </a:extLst>
          </p:cNvPr>
          <p:cNvGrpSpPr/>
          <p:nvPr/>
        </p:nvGrpSpPr>
        <p:grpSpPr>
          <a:xfrm>
            <a:off x="2318778" y="1625888"/>
            <a:ext cx="2360704" cy="182880"/>
            <a:chOff x="2457626" y="2623302"/>
            <a:chExt cx="2360704" cy="18288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B7C5FD4-4995-815A-71E9-E1905C852B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7626" y="2712754"/>
              <a:ext cx="226800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42D5AC0-4E35-B4D2-0DA2-097065E88324}"/>
                </a:ext>
              </a:extLst>
            </p:cNvPr>
            <p:cNvSpPr/>
            <p:nvPr/>
          </p:nvSpPr>
          <p:spPr>
            <a:xfrm>
              <a:off x="4635450" y="2623302"/>
              <a:ext cx="182880" cy="182880"/>
            </a:xfrm>
            <a:prstGeom prst="ellipse">
              <a:avLst/>
            </a:prstGeom>
            <a:solidFill>
              <a:schemeClr val="bg2"/>
            </a:solidFill>
            <a:ln w="34925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56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25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75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0.03472 L -4.79167E-6 -4.07407E-6 " pathEditMode="relative" rAng="0" ptsTypes="AA">
                                      <p:cBhvr>
                                        <p:cTn id="1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 animBg="1"/>
      <p:bldP spid="16" grpId="0" animBg="1"/>
      <p:bldP spid="17" grpId="0" animBg="1"/>
      <p:bldP spid="28" grpId="0" animBg="1"/>
      <p:bldP spid="32" grpId="0" animBg="1"/>
      <p:bldP spid="36" grpId="0" animBg="1"/>
      <p:bldP spid="22" grpId="0"/>
      <p:bldP spid="23" grpId="0"/>
      <p:bldP spid="25" grpId="0"/>
      <p:bldP spid="12" grpId="0" animBg="1"/>
      <p:bldP spid="30" grpId="0" animBg="1"/>
      <p:bldP spid="33" grpId="0" animBg="1"/>
      <p:bldP spid="10" grpId="0" animBg="1"/>
      <p:bldP spid="29" grpId="0"/>
      <p:bldP spid="24" grpId="0"/>
      <p:bldP spid="27" grpId="0"/>
      <p:bldP spid="43" grpId="0"/>
      <p:bldP spid="3" grpId="0" animBg="1"/>
      <p:bldP spid="15" grpId="0" animBg="1"/>
      <p:bldP spid="35" grpId="0" animBg="1"/>
      <p:bldP spid="34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477FF-B7C1-0FA5-0906-FC259E9D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26BD15-3769-756F-5C24-5D1BC02ED3D3}"/>
              </a:ext>
            </a:extLst>
          </p:cNvPr>
          <p:cNvSpPr/>
          <p:nvPr/>
        </p:nvSpPr>
        <p:spPr>
          <a:xfrm>
            <a:off x="1886748" y="5255717"/>
            <a:ext cx="8785669" cy="632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BD7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  <a:sym typeface="Arial"/>
              </a:rPr>
              <a:t>Enable the entire organization to harness potential; AI tools extend beyond just IT staff.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BD71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3E4B20-DAF6-B3DE-2480-36744350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Graebel’s AI Ambition: </a:t>
            </a:r>
            <a:r>
              <a:rPr lang="en-US" b="1"/>
              <a:t>Be Bold</a:t>
            </a:r>
          </a:p>
        </p:txBody>
      </p:sp>
      <p:pic>
        <p:nvPicPr>
          <p:cNvPr id="10" name="Graphic 9" descr="Cursor outline">
            <a:extLst>
              <a:ext uri="{FF2B5EF4-FFF2-40B4-BE49-F238E27FC236}">
                <a16:creationId xmlns:a16="http://schemas.microsoft.com/office/drawing/2014/main" id="{5D5AB8EC-31F2-557D-9F4A-25A9152ECD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9716" y="681665"/>
            <a:ext cx="579771" cy="5797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4663CD-BA43-B700-261C-0EC84D3A45F5}"/>
              </a:ext>
            </a:extLst>
          </p:cNvPr>
          <p:cNvSpPr txBox="1"/>
          <p:nvPr/>
        </p:nvSpPr>
        <p:spPr>
          <a:xfrm>
            <a:off x="805542" y="1368997"/>
            <a:ext cx="3396343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Enrich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Employee Experiences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47C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Automate repetitive tasks with Copilot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47C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Simplify workflows and case management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47C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Personalize learning and provide real-time insights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735664-B452-4770-861C-E31DB2C77C6C}"/>
              </a:ext>
            </a:extLst>
          </p:cNvPr>
          <p:cNvSpPr txBox="1"/>
          <p:nvPr/>
        </p:nvSpPr>
        <p:spPr>
          <a:xfrm>
            <a:off x="805542" y="3442348"/>
            <a:ext cx="330151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Reshape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Business Processes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Automate manual tasks and eliminate backlogs.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Boost accuracy and efficiency; focus teams on insights and innovation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A517F6-FA5C-7103-0975-608A6BD3CD3C}"/>
              </a:ext>
            </a:extLst>
          </p:cNvPr>
          <p:cNvSpPr txBox="1"/>
          <p:nvPr/>
        </p:nvSpPr>
        <p:spPr>
          <a:xfrm>
            <a:off x="7579799" y="1368997"/>
            <a:ext cx="340324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B0C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Reinvent Customer Engagement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7B0C9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AI agents offer 24/7 support and predictive assistance.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7B0C9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Hyper-personalized, multilingual updates for global customers.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B6C04C-C45C-6F39-B708-89653C07C293}"/>
              </a:ext>
            </a:extLst>
          </p:cNvPr>
          <p:cNvSpPr txBox="1"/>
          <p:nvPr/>
        </p:nvSpPr>
        <p:spPr>
          <a:xfrm>
            <a:off x="7579799" y="3442348"/>
            <a:ext cx="379179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BD71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  <a:sym typeface="Arial"/>
              </a:rPr>
              <a:t>Bend the Curve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BD7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 Innovation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BD71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Shift to creative problem-solving and strategy.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BD71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Accelerate innovation with Copilot Studio and data-driven improvements.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17EC02-C73C-2AA6-5C8C-B46550A7596A}"/>
              </a:ext>
            </a:extLst>
          </p:cNvPr>
          <p:cNvGrpSpPr/>
          <p:nvPr/>
        </p:nvGrpSpPr>
        <p:grpSpPr>
          <a:xfrm rot="180000">
            <a:off x="4401142" y="1499631"/>
            <a:ext cx="2890649" cy="3050586"/>
            <a:chOff x="4054877" y="1527467"/>
            <a:chExt cx="4481466" cy="4624899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7E3B06A-38F7-FED7-6E4B-FE0F96D5F914}"/>
                </a:ext>
              </a:extLst>
            </p:cNvPr>
            <p:cNvSpPr/>
            <p:nvPr/>
          </p:nvSpPr>
          <p:spPr>
            <a:xfrm>
              <a:off x="4054877" y="2690532"/>
              <a:ext cx="439204" cy="43920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FB5A87A-58FF-39D0-9AD6-310D3B1A69BA}"/>
                </a:ext>
              </a:extLst>
            </p:cNvPr>
            <p:cNvSpPr/>
            <p:nvPr/>
          </p:nvSpPr>
          <p:spPr>
            <a:xfrm>
              <a:off x="7928788" y="2388315"/>
              <a:ext cx="439204" cy="43920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0CC1F9-10EB-32E4-4CFA-903D04E83F3F}"/>
                </a:ext>
              </a:extLst>
            </p:cNvPr>
            <p:cNvSpPr/>
            <p:nvPr/>
          </p:nvSpPr>
          <p:spPr>
            <a:xfrm>
              <a:off x="4177540" y="4852635"/>
              <a:ext cx="439204" cy="43920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F1FB9BF-CDD9-C716-C234-16B14B12CDBD}"/>
                </a:ext>
              </a:extLst>
            </p:cNvPr>
            <p:cNvSpPr/>
            <p:nvPr/>
          </p:nvSpPr>
          <p:spPr>
            <a:xfrm>
              <a:off x="8091781" y="4549337"/>
              <a:ext cx="439204" cy="43920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A155269-F83B-6943-ECE5-8288E77D6FFD}"/>
                </a:ext>
              </a:extLst>
            </p:cNvPr>
            <p:cNvSpPr/>
            <p:nvPr/>
          </p:nvSpPr>
          <p:spPr>
            <a:xfrm rot="21328887">
              <a:off x="4064103" y="1527467"/>
              <a:ext cx="4472240" cy="4624899"/>
            </a:xfrm>
            <a:custGeom>
              <a:avLst/>
              <a:gdLst>
                <a:gd name="connsiteX0" fmla="*/ 586 w 4713112"/>
                <a:gd name="connsiteY0" fmla="*/ 3574263 h 4873993"/>
                <a:gd name="connsiteX1" fmla="*/ 325516 w 4713112"/>
                <a:gd name="connsiteY1" fmla="*/ 3899194 h 4873993"/>
                <a:gd name="connsiteX2" fmla="*/ 444278 w 4713112"/>
                <a:gd name="connsiteY2" fmla="*/ 3875961 h 4873993"/>
                <a:gd name="connsiteX3" fmla="*/ 1240364 w 4713112"/>
                <a:gd name="connsiteY3" fmla="*/ 4099678 h 4873993"/>
                <a:gd name="connsiteX4" fmla="*/ 1395598 w 4713112"/>
                <a:gd name="connsiteY4" fmla="*/ 4093914 h 4873993"/>
                <a:gd name="connsiteX5" fmla="*/ 2356344 w 4713112"/>
                <a:gd name="connsiteY5" fmla="*/ 4873994 h 4873993"/>
                <a:gd name="connsiteX6" fmla="*/ 3317169 w 4713112"/>
                <a:gd name="connsiteY6" fmla="*/ 4094154 h 4873993"/>
                <a:gd name="connsiteX7" fmla="*/ 3472404 w 4713112"/>
                <a:gd name="connsiteY7" fmla="*/ 4099918 h 4873993"/>
                <a:gd name="connsiteX8" fmla="*/ 4268489 w 4713112"/>
                <a:gd name="connsiteY8" fmla="*/ 3876201 h 4873993"/>
                <a:gd name="connsiteX9" fmla="*/ 4387172 w 4713112"/>
                <a:gd name="connsiteY9" fmla="*/ 3899194 h 4873993"/>
                <a:gd name="connsiteX10" fmla="*/ 4697680 w 4713112"/>
                <a:gd name="connsiteY10" fmla="*/ 3666930 h 4873993"/>
                <a:gd name="connsiteX11" fmla="*/ 4564663 w 4713112"/>
                <a:gd name="connsiteY11" fmla="*/ 3302697 h 4873993"/>
                <a:gd name="connsiteX12" fmla="*/ 4269057 w 4713112"/>
                <a:gd name="connsiteY12" fmla="*/ 2436993 h 4873993"/>
                <a:gd name="connsiteX13" fmla="*/ 4564663 w 4713112"/>
                <a:gd name="connsiteY13" fmla="*/ 1571289 h 4873993"/>
                <a:gd name="connsiteX14" fmla="*/ 4676717 w 4713112"/>
                <a:gd name="connsiteY14" fmla="*/ 1149718 h 4873993"/>
                <a:gd name="connsiteX15" fmla="*/ 4267674 w 4713112"/>
                <a:gd name="connsiteY15" fmla="*/ 998185 h 4873993"/>
                <a:gd name="connsiteX16" fmla="*/ 3317241 w 4713112"/>
                <a:gd name="connsiteY16" fmla="*/ 780808 h 4873993"/>
                <a:gd name="connsiteX17" fmla="*/ 2356352 w 4713112"/>
                <a:gd name="connsiteY17" fmla="*/ 0 h 4873993"/>
                <a:gd name="connsiteX18" fmla="*/ 1395198 w 4713112"/>
                <a:gd name="connsiteY18" fmla="*/ 780816 h 4873993"/>
                <a:gd name="connsiteX19" fmla="*/ 444766 w 4713112"/>
                <a:gd name="connsiteY19" fmla="*/ 998193 h 4873993"/>
                <a:gd name="connsiteX20" fmla="*/ 36402 w 4713112"/>
                <a:gd name="connsiteY20" fmla="*/ 1150077 h 4873993"/>
                <a:gd name="connsiteX21" fmla="*/ 147777 w 4713112"/>
                <a:gd name="connsiteY21" fmla="*/ 1571297 h 4873993"/>
                <a:gd name="connsiteX22" fmla="*/ 443631 w 4713112"/>
                <a:gd name="connsiteY22" fmla="*/ 2437001 h 4873993"/>
                <a:gd name="connsiteX23" fmla="*/ 148025 w 4713112"/>
                <a:gd name="connsiteY23" fmla="*/ 3302705 h 4873993"/>
                <a:gd name="connsiteX24" fmla="*/ 586 w 4713112"/>
                <a:gd name="connsiteY24" fmla="*/ 3574263 h 4873993"/>
                <a:gd name="connsiteX25" fmla="*/ 163055 w 4713112"/>
                <a:gd name="connsiteY25" fmla="*/ 3574263 h 4873993"/>
                <a:gd name="connsiteX26" fmla="*/ 325524 w 4713112"/>
                <a:gd name="connsiteY26" fmla="*/ 3411793 h 4873993"/>
                <a:gd name="connsiteX27" fmla="*/ 487994 w 4713112"/>
                <a:gd name="connsiteY27" fmla="*/ 3574263 h 4873993"/>
                <a:gd name="connsiteX28" fmla="*/ 325524 w 4713112"/>
                <a:gd name="connsiteY28" fmla="*/ 3736732 h 4873993"/>
                <a:gd name="connsiteX29" fmla="*/ 210640 w 4713112"/>
                <a:gd name="connsiteY29" fmla="*/ 3689148 h 4873993"/>
                <a:gd name="connsiteX30" fmla="*/ 163055 w 4713112"/>
                <a:gd name="connsiteY30" fmla="*/ 3574263 h 4873993"/>
                <a:gd name="connsiteX31" fmla="*/ 1496012 w 4713112"/>
                <a:gd name="connsiteY31" fmla="*/ 952055 h 4873993"/>
                <a:gd name="connsiteX32" fmla="*/ 2131907 w 4713112"/>
                <a:gd name="connsiteY32" fmla="*/ 1094786 h 4873993"/>
                <a:gd name="connsiteX33" fmla="*/ 1706490 w 4713112"/>
                <a:gd name="connsiteY33" fmla="*/ 1311356 h 4873993"/>
                <a:gd name="connsiteX34" fmla="*/ 1304546 w 4713112"/>
                <a:gd name="connsiteY34" fmla="*/ 1572680 h 4873993"/>
                <a:gd name="connsiteX35" fmla="*/ 1496012 w 4713112"/>
                <a:gd name="connsiteY35" fmla="*/ 952055 h 4873993"/>
                <a:gd name="connsiteX36" fmla="*/ 3408078 w 4713112"/>
                <a:gd name="connsiteY36" fmla="*/ 1572680 h 4873993"/>
                <a:gd name="connsiteX37" fmla="*/ 3006214 w 4713112"/>
                <a:gd name="connsiteY37" fmla="*/ 1311356 h 4873993"/>
                <a:gd name="connsiteX38" fmla="*/ 2581524 w 4713112"/>
                <a:gd name="connsiteY38" fmla="*/ 1094786 h 4873993"/>
                <a:gd name="connsiteX39" fmla="*/ 3216771 w 4713112"/>
                <a:gd name="connsiteY39" fmla="*/ 952055 h 4873993"/>
                <a:gd name="connsiteX40" fmla="*/ 3408078 w 4713112"/>
                <a:gd name="connsiteY40" fmla="*/ 1572680 h 4873993"/>
                <a:gd name="connsiteX41" fmla="*/ 3216691 w 4713112"/>
                <a:gd name="connsiteY41" fmla="*/ 3921947 h 4873993"/>
                <a:gd name="connsiteX42" fmla="*/ 2580797 w 4713112"/>
                <a:gd name="connsiteY42" fmla="*/ 3779216 h 4873993"/>
                <a:gd name="connsiteX43" fmla="*/ 3006214 w 4713112"/>
                <a:gd name="connsiteY43" fmla="*/ 3562646 h 4873993"/>
                <a:gd name="connsiteX44" fmla="*/ 3408158 w 4713112"/>
                <a:gd name="connsiteY44" fmla="*/ 3301322 h 4873993"/>
                <a:gd name="connsiteX45" fmla="*/ 3216691 w 4713112"/>
                <a:gd name="connsiteY45" fmla="*/ 3921947 h 4873993"/>
                <a:gd name="connsiteX46" fmla="*/ 2924987 w 4713112"/>
                <a:gd name="connsiteY46" fmla="*/ 1452127 h 4873993"/>
                <a:gd name="connsiteX47" fmla="*/ 3448939 w 4713112"/>
                <a:gd name="connsiteY47" fmla="*/ 1807686 h 4873993"/>
                <a:gd name="connsiteX48" fmla="*/ 3493614 w 4713112"/>
                <a:gd name="connsiteY48" fmla="*/ 2437001 h 4873993"/>
                <a:gd name="connsiteX49" fmla="*/ 3449019 w 4713112"/>
                <a:gd name="connsiteY49" fmla="*/ 3066316 h 4873993"/>
                <a:gd name="connsiteX50" fmla="*/ 2924987 w 4713112"/>
                <a:gd name="connsiteY50" fmla="*/ 3421875 h 4873993"/>
                <a:gd name="connsiteX51" fmla="*/ 2356352 w 4713112"/>
                <a:gd name="connsiteY51" fmla="*/ 3697902 h 4873993"/>
                <a:gd name="connsiteX52" fmla="*/ 1787717 w 4713112"/>
                <a:gd name="connsiteY52" fmla="*/ 3421707 h 4873993"/>
                <a:gd name="connsiteX53" fmla="*/ 1263765 w 4713112"/>
                <a:gd name="connsiteY53" fmla="*/ 3066148 h 4873993"/>
                <a:gd name="connsiteX54" fmla="*/ 1263765 w 4713112"/>
                <a:gd name="connsiteY54" fmla="*/ 1807518 h 4873993"/>
                <a:gd name="connsiteX55" fmla="*/ 1787717 w 4713112"/>
                <a:gd name="connsiteY55" fmla="*/ 1452119 h 4873993"/>
                <a:gd name="connsiteX56" fmla="*/ 2356840 w 4713112"/>
                <a:gd name="connsiteY56" fmla="*/ 1175925 h 4873993"/>
                <a:gd name="connsiteX57" fmla="*/ 2924987 w 4713112"/>
                <a:gd name="connsiteY57" fmla="*/ 1452127 h 4873993"/>
                <a:gd name="connsiteX58" fmla="*/ 3631715 w 4713112"/>
                <a:gd name="connsiteY58" fmla="*/ 1961217 h 4873993"/>
                <a:gd name="connsiteX59" fmla="*/ 4070947 w 4713112"/>
                <a:gd name="connsiteY59" fmla="*/ 2437001 h 4873993"/>
                <a:gd name="connsiteX60" fmla="*/ 3632291 w 4713112"/>
                <a:gd name="connsiteY60" fmla="*/ 2912785 h 4873993"/>
                <a:gd name="connsiteX61" fmla="*/ 3656091 w 4713112"/>
                <a:gd name="connsiteY61" fmla="*/ 2437001 h 4873993"/>
                <a:gd name="connsiteX62" fmla="*/ 3632131 w 4713112"/>
                <a:gd name="connsiteY62" fmla="*/ 1961217 h 4873993"/>
                <a:gd name="connsiteX63" fmla="*/ 1080989 w 4713112"/>
                <a:gd name="connsiteY63" fmla="*/ 2912785 h 4873993"/>
                <a:gd name="connsiteX64" fmla="*/ 641757 w 4713112"/>
                <a:gd name="connsiteY64" fmla="*/ 2437001 h 4873993"/>
                <a:gd name="connsiteX65" fmla="*/ 1080413 w 4713112"/>
                <a:gd name="connsiteY65" fmla="*/ 1961217 h 4873993"/>
                <a:gd name="connsiteX66" fmla="*/ 1080413 w 4713112"/>
                <a:gd name="connsiteY66" fmla="*/ 2912785 h 4873993"/>
                <a:gd name="connsiteX67" fmla="*/ 1706970 w 4713112"/>
                <a:gd name="connsiteY67" fmla="*/ 3562646 h 4873993"/>
                <a:gd name="connsiteX68" fmla="*/ 2131659 w 4713112"/>
                <a:gd name="connsiteY68" fmla="*/ 3779216 h 4873993"/>
                <a:gd name="connsiteX69" fmla="*/ 1496412 w 4713112"/>
                <a:gd name="connsiteY69" fmla="*/ 3921947 h 4873993"/>
                <a:gd name="connsiteX70" fmla="*/ 1305026 w 4713112"/>
                <a:gd name="connsiteY70" fmla="*/ 3301322 h 4873993"/>
                <a:gd name="connsiteX71" fmla="*/ 1706482 w 4713112"/>
                <a:gd name="connsiteY71" fmla="*/ 3562646 h 4873993"/>
                <a:gd name="connsiteX72" fmla="*/ 2356352 w 4713112"/>
                <a:gd name="connsiteY72" fmla="*/ 4711533 h 4873993"/>
                <a:gd name="connsiteX73" fmla="*/ 1569524 w 4713112"/>
                <a:gd name="connsiteY73" fmla="*/ 4077021 h 4873993"/>
                <a:gd name="connsiteX74" fmla="*/ 2356352 w 4713112"/>
                <a:gd name="connsiteY74" fmla="*/ 3871988 h 4873993"/>
                <a:gd name="connsiteX75" fmla="*/ 3143499 w 4713112"/>
                <a:gd name="connsiteY75" fmla="*/ 4077021 h 4873993"/>
                <a:gd name="connsiteX76" fmla="*/ 2356352 w 4713112"/>
                <a:gd name="connsiteY76" fmla="*/ 4711533 h 4873993"/>
                <a:gd name="connsiteX77" fmla="*/ 4387187 w 4713112"/>
                <a:gd name="connsiteY77" fmla="*/ 3736732 h 4873993"/>
                <a:gd name="connsiteX78" fmla="*/ 4224718 w 4713112"/>
                <a:gd name="connsiteY78" fmla="*/ 3574263 h 4873993"/>
                <a:gd name="connsiteX79" fmla="*/ 4387187 w 4713112"/>
                <a:gd name="connsiteY79" fmla="*/ 3411793 h 4873993"/>
                <a:gd name="connsiteX80" fmla="*/ 4549657 w 4713112"/>
                <a:gd name="connsiteY80" fmla="*/ 3574263 h 4873993"/>
                <a:gd name="connsiteX81" fmla="*/ 4387187 w 4713112"/>
                <a:gd name="connsiteY81" fmla="*/ 3736732 h 4873993"/>
                <a:gd name="connsiteX82" fmla="*/ 4404240 w 4713112"/>
                <a:gd name="connsiteY82" fmla="*/ 3251035 h 4873993"/>
                <a:gd name="connsiteX83" fmla="*/ 4387179 w 4713112"/>
                <a:gd name="connsiteY83" fmla="*/ 3249332 h 4873993"/>
                <a:gd name="connsiteX84" fmla="*/ 4062248 w 4713112"/>
                <a:gd name="connsiteY84" fmla="*/ 3574263 h 4873993"/>
                <a:gd name="connsiteX85" fmla="*/ 4132842 w 4713112"/>
                <a:gd name="connsiteY85" fmla="*/ 3774012 h 4873993"/>
                <a:gd name="connsiteX86" fmla="*/ 3388339 w 4713112"/>
                <a:gd name="connsiteY86" fmla="*/ 3934610 h 4873993"/>
                <a:gd name="connsiteX87" fmla="*/ 3601087 w 4713112"/>
                <a:gd name="connsiteY87" fmla="*/ 3152659 h 4873993"/>
                <a:gd name="connsiteX88" fmla="*/ 4167851 w 4713112"/>
                <a:gd name="connsiteY88" fmla="*/ 2578668 h 4873993"/>
                <a:gd name="connsiteX89" fmla="*/ 4404240 w 4713112"/>
                <a:gd name="connsiteY89" fmla="*/ 3251035 h 4873993"/>
                <a:gd name="connsiteX90" fmla="*/ 4549649 w 4713112"/>
                <a:gd name="connsiteY90" fmla="*/ 1299731 h 4873993"/>
                <a:gd name="connsiteX91" fmla="*/ 4387179 w 4713112"/>
                <a:gd name="connsiteY91" fmla="*/ 1462201 h 4873993"/>
                <a:gd name="connsiteX92" fmla="*/ 4224710 w 4713112"/>
                <a:gd name="connsiteY92" fmla="*/ 1299731 h 4873993"/>
                <a:gd name="connsiteX93" fmla="*/ 4387179 w 4713112"/>
                <a:gd name="connsiteY93" fmla="*/ 1137262 h 4873993"/>
                <a:gd name="connsiteX94" fmla="*/ 4549649 w 4713112"/>
                <a:gd name="connsiteY94" fmla="*/ 1299731 h 4873993"/>
                <a:gd name="connsiteX95" fmla="*/ 4132842 w 4713112"/>
                <a:gd name="connsiteY95" fmla="*/ 1099982 h 4873993"/>
                <a:gd name="connsiteX96" fmla="*/ 4062248 w 4713112"/>
                <a:gd name="connsiteY96" fmla="*/ 1299731 h 4873993"/>
                <a:gd name="connsiteX97" fmla="*/ 4387179 w 4713112"/>
                <a:gd name="connsiteY97" fmla="*/ 1624662 h 4873993"/>
                <a:gd name="connsiteX98" fmla="*/ 4404240 w 4713112"/>
                <a:gd name="connsiteY98" fmla="*/ 1622959 h 4873993"/>
                <a:gd name="connsiteX99" fmla="*/ 4167851 w 4713112"/>
                <a:gd name="connsiteY99" fmla="*/ 2295326 h 4873993"/>
                <a:gd name="connsiteX100" fmla="*/ 3601007 w 4713112"/>
                <a:gd name="connsiteY100" fmla="*/ 1721335 h 4873993"/>
                <a:gd name="connsiteX101" fmla="*/ 3388011 w 4713112"/>
                <a:gd name="connsiteY101" fmla="*/ 939384 h 4873993"/>
                <a:gd name="connsiteX102" fmla="*/ 4132842 w 4713112"/>
                <a:gd name="connsiteY102" fmla="*/ 1099982 h 4873993"/>
                <a:gd name="connsiteX103" fmla="*/ 2356352 w 4713112"/>
                <a:gd name="connsiteY103" fmla="*/ 162469 h 4873993"/>
                <a:gd name="connsiteX104" fmla="*/ 3143180 w 4713112"/>
                <a:gd name="connsiteY104" fmla="*/ 796981 h 4873993"/>
                <a:gd name="connsiteX105" fmla="*/ 2356760 w 4713112"/>
                <a:gd name="connsiteY105" fmla="*/ 1002015 h 4873993"/>
                <a:gd name="connsiteX106" fmla="*/ 1569612 w 4713112"/>
                <a:gd name="connsiteY106" fmla="*/ 796981 h 4873993"/>
                <a:gd name="connsiteX107" fmla="*/ 2356352 w 4713112"/>
                <a:gd name="connsiteY107" fmla="*/ 162469 h 4873993"/>
                <a:gd name="connsiteX108" fmla="*/ 325516 w 4713112"/>
                <a:gd name="connsiteY108" fmla="*/ 1137270 h 4873993"/>
                <a:gd name="connsiteX109" fmla="*/ 487986 w 4713112"/>
                <a:gd name="connsiteY109" fmla="*/ 1299739 h 4873993"/>
                <a:gd name="connsiteX110" fmla="*/ 325516 w 4713112"/>
                <a:gd name="connsiteY110" fmla="*/ 1462209 h 4873993"/>
                <a:gd name="connsiteX111" fmla="*/ 163047 w 4713112"/>
                <a:gd name="connsiteY111" fmla="*/ 1299739 h 4873993"/>
                <a:gd name="connsiteX112" fmla="*/ 325516 w 4713112"/>
                <a:gd name="connsiteY112" fmla="*/ 1137270 h 4873993"/>
                <a:gd name="connsiteX113" fmla="*/ 308464 w 4713112"/>
                <a:gd name="connsiteY113" fmla="*/ 1622959 h 4873993"/>
                <a:gd name="connsiteX114" fmla="*/ 325524 w 4713112"/>
                <a:gd name="connsiteY114" fmla="*/ 1624662 h 4873993"/>
                <a:gd name="connsiteX115" fmla="*/ 650455 w 4713112"/>
                <a:gd name="connsiteY115" fmla="*/ 1299731 h 4873993"/>
                <a:gd name="connsiteX116" fmla="*/ 579861 w 4713112"/>
                <a:gd name="connsiteY116" fmla="*/ 1099982 h 4873993"/>
                <a:gd name="connsiteX117" fmla="*/ 1324365 w 4713112"/>
                <a:gd name="connsiteY117" fmla="*/ 939384 h 4873993"/>
                <a:gd name="connsiteX118" fmla="*/ 1111617 w 4713112"/>
                <a:gd name="connsiteY118" fmla="*/ 1721335 h 4873993"/>
                <a:gd name="connsiteX119" fmla="*/ 544852 w 4713112"/>
                <a:gd name="connsiteY119" fmla="*/ 2295246 h 4873993"/>
                <a:gd name="connsiteX120" fmla="*/ 308464 w 4713112"/>
                <a:gd name="connsiteY120" fmla="*/ 1622959 h 4873993"/>
                <a:gd name="connsiteX121" fmla="*/ 544852 w 4713112"/>
                <a:gd name="connsiteY121" fmla="*/ 2578748 h 4873993"/>
                <a:gd name="connsiteX122" fmla="*/ 1111776 w 4713112"/>
                <a:gd name="connsiteY122" fmla="*/ 3152659 h 4873993"/>
                <a:gd name="connsiteX123" fmla="*/ 1324693 w 4713112"/>
                <a:gd name="connsiteY123" fmla="*/ 3934690 h 4873993"/>
                <a:gd name="connsiteX124" fmla="*/ 580189 w 4713112"/>
                <a:gd name="connsiteY124" fmla="*/ 3774012 h 4873993"/>
                <a:gd name="connsiteX125" fmla="*/ 650455 w 4713112"/>
                <a:gd name="connsiteY125" fmla="*/ 3574263 h 4873993"/>
                <a:gd name="connsiteX126" fmla="*/ 325524 w 4713112"/>
                <a:gd name="connsiteY126" fmla="*/ 3249332 h 4873993"/>
                <a:gd name="connsiteX127" fmla="*/ 308464 w 4713112"/>
                <a:gd name="connsiteY127" fmla="*/ 3251035 h 4873993"/>
                <a:gd name="connsiteX128" fmla="*/ 544852 w 4713112"/>
                <a:gd name="connsiteY128" fmla="*/ 2578748 h 4873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4713112" h="4873993">
                  <a:moveTo>
                    <a:pt x="586" y="3574263"/>
                  </a:moveTo>
                  <a:cubicBezTo>
                    <a:pt x="586" y="3753721"/>
                    <a:pt x="146066" y="3899194"/>
                    <a:pt x="325516" y="3899194"/>
                  </a:cubicBezTo>
                  <a:cubicBezTo>
                    <a:pt x="366218" y="3899042"/>
                    <a:pt x="406519" y="3891159"/>
                    <a:pt x="444278" y="3875961"/>
                  </a:cubicBezTo>
                  <a:cubicBezTo>
                    <a:pt x="636312" y="4022992"/>
                    <a:pt x="907311" y="4099678"/>
                    <a:pt x="1240364" y="4099678"/>
                  </a:cubicBezTo>
                  <a:cubicBezTo>
                    <a:pt x="1290563" y="4099678"/>
                    <a:pt x="1342721" y="4097319"/>
                    <a:pt x="1395598" y="4093914"/>
                  </a:cubicBezTo>
                  <a:cubicBezTo>
                    <a:pt x="1631499" y="4575950"/>
                    <a:pt x="1971868" y="4873994"/>
                    <a:pt x="2356344" y="4873994"/>
                  </a:cubicBezTo>
                  <a:cubicBezTo>
                    <a:pt x="2740820" y="4873994"/>
                    <a:pt x="3081188" y="4575950"/>
                    <a:pt x="3317169" y="4094154"/>
                  </a:cubicBezTo>
                  <a:cubicBezTo>
                    <a:pt x="3370135" y="4097567"/>
                    <a:pt x="3422205" y="4099918"/>
                    <a:pt x="3472404" y="4099918"/>
                  </a:cubicBezTo>
                  <a:cubicBezTo>
                    <a:pt x="3805457" y="4099918"/>
                    <a:pt x="4076455" y="4023232"/>
                    <a:pt x="4268489" y="3876201"/>
                  </a:cubicBezTo>
                  <a:cubicBezTo>
                    <a:pt x="4306240" y="3891303"/>
                    <a:pt x="4346510" y="3899106"/>
                    <a:pt x="4387172" y="3899194"/>
                  </a:cubicBezTo>
                  <a:cubicBezTo>
                    <a:pt x="4530589" y="3898786"/>
                    <a:pt x="4656778" y="3804400"/>
                    <a:pt x="4697680" y="3666930"/>
                  </a:cubicBezTo>
                  <a:cubicBezTo>
                    <a:pt x="4738581" y="3529468"/>
                    <a:pt x="4684528" y="3381445"/>
                    <a:pt x="4564663" y="3302697"/>
                  </a:cubicBezTo>
                  <a:cubicBezTo>
                    <a:pt x="4576032" y="3041125"/>
                    <a:pt x="4474898" y="2744295"/>
                    <a:pt x="4269057" y="2436993"/>
                  </a:cubicBezTo>
                  <a:cubicBezTo>
                    <a:pt x="4474898" y="2129771"/>
                    <a:pt x="4576039" y="1832941"/>
                    <a:pt x="4564663" y="1571289"/>
                  </a:cubicBezTo>
                  <a:cubicBezTo>
                    <a:pt x="4705099" y="1480660"/>
                    <a:pt x="4753619" y="1298116"/>
                    <a:pt x="4676717" y="1149718"/>
                  </a:cubicBezTo>
                  <a:cubicBezTo>
                    <a:pt x="4599816" y="1001319"/>
                    <a:pt x="4422692" y="935706"/>
                    <a:pt x="4267674" y="998185"/>
                  </a:cubicBezTo>
                  <a:cubicBezTo>
                    <a:pt x="4046963" y="829304"/>
                    <a:pt x="3721056" y="754489"/>
                    <a:pt x="3317241" y="780808"/>
                  </a:cubicBezTo>
                  <a:cubicBezTo>
                    <a:pt x="3081524" y="298372"/>
                    <a:pt x="2740996" y="0"/>
                    <a:pt x="2356352" y="0"/>
                  </a:cubicBezTo>
                  <a:cubicBezTo>
                    <a:pt x="1971708" y="0"/>
                    <a:pt x="1631180" y="298372"/>
                    <a:pt x="1395198" y="780816"/>
                  </a:cubicBezTo>
                  <a:cubicBezTo>
                    <a:pt x="991551" y="754657"/>
                    <a:pt x="665805" y="829552"/>
                    <a:pt x="444766" y="998193"/>
                  </a:cubicBezTo>
                  <a:cubicBezTo>
                    <a:pt x="289844" y="936218"/>
                    <a:pt x="113176" y="1001927"/>
                    <a:pt x="36402" y="1150077"/>
                  </a:cubicBezTo>
                  <a:cubicBezTo>
                    <a:pt x="-40372" y="1298228"/>
                    <a:pt x="7813" y="1480461"/>
                    <a:pt x="147777" y="1571297"/>
                  </a:cubicBezTo>
                  <a:cubicBezTo>
                    <a:pt x="136568" y="1832789"/>
                    <a:pt x="237782" y="2129611"/>
                    <a:pt x="443631" y="2437001"/>
                  </a:cubicBezTo>
                  <a:cubicBezTo>
                    <a:pt x="237782" y="2744303"/>
                    <a:pt x="136568" y="3041133"/>
                    <a:pt x="148025" y="3302705"/>
                  </a:cubicBezTo>
                  <a:cubicBezTo>
                    <a:pt x="56149" y="3362498"/>
                    <a:pt x="689" y="3464647"/>
                    <a:pt x="586" y="3574263"/>
                  </a:cubicBezTo>
                  <a:close/>
                  <a:moveTo>
                    <a:pt x="163055" y="3574263"/>
                  </a:moveTo>
                  <a:cubicBezTo>
                    <a:pt x="163055" y="3484538"/>
                    <a:pt x="235791" y="3411793"/>
                    <a:pt x="325524" y="3411793"/>
                  </a:cubicBezTo>
                  <a:cubicBezTo>
                    <a:pt x="415257" y="3411793"/>
                    <a:pt x="487994" y="3484530"/>
                    <a:pt x="487994" y="3574263"/>
                  </a:cubicBezTo>
                  <a:cubicBezTo>
                    <a:pt x="487994" y="3663996"/>
                    <a:pt x="415257" y="3736732"/>
                    <a:pt x="325524" y="3736732"/>
                  </a:cubicBezTo>
                  <a:cubicBezTo>
                    <a:pt x="282433" y="3736732"/>
                    <a:pt x="241108" y="3719615"/>
                    <a:pt x="210640" y="3689148"/>
                  </a:cubicBezTo>
                  <a:cubicBezTo>
                    <a:pt x="180172" y="3658679"/>
                    <a:pt x="163055" y="3617355"/>
                    <a:pt x="163055" y="3574263"/>
                  </a:cubicBezTo>
                  <a:close/>
                  <a:moveTo>
                    <a:pt x="1496012" y="952055"/>
                  </a:moveTo>
                  <a:cubicBezTo>
                    <a:pt x="1712270" y="977950"/>
                    <a:pt x="1925331" y="1025775"/>
                    <a:pt x="2131907" y="1094786"/>
                  </a:cubicBezTo>
                  <a:cubicBezTo>
                    <a:pt x="1986506" y="1159679"/>
                    <a:pt x="1844512" y="1231960"/>
                    <a:pt x="1706490" y="1311356"/>
                  </a:cubicBezTo>
                  <a:cubicBezTo>
                    <a:pt x="1567981" y="1391295"/>
                    <a:pt x="1433813" y="1478526"/>
                    <a:pt x="1304546" y="1572680"/>
                  </a:cubicBezTo>
                  <a:cubicBezTo>
                    <a:pt x="1347134" y="1359844"/>
                    <a:pt x="1411292" y="1151892"/>
                    <a:pt x="1496012" y="952055"/>
                  </a:cubicBezTo>
                  <a:close/>
                  <a:moveTo>
                    <a:pt x="3408078" y="1572680"/>
                  </a:moveTo>
                  <a:cubicBezTo>
                    <a:pt x="3278851" y="1478518"/>
                    <a:pt x="3144707" y="1391279"/>
                    <a:pt x="3006214" y="1311356"/>
                  </a:cubicBezTo>
                  <a:cubicBezTo>
                    <a:pt x="2868392" y="1232056"/>
                    <a:pt x="2726645" y="1159775"/>
                    <a:pt x="2581524" y="1094786"/>
                  </a:cubicBezTo>
                  <a:cubicBezTo>
                    <a:pt x="2787893" y="1025807"/>
                    <a:pt x="3000729" y="977990"/>
                    <a:pt x="3216771" y="952055"/>
                  </a:cubicBezTo>
                  <a:cubicBezTo>
                    <a:pt x="3301444" y="1151900"/>
                    <a:pt x="3365538" y="1359844"/>
                    <a:pt x="3408078" y="1572680"/>
                  </a:cubicBezTo>
                  <a:close/>
                  <a:moveTo>
                    <a:pt x="3216691" y="3921947"/>
                  </a:moveTo>
                  <a:cubicBezTo>
                    <a:pt x="3000433" y="3896052"/>
                    <a:pt x="2787373" y="3848227"/>
                    <a:pt x="2580797" y="3779216"/>
                  </a:cubicBezTo>
                  <a:cubicBezTo>
                    <a:pt x="2726197" y="3714323"/>
                    <a:pt x="2868192" y="3642042"/>
                    <a:pt x="3006214" y="3562646"/>
                  </a:cubicBezTo>
                  <a:cubicBezTo>
                    <a:pt x="3144723" y="3482707"/>
                    <a:pt x="3278891" y="3395476"/>
                    <a:pt x="3408158" y="3301322"/>
                  </a:cubicBezTo>
                  <a:cubicBezTo>
                    <a:pt x="3365570" y="3514158"/>
                    <a:pt x="3301420" y="3722102"/>
                    <a:pt x="3216691" y="3921947"/>
                  </a:cubicBezTo>
                  <a:close/>
                  <a:moveTo>
                    <a:pt x="2924987" y="1452127"/>
                  </a:moveTo>
                  <a:cubicBezTo>
                    <a:pt x="3108179" y="1557554"/>
                    <a:pt x="3283304" y="1676396"/>
                    <a:pt x="3448939" y="1807686"/>
                  </a:cubicBezTo>
                  <a:cubicBezTo>
                    <a:pt x="3478815" y="2016125"/>
                    <a:pt x="3493742" y="2226435"/>
                    <a:pt x="3493614" y="2437001"/>
                  </a:cubicBezTo>
                  <a:cubicBezTo>
                    <a:pt x="3493765" y="2647567"/>
                    <a:pt x="3478863" y="2857877"/>
                    <a:pt x="3449019" y="3066316"/>
                  </a:cubicBezTo>
                  <a:cubicBezTo>
                    <a:pt x="3283352" y="3197598"/>
                    <a:pt x="3108195" y="3316448"/>
                    <a:pt x="2924987" y="3421875"/>
                  </a:cubicBezTo>
                  <a:cubicBezTo>
                    <a:pt x="2742363" y="3527501"/>
                    <a:pt x="2552319" y="3619753"/>
                    <a:pt x="2356352" y="3697902"/>
                  </a:cubicBezTo>
                  <a:cubicBezTo>
                    <a:pt x="2160376" y="3619713"/>
                    <a:pt x="1970333" y="3527406"/>
                    <a:pt x="1787717" y="3421707"/>
                  </a:cubicBezTo>
                  <a:cubicBezTo>
                    <a:pt x="1604525" y="3316280"/>
                    <a:pt x="1429400" y="3197438"/>
                    <a:pt x="1263765" y="3066148"/>
                  </a:cubicBezTo>
                  <a:cubicBezTo>
                    <a:pt x="1204300" y="2648710"/>
                    <a:pt x="1204300" y="2224956"/>
                    <a:pt x="1263765" y="1807518"/>
                  </a:cubicBezTo>
                  <a:cubicBezTo>
                    <a:pt x="1429408" y="1676292"/>
                    <a:pt x="1604541" y="1557506"/>
                    <a:pt x="1787717" y="1452119"/>
                  </a:cubicBezTo>
                  <a:cubicBezTo>
                    <a:pt x="1970493" y="1346413"/>
                    <a:pt x="2160704" y="1254105"/>
                    <a:pt x="2356840" y="1175925"/>
                  </a:cubicBezTo>
                  <a:cubicBezTo>
                    <a:pt x="2552647" y="1254145"/>
                    <a:pt x="2742530" y="1346453"/>
                    <a:pt x="2924987" y="1452127"/>
                  </a:cubicBezTo>
                  <a:close/>
                  <a:moveTo>
                    <a:pt x="3631715" y="1961217"/>
                  </a:moveTo>
                  <a:cubicBezTo>
                    <a:pt x="3793737" y="2104651"/>
                    <a:pt x="3940888" y="2264050"/>
                    <a:pt x="4070947" y="2437001"/>
                  </a:cubicBezTo>
                  <a:cubicBezTo>
                    <a:pt x="3941072" y="2609920"/>
                    <a:pt x="3794105" y="2769319"/>
                    <a:pt x="3632291" y="2912785"/>
                  </a:cubicBezTo>
                  <a:cubicBezTo>
                    <a:pt x="3648240" y="2754696"/>
                    <a:pt x="3656187" y="2595897"/>
                    <a:pt x="3656091" y="2437001"/>
                  </a:cubicBezTo>
                  <a:cubicBezTo>
                    <a:pt x="3656139" y="2278105"/>
                    <a:pt x="3648136" y="2119306"/>
                    <a:pt x="3632131" y="1961217"/>
                  </a:cubicBezTo>
                  <a:close/>
                  <a:moveTo>
                    <a:pt x="1080989" y="2912785"/>
                  </a:moveTo>
                  <a:cubicBezTo>
                    <a:pt x="918927" y="2769391"/>
                    <a:pt x="771768" y="2609984"/>
                    <a:pt x="641757" y="2437001"/>
                  </a:cubicBezTo>
                  <a:cubicBezTo>
                    <a:pt x="771632" y="2264083"/>
                    <a:pt x="918591" y="2104683"/>
                    <a:pt x="1080413" y="1961217"/>
                  </a:cubicBezTo>
                  <a:cubicBezTo>
                    <a:pt x="1048458" y="2277602"/>
                    <a:pt x="1048458" y="2596400"/>
                    <a:pt x="1080413" y="2912785"/>
                  </a:cubicBezTo>
                  <a:close/>
                  <a:moveTo>
                    <a:pt x="1706970" y="3562646"/>
                  </a:moveTo>
                  <a:cubicBezTo>
                    <a:pt x="1844792" y="3641946"/>
                    <a:pt x="1986538" y="3714227"/>
                    <a:pt x="2131659" y="3779216"/>
                  </a:cubicBezTo>
                  <a:cubicBezTo>
                    <a:pt x="1925291" y="3848195"/>
                    <a:pt x="1712454" y="3896012"/>
                    <a:pt x="1496412" y="3921947"/>
                  </a:cubicBezTo>
                  <a:cubicBezTo>
                    <a:pt x="1411716" y="3722102"/>
                    <a:pt x="1347590" y="3514158"/>
                    <a:pt x="1305026" y="3301322"/>
                  </a:cubicBezTo>
                  <a:cubicBezTo>
                    <a:pt x="1434125" y="3395476"/>
                    <a:pt x="1568133" y="3482707"/>
                    <a:pt x="1706482" y="3562646"/>
                  </a:cubicBezTo>
                  <a:close/>
                  <a:moveTo>
                    <a:pt x="2356352" y="4711533"/>
                  </a:moveTo>
                  <a:cubicBezTo>
                    <a:pt x="2051240" y="4711533"/>
                    <a:pt x="1773990" y="4469540"/>
                    <a:pt x="1569524" y="4077021"/>
                  </a:cubicBezTo>
                  <a:cubicBezTo>
                    <a:pt x="1838747" y="4038854"/>
                    <a:pt x="2102734" y="3970059"/>
                    <a:pt x="2356352" y="3871988"/>
                  </a:cubicBezTo>
                  <a:cubicBezTo>
                    <a:pt x="2610065" y="3970107"/>
                    <a:pt x="2874164" y="4038894"/>
                    <a:pt x="3143499" y="4077021"/>
                  </a:cubicBezTo>
                  <a:cubicBezTo>
                    <a:pt x="2938634" y="4469540"/>
                    <a:pt x="2661464" y="4711533"/>
                    <a:pt x="2356352" y="4711533"/>
                  </a:cubicBezTo>
                  <a:close/>
                  <a:moveTo>
                    <a:pt x="4387187" y="3736732"/>
                  </a:moveTo>
                  <a:cubicBezTo>
                    <a:pt x="4297462" y="3736732"/>
                    <a:pt x="4224718" y="3663996"/>
                    <a:pt x="4224718" y="3574263"/>
                  </a:cubicBezTo>
                  <a:cubicBezTo>
                    <a:pt x="4224718" y="3484530"/>
                    <a:pt x="4297454" y="3411793"/>
                    <a:pt x="4387187" y="3411793"/>
                  </a:cubicBezTo>
                  <a:cubicBezTo>
                    <a:pt x="4476921" y="3411793"/>
                    <a:pt x="4549657" y="3484530"/>
                    <a:pt x="4549657" y="3574263"/>
                  </a:cubicBezTo>
                  <a:cubicBezTo>
                    <a:pt x="4549657" y="3663996"/>
                    <a:pt x="4476912" y="3736732"/>
                    <a:pt x="4387187" y="3736732"/>
                  </a:cubicBezTo>
                  <a:close/>
                  <a:moveTo>
                    <a:pt x="4404240" y="3251035"/>
                  </a:moveTo>
                  <a:cubicBezTo>
                    <a:pt x="4398476" y="3251035"/>
                    <a:pt x="4393031" y="3249332"/>
                    <a:pt x="4387179" y="3249332"/>
                  </a:cubicBezTo>
                  <a:cubicBezTo>
                    <a:pt x="4207721" y="3249332"/>
                    <a:pt x="4062248" y="3394813"/>
                    <a:pt x="4062248" y="3574263"/>
                  </a:cubicBezTo>
                  <a:cubicBezTo>
                    <a:pt x="4062552" y="3646903"/>
                    <a:pt x="4087432" y="3717305"/>
                    <a:pt x="4132842" y="3774012"/>
                  </a:cubicBezTo>
                  <a:cubicBezTo>
                    <a:pt x="3955918" y="3890743"/>
                    <a:pt x="3697672" y="3946227"/>
                    <a:pt x="3388339" y="3934610"/>
                  </a:cubicBezTo>
                  <a:cubicBezTo>
                    <a:pt x="3489057" y="3682999"/>
                    <a:pt x="3560442" y="3420612"/>
                    <a:pt x="3601087" y="3152659"/>
                  </a:cubicBezTo>
                  <a:cubicBezTo>
                    <a:pt x="3811197" y="2983474"/>
                    <a:pt x="4001345" y="2790897"/>
                    <a:pt x="4167851" y="2578668"/>
                  </a:cubicBezTo>
                  <a:cubicBezTo>
                    <a:pt x="4305009" y="2777801"/>
                    <a:pt x="4386612" y="3009889"/>
                    <a:pt x="4404240" y="3251035"/>
                  </a:cubicBezTo>
                  <a:close/>
                  <a:moveTo>
                    <a:pt x="4549649" y="1299731"/>
                  </a:moveTo>
                  <a:cubicBezTo>
                    <a:pt x="4549649" y="1389456"/>
                    <a:pt x="4476912" y="1462201"/>
                    <a:pt x="4387179" y="1462201"/>
                  </a:cubicBezTo>
                  <a:cubicBezTo>
                    <a:pt x="4297446" y="1462201"/>
                    <a:pt x="4224710" y="1389464"/>
                    <a:pt x="4224710" y="1299731"/>
                  </a:cubicBezTo>
                  <a:cubicBezTo>
                    <a:pt x="4224710" y="1209998"/>
                    <a:pt x="4297446" y="1137262"/>
                    <a:pt x="4387179" y="1137262"/>
                  </a:cubicBezTo>
                  <a:cubicBezTo>
                    <a:pt x="4476912" y="1137262"/>
                    <a:pt x="4549649" y="1210006"/>
                    <a:pt x="4549649" y="1299731"/>
                  </a:cubicBezTo>
                  <a:close/>
                  <a:moveTo>
                    <a:pt x="4132842" y="1099982"/>
                  </a:moveTo>
                  <a:cubicBezTo>
                    <a:pt x="4087440" y="1156689"/>
                    <a:pt x="4062560" y="1227091"/>
                    <a:pt x="4062248" y="1299731"/>
                  </a:cubicBezTo>
                  <a:cubicBezTo>
                    <a:pt x="4062248" y="1479189"/>
                    <a:pt x="4207729" y="1624662"/>
                    <a:pt x="4387179" y="1624662"/>
                  </a:cubicBezTo>
                  <a:cubicBezTo>
                    <a:pt x="4393031" y="1624662"/>
                    <a:pt x="4398468" y="1623279"/>
                    <a:pt x="4404240" y="1622959"/>
                  </a:cubicBezTo>
                  <a:cubicBezTo>
                    <a:pt x="4386628" y="1864113"/>
                    <a:pt x="4305034" y="2096209"/>
                    <a:pt x="4167851" y="2295326"/>
                  </a:cubicBezTo>
                  <a:cubicBezTo>
                    <a:pt x="4001313" y="2083089"/>
                    <a:pt x="3811141" y="1890512"/>
                    <a:pt x="3601007" y="1721335"/>
                  </a:cubicBezTo>
                  <a:cubicBezTo>
                    <a:pt x="3560306" y="1453366"/>
                    <a:pt x="3488833" y="1190979"/>
                    <a:pt x="3388011" y="939384"/>
                  </a:cubicBezTo>
                  <a:cubicBezTo>
                    <a:pt x="3697600" y="927687"/>
                    <a:pt x="3955998" y="982923"/>
                    <a:pt x="4132842" y="1099982"/>
                  </a:cubicBezTo>
                  <a:close/>
                  <a:moveTo>
                    <a:pt x="2356352" y="162469"/>
                  </a:moveTo>
                  <a:cubicBezTo>
                    <a:pt x="2661464" y="162469"/>
                    <a:pt x="2938714" y="404463"/>
                    <a:pt x="3143180" y="796981"/>
                  </a:cubicBezTo>
                  <a:cubicBezTo>
                    <a:pt x="2874092" y="835180"/>
                    <a:pt x="2610241" y="903967"/>
                    <a:pt x="2356760" y="1002015"/>
                  </a:cubicBezTo>
                  <a:cubicBezTo>
                    <a:pt x="2103046" y="903895"/>
                    <a:pt x="1838947" y="835108"/>
                    <a:pt x="1569612" y="796981"/>
                  </a:cubicBezTo>
                  <a:cubicBezTo>
                    <a:pt x="1774070" y="404463"/>
                    <a:pt x="2051240" y="162469"/>
                    <a:pt x="2356352" y="162469"/>
                  </a:cubicBezTo>
                  <a:close/>
                  <a:moveTo>
                    <a:pt x="325516" y="1137270"/>
                  </a:moveTo>
                  <a:cubicBezTo>
                    <a:pt x="415241" y="1137270"/>
                    <a:pt x="487986" y="1210006"/>
                    <a:pt x="487986" y="1299739"/>
                  </a:cubicBezTo>
                  <a:cubicBezTo>
                    <a:pt x="487986" y="1389472"/>
                    <a:pt x="415249" y="1462209"/>
                    <a:pt x="325516" y="1462209"/>
                  </a:cubicBezTo>
                  <a:cubicBezTo>
                    <a:pt x="235783" y="1462209"/>
                    <a:pt x="163047" y="1389472"/>
                    <a:pt x="163047" y="1299739"/>
                  </a:cubicBezTo>
                  <a:cubicBezTo>
                    <a:pt x="163047" y="1210006"/>
                    <a:pt x="235791" y="1137270"/>
                    <a:pt x="325516" y="1137270"/>
                  </a:cubicBezTo>
                  <a:close/>
                  <a:moveTo>
                    <a:pt x="308464" y="1622959"/>
                  </a:moveTo>
                  <a:cubicBezTo>
                    <a:pt x="314228" y="1622959"/>
                    <a:pt x="319672" y="1624662"/>
                    <a:pt x="325524" y="1624662"/>
                  </a:cubicBezTo>
                  <a:cubicBezTo>
                    <a:pt x="504983" y="1624662"/>
                    <a:pt x="650455" y="1479181"/>
                    <a:pt x="650455" y="1299731"/>
                  </a:cubicBezTo>
                  <a:cubicBezTo>
                    <a:pt x="650151" y="1227091"/>
                    <a:pt x="625272" y="1156681"/>
                    <a:pt x="579861" y="1099982"/>
                  </a:cubicBezTo>
                  <a:cubicBezTo>
                    <a:pt x="756705" y="983251"/>
                    <a:pt x="1014944" y="927847"/>
                    <a:pt x="1324365" y="939384"/>
                  </a:cubicBezTo>
                  <a:cubicBezTo>
                    <a:pt x="1223655" y="1190995"/>
                    <a:pt x="1152262" y="1453382"/>
                    <a:pt x="1111617" y="1721335"/>
                  </a:cubicBezTo>
                  <a:cubicBezTo>
                    <a:pt x="901530" y="1890512"/>
                    <a:pt x="711383" y="2083057"/>
                    <a:pt x="544852" y="2295246"/>
                  </a:cubicBezTo>
                  <a:cubicBezTo>
                    <a:pt x="407646" y="2096169"/>
                    <a:pt x="326044" y="1864097"/>
                    <a:pt x="308464" y="1622959"/>
                  </a:cubicBezTo>
                  <a:close/>
                  <a:moveTo>
                    <a:pt x="544852" y="2578748"/>
                  </a:moveTo>
                  <a:cubicBezTo>
                    <a:pt x="711463" y="2790921"/>
                    <a:pt x="901658" y="2983467"/>
                    <a:pt x="1111776" y="3152659"/>
                  </a:cubicBezTo>
                  <a:cubicBezTo>
                    <a:pt x="1152470" y="3420652"/>
                    <a:pt x="1223911" y="3683063"/>
                    <a:pt x="1324693" y="3934690"/>
                  </a:cubicBezTo>
                  <a:cubicBezTo>
                    <a:pt x="1015520" y="3946387"/>
                    <a:pt x="757113" y="3890743"/>
                    <a:pt x="580189" y="3774012"/>
                  </a:cubicBezTo>
                  <a:cubicBezTo>
                    <a:pt x="625479" y="3717265"/>
                    <a:pt x="650239" y="3646863"/>
                    <a:pt x="650455" y="3574263"/>
                  </a:cubicBezTo>
                  <a:cubicBezTo>
                    <a:pt x="650455" y="3394805"/>
                    <a:pt x="504975" y="3249332"/>
                    <a:pt x="325524" y="3249332"/>
                  </a:cubicBezTo>
                  <a:cubicBezTo>
                    <a:pt x="319672" y="3249332"/>
                    <a:pt x="314236" y="3250795"/>
                    <a:pt x="308464" y="3251035"/>
                  </a:cubicBezTo>
                  <a:cubicBezTo>
                    <a:pt x="326076" y="3009905"/>
                    <a:pt x="407670" y="2777841"/>
                    <a:pt x="544852" y="2578748"/>
                  </a:cubicBezTo>
                  <a:close/>
                </a:path>
              </a:pathLst>
            </a:custGeom>
            <a:gradFill>
              <a:gsLst>
                <a:gs pos="27000">
                  <a:schemeClr val="bg2"/>
                </a:gs>
                <a:gs pos="90000">
                  <a:schemeClr val="accent6"/>
                </a:gs>
                <a:gs pos="59000">
                  <a:schemeClr val="accent2"/>
                </a:gs>
              </a:gsLst>
              <a:lin ang="1800000" scaled="0"/>
            </a:gradFill>
            <a:ln w="7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5" name="Graphic 24" descr="Power with solid fill">
            <a:extLst>
              <a:ext uri="{FF2B5EF4-FFF2-40B4-BE49-F238E27FC236}">
                <a16:creationId xmlns:a16="http://schemas.microsoft.com/office/drawing/2014/main" id="{4AAB610C-6308-4F27-0CD8-6D53BB056F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5583" y="2611919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1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" fill="hold"/>
                                        <p:tgtEl>
                                          <p:spTgt spid="1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10" fill="hold"/>
                                        <p:tgtEl>
                                          <p:spTgt spid="1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1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750" fill="hold"/>
                                        <p:tgtEl>
                                          <p:spTgt spid="18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10" fill="hold"/>
                                        <p:tgtEl>
                                          <p:spTgt spid="1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750" fill="hold"/>
                                        <p:tgtEl>
                                          <p:spTgt spid="1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10" fill="hold"/>
                                        <p:tgtEl>
                                          <p:spTgt spid="25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750" fill="hold"/>
                                        <p:tgtEl>
                                          <p:spTgt spid="2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  <p:bldP spid="12" grpId="1"/>
      <p:bldP spid="12" grpId="2"/>
      <p:bldP spid="14" grpId="0"/>
      <p:bldP spid="14" grpId="1"/>
      <p:bldP spid="14" grpId="2"/>
      <p:bldP spid="16" grpId="0"/>
      <p:bldP spid="16" grpId="1"/>
      <p:bldP spid="16" grpId="2"/>
      <p:bldP spid="18" grpId="0"/>
      <p:bldP spid="18" grpId="1"/>
      <p:bldP spid="18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A950A-070D-79C2-6FAE-888A4F00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734CF4-8A94-F7D5-E2B7-08D4246117E8}"/>
              </a:ext>
            </a:extLst>
          </p:cNvPr>
          <p:cNvSpPr txBox="1"/>
          <p:nvPr/>
        </p:nvSpPr>
        <p:spPr>
          <a:xfrm>
            <a:off x="328052" y="1317644"/>
            <a:ext cx="3618844" cy="35855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spcAft>
                <a:spcPts val="600"/>
              </a:spcAft>
              <a:buClr>
                <a:schemeClr val="bg1"/>
              </a:buClr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Challenges: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Vendor Invoice Rejections are time consuming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Vendor Statements are extremely manual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Benefits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Massive time savings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Logic driven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Minimizes human error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A2D84C-76BF-B31B-97F3-C0589F435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053" y="413205"/>
            <a:ext cx="4252525" cy="697138"/>
          </a:xfrm>
        </p:spPr>
        <p:txBody>
          <a:bodyPr/>
          <a:lstStyle/>
          <a:p>
            <a:r>
              <a:rPr lang="en-US" sz="2800"/>
              <a:t>Power Automate Solutions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AC0D05F3-880E-0624-3FF9-1F45B79638CB}"/>
              </a:ext>
            </a:extLst>
          </p:cNvPr>
          <p:cNvSpPr/>
          <p:nvPr/>
        </p:nvSpPr>
        <p:spPr>
          <a:xfrm flipV="1">
            <a:off x="7291302" y="6834361"/>
            <a:ext cx="2901772" cy="3934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976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70709-8B55-F634-6C8B-1823B6B8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03C79D9-535B-02AF-7062-9FCA6045E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9F8F8-7520-C74D-998A-5968660C1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8C62FB-3436-321A-28C2-DE85371118D5}"/>
              </a:ext>
            </a:extLst>
          </p:cNvPr>
          <p:cNvSpPr txBox="1"/>
          <p:nvPr/>
        </p:nvSpPr>
        <p:spPr>
          <a:xfrm>
            <a:off x="6096000" y="1526822"/>
            <a:ext cx="5552344" cy="1320165"/>
          </a:xfrm>
          <a:prstGeom prst="rect">
            <a:avLst/>
          </a:prstGeom>
          <a:noFill/>
        </p:spPr>
        <p:txBody>
          <a:bodyPr wrap="square" lIns="182880" tIns="182880" rIns="182880" bIns="18288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AI-Powered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Claims Workflow: Faster and More Transparent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B14F8C-374D-09A6-9D6F-2A98A9F83714}"/>
              </a:ext>
            </a:extLst>
          </p:cNvPr>
          <p:cNvSpPr txBox="1"/>
          <p:nvPr/>
        </p:nvSpPr>
        <p:spPr>
          <a:xfrm>
            <a:off x="6983509" y="2956013"/>
            <a:ext cx="4757698" cy="3474339"/>
          </a:xfrm>
          <a:prstGeom prst="rect">
            <a:avLst/>
          </a:prstGeom>
          <a:noFill/>
        </p:spPr>
        <p:txBody>
          <a:bodyPr wrap="square" lIns="182880" tIns="182880" rIns="182880" bIns="18288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Faster Claim Decisions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Streamlined evidence and AI‑supported matching reduce turnaround time and speed resolution for transferees.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Greater Transparency &amp; Trust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Clear, item‑level “before &amp; after” visuals give clients and transferees confidence in the process.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Fair &amp; Consistent Outcomes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Less subjectivity and fewer escalations thanks to standardized evidence and AI‑driven clarity.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831D0CAA-5DA0-6218-E4C9-5C539502E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5264" y="3088253"/>
            <a:ext cx="725557" cy="72555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07A7ED6B-16A4-8F3F-1D10-E7899A8FA0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6186" y="4185885"/>
            <a:ext cx="664635" cy="66463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67AB876-D7E0-AEF3-D382-A0496ACFA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9937" y="5171442"/>
            <a:ext cx="725557" cy="72555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4946FE2-B71E-D0A1-C698-AD86C0BF56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1605" y="626641"/>
            <a:ext cx="2398599" cy="11618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E53D68-D14F-4C9E-2E47-7C4F42C599E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1245"/>
          <a:stretch>
            <a:fillRect/>
          </a:stretch>
        </p:blipFill>
        <p:spPr>
          <a:xfrm>
            <a:off x="5266816" y="468159"/>
            <a:ext cx="3082988" cy="1262888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7B1F2298-7BE3-1894-3F0B-C83A9096C59E}"/>
              </a:ext>
            </a:extLst>
          </p:cNvPr>
          <p:cNvSpPr/>
          <p:nvPr/>
        </p:nvSpPr>
        <p:spPr>
          <a:xfrm>
            <a:off x="8516383" y="870723"/>
            <a:ext cx="457760" cy="457760"/>
          </a:xfrm>
          <a:prstGeom prst="mathPlus">
            <a:avLst>
              <a:gd name="adj1" fmla="val 144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810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0B44-4AD8-5FA7-207A-9A669FDE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3C991B-88C8-7BBA-18F9-FCA842C493B3}"/>
              </a:ext>
            </a:extLst>
          </p:cNvPr>
          <p:cNvSpPr txBox="1"/>
          <p:nvPr/>
        </p:nvSpPr>
        <p:spPr>
          <a:xfrm>
            <a:off x="616688" y="1317644"/>
            <a:ext cx="455402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spcAft>
                <a:spcPts val="600"/>
              </a:spcAft>
              <a:buClr>
                <a:schemeClr val="bg1"/>
              </a:buClr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Common org-wide issues: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Enormous mass of data stored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Lack of organization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Countless hours spent searching and retrieving information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Expectations of leaders and clients: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Speed – always on time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Accuracy – always correct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We live in an on-demand world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9A3661-45E7-8F9E-8CD3-3DBC23C0D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689" y="413205"/>
            <a:ext cx="5718797" cy="697138"/>
          </a:xfrm>
        </p:spPr>
        <p:txBody>
          <a:bodyPr/>
          <a:lstStyle/>
          <a:p>
            <a:r>
              <a:rPr lang="en-US" sz="2800"/>
              <a:t>Knowledge Scout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C253A989-2A67-8BF2-C951-82E79D051A40}"/>
              </a:ext>
            </a:extLst>
          </p:cNvPr>
          <p:cNvSpPr/>
          <p:nvPr/>
        </p:nvSpPr>
        <p:spPr>
          <a:xfrm flipV="1">
            <a:off x="7291302" y="6834361"/>
            <a:ext cx="2901772" cy="3934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845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C801-6C48-610C-6FDF-0D373E38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4CDFE-4911-15B3-5600-0E875C0B7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23D53-69DE-F994-5D5B-CADD30403940}"/>
              </a:ext>
            </a:extLst>
          </p:cNvPr>
          <p:cNvSpPr txBox="1"/>
          <p:nvPr/>
        </p:nvSpPr>
        <p:spPr>
          <a:xfrm>
            <a:off x="448806" y="1507915"/>
            <a:ext cx="37404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Challenges: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Process &gt;100 RFPs per annum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Extremely time sensitive and very detailed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Content is repeatedly recreated or reworked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447C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Benefits: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Rapidly parses and understands RFP questions to create a first draft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Converts institutional knowledge into a reusable enterprise asset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Applies industry and market intel automatically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2D039EE-E49E-AEFB-A37E-7F1738DF53F5}"/>
              </a:ext>
            </a:extLst>
          </p:cNvPr>
          <p:cNvSpPr txBox="1">
            <a:spLocks/>
          </p:cNvSpPr>
          <p:nvPr/>
        </p:nvSpPr>
        <p:spPr>
          <a:xfrm>
            <a:off x="503237" y="385433"/>
            <a:ext cx="9443641" cy="5515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6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Arial"/>
              </a:rPr>
              <a:t>Request for Proposal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Arial"/>
              </a:rPr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2774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" fill="hold"/>
                                        <p:tgtEl>
                                          <p:spTgt spid="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6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CDDE-EF28-DD51-A5FD-D9944346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011739-ECA4-280C-4F9C-E984E264BC1F}"/>
              </a:ext>
            </a:extLst>
          </p:cNvPr>
          <p:cNvSpPr txBox="1"/>
          <p:nvPr/>
        </p:nvSpPr>
        <p:spPr>
          <a:xfrm>
            <a:off x="448807" y="1322385"/>
            <a:ext cx="324841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Challenges: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Old technology still in use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Lacks modern integration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Heavy manual effort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Benefits: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Could automate </a:t>
            </a:r>
            <a:r>
              <a:rPr kumimoji="0" lang="en-US" sz="1800" b="0" i="0" u="sng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many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tasks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Colleagues can focus on serving client needs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 backlogs = no contingent workforce needs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C6293B-BFE8-0ED8-5221-E5A615B82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237" y="385433"/>
            <a:ext cx="9443641" cy="551525"/>
          </a:xfrm>
        </p:spPr>
        <p:txBody>
          <a:bodyPr/>
          <a:lstStyle/>
          <a:p>
            <a:r>
              <a:rPr lang="en-US" sz="2800"/>
              <a:t>Service Order Agent</a:t>
            </a:r>
          </a:p>
        </p:txBody>
      </p:sp>
    </p:spTree>
    <p:extLst>
      <p:ext uri="{BB962C8B-B14F-4D97-AF65-F5344CB8AC3E}">
        <p14:creationId xmlns:p14="http://schemas.microsoft.com/office/powerpoint/2010/main" val="276407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770D-CDBD-98CF-6B02-6469724F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6B6FC7-0D54-82A7-1232-1D1EA8900FE5}"/>
              </a:ext>
            </a:extLst>
          </p:cNvPr>
          <p:cNvSpPr txBox="1"/>
          <p:nvPr/>
        </p:nvSpPr>
        <p:spPr>
          <a:xfrm>
            <a:off x="6255916" y="4136587"/>
            <a:ext cx="2520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eaLnBrk="1" latinLnBrk="0" hangingPunct="1">
              <a:buNone/>
              <a:defRPr b="1">
                <a:effectLst/>
                <a:latin typeface="Aptos" panose="020B0004020202020204" pitchFamily="34" charset="0"/>
              </a:defRPr>
            </a:lvl1pPr>
          </a:lstStyle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Once AI adoption starts, it spreads quickly.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Strong governance and clear policies keep innovation safe, scalable, and aligned with business goals.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B4FA8F-6ECB-F95A-27AE-762668A7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Key takeaways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89EA39-4630-97F8-1959-F1AECD401FF9}"/>
              </a:ext>
            </a:extLst>
          </p:cNvPr>
          <p:cNvSpPr txBox="1"/>
          <p:nvPr/>
        </p:nvSpPr>
        <p:spPr>
          <a:xfrm>
            <a:off x="9000522" y="4136587"/>
            <a:ext cx="252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Technology alone doesn’t transform.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Empowering people to use AI for meaningful work unlocks creativity, improves service, and drives real change.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8B9C7-AC1B-EFD6-A5B6-F5E8753A3E4D}"/>
              </a:ext>
            </a:extLst>
          </p:cNvPr>
          <p:cNvSpPr txBox="1"/>
          <p:nvPr/>
        </p:nvSpPr>
        <p:spPr>
          <a:xfrm>
            <a:off x="766702" y="4136587"/>
            <a:ext cx="252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Clean, structured data is the foundation for AI success.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Poor data leads to poor insights and broken automation—invest in data quality first.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E96311-2C40-8999-7B7F-5F3FE9D2D78C}"/>
              </a:ext>
            </a:extLst>
          </p:cNvPr>
          <p:cNvSpPr txBox="1"/>
          <p:nvPr/>
        </p:nvSpPr>
        <p:spPr>
          <a:xfrm>
            <a:off x="3511309" y="4136587"/>
            <a:ext cx="2520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AI is evolving at warp speed, and leadership wants to move just as fast.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Balancing urgency with readiness is critical to avoid derailment.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C1D4333-0D3C-7ADE-ED8B-093DB976E34D}"/>
              </a:ext>
            </a:extLst>
          </p:cNvPr>
          <p:cNvGrpSpPr/>
          <p:nvPr/>
        </p:nvGrpSpPr>
        <p:grpSpPr>
          <a:xfrm>
            <a:off x="1066804" y="1389407"/>
            <a:ext cx="1656000" cy="1656000"/>
            <a:chOff x="925286" y="1443837"/>
            <a:chExt cx="1656000" cy="1656000"/>
          </a:xfrm>
        </p:grpSpPr>
        <p:sp>
          <p:nvSpPr>
            <p:cNvPr id="2" name="Flowchart: Connector 1">
              <a:extLst>
                <a:ext uri="{FF2B5EF4-FFF2-40B4-BE49-F238E27FC236}">
                  <a16:creationId xmlns:a16="http://schemas.microsoft.com/office/drawing/2014/main" id="{89EE4C88-0422-AE18-D6A6-8412B3FA9E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5286" y="1443837"/>
              <a:ext cx="1656000" cy="1656000"/>
            </a:xfrm>
            <a:prstGeom prst="flowChartConnector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5" name="Graphic 14" descr="Statistics outline">
              <a:extLst>
                <a:ext uri="{FF2B5EF4-FFF2-40B4-BE49-F238E27FC236}">
                  <a16:creationId xmlns:a16="http://schemas.microsoft.com/office/drawing/2014/main" id="{FA9B2186-BDC5-43C0-E03A-BC34E0CBFF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3024" y="1821321"/>
              <a:ext cx="914400" cy="914400"/>
            </a:xfrm>
            <a:prstGeom prst="rect">
              <a:avLst/>
            </a:prstGeom>
          </p:spPr>
        </p:pic>
        <p:pic>
          <p:nvPicPr>
            <p:cNvPr id="19" name="Graphic 18" descr="Magnifying glass outline">
              <a:extLst>
                <a:ext uri="{FF2B5EF4-FFF2-40B4-BE49-F238E27FC236}">
                  <a16:creationId xmlns:a16="http://schemas.microsoft.com/office/drawing/2014/main" id="{7EC79EA3-9938-949A-CFA9-BB564C7194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9624" y="1864521"/>
              <a:ext cx="828000" cy="828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96FCDDB-0E99-6768-36C2-3371397332A9}"/>
              </a:ext>
            </a:extLst>
          </p:cNvPr>
          <p:cNvGrpSpPr/>
          <p:nvPr/>
        </p:nvGrpSpPr>
        <p:grpSpPr>
          <a:xfrm>
            <a:off x="3830488" y="1389407"/>
            <a:ext cx="1656000" cy="1656000"/>
            <a:chOff x="3736143" y="1443837"/>
            <a:chExt cx="1656000" cy="1656000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4AAC4080-E80C-5568-170A-A3E1641FD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36143" y="1443837"/>
              <a:ext cx="1656000" cy="1656000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21" name="Graphic 20" descr="Train Tracks outline">
              <a:extLst>
                <a:ext uri="{FF2B5EF4-FFF2-40B4-BE49-F238E27FC236}">
                  <a16:creationId xmlns:a16="http://schemas.microsoft.com/office/drawing/2014/main" id="{B8941E07-1D4B-8C12-FBCA-5D68CC4E09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3627" y="2098895"/>
              <a:ext cx="914400" cy="914400"/>
            </a:xfrm>
            <a:prstGeom prst="rect">
              <a:avLst/>
            </a:prstGeom>
          </p:spPr>
        </p:pic>
        <p:grpSp>
          <p:nvGrpSpPr>
            <p:cNvPr id="24" name="Graphic 22" descr="Train outline">
              <a:extLst>
                <a:ext uri="{FF2B5EF4-FFF2-40B4-BE49-F238E27FC236}">
                  <a16:creationId xmlns:a16="http://schemas.microsoft.com/office/drawing/2014/main" id="{36A699B0-7D96-345B-3E0B-A4A8E5C76BA9}"/>
                </a:ext>
              </a:extLst>
            </p:cNvPr>
            <p:cNvGrpSpPr/>
            <p:nvPr/>
          </p:nvGrpSpPr>
          <p:grpSpPr>
            <a:xfrm>
              <a:off x="4342227" y="1702929"/>
              <a:ext cx="485779" cy="610962"/>
              <a:chOff x="4331341" y="1887988"/>
              <a:chExt cx="485779" cy="610962"/>
            </a:xfrm>
            <a:solidFill>
              <a:schemeClr val="bg1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651F100-DC89-BB24-ADCB-1AD3022D42AA}"/>
                  </a:ext>
                </a:extLst>
              </p:cNvPr>
              <p:cNvSpPr/>
              <p:nvPr/>
            </p:nvSpPr>
            <p:spPr>
              <a:xfrm>
                <a:off x="4331341" y="1887988"/>
                <a:ext cx="457200" cy="571500"/>
              </a:xfrm>
              <a:custGeom>
                <a:avLst/>
                <a:gdLst>
                  <a:gd name="csX0" fmla="*/ 76200 w 457200"/>
                  <a:gd name="csY0" fmla="*/ 0 h 571500"/>
                  <a:gd name="csX1" fmla="*/ 0 w 457200"/>
                  <a:gd name="csY1" fmla="*/ 76200 h 571500"/>
                  <a:gd name="csX2" fmla="*/ 0 w 457200"/>
                  <a:gd name="csY2" fmla="*/ 514350 h 571500"/>
                  <a:gd name="csX3" fmla="*/ 57150 w 457200"/>
                  <a:gd name="csY3" fmla="*/ 571500 h 571500"/>
                  <a:gd name="csX4" fmla="*/ 400050 w 457200"/>
                  <a:gd name="csY4" fmla="*/ 571500 h 571500"/>
                  <a:gd name="csX5" fmla="*/ 457200 w 457200"/>
                  <a:gd name="csY5" fmla="*/ 514350 h 571500"/>
                  <a:gd name="csX6" fmla="*/ 457200 w 457200"/>
                  <a:gd name="csY6" fmla="*/ 76200 h 571500"/>
                  <a:gd name="csX7" fmla="*/ 381000 w 457200"/>
                  <a:gd name="csY7" fmla="*/ 0 h 571500"/>
                  <a:gd name="csX8" fmla="*/ 438150 w 457200"/>
                  <a:gd name="csY8" fmla="*/ 95250 h 571500"/>
                  <a:gd name="csX9" fmla="*/ 438150 w 457200"/>
                  <a:gd name="csY9" fmla="*/ 314325 h 571500"/>
                  <a:gd name="csX10" fmla="*/ 19050 w 457200"/>
                  <a:gd name="csY10" fmla="*/ 314325 h 571500"/>
                  <a:gd name="csX11" fmla="*/ 19050 w 457200"/>
                  <a:gd name="csY11" fmla="*/ 95250 h 571500"/>
                  <a:gd name="csX12" fmla="*/ 190500 w 457200"/>
                  <a:gd name="csY12" fmla="*/ 95250 h 571500"/>
                  <a:gd name="csX13" fmla="*/ 190500 w 457200"/>
                  <a:gd name="csY13" fmla="*/ 85725 h 571500"/>
                  <a:gd name="csX14" fmla="*/ 200025 w 457200"/>
                  <a:gd name="csY14" fmla="*/ 76200 h 571500"/>
                  <a:gd name="csX15" fmla="*/ 257175 w 457200"/>
                  <a:gd name="csY15" fmla="*/ 76200 h 571500"/>
                  <a:gd name="csX16" fmla="*/ 266700 w 457200"/>
                  <a:gd name="csY16" fmla="*/ 85725 h 571500"/>
                  <a:gd name="csX17" fmla="*/ 266700 w 457200"/>
                  <a:gd name="csY17" fmla="*/ 95250 h 571500"/>
                  <a:gd name="csX18" fmla="*/ 400050 w 457200"/>
                  <a:gd name="csY18" fmla="*/ 552450 h 571500"/>
                  <a:gd name="csX19" fmla="*/ 57150 w 457200"/>
                  <a:gd name="csY19" fmla="*/ 552450 h 571500"/>
                  <a:gd name="csX20" fmla="*/ 19050 w 457200"/>
                  <a:gd name="csY20" fmla="*/ 514350 h 571500"/>
                  <a:gd name="csX21" fmla="*/ 19050 w 457200"/>
                  <a:gd name="csY21" fmla="*/ 333375 h 571500"/>
                  <a:gd name="csX22" fmla="*/ 438150 w 457200"/>
                  <a:gd name="csY22" fmla="*/ 333375 h 571500"/>
                  <a:gd name="csX23" fmla="*/ 438150 w 457200"/>
                  <a:gd name="csY23" fmla="*/ 514350 h 571500"/>
                  <a:gd name="csX24" fmla="*/ 400050 w 457200"/>
                  <a:gd name="csY24" fmla="*/ 552450 h 571500"/>
                  <a:gd name="csX25" fmla="*/ 438150 w 457200"/>
                  <a:gd name="csY25" fmla="*/ 76200 h 571500"/>
                  <a:gd name="csX26" fmla="*/ 284140 w 457200"/>
                  <a:gd name="csY26" fmla="*/ 76200 h 571500"/>
                  <a:gd name="csX27" fmla="*/ 257175 w 457200"/>
                  <a:gd name="csY27" fmla="*/ 57150 h 571500"/>
                  <a:gd name="csX28" fmla="*/ 200025 w 457200"/>
                  <a:gd name="csY28" fmla="*/ 57150 h 571500"/>
                  <a:gd name="csX29" fmla="*/ 173079 w 457200"/>
                  <a:gd name="csY29" fmla="*/ 76200 h 571500"/>
                  <a:gd name="csX30" fmla="*/ 19050 w 457200"/>
                  <a:gd name="csY30" fmla="*/ 76200 h 571500"/>
                  <a:gd name="csX31" fmla="*/ 76200 w 457200"/>
                  <a:gd name="csY31" fmla="*/ 19050 h 571500"/>
                  <a:gd name="csX32" fmla="*/ 381000 w 457200"/>
                  <a:gd name="csY32" fmla="*/ 19050 h 571500"/>
                  <a:gd name="csX33" fmla="*/ 438150 w 457200"/>
                  <a:gd name="csY33" fmla="*/ 76200 h 571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457200" h="571500">
                    <a:moveTo>
                      <a:pt x="76200" y="0"/>
                    </a:moveTo>
                    <a:cubicBezTo>
                      <a:pt x="34170" y="131"/>
                      <a:pt x="130" y="34170"/>
                      <a:pt x="0" y="76200"/>
                    </a:cubicBezTo>
                    <a:lnTo>
                      <a:pt x="0" y="514350"/>
                    </a:lnTo>
                    <a:cubicBezTo>
                      <a:pt x="99" y="545872"/>
                      <a:pt x="25628" y="571401"/>
                      <a:pt x="57150" y="571500"/>
                    </a:cubicBezTo>
                    <a:lnTo>
                      <a:pt x="400050" y="571500"/>
                    </a:lnTo>
                    <a:cubicBezTo>
                      <a:pt x="431570" y="571395"/>
                      <a:pt x="457095" y="545870"/>
                      <a:pt x="457200" y="514350"/>
                    </a:cubicBezTo>
                    <a:lnTo>
                      <a:pt x="457200" y="76200"/>
                    </a:lnTo>
                    <a:cubicBezTo>
                      <a:pt x="457070" y="34170"/>
                      <a:pt x="423030" y="131"/>
                      <a:pt x="381000" y="0"/>
                    </a:cubicBezTo>
                    <a:close/>
                    <a:moveTo>
                      <a:pt x="438150" y="95250"/>
                    </a:moveTo>
                    <a:lnTo>
                      <a:pt x="438150" y="314325"/>
                    </a:lnTo>
                    <a:lnTo>
                      <a:pt x="19050" y="314325"/>
                    </a:lnTo>
                    <a:lnTo>
                      <a:pt x="19050" y="95250"/>
                    </a:lnTo>
                    <a:lnTo>
                      <a:pt x="190500" y="95250"/>
                    </a:lnTo>
                    <a:lnTo>
                      <a:pt x="190500" y="85725"/>
                    </a:lnTo>
                    <a:cubicBezTo>
                      <a:pt x="190500" y="80464"/>
                      <a:pt x="194764" y="76200"/>
                      <a:pt x="200025" y="76200"/>
                    </a:cubicBezTo>
                    <a:lnTo>
                      <a:pt x="257175" y="76200"/>
                    </a:lnTo>
                    <a:cubicBezTo>
                      <a:pt x="262436" y="76200"/>
                      <a:pt x="266700" y="80464"/>
                      <a:pt x="266700" y="85725"/>
                    </a:cubicBezTo>
                    <a:lnTo>
                      <a:pt x="266700" y="95250"/>
                    </a:lnTo>
                    <a:close/>
                    <a:moveTo>
                      <a:pt x="400050" y="552450"/>
                    </a:moveTo>
                    <a:lnTo>
                      <a:pt x="57150" y="552450"/>
                    </a:lnTo>
                    <a:cubicBezTo>
                      <a:pt x="36121" y="552419"/>
                      <a:pt x="19081" y="535379"/>
                      <a:pt x="19050" y="514350"/>
                    </a:cubicBezTo>
                    <a:lnTo>
                      <a:pt x="19050" y="333375"/>
                    </a:lnTo>
                    <a:lnTo>
                      <a:pt x="438150" y="333375"/>
                    </a:lnTo>
                    <a:lnTo>
                      <a:pt x="438150" y="514350"/>
                    </a:lnTo>
                    <a:cubicBezTo>
                      <a:pt x="438119" y="535379"/>
                      <a:pt x="421079" y="552419"/>
                      <a:pt x="400050" y="552450"/>
                    </a:cubicBezTo>
                    <a:close/>
                    <a:moveTo>
                      <a:pt x="438150" y="76200"/>
                    </a:moveTo>
                    <a:lnTo>
                      <a:pt x="284140" y="76200"/>
                    </a:lnTo>
                    <a:cubicBezTo>
                      <a:pt x="280086" y="64785"/>
                      <a:pt x="269288" y="57157"/>
                      <a:pt x="257175" y="57150"/>
                    </a:cubicBezTo>
                    <a:lnTo>
                      <a:pt x="200025" y="57150"/>
                    </a:lnTo>
                    <a:cubicBezTo>
                      <a:pt x="187919" y="57165"/>
                      <a:pt x="177131" y="64792"/>
                      <a:pt x="173079" y="76200"/>
                    </a:cubicBezTo>
                    <a:lnTo>
                      <a:pt x="19050" y="76200"/>
                    </a:lnTo>
                    <a:cubicBezTo>
                      <a:pt x="19092" y="44654"/>
                      <a:pt x="44654" y="19092"/>
                      <a:pt x="76200" y="19050"/>
                    </a:cubicBezTo>
                    <a:lnTo>
                      <a:pt x="381000" y="19050"/>
                    </a:lnTo>
                    <a:cubicBezTo>
                      <a:pt x="412548" y="19087"/>
                      <a:pt x="438113" y="44652"/>
                      <a:pt x="438150" y="7620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4D52952-8258-C199-1ADA-DFDE1D2BF67C}"/>
                  </a:ext>
                </a:extLst>
              </p:cNvPr>
              <p:cNvSpPr/>
              <p:nvPr/>
            </p:nvSpPr>
            <p:spPr>
              <a:xfrm>
                <a:off x="4455168" y="2422748"/>
                <a:ext cx="76202" cy="76202"/>
              </a:xfrm>
              <a:custGeom>
                <a:avLst/>
                <a:gdLst>
                  <a:gd name="csX0" fmla="*/ 38100 w 76202"/>
                  <a:gd name="csY0" fmla="*/ 2 h 76202"/>
                  <a:gd name="csX1" fmla="*/ 0 w 76202"/>
                  <a:gd name="csY1" fmla="*/ 38102 h 76202"/>
                  <a:gd name="csX2" fmla="*/ 38100 w 76202"/>
                  <a:gd name="csY2" fmla="*/ 76202 h 76202"/>
                  <a:gd name="csX3" fmla="*/ 76200 w 76202"/>
                  <a:gd name="csY3" fmla="*/ 38102 h 76202"/>
                  <a:gd name="csX4" fmla="*/ 38904 w 76202"/>
                  <a:gd name="csY4" fmla="*/ 2 h 76202"/>
                  <a:gd name="csX5" fmla="*/ 38100 w 76202"/>
                  <a:gd name="csY5" fmla="*/ 2 h 76202"/>
                  <a:gd name="csX6" fmla="*/ 38100 w 76202"/>
                  <a:gd name="csY6" fmla="*/ 57152 h 76202"/>
                  <a:gd name="csX7" fmla="*/ 19050 w 76202"/>
                  <a:gd name="csY7" fmla="*/ 38102 h 76202"/>
                  <a:gd name="csX8" fmla="*/ 38100 w 76202"/>
                  <a:gd name="csY8" fmla="*/ 19052 h 76202"/>
                  <a:gd name="csX9" fmla="*/ 57150 w 76202"/>
                  <a:gd name="csY9" fmla="*/ 38102 h 76202"/>
                  <a:gd name="csX10" fmla="*/ 38948 w 76202"/>
                  <a:gd name="csY10" fmla="*/ 57152 h 76202"/>
                  <a:gd name="csX11" fmla="*/ 38100 w 76202"/>
                  <a:gd name="csY11" fmla="*/ 57152 h 762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76202" h="76202">
                    <a:moveTo>
                      <a:pt x="38100" y="2"/>
                    </a:moveTo>
                    <a:cubicBezTo>
                      <a:pt x="17058" y="2"/>
                      <a:pt x="0" y="17060"/>
                      <a:pt x="0" y="38102"/>
                    </a:cubicBezTo>
                    <a:cubicBezTo>
                      <a:pt x="0" y="59144"/>
                      <a:pt x="17058" y="76202"/>
                      <a:pt x="38100" y="76202"/>
                    </a:cubicBezTo>
                    <a:cubicBezTo>
                      <a:pt x="59142" y="76202"/>
                      <a:pt x="76200" y="59144"/>
                      <a:pt x="76200" y="38102"/>
                    </a:cubicBezTo>
                    <a:cubicBezTo>
                      <a:pt x="76422" y="17282"/>
                      <a:pt x="59725" y="224"/>
                      <a:pt x="38904" y="2"/>
                    </a:cubicBezTo>
                    <a:cubicBezTo>
                      <a:pt x="38636" y="-1"/>
                      <a:pt x="38368" y="-1"/>
                      <a:pt x="38100" y="2"/>
                    </a:cubicBezTo>
                    <a:close/>
                    <a:moveTo>
                      <a:pt x="38100" y="57152"/>
                    </a:moveTo>
                    <a:cubicBezTo>
                      <a:pt x="27579" y="57152"/>
                      <a:pt x="19050" y="48623"/>
                      <a:pt x="19050" y="38102"/>
                    </a:cubicBezTo>
                    <a:cubicBezTo>
                      <a:pt x="19050" y="27581"/>
                      <a:pt x="27579" y="19052"/>
                      <a:pt x="38100" y="19052"/>
                    </a:cubicBezTo>
                    <a:cubicBezTo>
                      <a:pt x="48621" y="19052"/>
                      <a:pt x="57150" y="27581"/>
                      <a:pt x="57150" y="38102"/>
                    </a:cubicBezTo>
                    <a:cubicBezTo>
                      <a:pt x="57384" y="48389"/>
                      <a:pt x="49235" y="56918"/>
                      <a:pt x="38948" y="57152"/>
                    </a:cubicBezTo>
                    <a:cubicBezTo>
                      <a:pt x="38665" y="57159"/>
                      <a:pt x="38383" y="57159"/>
                      <a:pt x="38100" y="5715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9E3217F-3552-65E3-AD74-CCD97F3A3F56}"/>
                  </a:ext>
                </a:extLst>
              </p:cNvPr>
              <p:cNvSpPr/>
              <p:nvPr/>
            </p:nvSpPr>
            <p:spPr>
              <a:xfrm>
                <a:off x="4740918" y="2422748"/>
                <a:ext cx="76202" cy="76202"/>
              </a:xfrm>
              <a:custGeom>
                <a:avLst/>
                <a:gdLst>
                  <a:gd name="csX0" fmla="*/ 38100 w 76202"/>
                  <a:gd name="csY0" fmla="*/ 2 h 76202"/>
                  <a:gd name="csX1" fmla="*/ 0 w 76202"/>
                  <a:gd name="csY1" fmla="*/ 38102 h 76202"/>
                  <a:gd name="csX2" fmla="*/ 38100 w 76202"/>
                  <a:gd name="csY2" fmla="*/ 76202 h 76202"/>
                  <a:gd name="csX3" fmla="*/ 76200 w 76202"/>
                  <a:gd name="csY3" fmla="*/ 38102 h 76202"/>
                  <a:gd name="csX4" fmla="*/ 38904 w 76202"/>
                  <a:gd name="csY4" fmla="*/ 2 h 76202"/>
                  <a:gd name="csX5" fmla="*/ 38100 w 76202"/>
                  <a:gd name="csY5" fmla="*/ 2 h 76202"/>
                  <a:gd name="csX6" fmla="*/ 38100 w 76202"/>
                  <a:gd name="csY6" fmla="*/ 57152 h 76202"/>
                  <a:gd name="csX7" fmla="*/ 19050 w 76202"/>
                  <a:gd name="csY7" fmla="*/ 38102 h 76202"/>
                  <a:gd name="csX8" fmla="*/ 38100 w 76202"/>
                  <a:gd name="csY8" fmla="*/ 19052 h 76202"/>
                  <a:gd name="csX9" fmla="*/ 57150 w 76202"/>
                  <a:gd name="csY9" fmla="*/ 38102 h 76202"/>
                  <a:gd name="csX10" fmla="*/ 38948 w 76202"/>
                  <a:gd name="csY10" fmla="*/ 57152 h 76202"/>
                  <a:gd name="csX11" fmla="*/ 38100 w 76202"/>
                  <a:gd name="csY11" fmla="*/ 57152 h 762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76202" h="76202">
                    <a:moveTo>
                      <a:pt x="38100" y="2"/>
                    </a:moveTo>
                    <a:cubicBezTo>
                      <a:pt x="17058" y="2"/>
                      <a:pt x="0" y="17060"/>
                      <a:pt x="0" y="38102"/>
                    </a:cubicBezTo>
                    <a:cubicBezTo>
                      <a:pt x="0" y="59144"/>
                      <a:pt x="17058" y="76202"/>
                      <a:pt x="38100" y="76202"/>
                    </a:cubicBezTo>
                    <a:cubicBezTo>
                      <a:pt x="59142" y="76202"/>
                      <a:pt x="76200" y="59144"/>
                      <a:pt x="76200" y="38102"/>
                    </a:cubicBezTo>
                    <a:cubicBezTo>
                      <a:pt x="76422" y="17282"/>
                      <a:pt x="59725" y="224"/>
                      <a:pt x="38904" y="2"/>
                    </a:cubicBezTo>
                    <a:cubicBezTo>
                      <a:pt x="38636" y="-1"/>
                      <a:pt x="38368" y="-1"/>
                      <a:pt x="38100" y="2"/>
                    </a:cubicBezTo>
                    <a:close/>
                    <a:moveTo>
                      <a:pt x="38100" y="57152"/>
                    </a:moveTo>
                    <a:cubicBezTo>
                      <a:pt x="27579" y="57152"/>
                      <a:pt x="19050" y="48623"/>
                      <a:pt x="19050" y="38102"/>
                    </a:cubicBezTo>
                    <a:cubicBezTo>
                      <a:pt x="19050" y="27581"/>
                      <a:pt x="27579" y="19052"/>
                      <a:pt x="38100" y="19052"/>
                    </a:cubicBezTo>
                    <a:cubicBezTo>
                      <a:pt x="48621" y="19052"/>
                      <a:pt x="57150" y="27581"/>
                      <a:pt x="57150" y="38102"/>
                    </a:cubicBezTo>
                    <a:cubicBezTo>
                      <a:pt x="57384" y="48389"/>
                      <a:pt x="49235" y="56918"/>
                      <a:pt x="38948" y="57152"/>
                    </a:cubicBezTo>
                    <a:cubicBezTo>
                      <a:pt x="38665" y="57159"/>
                      <a:pt x="38383" y="57159"/>
                      <a:pt x="38100" y="5715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17C1D1-6C73-5C45-65D2-D51373122D20}"/>
              </a:ext>
            </a:extLst>
          </p:cNvPr>
          <p:cNvGrpSpPr/>
          <p:nvPr/>
        </p:nvGrpSpPr>
        <p:grpSpPr>
          <a:xfrm>
            <a:off x="6594172" y="1389407"/>
            <a:ext cx="1656000" cy="1656000"/>
            <a:chOff x="6547000" y="1443837"/>
            <a:chExt cx="1656000" cy="1656000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C7B8D97D-0D47-9141-4BAF-A361BAE2FB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7000" y="1443837"/>
              <a:ext cx="1656000" cy="1656000"/>
            </a:xfrm>
            <a:prstGeom prst="flowChartConnector">
              <a:avLst/>
            </a:prstGeom>
            <a:solidFill>
              <a:schemeClr val="tx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30" name="Graphic 29" descr="Genie Bottle outline">
              <a:extLst>
                <a:ext uri="{FF2B5EF4-FFF2-40B4-BE49-F238E27FC236}">
                  <a16:creationId xmlns:a16="http://schemas.microsoft.com/office/drawing/2014/main" id="{D3C004EE-0513-3463-6E12-3838149FA2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24484" y="1824387"/>
              <a:ext cx="914400" cy="914400"/>
            </a:xfrm>
            <a:prstGeom prst="rect">
              <a:avLst/>
            </a:prstGeom>
          </p:spPr>
        </p:pic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2A31207E-B942-CC79-BCD5-7D9D76AF7E14}"/>
                </a:ext>
              </a:extLst>
            </p:cNvPr>
            <p:cNvSpPr/>
            <p:nvPr/>
          </p:nvSpPr>
          <p:spPr>
            <a:xfrm>
              <a:off x="6655000" y="1551837"/>
              <a:ext cx="1440000" cy="1440000"/>
            </a:xfrm>
            <a:prstGeom prst="flowChartConnector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98714F8-05EC-7D6D-134A-9FDCCD98B140}"/>
              </a:ext>
            </a:extLst>
          </p:cNvPr>
          <p:cNvGrpSpPr/>
          <p:nvPr/>
        </p:nvGrpSpPr>
        <p:grpSpPr>
          <a:xfrm>
            <a:off x="9357856" y="1389407"/>
            <a:ext cx="1656000" cy="1656000"/>
            <a:chOff x="9357856" y="1443837"/>
            <a:chExt cx="1656000" cy="1656000"/>
          </a:xfrm>
        </p:grpSpPr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B17EC49E-0B54-C1FC-AEA9-F5D9BA7FDE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57856" y="1443837"/>
              <a:ext cx="1656000" cy="1656000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35" name="Graphic 34" descr="Aspiration outline">
              <a:extLst>
                <a:ext uri="{FF2B5EF4-FFF2-40B4-BE49-F238E27FC236}">
                  <a16:creationId xmlns:a16="http://schemas.microsoft.com/office/drawing/2014/main" id="{A7010732-4C0F-A5D8-CEBF-2EE137C573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59654" y="1756521"/>
              <a:ext cx="1044000" cy="1044000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D7925F7-726E-080F-E6DA-49F1394737F6}"/>
              </a:ext>
            </a:extLst>
          </p:cNvPr>
          <p:cNvSpPr txBox="1"/>
          <p:nvPr/>
        </p:nvSpPr>
        <p:spPr>
          <a:xfrm>
            <a:off x="766702" y="3308491"/>
            <a:ext cx="2117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Your AI is only as smart as your data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7DEBC9-8717-3404-460E-592F2CCDBD10}"/>
              </a:ext>
            </a:extLst>
          </p:cNvPr>
          <p:cNvSpPr txBox="1"/>
          <p:nvPr/>
        </p:nvSpPr>
        <p:spPr>
          <a:xfrm>
            <a:off x="3459794" y="3431601"/>
            <a:ext cx="2442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Racing a runaway train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B67464-DF4E-43DC-7764-CE8BB727F801}"/>
              </a:ext>
            </a:extLst>
          </p:cNvPr>
          <p:cNvSpPr txBox="1"/>
          <p:nvPr/>
        </p:nvSpPr>
        <p:spPr>
          <a:xfrm>
            <a:off x="6220425" y="3216158"/>
            <a:ext cx="2296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AI genie is out</a:t>
            </a:r>
            <a:b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– your guardrails decide the outcome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A23E96-E5D4-3D78-A07C-648B789CFC1F}"/>
              </a:ext>
            </a:extLst>
          </p:cNvPr>
          <p:cNvSpPr txBox="1"/>
          <p:nvPr/>
        </p:nvSpPr>
        <p:spPr>
          <a:xfrm>
            <a:off x="9117544" y="3323879"/>
            <a:ext cx="22966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AI Success </a:t>
            </a:r>
            <a:b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</a:b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447C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= People + Purpose</a:t>
            </a:r>
          </a:p>
        </p:txBody>
      </p:sp>
    </p:spTree>
    <p:extLst>
      <p:ext uri="{BB962C8B-B14F-4D97-AF65-F5344CB8AC3E}">
        <p14:creationId xmlns:p14="http://schemas.microsoft.com/office/powerpoint/2010/main" val="349131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1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10" fill="hold"/>
                                        <p:tgtEl>
                                          <p:spTgt spid="1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750" fill="hold"/>
                                        <p:tgtEl>
                                          <p:spTgt spid="1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10" fill="hold"/>
                                        <p:tgtEl>
                                          <p:spTgt spid="4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750" fill="hold"/>
                                        <p:tgtEl>
                                          <p:spTgt spid="44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10" fill="hold"/>
                                        <p:tgtEl>
                                          <p:spTgt spid="45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750" fill="hold"/>
                                        <p:tgtEl>
                                          <p:spTgt spid="4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" dur="10" fill="hold"/>
                                        <p:tgtEl>
                                          <p:spTgt spid="4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750" fill="hold"/>
                                        <p:tgtEl>
                                          <p:spTgt spid="46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10" fill="hold"/>
                                        <p:tgtEl>
                                          <p:spTgt spid="4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750" fill="hold"/>
                                        <p:tgtEl>
                                          <p:spTgt spid="47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5" dur="10" fill="hold"/>
                                        <p:tgtEl>
                                          <p:spTgt spid="3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750" fill="hold"/>
                                        <p:tgtEl>
                                          <p:spTgt spid="37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2" dur="10" fill="hold"/>
                                        <p:tgtEl>
                                          <p:spTgt spid="3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4" dur="750" fill="hold"/>
                                        <p:tgtEl>
                                          <p:spTgt spid="3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9" dur="10" fill="hold"/>
                                        <p:tgtEl>
                                          <p:spTgt spid="4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750" fill="hold"/>
                                        <p:tgtEl>
                                          <p:spTgt spid="4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10" fill="hold"/>
                                        <p:tgtEl>
                                          <p:spTgt spid="4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8" dur="750" fill="hold"/>
                                        <p:tgtEl>
                                          <p:spTgt spid="4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  <p:bldP spid="9" grpId="0"/>
      <p:bldP spid="9" grpId="1"/>
      <p:bldP spid="9" grpId="2"/>
      <p:bldP spid="11" grpId="0"/>
      <p:bldP spid="11" grpId="1"/>
      <p:bldP spid="11" grpId="2"/>
      <p:bldP spid="13" grpId="0"/>
      <p:bldP spid="13" grpId="1"/>
      <p:bldP spid="13" grpId="2"/>
      <p:bldP spid="37" grpId="0"/>
      <p:bldP spid="37" grpId="1"/>
      <p:bldP spid="37" grpId="2"/>
      <p:bldP spid="39" grpId="0"/>
      <p:bldP spid="39" grpId="1"/>
      <p:bldP spid="39" grpId="2"/>
      <p:bldP spid="41" grpId="0"/>
      <p:bldP spid="41" grpId="1"/>
      <p:bldP spid="41" grpId="2"/>
      <p:bldP spid="43" grpId="0"/>
      <p:bldP spid="43" grpId="1"/>
      <p:bldP spid="43" grpId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6D00B-7185-5942-DD3C-905427089298}"/>
              </a:ext>
            </a:extLst>
          </p:cNvPr>
          <p:cNvSpPr txBox="1"/>
          <p:nvPr/>
        </p:nvSpPr>
        <p:spPr>
          <a:xfrm>
            <a:off x="3069771" y="1230084"/>
            <a:ext cx="6052457" cy="870857"/>
          </a:xfrm>
          <a:prstGeom prst="rect">
            <a:avLst/>
          </a:prstGeom>
          <a:noFill/>
        </p:spPr>
        <p:txBody>
          <a:bodyPr wrap="square" lIns="182880" tIns="182880" rIns="182880" bIns="18288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Thank you for your time</a:t>
            </a:r>
            <a:endParaRPr kumimoji="0" lang="en-GB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262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S Ignite 16:9 Template Dark">
  <a:themeElements>
    <a:clrScheme name="Custom 16">
      <a:dk1>
        <a:srgbClr val="091F2C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8DE971"/>
      </a:accent2>
      <a:accent3>
        <a:srgbClr val="0078D4"/>
      </a:accent3>
      <a:accent4>
        <a:srgbClr val="D7D2CB"/>
      </a:accent4>
      <a:accent5>
        <a:srgbClr val="FFE399"/>
      </a:accent5>
      <a:accent6>
        <a:srgbClr val="D2D2D2"/>
      </a:accent6>
      <a:hlink>
        <a:srgbClr val="D59ED7"/>
      </a:hlink>
      <a:folHlink>
        <a:srgbClr val="D59ED7"/>
      </a:folHlink>
    </a:clrScheme>
    <a:fontScheme name="Custom 3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S_Ignite_2024_16-9 Event-template.potx  -  Last saved by user" id="{25E4B35E-646D-4F3A-8D0B-C2BDF548142B}" vid="{8A17B14A-69D5-4F26-BC7B-8547BA50C10C}"/>
    </a:ext>
  </a:extLst>
</a:theme>
</file>

<file path=ppt/theme/theme2.xml><?xml version="1.0" encoding="utf-8"?>
<a:theme xmlns:a="http://schemas.openxmlformats.org/drawingml/2006/main" name="1_MS Ignite 16:9 Template Dark">
  <a:themeElements>
    <a:clrScheme name="Custom 16">
      <a:dk1>
        <a:srgbClr val="091F2C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8DE971"/>
      </a:accent2>
      <a:accent3>
        <a:srgbClr val="0078D4"/>
      </a:accent3>
      <a:accent4>
        <a:srgbClr val="D7D2CB"/>
      </a:accent4>
      <a:accent5>
        <a:srgbClr val="FFE399"/>
      </a:accent5>
      <a:accent6>
        <a:srgbClr val="D2D2D2"/>
      </a:accent6>
      <a:hlink>
        <a:srgbClr val="D59ED7"/>
      </a:hlink>
      <a:folHlink>
        <a:srgbClr val="D59ED7"/>
      </a:folHlink>
    </a:clrScheme>
    <a:fontScheme name="Custom 3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S_Ignite_2024_16-9 Event-template.potx  -  Last saved by user" id="{25E4B35E-646D-4F3A-8D0B-C2BDF548142B}" vid="{8A17B14A-69D5-4F26-BC7B-8547BA50C10C}"/>
    </a:ext>
  </a:extLst>
</a:theme>
</file>

<file path=ppt/theme/theme3.xml><?xml version="1.0" encoding="utf-8"?>
<a:theme xmlns:a="http://schemas.openxmlformats.org/drawingml/2006/main" name="Graebel">
  <a:themeElements>
    <a:clrScheme name="Custom 3">
      <a:dk1>
        <a:srgbClr val="000000"/>
      </a:dk1>
      <a:lt1>
        <a:srgbClr val="FFFFFF"/>
      </a:lt1>
      <a:dk2>
        <a:srgbClr val="37B0C9"/>
      </a:dk2>
      <a:lt2>
        <a:srgbClr val="00447C"/>
      </a:lt2>
      <a:accent1>
        <a:srgbClr val="00447C"/>
      </a:accent1>
      <a:accent2>
        <a:srgbClr val="37B0C9"/>
      </a:accent2>
      <a:accent3>
        <a:srgbClr val="E65400"/>
      </a:accent3>
      <a:accent4>
        <a:srgbClr val="FF9F19"/>
      </a:accent4>
      <a:accent5>
        <a:srgbClr val="A2DAE8"/>
      </a:accent5>
      <a:accent6>
        <a:srgbClr val="00BD71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182880" tIns="182880" rIns="182880" bIns="182880" rtlCol="0">
        <a:noAutofit/>
      </a:bodyPr>
      <a:lstStyle>
        <a:defPPr algn="l">
          <a:spcAft>
            <a:spcPts val="6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raebel" id="{69E0436C-60C7-4F86-A090-5BD6325287AE}" vid="{588FE74A-E25D-4AC5-8A52-4E1EB87D7E8D}"/>
    </a:ext>
  </a:extLst>
</a:theme>
</file>

<file path=ppt/theme/theme4.xml><?xml version="1.0" encoding="utf-8"?>
<a:theme xmlns:a="http://schemas.openxmlformats.org/drawingml/2006/main" name="Graebel Presentation Theme 2025">
  <a:themeElements>
    <a:clrScheme name="Graebel">
      <a:dk1>
        <a:srgbClr val="000000"/>
      </a:dk1>
      <a:lt1>
        <a:srgbClr val="FFFFFF"/>
      </a:lt1>
      <a:dk2>
        <a:srgbClr val="37B0C9"/>
      </a:dk2>
      <a:lt2>
        <a:srgbClr val="00447C"/>
      </a:lt2>
      <a:accent1>
        <a:srgbClr val="00447C"/>
      </a:accent1>
      <a:accent2>
        <a:srgbClr val="37B0C9"/>
      </a:accent2>
      <a:accent3>
        <a:srgbClr val="E65400"/>
      </a:accent3>
      <a:accent4>
        <a:srgbClr val="FF9F19"/>
      </a:accent4>
      <a:accent5>
        <a:srgbClr val="A2DAE8"/>
      </a:accent5>
      <a:accent6>
        <a:srgbClr val="00BD71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91440" tIns="91440" rIns="91440" bIns="91440" rtlCol="0">
        <a:noAutofit/>
      </a:bodyPr>
      <a:lstStyle>
        <a:defPPr algn="l">
          <a:spcAft>
            <a:spcPts val="600"/>
          </a:spcAft>
          <a:defRPr sz="14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aebel Presentation Theme 2025" id="{2B7A27C4-A207-4AD3-90E5-D78E7D68A38F}" vid="{E977086A-96E6-477E-965C-AF75048CC7C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  <clbl:label id="{d80d1b57-a9af-40a9-a35b-060795e6ce43}" enabled="0" method="" siteId="{d80d1b57-a9af-40a9-a35b-060795e6ce4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871</Words>
  <Application>Microsoft Office PowerPoint</Application>
  <PresentationFormat>Widescreen</PresentationFormat>
  <Paragraphs>177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Adobe Clean</vt:lpstr>
      <vt:lpstr>Aptos</vt:lpstr>
      <vt:lpstr>Arial</vt:lpstr>
      <vt:lpstr>Calibri</vt:lpstr>
      <vt:lpstr>Consolas</vt:lpstr>
      <vt:lpstr>Segoe Sans Display</vt:lpstr>
      <vt:lpstr>Segoe Sans Display Semibold</vt:lpstr>
      <vt:lpstr>Segoe UI</vt:lpstr>
      <vt:lpstr>Segoe UI Semibold</vt:lpstr>
      <vt:lpstr>Wingdings</vt:lpstr>
      <vt:lpstr>Office Theme</vt:lpstr>
      <vt:lpstr>1_MS Ignite 16:9 Template Dark</vt:lpstr>
      <vt:lpstr>Graebel</vt:lpstr>
      <vt:lpstr>Graebel Presentation Theme 2025</vt:lpstr>
      <vt:lpstr>PowerPoint Presentation</vt:lpstr>
      <vt:lpstr>Real World Stories</vt:lpstr>
      <vt:lpstr>Today’s speaker</vt:lpstr>
      <vt:lpstr>Our time today</vt:lpstr>
      <vt:lpstr>Your strategic partner across the globe</vt:lpstr>
      <vt:lpstr>Global Mobility as a Service (GMaaS)</vt:lpstr>
      <vt:lpstr>Graebel’s AI Ambition: Be Bold</vt:lpstr>
      <vt:lpstr>Power Automate Solutions</vt:lpstr>
      <vt:lpstr>PowerPoint Presentation</vt:lpstr>
      <vt:lpstr>Knowledge Scout</vt:lpstr>
      <vt:lpstr>PowerPoint Presentation</vt:lpstr>
      <vt:lpstr>Service Order Agent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/>
  <cp:lastModifiedBy/>
  <cp:revision>1</cp:revision>
  <dcterms:created xsi:type="dcterms:W3CDTF">2026-04-29T18:55:03Z</dcterms:created>
  <dcterms:modified xsi:type="dcterms:W3CDTF">2026-07-17T02:10:57Z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